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f5d8db19b34a73" /><Relationship Type="http://schemas.openxmlformats.org/officeDocument/2006/relationships/extended-properties" Target="/docProps/app.xml" Id="R7289cf1c4c88456a" /><Relationship Type="http://schemas.openxmlformats.org/officeDocument/2006/relationships/officeDocument" Target="/ppt/presentation.xml" Id="R8a03b36718fb4e0c" /></Relationships>
</file>

<file path=ppt/presentation.xml><?xml version="1.0" encoding="utf-8"?>
<p:presentation xmlns:p="http://schemas.openxmlformats.org/presentationml/2006/main">
  <p:sldMasterIdLst>
    <p:sldMasterId xmlns:r="http://schemas.openxmlformats.org/officeDocument/2006/relationships" id="2147483648" r:id="R2d389f53e6a04c92"/>
  </p:sldMasterIdLst>
  <p:notesMasterIdLst>
    <p:notesMasterId xmlns:r="http://schemas.openxmlformats.org/officeDocument/2006/relationships" r:id="Rc13f4cb189574991"/>
  </p:notesMasterIdLst>
  <p:sldIdLst>
    <p:sldId xmlns:r="http://schemas.openxmlformats.org/officeDocument/2006/relationships" id="256" r:id="Rd7fe8e314f2a4e46"/>
  </p:sldIdLst>
  <p:sldSz cx="11458575" cy="43148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aa568124764fa5" /><Relationship Type="http://schemas.openxmlformats.org/officeDocument/2006/relationships/slideMaster" Target="/ppt/slideMasters/slideMaster1.xml" Id="R2d389f53e6a04c92" /><Relationship Type="http://schemas.openxmlformats.org/officeDocument/2006/relationships/notesMaster" Target="/ppt/notesMasters/notesMaster1.xml" Id="Rc13f4cb189574991" /><Relationship Type="http://schemas.openxmlformats.org/officeDocument/2006/relationships/presProps" Target="/ppt/presProps.xml" Id="Rd10c7d89d5dc426f" /><Relationship Type="http://schemas.openxmlformats.org/officeDocument/2006/relationships/tableStyles" Target="/ppt/tableStyles.xml" Id="R6b26f77dccb14e06" /><Relationship Type="http://schemas.openxmlformats.org/officeDocument/2006/relationships/slide" Target="/ppt/slides/slide1.xml" Id="Rd7fe8e314f2a4e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b87bd274484e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a85d8a8d1f4d34" /><Relationship Type="http://schemas.openxmlformats.org/officeDocument/2006/relationships/notesMaster" Target="/ppt/notesMasters/notesMaster1.xml" Id="R8fe20cea19074f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"Option Discovery Using Deep Skill Chaining",</a:t>
            </a:r>
          </a:p>
          <a:p xmlns:a="http://schemas.openxmlformats.org/drawingml/2006/main">
            <a:r>
              <a:t>  "paper_url": "https://cs.brown.edu/people/gdk/pubs/dsc_deeprl_ws.pdf",</a:t>
            </a:r>
          </a:p>
          <a:p xmlns:a="http://schemas.openxmlformats.org/drawingml/2006/main">
            <a:r>
              <a:t>  "figure": "Figure 1",</a:t>
            </a:r>
          </a:p>
          <a:p xmlns:a="http://schemas.openxmlformats.org/drawingml/2006/main">
            <a:r>
              <a:t>  "license": "unverified",</a:t>
            </a:r>
          </a:p>
          <a:p xmlns:a="http://schemas.openxmlformats.org/drawingml/2006/main">
            <a:r>
              <a:t>  "notes": "Source-layout reconstruction using native PDF paths and live ordinary labels. Each source photograph, illustration or mathematical bitmap is an isolated insert with original clipping. No whole-figure raster backdrop. Native paths are not semantically attached connectors.",</a:t>
            </a:r>
          </a:p>
          <a:p xmlns:a="http://schemas.openxmlformats.org/drawingml/2006/main">
            <a:r>
              <a:t>  "page": 14,</a:t>
            </a:r>
          </a:p>
          <a:p xmlns:a="http://schemas.openxmlformats.org/drawingml/2006/main">
            <a:r>
              <a:t>  "status": "figure_recreation",</a:t>
            </a:r>
          </a:p>
          <a:p xmlns:a="http://schemas.openxmlformats.org/drawingml/2006/main">
            <a:r>
              <a:t>  "source_sha256": "fb2b42a704404ec5ca14bb77e287c9128f7e85531545c34153c6654f4dcd7c54",</a:t>
            </a:r>
          </a:p>
          <a:p xmlns:a="http://schemas.openxmlformats.org/drawingml/2006/main">
            <a:r>
              <a:t>  "source_crop_pdf_points": [</a:t>
            </a:r>
          </a:p>
          <a:p xmlns:a="http://schemas.openxmlformats.org/drawingml/2006/main">
            <a:r>
              <a:t>    105,</a:t>
            </a:r>
          </a:p>
          <a:p xmlns:a="http://schemas.openxmlformats.org/drawingml/2006/main">
            <a:r>
              <a:t>    85,</a:t>
            </a:r>
          </a:p>
          <a:p xmlns:a="http://schemas.openxmlformats.org/drawingml/2006/main">
            <a:r>
              <a:t>    506,</a:t>
            </a:r>
          </a:p>
          <a:p xmlns:a="http://schemas.openxmlformats.org/drawingml/2006/main">
            <a:r>
              <a:t>    236</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"outlined_font_families": [</a:t>
            </a:r>
          </a:p>
          <a:p xmlns:a="http://schemas.openxmlformats.org/drawingml/2006/main">
            <a:r>
              <a:t>    "CMM",</a:t>
            </a:r>
          </a:p>
          <a:p xmlns:a="http://schemas.openxmlformats.org/drawingml/2006/main">
            <a:r>
              <a:t>    "CMSY",</a:t>
            </a:r>
          </a:p>
          <a:p xmlns:a="http://schemas.openxmlformats.org/drawingml/2006/main">
            <a:r>
              <a:t>    "CMEX",</a:t>
            </a:r>
          </a:p>
          <a:p xmlns:a="http://schemas.openxmlformats.org/drawingml/2006/main">
            <a:r>
              <a:t>    "CambriaMath"</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"dash_fidelity": "PPTX uses the closest supported native preset, not exact PDF dash lengths. Draw.io retains interval lengths; PDF phase/caps are not preserved; zero intervals become 0.001 scene units.",</a:t>
            </a:r>
          </a:p>
          <a:p xmlns:a="http://schemas.openxmlformats.org/drawingml/2006/main">
            <a:r>
              <a:t>  "extraction_warnings": [</a:t>
            </a:r>
          </a:p>
          <a:p xmlns:a="http://schemas.openxmlformats.org/drawingml/2006/main">
            <a:r>
              <a:t>    "19 source clipping groups intersect crop; extracted paths require explicit clipping review"</a:t>
            </a:r>
          </a:p>
          <a:p xmlns:a="http://schemas.openxmlformats.org/drawingml/2006/main">
            <a:r>
              <a:t>  ],</a:t>
            </a:r>
          </a:p>
          <a:p xmlns:a="http://schemas.openxmlformats.org/drawingml/2006/main">
            <a:r>
              <a:t>  "ignored_invisible_text_spans": 0,</a:t>
            </a:r>
          </a:p>
          <a:p xmlns:a="http://schemas.openxmlformats.org/drawingml/2006/main">
            <a:r>
              <a:t>  "extraction_warnings_reviewed": [</a:t>
            </a:r>
          </a:p>
          <a:p xmlns:a="http://schemas.openxmlformats.org/drawingml/2006/main">
            <a:r>
              <a:t>    "Source clipping and reconstructed preview inspected. Individual source image instances use original SVG clips and masks. Identified diagram arrows and gradient ovals are now native editable contours, ordinary panel labels typeable. Font-based checkmarks repaired against original source pixels."</a:t>
            </a:r>
          </a:p>
          <a:p xmlns:a="http://schemas.openxmlformats.org/drawingml/2006/main">
            <a:r>
              <a:t>  ],</a:t>
            </a:r>
          </a:p>
          <a:p xmlns:a="http://schemas.openxmlformats.org/drawingml/2006/main">
            <a:r>
              <a:t>  "text_editability": "Ordinary source labels are live text; selected mathematical fonts are native outlines. Source image inserts retain internal raster pixels.",</a:t>
            </a:r>
          </a:p>
          <a:p xmlns:a="http://schemas.openxmlformats.org/drawingml/2006/main">
            <a:r>
              <a:t>  "image_reconstruction": "Each source raster instance is isolated with complete source SVG ancestry, source clipping, mask and paint order. No full-figure image is used.",</a:t>
            </a:r>
          </a:p>
          <a:p xmlns:a="http://schemas.openxmlformats.org/drawingml/2006/main">
            <a:r>
              <a:t>  "native_raster_repairs": "Nine source skill-region gradient ovals rebuilt with nested native grayscale contour layers. Four panel letters are live text; the original small robot illustrations remain individual source raster pieces."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f11b5257d74a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69515c42e445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db9e7f602f47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0d0eeb5ea54b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396934ece94f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fd8fe7c59b4c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0B4C0B-DC2E-4851-91A5-6DF3B44C4D24}"/>
              </a:ext>
            </a:extLst>
          </p:cNvPr>
          <p:cNvSpPr>
            <a:spLocks xmlns:a="http://schemas.openxmlformats.org/drawingml/2006/main" noGrp="1"/>
          </p:cNvSpPr>
          <p:nvPr>
            <p:ph type="title" idx="0"/>
          </p:nvPr>
        </p:nvSpPr>
        <p:spPr>
          <a:xfrm xmlns:a="http://schemas.openxmlformats.org/drawingml/2006/main">
            <a:off x="1145858" y="1630045"/>
            <a:ext cx="9166860" cy="62325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2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3B7A6A-E1B8-4B9C-8593-7560F7B9B7E4}"/>
              </a:ext>
            </a:extLst>
          </p:cNvPr>
          <p:cNvSpPr>
            <a:spLocks xmlns:a="http://schemas.openxmlformats.org/drawingml/2006/main" noGrp="1"/>
          </p:cNvSpPr>
          <p:nvPr>
            <p:ph type="subTitle" idx="1"/>
          </p:nvPr>
        </p:nvSpPr>
        <p:spPr>
          <a:xfrm xmlns:a="http://schemas.openxmlformats.org/drawingml/2006/main">
            <a:off x="1718786" y="2373154"/>
            <a:ext cx="8021003" cy="479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2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163558-151C-49F4-8D59-9D217D343976}"/>
              </a:ext>
            </a:extLst>
          </p:cNvPr>
          <p:cNvSpPr>
            <a:spLocks xmlns:a="http://schemas.openxmlformats.org/drawingml/2006/main" noGrp="1"/>
          </p:cNvSpPr>
          <p:nvPr>
            <p:ph type="title" idx="0"/>
          </p:nvPr>
        </p:nvSpPr>
        <p:spPr>
          <a:xfrm xmlns:a="http://schemas.openxmlformats.org/drawingml/2006/main">
            <a:off x="1145858" y="1797844"/>
            <a:ext cx="9166860" cy="7191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4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D39B52-D530-41A7-BBFB-92DD27E026B5}"/>
              </a:ext>
            </a:extLst>
          </p:cNvPr>
          <p:cNvSpPr>
            <a:spLocks xmlns:a="http://schemas.openxmlformats.org/drawingml/2006/main" noGrp="1"/>
          </p:cNvSpPr>
          <p:nvPr>
            <p:ph type="title" idx="0"/>
          </p:nvPr>
        </p:nvSpPr>
        <p:spPr>
          <a:xfrm xmlns:a="http://schemas.openxmlformats.org/drawingml/2006/main">
            <a:off x="644545" y="335598"/>
            <a:ext cx="10169485" cy="527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438564-9D9D-4C49-B6EE-F9286FA8BBED}"/>
              </a:ext>
            </a:extLst>
          </p:cNvPr>
          <p:cNvSpPr>
            <a:spLocks xmlns:a="http://schemas.openxmlformats.org/drawingml/2006/main" noGrp="1"/>
          </p:cNvSpPr>
          <p:nvPr>
            <p:ph type="body" idx="1"/>
          </p:nvPr>
        </p:nvSpPr>
        <p:spPr>
          <a:xfrm xmlns:a="http://schemas.openxmlformats.org/drawingml/2006/main">
            <a:off x="644545" y="1198563"/>
            <a:ext cx="10169485" cy="26847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16" b="0">
                <a:solidFill>
                  <a:schemeClr val="tx1"/>
                </a:solidFill>
                <a:latin typeface="+mn-lt"/>
                <a:ea typeface="+mn-lt"/>
                <a:cs typeface="+mn-lt"/>
              </a:defRPr>
            </a:defPPr>
            <a:lvl1pPr marL="143828" indent="-143827">
              <a:lnSpc>
                <a:spcPct val="110000"/>
              </a:lnSpc>
              <a:spcBef>
                <a:spcPts val="0"/>
              </a:spcBef>
              <a:spcAft>
                <a:spcPts val="755"/>
              </a:spcAft>
              <a:buChar char="•"/>
            </a:lvl1pPr>
            <a:lvl2pPr marL="335598" indent="-143827">
              <a:lnSpc>
                <a:spcPct val="110000"/>
              </a:lnSpc>
              <a:spcBef>
                <a:spcPts val="0"/>
              </a:spcBef>
              <a:spcAft>
                <a:spcPts val="755"/>
              </a:spcAft>
              <a:buChar char="•"/>
            </a:lvl2pPr>
            <a:lvl3pPr marL="527368" indent="-143827">
              <a:lnSpc>
                <a:spcPct val="110000"/>
              </a:lnSpc>
              <a:spcBef>
                <a:spcPts val="0"/>
              </a:spcBef>
              <a:spcAft>
                <a:spcPts val="755"/>
              </a:spcAft>
              <a:buChar char="•"/>
            </a:lvl3pPr>
            <a:lvl4pPr marL="719138" indent="-143827">
              <a:lnSpc>
                <a:spcPct val="110000"/>
              </a:lnSpc>
              <a:spcBef>
                <a:spcPts val="0"/>
              </a:spcBef>
              <a:spcAft>
                <a:spcPts val="755"/>
              </a:spcAft>
              <a:buChar char="•"/>
            </a:lvl4pPr>
            <a:lvl5pPr marL="910907" indent="-143827">
              <a:lnSpc>
                <a:spcPct val="110000"/>
              </a:lnSpc>
              <a:spcBef>
                <a:spcPts val="0"/>
              </a:spcBef>
              <a:spcAft>
                <a:spcPts val="755"/>
              </a:spcAft>
              <a:buChar char="•"/>
            </a:lvl5pPr>
            <a:lvl6pPr marL="1102678" indent="-143827">
              <a:lnSpc>
                <a:spcPct val="110000"/>
              </a:lnSpc>
              <a:spcBef>
                <a:spcPts val="0"/>
              </a:spcBef>
              <a:spcAft>
                <a:spcPts val="755"/>
              </a:spcAft>
              <a:buChar char="•"/>
            </a:lvl6pPr>
            <a:lvl7pPr marL="1294448" indent="-143827">
              <a:lnSpc>
                <a:spcPct val="110000"/>
              </a:lnSpc>
              <a:spcBef>
                <a:spcPts val="0"/>
              </a:spcBef>
              <a:spcAft>
                <a:spcPts val="755"/>
              </a:spcAft>
              <a:buChar char="•"/>
            </a:lvl7pPr>
            <a:lvl8pPr marL="1486218" indent="-143827">
              <a:lnSpc>
                <a:spcPct val="110000"/>
              </a:lnSpc>
              <a:spcBef>
                <a:spcPts val="0"/>
              </a:spcBef>
              <a:spcAft>
                <a:spcPts val="755"/>
              </a:spcAft>
              <a:buChar char="•"/>
            </a:lvl8pPr>
            <a:lvl9pPr marL="1677988" indent="-143827">
              <a:lnSpc>
                <a:spcPct val="110000"/>
              </a:lnSpc>
              <a:spcBef>
                <a:spcPts val="0"/>
              </a:spcBef>
              <a:spcAft>
                <a:spcPts val="75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17AF88-3755-41F1-8711-4BF5EA0897F2}"/>
              </a:ext>
            </a:extLst>
          </p:cNvPr>
          <p:cNvSpPr>
            <a:spLocks xmlns:a="http://schemas.openxmlformats.org/drawingml/2006/main" noGrp="1"/>
          </p:cNvSpPr>
          <p:nvPr>
            <p:ph type="title" idx="0"/>
          </p:nvPr>
        </p:nvSpPr>
        <p:spPr>
          <a:xfrm xmlns:a="http://schemas.openxmlformats.org/drawingml/2006/main">
            <a:off x="644545" y="335598"/>
            <a:ext cx="10169485" cy="527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240D16-948C-4CA0-BE73-B5FA3E388A6D}"/>
              </a:ext>
            </a:extLst>
          </p:cNvPr>
          <p:cNvSpPr>
            <a:spLocks xmlns:a="http://schemas.openxmlformats.org/drawingml/2006/main" noGrp="1"/>
          </p:cNvSpPr>
          <p:nvPr>
            <p:ph type="body" idx="1"/>
          </p:nvPr>
        </p:nvSpPr>
        <p:spPr>
          <a:xfrm xmlns:a="http://schemas.openxmlformats.org/drawingml/2006/main">
            <a:off x="644545" y="1198563"/>
            <a:ext cx="4726662" cy="26847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21" b="0">
                <a:solidFill>
                  <a:schemeClr val="tx1"/>
                </a:solidFill>
                <a:latin typeface="+mn-lt"/>
                <a:ea typeface="+mn-lt"/>
                <a:cs typeface="+mn-lt"/>
              </a:defRPr>
            </a:defPPr>
            <a:lvl1pPr marL="143828" indent="-143827">
              <a:lnSpc>
                <a:spcPct val="110000"/>
              </a:lnSpc>
              <a:spcBef>
                <a:spcPts val="0"/>
              </a:spcBef>
              <a:spcAft>
                <a:spcPts val="755"/>
              </a:spcAft>
              <a:buChar char="•"/>
            </a:lvl1pPr>
            <a:lvl2pPr marL="335598" indent="-143827">
              <a:lnSpc>
                <a:spcPct val="110000"/>
              </a:lnSpc>
              <a:spcBef>
                <a:spcPts val="0"/>
              </a:spcBef>
              <a:spcAft>
                <a:spcPts val="755"/>
              </a:spcAft>
              <a:buChar char="•"/>
            </a:lvl2pPr>
            <a:lvl3pPr marL="527368" indent="-143827">
              <a:lnSpc>
                <a:spcPct val="110000"/>
              </a:lnSpc>
              <a:spcBef>
                <a:spcPts val="0"/>
              </a:spcBef>
              <a:spcAft>
                <a:spcPts val="755"/>
              </a:spcAft>
              <a:buChar char="•"/>
            </a:lvl3pPr>
            <a:lvl4pPr marL="719138" indent="-143827">
              <a:lnSpc>
                <a:spcPct val="110000"/>
              </a:lnSpc>
              <a:spcBef>
                <a:spcPts val="0"/>
              </a:spcBef>
              <a:spcAft>
                <a:spcPts val="755"/>
              </a:spcAft>
              <a:buChar char="•"/>
            </a:lvl4pPr>
            <a:lvl5pPr marL="910907" indent="-143827">
              <a:lnSpc>
                <a:spcPct val="110000"/>
              </a:lnSpc>
              <a:spcBef>
                <a:spcPts val="0"/>
              </a:spcBef>
              <a:spcAft>
                <a:spcPts val="755"/>
              </a:spcAft>
              <a:buChar char="•"/>
            </a:lvl5pPr>
            <a:lvl6pPr marL="1102678" indent="-143827">
              <a:lnSpc>
                <a:spcPct val="110000"/>
              </a:lnSpc>
              <a:spcBef>
                <a:spcPts val="0"/>
              </a:spcBef>
              <a:spcAft>
                <a:spcPts val="755"/>
              </a:spcAft>
              <a:buChar char="•"/>
            </a:lvl6pPr>
            <a:lvl7pPr marL="1294448" indent="-143827">
              <a:lnSpc>
                <a:spcPct val="110000"/>
              </a:lnSpc>
              <a:spcBef>
                <a:spcPts val="0"/>
              </a:spcBef>
              <a:spcAft>
                <a:spcPts val="755"/>
              </a:spcAft>
              <a:buChar char="•"/>
            </a:lvl7pPr>
            <a:lvl8pPr marL="1486218" indent="-143827">
              <a:lnSpc>
                <a:spcPct val="110000"/>
              </a:lnSpc>
              <a:spcBef>
                <a:spcPts val="0"/>
              </a:spcBef>
              <a:spcAft>
                <a:spcPts val="755"/>
              </a:spcAft>
              <a:buChar char="•"/>
            </a:lvl8pPr>
            <a:lvl9pPr marL="1677988" indent="-143827">
              <a:lnSpc>
                <a:spcPct val="110000"/>
              </a:lnSpc>
              <a:spcBef>
                <a:spcPts val="0"/>
              </a:spcBef>
              <a:spcAft>
                <a:spcPts val="75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EC2333-AEE3-4212-B574-D15C8A323BFC}"/>
              </a:ext>
            </a:extLst>
          </p:cNvPr>
          <p:cNvSpPr>
            <a:spLocks xmlns:a="http://schemas.openxmlformats.org/drawingml/2006/main" noGrp="1"/>
          </p:cNvSpPr>
          <p:nvPr>
            <p:ph type="body" idx="2"/>
          </p:nvPr>
        </p:nvSpPr>
        <p:spPr>
          <a:xfrm xmlns:a="http://schemas.openxmlformats.org/drawingml/2006/main">
            <a:off x="6087368" y="1198563"/>
            <a:ext cx="4726662" cy="26847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21" b="0">
                <a:solidFill>
                  <a:schemeClr val="tx1"/>
                </a:solidFill>
                <a:latin typeface="+mn-lt"/>
                <a:ea typeface="+mn-lt"/>
                <a:cs typeface="+mn-lt"/>
              </a:defRPr>
            </a:defPPr>
            <a:lvl1pPr marL="143828" indent="-143827">
              <a:lnSpc>
                <a:spcPct val="110000"/>
              </a:lnSpc>
              <a:spcBef>
                <a:spcPts val="0"/>
              </a:spcBef>
              <a:spcAft>
                <a:spcPts val="755"/>
              </a:spcAft>
              <a:buChar char="•"/>
            </a:lvl1pPr>
            <a:lvl2pPr marL="335598" indent="-143827">
              <a:lnSpc>
                <a:spcPct val="110000"/>
              </a:lnSpc>
              <a:spcBef>
                <a:spcPts val="0"/>
              </a:spcBef>
              <a:spcAft>
                <a:spcPts val="755"/>
              </a:spcAft>
              <a:buChar char="•"/>
            </a:lvl2pPr>
            <a:lvl3pPr marL="527368" indent="-143827">
              <a:lnSpc>
                <a:spcPct val="110000"/>
              </a:lnSpc>
              <a:spcBef>
                <a:spcPts val="0"/>
              </a:spcBef>
              <a:spcAft>
                <a:spcPts val="755"/>
              </a:spcAft>
              <a:buChar char="•"/>
            </a:lvl3pPr>
            <a:lvl4pPr marL="719138" indent="-143827">
              <a:lnSpc>
                <a:spcPct val="110000"/>
              </a:lnSpc>
              <a:spcBef>
                <a:spcPts val="0"/>
              </a:spcBef>
              <a:spcAft>
                <a:spcPts val="755"/>
              </a:spcAft>
              <a:buChar char="•"/>
            </a:lvl4pPr>
            <a:lvl5pPr marL="910907" indent="-143827">
              <a:lnSpc>
                <a:spcPct val="110000"/>
              </a:lnSpc>
              <a:spcBef>
                <a:spcPts val="0"/>
              </a:spcBef>
              <a:spcAft>
                <a:spcPts val="755"/>
              </a:spcAft>
              <a:buChar char="•"/>
            </a:lvl5pPr>
            <a:lvl6pPr marL="1102678" indent="-143827">
              <a:lnSpc>
                <a:spcPct val="110000"/>
              </a:lnSpc>
              <a:spcBef>
                <a:spcPts val="0"/>
              </a:spcBef>
              <a:spcAft>
                <a:spcPts val="755"/>
              </a:spcAft>
              <a:buChar char="•"/>
            </a:lvl6pPr>
            <a:lvl7pPr marL="1294448" indent="-143827">
              <a:lnSpc>
                <a:spcPct val="110000"/>
              </a:lnSpc>
              <a:spcBef>
                <a:spcPts val="0"/>
              </a:spcBef>
              <a:spcAft>
                <a:spcPts val="755"/>
              </a:spcAft>
              <a:buChar char="•"/>
            </a:lvl7pPr>
            <a:lvl8pPr marL="1486218" indent="-143827">
              <a:lnSpc>
                <a:spcPct val="110000"/>
              </a:lnSpc>
              <a:spcBef>
                <a:spcPts val="0"/>
              </a:spcBef>
              <a:spcAft>
                <a:spcPts val="755"/>
              </a:spcAft>
              <a:buChar char="•"/>
            </a:lvl8pPr>
            <a:lvl9pPr marL="1677988" indent="-143827">
              <a:lnSpc>
                <a:spcPct val="110000"/>
              </a:lnSpc>
              <a:spcBef>
                <a:spcPts val="0"/>
              </a:spcBef>
              <a:spcAft>
                <a:spcPts val="75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78ECC6-3D22-4129-8705-2C3CFFAC3867}"/>
              </a:ext>
            </a:extLst>
          </p:cNvPr>
          <p:cNvSpPr>
            <a:spLocks xmlns:a="http://schemas.openxmlformats.org/drawingml/2006/main" noGrp="1"/>
          </p:cNvSpPr>
          <p:nvPr>
            <p:ph type="title" idx="0"/>
          </p:nvPr>
        </p:nvSpPr>
        <p:spPr>
          <a:xfrm xmlns:a="http://schemas.openxmlformats.org/drawingml/2006/main">
            <a:off x="644545" y="335598"/>
            <a:ext cx="10169485" cy="527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CBD67B-2762-4EA0-99A4-B94CB61584F6}"/>
              </a:ext>
            </a:extLst>
          </p:cNvPr>
          <p:cNvSpPr>
            <a:spLocks xmlns:a="http://schemas.openxmlformats.org/drawingml/2006/main" noGrp="1"/>
          </p:cNvSpPr>
          <p:nvPr>
            <p:ph type="body" idx="1"/>
          </p:nvPr>
        </p:nvSpPr>
        <p:spPr>
          <a:xfrm xmlns:a="http://schemas.openxmlformats.org/drawingml/2006/main">
            <a:off x="644545" y="1198563"/>
            <a:ext cx="4726662" cy="26847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16" b="0">
                <a:solidFill>
                  <a:schemeClr val="tx1"/>
                </a:solidFill>
                <a:latin typeface="+mn-lt"/>
                <a:ea typeface="+mn-lt"/>
                <a:cs typeface="+mn-lt"/>
              </a:defRPr>
            </a:defPPr>
            <a:lvl1pPr marL="143828" indent="-143827">
              <a:lnSpc>
                <a:spcPct val="110000"/>
              </a:lnSpc>
              <a:spcBef>
                <a:spcPts val="0"/>
              </a:spcBef>
              <a:spcAft>
                <a:spcPts val="755"/>
              </a:spcAft>
              <a:buChar char="•"/>
            </a:lvl1pPr>
            <a:lvl2pPr marL="335598" indent="-143827">
              <a:lnSpc>
                <a:spcPct val="110000"/>
              </a:lnSpc>
              <a:spcBef>
                <a:spcPts val="0"/>
              </a:spcBef>
              <a:spcAft>
                <a:spcPts val="755"/>
              </a:spcAft>
              <a:buChar char="•"/>
            </a:lvl2pPr>
            <a:lvl3pPr marL="527368" indent="-143827">
              <a:lnSpc>
                <a:spcPct val="110000"/>
              </a:lnSpc>
              <a:spcBef>
                <a:spcPts val="0"/>
              </a:spcBef>
              <a:spcAft>
                <a:spcPts val="755"/>
              </a:spcAft>
              <a:buChar char="•"/>
            </a:lvl3pPr>
            <a:lvl4pPr marL="719138" indent="-143827">
              <a:lnSpc>
                <a:spcPct val="110000"/>
              </a:lnSpc>
              <a:spcBef>
                <a:spcPts val="0"/>
              </a:spcBef>
              <a:spcAft>
                <a:spcPts val="755"/>
              </a:spcAft>
              <a:buChar char="•"/>
            </a:lvl4pPr>
            <a:lvl5pPr marL="910907" indent="-143827">
              <a:lnSpc>
                <a:spcPct val="110000"/>
              </a:lnSpc>
              <a:spcBef>
                <a:spcPts val="0"/>
              </a:spcBef>
              <a:spcAft>
                <a:spcPts val="755"/>
              </a:spcAft>
              <a:buChar char="•"/>
            </a:lvl5pPr>
            <a:lvl6pPr marL="1102678" indent="-143827">
              <a:lnSpc>
                <a:spcPct val="110000"/>
              </a:lnSpc>
              <a:spcBef>
                <a:spcPts val="0"/>
              </a:spcBef>
              <a:spcAft>
                <a:spcPts val="755"/>
              </a:spcAft>
              <a:buChar char="•"/>
            </a:lvl6pPr>
            <a:lvl7pPr marL="1294448" indent="-143827">
              <a:lnSpc>
                <a:spcPct val="110000"/>
              </a:lnSpc>
              <a:spcBef>
                <a:spcPts val="0"/>
              </a:spcBef>
              <a:spcAft>
                <a:spcPts val="755"/>
              </a:spcAft>
              <a:buChar char="•"/>
            </a:lvl7pPr>
            <a:lvl8pPr marL="1486218" indent="-143827">
              <a:lnSpc>
                <a:spcPct val="110000"/>
              </a:lnSpc>
              <a:spcBef>
                <a:spcPts val="0"/>
              </a:spcBef>
              <a:spcAft>
                <a:spcPts val="755"/>
              </a:spcAft>
              <a:buChar char="•"/>
            </a:lvl8pPr>
            <a:lvl9pPr marL="1677988" indent="-143827">
              <a:lnSpc>
                <a:spcPct val="110000"/>
              </a:lnSpc>
              <a:spcBef>
                <a:spcPts val="0"/>
              </a:spcBef>
              <a:spcAft>
                <a:spcPts val="75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1e9229936441cd" /><Relationship Type="http://schemas.openxmlformats.org/officeDocument/2006/relationships/slideLayout" Target="/ppt/slideLayouts/slideLayout1.xml" Id="R4e48be64e4ea4bec" /><Relationship Type="http://schemas.openxmlformats.org/officeDocument/2006/relationships/slideLayout" Target="/ppt/slideLayouts/slideLayout2.xml" Id="R29e0a05e2803482b" /><Relationship Type="http://schemas.openxmlformats.org/officeDocument/2006/relationships/slideLayout" Target="/ppt/slideLayouts/slideLayout3.xml" Id="Rf9d8274783b8400b" /><Relationship Type="http://schemas.openxmlformats.org/officeDocument/2006/relationships/slideLayout" Target="/ppt/slideLayouts/slideLayout4.xml" Id="Re19efaf94b5d4c88" /><Relationship Type="http://schemas.openxmlformats.org/officeDocument/2006/relationships/slideLayout" Target="/ppt/slideLayouts/slideLayout5.xml" Id="Rf83e0a532d7a4791" /><Relationship Type="http://schemas.openxmlformats.org/officeDocument/2006/relationships/slideLayout" Target="/ppt/slideLayouts/slideLayout6.xml" Id="Rc2c8199327db4b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48be64e4ea4bec"/>
    <p:sldLayoutId xmlns:r="http://schemas.openxmlformats.org/officeDocument/2006/relationships" id="2147483650" r:id="R29e0a05e2803482b"/>
    <p:sldLayoutId xmlns:r="http://schemas.openxmlformats.org/officeDocument/2006/relationships" id="2147483651" r:id="Rf9d8274783b8400b"/>
    <p:sldLayoutId xmlns:r="http://schemas.openxmlformats.org/officeDocument/2006/relationships" id="2147483652" r:id="Re19efaf94b5d4c88"/>
    <p:sldLayoutId xmlns:r="http://schemas.openxmlformats.org/officeDocument/2006/relationships" id="2147483653" r:id="Rf83e0a532d7a4791"/>
    <p:sldLayoutId xmlns:r="http://schemas.openxmlformats.org/officeDocument/2006/relationships" id="2147483654" r:id="Rc2c8199327db4b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855a900b4e4858" /><Relationship Type="http://schemas.openxmlformats.org/officeDocument/2006/relationships/image" Target="/ppt/media/image.png" Id="R97328ddd512247e3" /><Relationship Type="http://schemas.openxmlformats.org/officeDocument/2006/relationships/image" Target="/ppt/media/image2.png" Id="R202b98c75a294fa0" /><Relationship Type="http://schemas.openxmlformats.org/officeDocument/2006/relationships/image" Target="/ppt/media/image3.png" Id="Rfbf80c66b5c746bf" /><Relationship Type="http://schemas.openxmlformats.org/officeDocument/2006/relationships/image" Target="/ppt/media/image4.png" Id="R841617bca67845cc" /><Relationship Type="http://schemas.openxmlformats.org/officeDocument/2006/relationships/image" Target="/ppt/media/image5.png" Id="R72d07fe49e744edf" /><Relationship Type="http://schemas.openxmlformats.org/officeDocument/2006/relationships/image" Target="/ppt/media/image6.png" Id="Rc0462f00f5eb441d" /><Relationship Type="http://schemas.openxmlformats.org/officeDocument/2006/relationships/image" Target="/ppt/media/image7.png" Id="R9b66cd7730a04fb7" /><Relationship Type="http://schemas.openxmlformats.org/officeDocument/2006/relationships/image" Target="/ppt/media/image8.png" Id="Rd65ce9dd061a462b" /><Relationship Type="http://schemas.openxmlformats.org/officeDocument/2006/relationships/notesSlide" Target="/ppt/notesSlides/notesSlide1.xml" Id="Ra73eba2b958945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2" name="deep-skill-chaining-source-component-0-gradient-base-0">
            <a:extLst xmlns:a="http://schemas.openxmlformats.org/drawingml/2006/main">
              <a:ext uri="{FF2B5EF4-FFF2-40B4-BE49-F238E27FC236}">
                <a16:creationId xmlns:a16="http://schemas.microsoft.com/office/drawing/2014/main" id="{F4D9B294-0358-4823-9E1B-617280C44B83}"/>
              </a:ext>
            </a:extLst>
          </p:cNvPr>
          <p:cNvSpPr>
            <a:spLocks xmlns:a="http://schemas.openxmlformats.org/drawingml/2006/main" noGrp="1"/>
          </p:cNvSpPr>
          <p:nvPr/>
        </p:nvSpPr>
        <p:spPr>
          <a:xfrm xmlns:a="http://schemas.openxmlformats.org/drawingml/2006/main" rot="0">
            <a:off x="7114680" y="713184"/>
            <a:ext cx="965493" cy="801652"/>
          </a:xfrm>
          <a:custGeom xmlns:a="http://schemas.openxmlformats.org/drawingml/2006/main">
            <a:pathLst>
              <a:path w="965493" h="801652">
                <a:moveTo>
                  <a:pt x="394802" y="5953"/>
                </a:moveTo>
                <a:lnTo>
                  <a:pt x="395782" y="5699"/>
                </a:lnTo>
                <a:lnTo>
                  <a:pt x="405307" y="3879"/>
                </a:lnTo>
                <a:lnTo>
                  <a:pt x="414832" y="2624"/>
                </a:lnTo>
                <a:lnTo>
                  <a:pt x="424357" y="1755"/>
                </a:lnTo>
                <a:lnTo>
                  <a:pt x="433882" y="1172"/>
                </a:lnTo>
                <a:lnTo>
                  <a:pt x="443407" y="850"/>
                </a:lnTo>
                <a:lnTo>
                  <a:pt x="452932" y="650"/>
                </a:lnTo>
                <a:lnTo>
                  <a:pt x="462457" y="458"/>
                </a:lnTo>
                <a:lnTo>
                  <a:pt x="471982" y="58"/>
                </a:lnTo>
                <a:lnTo>
                  <a:pt x="481507" y="0"/>
                </a:lnTo>
                <a:lnTo>
                  <a:pt x="491032" y="0"/>
                </a:lnTo>
                <a:lnTo>
                  <a:pt x="500557" y="382"/>
                </a:lnTo>
                <a:lnTo>
                  <a:pt x="510082" y="532"/>
                </a:lnTo>
                <a:lnTo>
                  <a:pt x="519607" y="850"/>
                </a:lnTo>
                <a:lnTo>
                  <a:pt x="529132" y="1056"/>
                </a:lnTo>
                <a:lnTo>
                  <a:pt x="538657" y="1552"/>
                </a:lnTo>
                <a:lnTo>
                  <a:pt x="548182" y="2352"/>
                </a:lnTo>
                <a:lnTo>
                  <a:pt x="557707" y="3448"/>
                </a:lnTo>
                <a:lnTo>
                  <a:pt x="567232" y="5103"/>
                </a:lnTo>
                <a:lnTo>
                  <a:pt x="570953" y="5953"/>
                </a:lnTo>
                <a:lnTo>
                  <a:pt x="576757" y="7217"/>
                </a:lnTo>
                <a:lnTo>
                  <a:pt x="586282" y="9218"/>
                </a:lnTo>
                <a:lnTo>
                  <a:pt x="595807" y="10577"/>
                </a:lnTo>
                <a:lnTo>
                  <a:pt x="605332" y="11792"/>
                </a:lnTo>
                <a:lnTo>
                  <a:pt x="614857" y="13891"/>
                </a:lnTo>
                <a:lnTo>
                  <a:pt x="619195" y="15478"/>
                </a:lnTo>
                <a:lnTo>
                  <a:pt x="624382" y="17317"/>
                </a:lnTo>
                <a:lnTo>
                  <a:pt x="633907" y="19653"/>
                </a:lnTo>
                <a:lnTo>
                  <a:pt x="643432" y="21180"/>
                </a:lnTo>
                <a:lnTo>
                  <a:pt x="652957" y="24408"/>
                </a:lnTo>
                <a:lnTo>
                  <a:pt x="654023" y="25003"/>
                </a:lnTo>
                <a:lnTo>
                  <a:pt x="662482" y="28300"/>
                </a:lnTo>
                <a:lnTo>
                  <a:pt x="672007" y="30455"/>
                </a:lnTo>
                <a:lnTo>
                  <a:pt x="681008" y="34528"/>
                </a:lnTo>
                <a:lnTo>
                  <a:pt x="681532" y="34922"/>
                </a:lnTo>
                <a:lnTo>
                  <a:pt x="691057" y="38867"/>
                </a:lnTo>
                <a:lnTo>
                  <a:pt x="700582" y="41548"/>
                </a:lnTo>
                <a:lnTo>
                  <a:pt x="704831" y="44053"/>
                </a:lnTo>
                <a:lnTo>
                  <a:pt x="710107" y="46978"/>
                </a:lnTo>
                <a:lnTo>
                  <a:pt x="719632" y="49818"/>
                </a:lnTo>
                <a:lnTo>
                  <a:pt x="725919" y="53578"/>
                </a:lnTo>
                <a:lnTo>
                  <a:pt x="729157" y="55959"/>
                </a:lnTo>
                <a:lnTo>
                  <a:pt x="738682" y="59514"/>
                </a:lnTo>
                <a:lnTo>
                  <a:pt x="744375" y="63103"/>
                </a:lnTo>
                <a:lnTo>
                  <a:pt x="748207" y="65844"/>
                </a:lnTo>
                <a:lnTo>
                  <a:pt x="757732" y="69396"/>
                </a:lnTo>
                <a:lnTo>
                  <a:pt x="761837" y="72628"/>
                </a:lnTo>
                <a:lnTo>
                  <a:pt x="767257" y="76570"/>
                </a:lnTo>
                <a:lnTo>
                  <a:pt x="776782" y="81558"/>
                </a:lnTo>
                <a:lnTo>
                  <a:pt x="777415" y="82153"/>
                </a:lnTo>
                <a:lnTo>
                  <a:pt x="786307" y="87599"/>
                </a:lnTo>
                <a:lnTo>
                  <a:pt x="791505" y="91678"/>
                </a:lnTo>
                <a:lnTo>
                  <a:pt x="795832" y="95262"/>
                </a:lnTo>
                <a:lnTo>
                  <a:pt x="804744" y="101203"/>
                </a:lnTo>
                <a:lnTo>
                  <a:pt x="805357" y="101798"/>
                </a:lnTo>
                <a:lnTo>
                  <a:pt x="814882" y="108143"/>
                </a:lnTo>
                <a:lnTo>
                  <a:pt x="817728" y="110728"/>
                </a:lnTo>
                <a:lnTo>
                  <a:pt x="824407" y="116092"/>
                </a:lnTo>
                <a:lnTo>
                  <a:pt x="828885" y="120253"/>
                </a:lnTo>
                <a:lnTo>
                  <a:pt x="833932" y="124897"/>
                </a:lnTo>
                <a:lnTo>
                  <a:pt x="839238" y="129778"/>
                </a:lnTo>
                <a:lnTo>
                  <a:pt x="843457" y="133821"/>
                </a:lnTo>
                <a:lnTo>
                  <a:pt x="849337" y="139303"/>
                </a:lnTo>
                <a:lnTo>
                  <a:pt x="852982" y="142849"/>
                </a:lnTo>
                <a:lnTo>
                  <a:pt x="858773" y="148828"/>
                </a:lnTo>
                <a:lnTo>
                  <a:pt x="862507" y="152727"/>
                </a:lnTo>
                <a:lnTo>
                  <a:pt x="867731" y="158353"/>
                </a:lnTo>
                <a:lnTo>
                  <a:pt x="872032" y="162959"/>
                </a:lnTo>
                <a:lnTo>
                  <a:pt x="876601" y="167878"/>
                </a:lnTo>
                <a:lnTo>
                  <a:pt x="881557" y="173332"/>
                </a:lnTo>
                <a:lnTo>
                  <a:pt x="885256" y="177403"/>
                </a:lnTo>
                <a:lnTo>
                  <a:pt x="891082" y="185720"/>
                </a:lnTo>
                <a:lnTo>
                  <a:pt x="892232" y="186928"/>
                </a:lnTo>
                <a:lnTo>
                  <a:pt x="897968" y="196453"/>
                </a:lnTo>
                <a:lnTo>
                  <a:pt x="900607" y="199396"/>
                </a:lnTo>
                <a:lnTo>
                  <a:pt x="905552" y="205978"/>
                </a:lnTo>
                <a:lnTo>
                  <a:pt x="910132" y="212719"/>
                </a:lnTo>
                <a:lnTo>
                  <a:pt x="912471" y="215503"/>
                </a:lnTo>
                <a:lnTo>
                  <a:pt x="916491" y="225028"/>
                </a:lnTo>
                <a:lnTo>
                  <a:pt x="919657" y="229115"/>
                </a:lnTo>
                <a:lnTo>
                  <a:pt x="923527" y="234553"/>
                </a:lnTo>
                <a:lnTo>
                  <a:pt x="927442" y="244078"/>
                </a:lnTo>
                <a:lnTo>
                  <a:pt x="929182" y="246379"/>
                </a:lnTo>
                <a:lnTo>
                  <a:pt x="933147" y="253603"/>
                </a:lnTo>
                <a:lnTo>
                  <a:pt x="935892" y="263128"/>
                </a:lnTo>
                <a:lnTo>
                  <a:pt x="938707" y="267678"/>
                </a:lnTo>
                <a:lnTo>
                  <a:pt x="941703" y="272653"/>
                </a:lnTo>
                <a:lnTo>
                  <a:pt x="944260" y="282178"/>
                </a:lnTo>
                <a:lnTo>
                  <a:pt x="947637" y="291703"/>
                </a:lnTo>
                <a:lnTo>
                  <a:pt x="948232" y="292728"/>
                </a:lnTo>
                <a:lnTo>
                  <a:pt x="951624" y="301228"/>
                </a:lnTo>
                <a:lnTo>
                  <a:pt x="953475" y="310753"/>
                </a:lnTo>
                <a:lnTo>
                  <a:pt x="955870" y="320278"/>
                </a:lnTo>
                <a:lnTo>
                  <a:pt x="957757" y="326279"/>
                </a:lnTo>
                <a:lnTo>
                  <a:pt x="958964" y="329803"/>
                </a:lnTo>
                <a:lnTo>
                  <a:pt x="960990" y="339328"/>
                </a:lnTo>
                <a:lnTo>
                  <a:pt x="962220" y="348853"/>
                </a:lnTo>
                <a:lnTo>
                  <a:pt x="963131" y="358378"/>
                </a:lnTo>
                <a:lnTo>
                  <a:pt x="963710" y="367903"/>
                </a:lnTo>
                <a:lnTo>
                  <a:pt x="964183" y="377428"/>
                </a:lnTo>
                <a:lnTo>
                  <a:pt x="964777" y="386953"/>
                </a:lnTo>
                <a:lnTo>
                  <a:pt x="965493" y="396478"/>
                </a:lnTo>
                <a:lnTo>
                  <a:pt x="965348" y="406003"/>
                </a:lnTo>
                <a:lnTo>
                  <a:pt x="964658" y="415528"/>
                </a:lnTo>
                <a:lnTo>
                  <a:pt x="964083" y="425053"/>
                </a:lnTo>
                <a:lnTo>
                  <a:pt x="963624" y="434578"/>
                </a:lnTo>
                <a:lnTo>
                  <a:pt x="963015" y="444103"/>
                </a:lnTo>
                <a:lnTo>
                  <a:pt x="962070" y="453628"/>
                </a:lnTo>
                <a:lnTo>
                  <a:pt x="960718" y="463153"/>
                </a:lnTo>
                <a:lnTo>
                  <a:pt x="958482" y="472678"/>
                </a:lnTo>
                <a:lnTo>
                  <a:pt x="957757" y="474639"/>
                </a:lnTo>
                <a:lnTo>
                  <a:pt x="955461" y="482203"/>
                </a:lnTo>
                <a:lnTo>
                  <a:pt x="953240" y="491728"/>
                </a:lnTo>
                <a:lnTo>
                  <a:pt x="951228" y="501253"/>
                </a:lnTo>
                <a:lnTo>
                  <a:pt x="948232" y="508306"/>
                </a:lnTo>
                <a:lnTo>
                  <a:pt x="946913" y="510778"/>
                </a:lnTo>
                <a:lnTo>
                  <a:pt x="943959" y="520303"/>
                </a:lnTo>
                <a:lnTo>
                  <a:pt x="941046" y="529828"/>
                </a:lnTo>
                <a:lnTo>
                  <a:pt x="938707" y="533357"/>
                </a:lnTo>
                <a:lnTo>
                  <a:pt x="935316" y="539353"/>
                </a:lnTo>
                <a:lnTo>
                  <a:pt x="932725" y="548878"/>
                </a:lnTo>
                <a:lnTo>
                  <a:pt x="929182" y="554773"/>
                </a:lnTo>
                <a:lnTo>
                  <a:pt x="926637" y="558403"/>
                </a:lnTo>
                <a:lnTo>
                  <a:pt x="922757" y="567928"/>
                </a:lnTo>
                <a:lnTo>
                  <a:pt x="919657" y="572025"/>
                </a:lnTo>
                <a:lnTo>
                  <a:pt x="915889" y="577453"/>
                </a:lnTo>
                <a:lnTo>
                  <a:pt x="911339" y="586978"/>
                </a:lnTo>
                <a:lnTo>
                  <a:pt x="910132" y="588323"/>
                </a:lnTo>
                <a:lnTo>
                  <a:pt x="904931" y="596503"/>
                </a:lnTo>
                <a:lnTo>
                  <a:pt x="900607" y="601934"/>
                </a:lnTo>
                <a:lnTo>
                  <a:pt x="897146" y="606028"/>
                </a:lnTo>
                <a:lnTo>
                  <a:pt x="891082" y="614873"/>
                </a:lnTo>
                <a:lnTo>
                  <a:pt x="890422" y="615553"/>
                </a:lnTo>
                <a:lnTo>
                  <a:pt x="884367" y="625078"/>
                </a:lnTo>
                <a:lnTo>
                  <a:pt x="881557" y="628055"/>
                </a:lnTo>
                <a:lnTo>
                  <a:pt x="875767" y="634603"/>
                </a:lnTo>
                <a:lnTo>
                  <a:pt x="872032" y="638567"/>
                </a:lnTo>
                <a:lnTo>
                  <a:pt x="866954" y="644128"/>
                </a:lnTo>
                <a:lnTo>
                  <a:pt x="862507" y="648814"/>
                </a:lnTo>
                <a:lnTo>
                  <a:pt x="857891" y="653653"/>
                </a:lnTo>
                <a:lnTo>
                  <a:pt x="852982" y="658639"/>
                </a:lnTo>
                <a:lnTo>
                  <a:pt x="848297" y="663178"/>
                </a:lnTo>
                <a:lnTo>
                  <a:pt x="843457" y="667771"/>
                </a:lnTo>
                <a:lnTo>
                  <a:pt x="838231" y="672703"/>
                </a:lnTo>
                <a:lnTo>
                  <a:pt x="833932" y="676740"/>
                </a:lnTo>
                <a:lnTo>
                  <a:pt x="827755" y="682228"/>
                </a:lnTo>
                <a:lnTo>
                  <a:pt x="824407" y="685412"/>
                </a:lnTo>
                <a:lnTo>
                  <a:pt x="816073" y="691753"/>
                </a:lnTo>
                <a:lnTo>
                  <a:pt x="814882" y="692903"/>
                </a:lnTo>
                <a:lnTo>
                  <a:pt x="805357" y="698447"/>
                </a:lnTo>
                <a:lnTo>
                  <a:pt x="802212" y="701278"/>
                </a:lnTo>
                <a:lnTo>
                  <a:pt x="795832" y="706271"/>
                </a:lnTo>
                <a:lnTo>
                  <a:pt x="789894" y="710803"/>
                </a:lnTo>
                <a:lnTo>
                  <a:pt x="786307" y="713850"/>
                </a:lnTo>
                <a:lnTo>
                  <a:pt x="776782" y="718346"/>
                </a:lnTo>
                <a:lnTo>
                  <a:pt x="774470" y="720328"/>
                </a:lnTo>
                <a:lnTo>
                  <a:pt x="767257" y="724958"/>
                </a:lnTo>
                <a:lnTo>
                  <a:pt x="759518" y="729853"/>
                </a:lnTo>
                <a:lnTo>
                  <a:pt x="757732" y="731441"/>
                </a:lnTo>
                <a:lnTo>
                  <a:pt x="748207" y="735684"/>
                </a:lnTo>
                <a:lnTo>
                  <a:pt x="742427" y="739378"/>
                </a:lnTo>
                <a:lnTo>
                  <a:pt x="738682" y="742119"/>
                </a:lnTo>
                <a:lnTo>
                  <a:pt x="729157" y="745256"/>
                </a:lnTo>
                <a:lnTo>
                  <a:pt x="723406" y="748903"/>
                </a:lnTo>
                <a:lnTo>
                  <a:pt x="719632" y="751644"/>
                </a:lnTo>
                <a:lnTo>
                  <a:pt x="710107" y="754614"/>
                </a:lnTo>
                <a:lnTo>
                  <a:pt x="702790" y="758428"/>
                </a:lnTo>
                <a:lnTo>
                  <a:pt x="700582" y="760016"/>
                </a:lnTo>
                <a:lnTo>
                  <a:pt x="691057" y="762965"/>
                </a:lnTo>
                <a:lnTo>
                  <a:pt x="681532" y="765657"/>
                </a:lnTo>
                <a:lnTo>
                  <a:pt x="677675" y="767953"/>
                </a:lnTo>
                <a:lnTo>
                  <a:pt x="672007" y="770984"/>
                </a:lnTo>
                <a:lnTo>
                  <a:pt x="662482" y="773112"/>
                </a:lnTo>
                <a:lnTo>
                  <a:pt x="652957" y="775891"/>
                </a:lnTo>
                <a:lnTo>
                  <a:pt x="649803" y="777478"/>
                </a:lnTo>
                <a:lnTo>
                  <a:pt x="643432" y="780219"/>
                </a:lnTo>
                <a:lnTo>
                  <a:pt x="633907" y="782141"/>
                </a:lnTo>
                <a:lnTo>
                  <a:pt x="624382" y="783771"/>
                </a:lnTo>
                <a:lnTo>
                  <a:pt x="614857" y="786278"/>
                </a:lnTo>
                <a:lnTo>
                  <a:pt x="613071" y="787003"/>
                </a:lnTo>
                <a:lnTo>
                  <a:pt x="605332" y="789508"/>
                </a:lnTo>
                <a:lnTo>
                  <a:pt x="595807" y="791178"/>
                </a:lnTo>
                <a:lnTo>
                  <a:pt x="586282" y="792306"/>
                </a:lnTo>
                <a:lnTo>
                  <a:pt x="576757" y="793676"/>
                </a:lnTo>
                <a:lnTo>
                  <a:pt x="567232" y="795099"/>
                </a:lnTo>
                <a:lnTo>
                  <a:pt x="560738" y="796528"/>
                </a:lnTo>
                <a:lnTo>
                  <a:pt x="557707" y="797253"/>
                </a:lnTo>
                <a:lnTo>
                  <a:pt x="548182" y="798909"/>
                </a:lnTo>
                <a:lnTo>
                  <a:pt x="538657" y="800041"/>
                </a:lnTo>
                <a:lnTo>
                  <a:pt x="529132" y="800703"/>
                </a:lnTo>
                <a:lnTo>
                  <a:pt x="519607" y="800950"/>
                </a:lnTo>
                <a:lnTo>
                  <a:pt x="510082" y="801215"/>
                </a:lnTo>
                <a:lnTo>
                  <a:pt x="500557" y="801367"/>
                </a:lnTo>
                <a:lnTo>
                  <a:pt x="491032" y="801631"/>
                </a:lnTo>
                <a:lnTo>
                  <a:pt x="481507" y="801652"/>
                </a:lnTo>
                <a:lnTo>
                  <a:pt x="471982" y="801609"/>
                </a:lnTo>
                <a:lnTo>
                  <a:pt x="462457" y="801291"/>
                </a:lnTo>
                <a:lnTo>
                  <a:pt x="452932" y="801136"/>
                </a:lnTo>
                <a:lnTo>
                  <a:pt x="443407" y="800950"/>
                </a:lnTo>
                <a:lnTo>
                  <a:pt x="433882" y="800533"/>
                </a:lnTo>
                <a:lnTo>
                  <a:pt x="424357" y="799793"/>
                </a:lnTo>
                <a:lnTo>
                  <a:pt x="414832" y="798510"/>
                </a:lnTo>
                <a:lnTo>
                  <a:pt x="405307" y="796565"/>
                </a:lnTo>
                <a:lnTo>
                  <a:pt x="405158" y="796528"/>
                </a:lnTo>
                <a:lnTo>
                  <a:pt x="395782" y="794641"/>
                </a:lnTo>
                <a:lnTo>
                  <a:pt x="386257" y="793296"/>
                </a:lnTo>
                <a:lnTo>
                  <a:pt x="376732" y="791984"/>
                </a:lnTo>
                <a:lnTo>
                  <a:pt x="367207" y="790772"/>
                </a:lnTo>
                <a:lnTo>
                  <a:pt x="357682" y="788793"/>
                </a:lnTo>
                <a:lnTo>
                  <a:pt x="352573" y="787003"/>
                </a:lnTo>
                <a:lnTo>
                  <a:pt x="348157" y="785416"/>
                </a:lnTo>
                <a:lnTo>
                  <a:pt x="338632" y="783234"/>
                </a:lnTo>
                <a:lnTo>
                  <a:pt x="329107" y="781407"/>
                </a:lnTo>
                <a:lnTo>
                  <a:pt x="319582" y="778073"/>
                </a:lnTo>
                <a:lnTo>
                  <a:pt x="318517" y="777478"/>
                </a:lnTo>
                <a:lnTo>
                  <a:pt x="310057" y="774181"/>
                </a:lnTo>
                <a:lnTo>
                  <a:pt x="300532" y="772496"/>
                </a:lnTo>
                <a:lnTo>
                  <a:pt x="291007" y="769888"/>
                </a:lnTo>
                <a:lnTo>
                  <a:pt x="287972" y="767953"/>
                </a:lnTo>
                <a:lnTo>
                  <a:pt x="281482" y="764593"/>
                </a:lnTo>
                <a:lnTo>
                  <a:pt x="271957" y="762114"/>
                </a:lnTo>
                <a:lnTo>
                  <a:pt x="264724" y="758428"/>
                </a:lnTo>
                <a:lnTo>
                  <a:pt x="262432" y="756841"/>
                </a:lnTo>
                <a:lnTo>
                  <a:pt x="252907" y="753666"/>
                </a:lnTo>
                <a:lnTo>
                  <a:pt x="243382" y="748940"/>
                </a:lnTo>
                <a:lnTo>
                  <a:pt x="243339" y="748903"/>
                </a:lnTo>
                <a:lnTo>
                  <a:pt x="233857" y="744227"/>
                </a:lnTo>
                <a:lnTo>
                  <a:pt x="225001" y="739378"/>
                </a:lnTo>
                <a:lnTo>
                  <a:pt x="224332" y="738783"/>
                </a:lnTo>
                <a:lnTo>
                  <a:pt x="214807" y="734574"/>
                </a:lnTo>
                <a:lnTo>
                  <a:pt x="206689" y="729853"/>
                </a:lnTo>
                <a:lnTo>
                  <a:pt x="205282" y="728590"/>
                </a:lnTo>
                <a:lnTo>
                  <a:pt x="195757" y="723785"/>
                </a:lnTo>
                <a:lnTo>
                  <a:pt x="191277" y="720328"/>
                </a:lnTo>
                <a:lnTo>
                  <a:pt x="186232" y="716569"/>
                </a:lnTo>
                <a:lnTo>
                  <a:pt x="176707" y="711654"/>
                </a:lnTo>
                <a:lnTo>
                  <a:pt x="175812" y="710803"/>
                </a:lnTo>
                <a:lnTo>
                  <a:pt x="167182" y="704825"/>
                </a:lnTo>
                <a:lnTo>
                  <a:pt x="163152" y="701278"/>
                </a:lnTo>
                <a:lnTo>
                  <a:pt x="157657" y="696813"/>
                </a:lnTo>
                <a:lnTo>
                  <a:pt x="151079" y="691753"/>
                </a:lnTo>
                <a:lnTo>
                  <a:pt x="148132" y="689074"/>
                </a:lnTo>
                <a:lnTo>
                  <a:pt x="138607" y="682483"/>
                </a:lnTo>
                <a:lnTo>
                  <a:pt x="138353" y="682228"/>
                </a:lnTo>
                <a:lnTo>
                  <a:pt x="129082" y="674238"/>
                </a:lnTo>
                <a:lnTo>
                  <a:pt x="127516" y="672703"/>
                </a:lnTo>
                <a:lnTo>
                  <a:pt x="119557" y="665559"/>
                </a:lnTo>
                <a:lnTo>
                  <a:pt x="117132" y="663178"/>
                </a:lnTo>
                <a:lnTo>
                  <a:pt x="110032" y="656677"/>
                </a:lnTo>
                <a:lnTo>
                  <a:pt x="107009" y="653653"/>
                </a:lnTo>
                <a:lnTo>
                  <a:pt x="100507" y="646138"/>
                </a:lnTo>
                <a:lnTo>
                  <a:pt x="98560" y="644128"/>
                </a:lnTo>
                <a:lnTo>
                  <a:pt x="90982" y="635460"/>
                </a:lnTo>
                <a:lnTo>
                  <a:pt x="90132" y="634603"/>
                </a:lnTo>
                <a:lnTo>
                  <a:pt x="82607" y="625078"/>
                </a:lnTo>
                <a:lnTo>
                  <a:pt x="81457" y="623879"/>
                </a:lnTo>
                <a:lnTo>
                  <a:pt x="75612" y="615553"/>
                </a:lnTo>
                <a:lnTo>
                  <a:pt x="71932" y="611164"/>
                </a:lnTo>
                <a:lnTo>
                  <a:pt x="67774" y="606028"/>
                </a:lnTo>
                <a:lnTo>
                  <a:pt x="62407" y="598790"/>
                </a:lnTo>
                <a:lnTo>
                  <a:pt x="60287" y="596503"/>
                </a:lnTo>
                <a:lnTo>
                  <a:pt x="55623" y="586978"/>
                </a:lnTo>
                <a:lnTo>
                  <a:pt x="52882" y="583499"/>
                </a:lnTo>
                <a:lnTo>
                  <a:pt x="48842" y="577453"/>
                </a:lnTo>
                <a:lnTo>
                  <a:pt x="44018" y="567928"/>
                </a:lnTo>
                <a:lnTo>
                  <a:pt x="43357" y="567192"/>
                </a:lnTo>
                <a:lnTo>
                  <a:pt x="38421" y="558403"/>
                </a:lnTo>
                <a:lnTo>
                  <a:pt x="33832" y="549012"/>
                </a:lnTo>
                <a:lnTo>
                  <a:pt x="33722" y="548878"/>
                </a:lnTo>
                <a:lnTo>
                  <a:pt x="29408" y="539353"/>
                </a:lnTo>
                <a:lnTo>
                  <a:pt x="26047" y="529828"/>
                </a:lnTo>
                <a:lnTo>
                  <a:pt x="24307" y="527338"/>
                </a:lnTo>
                <a:lnTo>
                  <a:pt x="20621" y="520303"/>
                </a:lnTo>
                <a:lnTo>
                  <a:pt x="18787" y="510778"/>
                </a:lnTo>
                <a:lnTo>
                  <a:pt x="15570" y="501253"/>
                </a:lnTo>
                <a:lnTo>
                  <a:pt x="14782" y="499867"/>
                </a:lnTo>
                <a:lnTo>
                  <a:pt x="11485" y="491728"/>
                </a:lnTo>
                <a:lnTo>
                  <a:pt x="9715" y="482203"/>
                </a:lnTo>
                <a:lnTo>
                  <a:pt x="8323" y="472678"/>
                </a:lnTo>
                <a:lnTo>
                  <a:pt x="6169" y="463153"/>
                </a:lnTo>
                <a:lnTo>
                  <a:pt x="5257" y="460417"/>
                </a:lnTo>
                <a:lnTo>
                  <a:pt x="3275" y="453628"/>
                </a:lnTo>
                <a:lnTo>
                  <a:pt x="1599" y="444103"/>
                </a:lnTo>
                <a:lnTo>
                  <a:pt x="967" y="434578"/>
                </a:lnTo>
                <a:lnTo>
                  <a:pt x="649" y="425053"/>
                </a:lnTo>
                <a:lnTo>
                  <a:pt x="380" y="415528"/>
                </a:lnTo>
                <a:lnTo>
                  <a:pt x="45" y="406003"/>
                </a:lnTo>
                <a:lnTo>
                  <a:pt x="0" y="396478"/>
                </a:lnTo>
                <a:lnTo>
                  <a:pt x="300" y="386953"/>
                </a:lnTo>
                <a:lnTo>
                  <a:pt x="610" y="377428"/>
                </a:lnTo>
                <a:lnTo>
                  <a:pt x="900" y="367903"/>
                </a:lnTo>
                <a:lnTo>
                  <a:pt x="1461" y="358378"/>
                </a:lnTo>
                <a:lnTo>
                  <a:pt x="2918" y="348853"/>
                </a:lnTo>
                <a:lnTo>
                  <a:pt x="5257" y="340443"/>
                </a:lnTo>
                <a:lnTo>
                  <a:pt x="5651" y="339328"/>
                </a:lnTo>
                <a:lnTo>
                  <a:pt x="8035" y="329803"/>
                </a:lnTo>
                <a:lnTo>
                  <a:pt x="9521" y="320278"/>
                </a:lnTo>
                <a:lnTo>
                  <a:pt x="11153" y="310753"/>
                </a:lnTo>
                <a:lnTo>
                  <a:pt x="14782" y="301288"/>
                </a:lnTo>
                <a:lnTo>
                  <a:pt x="14820" y="301228"/>
                </a:lnTo>
                <a:lnTo>
                  <a:pt x="18440" y="291703"/>
                </a:lnTo>
                <a:lnTo>
                  <a:pt x="20302" y="282178"/>
                </a:lnTo>
                <a:lnTo>
                  <a:pt x="24307" y="273787"/>
                </a:lnTo>
                <a:lnTo>
                  <a:pt x="25158" y="272653"/>
                </a:lnTo>
                <a:lnTo>
                  <a:pt x="29070" y="263128"/>
                </a:lnTo>
                <a:lnTo>
                  <a:pt x="32683" y="253603"/>
                </a:lnTo>
                <a:lnTo>
                  <a:pt x="33832" y="252115"/>
                </a:lnTo>
                <a:lnTo>
                  <a:pt x="37999" y="244078"/>
                </a:lnTo>
                <a:lnTo>
                  <a:pt x="42569" y="234553"/>
                </a:lnTo>
                <a:lnTo>
                  <a:pt x="43357" y="233684"/>
                </a:lnTo>
                <a:lnTo>
                  <a:pt x="48383" y="225028"/>
                </a:lnTo>
                <a:lnTo>
                  <a:pt x="52882" y="217575"/>
                </a:lnTo>
                <a:lnTo>
                  <a:pt x="54622" y="215503"/>
                </a:lnTo>
                <a:lnTo>
                  <a:pt x="59241" y="205978"/>
                </a:lnTo>
                <a:lnTo>
                  <a:pt x="62407" y="202413"/>
                </a:lnTo>
                <a:lnTo>
                  <a:pt x="67170" y="196453"/>
                </a:lnTo>
                <a:lnTo>
                  <a:pt x="71932" y="190193"/>
                </a:lnTo>
                <a:lnTo>
                  <a:pt x="74800" y="186928"/>
                </a:lnTo>
                <a:lnTo>
                  <a:pt x="80607" y="177403"/>
                </a:lnTo>
                <a:lnTo>
                  <a:pt x="81457" y="176540"/>
                </a:lnTo>
                <a:lnTo>
                  <a:pt x="88531" y="167878"/>
                </a:lnTo>
                <a:lnTo>
                  <a:pt x="90982" y="165367"/>
                </a:lnTo>
                <a:lnTo>
                  <a:pt x="97376" y="158353"/>
                </a:lnTo>
                <a:lnTo>
                  <a:pt x="100507" y="155039"/>
                </a:lnTo>
                <a:lnTo>
                  <a:pt x="106010" y="148828"/>
                </a:lnTo>
                <a:lnTo>
                  <a:pt x="110032" y="144764"/>
                </a:lnTo>
                <a:lnTo>
                  <a:pt x="115859" y="139303"/>
                </a:lnTo>
                <a:lnTo>
                  <a:pt x="119557" y="135744"/>
                </a:lnTo>
                <a:lnTo>
                  <a:pt x="126047" y="129778"/>
                </a:lnTo>
                <a:lnTo>
                  <a:pt x="129082" y="126829"/>
                </a:lnTo>
                <a:lnTo>
                  <a:pt x="136361" y="120253"/>
                </a:lnTo>
                <a:lnTo>
                  <a:pt x="138607" y="118075"/>
                </a:lnTo>
                <a:lnTo>
                  <a:pt x="148132" y="111820"/>
                </a:lnTo>
                <a:lnTo>
                  <a:pt x="149271" y="110728"/>
                </a:lnTo>
                <a:lnTo>
                  <a:pt x="157657" y="104824"/>
                </a:lnTo>
                <a:lnTo>
                  <a:pt x="161831" y="101203"/>
                </a:lnTo>
                <a:lnTo>
                  <a:pt x="167182" y="96722"/>
                </a:lnTo>
                <a:lnTo>
                  <a:pt x="173704" y="91678"/>
                </a:lnTo>
                <a:lnTo>
                  <a:pt x="176707" y="89014"/>
                </a:lnTo>
                <a:lnTo>
                  <a:pt x="186232" y="84855"/>
                </a:lnTo>
                <a:lnTo>
                  <a:pt x="189482" y="82153"/>
                </a:lnTo>
                <a:lnTo>
                  <a:pt x="195757" y="77834"/>
                </a:lnTo>
                <a:lnTo>
                  <a:pt x="204640" y="72628"/>
                </a:lnTo>
                <a:lnTo>
                  <a:pt x="205282" y="72033"/>
                </a:lnTo>
                <a:lnTo>
                  <a:pt x="214807" y="66981"/>
                </a:lnTo>
                <a:lnTo>
                  <a:pt x="221271" y="63103"/>
                </a:lnTo>
                <a:lnTo>
                  <a:pt x="224332" y="60807"/>
                </a:lnTo>
                <a:lnTo>
                  <a:pt x="233857" y="57438"/>
                </a:lnTo>
                <a:lnTo>
                  <a:pt x="240644" y="53578"/>
                </a:lnTo>
                <a:lnTo>
                  <a:pt x="243382" y="51550"/>
                </a:lnTo>
                <a:lnTo>
                  <a:pt x="252907" y="47958"/>
                </a:lnTo>
                <a:lnTo>
                  <a:pt x="260830" y="44053"/>
                </a:lnTo>
                <a:lnTo>
                  <a:pt x="262432" y="42904"/>
                </a:lnTo>
                <a:lnTo>
                  <a:pt x="271957" y="39477"/>
                </a:lnTo>
                <a:lnTo>
                  <a:pt x="281482" y="36557"/>
                </a:lnTo>
                <a:lnTo>
                  <a:pt x="284704" y="34528"/>
                </a:lnTo>
                <a:lnTo>
                  <a:pt x="291007" y="31231"/>
                </a:lnTo>
                <a:lnTo>
                  <a:pt x="300532" y="29335"/>
                </a:lnTo>
                <a:lnTo>
                  <a:pt x="310057" y="26985"/>
                </a:lnTo>
                <a:lnTo>
                  <a:pt x="314256" y="25003"/>
                </a:lnTo>
                <a:lnTo>
                  <a:pt x="319582" y="22622"/>
                </a:lnTo>
                <a:lnTo>
                  <a:pt x="329107" y="20220"/>
                </a:lnTo>
                <a:lnTo>
                  <a:pt x="338632" y="18063"/>
                </a:lnTo>
                <a:lnTo>
                  <a:pt x="346433" y="15478"/>
                </a:lnTo>
                <a:lnTo>
                  <a:pt x="348157" y="14753"/>
                </a:lnTo>
                <a:lnTo>
                  <a:pt x="357682" y="12278"/>
                </a:lnTo>
                <a:lnTo>
                  <a:pt x="367207" y="10894"/>
                </a:lnTo>
                <a:lnTo>
                  <a:pt x="376732" y="9667"/>
                </a:lnTo>
                <a:lnTo>
                  <a:pt x="386257" y="7792"/>
                </a:lnTo>
                <a:lnTo>
                  <a:pt x="394802" y="5953"/>
                </a:lnTo>
                <a:close/>
              </a:path>
            </a:pathLst>
          </a:custGeom>
          <a:solidFill xmlns:a="http://schemas.openxmlformats.org/drawingml/2006/main">
            <a:srgbClr val="888888"/>
          </a:solidFill>
          <a:ln xmlns:a="http://schemas.openxmlformats.org/drawingml/2006/main" w="0">
            <a:noFill/>
            <a:prstDash val="solid"/>
          </a:ln>
        </p:spPr>
      </p:sp>
      <p:sp>
        <p:nvSpPr>
          <p:cNvPr id="2" name="deep-skill-chaining-source-component-0-gradient-144-0">
            <a:extLst xmlns:a="http://schemas.openxmlformats.org/drawingml/2006/main">
              <a:ext uri="{FF2B5EF4-FFF2-40B4-BE49-F238E27FC236}">
                <a16:creationId xmlns:a16="http://schemas.microsoft.com/office/drawing/2014/main" id="{C366FD57-A7D5-4ACC-B525-7BE7B46B3D3B}"/>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09090"/>
          </a:solidFill>
          <a:ln xmlns:a="http://schemas.openxmlformats.org/drawingml/2006/main" w="0">
            <a:noFill/>
            <a:prstDash val="solid"/>
          </a:ln>
        </p:spPr>
      </p:sp>
      <p:sp>
        <p:nvSpPr>
          <p:cNvPr id="3" name="deep-skill-chaining-source-component-0-gradient-146-0">
            <a:extLst xmlns:a="http://schemas.openxmlformats.org/drawingml/2006/main">
              <a:ext uri="{FF2B5EF4-FFF2-40B4-BE49-F238E27FC236}">
                <a16:creationId xmlns:a16="http://schemas.microsoft.com/office/drawing/2014/main" id="{B9893A02-BF02-47EF-A5D9-A30146BD0784}"/>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29292"/>
          </a:solidFill>
          <a:ln xmlns:a="http://schemas.openxmlformats.org/drawingml/2006/main" w="0">
            <a:noFill/>
            <a:prstDash val="solid"/>
          </a:ln>
        </p:spPr>
      </p:sp>
      <p:sp>
        <p:nvSpPr>
          <p:cNvPr id="4" name="deep-skill-chaining-source-component-0-gradient-148-0">
            <a:extLst xmlns:a="http://schemas.openxmlformats.org/drawingml/2006/main">
              <a:ext uri="{FF2B5EF4-FFF2-40B4-BE49-F238E27FC236}">
                <a16:creationId xmlns:a16="http://schemas.microsoft.com/office/drawing/2014/main" id="{CEE38585-5522-4421-82B7-3187FB985418}"/>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49494"/>
          </a:solidFill>
          <a:ln xmlns:a="http://schemas.openxmlformats.org/drawingml/2006/main" w="0">
            <a:noFill/>
            <a:prstDash val="solid"/>
          </a:ln>
        </p:spPr>
      </p:sp>
      <p:sp>
        <p:nvSpPr>
          <p:cNvPr id="5" name="deep-skill-chaining-source-component-0-gradient-150-0">
            <a:extLst xmlns:a="http://schemas.openxmlformats.org/drawingml/2006/main">
              <a:ext uri="{FF2B5EF4-FFF2-40B4-BE49-F238E27FC236}">
                <a16:creationId xmlns:a16="http://schemas.microsoft.com/office/drawing/2014/main" id="{C56E1E7D-04EF-43F6-8A95-8BF6B34D757F}"/>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69696"/>
          </a:solidFill>
          <a:ln xmlns:a="http://schemas.openxmlformats.org/drawingml/2006/main" w="0">
            <a:noFill/>
            <a:prstDash val="solid"/>
          </a:ln>
        </p:spPr>
      </p:sp>
      <p:sp>
        <p:nvSpPr>
          <p:cNvPr id="6" name="deep-skill-chaining-source-component-0-gradient-152-0">
            <a:extLst xmlns:a="http://schemas.openxmlformats.org/drawingml/2006/main">
              <a:ext uri="{FF2B5EF4-FFF2-40B4-BE49-F238E27FC236}">
                <a16:creationId xmlns:a16="http://schemas.microsoft.com/office/drawing/2014/main" id="{6753AF78-1D2E-4B3B-9F33-6DF54CB51BFD}"/>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89898"/>
          </a:solidFill>
          <a:ln xmlns:a="http://schemas.openxmlformats.org/drawingml/2006/main" w="0">
            <a:noFill/>
            <a:prstDash val="solid"/>
          </a:ln>
        </p:spPr>
      </p:sp>
      <p:sp>
        <p:nvSpPr>
          <p:cNvPr id="7" name="deep-skill-chaining-source-component-0-gradient-154-0">
            <a:extLst xmlns:a="http://schemas.openxmlformats.org/drawingml/2006/main">
              <a:ext uri="{FF2B5EF4-FFF2-40B4-BE49-F238E27FC236}">
                <a16:creationId xmlns:a16="http://schemas.microsoft.com/office/drawing/2014/main" id="{5E7B722B-19AF-45C2-AA4C-EDDC0B4FA03B}"/>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A9A9A"/>
          </a:solidFill>
          <a:ln xmlns:a="http://schemas.openxmlformats.org/drawingml/2006/main" w="0">
            <a:noFill/>
            <a:prstDash val="solid"/>
          </a:ln>
        </p:spPr>
      </p:sp>
      <p:sp>
        <p:nvSpPr>
          <p:cNvPr id="8" name="deep-skill-chaining-source-component-0-gradient-156-0">
            <a:extLst xmlns:a="http://schemas.openxmlformats.org/drawingml/2006/main">
              <a:ext uri="{FF2B5EF4-FFF2-40B4-BE49-F238E27FC236}">
                <a16:creationId xmlns:a16="http://schemas.microsoft.com/office/drawing/2014/main" id="{2EF49984-78C4-4ADA-8EF2-AA73413B55FA}"/>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C9C9C"/>
          </a:solidFill>
          <a:ln xmlns:a="http://schemas.openxmlformats.org/drawingml/2006/main" w="0">
            <a:noFill/>
            <a:prstDash val="solid"/>
          </a:ln>
        </p:spPr>
      </p:sp>
      <p:sp>
        <p:nvSpPr>
          <p:cNvPr id="9" name="deep-skill-chaining-source-component-0-gradient-158-0">
            <a:extLst xmlns:a="http://schemas.openxmlformats.org/drawingml/2006/main">
              <a:ext uri="{FF2B5EF4-FFF2-40B4-BE49-F238E27FC236}">
                <a16:creationId xmlns:a16="http://schemas.microsoft.com/office/drawing/2014/main" id="{B14BA052-8802-4BA0-A5BE-28835EF21D59}"/>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9E9E9E"/>
          </a:solidFill>
          <a:ln xmlns:a="http://schemas.openxmlformats.org/drawingml/2006/main" w="0">
            <a:noFill/>
            <a:prstDash val="solid"/>
          </a:ln>
        </p:spPr>
      </p:sp>
      <p:sp>
        <p:nvSpPr>
          <p:cNvPr id="10" name="deep-skill-chaining-source-component-0-gradient-160-0">
            <a:extLst xmlns:a="http://schemas.openxmlformats.org/drawingml/2006/main">
              <a:ext uri="{FF2B5EF4-FFF2-40B4-BE49-F238E27FC236}">
                <a16:creationId xmlns:a16="http://schemas.microsoft.com/office/drawing/2014/main" id="{9FD360B9-522F-4864-8958-EDDAC2100F9C}"/>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0A0A0"/>
          </a:solidFill>
          <a:ln xmlns:a="http://schemas.openxmlformats.org/drawingml/2006/main" w="0">
            <a:noFill/>
            <a:prstDash val="solid"/>
          </a:ln>
        </p:spPr>
      </p:sp>
      <p:sp>
        <p:nvSpPr>
          <p:cNvPr id="11" name="deep-skill-chaining-source-component-0-gradient-162-0">
            <a:extLst xmlns:a="http://schemas.openxmlformats.org/drawingml/2006/main">
              <a:ext uri="{FF2B5EF4-FFF2-40B4-BE49-F238E27FC236}">
                <a16:creationId xmlns:a16="http://schemas.microsoft.com/office/drawing/2014/main" id="{2B9834EE-73D1-46A4-98B3-B1A43BCFD4E2}"/>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2A2A2"/>
          </a:solidFill>
          <a:ln xmlns:a="http://schemas.openxmlformats.org/drawingml/2006/main" w="0">
            <a:noFill/>
            <a:prstDash val="solid"/>
          </a:ln>
        </p:spPr>
      </p:sp>
      <p:sp>
        <p:nvSpPr>
          <p:cNvPr id="12" name="deep-skill-chaining-source-component-0-gradient-164-0">
            <a:extLst xmlns:a="http://schemas.openxmlformats.org/drawingml/2006/main">
              <a:ext uri="{FF2B5EF4-FFF2-40B4-BE49-F238E27FC236}">
                <a16:creationId xmlns:a16="http://schemas.microsoft.com/office/drawing/2014/main" id="{3CE95495-FD5B-444E-8091-CD91C44D5F18}"/>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4A4A4"/>
          </a:solidFill>
          <a:ln xmlns:a="http://schemas.openxmlformats.org/drawingml/2006/main" w="0">
            <a:noFill/>
            <a:prstDash val="solid"/>
          </a:ln>
        </p:spPr>
      </p:sp>
      <p:sp>
        <p:nvSpPr>
          <p:cNvPr id="13" name="deep-skill-chaining-source-component-0-gradient-166-0">
            <a:extLst xmlns:a="http://schemas.openxmlformats.org/drawingml/2006/main">
              <a:ext uri="{FF2B5EF4-FFF2-40B4-BE49-F238E27FC236}">
                <a16:creationId xmlns:a16="http://schemas.microsoft.com/office/drawing/2014/main" id="{20514246-0B81-4911-8D3B-5827287710B6}"/>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6A6A6"/>
          </a:solidFill>
          <a:ln xmlns:a="http://schemas.openxmlformats.org/drawingml/2006/main" w="0">
            <a:noFill/>
            <a:prstDash val="solid"/>
          </a:ln>
        </p:spPr>
      </p:sp>
      <p:sp>
        <p:nvSpPr>
          <p:cNvPr id="14" name="deep-skill-chaining-source-component-0-gradient-168-0">
            <a:extLst xmlns:a="http://schemas.openxmlformats.org/drawingml/2006/main">
              <a:ext uri="{FF2B5EF4-FFF2-40B4-BE49-F238E27FC236}">
                <a16:creationId xmlns:a16="http://schemas.microsoft.com/office/drawing/2014/main" id="{06BF3434-71ED-4191-821C-37CB9ECA0239}"/>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8A8A8"/>
          </a:solidFill>
          <a:ln xmlns:a="http://schemas.openxmlformats.org/drawingml/2006/main" w="0">
            <a:noFill/>
            <a:prstDash val="solid"/>
          </a:ln>
        </p:spPr>
      </p:sp>
      <p:sp>
        <p:nvSpPr>
          <p:cNvPr id="15" name="deep-skill-chaining-source-component-0-gradient-170-0">
            <a:extLst xmlns:a="http://schemas.openxmlformats.org/drawingml/2006/main">
              <a:ext uri="{FF2B5EF4-FFF2-40B4-BE49-F238E27FC236}">
                <a16:creationId xmlns:a16="http://schemas.microsoft.com/office/drawing/2014/main" id="{F9D050DC-CD69-4C0C-A323-9D2FCC776D2F}"/>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AAAAA"/>
          </a:solidFill>
          <a:ln xmlns:a="http://schemas.openxmlformats.org/drawingml/2006/main" w="0">
            <a:noFill/>
            <a:prstDash val="solid"/>
          </a:ln>
        </p:spPr>
      </p:sp>
      <p:sp>
        <p:nvSpPr>
          <p:cNvPr id="16" name="deep-skill-chaining-source-component-0-gradient-172-0">
            <a:extLst xmlns:a="http://schemas.openxmlformats.org/drawingml/2006/main">
              <a:ext uri="{FF2B5EF4-FFF2-40B4-BE49-F238E27FC236}">
                <a16:creationId xmlns:a16="http://schemas.microsoft.com/office/drawing/2014/main" id="{3B73FD94-5062-484B-9334-C13C566831F2}"/>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CACAC"/>
          </a:solidFill>
          <a:ln xmlns:a="http://schemas.openxmlformats.org/drawingml/2006/main" w="0">
            <a:noFill/>
            <a:prstDash val="solid"/>
          </a:ln>
        </p:spPr>
      </p:sp>
      <p:sp>
        <p:nvSpPr>
          <p:cNvPr id="17" name="deep-skill-chaining-source-component-0-gradient-174-0">
            <a:extLst xmlns:a="http://schemas.openxmlformats.org/drawingml/2006/main">
              <a:ext uri="{FF2B5EF4-FFF2-40B4-BE49-F238E27FC236}">
                <a16:creationId xmlns:a16="http://schemas.microsoft.com/office/drawing/2014/main" id="{0875C337-08D0-45CD-9A1B-C8AA546BFE7F}"/>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AEAEAE"/>
          </a:solidFill>
          <a:ln xmlns:a="http://schemas.openxmlformats.org/drawingml/2006/main" w="0">
            <a:noFill/>
            <a:prstDash val="solid"/>
          </a:ln>
        </p:spPr>
      </p:sp>
      <p:sp>
        <p:nvSpPr>
          <p:cNvPr id="18" name="deep-skill-chaining-source-component-0-gradient-176-0">
            <a:extLst xmlns:a="http://schemas.openxmlformats.org/drawingml/2006/main">
              <a:ext uri="{FF2B5EF4-FFF2-40B4-BE49-F238E27FC236}">
                <a16:creationId xmlns:a16="http://schemas.microsoft.com/office/drawing/2014/main" id="{19B1A7DD-584A-45AA-9F08-2F92102FCE43}"/>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B0B0B0"/>
          </a:solidFill>
          <a:ln xmlns:a="http://schemas.openxmlformats.org/drawingml/2006/main" w="0">
            <a:noFill/>
            <a:prstDash val="solid"/>
          </a:ln>
        </p:spPr>
      </p:sp>
      <p:sp>
        <p:nvSpPr>
          <p:cNvPr id="19" name="deep-skill-chaining-source-component-0-gradient-178-0">
            <a:extLst xmlns:a="http://schemas.openxmlformats.org/drawingml/2006/main">
              <a:ext uri="{FF2B5EF4-FFF2-40B4-BE49-F238E27FC236}">
                <a16:creationId xmlns:a16="http://schemas.microsoft.com/office/drawing/2014/main" id="{85ABA003-0C0F-4378-B77F-44E3295DC549}"/>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B2B2B2"/>
          </a:solidFill>
          <a:ln xmlns:a="http://schemas.openxmlformats.org/drawingml/2006/main" w="0">
            <a:noFill/>
            <a:prstDash val="solid"/>
          </a:ln>
        </p:spPr>
      </p:sp>
      <p:sp>
        <p:nvSpPr>
          <p:cNvPr id="20" name="deep-skill-chaining-source-component-0-gradient-180-0">
            <a:extLst xmlns:a="http://schemas.openxmlformats.org/drawingml/2006/main">
              <a:ext uri="{FF2B5EF4-FFF2-40B4-BE49-F238E27FC236}">
                <a16:creationId xmlns:a16="http://schemas.microsoft.com/office/drawing/2014/main" id="{A0A1606C-A299-4BE0-9EFE-47365E804559}"/>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7263" y="323850"/>
                </a:lnTo>
                <a:lnTo>
                  <a:pt x="962025" y="328613"/>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B4B4B4"/>
          </a:solidFill>
          <a:ln xmlns:a="http://schemas.openxmlformats.org/drawingml/2006/main" w="0">
            <a:noFill/>
            <a:prstDash val="solid"/>
          </a:ln>
        </p:spPr>
      </p:sp>
      <p:sp>
        <p:nvSpPr>
          <p:cNvPr id="21" name="deep-skill-chaining-source-component-0-gradient-182-0">
            <a:extLst xmlns:a="http://schemas.openxmlformats.org/drawingml/2006/main">
              <a:ext uri="{FF2B5EF4-FFF2-40B4-BE49-F238E27FC236}">
                <a16:creationId xmlns:a16="http://schemas.microsoft.com/office/drawing/2014/main" id="{25600454-870A-4215-99B6-ABD8092C43BC}"/>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900113" y="200025"/>
                </a:lnTo>
                <a:lnTo>
                  <a:pt x="904875" y="204788"/>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8213" y="266700"/>
                </a:lnTo>
                <a:lnTo>
                  <a:pt x="942975" y="271463"/>
                </a:lnTo>
                <a:lnTo>
                  <a:pt x="942975" y="280988"/>
                </a:lnTo>
                <a:lnTo>
                  <a:pt x="942975" y="290513"/>
                </a:lnTo>
                <a:lnTo>
                  <a:pt x="947738" y="295275"/>
                </a:lnTo>
                <a:lnTo>
                  <a:pt x="952500" y="300038"/>
                </a:lnTo>
                <a:lnTo>
                  <a:pt x="952500" y="309563"/>
                </a:lnTo>
                <a:lnTo>
                  <a:pt x="952500" y="319088"/>
                </a:lnTo>
                <a:lnTo>
                  <a:pt x="952500" y="328613"/>
                </a:lnTo>
                <a:lnTo>
                  <a:pt x="957263" y="333375"/>
                </a:lnTo>
                <a:lnTo>
                  <a:pt x="962025" y="338138"/>
                </a:lnTo>
                <a:lnTo>
                  <a:pt x="962025" y="347663"/>
                </a:lnTo>
                <a:lnTo>
                  <a:pt x="962025" y="357188"/>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2025" y="452438"/>
                </a:lnTo>
                <a:lnTo>
                  <a:pt x="962025" y="461963"/>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4763" y="361950"/>
                </a:lnTo>
                <a:lnTo>
                  <a:pt x="9525" y="357188"/>
                </a:lnTo>
                <a:lnTo>
                  <a:pt x="4763" y="352425"/>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33338" y="247650"/>
                </a:lnTo>
                <a:lnTo>
                  <a:pt x="38100" y="242888"/>
                </a:lnTo>
                <a:lnTo>
                  <a:pt x="38100" y="233363"/>
                </a:lnTo>
                <a:lnTo>
                  <a:pt x="42863" y="228600"/>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B6B6B6"/>
          </a:solidFill>
          <a:ln xmlns:a="http://schemas.openxmlformats.org/drawingml/2006/main" w="0">
            <a:noFill/>
            <a:prstDash val="solid"/>
          </a:ln>
        </p:spPr>
      </p:sp>
      <p:sp>
        <p:nvSpPr>
          <p:cNvPr id="22" name="deep-skill-chaining-source-component-0-gradient-184-0">
            <a:extLst xmlns:a="http://schemas.openxmlformats.org/drawingml/2006/main">
              <a:ext uri="{FF2B5EF4-FFF2-40B4-BE49-F238E27FC236}">
                <a16:creationId xmlns:a16="http://schemas.microsoft.com/office/drawing/2014/main" id="{A43D2EB8-2FDE-430C-B9FA-46105090F967}"/>
              </a:ext>
            </a:extLst>
          </p:cNvPr>
          <p:cNvSpPr>
            <a:spLocks xmlns:a="http://schemas.openxmlformats.org/drawingml/2006/main" noGrp="1"/>
          </p:cNvSpPr>
          <p:nvPr/>
        </p:nvSpPr>
        <p:spPr>
          <a:xfrm xmlns:a="http://schemas.openxmlformats.org/drawingml/2006/main" rot="0">
            <a:off x="7115175" y="714375"/>
            <a:ext cx="962025" cy="800100"/>
          </a:xfrm>
          <a:custGeom xmlns:a="http://schemas.openxmlformats.org/drawingml/2006/main">
            <a:pathLst>
              <a:path w="962025" h="8001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1500" y="4763"/>
                </a:lnTo>
                <a:lnTo>
                  <a:pt x="576263" y="9525"/>
                </a:lnTo>
                <a:lnTo>
                  <a:pt x="585788" y="9525"/>
                </a:lnTo>
                <a:lnTo>
                  <a:pt x="595313" y="9525"/>
                </a:lnTo>
                <a:lnTo>
                  <a:pt x="604838" y="9525"/>
                </a:lnTo>
                <a:lnTo>
                  <a:pt x="614363" y="9525"/>
                </a:lnTo>
                <a:lnTo>
                  <a:pt x="619125" y="14288"/>
                </a:lnTo>
                <a:lnTo>
                  <a:pt x="623888" y="19050"/>
                </a:lnTo>
                <a:lnTo>
                  <a:pt x="633413" y="19050"/>
                </a:lnTo>
                <a:lnTo>
                  <a:pt x="642938" y="19050"/>
                </a:lnTo>
                <a:lnTo>
                  <a:pt x="652463" y="19050"/>
                </a:lnTo>
                <a:lnTo>
                  <a:pt x="657225" y="23813"/>
                </a:lnTo>
                <a:lnTo>
                  <a:pt x="661988" y="28575"/>
                </a:lnTo>
                <a:lnTo>
                  <a:pt x="671513" y="28575"/>
                </a:lnTo>
                <a:lnTo>
                  <a:pt x="676275" y="33338"/>
                </a:lnTo>
                <a:lnTo>
                  <a:pt x="681038" y="38100"/>
                </a:lnTo>
                <a:lnTo>
                  <a:pt x="690563" y="38100"/>
                </a:lnTo>
                <a:lnTo>
                  <a:pt x="700088" y="38100"/>
                </a:lnTo>
                <a:lnTo>
                  <a:pt x="704850" y="42863"/>
                </a:lnTo>
                <a:lnTo>
                  <a:pt x="709613" y="47625"/>
                </a:lnTo>
                <a:lnTo>
                  <a:pt x="719138" y="47625"/>
                </a:lnTo>
                <a:lnTo>
                  <a:pt x="723900" y="52388"/>
                </a:lnTo>
                <a:lnTo>
                  <a:pt x="728663" y="57150"/>
                </a:lnTo>
                <a:lnTo>
                  <a:pt x="738188" y="57150"/>
                </a:lnTo>
                <a:lnTo>
                  <a:pt x="742950" y="61913"/>
                </a:lnTo>
                <a:lnTo>
                  <a:pt x="747713" y="66675"/>
                </a:lnTo>
                <a:lnTo>
                  <a:pt x="757238" y="66675"/>
                </a:lnTo>
                <a:lnTo>
                  <a:pt x="762000" y="71438"/>
                </a:lnTo>
                <a:lnTo>
                  <a:pt x="766763" y="76200"/>
                </a:lnTo>
                <a:lnTo>
                  <a:pt x="776288" y="76200"/>
                </a:lnTo>
                <a:lnTo>
                  <a:pt x="781050" y="80963"/>
                </a:lnTo>
                <a:lnTo>
                  <a:pt x="785813" y="85725"/>
                </a:lnTo>
                <a:lnTo>
                  <a:pt x="790575" y="90488"/>
                </a:lnTo>
                <a:lnTo>
                  <a:pt x="795338" y="95250"/>
                </a:lnTo>
                <a:lnTo>
                  <a:pt x="800100" y="100013"/>
                </a:lnTo>
                <a:lnTo>
                  <a:pt x="804863" y="104775"/>
                </a:lnTo>
                <a:lnTo>
                  <a:pt x="814388" y="104775"/>
                </a:lnTo>
                <a:lnTo>
                  <a:pt x="819150" y="109538"/>
                </a:lnTo>
                <a:lnTo>
                  <a:pt x="823913" y="114300"/>
                </a:lnTo>
                <a:lnTo>
                  <a:pt x="828675" y="119063"/>
                </a:lnTo>
                <a:lnTo>
                  <a:pt x="833438" y="123825"/>
                </a:lnTo>
                <a:lnTo>
                  <a:pt x="838200" y="128588"/>
                </a:lnTo>
                <a:lnTo>
                  <a:pt x="842963" y="133350"/>
                </a:lnTo>
                <a:lnTo>
                  <a:pt x="847725" y="138113"/>
                </a:lnTo>
                <a:lnTo>
                  <a:pt x="852488" y="142875"/>
                </a:lnTo>
                <a:lnTo>
                  <a:pt x="857250" y="147638"/>
                </a:lnTo>
                <a:lnTo>
                  <a:pt x="862013" y="152400"/>
                </a:lnTo>
                <a:lnTo>
                  <a:pt x="866775" y="157163"/>
                </a:lnTo>
                <a:lnTo>
                  <a:pt x="871538" y="161925"/>
                </a:lnTo>
                <a:lnTo>
                  <a:pt x="876300" y="166688"/>
                </a:lnTo>
                <a:lnTo>
                  <a:pt x="881063" y="171450"/>
                </a:lnTo>
                <a:lnTo>
                  <a:pt x="885825" y="176213"/>
                </a:lnTo>
                <a:lnTo>
                  <a:pt x="890588" y="180975"/>
                </a:lnTo>
                <a:lnTo>
                  <a:pt x="895350" y="185738"/>
                </a:lnTo>
                <a:lnTo>
                  <a:pt x="895350" y="195263"/>
                </a:lnTo>
                <a:lnTo>
                  <a:pt x="895350" y="204788"/>
                </a:lnTo>
                <a:lnTo>
                  <a:pt x="900113" y="209550"/>
                </a:lnTo>
                <a:lnTo>
                  <a:pt x="909638" y="209550"/>
                </a:lnTo>
                <a:lnTo>
                  <a:pt x="914400" y="214313"/>
                </a:lnTo>
                <a:lnTo>
                  <a:pt x="914400" y="223838"/>
                </a:lnTo>
                <a:lnTo>
                  <a:pt x="919163" y="228600"/>
                </a:lnTo>
                <a:lnTo>
                  <a:pt x="923925" y="233363"/>
                </a:lnTo>
                <a:lnTo>
                  <a:pt x="923925" y="242888"/>
                </a:lnTo>
                <a:lnTo>
                  <a:pt x="928688" y="247650"/>
                </a:lnTo>
                <a:lnTo>
                  <a:pt x="933450" y="252413"/>
                </a:lnTo>
                <a:lnTo>
                  <a:pt x="933450" y="261938"/>
                </a:lnTo>
                <a:lnTo>
                  <a:pt x="933450" y="271463"/>
                </a:lnTo>
                <a:lnTo>
                  <a:pt x="933450" y="280988"/>
                </a:lnTo>
                <a:lnTo>
                  <a:pt x="938213" y="285750"/>
                </a:lnTo>
                <a:lnTo>
                  <a:pt x="942975" y="290513"/>
                </a:lnTo>
                <a:lnTo>
                  <a:pt x="942975" y="300038"/>
                </a:lnTo>
                <a:lnTo>
                  <a:pt x="942975" y="309563"/>
                </a:lnTo>
                <a:lnTo>
                  <a:pt x="942975" y="319088"/>
                </a:lnTo>
                <a:lnTo>
                  <a:pt x="942975" y="328613"/>
                </a:lnTo>
                <a:lnTo>
                  <a:pt x="947738" y="333375"/>
                </a:lnTo>
                <a:lnTo>
                  <a:pt x="952500" y="338138"/>
                </a:lnTo>
                <a:lnTo>
                  <a:pt x="952500" y="347663"/>
                </a:lnTo>
                <a:lnTo>
                  <a:pt x="957263" y="352425"/>
                </a:lnTo>
                <a:lnTo>
                  <a:pt x="962025" y="357188"/>
                </a:lnTo>
                <a:lnTo>
                  <a:pt x="957263" y="361950"/>
                </a:lnTo>
                <a:lnTo>
                  <a:pt x="952500" y="366713"/>
                </a:lnTo>
                <a:lnTo>
                  <a:pt x="952500" y="376238"/>
                </a:lnTo>
                <a:lnTo>
                  <a:pt x="952500" y="385763"/>
                </a:lnTo>
                <a:lnTo>
                  <a:pt x="952500" y="395288"/>
                </a:lnTo>
                <a:lnTo>
                  <a:pt x="952500" y="404813"/>
                </a:lnTo>
                <a:lnTo>
                  <a:pt x="957263" y="409575"/>
                </a:lnTo>
                <a:lnTo>
                  <a:pt x="962025" y="414338"/>
                </a:lnTo>
                <a:lnTo>
                  <a:pt x="957263" y="419100"/>
                </a:lnTo>
                <a:lnTo>
                  <a:pt x="952500" y="423863"/>
                </a:lnTo>
                <a:lnTo>
                  <a:pt x="952500" y="433388"/>
                </a:lnTo>
                <a:lnTo>
                  <a:pt x="952500" y="442913"/>
                </a:lnTo>
                <a:lnTo>
                  <a:pt x="952500" y="452438"/>
                </a:lnTo>
                <a:lnTo>
                  <a:pt x="952500" y="461963"/>
                </a:lnTo>
                <a:lnTo>
                  <a:pt x="957263" y="466725"/>
                </a:lnTo>
                <a:lnTo>
                  <a:pt x="962025" y="471488"/>
                </a:lnTo>
                <a:lnTo>
                  <a:pt x="957263" y="476250"/>
                </a:lnTo>
                <a:lnTo>
                  <a:pt x="952500" y="481013"/>
                </a:lnTo>
                <a:lnTo>
                  <a:pt x="952500" y="490538"/>
                </a:lnTo>
                <a:lnTo>
                  <a:pt x="952500" y="500063"/>
                </a:lnTo>
                <a:lnTo>
                  <a:pt x="947738" y="504825"/>
                </a:lnTo>
                <a:lnTo>
                  <a:pt x="942975" y="509588"/>
                </a:lnTo>
                <a:lnTo>
                  <a:pt x="942975" y="519113"/>
                </a:lnTo>
                <a:lnTo>
                  <a:pt x="942975" y="528638"/>
                </a:lnTo>
                <a:lnTo>
                  <a:pt x="938213" y="533400"/>
                </a:lnTo>
                <a:lnTo>
                  <a:pt x="933450" y="538163"/>
                </a:lnTo>
                <a:lnTo>
                  <a:pt x="933450" y="547688"/>
                </a:lnTo>
                <a:lnTo>
                  <a:pt x="928688" y="552450"/>
                </a:lnTo>
                <a:lnTo>
                  <a:pt x="923925" y="557213"/>
                </a:lnTo>
                <a:lnTo>
                  <a:pt x="923925" y="566738"/>
                </a:lnTo>
                <a:lnTo>
                  <a:pt x="919163" y="571500"/>
                </a:lnTo>
                <a:lnTo>
                  <a:pt x="914400" y="576263"/>
                </a:lnTo>
                <a:lnTo>
                  <a:pt x="914400" y="585788"/>
                </a:lnTo>
                <a:lnTo>
                  <a:pt x="909638" y="590550"/>
                </a:lnTo>
                <a:lnTo>
                  <a:pt x="904875" y="595313"/>
                </a:lnTo>
                <a:lnTo>
                  <a:pt x="900113" y="600075"/>
                </a:lnTo>
                <a:lnTo>
                  <a:pt x="895350" y="604838"/>
                </a:lnTo>
                <a:lnTo>
                  <a:pt x="890588" y="609600"/>
                </a:lnTo>
                <a:lnTo>
                  <a:pt x="885825" y="614363"/>
                </a:lnTo>
                <a:lnTo>
                  <a:pt x="885825" y="623888"/>
                </a:lnTo>
                <a:lnTo>
                  <a:pt x="881063" y="628650"/>
                </a:lnTo>
                <a:lnTo>
                  <a:pt x="876300" y="633413"/>
                </a:lnTo>
                <a:lnTo>
                  <a:pt x="871538" y="638175"/>
                </a:lnTo>
                <a:lnTo>
                  <a:pt x="866775" y="642938"/>
                </a:lnTo>
                <a:lnTo>
                  <a:pt x="862013" y="647700"/>
                </a:lnTo>
                <a:lnTo>
                  <a:pt x="857250" y="652463"/>
                </a:lnTo>
                <a:lnTo>
                  <a:pt x="852488" y="657225"/>
                </a:lnTo>
                <a:lnTo>
                  <a:pt x="847725" y="661988"/>
                </a:lnTo>
                <a:lnTo>
                  <a:pt x="842963" y="666750"/>
                </a:lnTo>
                <a:lnTo>
                  <a:pt x="838200" y="671513"/>
                </a:lnTo>
                <a:lnTo>
                  <a:pt x="833438" y="676275"/>
                </a:lnTo>
                <a:lnTo>
                  <a:pt x="828675" y="681038"/>
                </a:lnTo>
                <a:lnTo>
                  <a:pt x="823913" y="685800"/>
                </a:lnTo>
                <a:lnTo>
                  <a:pt x="819150" y="690563"/>
                </a:lnTo>
                <a:lnTo>
                  <a:pt x="814388" y="695325"/>
                </a:lnTo>
                <a:lnTo>
                  <a:pt x="804863" y="695325"/>
                </a:lnTo>
                <a:lnTo>
                  <a:pt x="800100" y="700088"/>
                </a:lnTo>
                <a:lnTo>
                  <a:pt x="795338" y="704850"/>
                </a:lnTo>
                <a:lnTo>
                  <a:pt x="790575" y="709613"/>
                </a:lnTo>
                <a:lnTo>
                  <a:pt x="785813" y="714375"/>
                </a:lnTo>
                <a:lnTo>
                  <a:pt x="776288" y="714375"/>
                </a:lnTo>
                <a:lnTo>
                  <a:pt x="771525" y="719138"/>
                </a:lnTo>
                <a:lnTo>
                  <a:pt x="766763" y="723900"/>
                </a:lnTo>
                <a:lnTo>
                  <a:pt x="762000" y="728663"/>
                </a:lnTo>
                <a:lnTo>
                  <a:pt x="757238" y="733425"/>
                </a:lnTo>
                <a:lnTo>
                  <a:pt x="747713" y="733425"/>
                </a:lnTo>
                <a:lnTo>
                  <a:pt x="742950" y="738188"/>
                </a:lnTo>
                <a:lnTo>
                  <a:pt x="738188" y="742950"/>
                </a:lnTo>
                <a:lnTo>
                  <a:pt x="728663" y="742950"/>
                </a:lnTo>
                <a:lnTo>
                  <a:pt x="723900" y="747713"/>
                </a:lnTo>
                <a:lnTo>
                  <a:pt x="719138" y="752475"/>
                </a:lnTo>
                <a:lnTo>
                  <a:pt x="709613" y="752475"/>
                </a:lnTo>
                <a:lnTo>
                  <a:pt x="704850" y="757238"/>
                </a:lnTo>
                <a:lnTo>
                  <a:pt x="700088" y="762000"/>
                </a:lnTo>
                <a:lnTo>
                  <a:pt x="690563" y="762000"/>
                </a:lnTo>
                <a:lnTo>
                  <a:pt x="681038" y="762000"/>
                </a:lnTo>
                <a:lnTo>
                  <a:pt x="676275" y="766763"/>
                </a:lnTo>
                <a:lnTo>
                  <a:pt x="671513" y="771525"/>
                </a:lnTo>
                <a:lnTo>
                  <a:pt x="661988" y="771525"/>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61975" y="795338"/>
                </a:lnTo>
                <a:lnTo>
                  <a:pt x="557213" y="800100"/>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400050" y="795338"/>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14325" y="776288"/>
                </a:lnTo>
                <a:lnTo>
                  <a:pt x="309563" y="771525"/>
                </a:lnTo>
                <a:lnTo>
                  <a:pt x="300038" y="771525"/>
                </a:lnTo>
                <a:lnTo>
                  <a:pt x="290513" y="771525"/>
                </a:lnTo>
                <a:lnTo>
                  <a:pt x="285750" y="766763"/>
                </a:lnTo>
                <a:lnTo>
                  <a:pt x="280988" y="762000"/>
                </a:lnTo>
                <a:lnTo>
                  <a:pt x="271463" y="762000"/>
                </a:lnTo>
                <a:lnTo>
                  <a:pt x="266700" y="757238"/>
                </a:lnTo>
                <a:lnTo>
                  <a:pt x="261938" y="752475"/>
                </a:lnTo>
                <a:lnTo>
                  <a:pt x="252413" y="752475"/>
                </a:lnTo>
                <a:lnTo>
                  <a:pt x="242888" y="752475"/>
                </a:lnTo>
                <a:lnTo>
                  <a:pt x="238125" y="747713"/>
                </a:lnTo>
                <a:lnTo>
                  <a:pt x="233363" y="742950"/>
                </a:lnTo>
                <a:lnTo>
                  <a:pt x="228600" y="738188"/>
                </a:lnTo>
                <a:lnTo>
                  <a:pt x="223838" y="733425"/>
                </a:lnTo>
                <a:lnTo>
                  <a:pt x="214313" y="733425"/>
                </a:lnTo>
                <a:lnTo>
                  <a:pt x="209550" y="728663"/>
                </a:lnTo>
                <a:lnTo>
                  <a:pt x="204788" y="723900"/>
                </a:lnTo>
                <a:lnTo>
                  <a:pt x="195263" y="723900"/>
                </a:lnTo>
                <a:lnTo>
                  <a:pt x="190500" y="719138"/>
                </a:lnTo>
                <a:lnTo>
                  <a:pt x="185738" y="714375"/>
                </a:lnTo>
                <a:lnTo>
                  <a:pt x="176213" y="714375"/>
                </a:lnTo>
                <a:lnTo>
                  <a:pt x="171450" y="709613"/>
                </a:lnTo>
                <a:lnTo>
                  <a:pt x="166688" y="704850"/>
                </a:lnTo>
                <a:lnTo>
                  <a:pt x="161925" y="700088"/>
                </a:lnTo>
                <a:lnTo>
                  <a:pt x="157163" y="695325"/>
                </a:lnTo>
                <a:lnTo>
                  <a:pt x="152400" y="690563"/>
                </a:lnTo>
                <a:lnTo>
                  <a:pt x="147638" y="685800"/>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5725" y="623888"/>
                </a:lnTo>
                <a:lnTo>
                  <a:pt x="80963" y="619125"/>
                </a:lnTo>
                <a:lnTo>
                  <a:pt x="76200" y="614363"/>
                </a:lnTo>
                <a:lnTo>
                  <a:pt x="71438" y="609600"/>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8100" y="547688"/>
                </a:lnTo>
                <a:lnTo>
                  <a:pt x="33338" y="542925"/>
                </a:lnTo>
                <a:lnTo>
                  <a:pt x="28575" y="538163"/>
                </a:lnTo>
                <a:lnTo>
                  <a:pt x="28575" y="528638"/>
                </a:lnTo>
                <a:lnTo>
                  <a:pt x="28575" y="519113"/>
                </a:lnTo>
                <a:lnTo>
                  <a:pt x="23813" y="514350"/>
                </a:lnTo>
                <a:lnTo>
                  <a:pt x="19050" y="509588"/>
                </a:lnTo>
                <a:lnTo>
                  <a:pt x="19050" y="500063"/>
                </a:lnTo>
                <a:lnTo>
                  <a:pt x="14288" y="495300"/>
                </a:lnTo>
                <a:lnTo>
                  <a:pt x="9525" y="490538"/>
                </a:lnTo>
                <a:lnTo>
                  <a:pt x="9525" y="481013"/>
                </a:lnTo>
                <a:lnTo>
                  <a:pt x="9525" y="471488"/>
                </a:lnTo>
                <a:lnTo>
                  <a:pt x="9525" y="461963"/>
                </a:lnTo>
                <a:lnTo>
                  <a:pt x="9525" y="452438"/>
                </a:lnTo>
                <a:lnTo>
                  <a:pt x="9525" y="442913"/>
                </a:lnTo>
                <a:lnTo>
                  <a:pt x="9525" y="433388"/>
                </a:lnTo>
                <a:lnTo>
                  <a:pt x="9525" y="423863"/>
                </a:lnTo>
                <a:lnTo>
                  <a:pt x="4763" y="419100"/>
                </a:lnTo>
                <a:lnTo>
                  <a:pt x="0" y="414338"/>
                </a:lnTo>
                <a:lnTo>
                  <a:pt x="0" y="404813"/>
                </a:lnTo>
                <a:lnTo>
                  <a:pt x="0" y="395288"/>
                </a:lnTo>
                <a:lnTo>
                  <a:pt x="4763" y="390525"/>
                </a:lnTo>
                <a:lnTo>
                  <a:pt x="9525" y="385763"/>
                </a:lnTo>
                <a:lnTo>
                  <a:pt x="9525" y="376238"/>
                </a:lnTo>
                <a:lnTo>
                  <a:pt x="9525" y="366713"/>
                </a:lnTo>
                <a:lnTo>
                  <a:pt x="9525" y="357188"/>
                </a:lnTo>
                <a:lnTo>
                  <a:pt x="9525" y="347663"/>
                </a:lnTo>
                <a:lnTo>
                  <a:pt x="9525" y="338138"/>
                </a:lnTo>
                <a:lnTo>
                  <a:pt x="9525" y="328613"/>
                </a:lnTo>
                <a:lnTo>
                  <a:pt x="9525" y="319088"/>
                </a:lnTo>
                <a:lnTo>
                  <a:pt x="9525" y="309563"/>
                </a:lnTo>
                <a:lnTo>
                  <a:pt x="14288" y="304800"/>
                </a:lnTo>
                <a:lnTo>
                  <a:pt x="19050" y="300038"/>
                </a:lnTo>
                <a:lnTo>
                  <a:pt x="19050" y="290513"/>
                </a:lnTo>
                <a:lnTo>
                  <a:pt x="23813" y="285750"/>
                </a:lnTo>
                <a:lnTo>
                  <a:pt x="28575" y="280988"/>
                </a:lnTo>
                <a:lnTo>
                  <a:pt x="33338" y="276225"/>
                </a:lnTo>
                <a:lnTo>
                  <a:pt x="38100" y="271463"/>
                </a:lnTo>
                <a:lnTo>
                  <a:pt x="38100" y="261938"/>
                </a:lnTo>
                <a:lnTo>
                  <a:pt x="38100" y="252413"/>
                </a:lnTo>
                <a:lnTo>
                  <a:pt x="38100" y="242888"/>
                </a:lnTo>
                <a:lnTo>
                  <a:pt x="42863" y="238125"/>
                </a:lnTo>
                <a:lnTo>
                  <a:pt x="47625" y="233363"/>
                </a:lnTo>
                <a:lnTo>
                  <a:pt x="47625" y="223838"/>
                </a:lnTo>
                <a:lnTo>
                  <a:pt x="52388" y="219075"/>
                </a:lnTo>
                <a:lnTo>
                  <a:pt x="57150" y="214313"/>
                </a:lnTo>
                <a:lnTo>
                  <a:pt x="61913" y="209550"/>
                </a:lnTo>
                <a:lnTo>
                  <a:pt x="66675" y="204788"/>
                </a:lnTo>
                <a:lnTo>
                  <a:pt x="71438" y="200025"/>
                </a:lnTo>
                <a:lnTo>
                  <a:pt x="76200" y="195263"/>
                </a:lnTo>
                <a:lnTo>
                  <a:pt x="80963" y="190500"/>
                </a:lnTo>
                <a:lnTo>
                  <a:pt x="85725" y="185738"/>
                </a:lnTo>
                <a:lnTo>
                  <a:pt x="85725" y="176213"/>
                </a:lnTo>
                <a:lnTo>
                  <a:pt x="90488" y="171450"/>
                </a:lnTo>
                <a:lnTo>
                  <a:pt x="95250" y="166688"/>
                </a:lnTo>
                <a:lnTo>
                  <a:pt x="95250" y="157163"/>
                </a:lnTo>
                <a:lnTo>
                  <a:pt x="100013" y="152400"/>
                </a:lnTo>
                <a:lnTo>
                  <a:pt x="104775" y="147638"/>
                </a:lnTo>
                <a:lnTo>
                  <a:pt x="109538" y="142875"/>
                </a:lnTo>
                <a:lnTo>
                  <a:pt x="114300" y="138113"/>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19075" y="61913"/>
                </a:lnTo>
                <a:lnTo>
                  <a:pt x="223838" y="57150"/>
                </a:lnTo>
                <a:lnTo>
                  <a:pt x="233363" y="57150"/>
                </a:lnTo>
                <a:lnTo>
                  <a:pt x="238125" y="52388"/>
                </a:lnTo>
                <a:lnTo>
                  <a:pt x="242888" y="47625"/>
                </a:lnTo>
                <a:lnTo>
                  <a:pt x="252413" y="47625"/>
                </a:lnTo>
                <a:lnTo>
                  <a:pt x="257175" y="42863"/>
                </a:lnTo>
                <a:lnTo>
                  <a:pt x="261938" y="38100"/>
                </a:lnTo>
                <a:lnTo>
                  <a:pt x="271463" y="38100"/>
                </a:lnTo>
                <a:lnTo>
                  <a:pt x="280988" y="38100"/>
                </a:lnTo>
                <a:lnTo>
                  <a:pt x="285750" y="33338"/>
                </a:lnTo>
                <a:lnTo>
                  <a:pt x="290513" y="28575"/>
                </a:lnTo>
                <a:lnTo>
                  <a:pt x="300038" y="28575"/>
                </a:lnTo>
                <a:lnTo>
                  <a:pt x="309563" y="28575"/>
                </a:lnTo>
                <a:lnTo>
                  <a:pt x="314325" y="23813"/>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0525" y="4763"/>
                </a:lnTo>
                <a:close/>
              </a:path>
            </a:pathLst>
          </a:custGeom>
          <a:solidFill xmlns:a="http://schemas.openxmlformats.org/drawingml/2006/main">
            <a:srgbClr val="B8B8B8"/>
          </a:solidFill>
          <a:ln xmlns:a="http://schemas.openxmlformats.org/drawingml/2006/main" w="0">
            <a:noFill/>
            <a:prstDash val="solid"/>
          </a:ln>
        </p:spPr>
      </p:sp>
      <p:sp>
        <p:nvSpPr>
          <p:cNvPr id="23" name="deep-skill-chaining-source-component-0-gradient-186-0">
            <a:extLst xmlns:a="http://schemas.openxmlformats.org/drawingml/2006/main">
              <a:ext uri="{FF2B5EF4-FFF2-40B4-BE49-F238E27FC236}">
                <a16:creationId xmlns:a16="http://schemas.microsoft.com/office/drawing/2014/main" id="{15ADBA48-C1E9-4262-8ED3-8B6ECCEC082F}"/>
              </a:ext>
            </a:extLst>
          </p:cNvPr>
          <p:cNvSpPr>
            <a:spLocks xmlns:a="http://schemas.openxmlformats.org/drawingml/2006/main" noGrp="1"/>
          </p:cNvSpPr>
          <p:nvPr/>
        </p:nvSpPr>
        <p:spPr>
          <a:xfrm xmlns:a="http://schemas.openxmlformats.org/drawingml/2006/main" rot="0">
            <a:off x="7124700" y="714375"/>
            <a:ext cx="942975" cy="800100"/>
          </a:xfrm>
          <a:custGeom xmlns:a="http://schemas.openxmlformats.org/drawingml/2006/main">
            <a:pathLst>
              <a:path w="942975" h="800100">
                <a:moveTo>
                  <a:pt x="381000" y="4763"/>
                </a:move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1975" y="4763"/>
                </a:lnTo>
                <a:lnTo>
                  <a:pt x="566738" y="9525"/>
                </a:lnTo>
                <a:lnTo>
                  <a:pt x="576263" y="9525"/>
                </a:lnTo>
                <a:lnTo>
                  <a:pt x="585788" y="9525"/>
                </a:lnTo>
                <a:lnTo>
                  <a:pt x="595313" y="9525"/>
                </a:lnTo>
                <a:lnTo>
                  <a:pt x="604838" y="9525"/>
                </a:lnTo>
                <a:lnTo>
                  <a:pt x="609600" y="14288"/>
                </a:lnTo>
                <a:lnTo>
                  <a:pt x="614363" y="19050"/>
                </a:lnTo>
                <a:lnTo>
                  <a:pt x="623888" y="19050"/>
                </a:lnTo>
                <a:lnTo>
                  <a:pt x="633413" y="19050"/>
                </a:lnTo>
                <a:lnTo>
                  <a:pt x="642938" y="19050"/>
                </a:lnTo>
                <a:lnTo>
                  <a:pt x="647700" y="23813"/>
                </a:lnTo>
                <a:lnTo>
                  <a:pt x="652463" y="28575"/>
                </a:lnTo>
                <a:lnTo>
                  <a:pt x="661988" y="28575"/>
                </a:lnTo>
                <a:lnTo>
                  <a:pt x="666750" y="33338"/>
                </a:lnTo>
                <a:lnTo>
                  <a:pt x="671513" y="38100"/>
                </a:lnTo>
                <a:lnTo>
                  <a:pt x="681038" y="38100"/>
                </a:lnTo>
                <a:lnTo>
                  <a:pt x="690563" y="38100"/>
                </a:lnTo>
                <a:lnTo>
                  <a:pt x="695325" y="42863"/>
                </a:lnTo>
                <a:lnTo>
                  <a:pt x="700088" y="47625"/>
                </a:lnTo>
                <a:lnTo>
                  <a:pt x="709613" y="47625"/>
                </a:lnTo>
                <a:lnTo>
                  <a:pt x="714375" y="52388"/>
                </a:lnTo>
                <a:lnTo>
                  <a:pt x="719138" y="57150"/>
                </a:lnTo>
                <a:lnTo>
                  <a:pt x="728663" y="57150"/>
                </a:lnTo>
                <a:lnTo>
                  <a:pt x="733425" y="61913"/>
                </a:lnTo>
                <a:lnTo>
                  <a:pt x="738188" y="66675"/>
                </a:lnTo>
                <a:lnTo>
                  <a:pt x="747713" y="66675"/>
                </a:lnTo>
                <a:lnTo>
                  <a:pt x="752475" y="71438"/>
                </a:lnTo>
                <a:lnTo>
                  <a:pt x="757238" y="76200"/>
                </a:lnTo>
                <a:lnTo>
                  <a:pt x="766763" y="76200"/>
                </a:lnTo>
                <a:lnTo>
                  <a:pt x="771525" y="80963"/>
                </a:lnTo>
                <a:lnTo>
                  <a:pt x="776288" y="85725"/>
                </a:lnTo>
                <a:lnTo>
                  <a:pt x="781050" y="90488"/>
                </a:lnTo>
                <a:lnTo>
                  <a:pt x="785813" y="95250"/>
                </a:lnTo>
                <a:lnTo>
                  <a:pt x="790575" y="100013"/>
                </a:lnTo>
                <a:lnTo>
                  <a:pt x="795338" y="104775"/>
                </a:lnTo>
                <a:lnTo>
                  <a:pt x="804863" y="104775"/>
                </a:lnTo>
                <a:lnTo>
                  <a:pt x="809625" y="109538"/>
                </a:lnTo>
                <a:lnTo>
                  <a:pt x="809625" y="119063"/>
                </a:lnTo>
                <a:lnTo>
                  <a:pt x="814388" y="123825"/>
                </a:lnTo>
                <a:lnTo>
                  <a:pt x="823913" y="123825"/>
                </a:lnTo>
                <a:lnTo>
                  <a:pt x="828675" y="128588"/>
                </a:lnTo>
                <a:lnTo>
                  <a:pt x="833438" y="133350"/>
                </a:lnTo>
                <a:lnTo>
                  <a:pt x="838200" y="138113"/>
                </a:lnTo>
                <a:lnTo>
                  <a:pt x="838200" y="147638"/>
                </a:lnTo>
                <a:lnTo>
                  <a:pt x="842963" y="152400"/>
                </a:lnTo>
                <a:lnTo>
                  <a:pt x="847725" y="157163"/>
                </a:lnTo>
                <a:lnTo>
                  <a:pt x="852488" y="161925"/>
                </a:lnTo>
                <a:lnTo>
                  <a:pt x="857250" y="166688"/>
                </a:lnTo>
                <a:lnTo>
                  <a:pt x="862013" y="171450"/>
                </a:lnTo>
                <a:lnTo>
                  <a:pt x="866775" y="176213"/>
                </a:lnTo>
                <a:lnTo>
                  <a:pt x="871538" y="180975"/>
                </a:lnTo>
                <a:lnTo>
                  <a:pt x="876300" y="185738"/>
                </a:lnTo>
                <a:lnTo>
                  <a:pt x="876300" y="195263"/>
                </a:lnTo>
                <a:lnTo>
                  <a:pt x="876300" y="204788"/>
                </a:lnTo>
                <a:lnTo>
                  <a:pt x="881063" y="209550"/>
                </a:lnTo>
                <a:lnTo>
                  <a:pt x="885825" y="214313"/>
                </a:lnTo>
                <a:lnTo>
                  <a:pt x="890588" y="219075"/>
                </a:lnTo>
                <a:lnTo>
                  <a:pt x="895350" y="223838"/>
                </a:lnTo>
                <a:lnTo>
                  <a:pt x="900113" y="228600"/>
                </a:lnTo>
                <a:lnTo>
                  <a:pt x="904875" y="233363"/>
                </a:lnTo>
                <a:lnTo>
                  <a:pt x="909638" y="238125"/>
                </a:lnTo>
                <a:lnTo>
                  <a:pt x="914400" y="242888"/>
                </a:lnTo>
                <a:lnTo>
                  <a:pt x="914400" y="252413"/>
                </a:lnTo>
                <a:lnTo>
                  <a:pt x="914400" y="261938"/>
                </a:lnTo>
                <a:lnTo>
                  <a:pt x="914400" y="271463"/>
                </a:lnTo>
                <a:lnTo>
                  <a:pt x="914400" y="280988"/>
                </a:lnTo>
                <a:lnTo>
                  <a:pt x="914400" y="290513"/>
                </a:lnTo>
                <a:lnTo>
                  <a:pt x="914400" y="300038"/>
                </a:lnTo>
                <a:lnTo>
                  <a:pt x="914400" y="309563"/>
                </a:lnTo>
                <a:lnTo>
                  <a:pt x="914400" y="319088"/>
                </a:lnTo>
                <a:lnTo>
                  <a:pt x="919163" y="323850"/>
                </a:lnTo>
                <a:lnTo>
                  <a:pt x="923925" y="328613"/>
                </a:lnTo>
                <a:lnTo>
                  <a:pt x="923925" y="338138"/>
                </a:lnTo>
                <a:lnTo>
                  <a:pt x="928688" y="342900"/>
                </a:lnTo>
                <a:lnTo>
                  <a:pt x="933450" y="347663"/>
                </a:lnTo>
                <a:lnTo>
                  <a:pt x="933450" y="357188"/>
                </a:lnTo>
                <a:lnTo>
                  <a:pt x="933450" y="366713"/>
                </a:lnTo>
                <a:lnTo>
                  <a:pt x="933450" y="376238"/>
                </a:lnTo>
                <a:lnTo>
                  <a:pt x="928688" y="381000"/>
                </a:lnTo>
                <a:lnTo>
                  <a:pt x="923925" y="385763"/>
                </a:lnTo>
                <a:lnTo>
                  <a:pt x="923925" y="395288"/>
                </a:lnTo>
                <a:lnTo>
                  <a:pt x="923925" y="404813"/>
                </a:lnTo>
                <a:lnTo>
                  <a:pt x="928688" y="409575"/>
                </a:lnTo>
                <a:lnTo>
                  <a:pt x="933450" y="414338"/>
                </a:lnTo>
                <a:lnTo>
                  <a:pt x="928688" y="419100"/>
                </a:lnTo>
                <a:lnTo>
                  <a:pt x="923925" y="423863"/>
                </a:lnTo>
                <a:lnTo>
                  <a:pt x="923925" y="433388"/>
                </a:lnTo>
                <a:lnTo>
                  <a:pt x="923925" y="442913"/>
                </a:lnTo>
                <a:lnTo>
                  <a:pt x="923925" y="452438"/>
                </a:lnTo>
                <a:lnTo>
                  <a:pt x="923925" y="461963"/>
                </a:lnTo>
                <a:lnTo>
                  <a:pt x="928688" y="466725"/>
                </a:lnTo>
                <a:lnTo>
                  <a:pt x="933450" y="471488"/>
                </a:lnTo>
                <a:lnTo>
                  <a:pt x="933450" y="481013"/>
                </a:lnTo>
                <a:lnTo>
                  <a:pt x="933450" y="490538"/>
                </a:lnTo>
                <a:lnTo>
                  <a:pt x="938213" y="495300"/>
                </a:lnTo>
                <a:lnTo>
                  <a:pt x="942975" y="500063"/>
                </a:lnTo>
                <a:lnTo>
                  <a:pt x="938213" y="504825"/>
                </a:lnTo>
                <a:lnTo>
                  <a:pt x="933450" y="509588"/>
                </a:lnTo>
                <a:lnTo>
                  <a:pt x="928688" y="514350"/>
                </a:lnTo>
                <a:lnTo>
                  <a:pt x="923925" y="519113"/>
                </a:lnTo>
                <a:lnTo>
                  <a:pt x="919163" y="523875"/>
                </a:lnTo>
                <a:lnTo>
                  <a:pt x="914400" y="528638"/>
                </a:lnTo>
                <a:lnTo>
                  <a:pt x="914400" y="538163"/>
                </a:lnTo>
                <a:lnTo>
                  <a:pt x="914400" y="547688"/>
                </a:lnTo>
                <a:lnTo>
                  <a:pt x="914400" y="557213"/>
                </a:lnTo>
                <a:lnTo>
                  <a:pt x="909638" y="561975"/>
                </a:lnTo>
                <a:lnTo>
                  <a:pt x="904875" y="566738"/>
                </a:lnTo>
                <a:lnTo>
                  <a:pt x="904875" y="576263"/>
                </a:lnTo>
                <a:lnTo>
                  <a:pt x="900113" y="581025"/>
                </a:lnTo>
                <a:lnTo>
                  <a:pt x="895350" y="585788"/>
                </a:lnTo>
                <a:lnTo>
                  <a:pt x="895350" y="595313"/>
                </a:lnTo>
                <a:lnTo>
                  <a:pt x="890588" y="600075"/>
                </a:lnTo>
                <a:lnTo>
                  <a:pt x="885825" y="604838"/>
                </a:lnTo>
                <a:lnTo>
                  <a:pt x="881063" y="609600"/>
                </a:lnTo>
                <a:lnTo>
                  <a:pt x="876300" y="614363"/>
                </a:lnTo>
                <a:lnTo>
                  <a:pt x="876300" y="623888"/>
                </a:lnTo>
                <a:lnTo>
                  <a:pt x="871538" y="628650"/>
                </a:lnTo>
                <a:lnTo>
                  <a:pt x="866775" y="633413"/>
                </a:lnTo>
                <a:lnTo>
                  <a:pt x="862013" y="638175"/>
                </a:lnTo>
                <a:lnTo>
                  <a:pt x="857250" y="642938"/>
                </a:lnTo>
                <a:lnTo>
                  <a:pt x="852488" y="647700"/>
                </a:lnTo>
                <a:lnTo>
                  <a:pt x="847725" y="652463"/>
                </a:lnTo>
                <a:lnTo>
                  <a:pt x="842963" y="657225"/>
                </a:lnTo>
                <a:lnTo>
                  <a:pt x="838200" y="661988"/>
                </a:lnTo>
                <a:lnTo>
                  <a:pt x="833438" y="666750"/>
                </a:lnTo>
                <a:lnTo>
                  <a:pt x="828675" y="671513"/>
                </a:lnTo>
                <a:lnTo>
                  <a:pt x="823913" y="676275"/>
                </a:lnTo>
                <a:lnTo>
                  <a:pt x="819150" y="681038"/>
                </a:lnTo>
                <a:lnTo>
                  <a:pt x="814388" y="685800"/>
                </a:lnTo>
                <a:lnTo>
                  <a:pt x="809625" y="690563"/>
                </a:lnTo>
                <a:lnTo>
                  <a:pt x="804863" y="695325"/>
                </a:lnTo>
                <a:lnTo>
                  <a:pt x="795338" y="695325"/>
                </a:lnTo>
                <a:lnTo>
                  <a:pt x="790575" y="700088"/>
                </a:lnTo>
                <a:lnTo>
                  <a:pt x="785813" y="704850"/>
                </a:lnTo>
                <a:lnTo>
                  <a:pt x="781050" y="709613"/>
                </a:lnTo>
                <a:lnTo>
                  <a:pt x="776288" y="714375"/>
                </a:lnTo>
                <a:lnTo>
                  <a:pt x="766763" y="714375"/>
                </a:lnTo>
                <a:lnTo>
                  <a:pt x="762000" y="719138"/>
                </a:lnTo>
                <a:lnTo>
                  <a:pt x="757238" y="723900"/>
                </a:lnTo>
                <a:lnTo>
                  <a:pt x="752475" y="728663"/>
                </a:lnTo>
                <a:lnTo>
                  <a:pt x="747713" y="733425"/>
                </a:lnTo>
                <a:lnTo>
                  <a:pt x="738188" y="733425"/>
                </a:lnTo>
                <a:lnTo>
                  <a:pt x="733425" y="738188"/>
                </a:lnTo>
                <a:lnTo>
                  <a:pt x="728663" y="742950"/>
                </a:lnTo>
                <a:lnTo>
                  <a:pt x="719138" y="742950"/>
                </a:lnTo>
                <a:lnTo>
                  <a:pt x="714375" y="747713"/>
                </a:lnTo>
                <a:lnTo>
                  <a:pt x="709613" y="752475"/>
                </a:lnTo>
                <a:lnTo>
                  <a:pt x="700088" y="752475"/>
                </a:lnTo>
                <a:lnTo>
                  <a:pt x="695325" y="757238"/>
                </a:lnTo>
                <a:lnTo>
                  <a:pt x="690563" y="762000"/>
                </a:lnTo>
                <a:lnTo>
                  <a:pt x="681038" y="762000"/>
                </a:lnTo>
                <a:lnTo>
                  <a:pt x="671513" y="762000"/>
                </a:lnTo>
                <a:lnTo>
                  <a:pt x="666750" y="766763"/>
                </a:lnTo>
                <a:lnTo>
                  <a:pt x="661988" y="771525"/>
                </a:lnTo>
                <a:lnTo>
                  <a:pt x="652463" y="771525"/>
                </a:lnTo>
                <a:lnTo>
                  <a:pt x="642938" y="771525"/>
                </a:lnTo>
                <a:lnTo>
                  <a:pt x="638175" y="776288"/>
                </a:lnTo>
                <a:lnTo>
                  <a:pt x="633413" y="781050"/>
                </a:lnTo>
                <a:lnTo>
                  <a:pt x="623888" y="781050"/>
                </a:lnTo>
                <a:lnTo>
                  <a:pt x="614363" y="781050"/>
                </a:lnTo>
                <a:lnTo>
                  <a:pt x="604838" y="781050"/>
                </a:lnTo>
                <a:lnTo>
                  <a:pt x="600075" y="785813"/>
                </a:lnTo>
                <a:lnTo>
                  <a:pt x="595313" y="790575"/>
                </a:lnTo>
                <a:lnTo>
                  <a:pt x="585788" y="790575"/>
                </a:lnTo>
                <a:lnTo>
                  <a:pt x="576263" y="790575"/>
                </a:lnTo>
                <a:lnTo>
                  <a:pt x="566738" y="790575"/>
                </a:lnTo>
                <a:lnTo>
                  <a:pt x="557213" y="790575"/>
                </a:lnTo>
                <a:lnTo>
                  <a:pt x="552450" y="795338"/>
                </a:lnTo>
                <a:lnTo>
                  <a:pt x="547688" y="800100"/>
                </a:lnTo>
                <a:lnTo>
                  <a:pt x="538163" y="800100"/>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395288" y="800100"/>
                </a:lnTo>
                <a:lnTo>
                  <a:pt x="390525" y="795338"/>
                </a:lnTo>
                <a:lnTo>
                  <a:pt x="385763" y="790575"/>
                </a:lnTo>
                <a:lnTo>
                  <a:pt x="376238" y="790575"/>
                </a:lnTo>
                <a:lnTo>
                  <a:pt x="366713" y="790575"/>
                </a:lnTo>
                <a:lnTo>
                  <a:pt x="357188" y="790575"/>
                </a:lnTo>
                <a:lnTo>
                  <a:pt x="347663" y="790575"/>
                </a:lnTo>
                <a:lnTo>
                  <a:pt x="342900" y="785813"/>
                </a:lnTo>
                <a:lnTo>
                  <a:pt x="338138" y="781050"/>
                </a:lnTo>
                <a:lnTo>
                  <a:pt x="328613" y="781050"/>
                </a:lnTo>
                <a:lnTo>
                  <a:pt x="319088" y="781050"/>
                </a:lnTo>
                <a:lnTo>
                  <a:pt x="309563" y="781050"/>
                </a:lnTo>
                <a:lnTo>
                  <a:pt x="304800" y="776288"/>
                </a:lnTo>
                <a:lnTo>
                  <a:pt x="300038" y="771525"/>
                </a:lnTo>
                <a:lnTo>
                  <a:pt x="290513" y="771525"/>
                </a:lnTo>
                <a:lnTo>
                  <a:pt x="280988" y="771525"/>
                </a:lnTo>
                <a:lnTo>
                  <a:pt x="276225" y="766763"/>
                </a:lnTo>
                <a:lnTo>
                  <a:pt x="271463" y="762000"/>
                </a:lnTo>
                <a:lnTo>
                  <a:pt x="261938" y="762000"/>
                </a:lnTo>
                <a:lnTo>
                  <a:pt x="257175" y="757238"/>
                </a:lnTo>
                <a:lnTo>
                  <a:pt x="252413" y="752475"/>
                </a:lnTo>
                <a:lnTo>
                  <a:pt x="242888" y="752475"/>
                </a:lnTo>
                <a:lnTo>
                  <a:pt x="233363" y="752475"/>
                </a:lnTo>
                <a:lnTo>
                  <a:pt x="228600" y="747713"/>
                </a:lnTo>
                <a:lnTo>
                  <a:pt x="223838" y="742950"/>
                </a:lnTo>
                <a:lnTo>
                  <a:pt x="219075" y="738188"/>
                </a:lnTo>
                <a:lnTo>
                  <a:pt x="214313" y="733425"/>
                </a:lnTo>
                <a:lnTo>
                  <a:pt x="204788" y="733425"/>
                </a:lnTo>
                <a:lnTo>
                  <a:pt x="200025" y="728663"/>
                </a:lnTo>
                <a:lnTo>
                  <a:pt x="195263" y="723900"/>
                </a:lnTo>
                <a:lnTo>
                  <a:pt x="185738" y="723900"/>
                </a:lnTo>
                <a:lnTo>
                  <a:pt x="180975" y="719138"/>
                </a:lnTo>
                <a:lnTo>
                  <a:pt x="176213" y="714375"/>
                </a:lnTo>
                <a:lnTo>
                  <a:pt x="166688" y="714375"/>
                </a:lnTo>
                <a:lnTo>
                  <a:pt x="161925" y="709613"/>
                </a:lnTo>
                <a:lnTo>
                  <a:pt x="157163" y="704850"/>
                </a:lnTo>
                <a:lnTo>
                  <a:pt x="152400" y="700088"/>
                </a:lnTo>
                <a:lnTo>
                  <a:pt x="147638" y="695325"/>
                </a:lnTo>
                <a:lnTo>
                  <a:pt x="142875" y="690563"/>
                </a:lnTo>
                <a:lnTo>
                  <a:pt x="138113" y="685800"/>
                </a:lnTo>
                <a:lnTo>
                  <a:pt x="128588" y="685800"/>
                </a:lnTo>
                <a:lnTo>
                  <a:pt x="123825" y="681038"/>
                </a:lnTo>
                <a:lnTo>
                  <a:pt x="119063" y="676275"/>
                </a:lnTo>
                <a:lnTo>
                  <a:pt x="114300" y="671513"/>
                </a:lnTo>
                <a:lnTo>
                  <a:pt x="109538" y="666750"/>
                </a:lnTo>
                <a:lnTo>
                  <a:pt x="104775" y="661988"/>
                </a:lnTo>
                <a:lnTo>
                  <a:pt x="100013" y="657225"/>
                </a:lnTo>
                <a:lnTo>
                  <a:pt x="95250" y="652463"/>
                </a:lnTo>
                <a:lnTo>
                  <a:pt x="90488" y="647700"/>
                </a:lnTo>
                <a:lnTo>
                  <a:pt x="85725" y="642938"/>
                </a:lnTo>
                <a:lnTo>
                  <a:pt x="80963" y="638175"/>
                </a:lnTo>
                <a:lnTo>
                  <a:pt x="76200" y="633413"/>
                </a:lnTo>
                <a:lnTo>
                  <a:pt x="76200" y="623888"/>
                </a:lnTo>
                <a:lnTo>
                  <a:pt x="71438" y="619125"/>
                </a:lnTo>
                <a:lnTo>
                  <a:pt x="66675" y="614363"/>
                </a:lnTo>
                <a:lnTo>
                  <a:pt x="61913" y="609600"/>
                </a:lnTo>
                <a:lnTo>
                  <a:pt x="57150" y="604838"/>
                </a:lnTo>
                <a:lnTo>
                  <a:pt x="57150" y="595313"/>
                </a:lnTo>
                <a:lnTo>
                  <a:pt x="52388" y="590550"/>
                </a:lnTo>
                <a:lnTo>
                  <a:pt x="47625" y="585788"/>
                </a:lnTo>
                <a:lnTo>
                  <a:pt x="47625" y="576263"/>
                </a:lnTo>
                <a:lnTo>
                  <a:pt x="47625" y="566738"/>
                </a:lnTo>
                <a:lnTo>
                  <a:pt x="42863" y="561975"/>
                </a:lnTo>
                <a:lnTo>
                  <a:pt x="38100" y="557213"/>
                </a:lnTo>
                <a:lnTo>
                  <a:pt x="38100" y="547688"/>
                </a:lnTo>
                <a:lnTo>
                  <a:pt x="33338" y="542925"/>
                </a:lnTo>
                <a:lnTo>
                  <a:pt x="28575" y="538163"/>
                </a:lnTo>
                <a:lnTo>
                  <a:pt x="28575" y="528638"/>
                </a:lnTo>
                <a:lnTo>
                  <a:pt x="23813" y="523875"/>
                </a:lnTo>
                <a:lnTo>
                  <a:pt x="19050" y="519113"/>
                </a:lnTo>
                <a:lnTo>
                  <a:pt x="19050" y="509588"/>
                </a:lnTo>
                <a:lnTo>
                  <a:pt x="19050" y="500063"/>
                </a:lnTo>
                <a:lnTo>
                  <a:pt x="19050" y="490538"/>
                </a:lnTo>
                <a:lnTo>
                  <a:pt x="19050" y="481013"/>
                </a:lnTo>
                <a:lnTo>
                  <a:pt x="19050" y="471488"/>
                </a:lnTo>
                <a:lnTo>
                  <a:pt x="19050" y="461963"/>
                </a:lnTo>
                <a:lnTo>
                  <a:pt x="19050" y="452438"/>
                </a:lnTo>
                <a:lnTo>
                  <a:pt x="19050" y="442913"/>
                </a:lnTo>
                <a:lnTo>
                  <a:pt x="14288" y="438150"/>
                </a:lnTo>
                <a:lnTo>
                  <a:pt x="9525" y="433388"/>
                </a:lnTo>
                <a:lnTo>
                  <a:pt x="9525" y="423863"/>
                </a:lnTo>
                <a:lnTo>
                  <a:pt x="4763" y="419100"/>
                </a:lnTo>
                <a:lnTo>
                  <a:pt x="0" y="414338"/>
                </a:lnTo>
                <a:lnTo>
                  <a:pt x="4763" y="409575"/>
                </a:lnTo>
                <a:lnTo>
                  <a:pt x="9525" y="404813"/>
                </a:lnTo>
                <a:lnTo>
                  <a:pt x="9525" y="395288"/>
                </a:lnTo>
                <a:lnTo>
                  <a:pt x="9525" y="385763"/>
                </a:lnTo>
                <a:lnTo>
                  <a:pt x="14288" y="381000"/>
                </a:lnTo>
                <a:lnTo>
                  <a:pt x="19050" y="376238"/>
                </a:lnTo>
                <a:lnTo>
                  <a:pt x="19050" y="366713"/>
                </a:lnTo>
                <a:lnTo>
                  <a:pt x="19050" y="357188"/>
                </a:lnTo>
                <a:lnTo>
                  <a:pt x="19050" y="347663"/>
                </a:lnTo>
                <a:lnTo>
                  <a:pt x="14288" y="342900"/>
                </a:lnTo>
                <a:lnTo>
                  <a:pt x="9525" y="338138"/>
                </a:lnTo>
                <a:lnTo>
                  <a:pt x="4763" y="333375"/>
                </a:lnTo>
                <a:lnTo>
                  <a:pt x="0" y="328613"/>
                </a:lnTo>
                <a:lnTo>
                  <a:pt x="4763" y="323850"/>
                </a:lnTo>
                <a:lnTo>
                  <a:pt x="9525" y="319088"/>
                </a:lnTo>
                <a:lnTo>
                  <a:pt x="14288" y="314325"/>
                </a:lnTo>
                <a:lnTo>
                  <a:pt x="19050" y="309563"/>
                </a:lnTo>
                <a:lnTo>
                  <a:pt x="23813" y="304800"/>
                </a:lnTo>
                <a:lnTo>
                  <a:pt x="28575" y="300038"/>
                </a:lnTo>
                <a:lnTo>
                  <a:pt x="28575" y="290513"/>
                </a:lnTo>
                <a:lnTo>
                  <a:pt x="33338" y="285750"/>
                </a:lnTo>
                <a:lnTo>
                  <a:pt x="38100" y="280988"/>
                </a:lnTo>
                <a:lnTo>
                  <a:pt x="42863" y="276225"/>
                </a:lnTo>
                <a:lnTo>
                  <a:pt x="47625" y="271463"/>
                </a:lnTo>
                <a:lnTo>
                  <a:pt x="47625" y="261938"/>
                </a:lnTo>
                <a:lnTo>
                  <a:pt x="47625" y="252413"/>
                </a:lnTo>
                <a:lnTo>
                  <a:pt x="47625" y="242888"/>
                </a:lnTo>
                <a:lnTo>
                  <a:pt x="47625" y="233363"/>
                </a:lnTo>
                <a:lnTo>
                  <a:pt x="47625" y="223838"/>
                </a:lnTo>
                <a:lnTo>
                  <a:pt x="52388" y="219075"/>
                </a:lnTo>
                <a:lnTo>
                  <a:pt x="57150" y="214313"/>
                </a:lnTo>
                <a:lnTo>
                  <a:pt x="61913" y="209550"/>
                </a:lnTo>
                <a:lnTo>
                  <a:pt x="66675" y="204788"/>
                </a:lnTo>
                <a:lnTo>
                  <a:pt x="71438" y="200025"/>
                </a:lnTo>
                <a:lnTo>
                  <a:pt x="76200" y="195263"/>
                </a:lnTo>
                <a:lnTo>
                  <a:pt x="80963" y="190500"/>
                </a:lnTo>
                <a:lnTo>
                  <a:pt x="85725" y="185738"/>
                </a:lnTo>
                <a:lnTo>
                  <a:pt x="85725" y="176213"/>
                </a:lnTo>
                <a:lnTo>
                  <a:pt x="90488" y="171450"/>
                </a:lnTo>
                <a:lnTo>
                  <a:pt x="95250" y="166688"/>
                </a:lnTo>
                <a:lnTo>
                  <a:pt x="100013" y="161925"/>
                </a:lnTo>
                <a:lnTo>
                  <a:pt x="104775" y="157163"/>
                </a:lnTo>
                <a:lnTo>
                  <a:pt x="104775" y="147638"/>
                </a:lnTo>
                <a:lnTo>
                  <a:pt x="104775" y="138113"/>
                </a:lnTo>
                <a:lnTo>
                  <a:pt x="109538" y="133350"/>
                </a:lnTo>
                <a:lnTo>
                  <a:pt x="114300" y="128588"/>
                </a:lnTo>
                <a:lnTo>
                  <a:pt x="119063" y="123825"/>
                </a:lnTo>
                <a:lnTo>
                  <a:pt x="123825" y="119063"/>
                </a:lnTo>
                <a:lnTo>
                  <a:pt x="128588" y="114300"/>
                </a:lnTo>
                <a:lnTo>
                  <a:pt x="138113" y="114300"/>
                </a:lnTo>
                <a:lnTo>
                  <a:pt x="142875" y="109538"/>
                </a:lnTo>
                <a:lnTo>
                  <a:pt x="147638" y="104775"/>
                </a:lnTo>
                <a:lnTo>
                  <a:pt x="152400" y="100013"/>
                </a:lnTo>
                <a:lnTo>
                  <a:pt x="157163" y="95250"/>
                </a:lnTo>
                <a:lnTo>
                  <a:pt x="161925" y="90488"/>
                </a:lnTo>
                <a:lnTo>
                  <a:pt x="166688" y="85725"/>
                </a:lnTo>
                <a:lnTo>
                  <a:pt x="176213" y="85725"/>
                </a:lnTo>
                <a:lnTo>
                  <a:pt x="180975" y="80963"/>
                </a:lnTo>
                <a:lnTo>
                  <a:pt x="185738" y="76200"/>
                </a:lnTo>
                <a:lnTo>
                  <a:pt x="190500" y="71438"/>
                </a:lnTo>
                <a:lnTo>
                  <a:pt x="195263" y="66675"/>
                </a:lnTo>
                <a:lnTo>
                  <a:pt x="204788" y="66675"/>
                </a:lnTo>
                <a:lnTo>
                  <a:pt x="209550" y="61913"/>
                </a:lnTo>
                <a:lnTo>
                  <a:pt x="214313" y="57150"/>
                </a:lnTo>
                <a:lnTo>
                  <a:pt x="223838" y="57150"/>
                </a:lnTo>
                <a:lnTo>
                  <a:pt x="228600" y="52388"/>
                </a:lnTo>
                <a:lnTo>
                  <a:pt x="233363" y="47625"/>
                </a:lnTo>
                <a:lnTo>
                  <a:pt x="242888" y="47625"/>
                </a:lnTo>
                <a:lnTo>
                  <a:pt x="247650" y="42863"/>
                </a:lnTo>
                <a:lnTo>
                  <a:pt x="252413" y="38100"/>
                </a:lnTo>
                <a:lnTo>
                  <a:pt x="261938" y="38100"/>
                </a:lnTo>
                <a:lnTo>
                  <a:pt x="271463" y="38100"/>
                </a:lnTo>
                <a:lnTo>
                  <a:pt x="276225" y="33338"/>
                </a:lnTo>
                <a:lnTo>
                  <a:pt x="280988" y="28575"/>
                </a:lnTo>
                <a:lnTo>
                  <a:pt x="290513" y="28575"/>
                </a:lnTo>
                <a:lnTo>
                  <a:pt x="300038" y="28575"/>
                </a:lnTo>
                <a:lnTo>
                  <a:pt x="304800" y="23813"/>
                </a:lnTo>
                <a:lnTo>
                  <a:pt x="309563" y="19050"/>
                </a:lnTo>
                <a:lnTo>
                  <a:pt x="319088" y="19050"/>
                </a:lnTo>
                <a:lnTo>
                  <a:pt x="328613" y="19050"/>
                </a:lnTo>
                <a:lnTo>
                  <a:pt x="333375" y="14288"/>
                </a:lnTo>
                <a:lnTo>
                  <a:pt x="338138" y="9525"/>
                </a:lnTo>
                <a:lnTo>
                  <a:pt x="347663" y="9525"/>
                </a:lnTo>
                <a:lnTo>
                  <a:pt x="357188" y="9525"/>
                </a:lnTo>
                <a:lnTo>
                  <a:pt x="366713" y="9525"/>
                </a:lnTo>
                <a:lnTo>
                  <a:pt x="376238" y="9525"/>
                </a:lnTo>
                <a:lnTo>
                  <a:pt x="381000" y="4763"/>
                </a:lnTo>
                <a:close/>
              </a:path>
            </a:pathLst>
          </a:custGeom>
          <a:solidFill xmlns:a="http://schemas.openxmlformats.org/drawingml/2006/main">
            <a:srgbClr val="BABABA"/>
          </a:solidFill>
          <a:ln xmlns:a="http://schemas.openxmlformats.org/drawingml/2006/main" w="0">
            <a:noFill/>
            <a:prstDash val="solid"/>
          </a:ln>
        </p:spPr>
      </p:sp>
      <p:sp>
        <p:nvSpPr>
          <p:cNvPr id="24" name="deep-skill-chaining-source-component-0-gradient-188-0">
            <a:extLst xmlns:a="http://schemas.openxmlformats.org/drawingml/2006/main">
              <a:ext uri="{FF2B5EF4-FFF2-40B4-BE49-F238E27FC236}">
                <a16:creationId xmlns:a16="http://schemas.microsoft.com/office/drawing/2014/main" id="{0A87AF84-AE22-4AC9-A5BB-0D8B4EB3E64E}"/>
              </a:ext>
            </a:extLst>
          </p:cNvPr>
          <p:cNvSpPr>
            <a:spLocks xmlns:a="http://schemas.openxmlformats.org/drawingml/2006/main" noGrp="1"/>
          </p:cNvSpPr>
          <p:nvPr/>
        </p:nvSpPr>
        <p:spPr>
          <a:xfrm xmlns:a="http://schemas.openxmlformats.org/drawingml/2006/main" rot="0">
            <a:off x="7143750" y="714375"/>
            <a:ext cx="904875" cy="800100"/>
          </a:xfrm>
          <a:custGeom xmlns:a="http://schemas.openxmlformats.org/drawingml/2006/main">
            <a:pathLst>
              <a:path w="904875" h="800100">
                <a:moveTo>
                  <a:pt x="361950" y="4763"/>
                </a:move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2925" y="4763"/>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47700" y="33338"/>
                </a:lnTo>
                <a:lnTo>
                  <a:pt x="652463" y="38100"/>
                </a:lnTo>
                <a:lnTo>
                  <a:pt x="661988" y="38100"/>
                </a:lnTo>
                <a:lnTo>
                  <a:pt x="671513" y="38100"/>
                </a:lnTo>
                <a:lnTo>
                  <a:pt x="676275" y="42863"/>
                </a:lnTo>
                <a:lnTo>
                  <a:pt x="681038" y="47625"/>
                </a:lnTo>
                <a:lnTo>
                  <a:pt x="690563" y="47625"/>
                </a:lnTo>
                <a:lnTo>
                  <a:pt x="695325" y="52388"/>
                </a:lnTo>
                <a:lnTo>
                  <a:pt x="700088" y="57150"/>
                </a:lnTo>
                <a:lnTo>
                  <a:pt x="704850" y="61913"/>
                </a:lnTo>
                <a:lnTo>
                  <a:pt x="709613" y="66675"/>
                </a:lnTo>
                <a:lnTo>
                  <a:pt x="719138" y="66675"/>
                </a:lnTo>
                <a:lnTo>
                  <a:pt x="723900" y="71438"/>
                </a:lnTo>
                <a:lnTo>
                  <a:pt x="728663" y="76200"/>
                </a:lnTo>
                <a:lnTo>
                  <a:pt x="733425" y="80963"/>
                </a:lnTo>
                <a:lnTo>
                  <a:pt x="738188" y="85725"/>
                </a:lnTo>
                <a:lnTo>
                  <a:pt x="747713" y="85725"/>
                </a:lnTo>
                <a:lnTo>
                  <a:pt x="752475" y="90488"/>
                </a:lnTo>
                <a:lnTo>
                  <a:pt x="757238" y="95250"/>
                </a:lnTo>
                <a:lnTo>
                  <a:pt x="762000" y="100013"/>
                </a:lnTo>
                <a:lnTo>
                  <a:pt x="766763" y="104775"/>
                </a:lnTo>
                <a:lnTo>
                  <a:pt x="771525" y="109538"/>
                </a:lnTo>
                <a:lnTo>
                  <a:pt x="776288" y="114300"/>
                </a:lnTo>
                <a:lnTo>
                  <a:pt x="781050" y="119063"/>
                </a:lnTo>
                <a:lnTo>
                  <a:pt x="785813" y="123825"/>
                </a:lnTo>
                <a:lnTo>
                  <a:pt x="790575" y="128588"/>
                </a:lnTo>
                <a:lnTo>
                  <a:pt x="795338" y="133350"/>
                </a:lnTo>
                <a:lnTo>
                  <a:pt x="800100" y="138113"/>
                </a:lnTo>
                <a:lnTo>
                  <a:pt x="804863" y="142875"/>
                </a:lnTo>
                <a:lnTo>
                  <a:pt x="809625" y="147638"/>
                </a:lnTo>
                <a:lnTo>
                  <a:pt x="814388" y="152400"/>
                </a:lnTo>
                <a:lnTo>
                  <a:pt x="819150" y="157163"/>
                </a:lnTo>
                <a:lnTo>
                  <a:pt x="819150" y="166688"/>
                </a:lnTo>
                <a:lnTo>
                  <a:pt x="823913" y="171450"/>
                </a:lnTo>
                <a:lnTo>
                  <a:pt x="828675" y="176213"/>
                </a:lnTo>
                <a:lnTo>
                  <a:pt x="833438" y="180975"/>
                </a:lnTo>
                <a:lnTo>
                  <a:pt x="838200" y="185738"/>
                </a:lnTo>
                <a:lnTo>
                  <a:pt x="838200" y="195263"/>
                </a:lnTo>
                <a:lnTo>
                  <a:pt x="838200" y="204788"/>
                </a:lnTo>
                <a:lnTo>
                  <a:pt x="842963" y="209550"/>
                </a:lnTo>
                <a:lnTo>
                  <a:pt x="847725" y="214313"/>
                </a:lnTo>
                <a:lnTo>
                  <a:pt x="852488" y="219075"/>
                </a:lnTo>
                <a:lnTo>
                  <a:pt x="857250" y="223838"/>
                </a:lnTo>
                <a:lnTo>
                  <a:pt x="862013" y="228600"/>
                </a:lnTo>
                <a:lnTo>
                  <a:pt x="866775" y="233363"/>
                </a:lnTo>
                <a:lnTo>
                  <a:pt x="871538" y="238125"/>
                </a:lnTo>
                <a:lnTo>
                  <a:pt x="876300" y="242888"/>
                </a:lnTo>
                <a:lnTo>
                  <a:pt x="876300" y="252413"/>
                </a:lnTo>
                <a:lnTo>
                  <a:pt x="876300" y="261938"/>
                </a:lnTo>
                <a:lnTo>
                  <a:pt x="876300" y="271463"/>
                </a:lnTo>
                <a:lnTo>
                  <a:pt x="876300" y="280988"/>
                </a:lnTo>
                <a:lnTo>
                  <a:pt x="876300" y="290513"/>
                </a:lnTo>
                <a:lnTo>
                  <a:pt x="876300" y="300038"/>
                </a:lnTo>
                <a:lnTo>
                  <a:pt x="876300" y="309563"/>
                </a:lnTo>
                <a:lnTo>
                  <a:pt x="881063" y="314325"/>
                </a:lnTo>
                <a:lnTo>
                  <a:pt x="885825" y="319088"/>
                </a:lnTo>
                <a:lnTo>
                  <a:pt x="885825" y="328613"/>
                </a:lnTo>
                <a:lnTo>
                  <a:pt x="885825" y="338138"/>
                </a:lnTo>
                <a:lnTo>
                  <a:pt x="890588" y="342900"/>
                </a:lnTo>
                <a:lnTo>
                  <a:pt x="895350" y="347663"/>
                </a:lnTo>
                <a:lnTo>
                  <a:pt x="900113" y="352425"/>
                </a:lnTo>
                <a:lnTo>
                  <a:pt x="904875" y="357188"/>
                </a:lnTo>
                <a:lnTo>
                  <a:pt x="900113" y="361950"/>
                </a:lnTo>
                <a:lnTo>
                  <a:pt x="895350" y="366713"/>
                </a:lnTo>
                <a:lnTo>
                  <a:pt x="895350" y="376238"/>
                </a:lnTo>
                <a:lnTo>
                  <a:pt x="895350" y="385763"/>
                </a:lnTo>
                <a:lnTo>
                  <a:pt x="895350" y="395288"/>
                </a:lnTo>
                <a:lnTo>
                  <a:pt x="895350" y="404813"/>
                </a:lnTo>
                <a:lnTo>
                  <a:pt x="895350" y="414338"/>
                </a:lnTo>
                <a:lnTo>
                  <a:pt x="895350" y="423863"/>
                </a:lnTo>
                <a:lnTo>
                  <a:pt x="895350" y="433388"/>
                </a:lnTo>
                <a:lnTo>
                  <a:pt x="895350" y="442913"/>
                </a:lnTo>
                <a:lnTo>
                  <a:pt x="895350" y="452438"/>
                </a:lnTo>
                <a:lnTo>
                  <a:pt x="895350" y="461963"/>
                </a:lnTo>
                <a:lnTo>
                  <a:pt x="895350" y="471488"/>
                </a:lnTo>
                <a:lnTo>
                  <a:pt x="895350" y="481013"/>
                </a:lnTo>
                <a:lnTo>
                  <a:pt x="895350" y="490538"/>
                </a:lnTo>
                <a:lnTo>
                  <a:pt x="900113" y="495300"/>
                </a:lnTo>
                <a:lnTo>
                  <a:pt x="904875" y="500063"/>
                </a:lnTo>
                <a:lnTo>
                  <a:pt x="900113" y="504825"/>
                </a:lnTo>
                <a:lnTo>
                  <a:pt x="895350" y="509588"/>
                </a:lnTo>
                <a:lnTo>
                  <a:pt x="890588" y="514350"/>
                </a:lnTo>
                <a:lnTo>
                  <a:pt x="885825" y="519113"/>
                </a:lnTo>
                <a:lnTo>
                  <a:pt x="881063" y="523875"/>
                </a:lnTo>
                <a:lnTo>
                  <a:pt x="876300" y="528638"/>
                </a:lnTo>
                <a:lnTo>
                  <a:pt x="876300" y="538163"/>
                </a:lnTo>
                <a:lnTo>
                  <a:pt x="876300" y="547688"/>
                </a:lnTo>
                <a:lnTo>
                  <a:pt x="876300" y="557213"/>
                </a:lnTo>
                <a:lnTo>
                  <a:pt x="871538" y="561975"/>
                </a:lnTo>
                <a:lnTo>
                  <a:pt x="866775" y="566738"/>
                </a:lnTo>
                <a:lnTo>
                  <a:pt x="866775" y="576263"/>
                </a:lnTo>
                <a:lnTo>
                  <a:pt x="866775" y="585788"/>
                </a:lnTo>
                <a:lnTo>
                  <a:pt x="866775" y="595313"/>
                </a:lnTo>
                <a:lnTo>
                  <a:pt x="862013" y="600075"/>
                </a:lnTo>
                <a:lnTo>
                  <a:pt x="857250" y="604838"/>
                </a:lnTo>
                <a:lnTo>
                  <a:pt x="857250" y="614363"/>
                </a:lnTo>
                <a:lnTo>
                  <a:pt x="852488" y="619125"/>
                </a:lnTo>
                <a:lnTo>
                  <a:pt x="847725" y="623888"/>
                </a:lnTo>
                <a:lnTo>
                  <a:pt x="842963" y="628650"/>
                </a:lnTo>
                <a:lnTo>
                  <a:pt x="838200" y="633413"/>
                </a:lnTo>
                <a:lnTo>
                  <a:pt x="833438" y="638175"/>
                </a:lnTo>
                <a:lnTo>
                  <a:pt x="828675" y="642938"/>
                </a:lnTo>
                <a:lnTo>
                  <a:pt x="823913" y="647700"/>
                </a:lnTo>
                <a:lnTo>
                  <a:pt x="819150" y="652463"/>
                </a:lnTo>
                <a:lnTo>
                  <a:pt x="819150" y="661988"/>
                </a:lnTo>
                <a:lnTo>
                  <a:pt x="814388" y="666750"/>
                </a:lnTo>
                <a:lnTo>
                  <a:pt x="809625" y="671513"/>
                </a:lnTo>
                <a:lnTo>
                  <a:pt x="804863" y="676275"/>
                </a:lnTo>
                <a:lnTo>
                  <a:pt x="800100" y="681038"/>
                </a:lnTo>
                <a:lnTo>
                  <a:pt x="795338" y="685800"/>
                </a:lnTo>
                <a:lnTo>
                  <a:pt x="790575" y="690563"/>
                </a:lnTo>
                <a:lnTo>
                  <a:pt x="785813" y="695325"/>
                </a:lnTo>
                <a:lnTo>
                  <a:pt x="776288" y="695325"/>
                </a:lnTo>
                <a:lnTo>
                  <a:pt x="771525" y="700088"/>
                </a:lnTo>
                <a:lnTo>
                  <a:pt x="766763" y="704850"/>
                </a:lnTo>
                <a:lnTo>
                  <a:pt x="762000" y="709613"/>
                </a:lnTo>
                <a:lnTo>
                  <a:pt x="757238" y="714375"/>
                </a:lnTo>
                <a:lnTo>
                  <a:pt x="747713" y="714375"/>
                </a:lnTo>
                <a:lnTo>
                  <a:pt x="742950" y="719138"/>
                </a:lnTo>
                <a:lnTo>
                  <a:pt x="738188" y="723900"/>
                </a:lnTo>
                <a:lnTo>
                  <a:pt x="733425" y="728663"/>
                </a:lnTo>
                <a:lnTo>
                  <a:pt x="728663" y="733425"/>
                </a:lnTo>
                <a:lnTo>
                  <a:pt x="719138" y="733425"/>
                </a:lnTo>
                <a:lnTo>
                  <a:pt x="714375" y="738188"/>
                </a:lnTo>
                <a:lnTo>
                  <a:pt x="709613" y="742950"/>
                </a:lnTo>
                <a:lnTo>
                  <a:pt x="700088" y="742950"/>
                </a:lnTo>
                <a:lnTo>
                  <a:pt x="695325" y="747713"/>
                </a:lnTo>
                <a:lnTo>
                  <a:pt x="690563" y="752475"/>
                </a:lnTo>
                <a:lnTo>
                  <a:pt x="681038" y="752475"/>
                </a:lnTo>
                <a:lnTo>
                  <a:pt x="676275" y="757238"/>
                </a:lnTo>
                <a:lnTo>
                  <a:pt x="671513" y="762000"/>
                </a:lnTo>
                <a:lnTo>
                  <a:pt x="661988" y="762000"/>
                </a:lnTo>
                <a:lnTo>
                  <a:pt x="652463" y="762000"/>
                </a:lnTo>
                <a:lnTo>
                  <a:pt x="647700" y="766763"/>
                </a:lnTo>
                <a:lnTo>
                  <a:pt x="642938" y="771525"/>
                </a:lnTo>
                <a:lnTo>
                  <a:pt x="633413" y="771525"/>
                </a:lnTo>
                <a:lnTo>
                  <a:pt x="623888" y="771525"/>
                </a:lnTo>
                <a:lnTo>
                  <a:pt x="619125" y="776288"/>
                </a:lnTo>
                <a:lnTo>
                  <a:pt x="614363" y="781050"/>
                </a:lnTo>
                <a:lnTo>
                  <a:pt x="604838" y="781050"/>
                </a:lnTo>
                <a:lnTo>
                  <a:pt x="595313" y="781050"/>
                </a:lnTo>
                <a:lnTo>
                  <a:pt x="585788" y="781050"/>
                </a:lnTo>
                <a:lnTo>
                  <a:pt x="581025" y="785813"/>
                </a:lnTo>
                <a:lnTo>
                  <a:pt x="576263" y="790575"/>
                </a:lnTo>
                <a:lnTo>
                  <a:pt x="566738" y="790575"/>
                </a:lnTo>
                <a:lnTo>
                  <a:pt x="557213" y="790575"/>
                </a:lnTo>
                <a:lnTo>
                  <a:pt x="547688" y="790575"/>
                </a:lnTo>
                <a:lnTo>
                  <a:pt x="538163" y="790575"/>
                </a:lnTo>
                <a:lnTo>
                  <a:pt x="533400" y="795338"/>
                </a:lnTo>
                <a:lnTo>
                  <a:pt x="528638" y="800100"/>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395288" y="800100"/>
                </a:lnTo>
                <a:lnTo>
                  <a:pt x="385763" y="800100"/>
                </a:lnTo>
                <a:lnTo>
                  <a:pt x="376238" y="800100"/>
                </a:lnTo>
                <a:lnTo>
                  <a:pt x="371475" y="795338"/>
                </a:lnTo>
                <a:lnTo>
                  <a:pt x="366713" y="790575"/>
                </a:lnTo>
                <a:lnTo>
                  <a:pt x="357188" y="790575"/>
                </a:lnTo>
                <a:lnTo>
                  <a:pt x="347663" y="790575"/>
                </a:lnTo>
                <a:lnTo>
                  <a:pt x="338138" y="790575"/>
                </a:lnTo>
                <a:lnTo>
                  <a:pt x="328613" y="790575"/>
                </a:lnTo>
                <a:lnTo>
                  <a:pt x="323850" y="785813"/>
                </a:lnTo>
                <a:lnTo>
                  <a:pt x="319088" y="781050"/>
                </a:lnTo>
                <a:lnTo>
                  <a:pt x="309563" y="781050"/>
                </a:lnTo>
                <a:lnTo>
                  <a:pt x="300038" y="781050"/>
                </a:lnTo>
                <a:lnTo>
                  <a:pt x="290513" y="781050"/>
                </a:lnTo>
                <a:lnTo>
                  <a:pt x="285750" y="776288"/>
                </a:lnTo>
                <a:lnTo>
                  <a:pt x="280988" y="771525"/>
                </a:lnTo>
                <a:lnTo>
                  <a:pt x="271463" y="771525"/>
                </a:lnTo>
                <a:lnTo>
                  <a:pt x="261938" y="771525"/>
                </a:lnTo>
                <a:lnTo>
                  <a:pt x="257175" y="766763"/>
                </a:lnTo>
                <a:lnTo>
                  <a:pt x="252413" y="762000"/>
                </a:lnTo>
                <a:lnTo>
                  <a:pt x="242888" y="762000"/>
                </a:lnTo>
                <a:lnTo>
                  <a:pt x="238125" y="757238"/>
                </a:lnTo>
                <a:lnTo>
                  <a:pt x="233363" y="752475"/>
                </a:lnTo>
                <a:lnTo>
                  <a:pt x="223838" y="752475"/>
                </a:lnTo>
                <a:lnTo>
                  <a:pt x="214313" y="752475"/>
                </a:lnTo>
                <a:lnTo>
                  <a:pt x="209550" y="747713"/>
                </a:lnTo>
                <a:lnTo>
                  <a:pt x="204788" y="742950"/>
                </a:lnTo>
                <a:lnTo>
                  <a:pt x="200025" y="738188"/>
                </a:lnTo>
                <a:lnTo>
                  <a:pt x="195263" y="733425"/>
                </a:lnTo>
                <a:lnTo>
                  <a:pt x="185738" y="733425"/>
                </a:lnTo>
                <a:lnTo>
                  <a:pt x="180975" y="728663"/>
                </a:lnTo>
                <a:lnTo>
                  <a:pt x="176213" y="723900"/>
                </a:lnTo>
                <a:lnTo>
                  <a:pt x="166688" y="723900"/>
                </a:lnTo>
                <a:lnTo>
                  <a:pt x="161925" y="719138"/>
                </a:lnTo>
                <a:lnTo>
                  <a:pt x="157163" y="714375"/>
                </a:lnTo>
                <a:lnTo>
                  <a:pt x="147638" y="714375"/>
                </a:lnTo>
                <a:lnTo>
                  <a:pt x="142875" y="709613"/>
                </a:lnTo>
                <a:lnTo>
                  <a:pt x="138113" y="704850"/>
                </a:lnTo>
                <a:lnTo>
                  <a:pt x="133350" y="700088"/>
                </a:lnTo>
                <a:lnTo>
                  <a:pt x="128588" y="695325"/>
                </a:lnTo>
                <a:lnTo>
                  <a:pt x="123825" y="690563"/>
                </a:lnTo>
                <a:lnTo>
                  <a:pt x="119063" y="685800"/>
                </a:lnTo>
                <a:lnTo>
                  <a:pt x="109538" y="685800"/>
                </a:lnTo>
                <a:lnTo>
                  <a:pt x="104775" y="681038"/>
                </a:lnTo>
                <a:lnTo>
                  <a:pt x="104775" y="671513"/>
                </a:lnTo>
                <a:lnTo>
                  <a:pt x="100013" y="666750"/>
                </a:lnTo>
                <a:lnTo>
                  <a:pt x="90488" y="666750"/>
                </a:lnTo>
                <a:lnTo>
                  <a:pt x="85725" y="661988"/>
                </a:lnTo>
                <a:lnTo>
                  <a:pt x="80963" y="657225"/>
                </a:lnTo>
                <a:lnTo>
                  <a:pt x="76200" y="652463"/>
                </a:lnTo>
                <a:lnTo>
                  <a:pt x="71438" y="647700"/>
                </a:lnTo>
                <a:lnTo>
                  <a:pt x="66675" y="642938"/>
                </a:lnTo>
                <a:lnTo>
                  <a:pt x="66675" y="633413"/>
                </a:lnTo>
                <a:lnTo>
                  <a:pt x="61913" y="628650"/>
                </a:lnTo>
                <a:lnTo>
                  <a:pt x="57150" y="623888"/>
                </a:lnTo>
                <a:lnTo>
                  <a:pt x="57150" y="614363"/>
                </a:lnTo>
                <a:lnTo>
                  <a:pt x="52388" y="609600"/>
                </a:lnTo>
                <a:lnTo>
                  <a:pt x="47625" y="604838"/>
                </a:lnTo>
                <a:lnTo>
                  <a:pt x="47625" y="595313"/>
                </a:lnTo>
                <a:lnTo>
                  <a:pt x="47625" y="585788"/>
                </a:lnTo>
                <a:lnTo>
                  <a:pt x="47625" y="576263"/>
                </a:lnTo>
                <a:lnTo>
                  <a:pt x="47625" y="566738"/>
                </a:lnTo>
                <a:lnTo>
                  <a:pt x="42863" y="561975"/>
                </a:lnTo>
                <a:lnTo>
                  <a:pt x="38100" y="557213"/>
                </a:lnTo>
                <a:lnTo>
                  <a:pt x="38100" y="547688"/>
                </a:lnTo>
                <a:lnTo>
                  <a:pt x="33338" y="542925"/>
                </a:lnTo>
                <a:lnTo>
                  <a:pt x="28575" y="538163"/>
                </a:lnTo>
                <a:lnTo>
                  <a:pt x="23813" y="533400"/>
                </a:lnTo>
                <a:lnTo>
                  <a:pt x="19050" y="528638"/>
                </a:lnTo>
                <a:lnTo>
                  <a:pt x="19050" y="519113"/>
                </a:lnTo>
                <a:lnTo>
                  <a:pt x="19050" y="509588"/>
                </a:lnTo>
                <a:lnTo>
                  <a:pt x="19050" y="500063"/>
                </a:lnTo>
                <a:lnTo>
                  <a:pt x="19050" y="490538"/>
                </a:lnTo>
                <a:lnTo>
                  <a:pt x="19050" y="481013"/>
                </a:lnTo>
                <a:lnTo>
                  <a:pt x="19050" y="471488"/>
                </a:lnTo>
                <a:lnTo>
                  <a:pt x="19050" y="461963"/>
                </a:lnTo>
                <a:lnTo>
                  <a:pt x="19050" y="452438"/>
                </a:lnTo>
                <a:lnTo>
                  <a:pt x="14288" y="447675"/>
                </a:lnTo>
                <a:lnTo>
                  <a:pt x="9525" y="442913"/>
                </a:lnTo>
                <a:lnTo>
                  <a:pt x="9525" y="433388"/>
                </a:lnTo>
                <a:lnTo>
                  <a:pt x="4763" y="428625"/>
                </a:lnTo>
                <a:lnTo>
                  <a:pt x="0" y="423863"/>
                </a:lnTo>
                <a:lnTo>
                  <a:pt x="0" y="414338"/>
                </a:lnTo>
                <a:lnTo>
                  <a:pt x="0" y="404813"/>
                </a:lnTo>
                <a:lnTo>
                  <a:pt x="4763" y="400050"/>
                </a:lnTo>
                <a:lnTo>
                  <a:pt x="9525" y="395288"/>
                </a:lnTo>
                <a:lnTo>
                  <a:pt x="9525" y="385763"/>
                </a:lnTo>
                <a:lnTo>
                  <a:pt x="9525" y="376238"/>
                </a:lnTo>
                <a:lnTo>
                  <a:pt x="9525" y="366713"/>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33338" y="285750"/>
                </a:lnTo>
                <a:lnTo>
                  <a:pt x="38100" y="280988"/>
                </a:lnTo>
                <a:lnTo>
                  <a:pt x="38100" y="271463"/>
                </a:lnTo>
                <a:lnTo>
                  <a:pt x="38100" y="261938"/>
                </a:lnTo>
                <a:lnTo>
                  <a:pt x="38100" y="252413"/>
                </a:lnTo>
                <a:lnTo>
                  <a:pt x="38100" y="242888"/>
                </a:lnTo>
                <a:lnTo>
                  <a:pt x="42863" y="238125"/>
                </a:lnTo>
                <a:lnTo>
                  <a:pt x="47625" y="233363"/>
                </a:lnTo>
                <a:lnTo>
                  <a:pt x="47625" y="223838"/>
                </a:lnTo>
                <a:lnTo>
                  <a:pt x="52388" y="219075"/>
                </a:lnTo>
                <a:lnTo>
                  <a:pt x="57150" y="214313"/>
                </a:lnTo>
                <a:lnTo>
                  <a:pt x="61913" y="209550"/>
                </a:lnTo>
                <a:lnTo>
                  <a:pt x="66675" y="204788"/>
                </a:lnTo>
                <a:lnTo>
                  <a:pt x="71438" y="200025"/>
                </a:lnTo>
                <a:lnTo>
                  <a:pt x="76200" y="195263"/>
                </a:lnTo>
                <a:lnTo>
                  <a:pt x="80963" y="190500"/>
                </a:lnTo>
                <a:lnTo>
                  <a:pt x="85725" y="185738"/>
                </a:lnTo>
                <a:lnTo>
                  <a:pt x="85725" y="176213"/>
                </a:lnTo>
                <a:lnTo>
                  <a:pt x="90488" y="171450"/>
                </a:lnTo>
                <a:lnTo>
                  <a:pt x="95250" y="166688"/>
                </a:lnTo>
                <a:lnTo>
                  <a:pt x="95250" y="157163"/>
                </a:lnTo>
                <a:lnTo>
                  <a:pt x="95250" y="147638"/>
                </a:lnTo>
                <a:lnTo>
                  <a:pt x="95250" y="138113"/>
                </a:lnTo>
                <a:lnTo>
                  <a:pt x="100013" y="133350"/>
                </a:lnTo>
                <a:lnTo>
                  <a:pt x="104775" y="128588"/>
                </a:lnTo>
                <a:lnTo>
                  <a:pt x="109538" y="123825"/>
                </a:lnTo>
                <a:lnTo>
                  <a:pt x="114300" y="119063"/>
                </a:lnTo>
                <a:lnTo>
                  <a:pt x="119063" y="114300"/>
                </a:lnTo>
                <a:lnTo>
                  <a:pt x="128588" y="114300"/>
                </a:lnTo>
                <a:lnTo>
                  <a:pt x="133350" y="109538"/>
                </a:lnTo>
                <a:lnTo>
                  <a:pt x="138113" y="104775"/>
                </a:lnTo>
                <a:lnTo>
                  <a:pt x="142875" y="100013"/>
                </a:lnTo>
                <a:lnTo>
                  <a:pt x="147638" y="95250"/>
                </a:lnTo>
                <a:lnTo>
                  <a:pt x="152400" y="90488"/>
                </a:lnTo>
                <a:lnTo>
                  <a:pt x="157163" y="85725"/>
                </a:lnTo>
                <a:lnTo>
                  <a:pt x="161925" y="80963"/>
                </a:lnTo>
                <a:lnTo>
                  <a:pt x="166688" y="76200"/>
                </a:lnTo>
                <a:lnTo>
                  <a:pt x="171450" y="71438"/>
                </a:lnTo>
                <a:lnTo>
                  <a:pt x="176213" y="66675"/>
                </a:lnTo>
                <a:lnTo>
                  <a:pt x="185738" y="66675"/>
                </a:lnTo>
                <a:lnTo>
                  <a:pt x="190500" y="61913"/>
                </a:lnTo>
                <a:lnTo>
                  <a:pt x="195263" y="57150"/>
                </a:lnTo>
                <a:lnTo>
                  <a:pt x="204788" y="57150"/>
                </a:lnTo>
                <a:lnTo>
                  <a:pt x="209550" y="52388"/>
                </a:lnTo>
                <a:lnTo>
                  <a:pt x="214313" y="47625"/>
                </a:lnTo>
                <a:lnTo>
                  <a:pt x="223838" y="47625"/>
                </a:lnTo>
                <a:lnTo>
                  <a:pt x="228600" y="42863"/>
                </a:lnTo>
                <a:lnTo>
                  <a:pt x="233363" y="38100"/>
                </a:lnTo>
                <a:lnTo>
                  <a:pt x="242888" y="38100"/>
                </a:lnTo>
                <a:lnTo>
                  <a:pt x="252413" y="38100"/>
                </a:lnTo>
                <a:lnTo>
                  <a:pt x="257175" y="33338"/>
                </a:lnTo>
                <a:lnTo>
                  <a:pt x="261938" y="28575"/>
                </a:lnTo>
                <a:lnTo>
                  <a:pt x="271463" y="28575"/>
                </a:lnTo>
                <a:lnTo>
                  <a:pt x="280988" y="28575"/>
                </a:lnTo>
                <a:lnTo>
                  <a:pt x="285750" y="23813"/>
                </a:lnTo>
                <a:lnTo>
                  <a:pt x="290513" y="19050"/>
                </a:lnTo>
                <a:lnTo>
                  <a:pt x="300038" y="19050"/>
                </a:lnTo>
                <a:lnTo>
                  <a:pt x="309563" y="19050"/>
                </a:lnTo>
                <a:lnTo>
                  <a:pt x="314325" y="14288"/>
                </a:lnTo>
                <a:lnTo>
                  <a:pt x="319088" y="9525"/>
                </a:lnTo>
                <a:lnTo>
                  <a:pt x="328613" y="9525"/>
                </a:lnTo>
                <a:lnTo>
                  <a:pt x="338138" y="9525"/>
                </a:lnTo>
                <a:lnTo>
                  <a:pt x="347663" y="9525"/>
                </a:lnTo>
                <a:lnTo>
                  <a:pt x="357188" y="9525"/>
                </a:lnTo>
                <a:lnTo>
                  <a:pt x="361950" y="4763"/>
                </a:lnTo>
                <a:close/>
              </a:path>
            </a:pathLst>
          </a:custGeom>
          <a:solidFill xmlns:a="http://schemas.openxmlformats.org/drawingml/2006/main">
            <a:srgbClr val="BCBCBC"/>
          </a:solidFill>
          <a:ln xmlns:a="http://schemas.openxmlformats.org/drawingml/2006/main" w="0">
            <a:noFill/>
            <a:prstDash val="solid"/>
          </a:ln>
        </p:spPr>
      </p:sp>
      <p:sp>
        <p:nvSpPr>
          <p:cNvPr id="25" name="deep-skill-chaining-source-component-0-gradient-190-0">
            <a:extLst xmlns:a="http://schemas.openxmlformats.org/drawingml/2006/main">
              <a:ext uri="{FF2B5EF4-FFF2-40B4-BE49-F238E27FC236}">
                <a16:creationId xmlns:a16="http://schemas.microsoft.com/office/drawing/2014/main" id="{6A4D048A-1133-4962-B244-4F5C9A8DD71D}"/>
              </a:ext>
            </a:extLst>
          </p:cNvPr>
          <p:cNvSpPr>
            <a:spLocks xmlns:a="http://schemas.openxmlformats.org/drawingml/2006/main" noGrp="1"/>
          </p:cNvSpPr>
          <p:nvPr/>
        </p:nvSpPr>
        <p:spPr>
          <a:xfrm xmlns:a="http://schemas.openxmlformats.org/drawingml/2006/main" rot="0">
            <a:off x="7153275" y="714375"/>
            <a:ext cx="876300" cy="800100"/>
          </a:xfrm>
          <a:custGeom xmlns:a="http://schemas.openxmlformats.org/drawingml/2006/main">
            <a:pathLst>
              <a:path w="876300" h="800100">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2450" y="14288"/>
                </a:lnTo>
                <a:lnTo>
                  <a:pt x="557213" y="19050"/>
                </a:lnTo>
                <a:lnTo>
                  <a:pt x="561975" y="14288"/>
                </a:lnTo>
                <a:lnTo>
                  <a:pt x="566738" y="9525"/>
                </a:lnTo>
                <a:lnTo>
                  <a:pt x="576263" y="9525"/>
                </a:lnTo>
                <a:lnTo>
                  <a:pt x="581025" y="14288"/>
                </a:lnTo>
                <a:lnTo>
                  <a:pt x="585788" y="19050"/>
                </a:lnTo>
                <a:lnTo>
                  <a:pt x="595313" y="19050"/>
                </a:lnTo>
                <a:lnTo>
                  <a:pt x="604838" y="19050"/>
                </a:lnTo>
                <a:lnTo>
                  <a:pt x="609600" y="23813"/>
                </a:lnTo>
                <a:lnTo>
                  <a:pt x="614363" y="28575"/>
                </a:lnTo>
                <a:lnTo>
                  <a:pt x="623888" y="28575"/>
                </a:lnTo>
                <a:lnTo>
                  <a:pt x="628650" y="33338"/>
                </a:lnTo>
                <a:lnTo>
                  <a:pt x="633413" y="38100"/>
                </a:lnTo>
                <a:lnTo>
                  <a:pt x="642938" y="38100"/>
                </a:lnTo>
                <a:lnTo>
                  <a:pt x="647700" y="42863"/>
                </a:lnTo>
                <a:lnTo>
                  <a:pt x="652463" y="47625"/>
                </a:lnTo>
                <a:lnTo>
                  <a:pt x="657225" y="42863"/>
                </a:lnTo>
                <a:lnTo>
                  <a:pt x="661988" y="38100"/>
                </a:lnTo>
                <a:lnTo>
                  <a:pt x="666750" y="42863"/>
                </a:lnTo>
                <a:lnTo>
                  <a:pt x="671513" y="47625"/>
                </a:lnTo>
                <a:lnTo>
                  <a:pt x="676275" y="52388"/>
                </a:lnTo>
                <a:lnTo>
                  <a:pt x="681038" y="57150"/>
                </a:lnTo>
                <a:lnTo>
                  <a:pt x="685800" y="61913"/>
                </a:lnTo>
                <a:lnTo>
                  <a:pt x="690563" y="66675"/>
                </a:lnTo>
                <a:lnTo>
                  <a:pt x="695325" y="71438"/>
                </a:lnTo>
                <a:lnTo>
                  <a:pt x="700088" y="76200"/>
                </a:lnTo>
                <a:lnTo>
                  <a:pt x="704850" y="80963"/>
                </a:lnTo>
                <a:lnTo>
                  <a:pt x="709613" y="85725"/>
                </a:lnTo>
                <a:lnTo>
                  <a:pt x="719138" y="85725"/>
                </a:lnTo>
                <a:lnTo>
                  <a:pt x="723900" y="90488"/>
                </a:lnTo>
                <a:lnTo>
                  <a:pt x="728663" y="95250"/>
                </a:lnTo>
                <a:lnTo>
                  <a:pt x="738188" y="95250"/>
                </a:lnTo>
                <a:lnTo>
                  <a:pt x="742950" y="100013"/>
                </a:lnTo>
                <a:lnTo>
                  <a:pt x="742950" y="109538"/>
                </a:lnTo>
                <a:lnTo>
                  <a:pt x="747713" y="114300"/>
                </a:lnTo>
                <a:lnTo>
                  <a:pt x="752475" y="119063"/>
                </a:lnTo>
                <a:lnTo>
                  <a:pt x="757238" y="123825"/>
                </a:lnTo>
                <a:lnTo>
                  <a:pt x="762000" y="128588"/>
                </a:lnTo>
                <a:lnTo>
                  <a:pt x="762000" y="138113"/>
                </a:lnTo>
                <a:lnTo>
                  <a:pt x="766763" y="142875"/>
                </a:lnTo>
                <a:lnTo>
                  <a:pt x="776288" y="142875"/>
                </a:lnTo>
                <a:lnTo>
                  <a:pt x="781050" y="147638"/>
                </a:lnTo>
                <a:lnTo>
                  <a:pt x="785813" y="152400"/>
                </a:lnTo>
                <a:lnTo>
                  <a:pt x="790575" y="157163"/>
                </a:lnTo>
                <a:lnTo>
                  <a:pt x="790575" y="166688"/>
                </a:lnTo>
                <a:lnTo>
                  <a:pt x="795338" y="171450"/>
                </a:lnTo>
                <a:lnTo>
                  <a:pt x="800100" y="176213"/>
                </a:lnTo>
                <a:lnTo>
                  <a:pt x="804863" y="180975"/>
                </a:lnTo>
                <a:lnTo>
                  <a:pt x="809625" y="185738"/>
                </a:lnTo>
                <a:lnTo>
                  <a:pt x="809625" y="195263"/>
                </a:lnTo>
                <a:lnTo>
                  <a:pt x="809625" y="204788"/>
                </a:lnTo>
                <a:lnTo>
                  <a:pt x="814388" y="209550"/>
                </a:lnTo>
                <a:lnTo>
                  <a:pt x="819150" y="214313"/>
                </a:lnTo>
                <a:lnTo>
                  <a:pt x="819150" y="223838"/>
                </a:lnTo>
                <a:lnTo>
                  <a:pt x="823913" y="228600"/>
                </a:lnTo>
                <a:lnTo>
                  <a:pt x="833438" y="228600"/>
                </a:lnTo>
                <a:lnTo>
                  <a:pt x="838200" y="233363"/>
                </a:lnTo>
                <a:lnTo>
                  <a:pt x="842963" y="238125"/>
                </a:lnTo>
                <a:lnTo>
                  <a:pt x="847725" y="242888"/>
                </a:lnTo>
                <a:lnTo>
                  <a:pt x="847725" y="252413"/>
                </a:lnTo>
                <a:lnTo>
                  <a:pt x="847725" y="261938"/>
                </a:lnTo>
                <a:lnTo>
                  <a:pt x="847725" y="271463"/>
                </a:lnTo>
                <a:lnTo>
                  <a:pt x="847725" y="280988"/>
                </a:lnTo>
                <a:lnTo>
                  <a:pt x="847725" y="290513"/>
                </a:lnTo>
                <a:lnTo>
                  <a:pt x="847725" y="300038"/>
                </a:lnTo>
                <a:lnTo>
                  <a:pt x="847725" y="309563"/>
                </a:lnTo>
                <a:lnTo>
                  <a:pt x="852488" y="314325"/>
                </a:lnTo>
                <a:lnTo>
                  <a:pt x="857250" y="319088"/>
                </a:lnTo>
                <a:lnTo>
                  <a:pt x="862013" y="323850"/>
                </a:lnTo>
                <a:lnTo>
                  <a:pt x="866775" y="328613"/>
                </a:lnTo>
                <a:lnTo>
                  <a:pt x="866775" y="338138"/>
                </a:lnTo>
                <a:lnTo>
                  <a:pt x="866775" y="347663"/>
                </a:lnTo>
                <a:lnTo>
                  <a:pt x="871538" y="352425"/>
                </a:lnTo>
                <a:lnTo>
                  <a:pt x="876300" y="357188"/>
                </a:lnTo>
                <a:lnTo>
                  <a:pt x="871538" y="361950"/>
                </a:lnTo>
                <a:lnTo>
                  <a:pt x="866775" y="366713"/>
                </a:lnTo>
                <a:lnTo>
                  <a:pt x="866775" y="376238"/>
                </a:lnTo>
                <a:lnTo>
                  <a:pt x="866775" y="385763"/>
                </a:lnTo>
                <a:lnTo>
                  <a:pt x="866775" y="395288"/>
                </a:lnTo>
                <a:lnTo>
                  <a:pt x="866775" y="404813"/>
                </a:lnTo>
                <a:lnTo>
                  <a:pt x="866775" y="414338"/>
                </a:lnTo>
                <a:lnTo>
                  <a:pt x="866775" y="423863"/>
                </a:lnTo>
                <a:lnTo>
                  <a:pt x="866775" y="433388"/>
                </a:lnTo>
                <a:lnTo>
                  <a:pt x="866775" y="442913"/>
                </a:lnTo>
                <a:lnTo>
                  <a:pt x="866775" y="452438"/>
                </a:lnTo>
                <a:lnTo>
                  <a:pt x="866775" y="461963"/>
                </a:lnTo>
                <a:lnTo>
                  <a:pt x="866775" y="471488"/>
                </a:lnTo>
                <a:lnTo>
                  <a:pt x="866775" y="481013"/>
                </a:lnTo>
                <a:lnTo>
                  <a:pt x="866775" y="490538"/>
                </a:lnTo>
                <a:lnTo>
                  <a:pt x="871538" y="495300"/>
                </a:lnTo>
                <a:lnTo>
                  <a:pt x="876300" y="500063"/>
                </a:lnTo>
                <a:lnTo>
                  <a:pt x="871538" y="504825"/>
                </a:lnTo>
                <a:lnTo>
                  <a:pt x="866775" y="509588"/>
                </a:lnTo>
                <a:lnTo>
                  <a:pt x="862013" y="514350"/>
                </a:lnTo>
                <a:lnTo>
                  <a:pt x="857250" y="519113"/>
                </a:lnTo>
                <a:lnTo>
                  <a:pt x="852488" y="523875"/>
                </a:lnTo>
                <a:lnTo>
                  <a:pt x="847725" y="528638"/>
                </a:lnTo>
                <a:lnTo>
                  <a:pt x="847725" y="538163"/>
                </a:lnTo>
                <a:lnTo>
                  <a:pt x="847725" y="547688"/>
                </a:lnTo>
                <a:lnTo>
                  <a:pt x="847725" y="557213"/>
                </a:lnTo>
                <a:lnTo>
                  <a:pt x="842963" y="561975"/>
                </a:lnTo>
                <a:lnTo>
                  <a:pt x="838200" y="566738"/>
                </a:lnTo>
                <a:lnTo>
                  <a:pt x="838200" y="576263"/>
                </a:lnTo>
                <a:lnTo>
                  <a:pt x="838200" y="585788"/>
                </a:lnTo>
                <a:lnTo>
                  <a:pt x="838200" y="595313"/>
                </a:lnTo>
                <a:lnTo>
                  <a:pt x="838200" y="604838"/>
                </a:lnTo>
                <a:lnTo>
                  <a:pt x="838200" y="614363"/>
                </a:lnTo>
                <a:lnTo>
                  <a:pt x="833438" y="619125"/>
                </a:lnTo>
                <a:lnTo>
                  <a:pt x="823913" y="619125"/>
                </a:lnTo>
                <a:lnTo>
                  <a:pt x="819150" y="623888"/>
                </a:lnTo>
                <a:lnTo>
                  <a:pt x="814388" y="628650"/>
                </a:lnTo>
                <a:lnTo>
                  <a:pt x="809625" y="633413"/>
                </a:lnTo>
                <a:lnTo>
                  <a:pt x="804863" y="638175"/>
                </a:lnTo>
                <a:lnTo>
                  <a:pt x="800100" y="642938"/>
                </a:lnTo>
                <a:lnTo>
                  <a:pt x="795338" y="647700"/>
                </a:lnTo>
                <a:lnTo>
                  <a:pt x="790575" y="652463"/>
                </a:lnTo>
                <a:lnTo>
                  <a:pt x="790575" y="661988"/>
                </a:lnTo>
                <a:lnTo>
                  <a:pt x="790575" y="671513"/>
                </a:lnTo>
                <a:lnTo>
                  <a:pt x="785813" y="676275"/>
                </a:lnTo>
                <a:lnTo>
                  <a:pt x="781050" y="681038"/>
                </a:lnTo>
                <a:lnTo>
                  <a:pt x="776288" y="685800"/>
                </a:lnTo>
                <a:lnTo>
                  <a:pt x="766763" y="685800"/>
                </a:lnTo>
                <a:lnTo>
                  <a:pt x="762000" y="690563"/>
                </a:lnTo>
                <a:lnTo>
                  <a:pt x="762000" y="700088"/>
                </a:lnTo>
                <a:lnTo>
                  <a:pt x="757238" y="704850"/>
                </a:lnTo>
                <a:lnTo>
                  <a:pt x="747713" y="704850"/>
                </a:lnTo>
                <a:lnTo>
                  <a:pt x="742950" y="709613"/>
                </a:lnTo>
                <a:lnTo>
                  <a:pt x="738188" y="714375"/>
                </a:lnTo>
                <a:lnTo>
                  <a:pt x="733425" y="719138"/>
                </a:lnTo>
                <a:lnTo>
                  <a:pt x="728663" y="723900"/>
                </a:lnTo>
                <a:lnTo>
                  <a:pt x="723900" y="728663"/>
                </a:lnTo>
                <a:lnTo>
                  <a:pt x="719138" y="733425"/>
                </a:lnTo>
                <a:lnTo>
                  <a:pt x="709613" y="733425"/>
                </a:lnTo>
                <a:lnTo>
                  <a:pt x="704850" y="738188"/>
                </a:lnTo>
                <a:lnTo>
                  <a:pt x="700088" y="742950"/>
                </a:lnTo>
                <a:lnTo>
                  <a:pt x="690563" y="742950"/>
                </a:lnTo>
                <a:lnTo>
                  <a:pt x="685800" y="747713"/>
                </a:lnTo>
                <a:lnTo>
                  <a:pt x="681038" y="752475"/>
                </a:lnTo>
                <a:lnTo>
                  <a:pt x="671513" y="752475"/>
                </a:lnTo>
                <a:lnTo>
                  <a:pt x="666750" y="757238"/>
                </a:lnTo>
                <a:lnTo>
                  <a:pt x="661988" y="762000"/>
                </a:lnTo>
                <a:lnTo>
                  <a:pt x="652463" y="762000"/>
                </a:lnTo>
                <a:lnTo>
                  <a:pt x="642938" y="762000"/>
                </a:lnTo>
                <a:lnTo>
                  <a:pt x="638175" y="766763"/>
                </a:lnTo>
                <a:lnTo>
                  <a:pt x="633413" y="771525"/>
                </a:lnTo>
                <a:lnTo>
                  <a:pt x="623888" y="771525"/>
                </a:lnTo>
                <a:lnTo>
                  <a:pt x="614363" y="771525"/>
                </a:lnTo>
                <a:lnTo>
                  <a:pt x="609600" y="776288"/>
                </a:lnTo>
                <a:lnTo>
                  <a:pt x="604838" y="781050"/>
                </a:lnTo>
                <a:lnTo>
                  <a:pt x="595313" y="781050"/>
                </a:lnTo>
                <a:lnTo>
                  <a:pt x="585788" y="781050"/>
                </a:lnTo>
                <a:lnTo>
                  <a:pt x="576263" y="781050"/>
                </a:lnTo>
                <a:lnTo>
                  <a:pt x="571500" y="785813"/>
                </a:lnTo>
                <a:lnTo>
                  <a:pt x="566738" y="790575"/>
                </a:lnTo>
                <a:lnTo>
                  <a:pt x="557213" y="790575"/>
                </a:lnTo>
                <a:lnTo>
                  <a:pt x="547688" y="790575"/>
                </a:lnTo>
                <a:lnTo>
                  <a:pt x="538163" y="790575"/>
                </a:lnTo>
                <a:lnTo>
                  <a:pt x="528638" y="790575"/>
                </a:lnTo>
                <a:lnTo>
                  <a:pt x="523875" y="795338"/>
                </a:lnTo>
                <a:lnTo>
                  <a:pt x="519113" y="800100"/>
                </a:lnTo>
                <a:lnTo>
                  <a:pt x="509588" y="800100"/>
                </a:lnTo>
                <a:lnTo>
                  <a:pt x="500063" y="800100"/>
                </a:lnTo>
                <a:lnTo>
                  <a:pt x="490538" y="800100"/>
                </a:lnTo>
                <a:lnTo>
                  <a:pt x="481013" y="800100"/>
                </a:lnTo>
                <a:lnTo>
                  <a:pt x="471488" y="800100"/>
                </a:lnTo>
                <a:lnTo>
                  <a:pt x="461963" y="800100"/>
                </a:lnTo>
                <a:lnTo>
                  <a:pt x="452438" y="800100"/>
                </a:lnTo>
                <a:lnTo>
                  <a:pt x="442913" y="800100"/>
                </a:lnTo>
                <a:lnTo>
                  <a:pt x="433388" y="800100"/>
                </a:lnTo>
                <a:lnTo>
                  <a:pt x="423863" y="800100"/>
                </a:lnTo>
                <a:lnTo>
                  <a:pt x="414338" y="800100"/>
                </a:lnTo>
                <a:lnTo>
                  <a:pt x="404813" y="800100"/>
                </a:lnTo>
                <a:lnTo>
                  <a:pt x="395288" y="800100"/>
                </a:lnTo>
                <a:lnTo>
                  <a:pt x="385763" y="800100"/>
                </a:lnTo>
                <a:lnTo>
                  <a:pt x="376238" y="800100"/>
                </a:lnTo>
                <a:lnTo>
                  <a:pt x="366713" y="800100"/>
                </a:lnTo>
                <a:lnTo>
                  <a:pt x="361950" y="795338"/>
                </a:lnTo>
                <a:lnTo>
                  <a:pt x="357188" y="790575"/>
                </a:lnTo>
                <a:lnTo>
                  <a:pt x="347663" y="790575"/>
                </a:lnTo>
                <a:lnTo>
                  <a:pt x="338138" y="790575"/>
                </a:lnTo>
                <a:lnTo>
                  <a:pt x="328613" y="790575"/>
                </a:lnTo>
                <a:lnTo>
                  <a:pt x="319088" y="790575"/>
                </a:lnTo>
                <a:lnTo>
                  <a:pt x="314325" y="785813"/>
                </a:lnTo>
                <a:lnTo>
                  <a:pt x="309563" y="781050"/>
                </a:lnTo>
                <a:lnTo>
                  <a:pt x="300038" y="781050"/>
                </a:lnTo>
                <a:lnTo>
                  <a:pt x="290513" y="781050"/>
                </a:lnTo>
                <a:lnTo>
                  <a:pt x="280988" y="781050"/>
                </a:lnTo>
                <a:lnTo>
                  <a:pt x="276225" y="776288"/>
                </a:lnTo>
                <a:lnTo>
                  <a:pt x="271463" y="771525"/>
                </a:lnTo>
                <a:lnTo>
                  <a:pt x="261938" y="771525"/>
                </a:lnTo>
                <a:lnTo>
                  <a:pt x="252413" y="771525"/>
                </a:lnTo>
                <a:lnTo>
                  <a:pt x="247650" y="766763"/>
                </a:lnTo>
                <a:lnTo>
                  <a:pt x="242888" y="762000"/>
                </a:lnTo>
                <a:lnTo>
                  <a:pt x="233363" y="762000"/>
                </a:lnTo>
                <a:lnTo>
                  <a:pt x="228600" y="757238"/>
                </a:lnTo>
                <a:lnTo>
                  <a:pt x="223838" y="752475"/>
                </a:lnTo>
                <a:lnTo>
                  <a:pt x="214313" y="752475"/>
                </a:lnTo>
                <a:lnTo>
                  <a:pt x="204788" y="752475"/>
                </a:lnTo>
                <a:lnTo>
                  <a:pt x="200025" y="747713"/>
                </a:lnTo>
                <a:lnTo>
                  <a:pt x="195263" y="742950"/>
                </a:lnTo>
                <a:lnTo>
                  <a:pt x="190500" y="738188"/>
                </a:lnTo>
                <a:lnTo>
                  <a:pt x="185738" y="733425"/>
                </a:lnTo>
                <a:lnTo>
                  <a:pt x="176213" y="733425"/>
                </a:lnTo>
                <a:lnTo>
                  <a:pt x="171450" y="728663"/>
                </a:lnTo>
                <a:lnTo>
                  <a:pt x="166688" y="723900"/>
                </a:lnTo>
                <a:lnTo>
                  <a:pt x="157163" y="723900"/>
                </a:lnTo>
                <a:lnTo>
                  <a:pt x="152400" y="719138"/>
                </a:lnTo>
                <a:lnTo>
                  <a:pt x="147638" y="714375"/>
                </a:lnTo>
                <a:lnTo>
                  <a:pt x="142875" y="709613"/>
                </a:lnTo>
                <a:lnTo>
                  <a:pt x="138113" y="704850"/>
                </a:lnTo>
                <a:lnTo>
                  <a:pt x="133350" y="700088"/>
                </a:lnTo>
                <a:lnTo>
                  <a:pt x="128588" y="695325"/>
                </a:lnTo>
                <a:lnTo>
                  <a:pt x="123825" y="690563"/>
                </a:lnTo>
                <a:lnTo>
                  <a:pt x="119063" y="685800"/>
                </a:lnTo>
                <a:lnTo>
                  <a:pt x="114300" y="681038"/>
                </a:lnTo>
                <a:lnTo>
                  <a:pt x="109538" y="676275"/>
                </a:lnTo>
                <a:lnTo>
                  <a:pt x="104775" y="671513"/>
                </a:lnTo>
                <a:lnTo>
                  <a:pt x="104775" y="661988"/>
                </a:lnTo>
                <a:lnTo>
                  <a:pt x="100013" y="657225"/>
                </a:lnTo>
                <a:lnTo>
                  <a:pt x="90488" y="657225"/>
                </a:lnTo>
                <a:lnTo>
                  <a:pt x="85725" y="652463"/>
                </a:lnTo>
                <a:lnTo>
                  <a:pt x="80963" y="647700"/>
                </a:lnTo>
                <a:lnTo>
                  <a:pt x="76200" y="642938"/>
                </a:lnTo>
                <a:lnTo>
                  <a:pt x="71438" y="638175"/>
                </a:lnTo>
                <a:lnTo>
                  <a:pt x="66675" y="633413"/>
                </a:lnTo>
                <a:lnTo>
                  <a:pt x="66675" y="623888"/>
                </a:lnTo>
                <a:lnTo>
                  <a:pt x="61913" y="619125"/>
                </a:lnTo>
                <a:lnTo>
                  <a:pt x="57150" y="614363"/>
                </a:lnTo>
                <a:lnTo>
                  <a:pt x="57150" y="604838"/>
                </a:lnTo>
                <a:lnTo>
                  <a:pt x="57150" y="595313"/>
                </a:lnTo>
                <a:lnTo>
                  <a:pt x="57150" y="585788"/>
                </a:lnTo>
                <a:lnTo>
                  <a:pt x="57150" y="576263"/>
                </a:lnTo>
                <a:lnTo>
                  <a:pt x="57150" y="566738"/>
                </a:lnTo>
                <a:lnTo>
                  <a:pt x="52388" y="561975"/>
                </a:lnTo>
                <a:lnTo>
                  <a:pt x="47625" y="557213"/>
                </a:lnTo>
                <a:lnTo>
                  <a:pt x="47625" y="547688"/>
                </a:lnTo>
                <a:lnTo>
                  <a:pt x="42863" y="542925"/>
                </a:lnTo>
                <a:lnTo>
                  <a:pt x="33338" y="542925"/>
                </a:lnTo>
                <a:lnTo>
                  <a:pt x="28575" y="538163"/>
                </a:lnTo>
                <a:lnTo>
                  <a:pt x="28575" y="528638"/>
                </a:lnTo>
                <a:lnTo>
                  <a:pt x="28575" y="519113"/>
                </a:lnTo>
                <a:lnTo>
                  <a:pt x="28575" y="509588"/>
                </a:lnTo>
                <a:lnTo>
                  <a:pt x="28575" y="500063"/>
                </a:lnTo>
                <a:lnTo>
                  <a:pt x="28575" y="490538"/>
                </a:lnTo>
                <a:lnTo>
                  <a:pt x="28575" y="481013"/>
                </a:lnTo>
                <a:lnTo>
                  <a:pt x="28575" y="471488"/>
                </a:lnTo>
                <a:lnTo>
                  <a:pt x="28575" y="461963"/>
                </a:lnTo>
                <a:lnTo>
                  <a:pt x="23813" y="457200"/>
                </a:lnTo>
                <a:lnTo>
                  <a:pt x="19050" y="452438"/>
                </a:lnTo>
                <a:lnTo>
                  <a:pt x="19050" y="442913"/>
                </a:lnTo>
                <a:lnTo>
                  <a:pt x="19050" y="433388"/>
                </a:lnTo>
                <a:lnTo>
                  <a:pt x="14288" y="428625"/>
                </a:lnTo>
                <a:lnTo>
                  <a:pt x="9525" y="423863"/>
                </a:lnTo>
                <a:lnTo>
                  <a:pt x="4763" y="419100"/>
                </a:lnTo>
                <a:lnTo>
                  <a:pt x="0" y="414338"/>
                </a:lnTo>
                <a:lnTo>
                  <a:pt x="4763" y="409575"/>
                </a:lnTo>
                <a:lnTo>
                  <a:pt x="9525" y="404813"/>
                </a:lnTo>
                <a:lnTo>
                  <a:pt x="9525" y="395288"/>
                </a:lnTo>
                <a:lnTo>
                  <a:pt x="14288" y="390525"/>
                </a:lnTo>
                <a:lnTo>
                  <a:pt x="19050" y="385763"/>
                </a:lnTo>
                <a:lnTo>
                  <a:pt x="19050" y="376238"/>
                </a:lnTo>
                <a:lnTo>
                  <a:pt x="19050" y="366713"/>
                </a:lnTo>
                <a:lnTo>
                  <a:pt x="23813" y="361950"/>
                </a:lnTo>
                <a:lnTo>
                  <a:pt x="28575" y="357188"/>
                </a:lnTo>
                <a:lnTo>
                  <a:pt x="23813" y="352425"/>
                </a:lnTo>
                <a:lnTo>
                  <a:pt x="19050" y="347663"/>
                </a:lnTo>
                <a:lnTo>
                  <a:pt x="19050" y="338138"/>
                </a:lnTo>
                <a:lnTo>
                  <a:pt x="19050" y="328613"/>
                </a:lnTo>
                <a:lnTo>
                  <a:pt x="19050" y="319088"/>
                </a:lnTo>
                <a:lnTo>
                  <a:pt x="19050" y="309563"/>
                </a:lnTo>
                <a:lnTo>
                  <a:pt x="23813" y="304800"/>
                </a:lnTo>
                <a:lnTo>
                  <a:pt x="28575" y="300038"/>
                </a:lnTo>
                <a:lnTo>
                  <a:pt x="33338" y="295275"/>
                </a:lnTo>
                <a:lnTo>
                  <a:pt x="38100" y="290513"/>
                </a:lnTo>
                <a:lnTo>
                  <a:pt x="42863" y="285750"/>
                </a:lnTo>
                <a:lnTo>
                  <a:pt x="47625" y="280988"/>
                </a:lnTo>
                <a:lnTo>
                  <a:pt x="52388" y="276225"/>
                </a:lnTo>
                <a:lnTo>
                  <a:pt x="57150" y="271463"/>
                </a:lnTo>
                <a:lnTo>
                  <a:pt x="57150" y="261938"/>
                </a:lnTo>
                <a:lnTo>
                  <a:pt x="57150" y="252413"/>
                </a:lnTo>
                <a:lnTo>
                  <a:pt x="57150" y="242888"/>
                </a:lnTo>
                <a:lnTo>
                  <a:pt x="57150" y="233363"/>
                </a:lnTo>
                <a:lnTo>
                  <a:pt x="57150" y="223838"/>
                </a:lnTo>
                <a:lnTo>
                  <a:pt x="57150" y="214313"/>
                </a:lnTo>
                <a:lnTo>
                  <a:pt x="61913" y="209550"/>
                </a:lnTo>
                <a:lnTo>
                  <a:pt x="66675" y="204788"/>
                </a:lnTo>
                <a:lnTo>
                  <a:pt x="71438" y="200025"/>
                </a:lnTo>
                <a:lnTo>
                  <a:pt x="76200" y="195263"/>
                </a:lnTo>
                <a:lnTo>
                  <a:pt x="80963" y="190500"/>
                </a:lnTo>
                <a:lnTo>
                  <a:pt x="85725" y="185738"/>
                </a:lnTo>
                <a:lnTo>
                  <a:pt x="90488" y="180975"/>
                </a:lnTo>
                <a:lnTo>
                  <a:pt x="95250" y="176213"/>
                </a:lnTo>
                <a:lnTo>
                  <a:pt x="100013" y="171450"/>
                </a:lnTo>
                <a:lnTo>
                  <a:pt x="104775" y="166688"/>
                </a:lnTo>
                <a:lnTo>
                  <a:pt x="109538" y="161925"/>
                </a:lnTo>
                <a:lnTo>
                  <a:pt x="114300" y="157163"/>
                </a:lnTo>
                <a:lnTo>
                  <a:pt x="114300" y="147638"/>
                </a:lnTo>
                <a:lnTo>
                  <a:pt x="114300" y="138113"/>
                </a:lnTo>
                <a:lnTo>
                  <a:pt x="114300" y="128588"/>
                </a:lnTo>
                <a:lnTo>
                  <a:pt x="119063" y="123825"/>
                </a:lnTo>
                <a:lnTo>
                  <a:pt x="128588" y="123825"/>
                </a:lnTo>
                <a:lnTo>
                  <a:pt x="133350" y="119063"/>
                </a:lnTo>
                <a:lnTo>
                  <a:pt x="138113" y="114300"/>
                </a:lnTo>
                <a:lnTo>
                  <a:pt x="142875" y="109538"/>
                </a:lnTo>
                <a:lnTo>
                  <a:pt x="142875" y="100013"/>
                </a:lnTo>
                <a:lnTo>
                  <a:pt x="147638" y="95250"/>
                </a:lnTo>
                <a:lnTo>
                  <a:pt x="157163" y="95250"/>
                </a:lnTo>
                <a:lnTo>
                  <a:pt x="161925" y="90488"/>
                </a:lnTo>
                <a:lnTo>
                  <a:pt x="166688" y="85725"/>
                </a:lnTo>
                <a:lnTo>
                  <a:pt x="171450" y="80963"/>
                </a:lnTo>
                <a:lnTo>
                  <a:pt x="171450" y="71438"/>
                </a:lnTo>
                <a:lnTo>
                  <a:pt x="176213" y="66675"/>
                </a:lnTo>
                <a:lnTo>
                  <a:pt x="185738" y="66675"/>
                </a:lnTo>
                <a:lnTo>
                  <a:pt x="195263" y="66675"/>
                </a:lnTo>
                <a:lnTo>
                  <a:pt x="200025" y="61913"/>
                </a:lnTo>
                <a:lnTo>
                  <a:pt x="204788" y="57150"/>
                </a:lnTo>
                <a:lnTo>
                  <a:pt x="214313" y="57150"/>
                </a:lnTo>
                <a:lnTo>
                  <a:pt x="219075" y="52388"/>
                </a:lnTo>
                <a:lnTo>
                  <a:pt x="223838" y="47625"/>
                </a:lnTo>
                <a:lnTo>
                  <a:pt x="233363" y="47625"/>
                </a:lnTo>
                <a:lnTo>
                  <a:pt x="238125" y="42863"/>
                </a:lnTo>
                <a:lnTo>
                  <a:pt x="242888" y="38100"/>
                </a:lnTo>
                <a:lnTo>
                  <a:pt x="252413" y="38100"/>
                </a:lnTo>
                <a:lnTo>
                  <a:pt x="261938" y="38100"/>
                </a:lnTo>
                <a:lnTo>
                  <a:pt x="266700" y="33338"/>
                </a:lnTo>
                <a:lnTo>
                  <a:pt x="271463" y="28575"/>
                </a:lnTo>
                <a:lnTo>
                  <a:pt x="276225" y="23813"/>
                </a:lnTo>
                <a:lnTo>
                  <a:pt x="280988" y="19050"/>
                </a:lnTo>
                <a:lnTo>
                  <a:pt x="290513" y="19050"/>
                </a:lnTo>
                <a:lnTo>
                  <a:pt x="300038" y="19050"/>
                </a:lnTo>
                <a:lnTo>
                  <a:pt x="304800" y="14288"/>
                </a:lnTo>
                <a:lnTo>
                  <a:pt x="309563" y="9525"/>
                </a:lnTo>
                <a:lnTo>
                  <a:pt x="319088" y="9525"/>
                </a:lnTo>
                <a:lnTo>
                  <a:pt x="328613" y="9525"/>
                </a:lnTo>
                <a:lnTo>
                  <a:pt x="338138" y="9525"/>
                </a:lnTo>
                <a:lnTo>
                  <a:pt x="347663" y="9525"/>
                </a:lnTo>
                <a:lnTo>
                  <a:pt x="352425" y="4763"/>
                </a:lnTo>
                <a:close/>
              </a:path>
            </a:pathLst>
          </a:custGeom>
          <a:solidFill xmlns:a="http://schemas.openxmlformats.org/drawingml/2006/main">
            <a:srgbClr val="BEBEBE"/>
          </a:solidFill>
          <a:ln xmlns:a="http://schemas.openxmlformats.org/drawingml/2006/main" w="0">
            <a:noFill/>
            <a:prstDash val="solid"/>
          </a:ln>
        </p:spPr>
      </p:sp>
      <p:sp>
        <p:nvSpPr>
          <p:cNvPr id="26" name="deep-skill-chaining-source-component-0-gradient-192-0">
            <a:extLst xmlns:a="http://schemas.openxmlformats.org/drawingml/2006/main">
              <a:ext uri="{FF2B5EF4-FFF2-40B4-BE49-F238E27FC236}">
                <a16:creationId xmlns:a16="http://schemas.microsoft.com/office/drawing/2014/main" id="{5EE3578B-4D08-4284-9DA6-72823C659530}"/>
              </a:ext>
            </a:extLst>
          </p:cNvPr>
          <p:cNvSpPr>
            <a:spLocks xmlns:a="http://schemas.openxmlformats.org/drawingml/2006/main" noGrp="1"/>
          </p:cNvSpPr>
          <p:nvPr/>
        </p:nvSpPr>
        <p:spPr>
          <a:xfrm xmlns:a="http://schemas.openxmlformats.org/drawingml/2006/main" rot="0">
            <a:off x="7181850" y="723900"/>
            <a:ext cx="828675" cy="790575"/>
          </a:xfrm>
          <a:custGeom xmlns:a="http://schemas.openxmlformats.org/drawingml/2006/main">
            <a:pathLst>
              <a:path w="828675" h="790575">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4825" y="4763"/>
                </a:lnTo>
                <a:lnTo>
                  <a:pt x="509588" y="9525"/>
                </a:lnTo>
                <a:lnTo>
                  <a:pt x="519113" y="9525"/>
                </a:lnTo>
                <a:lnTo>
                  <a:pt x="523875" y="14288"/>
                </a:lnTo>
                <a:lnTo>
                  <a:pt x="528638" y="19050"/>
                </a:lnTo>
                <a:lnTo>
                  <a:pt x="538163" y="19050"/>
                </a:lnTo>
                <a:lnTo>
                  <a:pt x="547688" y="19050"/>
                </a:lnTo>
                <a:lnTo>
                  <a:pt x="557213" y="19050"/>
                </a:lnTo>
                <a:lnTo>
                  <a:pt x="561975" y="23813"/>
                </a:lnTo>
                <a:lnTo>
                  <a:pt x="566738" y="28575"/>
                </a:lnTo>
                <a:lnTo>
                  <a:pt x="576263" y="28575"/>
                </a:lnTo>
                <a:lnTo>
                  <a:pt x="585788" y="28575"/>
                </a:lnTo>
                <a:lnTo>
                  <a:pt x="590550" y="33338"/>
                </a:lnTo>
                <a:lnTo>
                  <a:pt x="595313" y="38100"/>
                </a:lnTo>
                <a:lnTo>
                  <a:pt x="604838" y="38100"/>
                </a:lnTo>
                <a:lnTo>
                  <a:pt x="609600" y="42863"/>
                </a:lnTo>
                <a:lnTo>
                  <a:pt x="614363" y="47625"/>
                </a:lnTo>
                <a:lnTo>
                  <a:pt x="619125" y="52388"/>
                </a:lnTo>
                <a:lnTo>
                  <a:pt x="623888" y="57150"/>
                </a:lnTo>
                <a:lnTo>
                  <a:pt x="633413" y="57150"/>
                </a:lnTo>
                <a:lnTo>
                  <a:pt x="638175" y="61913"/>
                </a:lnTo>
                <a:lnTo>
                  <a:pt x="642938" y="66675"/>
                </a:lnTo>
                <a:lnTo>
                  <a:pt x="647700" y="71438"/>
                </a:lnTo>
                <a:lnTo>
                  <a:pt x="652463" y="76200"/>
                </a:lnTo>
                <a:lnTo>
                  <a:pt x="661988" y="76200"/>
                </a:lnTo>
                <a:lnTo>
                  <a:pt x="671513" y="76200"/>
                </a:lnTo>
                <a:lnTo>
                  <a:pt x="676275" y="80963"/>
                </a:lnTo>
                <a:lnTo>
                  <a:pt x="681038" y="85725"/>
                </a:lnTo>
                <a:lnTo>
                  <a:pt x="690563" y="85725"/>
                </a:lnTo>
                <a:lnTo>
                  <a:pt x="695325" y="90488"/>
                </a:lnTo>
                <a:lnTo>
                  <a:pt x="695325" y="100013"/>
                </a:lnTo>
                <a:lnTo>
                  <a:pt x="700088" y="104775"/>
                </a:lnTo>
                <a:lnTo>
                  <a:pt x="704850" y="109538"/>
                </a:lnTo>
                <a:lnTo>
                  <a:pt x="709613" y="114300"/>
                </a:lnTo>
                <a:lnTo>
                  <a:pt x="714375" y="119063"/>
                </a:lnTo>
                <a:lnTo>
                  <a:pt x="719138" y="123825"/>
                </a:lnTo>
                <a:lnTo>
                  <a:pt x="723900" y="128588"/>
                </a:lnTo>
                <a:lnTo>
                  <a:pt x="728663" y="133350"/>
                </a:lnTo>
                <a:lnTo>
                  <a:pt x="733425" y="138113"/>
                </a:lnTo>
                <a:lnTo>
                  <a:pt x="738188" y="142875"/>
                </a:lnTo>
                <a:lnTo>
                  <a:pt x="742950" y="147638"/>
                </a:lnTo>
                <a:lnTo>
                  <a:pt x="742950" y="157163"/>
                </a:lnTo>
                <a:lnTo>
                  <a:pt x="747713" y="161925"/>
                </a:lnTo>
                <a:lnTo>
                  <a:pt x="752475" y="166688"/>
                </a:lnTo>
                <a:lnTo>
                  <a:pt x="757238" y="171450"/>
                </a:lnTo>
                <a:lnTo>
                  <a:pt x="762000" y="176213"/>
                </a:lnTo>
                <a:lnTo>
                  <a:pt x="762000" y="185738"/>
                </a:lnTo>
                <a:lnTo>
                  <a:pt x="762000" y="195263"/>
                </a:lnTo>
                <a:lnTo>
                  <a:pt x="766763" y="200025"/>
                </a:lnTo>
                <a:lnTo>
                  <a:pt x="771525" y="204788"/>
                </a:lnTo>
                <a:lnTo>
                  <a:pt x="776288" y="209550"/>
                </a:lnTo>
                <a:lnTo>
                  <a:pt x="781050" y="214313"/>
                </a:lnTo>
                <a:lnTo>
                  <a:pt x="785813" y="219075"/>
                </a:lnTo>
                <a:lnTo>
                  <a:pt x="790575" y="223838"/>
                </a:lnTo>
                <a:lnTo>
                  <a:pt x="795338" y="228600"/>
                </a:lnTo>
                <a:lnTo>
                  <a:pt x="800100" y="233363"/>
                </a:lnTo>
                <a:lnTo>
                  <a:pt x="800100" y="242888"/>
                </a:lnTo>
                <a:lnTo>
                  <a:pt x="800100" y="252413"/>
                </a:lnTo>
                <a:lnTo>
                  <a:pt x="800100" y="261938"/>
                </a:lnTo>
                <a:lnTo>
                  <a:pt x="800100" y="271463"/>
                </a:lnTo>
                <a:lnTo>
                  <a:pt x="800100" y="280988"/>
                </a:lnTo>
                <a:lnTo>
                  <a:pt x="804863" y="285750"/>
                </a:lnTo>
                <a:lnTo>
                  <a:pt x="809625" y="290513"/>
                </a:lnTo>
                <a:lnTo>
                  <a:pt x="809625" y="300038"/>
                </a:lnTo>
                <a:lnTo>
                  <a:pt x="809625" y="309563"/>
                </a:lnTo>
                <a:lnTo>
                  <a:pt x="814388" y="314325"/>
                </a:lnTo>
                <a:lnTo>
                  <a:pt x="819150" y="319088"/>
                </a:lnTo>
                <a:lnTo>
                  <a:pt x="819150" y="328613"/>
                </a:lnTo>
                <a:lnTo>
                  <a:pt x="819150" y="338138"/>
                </a:lnTo>
                <a:lnTo>
                  <a:pt x="823913" y="342900"/>
                </a:lnTo>
                <a:lnTo>
                  <a:pt x="828675" y="347663"/>
                </a:lnTo>
                <a:lnTo>
                  <a:pt x="828675" y="357188"/>
                </a:lnTo>
                <a:lnTo>
                  <a:pt x="823913" y="361950"/>
                </a:lnTo>
                <a:lnTo>
                  <a:pt x="819150" y="366713"/>
                </a:lnTo>
                <a:lnTo>
                  <a:pt x="819150" y="376238"/>
                </a:lnTo>
                <a:lnTo>
                  <a:pt x="819150" y="385763"/>
                </a:lnTo>
                <a:lnTo>
                  <a:pt x="819150" y="395288"/>
                </a:lnTo>
                <a:lnTo>
                  <a:pt x="823913" y="400050"/>
                </a:lnTo>
                <a:lnTo>
                  <a:pt x="828675" y="404813"/>
                </a:lnTo>
                <a:lnTo>
                  <a:pt x="823913" y="409575"/>
                </a:lnTo>
                <a:lnTo>
                  <a:pt x="819150" y="414338"/>
                </a:lnTo>
                <a:lnTo>
                  <a:pt x="819150" y="423863"/>
                </a:lnTo>
                <a:lnTo>
                  <a:pt x="819150" y="433388"/>
                </a:lnTo>
                <a:lnTo>
                  <a:pt x="819150" y="442913"/>
                </a:lnTo>
                <a:lnTo>
                  <a:pt x="819150" y="452438"/>
                </a:lnTo>
                <a:lnTo>
                  <a:pt x="823913" y="457200"/>
                </a:lnTo>
                <a:lnTo>
                  <a:pt x="828675" y="461963"/>
                </a:lnTo>
                <a:lnTo>
                  <a:pt x="828675" y="471488"/>
                </a:lnTo>
                <a:lnTo>
                  <a:pt x="828675" y="481013"/>
                </a:lnTo>
                <a:lnTo>
                  <a:pt x="828675" y="490538"/>
                </a:lnTo>
                <a:lnTo>
                  <a:pt x="823913" y="495300"/>
                </a:lnTo>
                <a:lnTo>
                  <a:pt x="819150" y="500063"/>
                </a:lnTo>
                <a:lnTo>
                  <a:pt x="814388" y="504825"/>
                </a:lnTo>
                <a:lnTo>
                  <a:pt x="809625" y="509588"/>
                </a:lnTo>
                <a:lnTo>
                  <a:pt x="804863" y="514350"/>
                </a:lnTo>
                <a:lnTo>
                  <a:pt x="800100" y="519113"/>
                </a:lnTo>
                <a:lnTo>
                  <a:pt x="800100" y="528638"/>
                </a:lnTo>
                <a:lnTo>
                  <a:pt x="800100" y="538163"/>
                </a:lnTo>
                <a:lnTo>
                  <a:pt x="800100" y="547688"/>
                </a:lnTo>
                <a:lnTo>
                  <a:pt x="800100" y="557213"/>
                </a:lnTo>
                <a:lnTo>
                  <a:pt x="800100" y="566738"/>
                </a:lnTo>
                <a:lnTo>
                  <a:pt x="800100" y="576263"/>
                </a:lnTo>
                <a:lnTo>
                  <a:pt x="795338" y="581025"/>
                </a:lnTo>
                <a:lnTo>
                  <a:pt x="790575" y="585788"/>
                </a:lnTo>
                <a:lnTo>
                  <a:pt x="790575" y="595313"/>
                </a:lnTo>
                <a:lnTo>
                  <a:pt x="790575" y="604838"/>
                </a:lnTo>
                <a:lnTo>
                  <a:pt x="785813" y="609600"/>
                </a:lnTo>
                <a:lnTo>
                  <a:pt x="776288" y="609600"/>
                </a:lnTo>
                <a:lnTo>
                  <a:pt x="771525" y="614363"/>
                </a:lnTo>
                <a:lnTo>
                  <a:pt x="766763" y="619125"/>
                </a:lnTo>
                <a:lnTo>
                  <a:pt x="762000" y="623888"/>
                </a:lnTo>
                <a:lnTo>
                  <a:pt x="757238" y="628650"/>
                </a:lnTo>
                <a:lnTo>
                  <a:pt x="752475" y="633413"/>
                </a:lnTo>
                <a:lnTo>
                  <a:pt x="747713" y="638175"/>
                </a:lnTo>
                <a:lnTo>
                  <a:pt x="742950" y="642938"/>
                </a:lnTo>
                <a:lnTo>
                  <a:pt x="742950" y="652463"/>
                </a:lnTo>
                <a:lnTo>
                  <a:pt x="738188" y="657225"/>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0563" y="714375"/>
                </a:lnTo>
                <a:lnTo>
                  <a:pt x="681038" y="714375"/>
                </a:lnTo>
                <a:lnTo>
                  <a:pt x="676275" y="719138"/>
                </a:lnTo>
                <a:lnTo>
                  <a:pt x="676275" y="728663"/>
                </a:lnTo>
                <a:lnTo>
                  <a:pt x="671513" y="733425"/>
                </a:lnTo>
                <a:lnTo>
                  <a:pt x="666750" y="728663"/>
                </a:lnTo>
                <a:lnTo>
                  <a:pt x="661988" y="723900"/>
                </a:lnTo>
                <a:lnTo>
                  <a:pt x="657225" y="728663"/>
                </a:lnTo>
                <a:lnTo>
                  <a:pt x="657225" y="738188"/>
                </a:lnTo>
                <a:lnTo>
                  <a:pt x="652463" y="742950"/>
                </a:lnTo>
                <a:lnTo>
                  <a:pt x="647700" y="738188"/>
                </a:lnTo>
                <a:lnTo>
                  <a:pt x="642938" y="733425"/>
                </a:lnTo>
                <a:lnTo>
                  <a:pt x="638175" y="738188"/>
                </a:lnTo>
                <a:lnTo>
                  <a:pt x="633413" y="742950"/>
                </a:lnTo>
                <a:lnTo>
                  <a:pt x="623888" y="742950"/>
                </a:lnTo>
                <a:lnTo>
                  <a:pt x="619125" y="747713"/>
                </a:lnTo>
                <a:lnTo>
                  <a:pt x="614363" y="752475"/>
                </a:lnTo>
                <a:lnTo>
                  <a:pt x="609600" y="757238"/>
                </a:lnTo>
                <a:lnTo>
                  <a:pt x="604838" y="762000"/>
                </a:lnTo>
                <a:lnTo>
                  <a:pt x="595313" y="762000"/>
                </a:lnTo>
                <a:lnTo>
                  <a:pt x="585788" y="762000"/>
                </a:lnTo>
                <a:lnTo>
                  <a:pt x="581025" y="766763"/>
                </a:lnTo>
                <a:lnTo>
                  <a:pt x="576263" y="771525"/>
                </a:lnTo>
                <a:lnTo>
                  <a:pt x="566738" y="771525"/>
                </a:lnTo>
                <a:lnTo>
                  <a:pt x="557213" y="771525"/>
                </a:lnTo>
                <a:lnTo>
                  <a:pt x="547688" y="771525"/>
                </a:lnTo>
                <a:lnTo>
                  <a:pt x="542925" y="776288"/>
                </a:lnTo>
                <a:lnTo>
                  <a:pt x="538163" y="781050"/>
                </a:lnTo>
                <a:lnTo>
                  <a:pt x="528638" y="781050"/>
                </a:lnTo>
                <a:lnTo>
                  <a:pt x="519113" y="781050"/>
                </a:lnTo>
                <a:lnTo>
                  <a:pt x="509588" y="781050"/>
                </a:lnTo>
                <a:lnTo>
                  <a:pt x="500063" y="781050"/>
                </a:lnTo>
                <a:lnTo>
                  <a:pt x="495300" y="785813"/>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4813" y="790575"/>
                </a:lnTo>
                <a:lnTo>
                  <a:pt x="395288" y="790575"/>
                </a:lnTo>
                <a:lnTo>
                  <a:pt x="385763" y="790575"/>
                </a:lnTo>
                <a:lnTo>
                  <a:pt x="376238" y="790575"/>
                </a:lnTo>
                <a:lnTo>
                  <a:pt x="366713" y="790575"/>
                </a:lnTo>
                <a:lnTo>
                  <a:pt x="357188" y="790575"/>
                </a:lnTo>
                <a:lnTo>
                  <a:pt x="347663" y="790575"/>
                </a:lnTo>
                <a:lnTo>
                  <a:pt x="338138" y="790575"/>
                </a:lnTo>
                <a:lnTo>
                  <a:pt x="333375" y="785813"/>
                </a:lnTo>
                <a:lnTo>
                  <a:pt x="328613" y="781050"/>
                </a:lnTo>
                <a:lnTo>
                  <a:pt x="319088" y="781050"/>
                </a:lnTo>
                <a:lnTo>
                  <a:pt x="309563" y="781050"/>
                </a:lnTo>
                <a:lnTo>
                  <a:pt x="300038" y="781050"/>
                </a:lnTo>
                <a:lnTo>
                  <a:pt x="290513" y="781050"/>
                </a:lnTo>
                <a:lnTo>
                  <a:pt x="285750" y="776288"/>
                </a:lnTo>
                <a:lnTo>
                  <a:pt x="280988" y="771525"/>
                </a:lnTo>
                <a:lnTo>
                  <a:pt x="271463" y="771525"/>
                </a:lnTo>
                <a:lnTo>
                  <a:pt x="261938" y="771525"/>
                </a:lnTo>
                <a:lnTo>
                  <a:pt x="252413" y="771525"/>
                </a:lnTo>
                <a:lnTo>
                  <a:pt x="247650" y="766763"/>
                </a:lnTo>
                <a:lnTo>
                  <a:pt x="242888" y="762000"/>
                </a:lnTo>
                <a:lnTo>
                  <a:pt x="233363" y="762000"/>
                </a:lnTo>
                <a:lnTo>
                  <a:pt x="223838" y="762000"/>
                </a:lnTo>
                <a:lnTo>
                  <a:pt x="219075" y="757238"/>
                </a:lnTo>
                <a:lnTo>
                  <a:pt x="214313" y="752475"/>
                </a:lnTo>
                <a:lnTo>
                  <a:pt x="204788" y="752475"/>
                </a:lnTo>
                <a:lnTo>
                  <a:pt x="200025" y="747713"/>
                </a:lnTo>
                <a:lnTo>
                  <a:pt x="195263" y="742950"/>
                </a:lnTo>
                <a:lnTo>
                  <a:pt x="185738" y="742950"/>
                </a:lnTo>
                <a:lnTo>
                  <a:pt x="180975" y="738188"/>
                </a:lnTo>
                <a:lnTo>
                  <a:pt x="176213" y="733425"/>
                </a:lnTo>
                <a:lnTo>
                  <a:pt x="166688" y="733425"/>
                </a:lnTo>
                <a:lnTo>
                  <a:pt x="161925" y="728663"/>
                </a:lnTo>
                <a:lnTo>
                  <a:pt x="157163" y="723900"/>
                </a:lnTo>
                <a:lnTo>
                  <a:pt x="147638" y="723900"/>
                </a:lnTo>
                <a:lnTo>
                  <a:pt x="142875" y="719138"/>
                </a:lnTo>
                <a:lnTo>
                  <a:pt x="138113" y="714375"/>
                </a:lnTo>
                <a:lnTo>
                  <a:pt x="133350" y="709613"/>
                </a:lnTo>
                <a:lnTo>
                  <a:pt x="128588" y="704850"/>
                </a:lnTo>
                <a:lnTo>
                  <a:pt x="123825" y="700088"/>
                </a:lnTo>
                <a:lnTo>
                  <a:pt x="119063" y="695325"/>
                </a:lnTo>
                <a:lnTo>
                  <a:pt x="114300" y="690563"/>
                </a:lnTo>
                <a:lnTo>
                  <a:pt x="114300" y="681038"/>
                </a:lnTo>
                <a:lnTo>
                  <a:pt x="109538" y="676275"/>
                </a:lnTo>
                <a:lnTo>
                  <a:pt x="104775" y="671513"/>
                </a:lnTo>
                <a:lnTo>
                  <a:pt x="104775" y="661988"/>
                </a:lnTo>
                <a:lnTo>
                  <a:pt x="100013" y="657225"/>
                </a:lnTo>
                <a:lnTo>
                  <a:pt x="90488" y="657225"/>
                </a:lnTo>
                <a:lnTo>
                  <a:pt x="85725" y="652463"/>
                </a:lnTo>
                <a:lnTo>
                  <a:pt x="80963" y="647700"/>
                </a:lnTo>
                <a:lnTo>
                  <a:pt x="76200" y="642938"/>
                </a:lnTo>
                <a:lnTo>
                  <a:pt x="71438" y="638175"/>
                </a:lnTo>
                <a:lnTo>
                  <a:pt x="66675" y="633413"/>
                </a:lnTo>
                <a:lnTo>
                  <a:pt x="66675" y="623888"/>
                </a:lnTo>
                <a:lnTo>
                  <a:pt x="61913" y="619125"/>
                </a:lnTo>
                <a:lnTo>
                  <a:pt x="57150" y="614363"/>
                </a:lnTo>
                <a:lnTo>
                  <a:pt x="52388" y="609600"/>
                </a:lnTo>
                <a:lnTo>
                  <a:pt x="47625" y="604838"/>
                </a:lnTo>
                <a:lnTo>
                  <a:pt x="47625" y="595313"/>
                </a:lnTo>
                <a:lnTo>
                  <a:pt x="47625" y="585788"/>
                </a:lnTo>
                <a:lnTo>
                  <a:pt x="47625" y="576263"/>
                </a:lnTo>
                <a:lnTo>
                  <a:pt x="47625" y="566738"/>
                </a:lnTo>
                <a:lnTo>
                  <a:pt x="47625" y="557213"/>
                </a:lnTo>
                <a:lnTo>
                  <a:pt x="42863" y="552450"/>
                </a:lnTo>
                <a:lnTo>
                  <a:pt x="38100" y="547688"/>
                </a:lnTo>
                <a:lnTo>
                  <a:pt x="33338" y="542925"/>
                </a:lnTo>
                <a:lnTo>
                  <a:pt x="28575" y="538163"/>
                </a:lnTo>
                <a:lnTo>
                  <a:pt x="23813" y="533400"/>
                </a:lnTo>
                <a:lnTo>
                  <a:pt x="19050" y="528638"/>
                </a:lnTo>
                <a:lnTo>
                  <a:pt x="19050" y="519113"/>
                </a:lnTo>
                <a:lnTo>
                  <a:pt x="14288" y="514350"/>
                </a:lnTo>
                <a:lnTo>
                  <a:pt x="9525" y="509588"/>
                </a:lnTo>
                <a:lnTo>
                  <a:pt x="9525" y="500063"/>
                </a:lnTo>
                <a:lnTo>
                  <a:pt x="9525" y="490538"/>
                </a:lnTo>
                <a:lnTo>
                  <a:pt x="9525" y="481013"/>
                </a:lnTo>
                <a:lnTo>
                  <a:pt x="9525" y="471488"/>
                </a:lnTo>
                <a:lnTo>
                  <a:pt x="14288" y="466725"/>
                </a:lnTo>
                <a:lnTo>
                  <a:pt x="19050" y="461963"/>
                </a:lnTo>
                <a:lnTo>
                  <a:pt x="14288" y="457200"/>
                </a:lnTo>
                <a:lnTo>
                  <a:pt x="9525" y="452438"/>
                </a:lnTo>
                <a:lnTo>
                  <a:pt x="9525" y="442913"/>
                </a:lnTo>
                <a:lnTo>
                  <a:pt x="4763" y="438150"/>
                </a:lnTo>
                <a:lnTo>
                  <a:pt x="0" y="433388"/>
                </a:lnTo>
                <a:lnTo>
                  <a:pt x="0" y="423863"/>
                </a:lnTo>
                <a:lnTo>
                  <a:pt x="0" y="414338"/>
                </a:lnTo>
                <a:lnTo>
                  <a:pt x="0" y="404813"/>
                </a:lnTo>
                <a:lnTo>
                  <a:pt x="0" y="395288"/>
                </a:lnTo>
                <a:lnTo>
                  <a:pt x="0" y="385763"/>
                </a:lnTo>
                <a:lnTo>
                  <a:pt x="0" y="376238"/>
                </a:lnTo>
                <a:lnTo>
                  <a:pt x="4763" y="371475"/>
                </a:lnTo>
                <a:lnTo>
                  <a:pt x="9525" y="366713"/>
                </a:lnTo>
                <a:lnTo>
                  <a:pt x="9525" y="357188"/>
                </a:lnTo>
                <a:lnTo>
                  <a:pt x="9525" y="347663"/>
                </a:lnTo>
                <a:lnTo>
                  <a:pt x="9525" y="338138"/>
                </a:lnTo>
                <a:lnTo>
                  <a:pt x="9525" y="328613"/>
                </a:lnTo>
                <a:lnTo>
                  <a:pt x="4763" y="323850"/>
                </a:lnTo>
                <a:lnTo>
                  <a:pt x="0" y="319088"/>
                </a:lnTo>
                <a:lnTo>
                  <a:pt x="4763" y="314325"/>
                </a:lnTo>
                <a:lnTo>
                  <a:pt x="9525" y="309563"/>
                </a:lnTo>
                <a:lnTo>
                  <a:pt x="9525" y="300038"/>
                </a:lnTo>
                <a:lnTo>
                  <a:pt x="14288" y="295275"/>
                </a:lnTo>
                <a:lnTo>
                  <a:pt x="19050" y="290513"/>
                </a:lnTo>
                <a:lnTo>
                  <a:pt x="23813" y="285750"/>
                </a:lnTo>
                <a:lnTo>
                  <a:pt x="28575" y="280988"/>
                </a:lnTo>
                <a:lnTo>
                  <a:pt x="33338" y="276225"/>
                </a:lnTo>
                <a:lnTo>
                  <a:pt x="38100" y="271463"/>
                </a:lnTo>
                <a:lnTo>
                  <a:pt x="42863" y="266700"/>
                </a:lnTo>
                <a:lnTo>
                  <a:pt x="47625" y="261938"/>
                </a:lnTo>
                <a:lnTo>
                  <a:pt x="47625" y="252413"/>
                </a:lnTo>
                <a:lnTo>
                  <a:pt x="47625" y="242888"/>
                </a:lnTo>
                <a:lnTo>
                  <a:pt x="47625" y="233363"/>
                </a:lnTo>
                <a:lnTo>
                  <a:pt x="47625" y="223838"/>
                </a:lnTo>
                <a:lnTo>
                  <a:pt x="47625" y="214313"/>
                </a:lnTo>
                <a:lnTo>
                  <a:pt x="47625" y="204788"/>
                </a:lnTo>
                <a:lnTo>
                  <a:pt x="52388" y="200025"/>
                </a:lnTo>
                <a:lnTo>
                  <a:pt x="57150" y="195263"/>
                </a:lnTo>
                <a:lnTo>
                  <a:pt x="61913" y="190500"/>
                </a:lnTo>
                <a:lnTo>
                  <a:pt x="66675" y="185738"/>
                </a:lnTo>
                <a:lnTo>
                  <a:pt x="71438" y="180975"/>
                </a:lnTo>
                <a:lnTo>
                  <a:pt x="80963" y="180975"/>
                </a:lnTo>
                <a:lnTo>
                  <a:pt x="85725" y="176213"/>
                </a:lnTo>
                <a:lnTo>
                  <a:pt x="85725" y="166688"/>
                </a:lnTo>
                <a:lnTo>
                  <a:pt x="90488" y="161925"/>
                </a:lnTo>
                <a:lnTo>
                  <a:pt x="95250" y="157163"/>
                </a:lnTo>
                <a:lnTo>
                  <a:pt x="100013" y="152400"/>
                </a:lnTo>
                <a:lnTo>
                  <a:pt x="104775" y="147638"/>
                </a:lnTo>
                <a:lnTo>
                  <a:pt x="104775" y="138113"/>
                </a:lnTo>
                <a:lnTo>
                  <a:pt x="109538" y="133350"/>
                </a:lnTo>
                <a:lnTo>
                  <a:pt x="114300" y="128588"/>
                </a:lnTo>
                <a:lnTo>
                  <a:pt x="114300" y="119063"/>
                </a:lnTo>
                <a:lnTo>
                  <a:pt x="119063" y="114300"/>
                </a:lnTo>
                <a:lnTo>
                  <a:pt x="128588" y="114300"/>
                </a:lnTo>
                <a:lnTo>
                  <a:pt x="133350" y="109538"/>
                </a:lnTo>
                <a:lnTo>
                  <a:pt x="138113" y="104775"/>
                </a:lnTo>
                <a:lnTo>
                  <a:pt x="142875" y="100013"/>
                </a:lnTo>
                <a:lnTo>
                  <a:pt x="142875" y="90488"/>
                </a:lnTo>
                <a:lnTo>
                  <a:pt x="147638" y="85725"/>
                </a:lnTo>
                <a:lnTo>
                  <a:pt x="157163" y="85725"/>
                </a:lnTo>
                <a:lnTo>
                  <a:pt x="161925" y="80963"/>
                </a:lnTo>
                <a:lnTo>
                  <a:pt x="166688" y="76200"/>
                </a:lnTo>
                <a:lnTo>
                  <a:pt x="171450" y="71438"/>
                </a:lnTo>
                <a:lnTo>
                  <a:pt x="171450" y="61913"/>
                </a:lnTo>
                <a:lnTo>
                  <a:pt x="176213" y="57150"/>
                </a:lnTo>
                <a:lnTo>
                  <a:pt x="185738" y="57150"/>
                </a:lnTo>
                <a:lnTo>
                  <a:pt x="195263" y="57150"/>
                </a:lnTo>
                <a:lnTo>
                  <a:pt x="200025" y="52388"/>
                </a:lnTo>
                <a:lnTo>
                  <a:pt x="204788" y="47625"/>
                </a:lnTo>
                <a:lnTo>
                  <a:pt x="214313" y="47625"/>
                </a:lnTo>
                <a:lnTo>
                  <a:pt x="223838" y="47625"/>
                </a:lnTo>
                <a:lnTo>
                  <a:pt x="228600" y="42863"/>
                </a:lnTo>
                <a:lnTo>
                  <a:pt x="233363" y="38100"/>
                </a:lnTo>
                <a:lnTo>
                  <a:pt x="242888" y="38100"/>
                </a:lnTo>
                <a:lnTo>
                  <a:pt x="247650" y="33338"/>
                </a:lnTo>
                <a:lnTo>
                  <a:pt x="252413" y="28575"/>
                </a:lnTo>
                <a:lnTo>
                  <a:pt x="261938" y="28575"/>
                </a:lnTo>
                <a:lnTo>
                  <a:pt x="266700" y="23813"/>
                </a:lnTo>
                <a:lnTo>
                  <a:pt x="271463" y="19050"/>
                </a:lnTo>
                <a:lnTo>
                  <a:pt x="280988" y="19050"/>
                </a:lnTo>
                <a:lnTo>
                  <a:pt x="290513" y="19050"/>
                </a:lnTo>
                <a:lnTo>
                  <a:pt x="295275" y="14288"/>
                </a:lnTo>
                <a:lnTo>
                  <a:pt x="300038" y="9525"/>
                </a:lnTo>
                <a:lnTo>
                  <a:pt x="309563" y="9525"/>
                </a:lnTo>
                <a:lnTo>
                  <a:pt x="314325" y="4763"/>
                </a:lnTo>
                <a:close/>
              </a:path>
            </a:pathLst>
          </a:custGeom>
          <a:solidFill xmlns:a="http://schemas.openxmlformats.org/drawingml/2006/main">
            <a:srgbClr val="C0C0C0"/>
          </a:solidFill>
          <a:ln xmlns:a="http://schemas.openxmlformats.org/drawingml/2006/main" w="0">
            <a:noFill/>
            <a:prstDash val="solid"/>
          </a:ln>
        </p:spPr>
      </p:sp>
      <p:sp>
        <p:nvSpPr>
          <p:cNvPr id="27" name="deep-skill-chaining-source-component-0-gradient-194-0">
            <a:extLst xmlns:a="http://schemas.openxmlformats.org/drawingml/2006/main">
              <a:ext uri="{FF2B5EF4-FFF2-40B4-BE49-F238E27FC236}">
                <a16:creationId xmlns:a16="http://schemas.microsoft.com/office/drawing/2014/main" id="{BCF62D56-4411-4693-AFC0-08914A301E8B}"/>
              </a:ext>
            </a:extLst>
          </p:cNvPr>
          <p:cNvSpPr>
            <a:spLocks xmlns:a="http://schemas.openxmlformats.org/drawingml/2006/main" noGrp="1"/>
          </p:cNvSpPr>
          <p:nvPr/>
        </p:nvSpPr>
        <p:spPr>
          <a:xfrm xmlns:a="http://schemas.openxmlformats.org/drawingml/2006/main" rot="0">
            <a:off x="7200900" y="733425"/>
            <a:ext cx="790575" cy="781050"/>
          </a:xfrm>
          <a:custGeom xmlns:a="http://schemas.openxmlformats.org/drawingml/2006/main">
            <a:pathLst>
              <a:path w="790575" h="781050">
                <a:moveTo>
                  <a:pt x="361950" y="4763"/>
                </a:moveTo>
                <a:lnTo>
                  <a:pt x="366713" y="0"/>
                </a:lnTo>
                <a:lnTo>
                  <a:pt x="376238" y="0"/>
                </a:lnTo>
                <a:lnTo>
                  <a:pt x="385763" y="0"/>
                </a:lnTo>
                <a:lnTo>
                  <a:pt x="395288" y="0"/>
                </a:lnTo>
                <a:lnTo>
                  <a:pt x="404813" y="0"/>
                </a:lnTo>
                <a:lnTo>
                  <a:pt x="409575" y="4763"/>
                </a:lnTo>
                <a:lnTo>
                  <a:pt x="414338" y="9525"/>
                </a:lnTo>
                <a:lnTo>
                  <a:pt x="423863" y="9525"/>
                </a:lnTo>
                <a:lnTo>
                  <a:pt x="433388" y="9525"/>
                </a:lnTo>
                <a:lnTo>
                  <a:pt x="442913" y="9525"/>
                </a:lnTo>
                <a:lnTo>
                  <a:pt x="452438" y="9525"/>
                </a:lnTo>
                <a:lnTo>
                  <a:pt x="461963" y="9525"/>
                </a:lnTo>
                <a:lnTo>
                  <a:pt x="471488" y="9525"/>
                </a:lnTo>
                <a:lnTo>
                  <a:pt x="481013" y="9525"/>
                </a:lnTo>
                <a:lnTo>
                  <a:pt x="490538" y="9525"/>
                </a:lnTo>
                <a:lnTo>
                  <a:pt x="495300" y="14288"/>
                </a:lnTo>
                <a:lnTo>
                  <a:pt x="500063" y="19050"/>
                </a:lnTo>
                <a:lnTo>
                  <a:pt x="509588" y="19050"/>
                </a:lnTo>
                <a:lnTo>
                  <a:pt x="519113" y="19050"/>
                </a:lnTo>
                <a:lnTo>
                  <a:pt x="528638" y="19050"/>
                </a:lnTo>
                <a:lnTo>
                  <a:pt x="533400" y="23813"/>
                </a:lnTo>
                <a:lnTo>
                  <a:pt x="538163" y="28575"/>
                </a:lnTo>
                <a:lnTo>
                  <a:pt x="547688" y="28575"/>
                </a:lnTo>
                <a:lnTo>
                  <a:pt x="552450" y="33338"/>
                </a:lnTo>
                <a:lnTo>
                  <a:pt x="557213" y="38100"/>
                </a:lnTo>
                <a:lnTo>
                  <a:pt x="566738" y="38100"/>
                </a:lnTo>
                <a:lnTo>
                  <a:pt x="571500" y="42863"/>
                </a:lnTo>
                <a:lnTo>
                  <a:pt x="576263" y="47625"/>
                </a:lnTo>
                <a:lnTo>
                  <a:pt x="585788" y="47625"/>
                </a:lnTo>
                <a:lnTo>
                  <a:pt x="590550" y="52388"/>
                </a:lnTo>
                <a:lnTo>
                  <a:pt x="595313" y="57150"/>
                </a:lnTo>
                <a:lnTo>
                  <a:pt x="600075" y="61913"/>
                </a:lnTo>
                <a:lnTo>
                  <a:pt x="604838" y="66675"/>
                </a:lnTo>
                <a:lnTo>
                  <a:pt x="614363" y="66675"/>
                </a:lnTo>
                <a:lnTo>
                  <a:pt x="623888" y="66675"/>
                </a:lnTo>
                <a:lnTo>
                  <a:pt x="628650" y="71438"/>
                </a:lnTo>
                <a:lnTo>
                  <a:pt x="633413" y="76200"/>
                </a:lnTo>
                <a:lnTo>
                  <a:pt x="642938" y="76200"/>
                </a:lnTo>
                <a:lnTo>
                  <a:pt x="647700" y="80963"/>
                </a:lnTo>
                <a:lnTo>
                  <a:pt x="652463" y="85725"/>
                </a:lnTo>
                <a:lnTo>
                  <a:pt x="657225" y="90488"/>
                </a:lnTo>
                <a:lnTo>
                  <a:pt x="661988" y="95250"/>
                </a:lnTo>
                <a:lnTo>
                  <a:pt x="666750" y="100013"/>
                </a:lnTo>
                <a:lnTo>
                  <a:pt x="671513" y="104775"/>
                </a:lnTo>
                <a:lnTo>
                  <a:pt x="676275" y="109538"/>
                </a:lnTo>
                <a:lnTo>
                  <a:pt x="676275" y="119063"/>
                </a:lnTo>
                <a:lnTo>
                  <a:pt x="681038" y="123825"/>
                </a:lnTo>
                <a:lnTo>
                  <a:pt x="685800" y="128588"/>
                </a:lnTo>
                <a:lnTo>
                  <a:pt x="690563" y="133350"/>
                </a:lnTo>
                <a:lnTo>
                  <a:pt x="700088" y="133350"/>
                </a:lnTo>
                <a:lnTo>
                  <a:pt x="704850" y="138113"/>
                </a:lnTo>
                <a:lnTo>
                  <a:pt x="704850" y="147638"/>
                </a:lnTo>
                <a:lnTo>
                  <a:pt x="709613" y="152400"/>
                </a:lnTo>
                <a:lnTo>
                  <a:pt x="714375" y="157163"/>
                </a:lnTo>
                <a:lnTo>
                  <a:pt x="719138" y="161925"/>
                </a:lnTo>
                <a:lnTo>
                  <a:pt x="723900" y="166688"/>
                </a:lnTo>
                <a:lnTo>
                  <a:pt x="723900" y="176213"/>
                </a:lnTo>
                <a:lnTo>
                  <a:pt x="723900" y="185738"/>
                </a:lnTo>
                <a:lnTo>
                  <a:pt x="728663" y="190500"/>
                </a:lnTo>
                <a:lnTo>
                  <a:pt x="733425" y="195263"/>
                </a:lnTo>
                <a:lnTo>
                  <a:pt x="738188" y="200025"/>
                </a:lnTo>
                <a:lnTo>
                  <a:pt x="742950" y="204788"/>
                </a:lnTo>
                <a:lnTo>
                  <a:pt x="747713" y="209550"/>
                </a:lnTo>
                <a:lnTo>
                  <a:pt x="752475" y="214313"/>
                </a:lnTo>
                <a:lnTo>
                  <a:pt x="757238" y="219075"/>
                </a:lnTo>
                <a:lnTo>
                  <a:pt x="762000" y="223838"/>
                </a:lnTo>
                <a:lnTo>
                  <a:pt x="762000" y="233363"/>
                </a:lnTo>
                <a:lnTo>
                  <a:pt x="762000" y="242888"/>
                </a:lnTo>
                <a:lnTo>
                  <a:pt x="762000" y="252413"/>
                </a:lnTo>
                <a:lnTo>
                  <a:pt x="762000" y="261938"/>
                </a:lnTo>
                <a:lnTo>
                  <a:pt x="762000" y="271463"/>
                </a:lnTo>
                <a:lnTo>
                  <a:pt x="766763" y="276225"/>
                </a:lnTo>
                <a:lnTo>
                  <a:pt x="771525" y="280988"/>
                </a:lnTo>
                <a:lnTo>
                  <a:pt x="771525" y="290513"/>
                </a:lnTo>
                <a:lnTo>
                  <a:pt x="771525" y="300038"/>
                </a:lnTo>
                <a:lnTo>
                  <a:pt x="776288" y="304800"/>
                </a:lnTo>
                <a:lnTo>
                  <a:pt x="781050" y="309563"/>
                </a:lnTo>
                <a:lnTo>
                  <a:pt x="781050" y="319088"/>
                </a:lnTo>
                <a:lnTo>
                  <a:pt x="785813" y="323850"/>
                </a:lnTo>
                <a:lnTo>
                  <a:pt x="790575" y="328613"/>
                </a:lnTo>
                <a:lnTo>
                  <a:pt x="790575" y="338138"/>
                </a:lnTo>
                <a:lnTo>
                  <a:pt x="790575" y="347663"/>
                </a:lnTo>
                <a:lnTo>
                  <a:pt x="790575" y="357188"/>
                </a:lnTo>
                <a:lnTo>
                  <a:pt x="790575" y="366713"/>
                </a:lnTo>
                <a:lnTo>
                  <a:pt x="790575" y="376238"/>
                </a:lnTo>
                <a:lnTo>
                  <a:pt x="790575" y="385763"/>
                </a:lnTo>
                <a:lnTo>
                  <a:pt x="790575" y="395288"/>
                </a:lnTo>
                <a:lnTo>
                  <a:pt x="790575" y="404813"/>
                </a:lnTo>
                <a:lnTo>
                  <a:pt x="790575" y="414338"/>
                </a:lnTo>
                <a:lnTo>
                  <a:pt x="790575" y="423863"/>
                </a:lnTo>
                <a:lnTo>
                  <a:pt x="790575" y="433388"/>
                </a:lnTo>
                <a:lnTo>
                  <a:pt x="790575" y="442913"/>
                </a:lnTo>
                <a:lnTo>
                  <a:pt x="790575" y="452438"/>
                </a:lnTo>
                <a:lnTo>
                  <a:pt x="790575" y="461963"/>
                </a:lnTo>
                <a:lnTo>
                  <a:pt x="790575" y="471488"/>
                </a:lnTo>
                <a:lnTo>
                  <a:pt x="790575" y="481013"/>
                </a:lnTo>
                <a:lnTo>
                  <a:pt x="785813" y="485775"/>
                </a:lnTo>
                <a:lnTo>
                  <a:pt x="781050" y="490538"/>
                </a:lnTo>
                <a:lnTo>
                  <a:pt x="776288" y="495300"/>
                </a:lnTo>
                <a:lnTo>
                  <a:pt x="771525" y="500063"/>
                </a:lnTo>
                <a:lnTo>
                  <a:pt x="766763" y="504825"/>
                </a:lnTo>
                <a:lnTo>
                  <a:pt x="762000" y="509588"/>
                </a:lnTo>
                <a:lnTo>
                  <a:pt x="762000" y="519113"/>
                </a:lnTo>
                <a:lnTo>
                  <a:pt x="762000" y="528638"/>
                </a:lnTo>
                <a:lnTo>
                  <a:pt x="762000" y="538163"/>
                </a:lnTo>
                <a:lnTo>
                  <a:pt x="762000" y="547688"/>
                </a:lnTo>
                <a:lnTo>
                  <a:pt x="762000" y="557213"/>
                </a:lnTo>
                <a:lnTo>
                  <a:pt x="762000" y="566738"/>
                </a:lnTo>
                <a:lnTo>
                  <a:pt x="757238" y="571500"/>
                </a:lnTo>
                <a:lnTo>
                  <a:pt x="752475" y="576263"/>
                </a:lnTo>
                <a:lnTo>
                  <a:pt x="752475" y="585788"/>
                </a:lnTo>
                <a:lnTo>
                  <a:pt x="752475" y="595313"/>
                </a:lnTo>
                <a:lnTo>
                  <a:pt x="747713" y="600075"/>
                </a:lnTo>
                <a:lnTo>
                  <a:pt x="738188" y="600075"/>
                </a:lnTo>
                <a:lnTo>
                  <a:pt x="733425" y="604838"/>
                </a:lnTo>
                <a:lnTo>
                  <a:pt x="728663" y="609600"/>
                </a:lnTo>
                <a:lnTo>
                  <a:pt x="723900" y="614363"/>
                </a:lnTo>
                <a:lnTo>
                  <a:pt x="719138" y="619125"/>
                </a:lnTo>
                <a:lnTo>
                  <a:pt x="714375" y="623888"/>
                </a:lnTo>
                <a:lnTo>
                  <a:pt x="709613" y="628650"/>
                </a:lnTo>
                <a:lnTo>
                  <a:pt x="704850" y="633413"/>
                </a:lnTo>
                <a:lnTo>
                  <a:pt x="704850" y="642938"/>
                </a:lnTo>
                <a:lnTo>
                  <a:pt x="700088" y="647700"/>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2463" y="704850"/>
                </a:lnTo>
                <a:lnTo>
                  <a:pt x="647700" y="709613"/>
                </a:lnTo>
                <a:lnTo>
                  <a:pt x="642938" y="714375"/>
                </a:lnTo>
                <a:lnTo>
                  <a:pt x="633413" y="714375"/>
                </a:lnTo>
                <a:lnTo>
                  <a:pt x="628650" y="719138"/>
                </a:lnTo>
                <a:lnTo>
                  <a:pt x="623888" y="723900"/>
                </a:lnTo>
                <a:lnTo>
                  <a:pt x="614363" y="723900"/>
                </a:lnTo>
                <a:lnTo>
                  <a:pt x="609600" y="728663"/>
                </a:lnTo>
                <a:lnTo>
                  <a:pt x="604838" y="733425"/>
                </a:lnTo>
                <a:lnTo>
                  <a:pt x="595313" y="733425"/>
                </a:lnTo>
                <a:lnTo>
                  <a:pt x="590550" y="738188"/>
                </a:lnTo>
                <a:lnTo>
                  <a:pt x="585788" y="742950"/>
                </a:lnTo>
                <a:lnTo>
                  <a:pt x="576263" y="742950"/>
                </a:lnTo>
                <a:lnTo>
                  <a:pt x="571500" y="747713"/>
                </a:lnTo>
                <a:lnTo>
                  <a:pt x="566738" y="752475"/>
                </a:lnTo>
                <a:lnTo>
                  <a:pt x="557213" y="752475"/>
                </a:lnTo>
                <a:lnTo>
                  <a:pt x="547688" y="752475"/>
                </a:lnTo>
                <a:lnTo>
                  <a:pt x="542925" y="757238"/>
                </a:lnTo>
                <a:lnTo>
                  <a:pt x="538163" y="762000"/>
                </a:lnTo>
                <a:lnTo>
                  <a:pt x="528638" y="762000"/>
                </a:lnTo>
                <a:lnTo>
                  <a:pt x="523875" y="766763"/>
                </a:lnTo>
                <a:lnTo>
                  <a:pt x="519113" y="771525"/>
                </a:lnTo>
                <a:lnTo>
                  <a:pt x="509588" y="771525"/>
                </a:lnTo>
                <a:lnTo>
                  <a:pt x="500063" y="771525"/>
                </a:lnTo>
                <a:lnTo>
                  <a:pt x="490538" y="771525"/>
                </a:lnTo>
                <a:lnTo>
                  <a:pt x="481013" y="771525"/>
                </a:lnTo>
                <a:lnTo>
                  <a:pt x="476250" y="776288"/>
                </a:lnTo>
                <a:lnTo>
                  <a:pt x="471488" y="781050"/>
                </a:lnTo>
                <a:lnTo>
                  <a:pt x="466725" y="776288"/>
                </a:lnTo>
                <a:lnTo>
                  <a:pt x="461963" y="771525"/>
                </a:lnTo>
                <a:lnTo>
                  <a:pt x="457200" y="776288"/>
                </a:lnTo>
                <a:lnTo>
                  <a:pt x="452438" y="781050"/>
                </a:lnTo>
                <a:lnTo>
                  <a:pt x="442913" y="781050"/>
                </a:lnTo>
                <a:lnTo>
                  <a:pt x="433388" y="781050"/>
                </a:lnTo>
                <a:lnTo>
                  <a:pt x="423863" y="781050"/>
                </a:lnTo>
                <a:lnTo>
                  <a:pt x="414338" y="781050"/>
                </a:lnTo>
                <a:lnTo>
                  <a:pt x="404813" y="781050"/>
                </a:lnTo>
                <a:lnTo>
                  <a:pt x="395288" y="781050"/>
                </a:lnTo>
                <a:lnTo>
                  <a:pt x="385763" y="781050"/>
                </a:lnTo>
                <a:lnTo>
                  <a:pt x="376238" y="781050"/>
                </a:lnTo>
                <a:lnTo>
                  <a:pt x="366713" y="781050"/>
                </a:lnTo>
                <a:lnTo>
                  <a:pt x="357188" y="781050"/>
                </a:lnTo>
                <a:lnTo>
                  <a:pt x="352425" y="776288"/>
                </a:lnTo>
                <a:lnTo>
                  <a:pt x="347663" y="771525"/>
                </a:lnTo>
                <a:lnTo>
                  <a:pt x="342900" y="776288"/>
                </a:lnTo>
                <a:lnTo>
                  <a:pt x="338138" y="781050"/>
                </a:lnTo>
                <a:lnTo>
                  <a:pt x="333375" y="776288"/>
                </a:lnTo>
                <a:lnTo>
                  <a:pt x="328613" y="771525"/>
                </a:lnTo>
                <a:lnTo>
                  <a:pt x="319088" y="771525"/>
                </a:lnTo>
                <a:lnTo>
                  <a:pt x="309563" y="771525"/>
                </a:lnTo>
                <a:lnTo>
                  <a:pt x="300038" y="771525"/>
                </a:lnTo>
                <a:lnTo>
                  <a:pt x="295275" y="766763"/>
                </a:lnTo>
                <a:lnTo>
                  <a:pt x="290513" y="762000"/>
                </a:lnTo>
                <a:lnTo>
                  <a:pt x="285750" y="766763"/>
                </a:lnTo>
                <a:lnTo>
                  <a:pt x="280988" y="771525"/>
                </a:lnTo>
                <a:lnTo>
                  <a:pt x="276225" y="766763"/>
                </a:lnTo>
                <a:lnTo>
                  <a:pt x="271463" y="762000"/>
                </a:lnTo>
                <a:lnTo>
                  <a:pt x="261938" y="762000"/>
                </a:lnTo>
                <a:lnTo>
                  <a:pt x="257175" y="757238"/>
                </a:lnTo>
                <a:lnTo>
                  <a:pt x="252413" y="752475"/>
                </a:lnTo>
                <a:lnTo>
                  <a:pt x="242888" y="752475"/>
                </a:lnTo>
                <a:lnTo>
                  <a:pt x="233363" y="752475"/>
                </a:lnTo>
                <a:lnTo>
                  <a:pt x="223838" y="752475"/>
                </a:lnTo>
                <a:lnTo>
                  <a:pt x="219075" y="747713"/>
                </a:lnTo>
                <a:lnTo>
                  <a:pt x="214313" y="742950"/>
                </a:lnTo>
                <a:lnTo>
                  <a:pt x="204788" y="742950"/>
                </a:lnTo>
                <a:lnTo>
                  <a:pt x="195263" y="742950"/>
                </a:lnTo>
                <a:lnTo>
                  <a:pt x="190500" y="738188"/>
                </a:lnTo>
                <a:lnTo>
                  <a:pt x="185738" y="733425"/>
                </a:lnTo>
                <a:lnTo>
                  <a:pt x="176213" y="733425"/>
                </a:lnTo>
                <a:lnTo>
                  <a:pt x="171450" y="728663"/>
                </a:lnTo>
                <a:lnTo>
                  <a:pt x="166688" y="723900"/>
                </a:lnTo>
                <a:lnTo>
                  <a:pt x="161925" y="719138"/>
                </a:lnTo>
                <a:lnTo>
                  <a:pt x="157163" y="714375"/>
                </a:lnTo>
                <a:lnTo>
                  <a:pt x="152400" y="709613"/>
                </a:lnTo>
                <a:lnTo>
                  <a:pt x="147638" y="704850"/>
                </a:lnTo>
                <a:lnTo>
                  <a:pt x="142875" y="700088"/>
                </a:lnTo>
                <a:lnTo>
                  <a:pt x="138113" y="695325"/>
                </a:lnTo>
                <a:lnTo>
                  <a:pt x="133350" y="690563"/>
                </a:lnTo>
                <a:lnTo>
                  <a:pt x="128588" y="685800"/>
                </a:lnTo>
                <a:lnTo>
                  <a:pt x="123825" y="681038"/>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0963" y="628650"/>
                </a:lnTo>
                <a:lnTo>
                  <a:pt x="71438" y="628650"/>
                </a:lnTo>
                <a:lnTo>
                  <a:pt x="66675" y="623888"/>
                </a:lnTo>
                <a:lnTo>
                  <a:pt x="66675" y="614363"/>
                </a:lnTo>
                <a:lnTo>
                  <a:pt x="61913" y="609600"/>
                </a:lnTo>
                <a:lnTo>
                  <a:pt x="57150" y="604838"/>
                </a:lnTo>
                <a:lnTo>
                  <a:pt x="57150" y="595313"/>
                </a:lnTo>
                <a:lnTo>
                  <a:pt x="52388" y="590550"/>
                </a:lnTo>
                <a:lnTo>
                  <a:pt x="47625" y="585788"/>
                </a:lnTo>
                <a:lnTo>
                  <a:pt x="47625" y="576263"/>
                </a:lnTo>
                <a:lnTo>
                  <a:pt x="42863" y="571500"/>
                </a:lnTo>
                <a:lnTo>
                  <a:pt x="38100" y="566738"/>
                </a:lnTo>
                <a:lnTo>
                  <a:pt x="38100" y="557213"/>
                </a:lnTo>
                <a:lnTo>
                  <a:pt x="38100" y="547688"/>
                </a:lnTo>
                <a:lnTo>
                  <a:pt x="38100" y="538163"/>
                </a:lnTo>
                <a:lnTo>
                  <a:pt x="33338" y="533400"/>
                </a:lnTo>
                <a:lnTo>
                  <a:pt x="28575" y="528638"/>
                </a:lnTo>
                <a:lnTo>
                  <a:pt x="23813" y="523875"/>
                </a:lnTo>
                <a:lnTo>
                  <a:pt x="19050" y="519113"/>
                </a:lnTo>
                <a:lnTo>
                  <a:pt x="14288" y="514350"/>
                </a:lnTo>
                <a:lnTo>
                  <a:pt x="9525" y="509588"/>
                </a:lnTo>
                <a:lnTo>
                  <a:pt x="9525" y="500063"/>
                </a:lnTo>
                <a:lnTo>
                  <a:pt x="9525" y="490538"/>
                </a:lnTo>
                <a:lnTo>
                  <a:pt x="9525" y="481013"/>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0" y="357188"/>
                </a:lnTo>
                <a:lnTo>
                  <a:pt x="4763" y="352425"/>
                </a:lnTo>
                <a:lnTo>
                  <a:pt x="9525" y="347663"/>
                </a:lnTo>
                <a:lnTo>
                  <a:pt x="9525" y="338138"/>
                </a:lnTo>
                <a:lnTo>
                  <a:pt x="9525" y="328613"/>
                </a:lnTo>
                <a:lnTo>
                  <a:pt x="9525" y="319088"/>
                </a:lnTo>
                <a:lnTo>
                  <a:pt x="9525" y="309563"/>
                </a:lnTo>
                <a:lnTo>
                  <a:pt x="9525" y="300038"/>
                </a:lnTo>
                <a:lnTo>
                  <a:pt x="9525" y="290513"/>
                </a:lnTo>
                <a:lnTo>
                  <a:pt x="9525" y="280988"/>
                </a:lnTo>
                <a:lnTo>
                  <a:pt x="14288" y="276225"/>
                </a:lnTo>
                <a:lnTo>
                  <a:pt x="19050" y="271463"/>
                </a:lnTo>
                <a:lnTo>
                  <a:pt x="23813" y="266700"/>
                </a:lnTo>
                <a:lnTo>
                  <a:pt x="28575" y="261938"/>
                </a:lnTo>
                <a:lnTo>
                  <a:pt x="33338" y="257175"/>
                </a:lnTo>
                <a:lnTo>
                  <a:pt x="38100" y="252413"/>
                </a:lnTo>
                <a:lnTo>
                  <a:pt x="38100" y="242888"/>
                </a:lnTo>
                <a:lnTo>
                  <a:pt x="38100" y="233363"/>
                </a:lnTo>
                <a:lnTo>
                  <a:pt x="38100" y="223838"/>
                </a:lnTo>
                <a:lnTo>
                  <a:pt x="38100" y="214313"/>
                </a:lnTo>
                <a:lnTo>
                  <a:pt x="38100" y="204788"/>
                </a:lnTo>
                <a:lnTo>
                  <a:pt x="38100" y="195263"/>
                </a:lnTo>
                <a:lnTo>
                  <a:pt x="42863" y="190500"/>
                </a:lnTo>
                <a:lnTo>
                  <a:pt x="52388" y="190500"/>
                </a:lnTo>
                <a:lnTo>
                  <a:pt x="57150" y="185738"/>
                </a:lnTo>
                <a:lnTo>
                  <a:pt x="61913" y="180975"/>
                </a:lnTo>
                <a:lnTo>
                  <a:pt x="71438" y="180975"/>
                </a:lnTo>
                <a:lnTo>
                  <a:pt x="76200" y="176213"/>
                </a:lnTo>
                <a:lnTo>
                  <a:pt x="80963" y="171450"/>
                </a:lnTo>
                <a:lnTo>
                  <a:pt x="85725" y="166688"/>
                </a:lnTo>
                <a:lnTo>
                  <a:pt x="85725" y="157163"/>
                </a:lnTo>
                <a:lnTo>
                  <a:pt x="90488" y="152400"/>
                </a:lnTo>
                <a:lnTo>
                  <a:pt x="95250" y="147638"/>
                </a:lnTo>
                <a:lnTo>
                  <a:pt x="95250" y="138113"/>
                </a:lnTo>
                <a:lnTo>
                  <a:pt x="100013" y="133350"/>
                </a:lnTo>
                <a:lnTo>
                  <a:pt x="109538" y="133350"/>
                </a:lnTo>
                <a:lnTo>
                  <a:pt x="114300" y="128588"/>
                </a:lnTo>
                <a:lnTo>
                  <a:pt x="119063" y="123825"/>
                </a:lnTo>
                <a:lnTo>
                  <a:pt x="123825" y="119063"/>
                </a:lnTo>
                <a:lnTo>
                  <a:pt x="123825" y="109538"/>
                </a:lnTo>
                <a:lnTo>
                  <a:pt x="128588" y="104775"/>
                </a:lnTo>
                <a:lnTo>
                  <a:pt x="133350" y="100013"/>
                </a:lnTo>
                <a:lnTo>
                  <a:pt x="138113" y="95250"/>
                </a:lnTo>
                <a:lnTo>
                  <a:pt x="142875" y="90488"/>
                </a:lnTo>
                <a:lnTo>
                  <a:pt x="147638" y="85725"/>
                </a:lnTo>
                <a:lnTo>
                  <a:pt x="152400" y="80963"/>
                </a:lnTo>
                <a:lnTo>
                  <a:pt x="157163" y="76200"/>
                </a:lnTo>
                <a:lnTo>
                  <a:pt x="166688" y="76200"/>
                </a:lnTo>
                <a:lnTo>
                  <a:pt x="171450" y="71438"/>
                </a:lnTo>
                <a:lnTo>
                  <a:pt x="176213" y="66675"/>
                </a:lnTo>
                <a:lnTo>
                  <a:pt x="180975" y="61913"/>
                </a:lnTo>
                <a:lnTo>
                  <a:pt x="180975" y="52388"/>
                </a:lnTo>
                <a:lnTo>
                  <a:pt x="185738" y="47625"/>
                </a:lnTo>
                <a:lnTo>
                  <a:pt x="195263" y="47625"/>
                </a:lnTo>
                <a:lnTo>
                  <a:pt x="204788" y="47625"/>
                </a:lnTo>
                <a:lnTo>
                  <a:pt x="214313" y="47625"/>
                </a:lnTo>
                <a:lnTo>
                  <a:pt x="219075" y="42863"/>
                </a:lnTo>
                <a:lnTo>
                  <a:pt x="223838" y="38100"/>
                </a:lnTo>
                <a:lnTo>
                  <a:pt x="233363" y="38100"/>
                </a:lnTo>
                <a:lnTo>
                  <a:pt x="242888" y="38100"/>
                </a:lnTo>
                <a:lnTo>
                  <a:pt x="247650" y="33338"/>
                </a:lnTo>
                <a:lnTo>
                  <a:pt x="252413" y="28575"/>
                </a:lnTo>
                <a:lnTo>
                  <a:pt x="261938" y="28575"/>
                </a:lnTo>
                <a:lnTo>
                  <a:pt x="266700" y="23813"/>
                </a:lnTo>
                <a:lnTo>
                  <a:pt x="271463" y="19050"/>
                </a:lnTo>
                <a:lnTo>
                  <a:pt x="280988" y="19050"/>
                </a:lnTo>
                <a:lnTo>
                  <a:pt x="290513" y="19050"/>
                </a:lnTo>
                <a:lnTo>
                  <a:pt x="300038" y="19050"/>
                </a:lnTo>
                <a:lnTo>
                  <a:pt x="304800" y="14288"/>
                </a:lnTo>
                <a:lnTo>
                  <a:pt x="309563" y="9525"/>
                </a:lnTo>
                <a:lnTo>
                  <a:pt x="319088" y="9525"/>
                </a:lnTo>
                <a:lnTo>
                  <a:pt x="328613" y="9525"/>
                </a:lnTo>
                <a:lnTo>
                  <a:pt x="338138" y="9525"/>
                </a:lnTo>
                <a:lnTo>
                  <a:pt x="347663" y="9525"/>
                </a:lnTo>
                <a:lnTo>
                  <a:pt x="357188" y="9525"/>
                </a:lnTo>
                <a:lnTo>
                  <a:pt x="361950" y="4763"/>
                </a:lnTo>
                <a:close/>
              </a:path>
            </a:pathLst>
          </a:custGeom>
          <a:solidFill xmlns:a="http://schemas.openxmlformats.org/drawingml/2006/main">
            <a:srgbClr val="C2C2C2"/>
          </a:solidFill>
          <a:ln xmlns:a="http://schemas.openxmlformats.org/drawingml/2006/main" w="0">
            <a:noFill/>
            <a:prstDash val="solid"/>
          </a:ln>
        </p:spPr>
      </p:sp>
      <p:sp>
        <p:nvSpPr>
          <p:cNvPr id="28" name="deep-skill-chaining-source-component-0-gradient-196-0">
            <a:extLst xmlns:a="http://schemas.openxmlformats.org/drawingml/2006/main">
              <a:ext uri="{FF2B5EF4-FFF2-40B4-BE49-F238E27FC236}">
                <a16:creationId xmlns:a16="http://schemas.microsoft.com/office/drawing/2014/main" id="{327A3721-5B05-49F2-AF5C-B2C517552190}"/>
              </a:ext>
            </a:extLst>
          </p:cNvPr>
          <p:cNvSpPr>
            <a:spLocks xmlns:a="http://schemas.openxmlformats.org/drawingml/2006/main" noGrp="1"/>
          </p:cNvSpPr>
          <p:nvPr/>
        </p:nvSpPr>
        <p:spPr>
          <a:xfrm xmlns:a="http://schemas.openxmlformats.org/drawingml/2006/main" rot="0">
            <a:off x="7210425" y="752475"/>
            <a:ext cx="771525" cy="752475"/>
          </a:xfrm>
          <a:custGeom xmlns:a="http://schemas.openxmlformats.org/drawingml/2006/main">
            <a:pathLst>
              <a:path w="771525" h="752475">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66725" y="4763"/>
                </a:lnTo>
                <a:lnTo>
                  <a:pt x="471488" y="9525"/>
                </a:lnTo>
                <a:lnTo>
                  <a:pt x="481013" y="9525"/>
                </a:lnTo>
                <a:lnTo>
                  <a:pt x="485775" y="14288"/>
                </a:lnTo>
                <a:lnTo>
                  <a:pt x="490538" y="19050"/>
                </a:lnTo>
                <a:lnTo>
                  <a:pt x="500063" y="19050"/>
                </a:lnTo>
                <a:lnTo>
                  <a:pt x="509588" y="19050"/>
                </a:lnTo>
                <a:lnTo>
                  <a:pt x="519113" y="19050"/>
                </a:lnTo>
                <a:lnTo>
                  <a:pt x="528638" y="19050"/>
                </a:lnTo>
                <a:lnTo>
                  <a:pt x="533400" y="23813"/>
                </a:lnTo>
                <a:lnTo>
                  <a:pt x="538163" y="28575"/>
                </a:lnTo>
                <a:lnTo>
                  <a:pt x="547688" y="28575"/>
                </a:lnTo>
                <a:lnTo>
                  <a:pt x="552450" y="33338"/>
                </a:lnTo>
                <a:lnTo>
                  <a:pt x="557213" y="38100"/>
                </a:lnTo>
                <a:lnTo>
                  <a:pt x="561975" y="42863"/>
                </a:lnTo>
                <a:lnTo>
                  <a:pt x="566738" y="47625"/>
                </a:lnTo>
                <a:lnTo>
                  <a:pt x="576263" y="47625"/>
                </a:lnTo>
                <a:lnTo>
                  <a:pt x="585788" y="47625"/>
                </a:lnTo>
                <a:lnTo>
                  <a:pt x="590550" y="52388"/>
                </a:lnTo>
                <a:lnTo>
                  <a:pt x="595313" y="57150"/>
                </a:lnTo>
                <a:lnTo>
                  <a:pt x="604838" y="57150"/>
                </a:lnTo>
                <a:lnTo>
                  <a:pt x="609600" y="61913"/>
                </a:lnTo>
                <a:lnTo>
                  <a:pt x="614363" y="66675"/>
                </a:lnTo>
                <a:lnTo>
                  <a:pt x="619125" y="71438"/>
                </a:lnTo>
                <a:lnTo>
                  <a:pt x="623888" y="76200"/>
                </a:lnTo>
                <a:lnTo>
                  <a:pt x="633413" y="76200"/>
                </a:lnTo>
                <a:lnTo>
                  <a:pt x="638175" y="80963"/>
                </a:lnTo>
                <a:lnTo>
                  <a:pt x="642938" y="85725"/>
                </a:lnTo>
                <a:lnTo>
                  <a:pt x="647700" y="90488"/>
                </a:lnTo>
                <a:lnTo>
                  <a:pt x="647700" y="100013"/>
                </a:lnTo>
                <a:lnTo>
                  <a:pt x="652463" y="104775"/>
                </a:lnTo>
                <a:lnTo>
                  <a:pt x="657225" y="109538"/>
                </a:lnTo>
                <a:lnTo>
                  <a:pt x="661988" y="114300"/>
                </a:lnTo>
                <a:lnTo>
                  <a:pt x="666750" y="119063"/>
                </a:lnTo>
                <a:lnTo>
                  <a:pt x="671513" y="123825"/>
                </a:lnTo>
                <a:lnTo>
                  <a:pt x="676275" y="128588"/>
                </a:lnTo>
                <a:lnTo>
                  <a:pt x="681038" y="133350"/>
                </a:lnTo>
                <a:lnTo>
                  <a:pt x="685800" y="138113"/>
                </a:lnTo>
                <a:lnTo>
                  <a:pt x="690563" y="142875"/>
                </a:lnTo>
                <a:lnTo>
                  <a:pt x="695325" y="147638"/>
                </a:lnTo>
                <a:lnTo>
                  <a:pt x="695325" y="157163"/>
                </a:lnTo>
                <a:lnTo>
                  <a:pt x="695325" y="166688"/>
                </a:lnTo>
                <a:lnTo>
                  <a:pt x="700088" y="171450"/>
                </a:lnTo>
                <a:lnTo>
                  <a:pt x="704850" y="176213"/>
                </a:lnTo>
                <a:lnTo>
                  <a:pt x="704850" y="185738"/>
                </a:lnTo>
                <a:lnTo>
                  <a:pt x="709613" y="190500"/>
                </a:lnTo>
                <a:lnTo>
                  <a:pt x="719138" y="190500"/>
                </a:lnTo>
                <a:lnTo>
                  <a:pt x="723900" y="195263"/>
                </a:lnTo>
                <a:lnTo>
                  <a:pt x="728663" y="200025"/>
                </a:lnTo>
                <a:lnTo>
                  <a:pt x="733425" y="204788"/>
                </a:lnTo>
                <a:lnTo>
                  <a:pt x="733425" y="214313"/>
                </a:lnTo>
                <a:lnTo>
                  <a:pt x="733425" y="223838"/>
                </a:lnTo>
                <a:lnTo>
                  <a:pt x="733425" y="233363"/>
                </a:lnTo>
                <a:lnTo>
                  <a:pt x="733425" y="242888"/>
                </a:lnTo>
                <a:lnTo>
                  <a:pt x="733425" y="252413"/>
                </a:lnTo>
                <a:lnTo>
                  <a:pt x="738188" y="257175"/>
                </a:lnTo>
                <a:lnTo>
                  <a:pt x="742950" y="261938"/>
                </a:lnTo>
                <a:lnTo>
                  <a:pt x="742950" y="271463"/>
                </a:lnTo>
                <a:lnTo>
                  <a:pt x="747713" y="276225"/>
                </a:lnTo>
                <a:lnTo>
                  <a:pt x="752475" y="280988"/>
                </a:lnTo>
                <a:lnTo>
                  <a:pt x="752475" y="290513"/>
                </a:lnTo>
                <a:lnTo>
                  <a:pt x="757238" y="295275"/>
                </a:lnTo>
                <a:lnTo>
                  <a:pt x="762000" y="300038"/>
                </a:lnTo>
                <a:lnTo>
                  <a:pt x="762000" y="309563"/>
                </a:lnTo>
                <a:lnTo>
                  <a:pt x="766763" y="314325"/>
                </a:lnTo>
                <a:lnTo>
                  <a:pt x="771525" y="319088"/>
                </a:lnTo>
                <a:lnTo>
                  <a:pt x="766763" y="323850"/>
                </a:lnTo>
                <a:lnTo>
                  <a:pt x="762000" y="328613"/>
                </a:lnTo>
                <a:lnTo>
                  <a:pt x="762000" y="338138"/>
                </a:lnTo>
                <a:lnTo>
                  <a:pt x="762000" y="347663"/>
                </a:lnTo>
                <a:lnTo>
                  <a:pt x="762000" y="357188"/>
                </a:lnTo>
                <a:lnTo>
                  <a:pt x="762000" y="366713"/>
                </a:lnTo>
                <a:lnTo>
                  <a:pt x="762000" y="376238"/>
                </a:lnTo>
                <a:lnTo>
                  <a:pt x="762000" y="385763"/>
                </a:lnTo>
                <a:lnTo>
                  <a:pt x="762000" y="395288"/>
                </a:lnTo>
                <a:lnTo>
                  <a:pt x="762000" y="404813"/>
                </a:lnTo>
                <a:lnTo>
                  <a:pt x="762000" y="414338"/>
                </a:lnTo>
                <a:lnTo>
                  <a:pt x="762000" y="423863"/>
                </a:lnTo>
                <a:lnTo>
                  <a:pt x="762000" y="433388"/>
                </a:lnTo>
                <a:lnTo>
                  <a:pt x="762000" y="442913"/>
                </a:lnTo>
                <a:lnTo>
                  <a:pt x="762000" y="452438"/>
                </a:lnTo>
                <a:lnTo>
                  <a:pt x="766763" y="457200"/>
                </a:lnTo>
                <a:lnTo>
                  <a:pt x="771525" y="461963"/>
                </a:lnTo>
                <a:lnTo>
                  <a:pt x="766763" y="466725"/>
                </a:lnTo>
                <a:lnTo>
                  <a:pt x="757238" y="466725"/>
                </a:lnTo>
                <a:lnTo>
                  <a:pt x="752475" y="471488"/>
                </a:lnTo>
                <a:lnTo>
                  <a:pt x="752475" y="481013"/>
                </a:lnTo>
                <a:lnTo>
                  <a:pt x="747713" y="485775"/>
                </a:lnTo>
                <a:lnTo>
                  <a:pt x="742950" y="490538"/>
                </a:lnTo>
                <a:lnTo>
                  <a:pt x="738188" y="495300"/>
                </a:lnTo>
                <a:lnTo>
                  <a:pt x="733425" y="500063"/>
                </a:lnTo>
                <a:lnTo>
                  <a:pt x="733425" y="509588"/>
                </a:lnTo>
                <a:lnTo>
                  <a:pt x="733425" y="519113"/>
                </a:lnTo>
                <a:lnTo>
                  <a:pt x="733425" y="528638"/>
                </a:lnTo>
                <a:lnTo>
                  <a:pt x="733425" y="538163"/>
                </a:lnTo>
                <a:lnTo>
                  <a:pt x="733425" y="547688"/>
                </a:lnTo>
                <a:lnTo>
                  <a:pt x="728663" y="552450"/>
                </a:lnTo>
                <a:lnTo>
                  <a:pt x="723900" y="557213"/>
                </a:lnTo>
                <a:lnTo>
                  <a:pt x="723900" y="566738"/>
                </a:lnTo>
                <a:lnTo>
                  <a:pt x="723900" y="576263"/>
                </a:lnTo>
                <a:lnTo>
                  <a:pt x="719138" y="581025"/>
                </a:lnTo>
                <a:lnTo>
                  <a:pt x="709613" y="581025"/>
                </a:lnTo>
                <a:lnTo>
                  <a:pt x="704850" y="585788"/>
                </a:lnTo>
                <a:lnTo>
                  <a:pt x="700088" y="590550"/>
                </a:lnTo>
                <a:lnTo>
                  <a:pt x="695325" y="595313"/>
                </a:lnTo>
                <a:lnTo>
                  <a:pt x="695325" y="604838"/>
                </a:lnTo>
                <a:lnTo>
                  <a:pt x="690563" y="609600"/>
                </a:lnTo>
                <a:lnTo>
                  <a:pt x="685800" y="614363"/>
                </a:lnTo>
                <a:lnTo>
                  <a:pt x="681038" y="619125"/>
                </a:lnTo>
                <a:lnTo>
                  <a:pt x="676275" y="623888"/>
                </a:lnTo>
                <a:lnTo>
                  <a:pt x="671513" y="628650"/>
                </a:lnTo>
                <a:lnTo>
                  <a:pt x="666750" y="633413"/>
                </a:lnTo>
                <a:lnTo>
                  <a:pt x="661988" y="638175"/>
                </a:lnTo>
                <a:lnTo>
                  <a:pt x="657225" y="642938"/>
                </a:lnTo>
                <a:lnTo>
                  <a:pt x="652463" y="647700"/>
                </a:lnTo>
                <a:lnTo>
                  <a:pt x="647700" y="652463"/>
                </a:lnTo>
                <a:lnTo>
                  <a:pt x="642938" y="657225"/>
                </a:lnTo>
                <a:lnTo>
                  <a:pt x="638175" y="661988"/>
                </a:lnTo>
                <a:lnTo>
                  <a:pt x="633413" y="666750"/>
                </a:lnTo>
                <a:lnTo>
                  <a:pt x="628650" y="671513"/>
                </a:lnTo>
                <a:lnTo>
                  <a:pt x="623888" y="676275"/>
                </a:lnTo>
                <a:lnTo>
                  <a:pt x="619125" y="681038"/>
                </a:lnTo>
                <a:lnTo>
                  <a:pt x="614363" y="685800"/>
                </a:lnTo>
                <a:lnTo>
                  <a:pt x="609600" y="690563"/>
                </a:lnTo>
                <a:lnTo>
                  <a:pt x="604838" y="695325"/>
                </a:lnTo>
                <a:lnTo>
                  <a:pt x="595313" y="695325"/>
                </a:lnTo>
                <a:lnTo>
                  <a:pt x="590550" y="700088"/>
                </a:lnTo>
                <a:lnTo>
                  <a:pt x="585788" y="704850"/>
                </a:lnTo>
                <a:lnTo>
                  <a:pt x="576263" y="704850"/>
                </a:lnTo>
                <a:lnTo>
                  <a:pt x="566738" y="704850"/>
                </a:lnTo>
                <a:lnTo>
                  <a:pt x="561975" y="709613"/>
                </a:lnTo>
                <a:lnTo>
                  <a:pt x="557213" y="714375"/>
                </a:lnTo>
                <a:lnTo>
                  <a:pt x="552450" y="719138"/>
                </a:lnTo>
                <a:lnTo>
                  <a:pt x="547688" y="723900"/>
                </a:lnTo>
                <a:lnTo>
                  <a:pt x="538163" y="723900"/>
                </a:lnTo>
                <a:lnTo>
                  <a:pt x="528638" y="723900"/>
                </a:lnTo>
                <a:lnTo>
                  <a:pt x="523875" y="728663"/>
                </a:lnTo>
                <a:lnTo>
                  <a:pt x="519113" y="733425"/>
                </a:lnTo>
                <a:lnTo>
                  <a:pt x="509588" y="733425"/>
                </a:lnTo>
                <a:lnTo>
                  <a:pt x="500063" y="733425"/>
                </a:lnTo>
                <a:lnTo>
                  <a:pt x="495300" y="738188"/>
                </a:lnTo>
                <a:lnTo>
                  <a:pt x="490538" y="742950"/>
                </a:lnTo>
                <a:lnTo>
                  <a:pt x="481013" y="742950"/>
                </a:lnTo>
                <a:lnTo>
                  <a:pt x="471488" y="742950"/>
                </a:lnTo>
                <a:lnTo>
                  <a:pt x="466725" y="747713"/>
                </a:lnTo>
                <a:lnTo>
                  <a:pt x="461963" y="752475"/>
                </a:lnTo>
                <a:lnTo>
                  <a:pt x="452438" y="752475"/>
                </a:lnTo>
                <a:lnTo>
                  <a:pt x="442913" y="752475"/>
                </a:lnTo>
                <a:lnTo>
                  <a:pt x="433388" y="752475"/>
                </a:lnTo>
                <a:lnTo>
                  <a:pt x="423863" y="752475"/>
                </a:lnTo>
                <a:lnTo>
                  <a:pt x="414338" y="752475"/>
                </a:lnTo>
                <a:lnTo>
                  <a:pt x="404813" y="752475"/>
                </a:lnTo>
                <a:lnTo>
                  <a:pt x="395288" y="752475"/>
                </a:lnTo>
                <a:lnTo>
                  <a:pt x="385763" y="752475"/>
                </a:lnTo>
                <a:lnTo>
                  <a:pt x="376238" y="752475"/>
                </a:lnTo>
                <a:lnTo>
                  <a:pt x="366713" y="752475"/>
                </a:lnTo>
                <a:lnTo>
                  <a:pt x="357188" y="752475"/>
                </a:lnTo>
                <a:lnTo>
                  <a:pt x="347663" y="752475"/>
                </a:lnTo>
                <a:lnTo>
                  <a:pt x="338138" y="752475"/>
                </a:lnTo>
                <a:lnTo>
                  <a:pt x="328613" y="752475"/>
                </a:lnTo>
                <a:lnTo>
                  <a:pt x="319088" y="752475"/>
                </a:lnTo>
                <a:lnTo>
                  <a:pt x="314325" y="747713"/>
                </a:lnTo>
                <a:lnTo>
                  <a:pt x="309563" y="742950"/>
                </a:lnTo>
                <a:lnTo>
                  <a:pt x="300038" y="742950"/>
                </a:lnTo>
                <a:lnTo>
                  <a:pt x="290513" y="742950"/>
                </a:lnTo>
                <a:lnTo>
                  <a:pt x="285750" y="738188"/>
                </a:lnTo>
                <a:lnTo>
                  <a:pt x="280988" y="733425"/>
                </a:lnTo>
                <a:lnTo>
                  <a:pt x="271463" y="733425"/>
                </a:lnTo>
                <a:lnTo>
                  <a:pt x="261938" y="733425"/>
                </a:lnTo>
                <a:lnTo>
                  <a:pt x="257175" y="728663"/>
                </a:lnTo>
                <a:lnTo>
                  <a:pt x="252413" y="723900"/>
                </a:lnTo>
                <a:lnTo>
                  <a:pt x="242888" y="723900"/>
                </a:lnTo>
                <a:lnTo>
                  <a:pt x="233363" y="723900"/>
                </a:lnTo>
                <a:lnTo>
                  <a:pt x="228600" y="719138"/>
                </a:lnTo>
                <a:lnTo>
                  <a:pt x="223838" y="714375"/>
                </a:lnTo>
                <a:lnTo>
                  <a:pt x="214313" y="714375"/>
                </a:lnTo>
                <a:lnTo>
                  <a:pt x="204788" y="714375"/>
                </a:lnTo>
                <a:lnTo>
                  <a:pt x="200025" y="709613"/>
                </a:lnTo>
                <a:lnTo>
                  <a:pt x="195263" y="704850"/>
                </a:lnTo>
                <a:lnTo>
                  <a:pt x="190500" y="700088"/>
                </a:lnTo>
                <a:lnTo>
                  <a:pt x="185738" y="695325"/>
                </a:lnTo>
                <a:lnTo>
                  <a:pt x="176213" y="695325"/>
                </a:lnTo>
                <a:lnTo>
                  <a:pt x="171450" y="690563"/>
                </a:lnTo>
                <a:lnTo>
                  <a:pt x="166688" y="685800"/>
                </a:lnTo>
                <a:lnTo>
                  <a:pt x="161925" y="681038"/>
                </a:lnTo>
                <a:lnTo>
                  <a:pt x="157163" y="676275"/>
                </a:lnTo>
                <a:lnTo>
                  <a:pt x="152400" y="671513"/>
                </a:lnTo>
                <a:lnTo>
                  <a:pt x="147638" y="666750"/>
                </a:lnTo>
                <a:lnTo>
                  <a:pt x="142875" y="661988"/>
                </a:lnTo>
                <a:lnTo>
                  <a:pt x="138113" y="657225"/>
                </a:lnTo>
                <a:lnTo>
                  <a:pt x="133350" y="652463"/>
                </a:lnTo>
                <a:lnTo>
                  <a:pt x="128588" y="647700"/>
                </a:lnTo>
                <a:lnTo>
                  <a:pt x="123825" y="642938"/>
                </a:lnTo>
                <a:lnTo>
                  <a:pt x="119063" y="638175"/>
                </a:lnTo>
                <a:lnTo>
                  <a:pt x="114300" y="633413"/>
                </a:lnTo>
                <a:lnTo>
                  <a:pt x="109538" y="628650"/>
                </a:lnTo>
                <a:lnTo>
                  <a:pt x="104775" y="623888"/>
                </a:lnTo>
                <a:lnTo>
                  <a:pt x="100013" y="619125"/>
                </a:lnTo>
                <a:lnTo>
                  <a:pt x="95250" y="614363"/>
                </a:lnTo>
                <a:lnTo>
                  <a:pt x="90488" y="609600"/>
                </a:lnTo>
                <a:lnTo>
                  <a:pt x="85725" y="604838"/>
                </a:lnTo>
                <a:lnTo>
                  <a:pt x="80963" y="600075"/>
                </a:lnTo>
                <a:lnTo>
                  <a:pt x="76200" y="595313"/>
                </a:lnTo>
                <a:lnTo>
                  <a:pt x="71438" y="590550"/>
                </a:lnTo>
                <a:lnTo>
                  <a:pt x="66675" y="585788"/>
                </a:lnTo>
                <a:lnTo>
                  <a:pt x="61913" y="581025"/>
                </a:lnTo>
                <a:lnTo>
                  <a:pt x="57150" y="576263"/>
                </a:lnTo>
                <a:lnTo>
                  <a:pt x="57150" y="566738"/>
                </a:lnTo>
                <a:lnTo>
                  <a:pt x="57150" y="557213"/>
                </a:lnTo>
                <a:lnTo>
                  <a:pt x="57150" y="547688"/>
                </a:lnTo>
                <a:lnTo>
                  <a:pt x="57150" y="538163"/>
                </a:lnTo>
                <a:lnTo>
                  <a:pt x="57150" y="528638"/>
                </a:lnTo>
                <a:lnTo>
                  <a:pt x="52388" y="523875"/>
                </a:lnTo>
                <a:lnTo>
                  <a:pt x="47625" y="519113"/>
                </a:lnTo>
                <a:lnTo>
                  <a:pt x="42863" y="514350"/>
                </a:lnTo>
                <a:lnTo>
                  <a:pt x="38100" y="509588"/>
                </a:lnTo>
                <a:lnTo>
                  <a:pt x="33338" y="504825"/>
                </a:lnTo>
                <a:lnTo>
                  <a:pt x="28575" y="500063"/>
                </a:lnTo>
                <a:lnTo>
                  <a:pt x="23813" y="495300"/>
                </a:lnTo>
                <a:lnTo>
                  <a:pt x="19050" y="490538"/>
                </a:lnTo>
                <a:lnTo>
                  <a:pt x="19050" y="481013"/>
                </a:lnTo>
                <a:lnTo>
                  <a:pt x="19050" y="471488"/>
                </a:lnTo>
                <a:lnTo>
                  <a:pt x="19050" y="461963"/>
                </a:lnTo>
                <a:lnTo>
                  <a:pt x="19050" y="452438"/>
                </a:lnTo>
                <a:lnTo>
                  <a:pt x="19050" y="442913"/>
                </a:lnTo>
                <a:lnTo>
                  <a:pt x="19050" y="433388"/>
                </a:lnTo>
                <a:lnTo>
                  <a:pt x="19050" y="423863"/>
                </a:lnTo>
                <a:lnTo>
                  <a:pt x="19050" y="414338"/>
                </a:lnTo>
                <a:lnTo>
                  <a:pt x="19050" y="404813"/>
                </a:lnTo>
                <a:lnTo>
                  <a:pt x="14288" y="400050"/>
                </a:lnTo>
                <a:lnTo>
                  <a:pt x="9525" y="395288"/>
                </a:lnTo>
                <a:lnTo>
                  <a:pt x="9525" y="385763"/>
                </a:lnTo>
                <a:lnTo>
                  <a:pt x="4763" y="381000"/>
                </a:lnTo>
                <a:lnTo>
                  <a:pt x="0" y="376238"/>
                </a:lnTo>
                <a:lnTo>
                  <a:pt x="0" y="366713"/>
                </a:lnTo>
                <a:lnTo>
                  <a:pt x="0" y="357188"/>
                </a:lnTo>
                <a:lnTo>
                  <a:pt x="0" y="347663"/>
                </a:lnTo>
                <a:lnTo>
                  <a:pt x="4763" y="342900"/>
                </a:lnTo>
                <a:lnTo>
                  <a:pt x="9525" y="338138"/>
                </a:lnTo>
                <a:lnTo>
                  <a:pt x="9525" y="328613"/>
                </a:lnTo>
                <a:lnTo>
                  <a:pt x="9525" y="319088"/>
                </a:lnTo>
                <a:lnTo>
                  <a:pt x="9525" y="309563"/>
                </a:lnTo>
                <a:lnTo>
                  <a:pt x="9525" y="300038"/>
                </a:lnTo>
                <a:lnTo>
                  <a:pt x="9525" y="290513"/>
                </a:lnTo>
                <a:lnTo>
                  <a:pt x="14288" y="285750"/>
                </a:lnTo>
                <a:lnTo>
                  <a:pt x="19050" y="280988"/>
                </a:lnTo>
                <a:lnTo>
                  <a:pt x="19050" y="271463"/>
                </a:lnTo>
                <a:lnTo>
                  <a:pt x="19050" y="261938"/>
                </a:lnTo>
                <a:lnTo>
                  <a:pt x="23813" y="257175"/>
                </a:lnTo>
                <a:lnTo>
                  <a:pt x="28575" y="252413"/>
                </a:lnTo>
                <a:lnTo>
                  <a:pt x="33338" y="247650"/>
                </a:lnTo>
                <a:lnTo>
                  <a:pt x="38100" y="242888"/>
                </a:lnTo>
                <a:lnTo>
                  <a:pt x="42863" y="238125"/>
                </a:lnTo>
                <a:lnTo>
                  <a:pt x="47625" y="233363"/>
                </a:lnTo>
                <a:lnTo>
                  <a:pt x="47625" y="223838"/>
                </a:lnTo>
                <a:lnTo>
                  <a:pt x="47625" y="214313"/>
                </a:lnTo>
                <a:lnTo>
                  <a:pt x="52388" y="209550"/>
                </a:lnTo>
                <a:lnTo>
                  <a:pt x="57150" y="204788"/>
                </a:lnTo>
                <a:lnTo>
                  <a:pt x="57150" y="195263"/>
                </a:lnTo>
                <a:lnTo>
                  <a:pt x="57150" y="185738"/>
                </a:lnTo>
                <a:lnTo>
                  <a:pt x="57150" y="176213"/>
                </a:lnTo>
                <a:lnTo>
                  <a:pt x="61913" y="171450"/>
                </a:lnTo>
                <a:lnTo>
                  <a:pt x="71438" y="171450"/>
                </a:lnTo>
                <a:lnTo>
                  <a:pt x="76200" y="166688"/>
                </a:lnTo>
                <a:lnTo>
                  <a:pt x="80963" y="161925"/>
                </a:lnTo>
                <a:lnTo>
                  <a:pt x="85725" y="157163"/>
                </a:lnTo>
                <a:lnTo>
                  <a:pt x="85725" y="147638"/>
                </a:lnTo>
                <a:lnTo>
                  <a:pt x="90488" y="142875"/>
                </a:lnTo>
                <a:lnTo>
                  <a:pt x="95250" y="138113"/>
                </a:lnTo>
                <a:lnTo>
                  <a:pt x="100013" y="133350"/>
                </a:lnTo>
                <a:lnTo>
                  <a:pt x="104775" y="128588"/>
                </a:lnTo>
                <a:lnTo>
                  <a:pt x="109538" y="123825"/>
                </a:lnTo>
                <a:lnTo>
                  <a:pt x="114300" y="119063"/>
                </a:lnTo>
                <a:lnTo>
                  <a:pt x="119063" y="114300"/>
                </a:lnTo>
                <a:lnTo>
                  <a:pt x="123825" y="109538"/>
                </a:lnTo>
                <a:lnTo>
                  <a:pt x="128588" y="104775"/>
                </a:lnTo>
                <a:lnTo>
                  <a:pt x="133350" y="100013"/>
                </a:lnTo>
                <a:lnTo>
                  <a:pt x="138113" y="95250"/>
                </a:lnTo>
                <a:lnTo>
                  <a:pt x="142875" y="90488"/>
                </a:lnTo>
                <a:lnTo>
                  <a:pt x="147638" y="85725"/>
                </a:lnTo>
                <a:lnTo>
                  <a:pt x="152400" y="80963"/>
                </a:lnTo>
                <a:lnTo>
                  <a:pt x="157163" y="76200"/>
                </a:lnTo>
                <a:lnTo>
                  <a:pt x="161925" y="71438"/>
                </a:lnTo>
                <a:lnTo>
                  <a:pt x="166688" y="66675"/>
                </a:lnTo>
                <a:lnTo>
                  <a:pt x="171450" y="61913"/>
                </a:lnTo>
                <a:lnTo>
                  <a:pt x="176213" y="57150"/>
                </a:lnTo>
                <a:lnTo>
                  <a:pt x="185738" y="57150"/>
                </a:lnTo>
                <a:lnTo>
                  <a:pt x="190500" y="52388"/>
                </a:lnTo>
                <a:lnTo>
                  <a:pt x="195263" y="47625"/>
                </a:lnTo>
                <a:lnTo>
                  <a:pt x="204788" y="47625"/>
                </a:lnTo>
                <a:lnTo>
                  <a:pt x="209550" y="42863"/>
                </a:lnTo>
                <a:lnTo>
                  <a:pt x="214313" y="38100"/>
                </a:lnTo>
                <a:lnTo>
                  <a:pt x="223838" y="38100"/>
                </a:lnTo>
                <a:lnTo>
                  <a:pt x="228600" y="33338"/>
                </a:lnTo>
                <a:lnTo>
                  <a:pt x="233363" y="28575"/>
                </a:lnTo>
                <a:lnTo>
                  <a:pt x="242888" y="28575"/>
                </a:lnTo>
                <a:lnTo>
                  <a:pt x="247650" y="23813"/>
                </a:lnTo>
                <a:lnTo>
                  <a:pt x="252413" y="19050"/>
                </a:lnTo>
                <a:lnTo>
                  <a:pt x="261938" y="19050"/>
                </a:lnTo>
                <a:lnTo>
                  <a:pt x="271463" y="19050"/>
                </a:lnTo>
                <a:lnTo>
                  <a:pt x="280988" y="19050"/>
                </a:lnTo>
                <a:lnTo>
                  <a:pt x="285750" y="14288"/>
                </a:lnTo>
                <a:lnTo>
                  <a:pt x="290513" y="9525"/>
                </a:lnTo>
                <a:lnTo>
                  <a:pt x="300038" y="9525"/>
                </a:lnTo>
                <a:lnTo>
                  <a:pt x="309563" y="9525"/>
                </a:lnTo>
                <a:lnTo>
                  <a:pt x="314325" y="4763"/>
                </a:lnTo>
                <a:close/>
              </a:path>
            </a:pathLst>
          </a:custGeom>
          <a:solidFill xmlns:a="http://schemas.openxmlformats.org/drawingml/2006/main">
            <a:srgbClr val="C4C4C4"/>
          </a:solidFill>
          <a:ln xmlns:a="http://schemas.openxmlformats.org/drawingml/2006/main" w="0">
            <a:noFill/>
            <a:prstDash val="solid"/>
          </a:ln>
        </p:spPr>
      </p:sp>
      <p:sp>
        <p:nvSpPr>
          <p:cNvPr id="29" name="deep-skill-chaining-source-component-0-gradient-198-0">
            <a:extLst xmlns:a="http://schemas.openxmlformats.org/drawingml/2006/main">
              <a:ext uri="{FF2B5EF4-FFF2-40B4-BE49-F238E27FC236}">
                <a16:creationId xmlns:a16="http://schemas.microsoft.com/office/drawing/2014/main" id="{3FC95EEA-462F-4EE8-B559-E5B82B64F895}"/>
              </a:ext>
            </a:extLst>
          </p:cNvPr>
          <p:cNvSpPr>
            <a:spLocks xmlns:a="http://schemas.openxmlformats.org/drawingml/2006/main" noGrp="1"/>
          </p:cNvSpPr>
          <p:nvPr/>
        </p:nvSpPr>
        <p:spPr>
          <a:xfrm xmlns:a="http://schemas.openxmlformats.org/drawingml/2006/main" rot="0">
            <a:off x="7229475" y="771525"/>
            <a:ext cx="733425" cy="723900"/>
          </a:xfrm>
          <a:custGeom xmlns:a="http://schemas.openxmlformats.org/drawingml/2006/main">
            <a:pathLst>
              <a:path w="733425" h="723900">
                <a:moveTo>
                  <a:pt x="285750" y="4763"/>
                </a:move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42913" y="9525"/>
                </a:lnTo>
                <a:lnTo>
                  <a:pt x="452438" y="9525"/>
                </a:lnTo>
                <a:lnTo>
                  <a:pt x="461963" y="9525"/>
                </a:lnTo>
                <a:lnTo>
                  <a:pt x="471488" y="9525"/>
                </a:lnTo>
                <a:lnTo>
                  <a:pt x="481013" y="9525"/>
                </a:lnTo>
                <a:lnTo>
                  <a:pt x="490538" y="9525"/>
                </a:lnTo>
                <a:lnTo>
                  <a:pt x="500063" y="9525"/>
                </a:lnTo>
                <a:lnTo>
                  <a:pt x="504825" y="14288"/>
                </a:lnTo>
                <a:lnTo>
                  <a:pt x="509588" y="19050"/>
                </a:lnTo>
                <a:lnTo>
                  <a:pt x="514350" y="23813"/>
                </a:lnTo>
                <a:lnTo>
                  <a:pt x="519113" y="28575"/>
                </a:lnTo>
                <a:lnTo>
                  <a:pt x="528638" y="28575"/>
                </a:lnTo>
                <a:lnTo>
                  <a:pt x="533400" y="33338"/>
                </a:lnTo>
                <a:lnTo>
                  <a:pt x="538163" y="38100"/>
                </a:lnTo>
                <a:lnTo>
                  <a:pt x="547688" y="38100"/>
                </a:lnTo>
                <a:lnTo>
                  <a:pt x="557213" y="38100"/>
                </a:lnTo>
                <a:lnTo>
                  <a:pt x="561975" y="42863"/>
                </a:lnTo>
                <a:lnTo>
                  <a:pt x="566738" y="47625"/>
                </a:lnTo>
                <a:lnTo>
                  <a:pt x="571500" y="52388"/>
                </a:lnTo>
                <a:lnTo>
                  <a:pt x="576263" y="57150"/>
                </a:lnTo>
                <a:lnTo>
                  <a:pt x="581025" y="61913"/>
                </a:lnTo>
                <a:lnTo>
                  <a:pt x="585788" y="66675"/>
                </a:lnTo>
                <a:lnTo>
                  <a:pt x="590550" y="71438"/>
                </a:lnTo>
                <a:lnTo>
                  <a:pt x="595313" y="76200"/>
                </a:lnTo>
                <a:lnTo>
                  <a:pt x="604838" y="76200"/>
                </a:lnTo>
                <a:lnTo>
                  <a:pt x="609600" y="80963"/>
                </a:lnTo>
                <a:lnTo>
                  <a:pt x="614363" y="85725"/>
                </a:lnTo>
                <a:lnTo>
                  <a:pt x="619125" y="90488"/>
                </a:lnTo>
                <a:lnTo>
                  <a:pt x="623888" y="95250"/>
                </a:lnTo>
                <a:lnTo>
                  <a:pt x="628650" y="100013"/>
                </a:lnTo>
                <a:lnTo>
                  <a:pt x="628650" y="109538"/>
                </a:lnTo>
                <a:lnTo>
                  <a:pt x="633413" y="114300"/>
                </a:lnTo>
                <a:lnTo>
                  <a:pt x="642938" y="114300"/>
                </a:lnTo>
                <a:lnTo>
                  <a:pt x="647700" y="119063"/>
                </a:lnTo>
                <a:lnTo>
                  <a:pt x="652463" y="123825"/>
                </a:lnTo>
                <a:lnTo>
                  <a:pt x="657225" y="128588"/>
                </a:lnTo>
                <a:lnTo>
                  <a:pt x="657225" y="138113"/>
                </a:lnTo>
                <a:lnTo>
                  <a:pt x="657225" y="147638"/>
                </a:lnTo>
                <a:lnTo>
                  <a:pt x="661988" y="152400"/>
                </a:lnTo>
                <a:lnTo>
                  <a:pt x="666750" y="157163"/>
                </a:lnTo>
                <a:lnTo>
                  <a:pt x="671513" y="161925"/>
                </a:lnTo>
                <a:lnTo>
                  <a:pt x="676275" y="166688"/>
                </a:lnTo>
                <a:lnTo>
                  <a:pt x="681038" y="171450"/>
                </a:lnTo>
                <a:lnTo>
                  <a:pt x="685800" y="176213"/>
                </a:lnTo>
                <a:lnTo>
                  <a:pt x="690563" y="180975"/>
                </a:lnTo>
                <a:lnTo>
                  <a:pt x="695325" y="185738"/>
                </a:lnTo>
                <a:lnTo>
                  <a:pt x="695325" y="195263"/>
                </a:lnTo>
                <a:lnTo>
                  <a:pt x="695325" y="204788"/>
                </a:lnTo>
                <a:lnTo>
                  <a:pt x="700088" y="209550"/>
                </a:lnTo>
                <a:lnTo>
                  <a:pt x="704850" y="214313"/>
                </a:lnTo>
                <a:lnTo>
                  <a:pt x="704850" y="223838"/>
                </a:lnTo>
                <a:lnTo>
                  <a:pt x="704850" y="233363"/>
                </a:lnTo>
                <a:lnTo>
                  <a:pt x="704850" y="242888"/>
                </a:lnTo>
                <a:lnTo>
                  <a:pt x="704850" y="252413"/>
                </a:lnTo>
                <a:lnTo>
                  <a:pt x="709613" y="257175"/>
                </a:lnTo>
                <a:lnTo>
                  <a:pt x="714375" y="261938"/>
                </a:lnTo>
                <a:lnTo>
                  <a:pt x="719138" y="266700"/>
                </a:lnTo>
                <a:lnTo>
                  <a:pt x="723900" y="271463"/>
                </a:lnTo>
                <a:lnTo>
                  <a:pt x="723900" y="280988"/>
                </a:lnTo>
                <a:lnTo>
                  <a:pt x="728663" y="285750"/>
                </a:lnTo>
                <a:lnTo>
                  <a:pt x="733425" y="290513"/>
                </a:lnTo>
                <a:lnTo>
                  <a:pt x="733425" y="300038"/>
                </a:lnTo>
                <a:lnTo>
                  <a:pt x="733425" y="309563"/>
                </a:lnTo>
                <a:lnTo>
                  <a:pt x="728663" y="314325"/>
                </a:lnTo>
                <a:lnTo>
                  <a:pt x="723900" y="319088"/>
                </a:lnTo>
                <a:lnTo>
                  <a:pt x="723900" y="328613"/>
                </a:lnTo>
                <a:lnTo>
                  <a:pt x="723900" y="338138"/>
                </a:lnTo>
                <a:lnTo>
                  <a:pt x="723900" y="347663"/>
                </a:lnTo>
                <a:lnTo>
                  <a:pt x="728663" y="352425"/>
                </a:lnTo>
                <a:lnTo>
                  <a:pt x="733425" y="357188"/>
                </a:lnTo>
                <a:lnTo>
                  <a:pt x="728663" y="361950"/>
                </a:lnTo>
                <a:lnTo>
                  <a:pt x="723900" y="366713"/>
                </a:lnTo>
                <a:lnTo>
                  <a:pt x="723900" y="376238"/>
                </a:lnTo>
                <a:lnTo>
                  <a:pt x="723900" y="385763"/>
                </a:lnTo>
                <a:lnTo>
                  <a:pt x="723900" y="395288"/>
                </a:lnTo>
                <a:lnTo>
                  <a:pt x="723900" y="404813"/>
                </a:lnTo>
                <a:lnTo>
                  <a:pt x="728663" y="409575"/>
                </a:lnTo>
                <a:lnTo>
                  <a:pt x="733425" y="414338"/>
                </a:lnTo>
                <a:lnTo>
                  <a:pt x="733425" y="423863"/>
                </a:lnTo>
                <a:lnTo>
                  <a:pt x="733425" y="433388"/>
                </a:lnTo>
                <a:lnTo>
                  <a:pt x="733425" y="442913"/>
                </a:lnTo>
                <a:lnTo>
                  <a:pt x="728663" y="447675"/>
                </a:lnTo>
                <a:lnTo>
                  <a:pt x="723900" y="452438"/>
                </a:lnTo>
                <a:lnTo>
                  <a:pt x="719138" y="457200"/>
                </a:lnTo>
                <a:lnTo>
                  <a:pt x="714375" y="461963"/>
                </a:lnTo>
                <a:lnTo>
                  <a:pt x="709613" y="466725"/>
                </a:lnTo>
                <a:lnTo>
                  <a:pt x="704850" y="471488"/>
                </a:lnTo>
                <a:lnTo>
                  <a:pt x="700088" y="476250"/>
                </a:lnTo>
                <a:lnTo>
                  <a:pt x="695325" y="481013"/>
                </a:lnTo>
                <a:lnTo>
                  <a:pt x="695325" y="490538"/>
                </a:lnTo>
                <a:lnTo>
                  <a:pt x="695325" y="500063"/>
                </a:lnTo>
                <a:lnTo>
                  <a:pt x="695325" y="509588"/>
                </a:lnTo>
                <a:lnTo>
                  <a:pt x="695325" y="519113"/>
                </a:lnTo>
                <a:lnTo>
                  <a:pt x="695325" y="528638"/>
                </a:lnTo>
                <a:lnTo>
                  <a:pt x="690563" y="533400"/>
                </a:lnTo>
                <a:lnTo>
                  <a:pt x="685800" y="538163"/>
                </a:lnTo>
                <a:lnTo>
                  <a:pt x="685800" y="547688"/>
                </a:lnTo>
                <a:lnTo>
                  <a:pt x="685800" y="557213"/>
                </a:lnTo>
                <a:lnTo>
                  <a:pt x="681038" y="561975"/>
                </a:lnTo>
                <a:lnTo>
                  <a:pt x="676275" y="566738"/>
                </a:lnTo>
                <a:lnTo>
                  <a:pt x="671513" y="571500"/>
                </a:lnTo>
                <a:lnTo>
                  <a:pt x="661988" y="571500"/>
                </a:lnTo>
                <a:lnTo>
                  <a:pt x="657225" y="576263"/>
                </a:lnTo>
                <a:lnTo>
                  <a:pt x="657225" y="585788"/>
                </a:lnTo>
                <a:lnTo>
                  <a:pt x="652463" y="590550"/>
                </a:lnTo>
                <a:lnTo>
                  <a:pt x="647700" y="595313"/>
                </a:lnTo>
                <a:lnTo>
                  <a:pt x="642938" y="600075"/>
                </a:lnTo>
                <a:lnTo>
                  <a:pt x="633413" y="600075"/>
                </a:lnTo>
                <a:lnTo>
                  <a:pt x="628650" y="604838"/>
                </a:lnTo>
                <a:lnTo>
                  <a:pt x="623888" y="609600"/>
                </a:lnTo>
                <a:lnTo>
                  <a:pt x="619125" y="614363"/>
                </a:lnTo>
                <a:lnTo>
                  <a:pt x="614363" y="619125"/>
                </a:lnTo>
                <a:lnTo>
                  <a:pt x="609600" y="623888"/>
                </a:lnTo>
                <a:lnTo>
                  <a:pt x="604838" y="628650"/>
                </a:lnTo>
                <a:lnTo>
                  <a:pt x="600075" y="633413"/>
                </a:lnTo>
                <a:lnTo>
                  <a:pt x="595313" y="638175"/>
                </a:lnTo>
                <a:lnTo>
                  <a:pt x="590550" y="642938"/>
                </a:lnTo>
                <a:lnTo>
                  <a:pt x="585788" y="647700"/>
                </a:lnTo>
                <a:lnTo>
                  <a:pt x="581025" y="652463"/>
                </a:lnTo>
                <a:lnTo>
                  <a:pt x="576263" y="657225"/>
                </a:lnTo>
                <a:lnTo>
                  <a:pt x="571500" y="661988"/>
                </a:lnTo>
                <a:lnTo>
                  <a:pt x="566738" y="666750"/>
                </a:lnTo>
                <a:lnTo>
                  <a:pt x="561975" y="671513"/>
                </a:lnTo>
                <a:lnTo>
                  <a:pt x="557213" y="676275"/>
                </a:lnTo>
                <a:lnTo>
                  <a:pt x="547688" y="676275"/>
                </a:lnTo>
                <a:lnTo>
                  <a:pt x="538163" y="676275"/>
                </a:lnTo>
                <a:lnTo>
                  <a:pt x="533400" y="681038"/>
                </a:lnTo>
                <a:lnTo>
                  <a:pt x="528638" y="685800"/>
                </a:lnTo>
                <a:lnTo>
                  <a:pt x="519113" y="685800"/>
                </a:lnTo>
                <a:lnTo>
                  <a:pt x="509588" y="685800"/>
                </a:lnTo>
                <a:lnTo>
                  <a:pt x="504825" y="690563"/>
                </a:lnTo>
                <a:lnTo>
                  <a:pt x="500063" y="695325"/>
                </a:lnTo>
                <a:lnTo>
                  <a:pt x="490538" y="695325"/>
                </a:lnTo>
                <a:lnTo>
                  <a:pt x="485775" y="700088"/>
                </a:lnTo>
                <a:lnTo>
                  <a:pt x="481013" y="704850"/>
                </a:lnTo>
                <a:lnTo>
                  <a:pt x="471488" y="704850"/>
                </a:lnTo>
                <a:lnTo>
                  <a:pt x="461963" y="704850"/>
                </a:lnTo>
                <a:lnTo>
                  <a:pt x="452438" y="704850"/>
                </a:lnTo>
                <a:lnTo>
                  <a:pt x="447675" y="709613"/>
                </a:lnTo>
                <a:lnTo>
                  <a:pt x="442913" y="714375"/>
                </a:lnTo>
                <a:lnTo>
                  <a:pt x="433388" y="714375"/>
                </a:lnTo>
                <a:lnTo>
                  <a:pt x="423863" y="714375"/>
                </a:lnTo>
                <a:lnTo>
                  <a:pt x="414338" y="714375"/>
                </a:lnTo>
                <a:lnTo>
                  <a:pt x="404813" y="714375"/>
                </a:lnTo>
                <a:lnTo>
                  <a:pt x="395288" y="714375"/>
                </a:lnTo>
                <a:lnTo>
                  <a:pt x="385763" y="714375"/>
                </a:lnTo>
                <a:lnTo>
                  <a:pt x="376238" y="714375"/>
                </a:lnTo>
                <a:lnTo>
                  <a:pt x="366713" y="714375"/>
                </a:lnTo>
                <a:lnTo>
                  <a:pt x="361950" y="719138"/>
                </a:lnTo>
                <a:lnTo>
                  <a:pt x="357188" y="723900"/>
                </a:lnTo>
                <a:lnTo>
                  <a:pt x="352425" y="719138"/>
                </a:lnTo>
                <a:lnTo>
                  <a:pt x="347663" y="714375"/>
                </a:lnTo>
                <a:lnTo>
                  <a:pt x="338138" y="714375"/>
                </a:lnTo>
                <a:lnTo>
                  <a:pt x="328613" y="714375"/>
                </a:lnTo>
                <a:lnTo>
                  <a:pt x="319088" y="714375"/>
                </a:lnTo>
                <a:lnTo>
                  <a:pt x="309563" y="714375"/>
                </a:lnTo>
                <a:lnTo>
                  <a:pt x="300038" y="714375"/>
                </a:lnTo>
                <a:lnTo>
                  <a:pt x="295275" y="709613"/>
                </a:lnTo>
                <a:lnTo>
                  <a:pt x="290513" y="704850"/>
                </a:lnTo>
                <a:lnTo>
                  <a:pt x="280988" y="704850"/>
                </a:lnTo>
                <a:lnTo>
                  <a:pt x="271463" y="704850"/>
                </a:lnTo>
                <a:lnTo>
                  <a:pt x="261938" y="704850"/>
                </a:lnTo>
                <a:lnTo>
                  <a:pt x="257175" y="700088"/>
                </a:lnTo>
                <a:lnTo>
                  <a:pt x="252413" y="695325"/>
                </a:lnTo>
                <a:lnTo>
                  <a:pt x="242888" y="695325"/>
                </a:lnTo>
                <a:lnTo>
                  <a:pt x="238125" y="690563"/>
                </a:lnTo>
                <a:lnTo>
                  <a:pt x="233363" y="685800"/>
                </a:lnTo>
                <a:lnTo>
                  <a:pt x="223838" y="685800"/>
                </a:lnTo>
                <a:lnTo>
                  <a:pt x="214313" y="685800"/>
                </a:lnTo>
                <a:lnTo>
                  <a:pt x="209550" y="681038"/>
                </a:lnTo>
                <a:lnTo>
                  <a:pt x="204788" y="676275"/>
                </a:lnTo>
                <a:lnTo>
                  <a:pt x="195263" y="676275"/>
                </a:lnTo>
                <a:lnTo>
                  <a:pt x="185738" y="676275"/>
                </a:lnTo>
                <a:lnTo>
                  <a:pt x="180975" y="671513"/>
                </a:lnTo>
                <a:lnTo>
                  <a:pt x="176213" y="666750"/>
                </a:lnTo>
                <a:lnTo>
                  <a:pt x="171450" y="661988"/>
                </a:lnTo>
                <a:lnTo>
                  <a:pt x="166688" y="657225"/>
                </a:lnTo>
                <a:lnTo>
                  <a:pt x="161925" y="652463"/>
                </a:lnTo>
                <a:lnTo>
                  <a:pt x="157163" y="647700"/>
                </a:lnTo>
                <a:lnTo>
                  <a:pt x="152400" y="642938"/>
                </a:lnTo>
                <a:lnTo>
                  <a:pt x="147638" y="638175"/>
                </a:lnTo>
                <a:lnTo>
                  <a:pt x="142875" y="633413"/>
                </a:lnTo>
                <a:lnTo>
                  <a:pt x="138113" y="628650"/>
                </a:lnTo>
                <a:lnTo>
                  <a:pt x="133350" y="623888"/>
                </a:lnTo>
                <a:lnTo>
                  <a:pt x="128588" y="619125"/>
                </a:lnTo>
                <a:lnTo>
                  <a:pt x="123825" y="614363"/>
                </a:lnTo>
                <a:lnTo>
                  <a:pt x="119063" y="609600"/>
                </a:lnTo>
                <a:lnTo>
                  <a:pt x="114300" y="604838"/>
                </a:lnTo>
                <a:lnTo>
                  <a:pt x="109538" y="600075"/>
                </a:lnTo>
                <a:lnTo>
                  <a:pt x="100013" y="600075"/>
                </a:lnTo>
                <a:lnTo>
                  <a:pt x="95250" y="595313"/>
                </a:lnTo>
                <a:lnTo>
                  <a:pt x="90488" y="590550"/>
                </a:lnTo>
                <a:lnTo>
                  <a:pt x="85725" y="585788"/>
                </a:lnTo>
                <a:lnTo>
                  <a:pt x="85725" y="576263"/>
                </a:lnTo>
                <a:lnTo>
                  <a:pt x="80963" y="571500"/>
                </a:lnTo>
                <a:lnTo>
                  <a:pt x="71438" y="571500"/>
                </a:lnTo>
                <a:lnTo>
                  <a:pt x="66675" y="566738"/>
                </a:lnTo>
                <a:lnTo>
                  <a:pt x="61913" y="561975"/>
                </a:lnTo>
                <a:lnTo>
                  <a:pt x="57150" y="557213"/>
                </a:lnTo>
                <a:lnTo>
                  <a:pt x="57150" y="547688"/>
                </a:lnTo>
                <a:lnTo>
                  <a:pt x="57150" y="538163"/>
                </a:lnTo>
                <a:lnTo>
                  <a:pt x="57150" y="528638"/>
                </a:lnTo>
                <a:lnTo>
                  <a:pt x="52388" y="523875"/>
                </a:lnTo>
                <a:lnTo>
                  <a:pt x="47625" y="519113"/>
                </a:lnTo>
                <a:lnTo>
                  <a:pt x="47625" y="509588"/>
                </a:lnTo>
                <a:lnTo>
                  <a:pt x="47625" y="500063"/>
                </a:lnTo>
                <a:lnTo>
                  <a:pt x="42863" y="495300"/>
                </a:lnTo>
                <a:lnTo>
                  <a:pt x="38100" y="490538"/>
                </a:lnTo>
                <a:lnTo>
                  <a:pt x="33338" y="485775"/>
                </a:lnTo>
                <a:lnTo>
                  <a:pt x="28575" y="481013"/>
                </a:lnTo>
                <a:lnTo>
                  <a:pt x="23813" y="476250"/>
                </a:lnTo>
                <a:lnTo>
                  <a:pt x="19050" y="471488"/>
                </a:lnTo>
                <a:lnTo>
                  <a:pt x="19050" y="461963"/>
                </a:lnTo>
                <a:lnTo>
                  <a:pt x="19050" y="452438"/>
                </a:lnTo>
                <a:lnTo>
                  <a:pt x="14288" y="447675"/>
                </a:lnTo>
                <a:lnTo>
                  <a:pt x="9525" y="442913"/>
                </a:lnTo>
                <a:lnTo>
                  <a:pt x="9525" y="433388"/>
                </a:lnTo>
                <a:lnTo>
                  <a:pt x="9525" y="423863"/>
                </a:lnTo>
                <a:lnTo>
                  <a:pt x="9525" y="414338"/>
                </a:lnTo>
                <a:lnTo>
                  <a:pt x="9525" y="404813"/>
                </a:lnTo>
                <a:lnTo>
                  <a:pt x="9525" y="395288"/>
                </a:lnTo>
                <a:lnTo>
                  <a:pt x="9525" y="385763"/>
                </a:lnTo>
                <a:lnTo>
                  <a:pt x="9525" y="376238"/>
                </a:lnTo>
                <a:lnTo>
                  <a:pt x="4763" y="371475"/>
                </a:lnTo>
                <a:lnTo>
                  <a:pt x="0" y="366713"/>
                </a:lnTo>
                <a:lnTo>
                  <a:pt x="0" y="357188"/>
                </a:lnTo>
                <a:lnTo>
                  <a:pt x="0" y="347663"/>
                </a:lnTo>
                <a:lnTo>
                  <a:pt x="0" y="338138"/>
                </a:lnTo>
                <a:lnTo>
                  <a:pt x="4763" y="333375"/>
                </a:lnTo>
                <a:lnTo>
                  <a:pt x="9525" y="328613"/>
                </a:lnTo>
                <a:lnTo>
                  <a:pt x="9525" y="319088"/>
                </a:lnTo>
                <a:lnTo>
                  <a:pt x="9525" y="309563"/>
                </a:lnTo>
                <a:lnTo>
                  <a:pt x="9525" y="300038"/>
                </a:lnTo>
                <a:lnTo>
                  <a:pt x="9525" y="290513"/>
                </a:lnTo>
                <a:lnTo>
                  <a:pt x="9525" y="280988"/>
                </a:lnTo>
                <a:lnTo>
                  <a:pt x="9525" y="271463"/>
                </a:lnTo>
                <a:lnTo>
                  <a:pt x="9525" y="261938"/>
                </a:lnTo>
                <a:lnTo>
                  <a:pt x="9525" y="252413"/>
                </a:lnTo>
                <a:lnTo>
                  <a:pt x="9525" y="242888"/>
                </a:lnTo>
                <a:lnTo>
                  <a:pt x="14288" y="238125"/>
                </a:lnTo>
                <a:lnTo>
                  <a:pt x="23813" y="238125"/>
                </a:lnTo>
                <a:lnTo>
                  <a:pt x="28575" y="233363"/>
                </a:lnTo>
                <a:lnTo>
                  <a:pt x="33338" y="228600"/>
                </a:lnTo>
                <a:lnTo>
                  <a:pt x="38100" y="223838"/>
                </a:lnTo>
                <a:lnTo>
                  <a:pt x="38100" y="214313"/>
                </a:lnTo>
                <a:lnTo>
                  <a:pt x="42863" y="209550"/>
                </a:lnTo>
                <a:lnTo>
                  <a:pt x="47625" y="204788"/>
                </a:lnTo>
                <a:lnTo>
                  <a:pt x="47625" y="195263"/>
                </a:lnTo>
                <a:lnTo>
                  <a:pt x="52388" y="190500"/>
                </a:lnTo>
                <a:lnTo>
                  <a:pt x="57150" y="185738"/>
                </a:lnTo>
                <a:lnTo>
                  <a:pt x="57150" y="176213"/>
                </a:lnTo>
                <a:lnTo>
                  <a:pt x="57150" y="166688"/>
                </a:lnTo>
                <a:lnTo>
                  <a:pt x="61913" y="161925"/>
                </a:lnTo>
                <a:lnTo>
                  <a:pt x="66675" y="157163"/>
                </a:lnTo>
                <a:lnTo>
                  <a:pt x="71438" y="152400"/>
                </a:lnTo>
                <a:lnTo>
                  <a:pt x="76200" y="147638"/>
                </a:lnTo>
                <a:lnTo>
                  <a:pt x="80963" y="142875"/>
                </a:lnTo>
                <a:lnTo>
                  <a:pt x="85725" y="138113"/>
                </a:lnTo>
                <a:lnTo>
                  <a:pt x="90488" y="133350"/>
                </a:lnTo>
                <a:lnTo>
                  <a:pt x="95250" y="128588"/>
                </a:lnTo>
                <a:lnTo>
                  <a:pt x="100013" y="123825"/>
                </a:lnTo>
                <a:lnTo>
                  <a:pt x="104775" y="119063"/>
                </a:lnTo>
                <a:lnTo>
                  <a:pt x="109538" y="114300"/>
                </a:lnTo>
                <a:lnTo>
                  <a:pt x="114300" y="109538"/>
                </a:lnTo>
                <a:lnTo>
                  <a:pt x="119063" y="104775"/>
                </a:lnTo>
                <a:lnTo>
                  <a:pt x="123825" y="100013"/>
                </a:lnTo>
                <a:lnTo>
                  <a:pt x="123825" y="90488"/>
                </a:lnTo>
                <a:lnTo>
                  <a:pt x="128588" y="85725"/>
                </a:lnTo>
                <a:lnTo>
                  <a:pt x="133350" y="80963"/>
                </a:lnTo>
                <a:lnTo>
                  <a:pt x="138113" y="76200"/>
                </a:lnTo>
                <a:lnTo>
                  <a:pt x="147638" y="76200"/>
                </a:lnTo>
                <a:lnTo>
                  <a:pt x="152400" y="71438"/>
                </a:lnTo>
                <a:lnTo>
                  <a:pt x="157163" y="66675"/>
                </a:lnTo>
                <a:lnTo>
                  <a:pt x="166688" y="66675"/>
                </a:lnTo>
                <a:lnTo>
                  <a:pt x="171450" y="61913"/>
                </a:lnTo>
                <a:lnTo>
                  <a:pt x="176213" y="57150"/>
                </a:lnTo>
                <a:lnTo>
                  <a:pt x="180975" y="52388"/>
                </a:lnTo>
                <a:lnTo>
                  <a:pt x="180975" y="42863"/>
                </a:lnTo>
                <a:lnTo>
                  <a:pt x="185738" y="38100"/>
                </a:lnTo>
                <a:lnTo>
                  <a:pt x="195263" y="38100"/>
                </a:lnTo>
                <a:lnTo>
                  <a:pt x="204788" y="38100"/>
                </a:lnTo>
                <a:lnTo>
                  <a:pt x="214313" y="38100"/>
                </a:lnTo>
                <a:lnTo>
                  <a:pt x="219075" y="33338"/>
                </a:lnTo>
                <a:lnTo>
                  <a:pt x="223838" y="28575"/>
                </a:lnTo>
                <a:lnTo>
                  <a:pt x="228600" y="23813"/>
                </a:lnTo>
                <a:lnTo>
                  <a:pt x="233363" y="19050"/>
                </a:lnTo>
                <a:lnTo>
                  <a:pt x="238125" y="14288"/>
                </a:lnTo>
                <a:lnTo>
                  <a:pt x="242888" y="9525"/>
                </a:lnTo>
                <a:lnTo>
                  <a:pt x="252413" y="9525"/>
                </a:lnTo>
                <a:lnTo>
                  <a:pt x="261938" y="9525"/>
                </a:lnTo>
                <a:lnTo>
                  <a:pt x="271463" y="9525"/>
                </a:lnTo>
                <a:lnTo>
                  <a:pt x="280988" y="9525"/>
                </a:lnTo>
                <a:lnTo>
                  <a:pt x="285750" y="4763"/>
                </a:lnTo>
                <a:close/>
              </a:path>
            </a:pathLst>
          </a:custGeom>
          <a:solidFill xmlns:a="http://schemas.openxmlformats.org/drawingml/2006/main">
            <a:srgbClr val="C6C6C6"/>
          </a:solidFill>
          <a:ln xmlns:a="http://schemas.openxmlformats.org/drawingml/2006/main" w="0">
            <a:noFill/>
            <a:prstDash val="solid"/>
          </a:ln>
        </p:spPr>
      </p:sp>
      <p:sp>
        <p:nvSpPr>
          <p:cNvPr id="30" name="deep-skill-chaining-source-component-0-gradient-200-0">
            <a:extLst xmlns:a="http://schemas.openxmlformats.org/drawingml/2006/main">
              <a:ext uri="{FF2B5EF4-FFF2-40B4-BE49-F238E27FC236}">
                <a16:creationId xmlns:a16="http://schemas.microsoft.com/office/drawing/2014/main" id="{AD009B03-3698-455D-8F29-059E85111D70}"/>
              </a:ext>
            </a:extLst>
          </p:cNvPr>
          <p:cNvSpPr>
            <a:spLocks xmlns:a="http://schemas.openxmlformats.org/drawingml/2006/main" noGrp="1"/>
          </p:cNvSpPr>
          <p:nvPr/>
        </p:nvSpPr>
        <p:spPr>
          <a:xfrm xmlns:a="http://schemas.openxmlformats.org/drawingml/2006/main" rot="0">
            <a:off x="7239000" y="781050"/>
            <a:ext cx="714375" cy="695325"/>
          </a:xfrm>
          <a:custGeom xmlns:a="http://schemas.openxmlformats.org/drawingml/2006/main">
            <a:pathLst>
              <a:path w="714375" h="695325">
                <a:moveTo>
                  <a:pt x="285750" y="4763"/>
                </a:move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09575" y="4763"/>
                </a:lnTo>
                <a:lnTo>
                  <a:pt x="414338" y="9525"/>
                </a:lnTo>
                <a:lnTo>
                  <a:pt x="423863" y="9525"/>
                </a:lnTo>
                <a:lnTo>
                  <a:pt x="428625" y="14288"/>
                </a:lnTo>
                <a:lnTo>
                  <a:pt x="433388" y="19050"/>
                </a:lnTo>
                <a:lnTo>
                  <a:pt x="442913" y="19050"/>
                </a:lnTo>
                <a:lnTo>
                  <a:pt x="452438" y="19050"/>
                </a:lnTo>
                <a:lnTo>
                  <a:pt x="461963" y="19050"/>
                </a:lnTo>
                <a:lnTo>
                  <a:pt x="466725" y="23813"/>
                </a:lnTo>
                <a:lnTo>
                  <a:pt x="471488" y="28575"/>
                </a:lnTo>
                <a:lnTo>
                  <a:pt x="481013" y="28575"/>
                </a:lnTo>
                <a:lnTo>
                  <a:pt x="490538" y="28575"/>
                </a:lnTo>
                <a:lnTo>
                  <a:pt x="495300" y="33338"/>
                </a:lnTo>
                <a:lnTo>
                  <a:pt x="500063" y="38100"/>
                </a:lnTo>
                <a:lnTo>
                  <a:pt x="509588" y="38100"/>
                </a:lnTo>
                <a:lnTo>
                  <a:pt x="514350" y="42863"/>
                </a:lnTo>
                <a:lnTo>
                  <a:pt x="519113" y="47625"/>
                </a:lnTo>
                <a:lnTo>
                  <a:pt x="528638" y="47625"/>
                </a:lnTo>
                <a:lnTo>
                  <a:pt x="533400" y="52388"/>
                </a:lnTo>
                <a:lnTo>
                  <a:pt x="538163" y="57150"/>
                </a:lnTo>
                <a:lnTo>
                  <a:pt x="547688" y="57150"/>
                </a:lnTo>
                <a:lnTo>
                  <a:pt x="552450" y="61913"/>
                </a:lnTo>
                <a:lnTo>
                  <a:pt x="557213" y="66675"/>
                </a:lnTo>
                <a:lnTo>
                  <a:pt x="561975" y="71438"/>
                </a:lnTo>
                <a:lnTo>
                  <a:pt x="566738" y="76200"/>
                </a:lnTo>
                <a:lnTo>
                  <a:pt x="576263" y="76200"/>
                </a:lnTo>
                <a:lnTo>
                  <a:pt x="581025" y="80963"/>
                </a:lnTo>
                <a:lnTo>
                  <a:pt x="585788" y="85725"/>
                </a:lnTo>
                <a:lnTo>
                  <a:pt x="590550" y="90488"/>
                </a:lnTo>
                <a:lnTo>
                  <a:pt x="595313" y="95250"/>
                </a:lnTo>
                <a:lnTo>
                  <a:pt x="600075" y="100013"/>
                </a:lnTo>
                <a:lnTo>
                  <a:pt x="604838" y="104775"/>
                </a:lnTo>
                <a:lnTo>
                  <a:pt x="609600" y="109538"/>
                </a:lnTo>
                <a:lnTo>
                  <a:pt x="614363" y="114300"/>
                </a:lnTo>
                <a:lnTo>
                  <a:pt x="619125" y="119063"/>
                </a:lnTo>
                <a:lnTo>
                  <a:pt x="623888" y="123825"/>
                </a:lnTo>
                <a:lnTo>
                  <a:pt x="628650" y="128588"/>
                </a:lnTo>
                <a:lnTo>
                  <a:pt x="633413" y="133350"/>
                </a:lnTo>
                <a:lnTo>
                  <a:pt x="638175" y="138113"/>
                </a:lnTo>
                <a:lnTo>
                  <a:pt x="638175" y="147638"/>
                </a:lnTo>
                <a:lnTo>
                  <a:pt x="642938" y="152400"/>
                </a:lnTo>
                <a:lnTo>
                  <a:pt x="647700" y="157163"/>
                </a:lnTo>
                <a:lnTo>
                  <a:pt x="652463" y="161925"/>
                </a:lnTo>
                <a:lnTo>
                  <a:pt x="657225" y="166688"/>
                </a:lnTo>
                <a:lnTo>
                  <a:pt x="661988" y="171450"/>
                </a:lnTo>
                <a:lnTo>
                  <a:pt x="666750" y="176213"/>
                </a:lnTo>
                <a:lnTo>
                  <a:pt x="666750" y="185738"/>
                </a:lnTo>
                <a:lnTo>
                  <a:pt x="666750" y="195263"/>
                </a:lnTo>
                <a:lnTo>
                  <a:pt x="671513" y="200025"/>
                </a:lnTo>
                <a:lnTo>
                  <a:pt x="676275" y="204788"/>
                </a:lnTo>
                <a:lnTo>
                  <a:pt x="676275" y="214313"/>
                </a:lnTo>
                <a:lnTo>
                  <a:pt x="676275" y="223838"/>
                </a:lnTo>
                <a:lnTo>
                  <a:pt x="676275" y="233363"/>
                </a:lnTo>
                <a:lnTo>
                  <a:pt x="681038" y="238125"/>
                </a:lnTo>
                <a:lnTo>
                  <a:pt x="685800" y="242888"/>
                </a:lnTo>
                <a:lnTo>
                  <a:pt x="690563" y="247650"/>
                </a:lnTo>
                <a:lnTo>
                  <a:pt x="695325" y="252413"/>
                </a:lnTo>
                <a:lnTo>
                  <a:pt x="695325" y="261938"/>
                </a:lnTo>
                <a:lnTo>
                  <a:pt x="700088" y="266700"/>
                </a:lnTo>
                <a:lnTo>
                  <a:pt x="704850" y="271463"/>
                </a:lnTo>
                <a:lnTo>
                  <a:pt x="704850" y="280988"/>
                </a:lnTo>
                <a:lnTo>
                  <a:pt x="709613" y="285750"/>
                </a:lnTo>
                <a:lnTo>
                  <a:pt x="714375" y="290513"/>
                </a:lnTo>
                <a:lnTo>
                  <a:pt x="709613" y="295275"/>
                </a:lnTo>
                <a:lnTo>
                  <a:pt x="704850" y="300038"/>
                </a:lnTo>
                <a:lnTo>
                  <a:pt x="704850" y="309563"/>
                </a:lnTo>
                <a:lnTo>
                  <a:pt x="700088" y="314325"/>
                </a:lnTo>
                <a:lnTo>
                  <a:pt x="695325" y="319088"/>
                </a:lnTo>
                <a:lnTo>
                  <a:pt x="700088" y="323850"/>
                </a:lnTo>
                <a:lnTo>
                  <a:pt x="704850" y="328613"/>
                </a:lnTo>
                <a:lnTo>
                  <a:pt x="704850" y="338138"/>
                </a:lnTo>
                <a:lnTo>
                  <a:pt x="704850" y="347663"/>
                </a:lnTo>
                <a:lnTo>
                  <a:pt x="704850" y="357188"/>
                </a:lnTo>
                <a:lnTo>
                  <a:pt x="700088" y="361950"/>
                </a:lnTo>
                <a:lnTo>
                  <a:pt x="695325" y="366713"/>
                </a:lnTo>
                <a:lnTo>
                  <a:pt x="695325" y="376238"/>
                </a:lnTo>
                <a:lnTo>
                  <a:pt x="695325" y="385763"/>
                </a:lnTo>
                <a:lnTo>
                  <a:pt x="700088" y="390525"/>
                </a:lnTo>
                <a:lnTo>
                  <a:pt x="704850" y="395288"/>
                </a:lnTo>
                <a:lnTo>
                  <a:pt x="704850" y="404813"/>
                </a:lnTo>
                <a:lnTo>
                  <a:pt x="704850" y="414338"/>
                </a:lnTo>
                <a:lnTo>
                  <a:pt x="704850" y="423863"/>
                </a:lnTo>
                <a:lnTo>
                  <a:pt x="704850" y="433388"/>
                </a:lnTo>
                <a:lnTo>
                  <a:pt x="700088" y="438150"/>
                </a:lnTo>
                <a:lnTo>
                  <a:pt x="695325" y="442913"/>
                </a:lnTo>
                <a:lnTo>
                  <a:pt x="690563" y="447675"/>
                </a:lnTo>
                <a:lnTo>
                  <a:pt x="685800" y="452438"/>
                </a:lnTo>
                <a:lnTo>
                  <a:pt x="681038" y="457200"/>
                </a:lnTo>
                <a:lnTo>
                  <a:pt x="676275" y="461963"/>
                </a:lnTo>
                <a:lnTo>
                  <a:pt x="671513" y="466725"/>
                </a:lnTo>
                <a:lnTo>
                  <a:pt x="666750" y="471488"/>
                </a:lnTo>
                <a:lnTo>
                  <a:pt x="666750" y="481013"/>
                </a:lnTo>
                <a:lnTo>
                  <a:pt x="666750" y="490538"/>
                </a:lnTo>
                <a:lnTo>
                  <a:pt x="666750" y="500063"/>
                </a:lnTo>
                <a:lnTo>
                  <a:pt x="666750" y="509588"/>
                </a:lnTo>
                <a:lnTo>
                  <a:pt x="666750" y="519113"/>
                </a:lnTo>
                <a:lnTo>
                  <a:pt x="661988" y="523875"/>
                </a:lnTo>
                <a:lnTo>
                  <a:pt x="657225" y="528638"/>
                </a:lnTo>
                <a:lnTo>
                  <a:pt x="657225" y="538163"/>
                </a:lnTo>
                <a:lnTo>
                  <a:pt x="652463" y="542925"/>
                </a:lnTo>
                <a:lnTo>
                  <a:pt x="647700" y="547688"/>
                </a:lnTo>
                <a:lnTo>
                  <a:pt x="642938" y="552450"/>
                </a:lnTo>
                <a:lnTo>
                  <a:pt x="638175" y="557213"/>
                </a:lnTo>
                <a:lnTo>
                  <a:pt x="633413" y="561975"/>
                </a:lnTo>
                <a:lnTo>
                  <a:pt x="628650" y="566738"/>
                </a:lnTo>
                <a:lnTo>
                  <a:pt x="623888" y="571500"/>
                </a:lnTo>
                <a:lnTo>
                  <a:pt x="619125" y="576263"/>
                </a:lnTo>
                <a:lnTo>
                  <a:pt x="614363" y="581025"/>
                </a:lnTo>
                <a:lnTo>
                  <a:pt x="609600" y="585788"/>
                </a:lnTo>
                <a:lnTo>
                  <a:pt x="604838" y="590550"/>
                </a:lnTo>
                <a:lnTo>
                  <a:pt x="595313" y="590550"/>
                </a:lnTo>
                <a:lnTo>
                  <a:pt x="590550" y="595313"/>
                </a:lnTo>
                <a:lnTo>
                  <a:pt x="590550" y="604838"/>
                </a:lnTo>
                <a:lnTo>
                  <a:pt x="585788" y="609600"/>
                </a:lnTo>
                <a:lnTo>
                  <a:pt x="581025" y="614363"/>
                </a:lnTo>
                <a:lnTo>
                  <a:pt x="576263" y="619125"/>
                </a:lnTo>
                <a:lnTo>
                  <a:pt x="566738" y="619125"/>
                </a:lnTo>
                <a:lnTo>
                  <a:pt x="561975" y="623888"/>
                </a:lnTo>
                <a:lnTo>
                  <a:pt x="557213" y="628650"/>
                </a:lnTo>
                <a:lnTo>
                  <a:pt x="552450" y="633413"/>
                </a:lnTo>
                <a:lnTo>
                  <a:pt x="547688" y="638175"/>
                </a:lnTo>
                <a:lnTo>
                  <a:pt x="538163" y="638175"/>
                </a:lnTo>
                <a:lnTo>
                  <a:pt x="533400" y="642938"/>
                </a:lnTo>
                <a:lnTo>
                  <a:pt x="528638" y="647700"/>
                </a:lnTo>
                <a:lnTo>
                  <a:pt x="523875" y="652463"/>
                </a:lnTo>
                <a:lnTo>
                  <a:pt x="519113" y="657225"/>
                </a:lnTo>
                <a:lnTo>
                  <a:pt x="509588" y="657225"/>
                </a:lnTo>
                <a:lnTo>
                  <a:pt x="500063" y="657225"/>
                </a:lnTo>
                <a:lnTo>
                  <a:pt x="495300" y="661988"/>
                </a:lnTo>
                <a:lnTo>
                  <a:pt x="490538" y="666750"/>
                </a:lnTo>
                <a:lnTo>
                  <a:pt x="481013" y="666750"/>
                </a:lnTo>
                <a:lnTo>
                  <a:pt x="471488" y="666750"/>
                </a:lnTo>
                <a:lnTo>
                  <a:pt x="466725" y="671513"/>
                </a:lnTo>
                <a:lnTo>
                  <a:pt x="461963" y="676275"/>
                </a:lnTo>
                <a:lnTo>
                  <a:pt x="452438" y="676275"/>
                </a:lnTo>
                <a:lnTo>
                  <a:pt x="442913" y="676275"/>
                </a:lnTo>
                <a:lnTo>
                  <a:pt x="438150" y="681038"/>
                </a:lnTo>
                <a:lnTo>
                  <a:pt x="433388" y="685800"/>
                </a:lnTo>
                <a:lnTo>
                  <a:pt x="423863" y="685800"/>
                </a:lnTo>
                <a:lnTo>
                  <a:pt x="414338" y="685800"/>
                </a:lnTo>
                <a:lnTo>
                  <a:pt x="409575" y="690563"/>
                </a:lnTo>
                <a:lnTo>
                  <a:pt x="404813" y="695325"/>
                </a:lnTo>
                <a:lnTo>
                  <a:pt x="395288" y="695325"/>
                </a:lnTo>
                <a:lnTo>
                  <a:pt x="385763" y="695325"/>
                </a:lnTo>
                <a:lnTo>
                  <a:pt x="376238" y="695325"/>
                </a:lnTo>
                <a:lnTo>
                  <a:pt x="366713" y="695325"/>
                </a:lnTo>
                <a:lnTo>
                  <a:pt x="357188" y="695325"/>
                </a:lnTo>
                <a:lnTo>
                  <a:pt x="347663" y="695325"/>
                </a:lnTo>
                <a:lnTo>
                  <a:pt x="338138" y="695325"/>
                </a:lnTo>
                <a:lnTo>
                  <a:pt x="328613" y="695325"/>
                </a:lnTo>
                <a:lnTo>
                  <a:pt x="319088" y="695325"/>
                </a:lnTo>
                <a:lnTo>
                  <a:pt x="314325" y="690563"/>
                </a:lnTo>
                <a:lnTo>
                  <a:pt x="309563" y="685800"/>
                </a:lnTo>
                <a:lnTo>
                  <a:pt x="300038" y="685800"/>
                </a:lnTo>
                <a:lnTo>
                  <a:pt x="290513" y="685800"/>
                </a:lnTo>
                <a:lnTo>
                  <a:pt x="280988" y="685800"/>
                </a:lnTo>
                <a:lnTo>
                  <a:pt x="271463" y="685800"/>
                </a:lnTo>
                <a:lnTo>
                  <a:pt x="261938" y="685800"/>
                </a:lnTo>
                <a:lnTo>
                  <a:pt x="257175" y="681038"/>
                </a:lnTo>
                <a:lnTo>
                  <a:pt x="252413" y="676275"/>
                </a:lnTo>
                <a:lnTo>
                  <a:pt x="242888" y="676275"/>
                </a:lnTo>
                <a:lnTo>
                  <a:pt x="238125" y="671513"/>
                </a:lnTo>
                <a:lnTo>
                  <a:pt x="233363" y="666750"/>
                </a:lnTo>
                <a:lnTo>
                  <a:pt x="223838" y="666750"/>
                </a:lnTo>
                <a:lnTo>
                  <a:pt x="219075" y="661988"/>
                </a:lnTo>
                <a:lnTo>
                  <a:pt x="214313" y="657225"/>
                </a:lnTo>
                <a:lnTo>
                  <a:pt x="204788" y="657225"/>
                </a:lnTo>
                <a:lnTo>
                  <a:pt x="200025" y="652463"/>
                </a:lnTo>
                <a:lnTo>
                  <a:pt x="195263" y="647700"/>
                </a:lnTo>
                <a:lnTo>
                  <a:pt x="190500" y="642938"/>
                </a:lnTo>
                <a:lnTo>
                  <a:pt x="185738" y="638175"/>
                </a:lnTo>
                <a:lnTo>
                  <a:pt x="176213" y="638175"/>
                </a:lnTo>
                <a:lnTo>
                  <a:pt x="171450" y="633413"/>
                </a:lnTo>
                <a:lnTo>
                  <a:pt x="166688" y="628650"/>
                </a:lnTo>
                <a:lnTo>
                  <a:pt x="161925" y="623888"/>
                </a:lnTo>
                <a:lnTo>
                  <a:pt x="157163" y="619125"/>
                </a:lnTo>
                <a:lnTo>
                  <a:pt x="147638" y="619125"/>
                </a:lnTo>
                <a:lnTo>
                  <a:pt x="142875" y="614363"/>
                </a:lnTo>
                <a:lnTo>
                  <a:pt x="138113" y="609600"/>
                </a:lnTo>
                <a:lnTo>
                  <a:pt x="133350" y="604838"/>
                </a:lnTo>
                <a:lnTo>
                  <a:pt x="133350" y="595313"/>
                </a:lnTo>
                <a:lnTo>
                  <a:pt x="128588" y="590550"/>
                </a:lnTo>
                <a:lnTo>
                  <a:pt x="119063" y="590550"/>
                </a:lnTo>
                <a:lnTo>
                  <a:pt x="114300" y="585788"/>
                </a:lnTo>
                <a:lnTo>
                  <a:pt x="109538" y="581025"/>
                </a:lnTo>
                <a:lnTo>
                  <a:pt x="104775" y="576263"/>
                </a:lnTo>
                <a:lnTo>
                  <a:pt x="100013" y="571500"/>
                </a:lnTo>
                <a:lnTo>
                  <a:pt x="95250" y="566738"/>
                </a:lnTo>
                <a:lnTo>
                  <a:pt x="90488" y="561975"/>
                </a:lnTo>
                <a:lnTo>
                  <a:pt x="85725" y="557213"/>
                </a:lnTo>
                <a:lnTo>
                  <a:pt x="80963" y="552450"/>
                </a:lnTo>
                <a:lnTo>
                  <a:pt x="76200" y="547688"/>
                </a:lnTo>
                <a:lnTo>
                  <a:pt x="71438" y="542925"/>
                </a:lnTo>
                <a:lnTo>
                  <a:pt x="66675" y="538163"/>
                </a:lnTo>
                <a:lnTo>
                  <a:pt x="66675" y="528638"/>
                </a:lnTo>
                <a:lnTo>
                  <a:pt x="61913" y="523875"/>
                </a:lnTo>
                <a:lnTo>
                  <a:pt x="57150" y="519113"/>
                </a:lnTo>
                <a:lnTo>
                  <a:pt x="57150" y="509588"/>
                </a:lnTo>
                <a:lnTo>
                  <a:pt x="57150" y="500063"/>
                </a:lnTo>
                <a:lnTo>
                  <a:pt x="57150" y="490538"/>
                </a:lnTo>
                <a:lnTo>
                  <a:pt x="52388" y="485775"/>
                </a:lnTo>
                <a:lnTo>
                  <a:pt x="47625" y="481013"/>
                </a:lnTo>
                <a:lnTo>
                  <a:pt x="42863" y="476250"/>
                </a:lnTo>
                <a:lnTo>
                  <a:pt x="38100" y="471488"/>
                </a:lnTo>
                <a:lnTo>
                  <a:pt x="33338" y="466725"/>
                </a:lnTo>
                <a:lnTo>
                  <a:pt x="28575" y="461963"/>
                </a:lnTo>
                <a:lnTo>
                  <a:pt x="28575" y="452438"/>
                </a:lnTo>
                <a:lnTo>
                  <a:pt x="28575" y="442913"/>
                </a:lnTo>
                <a:lnTo>
                  <a:pt x="28575" y="433388"/>
                </a:lnTo>
                <a:lnTo>
                  <a:pt x="23813" y="428625"/>
                </a:lnTo>
                <a:lnTo>
                  <a:pt x="19050" y="423863"/>
                </a:lnTo>
                <a:lnTo>
                  <a:pt x="19050" y="414338"/>
                </a:lnTo>
                <a:lnTo>
                  <a:pt x="19050" y="404813"/>
                </a:lnTo>
                <a:lnTo>
                  <a:pt x="19050" y="395288"/>
                </a:lnTo>
                <a:lnTo>
                  <a:pt x="19050" y="385763"/>
                </a:lnTo>
                <a:lnTo>
                  <a:pt x="19050" y="376238"/>
                </a:lnTo>
                <a:lnTo>
                  <a:pt x="19050" y="366713"/>
                </a:lnTo>
                <a:lnTo>
                  <a:pt x="14288" y="361950"/>
                </a:lnTo>
                <a:lnTo>
                  <a:pt x="9525" y="357188"/>
                </a:lnTo>
                <a:lnTo>
                  <a:pt x="4763" y="352425"/>
                </a:lnTo>
                <a:lnTo>
                  <a:pt x="0" y="347663"/>
                </a:lnTo>
                <a:lnTo>
                  <a:pt x="4763" y="342900"/>
                </a:lnTo>
                <a:lnTo>
                  <a:pt x="9525" y="338138"/>
                </a:lnTo>
                <a:lnTo>
                  <a:pt x="9525" y="328613"/>
                </a:lnTo>
                <a:lnTo>
                  <a:pt x="14288" y="323850"/>
                </a:lnTo>
                <a:lnTo>
                  <a:pt x="19050" y="319088"/>
                </a:lnTo>
                <a:lnTo>
                  <a:pt x="19050" y="309563"/>
                </a:lnTo>
                <a:lnTo>
                  <a:pt x="19050" y="300038"/>
                </a:lnTo>
                <a:lnTo>
                  <a:pt x="19050" y="290513"/>
                </a:lnTo>
                <a:lnTo>
                  <a:pt x="19050" y="280988"/>
                </a:lnTo>
                <a:lnTo>
                  <a:pt x="19050" y="271463"/>
                </a:lnTo>
                <a:lnTo>
                  <a:pt x="19050" y="261938"/>
                </a:lnTo>
                <a:lnTo>
                  <a:pt x="19050" y="252413"/>
                </a:lnTo>
                <a:lnTo>
                  <a:pt x="19050" y="242888"/>
                </a:lnTo>
                <a:lnTo>
                  <a:pt x="19050" y="233363"/>
                </a:lnTo>
                <a:lnTo>
                  <a:pt x="23813" y="228600"/>
                </a:lnTo>
                <a:lnTo>
                  <a:pt x="28575" y="223838"/>
                </a:lnTo>
                <a:lnTo>
                  <a:pt x="33338" y="219075"/>
                </a:lnTo>
                <a:lnTo>
                  <a:pt x="38100" y="214313"/>
                </a:lnTo>
                <a:lnTo>
                  <a:pt x="42863" y="209550"/>
                </a:lnTo>
                <a:lnTo>
                  <a:pt x="52388" y="209550"/>
                </a:lnTo>
                <a:lnTo>
                  <a:pt x="57150" y="204788"/>
                </a:lnTo>
                <a:lnTo>
                  <a:pt x="57150" y="195263"/>
                </a:lnTo>
                <a:lnTo>
                  <a:pt x="57150" y="185738"/>
                </a:lnTo>
                <a:lnTo>
                  <a:pt x="57150" y="176213"/>
                </a:lnTo>
                <a:lnTo>
                  <a:pt x="61913" y="171450"/>
                </a:lnTo>
                <a:lnTo>
                  <a:pt x="66675" y="166688"/>
                </a:lnTo>
                <a:lnTo>
                  <a:pt x="66675" y="157163"/>
                </a:lnTo>
                <a:lnTo>
                  <a:pt x="71438" y="152400"/>
                </a:lnTo>
                <a:lnTo>
                  <a:pt x="76200" y="147638"/>
                </a:lnTo>
                <a:lnTo>
                  <a:pt x="80963" y="142875"/>
                </a:lnTo>
                <a:lnTo>
                  <a:pt x="85725" y="138113"/>
                </a:lnTo>
                <a:lnTo>
                  <a:pt x="90488" y="133350"/>
                </a:lnTo>
                <a:lnTo>
                  <a:pt x="95250" y="128588"/>
                </a:lnTo>
                <a:lnTo>
                  <a:pt x="100013" y="123825"/>
                </a:lnTo>
                <a:lnTo>
                  <a:pt x="104775" y="119063"/>
                </a:lnTo>
                <a:lnTo>
                  <a:pt x="109538" y="114300"/>
                </a:lnTo>
                <a:lnTo>
                  <a:pt x="114300" y="109538"/>
                </a:lnTo>
                <a:lnTo>
                  <a:pt x="119063" y="104775"/>
                </a:lnTo>
                <a:lnTo>
                  <a:pt x="123825" y="100013"/>
                </a:lnTo>
                <a:lnTo>
                  <a:pt x="128588" y="95250"/>
                </a:lnTo>
                <a:lnTo>
                  <a:pt x="133350" y="90488"/>
                </a:lnTo>
                <a:lnTo>
                  <a:pt x="138113" y="85725"/>
                </a:lnTo>
                <a:lnTo>
                  <a:pt x="147638" y="85725"/>
                </a:lnTo>
                <a:lnTo>
                  <a:pt x="152400" y="80963"/>
                </a:lnTo>
                <a:lnTo>
                  <a:pt x="157163" y="76200"/>
                </a:lnTo>
                <a:lnTo>
                  <a:pt x="161925" y="71438"/>
                </a:lnTo>
                <a:lnTo>
                  <a:pt x="166688" y="66675"/>
                </a:lnTo>
                <a:lnTo>
                  <a:pt x="171450" y="61913"/>
                </a:lnTo>
                <a:lnTo>
                  <a:pt x="176213" y="57150"/>
                </a:lnTo>
                <a:lnTo>
                  <a:pt x="185738" y="57150"/>
                </a:lnTo>
                <a:lnTo>
                  <a:pt x="190500" y="52388"/>
                </a:lnTo>
                <a:lnTo>
                  <a:pt x="195263" y="47625"/>
                </a:lnTo>
                <a:lnTo>
                  <a:pt x="204788" y="47625"/>
                </a:lnTo>
                <a:lnTo>
                  <a:pt x="209550" y="42863"/>
                </a:lnTo>
                <a:lnTo>
                  <a:pt x="214313" y="38100"/>
                </a:lnTo>
                <a:lnTo>
                  <a:pt x="219075" y="33338"/>
                </a:lnTo>
                <a:lnTo>
                  <a:pt x="223838" y="28575"/>
                </a:lnTo>
                <a:lnTo>
                  <a:pt x="233363" y="28575"/>
                </a:lnTo>
                <a:lnTo>
                  <a:pt x="238125" y="23813"/>
                </a:lnTo>
                <a:lnTo>
                  <a:pt x="242888" y="19050"/>
                </a:lnTo>
                <a:lnTo>
                  <a:pt x="252413" y="19050"/>
                </a:lnTo>
                <a:lnTo>
                  <a:pt x="261938" y="19050"/>
                </a:lnTo>
                <a:lnTo>
                  <a:pt x="266700" y="14288"/>
                </a:lnTo>
                <a:lnTo>
                  <a:pt x="271463" y="9525"/>
                </a:lnTo>
                <a:lnTo>
                  <a:pt x="280988" y="9525"/>
                </a:lnTo>
                <a:lnTo>
                  <a:pt x="285750" y="4763"/>
                </a:lnTo>
                <a:close/>
              </a:path>
            </a:pathLst>
          </a:custGeom>
          <a:solidFill xmlns:a="http://schemas.openxmlformats.org/drawingml/2006/main">
            <a:srgbClr val="C8C8C8"/>
          </a:solidFill>
          <a:ln xmlns:a="http://schemas.openxmlformats.org/drawingml/2006/main" w="0">
            <a:noFill/>
            <a:prstDash val="solid"/>
          </a:ln>
        </p:spPr>
      </p:sp>
      <p:sp>
        <p:nvSpPr>
          <p:cNvPr id="31" name="deep-skill-chaining-source-component-0-gradient-202-0">
            <a:extLst xmlns:a="http://schemas.openxmlformats.org/drawingml/2006/main">
              <a:ext uri="{FF2B5EF4-FFF2-40B4-BE49-F238E27FC236}">
                <a16:creationId xmlns:a16="http://schemas.microsoft.com/office/drawing/2014/main" id="{0FC6E82E-665D-42A0-91DC-45550DFF2306}"/>
              </a:ext>
            </a:extLst>
          </p:cNvPr>
          <p:cNvSpPr>
            <a:spLocks xmlns:a="http://schemas.openxmlformats.org/drawingml/2006/main" noGrp="1"/>
          </p:cNvSpPr>
          <p:nvPr/>
        </p:nvSpPr>
        <p:spPr>
          <a:xfrm xmlns:a="http://schemas.openxmlformats.org/drawingml/2006/main" rot="0">
            <a:off x="7267575" y="800100"/>
            <a:ext cx="666750" cy="657225"/>
          </a:xfrm>
          <a:custGeom xmlns:a="http://schemas.openxmlformats.org/drawingml/2006/main">
            <a:pathLst>
              <a:path w="666750" h="657225">
                <a:moveTo>
                  <a:pt x="295275" y="4763"/>
                </a:move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5288" y="9525"/>
                </a:lnTo>
                <a:lnTo>
                  <a:pt x="404813" y="9525"/>
                </a:lnTo>
                <a:lnTo>
                  <a:pt x="409575" y="14288"/>
                </a:lnTo>
                <a:lnTo>
                  <a:pt x="414338" y="19050"/>
                </a:lnTo>
                <a:lnTo>
                  <a:pt x="423863" y="19050"/>
                </a:lnTo>
                <a:lnTo>
                  <a:pt x="433388" y="19050"/>
                </a:lnTo>
                <a:lnTo>
                  <a:pt x="438150" y="23813"/>
                </a:lnTo>
                <a:lnTo>
                  <a:pt x="442913" y="28575"/>
                </a:lnTo>
                <a:lnTo>
                  <a:pt x="452438" y="28575"/>
                </a:lnTo>
                <a:lnTo>
                  <a:pt x="461963" y="28575"/>
                </a:lnTo>
                <a:lnTo>
                  <a:pt x="466725" y="33338"/>
                </a:lnTo>
                <a:lnTo>
                  <a:pt x="471488" y="38100"/>
                </a:lnTo>
                <a:lnTo>
                  <a:pt x="481013" y="38100"/>
                </a:lnTo>
                <a:lnTo>
                  <a:pt x="490538" y="38100"/>
                </a:lnTo>
                <a:lnTo>
                  <a:pt x="495300" y="42863"/>
                </a:lnTo>
                <a:lnTo>
                  <a:pt x="500063" y="47625"/>
                </a:lnTo>
                <a:lnTo>
                  <a:pt x="504825" y="52388"/>
                </a:lnTo>
                <a:lnTo>
                  <a:pt x="509588" y="57150"/>
                </a:lnTo>
                <a:lnTo>
                  <a:pt x="519113" y="57150"/>
                </a:lnTo>
                <a:lnTo>
                  <a:pt x="523875" y="61913"/>
                </a:lnTo>
                <a:lnTo>
                  <a:pt x="528638" y="66675"/>
                </a:lnTo>
                <a:lnTo>
                  <a:pt x="533400" y="71438"/>
                </a:lnTo>
                <a:lnTo>
                  <a:pt x="538163" y="76200"/>
                </a:lnTo>
                <a:lnTo>
                  <a:pt x="542925" y="80963"/>
                </a:lnTo>
                <a:lnTo>
                  <a:pt x="547688" y="85725"/>
                </a:lnTo>
                <a:lnTo>
                  <a:pt x="552450" y="90488"/>
                </a:lnTo>
                <a:lnTo>
                  <a:pt x="557213" y="95250"/>
                </a:lnTo>
                <a:lnTo>
                  <a:pt x="561975" y="100013"/>
                </a:lnTo>
                <a:lnTo>
                  <a:pt x="566738" y="104775"/>
                </a:lnTo>
                <a:lnTo>
                  <a:pt x="576263" y="104775"/>
                </a:lnTo>
                <a:lnTo>
                  <a:pt x="581025" y="109538"/>
                </a:lnTo>
                <a:lnTo>
                  <a:pt x="585788" y="114300"/>
                </a:lnTo>
                <a:lnTo>
                  <a:pt x="590550" y="119063"/>
                </a:lnTo>
                <a:lnTo>
                  <a:pt x="595313" y="123825"/>
                </a:lnTo>
                <a:lnTo>
                  <a:pt x="600075" y="128588"/>
                </a:lnTo>
                <a:lnTo>
                  <a:pt x="600075" y="138113"/>
                </a:lnTo>
                <a:lnTo>
                  <a:pt x="604838" y="142875"/>
                </a:lnTo>
                <a:lnTo>
                  <a:pt x="609600" y="147638"/>
                </a:lnTo>
                <a:lnTo>
                  <a:pt x="614363" y="152400"/>
                </a:lnTo>
                <a:lnTo>
                  <a:pt x="619125" y="157163"/>
                </a:lnTo>
                <a:lnTo>
                  <a:pt x="619125" y="166688"/>
                </a:lnTo>
                <a:lnTo>
                  <a:pt x="619125" y="176213"/>
                </a:lnTo>
                <a:lnTo>
                  <a:pt x="623888" y="180975"/>
                </a:lnTo>
                <a:lnTo>
                  <a:pt x="628650" y="185738"/>
                </a:lnTo>
                <a:lnTo>
                  <a:pt x="628650" y="195263"/>
                </a:lnTo>
                <a:lnTo>
                  <a:pt x="628650" y="204788"/>
                </a:lnTo>
                <a:lnTo>
                  <a:pt x="633413" y="209550"/>
                </a:lnTo>
                <a:lnTo>
                  <a:pt x="638175" y="214313"/>
                </a:lnTo>
                <a:lnTo>
                  <a:pt x="638175" y="223838"/>
                </a:lnTo>
                <a:lnTo>
                  <a:pt x="642938" y="228600"/>
                </a:lnTo>
                <a:lnTo>
                  <a:pt x="647700" y="233363"/>
                </a:lnTo>
                <a:lnTo>
                  <a:pt x="652463" y="238125"/>
                </a:lnTo>
                <a:lnTo>
                  <a:pt x="657225" y="242888"/>
                </a:lnTo>
                <a:lnTo>
                  <a:pt x="657225" y="252413"/>
                </a:lnTo>
                <a:lnTo>
                  <a:pt x="657225" y="261938"/>
                </a:lnTo>
                <a:lnTo>
                  <a:pt x="661988" y="266700"/>
                </a:lnTo>
                <a:lnTo>
                  <a:pt x="666750" y="271463"/>
                </a:lnTo>
                <a:lnTo>
                  <a:pt x="661988" y="276225"/>
                </a:lnTo>
                <a:lnTo>
                  <a:pt x="657225" y="280988"/>
                </a:lnTo>
                <a:lnTo>
                  <a:pt x="657225" y="290513"/>
                </a:lnTo>
                <a:lnTo>
                  <a:pt x="657225" y="300038"/>
                </a:lnTo>
                <a:lnTo>
                  <a:pt x="657225" y="309563"/>
                </a:lnTo>
                <a:lnTo>
                  <a:pt x="657225" y="319088"/>
                </a:lnTo>
                <a:lnTo>
                  <a:pt x="661988" y="323850"/>
                </a:lnTo>
                <a:lnTo>
                  <a:pt x="666750" y="328613"/>
                </a:lnTo>
                <a:lnTo>
                  <a:pt x="661988" y="333375"/>
                </a:lnTo>
                <a:lnTo>
                  <a:pt x="657225" y="338138"/>
                </a:lnTo>
                <a:lnTo>
                  <a:pt x="652463" y="342900"/>
                </a:lnTo>
                <a:lnTo>
                  <a:pt x="647700" y="347663"/>
                </a:lnTo>
                <a:lnTo>
                  <a:pt x="647700" y="357188"/>
                </a:lnTo>
                <a:lnTo>
                  <a:pt x="647700" y="366713"/>
                </a:lnTo>
                <a:lnTo>
                  <a:pt x="652463" y="371475"/>
                </a:lnTo>
                <a:lnTo>
                  <a:pt x="657225" y="376238"/>
                </a:lnTo>
                <a:lnTo>
                  <a:pt x="661988" y="381000"/>
                </a:lnTo>
                <a:lnTo>
                  <a:pt x="666750" y="385763"/>
                </a:lnTo>
                <a:lnTo>
                  <a:pt x="661988" y="390525"/>
                </a:lnTo>
                <a:lnTo>
                  <a:pt x="657225" y="395288"/>
                </a:lnTo>
                <a:lnTo>
                  <a:pt x="657225" y="404813"/>
                </a:lnTo>
                <a:lnTo>
                  <a:pt x="657225" y="414338"/>
                </a:lnTo>
                <a:lnTo>
                  <a:pt x="652463" y="419100"/>
                </a:lnTo>
                <a:lnTo>
                  <a:pt x="647700" y="423863"/>
                </a:lnTo>
                <a:lnTo>
                  <a:pt x="642938" y="428625"/>
                </a:lnTo>
                <a:lnTo>
                  <a:pt x="638175" y="433388"/>
                </a:lnTo>
                <a:lnTo>
                  <a:pt x="633413" y="438150"/>
                </a:lnTo>
                <a:lnTo>
                  <a:pt x="628650" y="442913"/>
                </a:lnTo>
                <a:lnTo>
                  <a:pt x="628650" y="452438"/>
                </a:lnTo>
                <a:lnTo>
                  <a:pt x="628650" y="461963"/>
                </a:lnTo>
                <a:lnTo>
                  <a:pt x="628650" y="471488"/>
                </a:lnTo>
                <a:lnTo>
                  <a:pt x="623888" y="476250"/>
                </a:lnTo>
                <a:lnTo>
                  <a:pt x="619125" y="481013"/>
                </a:lnTo>
                <a:lnTo>
                  <a:pt x="619125" y="490538"/>
                </a:lnTo>
                <a:lnTo>
                  <a:pt x="619125" y="500063"/>
                </a:lnTo>
                <a:lnTo>
                  <a:pt x="614363" y="504825"/>
                </a:lnTo>
                <a:lnTo>
                  <a:pt x="609600" y="509588"/>
                </a:lnTo>
                <a:lnTo>
                  <a:pt x="604838" y="514350"/>
                </a:lnTo>
                <a:lnTo>
                  <a:pt x="600075" y="519113"/>
                </a:lnTo>
                <a:lnTo>
                  <a:pt x="600075" y="528638"/>
                </a:lnTo>
                <a:lnTo>
                  <a:pt x="595313" y="533400"/>
                </a:lnTo>
                <a:lnTo>
                  <a:pt x="590550" y="538163"/>
                </a:lnTo>
                <a:lnTo>
                  <a:pt x="585788" y="542925"/>
                </a:lnTo>
                <a:lnTo>
                  <a:pt x="581025" y="547688"/>
                </a:lnTo>
                <a:lnTo>
                  <a:pt x="576263" y="552450"/>
                </a:lnTo>
                <a:lnTo>
                  <a:pt x="566738" y="552450"/>
                </a:lnTo>
                <a:lnTo>
                  <a:pt x="561975" y="557213"/>
                </a:lnTo>
                <a:lnTo>
                  <a:pt x="557213" y="561975"/>
                </a:lnTo>
                <a:lnTo>
                  <a:pt x="552450" y="566738"/>
                </a:lnTo>
                <a:lnTo>
                  <a:pt x="547688" y="571500"/>
                </a:lnTo>
                <a:lnTo>
                  <a:pt x="542925" y="576263"/>
                </a:lnTo>
                <a:lnTo>
                  <a:pt x="538163" y="581025"/>
                </a:lnTo>
                <a:lnTo>
                  <a:pt x="533400" y="585788"/>
                </a:lnTo>
                <a:lnTo>
                  <a:pt x="528638" y="590550"/>
                </a:lnTo>
                <a:lnTo>
                  <a:pt x="523875" y="595313"/>
                </a:lnTo>
                <a:lnTo>
                  <a:pt x="519113" y="600075"/>
                </a:lnTo>
                <a:lnTo>
                  <a:pt x="509588" y="600075"/>
                </a:lnTo>
                <a:lnTo>
                  <a:pt x="504825" y="604838"/>
                </a:lnTo>
                <a:lnTo>
                  <a:pt x="500063" y="609600"/>
                </a:lnTo>
                <a:lnTo>
                  <a:pt x="495300" y="614363"/>
                </a:lnTo>
                <a:lnTo>
                  <a:pt x="490538" y="619125"/>
                </a:lnTo>
                <a:lnTo>
                  <a:pt x="481013" y="619125"/>
                </a:lnTo>
                <a:lnTo>
                  <a:pt x="471488" y="619125"/>
                </a:lnTo>
                <a:lnTo>
                  <a:pt x="466725" y="623888"/>
                </a:lnTo>
                <a:lnTo>
                  <a:pt x="461963" y="628650"/>
                </a:lnTo>
                <a:lnTo>
                  <a:pt x="452438" y="628650"/>
                </a:lnTo>
                <a:lnTo>
                  <a:pt x="442913" y="628650"/>
                </a:lnTo>
                <a:lnTo>
                  <a:pt x="438150" y="633413"/>
                </a:lnTo>
                <a:lnTo>
                  <a:pt x="433388" y="638175"/>
                </a:lnTo>
                <a:lnTo>
                  <a:pt x="423863" y="638175"/>
                </a:lnTo>
                <a:lnTo>
                  <a:pt x="414338" y="638175"/>
                </a:lnTo>
                <a:lnTo>
                  <a:pt x="409575" y="642938"/>
                </a:lnTo>
                <a:lnTo>
                  <a:pt x="404813" y="647700"/>
                </a:lnTo>
                <a:lnTo>
                  <a:pt x="395288" y="647700"/>
                </a:lnTo>
                <a:lnTo>
                  <a:pt x="385763" y="647700"/>
                </a:lnTo>
                <a:lnTo>
                  <a:pt x="381000" y="652463"/>
                </a:lnTo>
                <a:lnTo>
                  <a:pt x="376238" y="657225"/>
                </a:lnTo>
                <a:lnTo>
                  <a:pt x="366713" y="657225"/>
                </a:lnTo>
                <a:lnTo>
                  <a:pt x="357188" y="657225"/>
                </a:lnTo>
                <a:lnTo>
                  <a:pt x="347663" y="657225"/>
                </a:lnTo>
                <a:lnTo>
                  <a:pt x="338138" y="657225"/>
                </a:lnTo>
                <a:lnTo>
                  <a:pt x="328613" y="657225"/>
                </a:lnTo>
                <a:lnTo>
                  <a:pt x="319088" y="657225"/>
                </a:lnTo>
                <a:lnTo>
                  <a:pt x="309563" y="657225"/>
                </a:lnTo>
                <a:lnTo>
                  <a:pt x="300038" y="657225"/>
                </a:lnTo>
                <a:lnTo>
                  <a:pt x="290513" y="657225"/>
                </a:lnTo>
                <a:lnTo>
                  <a:pt x="285750" y="652463"/>
                </a:lnTo>
                <a:lnTo>
                  <a:pt x="280988" y="647700"/>
                </a:lnTo>
                <a:lnTo>
                  <a:pt x="271463" y="647700"/>
                </a:lnTo>
                <a:lnTo>
                  <a:pt x="261938" y="647700"/>
                </a:lnTo>
                <a:lnTo>
                  <a:pt x="252413" y="647700"/>
                </a:lnTo>
                <a:lnTo>
                  <a:pt x="242888" y="647700"/>
                </a:lnTo>
                <a:lnTo>
                  <a:pt x="233363" y="647700"/>
                </a:lnTo>
                <a:lnTo>
                  <a:pt x="228600" y="642938"/>
                </a:lnTo>
                <a:lnTo>
                  <a:pt x="223838" y="638175"/>
                </a:lnTo>
                <a:lnTo>
                  <a:pt x="214313" y="638175"/>
                </a:lnTo>
                <a:lnTo>
                  <a:pt x="209550" y="633413"/>
                </a:lnTo>
                <a:lnTo>
                  <a:pt x="204788" y="628650"/>
                </a:lnTo>
                <a:lnTo>
                  <a:pt x="200025" y="623888"/>
                </a:lnTo>
                <a:lnTo>
                  <a:pt x="195263" y="619125"/>
                </a:lnTo>
                <a:lnTo>
                  <a:pt x="185738" y="619125"/>
                </a:lnTo>
                <a:lnTo>
                  <a:pt x="176213" y="619125"/>
                </a:lnTo>
                <a:lnTo>
                  <a:pt x="171450" y="614363"/>
                </a:lnTo>
                <a:lnTo>
                  <a:pt x="166688" y="609600"/>
                </a:lnTo>
                <a:lnTo>
                  <a:pt x="161925" y="604838"/>
                </a:lnTo>
                <a:lnTo>
                  <a:pt x="157163" y="600075"/>
                </a:lnTo>
                <a:lnTo>
                  <a:pt x="147638" y="600075"/>
                </a:lnTo>
                <a:lnTo>
                  <a:pt x="142875" y="595313"/>
                </a:lnTo>
                <a:lnTo>
                  <a:pt x="138113" y="590550"/>
                </a:lnTo>
                <a:lnTo>
                  <a:pt x="133350" y="585788"/>
                </a:lnTo>
                <a:lnTo>
                  <a:pt x="128588" y="581025"/>
                </a:lnTo>
                <a:lnTo>
                  <a:pt x="123825" y="576263"/>
                </a:lnTo>
                <a:lnTo>
                  <a:pt x="119063" y="571500"/>
                </a:lnTo>
                <a:lnTo>
                  <a:pt x="114300" y="566738"/>
                </a:lnTo>
                <a:lnTo>
                  <a:pt x="109538" y="561975"/>
                </a:lnTo>
                <a:lnTo>
                  <a:pt x="104775" y="557213"/>
                </a:lnTo>
                <a:lnTo>
                  <a:pt x="100013" y="552450"/>
                </a:lnTo>
                <a:lnTo>
                  <a:pt x="90488" y="552450"/>
                </a:lnTo>
                <a:lnTo>
                  <a:pt x="85725" y="547688"/>
                </a:lnTo>
                <a:lnTo>
                  <a:pt x="80963" y="542925"/>
                </a:lnTo>
                <a:lnTo>
                  <a:pt x="76200" y="538163"/>
                </a:lnTo>
                <a:lnTo>
                  <a:pt x="71438" y="533400"/>
                </a:lnTo>
                <a:lnTo>
                  <a:pt x="66675" y="528638"/>
                </a:lnTo>
                <a:lnTo>
                  <a:pt x="66675" y="519113"/>
                </a:lnTo>
                <a:lnTo>
                  <a:pt x="61913" y="514350"/>
                </a:lnTo>
                <a:lnTo>
                  <a:pt x="57150" y="509588"/>
                </a:lnTo>
                <a:lnTo>
                  <a:pt x="52388" y="504825"/>
                </a:lnTo>
                <a:lnTo>
                  <a:pt x="47625" y="500063"/>
                </a:lnTo>
                <a:lnTo>
                  <a:pt x="47625" y="490538"/>
                </a:lnTo>
                <a:lnTo>
                  <a:pt x="47625" y="481013"/>
                </a:lnTo>
                <a:lnTo>
                  <a:pt x="42863" y="476250"/>
                </a:lnTo>
                <a:lnTo>
                  <a:pt x="38100" y="471488"/>
                </a:lnTo>
                <a:lnTo>
                  <a:pt x="33338" y="466725"/>
                </a:lnTo>
                <a:lnTo>
                  <a:pt x="28575" y="461963"/>
                </a:lnTo>
                <a:lnTo>
                  <a:pt x="28575" y="452438"/>
                </a:lnTo>
                <a:lnTo>
                  <a:pt x="23813" y="447675"/>
                </a:lnTo>
                <a:lnTo>
                  <a:pt x="19050" y="442913"/>
                </a:lnTo>
                <a:lnTo>
                  <a:pt x="14288" y="438150"/>
                </a:lnTo>
                <a:lnTo>
                  <a:pt x="9525" y="433388"/>
                </a:lnTo>
                <a:lnTo>
                  <a:pt x="9525" y="423863"/>
                </a:lnTo>
                <a:lnTo>
                  <a:pt x="9525" y="414338"/>
                </a:lnTo>
                <a:lnTo>
                  <a:pt x="9525" y="404813"/>
                </a:lnTo>
                <a:lnTo>
                  <a:pt x="9525" y="395288"/>
                </a:lnTo>
                <a:lnTo>
                  <a:pt x="4763" y="390525"/>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4763" y="209550"/>
                </a:lnTo>
                <a:lnTo>
                  <a:pt x="14288" y="209550"/>
                </a:lnTo>
                <a:lnTo>
                  <a:pt x="19050" y="204788"/>
                </a:lnTo>
                <a:lnTo>
                  <a:pt x="23813" y="200025"/>
                </a:lnTo>
                <a:lnTo>
                  <a:pt x="28575" y="195263"/>
                </a:lnTo>
                <a:lnTo>
                  <a:pt x="33338" y="190500"/>
                </a:lnTo>
                <a:lnTo>
                  <a:pt x="42863" y="190500"/>
                </a:lnTo>
                <a:lnTo>
                  <a:pt x="47625" y="185738"/>
                </a:lnTo>
                <a:lnTo>
                  <a:pt x="47625" y="176213"/>
                </a:lnTo>
                <a:lnTo>
                  <a:pt x="47625" y="166688"/>
                </a:lnTo>
                <a:lnTo>
                  <a:pt x="52388" y="161925"/>
                </a:lnTo>
                <a:lnTo>
                  <a:pt x="57150" y="157163"/>
                </a:lnTo>
                <a:lnTo>
                  <a:pt x="57150" y="147638"/>
                </a:lnTo>
                <a:lnTo>
                  <a:pt x="57150" y="138113"/>
                </a:lnTo>
                <a:lnTo>
                  <a:pt x="57150" y="128588"/>
                </a:lnTo>
                <a:lnTo>
                  <a:pt x="61913" y="123825"/>
                </a:lnTo>
                <a:lnTo>
                  <a:pt x="71438" y="123825"/>
                </a:lnTo>
                <a:lnTo>
                  <a:pt x="76200" y="119063"/>
                </a:lnTo>
                <a:lnTo>
                  <a:pt x="80963" y="114300"/>
                </a:lnTo>
                <a:lnTo>
                  <a:pt x="90488" y="114300"/>
                </a:lnTo>
                <a:lnTo>
                  <a:pt x="95250" y="109538"/>
                </a:lnTo>
                <a:lnTo>
                  <a:pt x="100013" y="104775"/>
                </a:lnTo>
                <a:lnTo>
                  <a:pt x="104775" y="100013"/>
                </a:lnTo>
                <a:lnTo>
                  <a:pt x="109538" y="95250"/>
                </a:lnTo>
                <a:lnTo>
                  <a:pt x="114300" y="90488"/>
                </a:lnTo>
                <a:lnTo>
                  <a:pt x="119063" y="85725"/>
                </a:lnTo>
                <a:lnTo>
                  <a:pt x="123825" y="80963"/>
                </a:lnTo>
                <a:lnTo>
                  <a:pt x="128588" y="76200"/>
                </a:lnTo>
                <a:lnTo>
                  <a:pt x="133350" y="71438"/>
                </a:lnTo>
                <a:lnTo>
                  <a:pt x="138113" y="66675"/>
                </a:lnTo>
                <a:lnTo>
                  <a:pt x="147638" y="66675"/>
                </a:lnTo>
                <a:lnTo>
                  <a:pt x="152400" y="61913"/>
                </a:lnTo>
                <a:lnTo>
                  <a:pt x="157163" y="57150"/>
                </a:lnTo>
                <a:lnTo>
                  <a:pt x="161925" y="52388"/>
                </a:lnTo>
                <a:lnTo>
                  <a:pt x="166688" y="47625"/>
                </a:lnTo>
                <a:lnTo>
                  <a:pt x="171450" y="42863"/>
                </a:lnTo>
                <a:lnTo>
                  <a:pt x="176213" y="38100"/>
                </a:lnTo>
                <a:lnTo>
                  <a:pt x="185738" y="38100"/>
                </a:lnTo>
                <a:lnTo>
                  <a:pt x="195263" y="38100"/>
                </a:lnTo>
                <a:lnTo>
                  <a:pt x="200025" y="33338"/>
                </a:lnTo>
                <a:lnTo>
                  <a:pt x="204788" y="28575"/>
                </a:lnTo>
                <a:lnTo>
                  <a:pt x="209550" y="23813"/>
                </a:lnTo>
                <a:lnTo>
                  <a:pt x="214313" y="19050"/>
                </a:lnTo>
                <a:lnTo>
                  <a:pt x="223838" y="19050"/>
                </a:lnTo>
                <a:lnTo>
                  <a:pt x="228600" y="14288"/>
                </a:lnTo>
                <a:lnTo>
                  <a:pt x="233363" y="9525"/>
                </a:lnTo>
                <a:lnTo>
                  <a:pt x="242888" y="9525"/>
                </a:lnTo>
                <a:lnTo>
                  <a:pt x="252413" y="9525"/>
                </a:lnTo>
                <a:lnTo>
                  <a:pt x="261938" y="9525"/>
                </a:lnTo>
                <a:lnTo>
                  <a:pt x="271463" y="9525"/>
                </a:lnTo>
                <a:lnTo>
                  <a:pt x="280988" y="9525"/>
                </a:lnTo>
                <a:lnTo>
                  <a:pt x="290513" y="9525"/>
                </a:lnTo>
                <a:lnTo>
                  <a:pt x="295275" y="4763"/>
                </a:lnTo>
                <a:close/>
              </a:path>
            </a:pathLst>
          </a:custGeom>
          <a:solidFill xmlns:a="http://schemas.openxmlformats.org/drawingml/2006/main">
            <a:srgbClr val="CACACA"/>
          </a:solidFill>
          <a:ln xmlns:a="http://schemas.openxmlformats.org/drawingml/2006/main" w="0">
            <a:noFill/>
            <a:prstDash val="solid"/>
          </a:ln>
        </p:spPr>
      </p:sp>
      <p:sp>
        <p:nvSpPr>
          <p:cNvPr id="32" name="deep-skill-chaining-source-component-0-gradient-204-0">
            <a:extLst xmlns:a="http://schemas.openxmlformats.org/drawingml/2006/main">
              <a:ext uri="{FF2B5EF4-FFF2-40B4-BE49-F238E27FC236}">
                <a16:creationId xmlns:a16="http://schemas.microsoft.com/office/drawing/2014/main" id="{F3FC117C-F871-4E26-9C83-F208809B604C}"/>
              </a:ext>
            </a:extLst>
          </p:cNvPr>
          <p:cNvSpPr>
            <a:spLocks xmlns:a="http://schemas.openxmlformats.org/drawingml/2006/main" noGrp="1"/>
          </p:cNvSpPr>
          <p:nvPr/>
        </p:nvSpPr>
        <p:spPr>
          <a:xfrm xmlns:a="http://schemas.openxmlformats.org/drawingml/2006/main" rot="0">
            <a:off x="7277100" y="809625"/>
            <a:ext cx="638175" cy="638175"/>
          </a:xfrm>
          <a:custGeom xmlns:a="http://schemas.openxmlformats.org/drawingml/2006/main">
            <a:pathLst>
              <a:path w="638175" h="638175">
                <a:moveTo>
                  <a:pt x="304800" y="4763"/>
                </a:move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33388" y="28575"/>
                </a:lnTo>
                <a:lnTo>
                  <a:pt x="438150" y="33338"/>
                </a:lnTo>
                <a:lnTo>
                  <a:pt x="442913" y="38100"/>
                </a:lnTo>
                <a:lnTo>
                  <a:pt x="452438" y="38100"/>
                </a:lnTo>
                <a:lnTo>
                  <a:pt x="457200" y="42863"/>
                </a:lnTo>
                <a:lnTo>
                  <a:pt x="461963" y="47625"/>
                </a:lnTo>
                <a:lnTo>
                  <a:pt x="471488" y="47625"/>
                </a:lnTo>
                <a:lnTo>
                  <a:pt x="481013" y="47625"/>
                </a:lnTo>
                <a:lnTo>
                  <a:pt x="485775" y="52388"/>
                </a:lnTo>
                <a:lnTo>
                  <a:pt x="490538" y="57150"/>
                </a:lnTo>
                <a:lnTo>
                  <a:pt x="500063" y="57150"/>
                </a:lnTo>
                <a:lnTo>
                  <a:pt x="504825" y="61913"/>
                </a:lnTo>
                <a:lnTo>
                  <a:pt x="509588" y="66675"/>
                </a:lnTo>
                <a:lnTo>
                  <a:pt x="514350" y="71438"/>
                </a:lnTo>
                <a:lnTo>
                  <a:pt x="519113" y="76200"/>
                </a:lnTo>
                <a:lnTo>
                  <a:pt x="523875" y="80963"/>
                </a:lnTo>
                <a:lnTo>
                  <a:pt x="528638" y="85725"/>
                </a:lnTo>
                <a:lnTo>
                  <a:pt x="533400" y="90488"/>
                </a:lnTo>
                <a:lnTo>
                  <a:pt x="538163" y="95250"/>
                </a:lnTo>
                <a:lnTo>
                  <a:pt x="542925" y="100013"/>
                </a:lnTo>
                <a:lnTo>
                  <a:pt x="547688" y="104775"/>
                </a:lnTo>
                <a:lnTo>
                  <a:pt x="552450" y="109538"/>
                </a:lnTo>
                <a:lnTo>
                  <a:pt x="557213" y="114300"/>
                </a:lnTo>
                <a:lnTo>
                  <a:pt x="566738" y="114300"/>
                </a:lnTo>
                <a:lnTo>
                  <a:pt x="571500" y="119063"/>
                </a:lnTo>
                <a:lnTo>
                  <a:pt x="571500" y="128588"/>
                </a:lnTo>
                <a:lnTo>
                  <a:pt x="576263" y="133350"/>
                </a:lnTo>
                <a:lnTo>
                  <a:pt x="581025" y="138113"/>
                </a:lnTo>
                <a:lnTo>
                  <a:pt x="585788" y="142875"/>
                </a:lnTo>
                <a:lnTo>
                  <a:pt x="590550" y="147638"/>
                </a:lnTo>
                <a:lnTo>
                  <a:pt x="590550" y="157163"/>
                </a:lnTo>
                <a:lnTo>
                  <a:pt x="590550" y="166688"/>
                </a:lnTo>
                <a:lnTo>
                  <a:pt x="595313" y="171450"/>
                </a:lnTo>
                <a:lnTo>
                  <a:pt x="600075" y="176213"/>
                </a:lnTo>
                <a:lnTo>
                  <a:pt x="600075" y="185738"/>
                </a:lnTo>
                <a:lnTo>
                  <a:pt x="600075" y="195263"/>
                </a:lnTo>
                <a:lnTo>
                  <a:pt x="604838" y="200025"/>
                </a:lnTo>
                <a:lnTo>
                  <a:pt x="609600" y="204788"/>
                </a:lnTo>
                <a:lnTo>
                  <a:pt x="609600" y="214313"/>
                </a:lnTo>
                <a:lnTo>
                  <a:pt x="614363" y="219075"/>
                </a:lnTo>
                <a:lnTo>
                  <a:pt x="619125" y="223838"/>
                </a:lnTo>
                <a:lnTo>
                  <a:pt x="623888" y="228600"/>
                </a:lnTo>
                <a:lnTo>
                  <a:pt x="628650" y="233363"/>
                </a:lnTo>
                <a:lnTo>
                  <a:pt x="628650" y="242888"/>
                </a:lnTo>
                <a:lnTo>
                  <a:pt x="628650" y="252413"/>
                </a:lnTo>
                <a:lnTo>
                  <a:pt x="633413" y="257175"/>
                </a:lnTo>
                <a:lnTo>
                  <a:pt x="638175" y="261938"/>
                </a:lnTo>
                <a:lnTo>
                  <a:pt x="633413" y="266700"/>
                </a:lnTo>
                <a:lnTo>
                  <a:pt x="628650" y="271463"/>
                </a:lnTo>
                <a:lnTo>
                  <a:pt x="628650" y="280988"/>
                </a:lnTo>
                <a:lnTo>
                  <a:pt x="628650" y="290513"/>
                </a:lnTo>
                <a:lnTo>
                  <a:pt x="628650" y="300038"/>
                </a:lnTo>
                <a:lnTo>
                  <a:pt x="628650" y="309563"/>
                </a:lnTo>
                <a:lnTo>
                  <a:pt x="633413" y="314325"/>
                </a:lnTo>
                <a:lnTo>
                  <a:pt x="638175" y="319088"/>
                </a:lnTo>
                <a:lnTo>
                  <a:pt x="633413" y="323850"/>
                </a:lnTo>
                <a:lnTo>
                  <a:pt x="628650" y="328613"/>
                </a:lnTo>
                <a:lnTo>
                  <a:pt x="628650" y="338138"/>
                </a:lnTo>
                <a:lnTo>
                  <a:pt x="628650" y="347663"/>
                </a:lnTo>
                <a:lnTo>
                  <a:pt x="628650" y="357188"/>
                </a:lnTo>
                <a:lnTo>
                  <a:pt x="628650" y="366713"/>
                </a:lnTo>
                <a:lnTo>
                  <a:pt x="633413" y="371475"/>
                </a:lnTo>
                <a:lnTo>
                  <a:pt x="638175" y="376238"/>
                </a:lnTo>
                <a:lnTo>
                  <a:pt x="633413" y="381000"/>
                </a:lnTo>
                <a:lnTo>
                  <a:pt x="628650" y="385763"/>
                </a:lnTo>
                <a:lnTo>
                  <a:pt x="628650" y="395288"/>
                </a:lnTo>
                <a:lnTo>
                  <a:pt x="628650" y="404813"/>
                </a:lnTo>
                <a:lnTo>
                  <a:pt x="623888" y="409575"/>
                </a:lnTo>
                <a:lnTo>
                  <a:pt x="619125" y="414338"/>
                </a:lnTo>
                <a:lnTo>
                  <a:pt x="614363" y="419100"/>
                </a:lnTo>
                <a:lnTo>
                  <a:pt x="609600" y="423863"/>
                </a:lnTo>
                <a:lnTo>
                  <a:pt x="604838" y="428625"/>
                </a:lnTo>
                <a:lnTo>
                  <a:pt x="600075" y="433388"/>
                </a:lnTo>
                <a:lnTo>
                  <a:pt x="600075" y="442913"/>
                </a:lnTo>
                <a:lnTo>
                  <a:pt x="600075" y="452438"/>
                </a:lnTo>
                <a:lnTo>
                  <a:pt x="600075" y="461963"/>
                </a:lnTo>
                <a:lnTo>
                  <a:pt x="595313" y="466725"/>
                </a:lnTo>
                <a:lnTo>
                  <a:pt x="590550" y="471488"/>
                </a:lnTo>
                <a:lnTo>
                  <a:pt x="590550" y="481013"/>
                </a:lnTo>
                <a:lnTo>
                  <a:pt x="590550" y="490538"/>
                </a:lnTo>
                <a:lnTo>
                  <a:pt x="585788" y="495300"/>
                </a:lnTo>
                <a:lnTo>
                  <a:pt x="581025" y="500063"/>
                </a:lnTo>
                <a:lnTo>
                  <a:pt x="576263" y="504825"/>
                </a:lnTo>
                <a:lnTo>
                  <a:pt x="571500" y="509588"/>
                </a:lnTo>
                <a:lnTo>
                  <a:pt x="571500" y="519113"/>
                </a:lnTo>
                <a:lnTo>
                  <a:pt x="566738" y="523875"/>
                </a:lnTo>
                <a:lnTo>
                  <a:pt x="557213" y="523875"/>
                </a:lnTo>
                <a:lnTo>
                  <a:pt x="552450" y="528638"/>
                </a:lnTo>
                <a:lnTo>
                  <a:pt x="547688" y="533400"/>
                </a:lnTo>
                <a:lnTo>
                  <a:pt x="542925" y="538163"/>
                </a:lnTo>
                <a:lnTo>
                  <a:pt x="538163" y="542925"/>
                </a:lnTo>
                <a:lnTo>
                  <a:pt x="528638" y="542925"/>
                </a:lnTo>
                <a:lnTo>
                  <a:pt x="523875" y="547688"/>
                </a:lnTo>
                <a:lnTo>
                  <a:pt x="519113" y="552450"/>
                </a:lnTo>
                <a:lnTo>
                  <a:pt x="514350" y="557213"/>
                </a:lnTo>
                <a:lnTo>
                  <a:pt x="509588" y="561975"/>
                </a:lnTo>
                <a:lnTo>
                  <a:pt x="504825" y="566738"/>
                </a:lnTo>
                <a:lnTo>
                  <a:pt x="504825" y="576263"/>
                </a:lnTo>
                <a:lnTo>
                  <a:pt x="500063" y="581025"/>
                </a:lnTo>
                <a:lnTo>
                  <a:pt x="490538" y="581025"/>
                </a:lnTo>
                <a:lnTo>
                  <a:pt x="485775" y="585788"/>
                </a:lnTo>
                <a:lnTo>
                  <a:pt x="481013" y="590550"/>
                </a:lnTo>
                <a:lnTo>
                  <a:pt x="471488" y="590550"/>
                </a:lnTo>
                <a:lnTo>
                  <a:pt x="466725" y="595313"/>
                </a:lnTo>
                <a:lnTo>
                  <a:pt x="461963" y="600075"/>
                </a:lnTo>
                <a:lnTo>
                  <a:pt x="452438" y="600075"/>
                </a:lnTo>
                <a:lnTo>
                  <a:pt x="442913" y="600075"/>
                </a:lnTo>
                <a:lnTo>
                  <a:pt x="438150" y="604838"/>
                </a:lnTo>
                <a:lnTo>
                  <a:pt x="433388" y="609600"/>
                </a:lnTo>
                <a:lnTo>
                  <a:pt x="423863" y="609600"/>
                </a:lnTo>
                <a:lnTo>
                  <a:pt x="419100" y="614363"/>
                </a:lnTo>
                <a:lnTo>
                  <a:pt x="414338" y="619125"/>
                </a:lnTo>
                <a:lnTo>
                  <a:pt x="404813" y="619125"/>
                </a:lnTo>
                <a:lnTo>
                  <a:pt x="395288" y="619125"/>
                </a:lnTo>
                <a:lnTo>
                  <a:pt x="385763" y="619125"/>
                </a:lnTo>
                <a:lnTo>
                  <a:pt x="381000" y="623888"/>
                </a:lnTo>
                <a:lnTo>
                  <a:pt x="376238" y="628650"/>
                </a:lnTo>
                <a:lnTo>
                  <a:pt x="366713" y="628650"/>
                </a:lnTo>
                <a:lnTo>
                  <a:pt x="357188" y="628650"/>
                </a:lnTo>
                <a:lnTo>
                  <a:pt x="347663" y="628650"/>
                </a:lnTo>
                <a:lnTo>
                  <a:pt x="338138" y="628650"/>
                </a:lnTo>
                <a:lnTo>
                  <a:pt x="328613" y="628650"/>
                </a:lnTo>
                <a:lnTo>
                  <a:pt x="319088" y="628650"/>
                </a:lnTo>
                <a:lnTo>
                  <a:pt x="314325" y="633413"/>
                </a:lnTo>
                <a:lnTo>
                  <a:pt x="309563" y="638175"/>
                </a:lnTo>
                <a:lnTo>
                  <a:pt x="304800" y="633413"/>
                </a:lnTo>
                <a:lnTo>
                  <a:pt x="300038" y="628650"/>
                </a:lnTo>
                <a:lnTo>
                  <a:pt x="290513" y="628650"/>
                </a:lnTo>
                <a:lnTo>
                  <a:pt x="280988" y="628650"/>
                </a:lnTo>
                <a:lnTo>
                  <a:pt x="271463" y="628650"/>
                </a:lnTo>
                <a:lnTo>
                  <a:pt x="261938" y="628650"/>
                </a:lnTo>
                <a:lnTo>
                  <a:pt x="252413" y="628650"/>
                </a:lnTo>
                <a:lnTo>
                  <a:pt x="247650" y="623888"/>
                </a:lnTo>
                <a:lnTo>
                  <a:pt x="242888" y="619125"/>
                </a:lnTo>
                <a:lnTo>
                  <a:pt x="233363" y="619125"/>
                </a:lnTo>
                <a:lnTo>
                  <a:pt x="223838" y="619125"/>
                </a:lnTo>
                <a:lnTo>
                  <a:pt x="219075" y="614363"/>
                </a:lnTo>
                <a:lnTo>
                  <a:pt x="214313" y="609600"/>
                </a:lnTo>
                <a:lnTo>
                  <a:pt x="209550" y="604838"/>
                </a:lnTo>
                <a:lnTo>
                  <a:pt x="204788" y="600075"/>
                </a:lnTo>
                <a:lnTo>
                  <a:pt x="195263" y="600075"/>
                </a:lnTo>
                <a:lnTo>
                  <a:pt x="185738" y="600075"/>
                </a:lnTo>
                <a:lnTo>
                  <a:pt x="180975" y="595313"/>
                </a:lnTo>
                <a:lnTo>
                  <a:pt x="176213" y="590550"/>
                </a:lnTo>
                <a:lnTo>
                  <a:pt x="166688" y="590550"/>
                </a:lnTo>
                <a:lnTo>
                  <a:pt x="161925" y="585788"/>
                </a:lnTo>
                <a:lnTo>
                  <a:pt x="157163" y="581025"/>
                </a:lnTo>
                <a:lnTo>
                  <a:pt x="147638" y="581025"/>
                </a:lnTo>
                <a:lnTo>
                  <a:pt x="142875" y="576263"/>
                </a:lnTo>
                <a:lnTo>
                  <a:pt x="142875" y="566738"/>
                </a:lnTo>
                <a:lnTo>
                  <a:pt x="138113" y="561975"/>
                </a:lnTo>
                <a:lnTo>
                  <a:pt x="133350" y="557213"/>
                </a:lnTo>
                <a:lnTo>
                  <a:pt x="128588" y="552450"/>
                </a:lnTo>
                <a:lnTo>
                  <a:pt x="123825" y="547688"/>
                </a:lnTo>
                <a:lnTo>
                  <a:pt x="119063" y="542925"/>
                </a:lnTo>
                <a:lnTo>
                  <a:pt x="109538" y="542925"/>
                </a:lnTo>
                <a:lnTo>
                  <a:pt x="104775" y="538163"/>
                </a:lnTo>
                <a:lnTo>
                  <a:pt x="100013" y="533400"/>
                </a:lnTo>
                <a:lnTo>
                  <a:pt x="95250" y="528638"/>
                </a:lnTo>
                <a:lnTo>
                  <a:pt x="90488" y="523875"/>
                </a:lnTo>
                <a:lnTo>
                  <a:pt x="80963" y="523875"/>
                </a:lnTo>
                <a:lnTo>
                  <a:pt x="76200" y="519113"/>
                </a:lnTo>
                <a:lnTo>
                  <a:pt x="76200" y="509588"/>
                </a:lnTo>
                <a:lnTo>
                  <a:pt x="71438" y="504825"/>
                </a:lnTo>
                <a:lnTo>
                  <a:pt x="66675" y="500063"/>
                </a:lnTo>
                <a:lnTo>
                  <a:pt x="66675" y="490538"/>
                </a:lnTo>
                <a:lnTo>
                  <a:pt x="61913" y="485775"/>
                </a:lnTo>
                <a:lnTo>
                  <a:pt x="57150" y="481013"/>
                </a:lnTo>
                <a:lnTo>
                  <a:pt x="57150" y="471488"/>
                </a:lnTo>
                <a:lnTo>
                  <a:pt x="52388" y="466725"/>
                </a:lnTo>
                <a:lnTo>
                  <a:pt x="47625" y="461963"/>
                </a:lnTo>
                <a:lnTo>
                  <a:pt x="42863" y="457200"/>
                </a:lnTo>
                <a:lnTo>
                  <a:pt x="38100" y="452438"/>
                </a:lnTo>
                <a:lnTo>
                  <a:pt x="33338" y="447675"/>
                </a:lnTo>
                <a:lnTo>
                  <a:pt x="28575" y="442913"/>
                </a:lnTo>
                <a:lnTo>
                  <a:pt x="23813" y="438150"/>
                </a:lnTo>
                <a:lnTo>
                  <a:pt x="19050" y="433388"/>
                </a:lnTo>
                <a:lnTo>
                  <a:pt x="19050" y="423863"/>
                </a:lnTo>
                <a:lnTo>
                  <a:pt x="19050" y="414338"/>
                </a:lnTo>
                <a:lnTo>
                  <a:pt x="19050" y="404813"/>
                </a:lnTo>
                <a:lnTo>
                  <a:pt x="19050" y="395288"/>
                </a:lnTo>
                <a:lnTo>
                  <a:pt x="19050" y="385763"/>
                </a:lnTo>
                <a:lnTo>
                  <a:pt x="19050" y="376238"/>
                </a:lnTo>
                <a:lnTo>
                  <a:pt x="19050" y="366713"/>
                </a:lnTo>
                <a:lnTo>
                  <a:pt x="19050" y="357188"/>
                </a:lnTo>
                <a:lnTo>
                  <a:pt x="14288" y="352425"/>
                </a:lnTo>
                <a:lnTo>
                  <a:pt x="9525" y="347663"/>
                </a:lnTo>
                <a:lnTo>
                  <a:pt x="9525" y="338138"/>
                </a:lnTo>
                <a:lnTo>
                  <a:pt x="9525" y="328613"/>
                </a:lnTo>
                <a:lnTo>
                  <a:pt x="4763" y="323850"/>
                </a:lnTo>
                <a:lnTo>
                  <a:pt x="0" y="319088"/>
                </a:lnTo>
                <a:lnTo>
                  <a:pt x="4763" y="314325"/>
                </a:lnTo>
                <a:lnTo>
                  <a:pt x="9525" y="309563"/>
                </a:lnTo>
                <a:lnTo>
                  <a:pt x="9525" y="300038"/>
                </a:lnTo>
                <a:lnTo>
                  <a:pt x="14288" y="295275"/>
                </a:lnTo>
                <a:lnTo>
                  <a:pt x="19050" y="290513"/>
                </a:lnTo>
                <a:lnTo>
                  <a:pt x="19050" y="280988"/>
                </a:lnTo>
                <a:lnTo>
                  <a:pt x="19050" y="271463"/>
                </a:lnTo>
                <a:lnTo>
                  <a:pt x="19050" y="261938"/>
                </a:lnTo>
                <a:lnTo>
                  <a:pt x="19050" y="252413"/>
                </a:lnTo>
                <a:lnTo>
                  <a:pt x="19050" y="242888"/>
                </a:lnTo>
                <a:lnTo>
                  <a:pt x="19050" y="233363"/>
                </a:lnTo>
                <a:lnTo>
                  <a:pt x="19050" y="223838"/>
                </a:lnTo>
                <a:lnTo>
                  <a:pt x="19050" y="214313"/>
                </a:lnTo>
                <a:lnTo>
                  <a:pt x="19050" y="204788"/>
                </a:lnTo>
                <a:lnTo>
                  <a:pt x="23813" y="200025"/>
                </a:lnTo>
                <a:lnTo>
                  <a:pt x="28575" y="195263"/>
                </a:lnTo>
                <a:lnTo>
                  <a:pt x="33338" y="190500"/>
                </a:lnTo>
                <a:lnTo>
                  <a:pt x="38100" y="185738"/>
                </a:lnTo>
                <a:lnTo>
                  <a:pt x="42863" y="180975"/>
                </a:lnTo>
                <a:lnTo>
                  <a:pt x="47625" y="176213"/>
                </a:lnTo>
                <a:lnTo>
                  <a:pt x="52388" y="171450"/>
                </a:lnTo>
                <a:lnTo>
                  <a:pt x="57150" y="166688"/>
                </a:lnTo>
                <a:lnTo>
                  <a:pt x="57150" y="157163"/>
                </a:lnTo>
                <a:lnTo>
                  <a:pt x="61913" y="152400"/>
                </a:lnTo>
                <a:lnTo>
                  <a:pt x="66675" y="147638"/>
                </a:lnTo>
                <a:lnTo>
                  <a:pt x="66675" y="138113"/>
                </a:lnTo>
                <a:lnTo>
                  <a:pt x="71438" y="133350"/>
                </a:lnTo>
                <a:lnTo>
                  <a:pt x="76200" y="128588"/>
                </a:lnTo>
                <a:lnTo>
                  <a:pt x="76200" y="119063"/>
                </a:lnTo>
                <a:lnTo>
                  <a:pt x="80963" y="114300"/>
                </a:lnTo>
                <a:lnTo>
                  <a:pt x="90488" y="114300"/>
                </a:lnTo>
                <a:lnTo>
                  <a:pt x="95250" y="109538"/>
                </a:lnTo>
                <a:lnTo>
                  <a:pt x="100013" y="104775"/>
                </a:lnTo>
                <a:lnTo>
                  <a:pt x="109538" y="104775"/>
                </a:lnTo>
                <a:lnTo>
                  <a:pt x="114300" y="100013"/>
                </a:lnTo>
                <a:lnTo>
                  <a:pt x="119063" y="95250"/>
                </a:lnTo>
                <a:lnTo>
                  <a:pt x="123825" y="90488"/>
                </a:lnTo>
                <a:lnTo>
                  <a:pt x="123825" y="80963"/>
                </a:lnTo>
                <a:lnTo>
                  <a:pt x="128588" y="76200"/>
                </a:lnTo>
                <a:lnTo>
                  <a:pt x="138113" y="76200"/>
                </a:lnTo>
                <a:lnTo>
                  <a:pt x="142875" y="71438"/>
                </a:lnTo>
                <a:lnTo>
                  <a:pt x="147638" y="66675"/>
                </a:lnTo>
                <a:lnTo>
                  <a:pt x="152400" y="61913"/>
                </a:lnTo>
                <a:lnTo>
                  <a:pt x="157163" y="57150"/>
                </a:lnTo>
                <a:lnTo>
                  <a:pt x="161925" y="52388"/>
                </a:lnTo>
                <a:lnTo>
                  <a:pt x="166688" y="47625"/>
                </a:lnTo>
                <a:lnTo>
                  <a:pt x="176213" y="47625"/>
                </a:lnTo>
                <a:lnTo>
                  <a:pt x="185738" y="47625"/>
                </a:lnTo>
                <a:lnTo>
                  <a:pt x="190500" y="42863"/>
                </a:lnTo>
                <a:lnTo>
                  <a:pt x="195263" y="38100"/>
                </a:lnTo>
                <a:lnTo>
                  <a:pt x="204788" y="38100"/>
                </a:lnTo>
                <a:lnTo>
                  <a:pt x="209550" y="33338"/>
                </a:lnTo>
                <a:lnTo>
                  <a:pt x="214313" y="28575"/>
                </a:lnTo>
                <a:lnTo>
                  <a:pt x="223838" y="28575"/>
                </a:lnTo>
                <a:lnTo>
                  <a:pt x="228600" y="23813"/>
                </a:lnTo>
                <a:lnTo>
                  <a:pt x="233363" y="19050"/>
                </a:lnTo>
                <a:lnTo>
                  <a:pt x="242888" y="19050"/>
                </a:lnTo>
                <a:lnTo>
                  <a:pt x="252413" y="19050"/>
                </a:lnTo>
                <a:lnTo>
                  <a:pt x="257175" y="14288"/>
                </a:lnTo>
                <a:lnTo>
                  <a:pt x="261938" y="9525"/>
                </a:lnTo>
                <a:lnTo>
                  <a:pt x="271463" y="9525"/>
                </a:lnTo>
                <a:lnTo>
                  <a:pt x="280988" y="9525"/>
                </a:lnTo>
                <a:lnTo>
                  <a:pt x="290513" y="9525"/>
                </a:lnTo>
                <a:lnTo>
                  <a:pt x="300038" y="9525"/>
                </a:lnTo>
                <a:lnTo>
                  <a:pt x="304800" y="4763"/>
                </a:lnTo>
                <a:close/>
              </a:path>
            </a:pathLst>
          </a:custGeom>
          <a:solidFill xmlns:a="http://schemas.openxmlformats.org/drawingml/2006/main">
            <a:srgbClr val="CCCCCC"/>
          </a:solidFill>
          <a:ln xmlns:a="http://schemas.openxmlformats.org/drawingml/2006/main" w="0">
            <a:noFill/>
            <a:prstDash val="solid"/>
          </a:ln>
        </p:spPr>
      </p:sp>
      <p:sp>
        <p:nvSpPr>
          <p:cNvPr id="33" name="deep-skill-chaining-source-component-0-gradient-206-0">
            <a:extLst xmlns:a="http://schemas.openxmlformats.org/drawingml/2006/main">
              <a:ext uri="{FF2B5EF4-FFF2-40B4-BE49-F238E27FC236}">
                <a16:creationId xmlns:a16="http://schemas.microsoft.com/office/drawing/2014/main" id="{C8947B94-DC14-480F-9D41-F489131F0E5D}"/>
              </a:ext>
            </a:extLst>
          </p:cNvPr>
          <p:cNvSpPr>
            <a:spLocks xmlns:a="http://schemas.openxmlformats.org/drawingml/2006/main" noGrp="1"/>
          </p:cNvSpPr>
          <p:nvPr/>
        </p:nvSpPr>
        <p:spPr>
          <a:xfrm xmlns:a="http://schemas.openxmlformats.org/drawingml/2006/main" rot="0">
            <a:off x="7296150" y="838200"/>
            <a:ext cx="600075" cy="590550"/>
          </a:xfrm>
          <a:custGeom xmlns:a="http://schemas.openxmlformats.org/drawingml/2006/main">
            <a:pathLst>
              <a:path w="600075" h="590550">
                <a:moveTo>
                  <a:pt x="228600" y="4763"/>
                </a:move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1000" y="4763"/>
                </a:lnTo>
                <a:lnTo>
                  <a:pt x="385763" y="9525"/>
                </a:lnTo>
                <a:lnTo>
                  <a:pt x="395288" y="9525"/>
                </a:lnTo>
                <a:lnTo>
                  <a:pt x="404813" y="9525"/>
                </a:lnTo>
                <a:lnTo>
                  <a:pt x="409575" y="14288"/>
                </a:lnTo>
                <a:lnTo>
                  <a:pt x="414338" y="19050"/>
                </a:lnTo>
                <a:lnTo>
                  <a:pt x="423863" y="19050"/>
                </a:lnTo>
                <a:lnTo>
                  <a:pt x="428625" y="23813"/>
                </a:lnTo>
                <a:lnTo>
                  <a:pt x="433388" y="28575"/>
                </a:lnTo>
                <a:lnTo>
                  <a:pt x="442913" y="28575"/>
                </a:lnTo>
                <a:lnTo>
                  <a:pt x="452438" y="28575"/>
                </a:lnTo>
                <a:lnTo>
                  <a:pt x="461963" y="28575"/>
                </a:lnTo>
                <a:lnTo>
                  <a:pt x="466725" y="33338"/>
                </a:lnTo>
                <a:lnTo>
                  <a:pt x="466725" y="42863"/>
                </a:lnTo>
                <a:lnTo>
                  <a:pt x="471488" y="47625"/>
                </a:lnTo>
                <a:lnTo>
                  <a:pt x="476250" y="52388"/>
                </a:lnTo>
                <a:lnTo>
                  <a:pt x="481013" y="57150"/>
                </a:lnTo>
                <a:lnTo>
                  <a:pt x="490538" y="57150"/>
                </a:lnTo>
                <a:lnTo>
                  <a:pt x="495300" y="61913"/>
                </a:lnTo>
                <a:lnTo>
                  <a:pt x="495300" y="71438"/>
                </a:lnTo>
                <a:lnTo>
                  <a:pt x="500063" y="76200"/>
                </a:lnTo>
                <a:lnTo>
                  <a:pt x="504825" y="80963"/>
                </a:lnTo>
                <a:lnTo>
                  <a:pt x="509588" y="85725"/>
                </a:lnTo>
                <a:lnTo>
                  <a:pt x="519113" y="85725"/>
                </a:lnTo>
                <a:lnTo>
                  <a:pt x="523875" y="90488"/>
                </a:lnTo>
                <a:lnTo>
                  <a:pt x="528638" y="95250"/>
                </a:lnTo>
                <a:lnTo>
                  <a:pt x="533400" y="100013"/>
                </a:lnTo>
                <a:lnTo>
                  <a:pt x="538163" y="104775"/>
                </a:lnTo>
                <a:lnTo>
                  <a:pt x="542925" y="109538"/>
                </a:lnTo>
                <a:lnTo>
                  <a:pt x="547688" y="114300"/>
                </a:lnTo>
                <a:lnTo>
                  <a:pt x="552450" y="119063"/>
                </a:lnTo>
                <a:lnTo>
                  <a:pt x="552450" y="128588"/>
                </a:lnTo>
                <a:lnTo>
                  <a:pt x="552450" y="138113"/>
                </a:lnTo>
                <a:lnTo>
                  <a:pt x="557213" y="142875"/>
                </a:lnTo>
                <a:lnTo>
                  <a:pt x="561975" y="147638"/>
                </a:lnTo>
                <a:lnTo>
                  <a:pt x="561975" y="157163"/>
                </a:lnTo>
                <a:lnTo>
                  <a:pt x="561975" y="166688"/>
                </a:lnTo>
                <a:lnTo>
                  <a:pt x="566738" y="171450"/>
                </a:lnTo>
                <a:lnTo>
                  <a:pt x="571500" y="176213"/>
                </a:lnTo>
                <a:lnTo>
                  <a:pt x="576263" y="180975"/>
                </a:lnTo>
                <a:lnTo>
                  <a:pt x="581025" y="185738"/>
                </a:lnTo>
                <a:lnTo>
                  <a:pt x="581025" y="195263"/>
                </a:lnTo>
                <a:lnTo>
                  <a:pt x="585788" y="200025"/>
                </a:lnTo>
                <a:lnTo>
                  <a:pt x="590550" y="204788"/>
                </a:lnTo>
                <a:lnTo>
                  <a:pt x="590550" y="214313"/>
                </a:lnTo>
                <a:lnTo>
                  <a:pt x="595313" y="219075"/>
                </a:lnTo>
                <a:lnTo>
                  <a:pt x="600075" y="223838"/>
                </a:lnTo>
                <a:lnTo>
                  <a:pt x="600075" y="233363"/>
                </a:lnTo>
                <a:lnTo>
                  <a:pt x="600075" y="242888"/>
                </a:lnTo>
                <a:lnTo>
                  <a:pt x="600075" y="252413"/>
                </a:lnTo>
                <a:lnTo>
                  <a:pt x="600075" y="261938"/>
                </a:lnTo>
                <a:lnTo>
                  <a:pt x="600075" y="271463"/>
                </a:lnTo>
                <a:lnTo>
                  <a:pt x="600075" y="280988"/>
                </a:lnTo>
                <a:lnTo>
                  <a:pt x="600075" y="290513"/>
                </a:lnTo>
                <a:lnTo>
                  <a:pt x="600075" y="300038"/>
                </a:lnTo>
                <a:lnTo>
                  <a:pt x="595313" y="304800"/>
                </a:lnTo>
                <a:lnTo>
                  <a:pt x="590550" y="309563"/>
                </a:lnTo>
                <a:lnTo>
                  <a:pt x="590550" y="319088"/>
                </a:lnTo>
                <a:lnTo>
                  <a:pt x="590550" y="328613"/>
                </a:lnTo>
                <a:lnTo>
                  <a:pt x="590550" y="338138"/>
                </a:lnTo>
                <a:lnTo>
                  <a:pt x="595313" y="342900"/>
                </a:lnTo>
                <a:lnTo>
                  <a:pt x="600075" y="347663"/>
                </a:lnTo>
                <a:lnTo>
                  <a:pt x="600075" y="357188"/>
                </a:lnTo>
                <a:lnTo>
                  <a:pt x="600075" y="366713"/>
                </a:lnTo>
                <a:lnTo>
                  <a:pt x="600075" y="376238"/>
                </a:lnTo>
                <a:lnTo>
                  <a:pt x="595313" y="381000"/>
                </a:lnTo>
                <a:lnTo>
                  <a:pt x="585788" y="381000"/>
                </a:lnTo>
                <a:lnTo>
                  <a:pt x="581025" y="385763"/>
                </a:lnTo>
                <a:lnTo>
                  <a:pt x="576263" y="390525"/>
                </a:lnTo>
                <a:lnTo>
                  <a:pt x="571500" y="395288"/>
                </a:lnTo>
                <a:lnTo>
                  <a:pt x="566738" y="400050"/>
                </a:lnTo>
                <a:lnTo>
                  <a:pt x="561975" y="404813"/>
                </a:lnTo>
                <a:lnTo>
                  <a:pt x="561975" y="414338"/>
                </a:lnTo>
                <a:lnTo>
                  <a:pt x="561975" y="423863"/>
                </a:lnTo>
                <a:lnTo>
                  <a:pt x="561975" y="433388"/>
                </a:lnTo>
                <a:lnTo>
                  <a:pt x="557213" y="438150"/>
                </a:lnTo>
                <a:lnTo>
                  <a:pt x="552450" y="442913"/>
                </a:lnTo>
                <a:lnTo>
                  <a:pt x="552450" y="452438"/>
                </a:lnTo>
                <a:lnTo>
                  <a:pt x="552450" y="461963"/>
                </a:lnTo>
                <a:lnTo>
                  <a:pt x="547688" y="466725"/>
                </a:lnTo>
                <a:lnTo>
                  <a:pt x="542925" y="471488"/>
                </a:lnTo>
                <a:lnTo>
                  <a:pt x="538163" y="476250"/>
                </a:lnTo>
                <a:lnTo>
                  <a:pt x="533400" y="481013"/>
                </a:lnTo>
                <a:lnTo>
                  <a:pt x="528638" y="485775"/>
                </a:lnTo>
                <a:lnTo>
                  <a:pt x="523875" y="490538"/>
                </a:lnTo>
                <a:lnTo>
                  <a:pt x="519113" y="495300"/>
                </a:lnTo>
                <a:lnTo>
                  <a:pt x="509588" y="495300"/>
                </a:lnTo>
                <a:lnTo>
                  <a:pt x="504825" y="500063"/>
                </a:lnTo>
                <a:lnTo>
                  <a:pt x="500063" y="504825"/>
                </a:lnTo>
                <a:lnTo>
                  <a:pt x="495300" y="509588"/>
                </a:lnTo>
                <a:lnTo>
                  <a:pt x="490538" y="514350"/>
                </a:lnTo>
                <a:lnTo>
                  <a:pt x="485775" y="519113"/>
                </a:lnTo>
                <a:lnTo>
                  <a:pt x="481013" y="523875"/>
                </a:lnTo>
                <a:lnTo>
                  <a:pt x="476250" y="528638"/>
                </a:lnTo>
                <a:lnTo>
                  <a:pt x="471488" y="533400"/>
                </a:lnTo>
                <a:lnTo>
                  <a:pt x="466725" y="538163"/>
                </a:lnTo>
                <a:lnTo>
                  <a:pt x="466725" y="547688"/>
                </a:lnTo>
                <a:lnTo>
                  <a:pt x="461963" y="552450"/>
                </a:lnTo>
                <a:lnTo>
                  <a:pt x="452438" y="552450"/>
                </a:lnTo>
                <a:lnTo>
                  <a:pt x="442913" y="552450"/>
                </a:lnTo>
                <a:lnTo>
                  <a:pt x="433388" y="552450"/>
                </a:lnTo>
                <a:lnTo>
                  <a:pt x="428625" y="557213"/>
                </a:lnTo>
                <a:lnTo>
                  <a:pt x="423863" y="561975"/>
                </a:lnTo>
                <a:lnTo>
                  <a:pt x="414338" y="561975"/>
                </a:lnTo>
                <a:lnTo>
                  <a:pt x="409575" y="566738"/>
                </a:lnTo>
                <a:lnTo>
                  <a:pt x="404813" y="571500"/>
                </a:lnTo>
                <a:lnTo>
                  <a:pt x="395288" y="571500"/>
                </a:lnTo>
                <a:lnTo>
                  <a:pt x="385763" y="571500"/>
                </a:lnTo>
                <a:lnTo>
                  <a:pt x="381000" y="576263"/>
                </a:lnTo>
                <a:lnTo>
                  <a:pt x="376238" y="581025"/>
                </a:lnTo>
                <a:lnTo>
                  <a:pt x="366713" y="581025"/>
                </a:lnTo>
                <a:lnTo>
                  <a:pt x="357188" y="581025"/>
                </a:lnTo>
                <a:lnTo>
                  <a:pt x="347663" y="581025"/>
                </a:lnTo>
                <a:lnTo>
                  <a:pt x="338138" y="581025"/>
                </a:lnTo>
                <a:lnTo>
                  <a:pt x="328613" y="581025"/>
                </a:lnTo>
                <a:lnTo>
                  <a:pt x="319088" y="581025"/>
                </a:lnTo>
                <a:lnTo>
                  <a:pt x="309563" y="581025"/>
                </a:lnTo>
                <a:lnTo>
                  <a:pt x="300038" y="581025"/>
                </a:lnTo>
                <a:lnTo>
                  <a:pt x="295275" y="585788"/>
                </a:lnTo>
                <a:lnTo>
                  <a:pt x="290513" y="590550"/>
                </a:lnTo>
                <a:lnTo>
                  <a:pt x="285750" y="585788"/>
                </a:lnTo>
                <a:lnTo>
                  <a:pt x="280988" y="581025"/>
                </a:lnTo>
                <a:lnTo>
                  <a:pt x="271463" y="581025"/>
                </a:lnTo>
                <a:lnTo>
                  <a:pt x="261938" y="581025"/>
                </a:lnTo>
                <a:lnTo>
                  <a:pt x="252413" y="581025"/>
                </a:lnTo>
                <a:lnTo>
                  <a:pt x="242888" y="581025"/>
                </a:lnTo>
                <a:lnTo>
                  <a:pt x="233363" y="581025"/>
                </a:lnTo>
                <a:lnTo>
                  <a:pt x="228600" y="576263"/>
                </a:lnTo>
                <a:lnTo>
                  <a:pt x="223838" y="571500"/>
                </a:lnTo>
                <a:lnTo>
                  <a:pt x="214313" y="571500"/>
                </a:lnTo>
                <a:lnTo>
                  <a:pt x="204788" y="571500"/>
                </a:lnTo>
                <a:lnTo>
                  <a:pt x="200025" y="566738"/>
                </a:lnTo>
                <a:lnTo>
                  <a:pt x="195263" y="561975"/>
                </a:lnTo>
                <a:lnTo>
                  <a:pt x="185738" y="561975"/>
                </a:lnTo>
                <a:lnTo>
                  <a:pt x="180975" y="557213"/>
                </a:lnTo>
                <a:lnTo>
                  <a:pt x="176213" y="552450"/>
                </a:lnTo>
                <a:lnTo>
                  <a:pt x="166688" y="552450"/>
                </a:lnTo>
                <a:lnTo>
                  <a:pt x="157163" y="552450"/>
                </a:lnTo>
                <a:lnTo>
                  <a:pt x="147638" y="552450"/>
                </a:lnTo>
                <a:lnTo>
                  <a:pt x="142875" y="547688"/>
                </a:lnTo>
                <a:lnTo>
                  <a:pt x="142875" y="538163"/>
                </a:lnTo>
                <a:lnTo>
                  <a:pt x="138113" y="533400"/>
                </a:lnTo>
                <a:lnTo>
                  <a:pt x="133350" y="528638"/>
                </a:lnTo>
                <a:lnTo>
                  <a:pt x="128588" y="523875"/>
                </a:lnTo>
                <a:lnTo>
                  <a:pt x="123825" y="519113"/>
                </a:lnTo>
                <a:lnTo>
                  <a:pt x="119063" y="514350"/>
                </a:lnTo>
                <a:lnTo>
                  <a:pt x="114300" y="509588"/>
                </a:lnTo>
                <a:lnTo>
                  <a:pt x="109538" y="504825"/>
                </a:lnTo>
                <a:lnTo>
                  <a:pt x="100013" y="504825"/>
                </a:lnTo>
                <a:lnTo>
                  <a:pt x="95250" y="500063"/>
                </a:lnTo>
                <a:lnTo>
                  <a:pt x="90488" y="495300"/>
                </a:lnTo>
                <a:lnTo>
                  <a:pt x="80963" y="495300"/>
                </a:lnTo>
                <a:lnTo>
                  <a:pt x="76200" y="490538"/>
                </a:lnTo>
                <a:lnTo>
                  <a:pt x="76200" y="481013"/>
                </a:lnTo>
                <a:lnTo>
                  <a:pt x="71438" y="476250"/>
                </a:lnTo>
                <a:lnTo>
                  <a:pt x="66675" y="471488"/>
                </a:lnTo>
                <a:lnTo>
                  <a:pt x="61913" y="466725"/>
                </a:lnTo>
                <a:lnTo>
                  <a:pt x="57150" y="461963"/>
                </a:lnTo>
                <a:lnTo>
                  <a:pt x="57150" y="452438"/>
                </a:lnTo>
                <a:lnTo>
                  <a:pt x="57150" y="442913"/>
                </a:lnTo>
                <a:lnTo>
                  <a:pt x="52388" y="438150"/>
                </a:lnTo>
                <a:lnTo>
                  <a:pt x="47625" y="433388"/>
                </a:lnTo>
                <a:lnTo>
                  <a:pt x="42863" y="428625"/>
                </a:lnTo>
                <a:lnTo>
                  <a:pt x="38100" y="423863"/>
                </a:lnTo>
                <a:lnTo>
                  <a:pt x="33338" y="419100"/>
                </a:lnTo>
                <a:lnTo>
                  <a:pt x="28575" y="414338"/>
                </a:lnTo>
                <a:lnTo>
                  <a:pt x="23813" y="409575"/>
                </a:lnTo>
                <a:lnTo>
                  <a:pt x="19050" y="404813"/>
                </a:lnTo>
                <a:lnTo>
                  <a:pt x="19050" y="395288"/>
                </a:lnTo>
                <a:lnTo>
                  <a:pt x="19050" y="385763"/>
                </a:lnTo>
                <a:lnTo>
                  <a:pt x="19050" y="376238"/>
                </a:lnTo>
                <a:lnTo>
                  <a:pt x="19050" y="366713"/>
                </a:lnTo>
                <a:lnTo>
                  <a:pt x="19050" y="357188"/>
                </a:lnTo>
                <a:lnTo>
                  <a:pt x="19050" y="347663"/>
                </a:lnTo>
                <a:lnTo>
                  <a:pt x="19050" y="338138"/>
                </a:lnTo>
                <a:lnTo>
                  <a:pt x="19050" y="328613"/>
                </a:lnTo>
                <a:lnTo>
                  <a:pt x="14288" y="323850"/>
                </a:lnTo>
                <a:lnTo>
                  <a:pt x="9525" y="319088"/>
                </a:lnTo>
                <a:lnTo>
                  <a:pt x="9525" y="309563"/>
                </a:lnTo>
                <a:lnTo>
                  <a:pt x="4763" y="304800"/>
                </a:lnTo>
                <a:lnTo>
                  <a:pt x="0" y="300038"/>
                </a:lnTo>
                <a:lnTo>
                  <a:pt x="0" y="290513"/>
                </a:lnTo>
                <a:lnTo>
                  <a:pt x="0" y="280988"/>
                </a:lnTo>
                <a:lnTo>
                  <a:pt x="4763" y="276225"/>
                </a:lnTo>
                <a:lnTo>
                  <a:pt x="9525" y="271463"/>
                </a:lnTo>
                <a:lnTo>
                  <a:pt x="9525" y="261938"/>
                </a:lnTo>
                <a:lnTo>
                  <a:pt x="9525" y="252413"/>
                </a:lnTo>
                <a:lnTo>
                  <a:pt x="9525" y="242888"/>
                </a:lnTo>
                <a:lnTo>
                  <a:pt x="9525" y="233363"/>
                </a:lnTo>
                <a:lnTo>
                  <a:pt x="9525" y="223838"/>
                </a:lnTo>
                <a:lnTo>
                  <a:pt x="9525" y="214313"/>
                </a:lnTo>
                <a:lnTo>
                  <a:pt x="14288" y="209550"/>
                </a:lnTo>
                <a:lnTo>
                  <a:pt x="19050" y="204788"/>
                </a:lnTo>
                <a:lnTo>
                  <a:pt x="19050" y="195263"/>
                </a:lnTo>
                <a:lnTo>
                  <a:pt x="19050" y="185738"/>
                </a:lnTo>
                <a:lnTo>
                  <a:pt x="19050" y="176213"/>
                </a:lnTo>
                <a:lnTo>
                  <a:pt x="23813" y="171450"/>
                </a:lnTo>
                <a:lnTo>
                  <a:pt x="28575" y="166688"/>
                </a:lnTo>
                <a:lnTo>
                  <a:pt x="33338" y="161925"/>
                </a:lnTo>
                <a:lnTo>
                  <a:pt x="38100" y="157163"/>
                </a:lnTo>
                <a:lnTo>
                  <a:pt x="42863" y="152400"/>
                </a:lnTo>
                <a:lnTo>
                  <a:pt x="52388" y="152400"/>
                </a:lnTo>
                <a:lnTo>
                  <a:pt x="57150" y="147638"/>
                </a:lnTo>
                <a:lnTo>
                  <a:pt x="57150" y="138113"/>
                </a:lnTo>
                <a:lnTo>
                  <a:pt x="57150" y="128588"/>
                </a:lnTo>
                <a:lnTo>
                  <a:pt x="57150" y="119063"/>
                </a:lnTo>
                <a:lnTo>
                  <a:pt x="61913" y="114300"/>
                </a:lnTo>
                <a:lnTo>
                  <a:pt x="66675" y="109538"/>
                </a:lnTo>
                <a:lnTo>
                  <a:pt x="71438" y="104775"/>
                </a:lnTo>
                <a:lnTo>
                  <a:pt x="76200" y="100013"/>
                </a:lnTo>
                <a:lnTo>
                  <a:pt x="80963" y="95250"/>
                </a:lnTo>
                <a:lnTo>
                  <a:pt x="85725" y="90488"/>
                </a:lnTo>
                <a:lnTo>
                  <a:pt x="90488" y="85725"/>
                </a:lnTo>
                <a:lnTo>
                  <a:pt x="100013" y="85725"/>
                </a:lnTo>
                <a:lnTo>
                  <a:pt x="104775" y="80963"/>
                </a:lnTo>
                <a:lnTo>
                  <a:pt x="109538" y="76200"/>
                </a:lnTo>
                <a:lnTo>
                  <a:pt x="114300" y="71438"/>
                </a:lnTo>
                <a:lnTo>
                  <a:pt x="114300" y="61913"/>
                </a:lnTo>
                <a:lnTo>
                  <a:pt x="119063" y="57150"/>
                </a:lnTo>
                <a:lnTo>
                  <a:pt x="128588" y="57150"/>
                </a:lnTo>
                <a:lnTo>
                  <a:pt x="133350" y="52388"/>
                </a:lnTo>
                <a:lnTo>
                  <a:pt x="138113" y="47625"/>
                </a:lnTo>
                <a:lnTo>
                  <a:pt x="142875" y="42863"/>
                </a:lnTo>
                <a:lnTo>
                  <a:pt x="142875" y="33338"/>
                </a:lnTo>
                <a:lnTo>
                  <a:pt x="147638" y="28575"/>
                </a:lnTo>
                <a:lnTo>
                  <a:pt x="157163" y="28575"/>
                </a:lnTo>
                <a:lnTo>
                  <a:pt x="166688" y="28575"/>
                </a:lnTo>
                <a:lnTo>
                  <a:pt x="176213" y="28575"/>
                </a:lnTo>
                <a:lnTo>
                  <a:pt x="180975" y="23813"/>
                </a:lnTo>
                <a:lnTo>
                  <a:pt x="185738" y="19050"/>
                </a:lnTo>
                <a:lnTo>
                  <a:pt x="195263" y="19050"/>
                </a:lnTo>
                <a:lnTo>
                  <a:pt x="200025" y="14288"/>
                </a:lnTo>
                <a:lnTo>
                  <a:pt x="204788" y="9525"/>
                </a:lnTo>
                <a:lnTo>
                  <a:pt x="214313" y="9525"/>
                </a:lnTo>
                <a:lnTo>
                  <a:pt x="223838" y="9525"/>
                </a:lnTo>
                <a:lnTo>
                  <a:pt x="228600" y="4763"/>
                </a:lnTo>
                <a:close/>
              </a:path>
            </a:pathLst>
          </a:custGeom>
          <a:solidFill xmlns:a="http://schemas.openxmlformats.org/drawingml/2006/main">
            <a:srgbClr val="CECECE"/>
          </a:solidFill>
          <a:ln xmlns:a="http://schemas.openxmlformats.org/drawingml/2006/main" w="0">
            <a:noFill/>
            <a:prstDash val="solid"/>
          </a:ln>
        </p:spPr>
      </p:sp>
      <p:sp>
        <p:nvSpPr>
          <p:cNvPr id="34" name="deep-skill-chaining-source-component-0-gradient-208-0">
            <a:extLst xmlns:a="http://schemas.openxmlformats.org/drawingml/2006/main">
              <a:ext uri="{FF2B5EF4-FFF2-40B4-BE49-F238E27FC236}">
                <a16:creationId xmlns:a16="http://schemas.microsoft.com/office/drawing/2014/main" id="{ECBEDB4D-EBB5-43AF-8735-AB38E260CA90}"/>
              </a:ext>
            </a:extLst>
          </p:cNvPr>
          <p:cNvSpPr>
            <a:spLocks xmlns:a="http://schemas.openxmlformats.org/drawingml/2006/main" noGrp="1"/>
          </p:cNvSpPr>
          <p:nvPr/>
        </p:nvSpPr>
        <p:spPr>
          <a:xfrm xmlns:a="http://schemas.openxmlformats.org/drawingml/2006/main" rot="0">
            <a:off x="7315200" y="847725"/>
            <a:ext cx="561975" cy="561975"/>
          </a:xfrm>
          <a:custGeom xmlns:a="http://schemas.openxmlformats.org/drawingml/2006/main">
            <a:pathLst>
              <a:path w="561975" h="561975">
                <a:moveTo>
                  <a:pt x="247650" y="4763"/>
                </a:move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1950" y="14288"/>
                </a:lnTo>
                <a:lnTo>
                  <a:pt x="366713" y="19050"/>
                </a:lnTo>
                <a:lnTo>
                  <a:pt x="376238" y="19050"/>
                </a:lnTo>
                <a:lnTo>
                  <a:pt x="385763" y="19050"/>
                </a:lnTo>
                <a:lnTo>
                  <a:pt x="395288" y="19050"/>
                </a:lnTo>
                <a:lnTo>
                  <a:pt x="400050" y="23813"/>
                </a:lnTo>
                <a:lnTo>
                  <a:pt x="404813" y="28575"/>
                </a:lnTo>
                <a:lnTo>
                  <a:pt x="409575" y="33338"/>
                </a:lnTo>
                <a:lnTo>
                  <a:pt x="414338" y="38100"/>
                </a:lnTo>
                <a:lnTo>
                  <a:pt x="423863" y="38100"/>
                </a:lnTo>
                <a:lnTo>
                  <a:pt x="428625" y="42863"/>
                </a:lnTo>
                <a:lnTo>
                  <a:pt x="433388" y="47625"/>
                </a:lnTo>
                <a:lnTo>
                  <a:pt x="442913" y="47625"/>
                </a:lnTo>
                <a:lnTo>
                  <a:pt x="447675" y="52388"/>
                </a:lnTo>
                <a:lnTo>
                  <a:pt x="452438" y="57150"/>
                </a:lnTo>
                <a:lnTo>
                  <a:pt x="457200" y="61913"/>
                </a:lnTo>
                <a:lnTo>
                  <a:pt x="461963" y="66675"/>
                </a:lnTo>
                <a:lnTo>
                  <a:pt x="466725" y="71438"/>
                </a:lnTo>
                <a:lnTo>
                  <a:pt x="471488" y="76200"/>
                </a:lnTo>
                <a:lnTo>
                  <a:pt x="476250" y="80963"/>
                </a:lnTo>
                <a:lnTo>
                  <a:pt x="481013" y="85725"/>
                </a:lnTo>
                <a:lnTo>
                  <a:pt x="485775" y="90488"/>
                </a:lnTo>
                <a:lnTo>
                  <a:pt x="490538" y="95250"/>
                </a:lnTo>
                <a:lnTo>
                  <a:pt x="500063" y="95250"/>
                </a:lnTo>
                <a:lnTo>
                  <a:pt x="504825" y="100013"/>
                </a:lnTo>
                <a:lnTo>
                  <a:pt x="509588" y="104775"/>
                </a:lnTo>
                <a:lnTo>
                  <a:pt x="514350" y="109538"/>
                </a:lnTo>
                <a:lnTo>
                  <a:pt x="514350" y="119063"/>
                </a:lnTo>
                <a:lnTo>
                  <a:pt x="514350" y="128588"/>
                </a:lnTo>
                <a:lnTo>
                  <a:pt x="519113" y="133350"/>
                </a:lnTo>
                <a:lnTo>
                  <a:pt x="523875" y="138113"/>
                </a:lnTo>
                <a:lnTo>
                  <a:pt x="523875" y="147638"/>
                </a:lnTo>
                <a:lnTo>
                  <a:pt x="523875" y="157163"/>
                </a:lnTo>
                <a:lnTo>
                  <a:pt x="528638" y="161925"/>
                </a:lnTo>
                <a:lnTo>
                  <a:pt x="533400" y="166688"/>
                </a:lnTo>
                <a:lnTo>
                  <a:pt x="538163" y="171450"/>
                </a:lnTo>
                <a:lnTo>
                  <a:pt x="542925" y="176213"/>
                </a:lnTo>
                <a:lnTo>
                  <a:pt x="547688" y="180975"/>
                </a:lnTo>
                <a:lnTo>
                  <a:pt x="552450" y="185738"/>
                </a:lnTo>
                <a:lnTo>
                  <a:pt x="557213" y="190500"/>
                </a:lnTo>
                <a:lnTo>
                  <a:pt x="561975" y="195263"/>
                </a:lnTo>
                <a:lnTo>
                  <a:pt x="561975" y="204788"/>
                </a:lnTo>
                <a:lnTo>
                  <a:pt x="561975" y="214313"/>
                </a:lnTo>
                <a:lnTo>
                  <a:pt x="561975" y="223838"/>
                </a:lnTo>
                <a:lnTo>
                  <a:pt x="561975" y="233363"/>
                </a:lnTo>
                <a:lnTo>
                  <a:pt x="561975" y="242888"/>
                </a:lnTo>
                <a:lnTo>
                  <a:pt x="561975" y="252413"/>
                </a:lnTo>
                <a:lnTo>
                  <a:pt x="561975" y="261938"/>
                </a:lnTo>
                <a:lnTo>
                  <a:pt x="561975" y="271463"/>
                </a:lnTo>
                <a:lnTo>
                  <a:pt x="561975" y="280988"/>
                </a:lnTo>
                <a:lnTo>
                  <a:pt x="561975" y="290513"/>
                </a:lnTo>
                <a:lnTo>
                  <a:pt x="561975" y="300038"/>
                </a:lnTo>
                <a:lnTo>
                  <a:pt x="561975" y="309563"/>
                </a:lnTo>
                <a:lnTo>
                  <a:pt x="561975" y="319088"/>
                </a:lnTo>
                <a:lnTo>
                  <a:pt x="561975" y="328613"/>
                </a:lnTo>
                <a:lnTo>
                  <a:pt x="561975" y="338138"/>
                </a:lnTo>
                <a:lnTo>
                  <a:pt x="561975" y="347663"/>
                </a:lnTo>
                <a:lnTo>
                  <a:pt x="561975" y="357188"/>
                </a:lnTo>
                <a:lnTo>
                  <a:pt x="561975" y="366713"/>
                </a:lnTo>
                <a:lnTo>
                  <a:pt x="557213" y="371475"/>
                </a:lnTo>
                <a:lnTo>
                  <a:pt x="547688" y="371475"/>
                </a:lnTo>
                <a:lnTo>
                  <a:pt x="542925" y="376238"/>
                </a:lnTo>
                <a:lnTo>
                  <a:pt x="538163" y="381000"/>
                </a:lnTo>
                <a:lnTo>
                  <a:pt x="533400" y="385763"/>
                </a:lnTo>
                <a:lnTo>
                  <a:pt x="533400" y="395288"/>
                </a:lnTo>
                <a:lnTo>
                  <a:pt x="528638" y="400050"/>
                </a:lnTo>
                <a:lnTo>
                  <a:pt x="523875" y="404813"/>
                </a:lnTo>
                <a:lnTo>
                  <a:pt x="523875" y="414338"/>
                </a:lnTo>
                <a:lnTo>
                  <a:pt x="523875" y="423863"/>
                </a:lnTo>
                <a:lnTo>
                  <a:pt x="519113" y="428625"/>
                </a:lnTo>
                <a:lnTo>
                  <a:pt x="514350" y="433388"/>
                </a:lnTo>
                <a:lnTo>
                  <a:pt x="514350" y="442913"/>
                </a:lnTo>
                <a:lnTo>
                  <a:pt x="514350" y="452438"/>
                </a:lnTo>
                <a:lnTo>
                  <a:pt x="509588" y="457200"/>
                </a:lnTo>
                <a:lnTo>
                  <a:pt x="504825" y="461963"/>
                </a:lnTo>
                <a:lnTo>
                  <a:pt x="500063" y="466725"/>
                </a:lnTo>
                <a:lnTo>
                  <a:pt x="490538" y="466725"/>
                </a:lnTo>
                <a:lnTo>
                  <a:pt x="485775" y="471488"/>
                </a:lnTo>
                <a:lnTo>
                  <a:pt x="481013" y="476250"/>
                </a:lnTo>
                <a:lnTo>
                  <a:pt x="476250" y="481013"/>
                </a:lnTo>
                <a:lnTo>
                  <a:pt x="471488" y="485775"/>
                </a:lnTo>
                <a:lnTo>
                  <a:pt x="461963" y="485775"/>
                </a:lnTo>
                <a:lnTo>
                  <a:pt x="457200" y="490538"/>
                </a:lnTo>
                <a:lnTo>
                  <a:pt x="452438" y="495300"/>
                </a:lnTo>
                <a:lnTo>
                  <a:pt x="447675" y="500063"/>
                </a:lnTo>
                <a:lnTo>
                  <a:pt x="447675" y="509588"/>
                </a:lnTo>
                <a:lnTo>
                  <a:pt x="442913" y="514350"/>
                </a:lnTo>
                <a:lnTo>
                  <a:pt x="433388" y="514350"/>
                </a:lnTo>
                <a:lnTo>
                  <a:pt x="428625" y="519113"/>
                </a:lnTo>
                <a:lnTo>
                  <a:pt x="423863" y="523875"/>
                </a:lnTo>
                <a:lnTo>
                  <a:pt x="419100" y="528638"/>
                </a:lnTo>
                <a:lnTo>
                  <a:pt x="414338" y="533400"/>
                </a:lnTo>
                <a:lnTo>
                  <a:pt x="404813" y="533400"/>
                </a:lnTo>
                <a:lnTo>
                  <a:pt x="395288" y="533400"/>
                </a:lnTo>
                <a:lnTo>
                  <a:pt x="390525" y="538163"/>
                </a:lnTo>
                <a:lnTo>
                  <a:pt x="385763" y="542925"/>
                </a:lnTo>
                <a:lnTo>
                  <a:pt x="376238" y="542925"/>
                </a:lnTo>
                <a:lnTo>
                  <a:pt x="366713" y="542925"/>
                </a:lnTo>
                <a:lnTo>
                  <a:pt x="361950" y="547688"/>
                </a:lnTo>
                <a:lnTo>
                  <a:pt x="357188" y="552450"/>
                </a:lnTo>
                <a:lnTo>
                  <a:pt x="347663" y="552450"/>
                </a:lnTo>
                <a:lnTo>
                  <a:pt x="338138" y="552450"/>
                </a:lnTo>
                <a:lnTo>
                  <a:pt x="333375" y="557213"/>
                </a:lnTo>
                <a:lnTo>
                  <a:pt x="328613" y="561975"/>
                </a:lnTo>
                <a:lnTo>
                  <a:pt x="319088" y="561975"/>
                </a:lnTo>
                <a:lnTo>
                  <a:pt x="309563" y="561975"/>
                </a:lnTo>
                <a:lnTo>
                  <a:pt x="300038" y="561975"/>
                </a:lnTo>
                <a:lnTo>
                  <a:pt x="290513" y="561975"/>
                </a:lnTo>
                <a:lnTo>
                  <a:pt x="280988" y="561975"/>
                </a:lnTo>
                <a:lnTo>
                  <a:pt x="271463" y="561975"/>
                </a:lnTo>
                <a:lnTo>
                  <a:pt x="261938" y="561975"/>
                </a:lnTo>
                <a:lnTo>
                  <a:pt x="252413" y="561975"/>
                </a:lnTo>
                <a:lnTo>
                  <a:pt x="242888" y="561975"/>
                </a:lnTo>
                <a:lnTo>
                  <a:pt x="238125" y="557213"/>
                </a:lnTo>
                <a:lnTo>
                  <a:pt x="233363" y="552450"/>
                </a:lnTo>
                <a:lnTo>
                  <a:pt x="223838" y="552450"/>
                </a:lnTo>
                <a:lnTo>
                  <a:pt x="214313" y="552450"/>
                </a:lnTo>
                <a:lnTo>
                  <a:pt x="209550" y="547688"/>
                </a:lnTo>
                <a:lnTo>
                  <a:pt x="204788" y="542925"/>
                </a:lnTo>
                <a:lnTo>
                  <a:pt x="195263" y="542925"/>
                </a:lnTo>
                <a:lnTo>
                  <a:pt x="185738" y="542925"/>
                </a:lnTo>
                <a:lnTo>
                  <a:pt x="180975" y="538163"/>
                </a:lnTo>
                <a:lnTo>
                  <a:pt x="176213" y="533400"/>
                </a:lnTo>
                <a:lnTo>
                  <a:pt x="166688" y="533400"/>
                </a:lnTo>
                <a:lnTo>
                  <a:pt x="157163" y="533400"/>
                </a:lnTo>
                <a:lnTo>
                  <a:pt x="152400" y="528638"/>
                </a:lnTo>
                <a:lnTo>
                  <a:pt x="147638" y="523875"/>
                </a:lnTo>
                <a:lnTo>
                  <a:pt x="142875" y="519113"/>
                </a:lnTo>
                <a:lnTo>
                  <a:pt x="138113" y="514350"/>
                </a:lnTo>
                <a:lnTo>
                  <a:pt x="128588" y="514350"/>
                </a:lnTo>
                <a:lnTo>
                  <a:pt x="123825" y="509588"/>
                </a:lnTo>
                <a:lnTo>
                  <a:pt x="119063" y="504825"/>
                </a:lnTo>
                <a:lnTo>
                  <a:pt x="114300" y="500063"/>
                </a:lnTo>
                <a:lnTo>
                  <a:pt x="109538" y="495300"/>
                </a:lnTo>
                <a:lnTo>
                  <a:pt x="100013" y="495300"/>
                </a:lnTo>
                <a:lnTo>
                  <a:pt x="95250" y="490538"/>
                </a:lnTo>
                <a:lnTo>
                  <a:pt x="90488" y="485775"/>
                </a:lnTo>
                <a:lnTo>
                  <a:pt x="80963" y="485775"/>
                </a:lnTo>
                <a:lnTo>
                  <a:pt x="76200" y="481013"/>
                </a:lnTo>
                <a:lnTo>
                  <a:pt x="76200" y="471488"/>
                </a:lnTo>
                <a:lnTo>
                  <a:pt x="71438" y="466725"/>
                </a:lnTo>
                <a:lnTo>
                  <a:pt x="66675" y="461963"/>
                </a:lnTo>
                <a:lnTo>
                  <a:pt x="61913" y="457200"/>
                </a:lnTo>
                <a:lnTo>
                  <a:pt x="57150" y="452438"/>
                </a:lnTo>
                <a:lnTo>
                  <a:pt x="57150" y="442913"/>
                </a:lnTo>
                <a:lnTo>
                  <a:pt x="57150" y="433388"/>
                </a:lnTo>
                <a:lnTo>
                  <a:pt x="52388" y="428625"/>
                </a:lnTo>
                <a:lnTo>
                  <a:pt x="47625" y="423863"/>
                </a:lnTo>
                <a:lnTo>
                  <a:pt x="42863" y="419100"/>
                </a:lnTo>
                <a:lnTo>
                  <a:pt x="38100" y="414338"/>
                </a:lnTo>
                <a:lnTo>
                  <a:pt x="33338" y="409575"/>
                </a:lnTo>
                <a:lnTo>
                  <a:pt x="28575" y="404813"/>
                </a:lnTo>
                <a:lnTo>
                  <a:pt x="23813" y="400050"/>
                </a:lnTo>
                <a:lnTo>
                  <a:pt x="14288" y="400050"/>
                </a:lnTo>
                <a:lnTo>
                  <a:pt x="9525" y="395288"/>
                </a:lnTo>
                <a:lnTo>
                  <a:pt x="9525" y="385763"/>
                </a:lnTo>
                <a:lnTo>
                  <a:pt x="9525" y="376238"/>
                </a:lnTo>
                <a:lnTo>
                  <a:pt x="9525" y="366713"/>
                </a:lnTo>
                <a:lnTo>
                  <a:pt x="9525" y="357188"/>
                </a:lnTo>
                <a:lnTo>
                  <a:pt x="9525" y="347663"/>
                </a:lnTo>
                <a:lnTo>
                  <a:pt x="9525" y="338138"/>
                </a:lnTo>
                <a:lnTo>
                  <a:pt x="9525" y="328613"/>
                </a:lnTo>
                <a:lnTo>
                  <a:pt x="9525" y="319088"/>
                </a:lnTo>
                <a:lnTo>
                  <a:pt x="9525" y="309563"/>
                </a:lnTo>
                <a:lnTo>
                  <a:pt x="9525" y="300038"/>
                </a:lnTo>
                <a:lnTo>
                  <a:pt x="4763" y="295275"/>
                </a:lnTo>
                <a:lnTo>
                  <a:pt x="0" y="290513"/>
                </a:lnTo>
                <a:lnTo>
                  <a:pt x="0" y="280988"/>
                </a:lnTo>
                <a:lnTo>
                  <a:pt x="0" y="271463"/>
                </a:lnTo>
                <a:lnTo>
                  <a:pt x="0" y="261938"/>
                </a:lnTo>
                <a:lnTo>
                  <a:pt x="4763" y="257175"/>
                </a:lnTo>
                <a:lnTo>
                  <a:pt x="9525" y="252413"/>
                </a:lnTo>
                <a:lnTo>
                  <a:pt x="9525" y="242888"/>
                </a:lnTo>
                <a:lnTo>
                  <a:pt x="9525" y="233363"/>
                </a:lnTo>
                <a:lnTo>
                  <a:pt x="9525" y="223838"/>
                </a:lnTo>
                <a:lnTo>
                  <a:pt x="9525" y="214313"/>
                </a:lnTo>
                <a:lnTo>
                  <a:pt x="9525" y="204788"/>
                </a:lnTo>
                <a:lnTo>
                  <a:pt x="9525" y="195263"/>
                </a:lnTo>
                <a:lnTo>
                  <a:pt x="9525" y="185738"/>
                </a:lnTo>
                <a:lnTo>
                  <a:pt x="9525" y="176213"/>
                </a:lnTo>
                <a:lnTo>
                  <a:pt x="9525" y="166688"/>
                </a:lnTo>
                <a:lnTo>
                  <a:pt x="14288" y="161925"/>
                </a:lnTo>
                <a:lnTo>
                  <a:pt x="23813" y="161925"/>
                </a:lnTo>
                <a:lnTo>
                  <a:pt x="28575" y="157163"/>
                </a:lnTo>
                <a:lnTo>
                  <a:pt x="33338" y="152400"/>
                </a:lnTo>
                <a:lnTo>
                  <a:pt x="38100" y="147638"/>
                </a:lnTo>
                <a:lnTo>
                  <a:pt x="42863" y="142875"/>
                </a:lnTo>
                <a:lnTo>
                  <a:pt x="47625" y="138113"/>
                </a:lnTo>
                <a:lnTo>
                  <a:pt x="52388" y="133350"/>
                </a:lnTo>
                <a:lnTo>
                  <a:pt x="57150" y="128588"/>
                </a:lnTo>
                <a:lnTo>
                  <a:pt x="57150" y="119063"/>
                </a:lnTo>
                <a:lnTo>
                  <a:pt x="57150" y="109538"/>
                </a:lnTo>
                <a:lnTo>
                  <a:pt x="61913" y="104775"/>
                </a:lnTo>
                <a:lnTo>
                  <a:pt x="66675" y="100013"/>
                </a:lnTo>
                <a:lnTo>
                  <a:pt x="71438" y="95250"/>
                </a:lnTo>
                <a:lnTo>
                  <a:pt x="80963" y="95250"/>
                </a:lnTo>
                <a:lnTo>
                  <a:pt x="85725" y="90488"/>
                </a:lnTo>
                <a:lnTo>
                  <a:pt x="90488" y="85725"/>
                </a:lnTo>
                <a:lnTo>
                  <a:pt x="95250" y="80963"/>
                </a:lnTo>
                <a:lnTo>
                  <a:pt x="100013" y="76200"/>
                </a:lnTo>
                <a:lnTo>
                  <a:pt x="109538" y="76200"/>
                </a:lnTo>
                <a:lnTo>
                  <a:pt x="114300" y="71438"/>
                </a:lnTo>
                <a:lnTo>
                  <a:pt x="119063" y="66675"/>
                </a:lnTo>
                <a:lnTo>
                  <a:pt x="123825" y="61913"/>
                </a:lnTo>
                <a:lnTo>
                  <a:pt x="123825" y="52388"/>
                </a:lnTo>
                <a:lnTo>
                  <a:pt x="128588" y="47625"/>
                </a:lnTo>
                <a:lnTo>
                  <a:pt x="138113" y="47625"/>
                </a:lnTo>
                <a:lnTo>
                  <a:pt x="142875" y="42863"/>
                </a:lnTo>
                <a:lnTo>
                  <a:pt x="147638" y="38100"/>
                </a:lnTo>
                <a:lnTo>
                  <a:pt x="157163" y="38100"/>
                </a:lnTo>
                <a:lnTo>
                  <a:pt x="161925" y="33338"/>
                </a:lnTo>
                <a:lnTo>
                  <a:pt x="166688" y="28575"/>
                </a:lnTo>
                <a:lnTo>
                  <a:pt x="171450" y="23813"/>
                </a:lnTo>
                <a:lnTo>
                  <a:pt x="176213" y="19050"/>
                </a:lnTo>
                <a:lnTo>
                  <a:pt x="185738" y="19050"/>
                </a:lnTo>
                <a:lnTo>
                  <a:pt x="195263" y="19050"/>
                </a:lnTo>
                <a:lnTo>
                  <a:pt x="204788" y="19050"/>
                </a:lnTo>
                <a:lnTo>
                  <a:pt x="214313" y="19050"/>
                </a:lnTo>
                <a:lnTo>
                  <a:pt x="219075" y="14288"/>
                </a:lnTo>
                <a:lnTo>
                  <a:pt x="223838" y="9525"/>
                </a:lnTo>
                <a:lnTo>
                  <a:pt x="233363" y="9525"/>
                </a:lnTo>
                <a:lnTo>
                  <a:pt x="242888" y="9525"/>
                </a:lnTo>
                <a:lnTo>
                  <a:pt x="247650" y="4763"/>
                </a:lnTo>
                <a:close/>
              </a:path>
            </a:pathLst>
          </a:custGeom>
          <a:solidFill xmlns:a="http://schemas.openxmlformats.org/drawingml/2006/main">
            <a:srgbClr val="D0D0D0"/>
          </a:solidFill>
          <a:ln xmlns:a="http://schemas.openxmlformats.org/drawingml/2006/main" w="0">
            <a:noFill/>
            <a:prstDash val="solid"/>
          </a:ln>
        </p:spPr>
      </p:sp>
      <p:sp>
        <p:nvSpPr>
          <p:cNvPr id="35" name="deep-skill-chaining-source-component-0-gradient-210-0">
            <a:extLst xmlns:a="http://schemas.openxmlformats.org/drawingml/2006/main">
              <a:ext uri="{FF2B5EF4-FFF2-40B4-BE49-F238E27FC236}">
                <a16:creationId xmlns:a16="http://schemas.microsoft.com/office/drawing/2014/main" id="{71720B92-51D0-4028-B4FE-A07CC6AE50F4}"/>
              </a:ext>
            </a:extLst>
          </p:cNvPr>
          <p:cNvSpPr>
            <a:spLocks xmlns:a="http://schemas.openxmlformats.org/drawingml/2006/main" noGrp="1"/>
          </p:cNvSpPr>
          <p:nvPr/>
        </p:nvSpPr>
        <p:spPr>
          <a:xfrm xmlns:a="http://schemas.openxmlformats.org/drawingml/2006/main" rot="0">
            <a:off x="7324725" y="866775"/>
            <a:ext cx="542925" cy="523875"/>
          </a:xfrm>
          <a:custGeom xmlns:a="http://schemas.openxmlformats.org/drawingml/2006/main">
            <a:pathLst>
              <a:path w="542925" h="523875">
                <a:moveTo>
                  <a:pt x="228600" y="4763"/>
                </a:move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2900" y="14288"/>
                </a:lnTo>
                <a:lnTo>
                  <a:pt x="347663" y="19050"/>
                </a:lnTo>
                <a:lnTo>
                  <a:pt x="357188" y="19050"/>
                </a:lnTo>
                <a:lnTo>
                  <a:pt x="366713" y="19050"/>
                </a:lnTo>
                <a:lnTo>
                  <a:pt x="376238" y="19050"/>
                </a:lnTo>
                <a:lnTo>
                  <a:pt x="381000" y="23813"/>
                </a:lnTo>
                <a:lnTo>
                  <a:pt x="385763" y="28575"/>
                </a:lnTo>
                <a:lnTo>
                  <a:pt x="395288" y="28575"/>
                </a:lnTo>
                <a:lnTo>
                  <a:pt x="404813" y="28575"/>
                </a:lnTo>
                <a:lnTo>
                  <a:pt x="409575" y="33338"/>
                </a:lnTo>
                <a:lnTo>
                  <a:pt x="414338" y="38100"/>
                </a:lnTo>
                <a:lnTo>
                  <a:pt x="419100" y="42863"/>
                </a:lnTo>
                <a:lnTo>
                  <a:pt x="423863" y="47625"/>
                </a:lnTo>
                <a:lnTo>
                  <a:pt x="428625" y="52388"/>
                </a:lnTo>
                <a:lnTo>
                  <a:pt x="433388" y="57150"/>
                </a:lnTo>
                <a:lnTo>
                  <a:pt x="438150" y="61913"/>
                </a:lnTo>
                <a:lnTo>
                  <a:pt x="442913" y="66675"/>
                </a:lnTo>
                <a:lnTo>
                  <a:pt x="447675" y="71438"/>
                </a:lnTo>
                <a:lnTo>
                  <a:pt x="452438" y="76200"/>
                </a:lnTo>
                <a:lnTo>
                  <a:pt x="461963" y="76200"/>
                </a:lnTo>
                <a:lnTo>
                  <a:pt x="466725" y="80963"/>
                </a:lnTo>
                <a:lnTo>
                  <a:pt x="471488" y="85725"/>
                </a:lnTo>
                <a:lnTo>
                  <a:pt x="481013" y="85725"/>
                </a:lnTo>
                <a:lnTo>
                  <a:pt x="490538" y="85725"/>
                </a:lnTo>
                <a:lnTo>
                  <a:pt x="495300" y="90488"/>
                </a:lnTo>
                <a:lnTo>
                  <a:pt x="495300" y="100013"/>
                </a:lnTo>
                <a:lnTo>
                  <a:pt x="495300" y="109538"/>
                </a:lnTo>
                <a:lnTo>
                  <a:pt x="495300" y="119063"/>
                </a:lnTo>
                <a:lnTo>
                  <a:pt x="495300" y="128588"/>
                </a:lnTo>
                <a:lnTo>
                  <a:pt x="495300" y="138113"/>
                </a:lnTo>
                <a:lnTo>
                  <a:pt x="500063" y="142875"/>
                </a:lnTo>
                <a:lnTo>
                  <a:pt x="504825" y="147638"/>
                </a:lnTo>
                <a:lnTo>
                  <a:pt x="509588" y="152400"/>
                </a:lnTo>
                <a:lnTo>
                  <a:pt x="514350" y="157163"/>
                </a:lnTo>
                <a:lnTo>
                  <a:pt x="519113" y="161925"/>
                </a:lnTo>
                <a:lnTo>
                  <a:pt x="523875" y="166688"/>
                </a:lnTo>
                <a:lnTo>
                  <a:pt x="528638" y="171450"/>
                </a:lnTo>
                <a:lnTo>
                  <a:pt x="533400" y="176213"/>
                </a:lnTo>
                <a:lnTo>
                  <a:pt x="533400" y="185738"/>
                </a:lnTo>
                <a:lnTo>
                  <a:pt x="533400" y="195263"/>
                </a:lnTo>
                <a:lnTo>
                  <a:pt x="538163" y="200025"/>
                </a:lnTo>
                <a:lnTo>
                  <a:pt x="542925" y="204788"/>
                </a:lnTo>
                <a:lnTo>
                  <a:pt x="538163" y="209550"/>
                </a:lnTo>
                <a:lnTo>
                  <a:pt x="533400" y="214313"/>
                </a:lnTo>
                <a:lnTo>
                  <a:pt x="533400" y="223838"/>
                </a:lnTo>
                <a:lnTo>
                  <a:pt x="533400" y="233363"/>
                </a:lnTo>
                <a:lnTo>
                  <a:pt x="533400" y="242888"/>
                </a:lnTo>
                <a:lnTo>
                  <a:pt x="533400" y="252413"/>
                </a:lnTo>
                <a:lnTo>
                  <a:pt x="538163" y="257175"/>
                </a:lnTo>
                <a:lnTo>
                  <a:pt x="542925" y="261938"/>
                </a:lnTo>
                <a:lnTo>
                  <a:pt x="538163" y="266700"/>
                </a:lnTo>
                <a:lnTo>
                  <a:pt x="533400" y="271463"/>
                </a:lnTo>
                <a:lnTo>
                  <a:pt x="533400" y="280988"/>
                </a:lnTo>
                <a:lnTo>
                  <a:pt x="533400" y="290513"/>
                </a:lnTo>
                <a:lnTo>
                  <a:pt x="533400" y="300038"/>
                </a:lnTo>
                <a:lnTo>
                  <a:pt x="533400" y="309563"/>
                </a:lnTo>
                <a:lnTo>
                  <a:pt x="533400" y="319088"/>
                </a:lnTo>
                <a:lnTo>
                  <a:pt x="533400" y="328613"/>
                </a:lnTo>
                <a:lnTo>
                  <a:pt x="533400" y="338138"/>
                </a:lnTo>
                <a:lnTo>
                  <a:pt x="533400" y="347663"/>
                </a:lnTo>
                <a:lnTo>
                  <a:pt x="528638" y="352425"/>
                </a:lnTo>
                <a:lnTo>
                  <a:pt x="523875" y="357188"/>
                </a:lnTo>
                <a:lnTo>
                  <a:pt x="519113" y="361950"/>
                </a:lnTo>
                <a:lnTo>
                  <a:pt x="514350" y="366713"/>
                </a:lnTo>
                <a:lnTo>
                  <a:pt x="509588" y="371475"/>
                </a:lnTo>
                <a:lnTo>
                  <a:pt x="504825" y="376238"/>
                </a:lnTo>
                <a:lnTo>
                  <a:pt x="500063" y="381000"/>
                </a:lnTo>
                <a:lnTo>
                  <a:pt x="495300" y="385763"/>
                </a:lnTo>
                <a:lnTo>
                  <a:pt x="495300" y="395288"/>
                </a:lnTo>
                <a:lnTo>
                  <a:pt x="495300" y="404813"/>
                </a:lnTo>
                <a:lnTo>
                  <a:pt x="490538" y="409575"/>
                </a:lnTo>
                <a:lnTo>
                  <a:pt x="485775" y="414338"/>
                </a:lnTo>
                <a:lnTo>
                  <a:pt x="485775" y="423863"/>
                </a:lnTo>
                <a:lnTo>
                  <a:pt x="481013" y="428625"/>
                </a:lnTo>
                <a:lnTo>
                  <a:pt x="476250" y="433388"/>
                </a:lnTo>
                <a:lnTo>
                  <a:pt x="471488" y="438150"/>
                </a:lnTo>
                <a:lnTo>
                  <a:pt x="466725" y="442913"/>
                </a:lnTo>
                <a:lnTo>
                  <a:pt x="461963" y="447675"/>
                </a:lnTo>
                <a:lnTo>
                  <a:pt x="452438" y="447675"/>
                </a:lnTo>
                <a:lnTo>
                  <a:pt x="447675" y="452438"/>
                </a:lnTo>
                <a:lnTo>
                  <a:pt x="442913" y="457200"/>
                </a:lnTo>
                <a:lnTo>
                  <a:pt x="438150" y="461963"/>
                </a:lnTo>
                <a:lnTo>
                  <a:pt x="433388" y="466725"/>
                </a:lnTo>
                <a:lnTo>
                  <a:pt x="428625" y="471488"/>
                </a:lnTo>
                <a:lnTo>
                  <a:pt x="423863" y="476250"/>
                </a:lnTo>
                <a:lnTo>
                  <a:pt x="419100" y="481013"/>
                </a:lnTo>
                <a:lnTo>
                  <a:pt x="414338" y="485775"/>
                </a:lnTo>
                <a:lnTo>
                  <a:pt x="409575" y="490538"/>
                </a:lnTo>
                <a:lnTo>
                  <a:pt x="404813" y="495300"/>
                </a:lnTo>
                <a:lnTo>
                  <a:pt x="395288" y="495300"/>
                </a:lnTo>
                <a:lnTo>
                  <a:pt x="385763" y="495300"/>
                </a:lnTo>
                <a:lnTo>
                  <a:pt x="381000" y="500063"/>
                </a:lnTo>
                <a:lnTo>
                  <a:pt x="376238" y="504825"/>
                </a:lnTo>
                <a:lnTo>
                  <a:pt x="366713" y="504825"/>
                </a:lnTo>
                <a:lnTo>
                  <a:pt x="357188" y="504825"/>
                </a:lnTo>
                <a:lnTo>
                  <a:pt x="352425" y="509588"/>
                </a:lnTo>
                <a:lnTo>
                  <a:pt x="347663" y="514350"/>
                </a:lnTo>
                <a:lnTo>
                  <a:pt x="338138" y="514350"/>
                </a:lnTo>
                <a:lnTo>
                  <a:pt x="328613" y="514350"/>
                </a:lnTo>
                <a:lnTo>
                  <a:pt x="323850" y="519113"/>
                </a:lnTo>
                <a:lnTo>
                  <a:pt x="319088" y="523875"/>
                </a:lnTo>
                <a:lnTo>
                  <a:pt x="309563" y="523875"/>
                </a:lnTo>
                <a:lnTo>
                  <a:pt x="300038" y="523875"/>
                </a:lnTo>
                <a:lnTo>
                  <a:pt x="290513" y="523875"/>
                </a:lnTo>
                <a:lnTo>
                  <a:pt x="280988" y="523875"/>
                </a:lnTo>
                <a:lnTo>
                  <a:pt x="271463" y="523875"/>
                </a:lnTo>
                <a:lnTo>
                  <a:pt x="261938" y="523875"/>
                </a:lnTo>
                <a:lnTo>
                  <a:pt x="252413" y="523875"/>
                </a:lnTo>
                <a:lnTo>
                  <a:pt x="242888" y="523875"/>
                </a:lnTo>
                <a:lnTo>
                  <a:pt x="233363" y="523875"/>
                </a:lnTo>
                <a:lnTo>
                  <a:pt x="228600" y="519113"/>
                </a:lnTo>
                <a:lnTo>
                  <a:pt x="223838" y="514350"/>
                </a:lnTo>
                <a:lnTo>
                  <a:pt x="214313" y="514350"/>
                </a:lnTo>
                <a:lnTo>
                  <a:pt x="204788" y="514350"/>
                </a:lnTo>
                <a:lnTo>
                  <a:pt x="195263" y="514350"/>
                </a:lnTo>
                <a:lnTo>
                  <a:pt x="190500" y="509588"/>
                </a:lnTo>
                <a:lnTo>
                  <a:pt x="185738" y="504825"/>
                </a:lnTo>
                <a:lnTo>
                  <a:pt x="176213" y="504825"/>
                </a:lnTo>
                <a:lnTo>
                  <a:pt x="166688" y="504825"/>
                </a:lnTo>
                <a:lnTo>
                  <a:pt x="161925" y="500063"/>
                </a:lnTo>
                <a:lnTo>
                  <a:pt x="157163" y="495300"/>
                </a:lnTo>
                <a:lnTo>
                  <a:pt x="147638" y="495300"/>
                </a:lnTo>
                <a:lnTo>
                  <a:pt x="142875" y="490538"/>
                </a:lnTo>
                <a:lnTo>
                  <a:pt x="138113" y="485775"/>
                </a:lnTo>
                <a:lnTo>
                  <a:pt x="128588" y="485775"/>
                </a:lnTo>
                <a:lnTo>
                  <a:pt x="123825" y="481013"/>
                </a:lnTo>
                <a:lnTo>
                  <a:pt x="119063" y="476250"/>
                </a:lnTo>
                <a:lnTo>
                  <a:pt x="114300" y="471488"/>
                </a:lnTo>
                <a:lnTo>
                  <a:pt x="109538" y="466725"/>
                </a:lnTo>
                <a:lnTo>
                  <a:pt x="100013" y="466725"/>
                </a:lnTo>
                <a:lnTo>
                  <a:pt x="90488" y="466725"/>
                </a:lnTo>
                <a:lnTo>
                  <a:pt x="85725" y="461963"/>
                </a:lnTo>
                <a:lnTo>
                  <a:pt x="85725" y="452438"/>
                </a:lnTo>
                <a:lnTo>
                  <a:pt x="80963" y="447675"/>
                </a:lnTo>
                <a:lnTo>
                  <a:pt x="76200" y="442913"/>
                </a:lnTo>
                <a:lnTo>
                  <a:pt x="71438" y="438150"/>
                </a:lnTo>
                <a:lnTo>
                  <a:pt x="66675" y="433388"/>
                </a:lnTo>
                <a:lnTo>
                  <a:pt x="66675" y="423863"/>
                </a:lnTo>
                <a:lnTo>
                  <a:pt x="61913" y="419100"/>
                </a:lnTo>
                <a:lnTo>
                  <a:pt x="57150" y="414338"/>
                </a:lnTo>
                <a:lnTo>
                  <a:pt x="57150" y="404813"/>
                </a:lnTo>
                <a:lnTo>
                  <a:pt x="52388" y="400050"/>
                </a:lnTo>
                <a:lnTo>
                  <a:pt x="47625" y="395288"/>
                </a:lnTo>
                <a:lnTo>
                  <a:pt x="42863" y="390525"/>
                </a:lnTo>
                <a:lnTo>
                  <a:pt x="38100" y="385763"/>
                </a:lnTo>
                <a:lnTo>
                  <a:pt x="33338" y="381000"/>
                </a:lnTo>
                <a:lnTo>
                  <a:pt x="28575" y="376238"/>
                </a:lnTo>
                <a:lnTo>
                  <a:pt x="28575" y="366713"/>
                </a:lnTo>
                <a:lnTo>
                  <a:pt x="28575" y="357188"/>
                </a:lnTo>
                <a:lnTo>
                  <a:pt x="28575" y="347663"/>
                </a:lnTo>
                <a:lnTo>
                  <a:pt x="28575" y="338138"/>
                </a:lnTo>
                <a:lnTo>
                  <a:pt x="28575" y="328613"/>
                </a:lnTo>
                <a:lnTo>
                  <a:pt x="28575" y="319088"/>
                </a:lnTo>
                <a:lnTo>
                  <a:pt x="28575" y="309563"/>
                </a:lnTo>
                <a:lnTo>
                  <a:pt x="28575" y="300038"/>
                </a:lnTo>
                <a:lnTo>
                  <a:pt x="23813" y="295275"/>
                </a:lnTo>
                <a:lnTo>
                  <a:pt x="19050" y="290513"/>
                </a:lnTo>
                <a:lnTo>
                  <a:pt x="19050" y="280988"/>
                </a:lnTo>
                <a:lnTo>
                  <a:pt x="14288" y="276225"/>
                </a:lnTo>
                <a:lnTo>
                  <a:pt x="9525" y="271463"/>
                </a:lnTo>
                <a:lnTo>
                  <a:pt x="4763" y="266700"/>
                </a:lnTo>
                <a:lnTo>
                  <a:pt x="0" y="261938"/>
                </a:lnTo>
                <a:lnTo>
                  <a:pt x="4763" y="257175"/>
                </a:lnTo>
                <a:lnTo>
                  <a:pt x="9525" y="252413"/>
                </a:lnTo>
                <a:lnTo>
                  <a:pt x="9525" y="242888"/>
                </a:lnTo>
                <a:lnTo>
                  <a:pt x="14288" y="238125"/>
                </a:lnTo>
                <a:lnTo>
                  <a:pt x="19050" y="233363"/>
                </a:lnTo>
                <a:lnTo>
                  <a:pt x="19050" y="223838"/>
                </a:lnTo>
                <a:lnTo>
                  <a:pt x="19050" y="214313"/>
                </a:lnTo>
                <a:lnTo>
                  <a:pt x="19050" y="204788"/>
                </a:lnTo>
                <a:lnTo>
                  <a:pt x="19050" y="195263"/>
                </a:lnTo>
                <a:lnTo>
                  <a:pt x="19050" y="185738"/>
                </a:lnTo>
                <a:lnTo>
                  <a:pt x="19050" y="176213"/>
                </a:lnTo>
                <a:lnTo>
                  <a:pt x="19050" y="166688"/>
                </a:lnTo>
                <a:lnTo>
                  <a:pt x="19050" y="157163"/>
                </a:lnTo>
                <a:lnTo>
                  <a:pt x="23813" y="152400"/>
                </a:lnTo>
                <a:lnTo>
                  <a:pt x="28575" y="147638"/>
                </a:lnTo>
                <a:lnTo>
                  <a:pt x="33338" y="142875"/>
                </a:lnTo>
                <a:lnTo>
                  <a:pt x="38100" y="138113"/>
                </a:lnTo>
                <a:lnTo>
                  <a:pt x="42863" y="133350"/>
                </a:lnTo>
                <a:lnTo>
                  <a:pt x="47625" y="128588"/>
                </a:lnTo>
                <a:lnTo>
                  <a:pt x="52388" y="123825"/>
                </a:lnTo>
                <a:lnTo>
                  <a:pt x="57150" y="119063"/>
                </a:lnTo>
                <a:lnTo>
                  <a:pt x="57150" y="109538"/>
                </a:lnTo>
                <a:lnTo>
                  <a:pt x="57150" y="100013"/>
                </a:lnTo>
                <a:lnTo>
                  <a:pt x="57150" y="90488"/>
                </a:lnTo>
                <a:lnTo>
                  <a:pt x="61913" y="85725"/>
                </a:lnTo>
                <a:lnTo>
                  <a:pt x="71438" y="85725"/>
                </a:lnTo>
                <a:lnTo>
                  <a:pt x="80963" y="85725"/>
                </a:lnTo>
                <a:lnTo>
                  <a:pt x="85725" y="80963"/>
                </a:lnTo>
                <a:lnTo>
                  <a:pt x="90488" y="76200"/>
                </a:lnTo>
                <a:lnTo>
                  <a:pt x="95250" y="71438"/>
                </a:lnTo>
                <a:lnTo>
                  <a:pt x="100013" y="66675"/>
                </a:lnTo>
                <a:lnTo>
                  <a:pt x="109538" y="66675"/>
                </a:lnTo>
                <a:lnTo>
                  <a:pt x="114300" y="61913"/>
                </a:lnTo>
                <a:lnTo>
                  <a:pt x="119063" y="57150"/>
                </a:lnTo>
                <a:lnTo>
                  <a:pt x="123825" y="52388"/>
                </a:lnTo>
                <a:lnTo>
                  <a:pt x="128588" y="47625"/>
                </a:lnTo>
                <a:lnTo>
                  <a:pt x="133350" y="42863"/>
                </a:lnTo>
                <a:lnTo>
                  <a:pt x="138113" y="38100"/>
                </a:lnTo>
                <a:lnTo>
                  <a:pt x="142875" y="33338"/>
                </a:lnTo>
                <a:lnTo>
                  <a:pt x="147638" y="28575"/>
                </a:lnTo>
                <a:lnTo>
                  <a:pt x="157163" y="28575"/>
                </a:lnTo>
                <a:lnTo>
                  <a:pt x="161925" y="23813"/>
                </a:lnTo>
                <a:lnTo>
                  <a:pt x="166688" y="19050"/>
                </a:lnTo>
                <a:lnTo>
                  <a:pt x="176213" y="19050"/>
                </a:lnTo>
                <a:lnTo>
                  <a:pt x="180975" y="14288"/>
                </a:lnTo>
                <a:lnTo>
                  <a:pt x="185738" y="9525"/>
                </a:lnTo>
                <a:lnTo>
                  <a:pt x="195263" y="9525"/>
                </a:lnTo>
                <a:lnTo>
                  <a:pt x="204788" y="9525"/>
                </a:lnTo>
                <a:lnTo>
                  <a:pt x="214313" y="9525"/>
                </a:lnTo>
                <a:lnTo>
                  <a:pt x="223838" y="9525"/>
                </a:lnTo>
                <a:lnTo>
                  <a:pt x="228600" y="4763"/>
                </a:lnTo>
                <a:close/>
              </a:path>
            </a:pathLst>
          </a:custGeom>
          <a:solidFill xmlns:a="http://schemas.openxmlformats.org/drawingml/2006/main">
            <a:srgbClr val="D2D2D2"/>
          </a:solidFill>
          <a:ln xmlns:a="http://schemas.openxmlformats.org/drawingml/2006/main" w="0">
            <a:noFill/>
            <a:prstDash val="solid"/>
          </a:ln>
        </p:spPr>
      </p:sp>
      <p:sp>
        <p:nvSpPr>
          <p:cNvPr id="36" name="deep-skill-chaining-source-component-0-gradient-212-0">
            <a:extLst xmlns:a="http://schemas.openxmlformats.org/drawingml/2006/main">
              <a:ext uri="{FF2B5EF4-FFF2-40B4-BE49-F238E27FC236}">
                <a16:creationId xmlns:a16="http://schemas.microsoft.com/office/drawing/2014/main" id="{AC5C2787-652A-4CE1-8B6D-F133B391BB37}"/>
              </a:ext>
            </a:extLst>
          </p:cNvPr>
          <p:cNvSpPr>
            <a:spLocks xmlns:a="http://schemas.openxmlformats.org/drawingml/2006/main" noGrp="1"/>
          </p:cNvSpPr>
          <p:nvPr/>
        </p:nvSpPr>
        <p:spPr>
          <a:xfrm xmlns:a="http://schemas.openxmlformats.org/drawingml/2006/main" rot="0">
            <a:off x="7343775" y="885825"/>
            <a:ext cx="504825" cy="495300"/>
          </a:xfrm>
          <a:custGeom xmlns:a="http://schemas.openxmlformats.org/drawingml/2006/main">
            <a:pathLst>
              <a:path w="504825" h="495300">
                <a:moveTo>
                  <a:pt x="200025" y="4763"/>
                </a:move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3375" y="14288"/>
                </a:lnTo>
                <a:lnTo>
                  <a:pt x="338138" y="19050"/>
                </a:lnTo>
                <a:lnTo>
                  <a:pt x="347663" y="19050"/>
                </a:lnTo>
                <a:lnTo>
                  <a:pt x="352425" y="23813"/>
                </a:lnTo>
                <a:lnTo>
                  <a:pt x="357188" y="28575"/>
                </a:lnTo>
                <a:lnTo>
                  <a:pt x="366713" y="28575"/>
                </a:lnTo>
                <a:lnTo>
                  <a:pt x="371475" y="33338"/>
                </a:lnTo>
                <a:lnTo>
                  <a:pt x="376238" y="38100"/>
                </a:lnTo>
                <a:lnTo>
                  <a:pt x="385763" y="38100"/>
                </a:lnTo>
                <a:lnTo>
                  <a:pt x="390525" y="42863"/>
                </a:lnTo>
                <a:lnTo>
                  <a:pt x="395288" y="47625"/>
                </a:lnTo>
                <a:lnTo>
                  <a:pt x="400050" y="52388"/>
                </a:lnTo>
                <a:lnTo>
                  <a:pt x="404813" y="57150"/>
                </a:lnTo>
                <a:lnTo>
                  <a:pt x="414338" y="57150"/>
                </a:lnTo>
                <a:lnTo>
                  <a:pt x="419100" y="61913"/>
                </a:lnTo>
                <a:lnTo>
                  <a:pt x="423863" y="66675"/>
                </a:lnTo>
                <a:lnTo>
                  <a:pt x="428625" y="71438"/>
                </a:lnTo>
                <a:lnTo>
                  <a:pt x="433388" y="76200"/>
                </a:lnTo>
                <a:lnTo>
                  <a:pt x="438150" y="80963"/>
                </a:lnTo>
                <a:lnTo>
                  <a:pt x="438150" y="90488"/>
                </a:lnTo>
                <a:lnTo>
                  <a:pt x="442913" y="95250"/>
                </a:lnTo>
                <a:lnTo>
                  <a:pt x="447675" y="100013"/>
                </a:lnTo>
                <a:lnTo>
                  <a:pt x="447675" y="109538"/>
                </a:lnTo>
                <a:lnTo>
                  <a:pt x="452438" y="114300"/>
                </a:lnTo>
                <a:lnTo>
                  <a:pt x="457200" y="119063"/>
                </a:lnTo>
                <a:lnTo>
                  <a:pt x="461963" y="123825"/>
                </a:lnTo>
                <a:lnTo>
                  <a:pt x="466725" y="128588"/>
                </a:lnTo>
                <a:lnTo>
                  <a:pt x="471488" y="133350"/>
                </a:lnTo>
                <a:lnTo>
                  <a:pt x="476250" y="138113"/>
                </a:lnTo>
                <a:lnTo>
                  <a:pt x="481013" y="142875"/>
                </a:lnTo>
                <a:lnTo>
                  <a:pt x="485775" y="147638"/>
                </a:lnTo>
                <a:lnTo>
                  <a:pt x="490538" y="152400"/>
                </a:lnTo>
                <a:lnTo>
                  <a:pt x="500063" y="152400"/>
                </a:lnTo>
                <a:lnTo>
                  <a:pt x="504825" y="157163"/>
                </a:lnTo>
                <a:lnTo>
                  <a:pt x="504825" y="166688"/>
                </a:lnTo>
                <a:lnTo>
                  <a:pt x="504825" y="176213"/>
                </a:lnTo>
                <a:lnTo>
                  <a:pt x="504825" y="185738"/>
                </a:lnTo>
                <a:lnTo>
                  <a:pt x="504825" y="195263"/>
                </a:lnTo>
                <a:lnTo>
                  <a:pt x="504825" y="204788"/>
                </a:lnTo>
                <a:lnTo>
                  <a:pt x="504825" y="214313"/>
                </a:lnTo>
                <a:lnTo>
                  <a:pt x="504825" y="223838"/>
                </a:lnTo>
                <a:lnTo>
                  <a:pt x="504825" y="233363"/>
                </a:lnTo>
                <a:lnTo>
                  <a:pt x="504825" y="242888"/>
                </a:lnTo>
                <a:lnTo>
                  <a:pt x="500063" y="247650"/>
                </a:lnTo>
                <a:lnTo>
                  <a:pt x="495300" y="252413"/>
                </a:lnTo>
                <a:lnTo>
                  <a:pt x="495300" y="261938"/>
                </a:lnTo>
                <a:lnTo>
                  <a:pt x="495300" y="271463"/>
                </a:lnTo>
                <a:lnTo>
                  <a:pt x="495300" y="280988"/>
                </a:lnTo>
                <a:lnTo>
                  <a:pt x="495300" y="290513"/>
                </a:lnTo>
                <a:lnTo>
                  <a:pt x="495300" y="300038"/>
                </a:lnTo>
                <a:lnTo>
                  <a:pt x="495300" y="309563"/>
                </a:lnTo>
                <a:lnTo>
                  <a:pt x="495300" y="319088"/>
                </a:lnTo>
                <a:lnTo>
                  <a:pt x="495300" y="328613"/>
                </a:lnTo>
                <a:lnTo>
                  <a:pt x="490538" y="333375"/>
                </a:lnTo>
                <a:lnTo>
                  <a:pt x="485775" y="338138"/>
                </a:lnTo>
                <a:lnTo>
                  <a:pt x="481013" y="342900"/>
                </a:lnTo>
                <a:lnTo>
                  <a:pt x="476250" y="347663"/>
                </a:lnTo>
                <a:lnTo>
                  <a:pt x="471488" y="352425"/>
                </a:lnTo>
                <a:lnTo>
                  <a:pt x="466725" y="357188"/>
                </a:lnTo>
                <a:lnTo>
                  <a:pt x="461963" y="361950"/>
                </a:lnTo>
                <a:lnTo>
                  <a:pt x="457200" y="366713"/>
                </a:lnTo>
                <a:lnTo>
                  <a:pt x="452438" y="371475"/>
                </a:lnTo>
                <a:lnTo>
                  <a:pt x="447675" y="376238"/>
                </a:lnTo>
                <a:lnTo>
                  <a:pt x="447675" y="385763"/>
                </a:lnTo>
                <a:lnTo>
                  <a:pt x="442913" y="390525"/>
                </a:lnTo>
                <a:lnTo>
                  <a:pt x="438150" y="395288"/>
                </a:lnTo>
                <a:lnTo>
                  <a:pt x="438150" y="404813"/>
                </a:lnTo>
                <a:lnTo>
                  <a:pt x="433388" y="409575"/>
                </a:lnTo>
                <a:lnTo>
                  <a:pt x="428625" y="414338"/>
                </a:lnTo>
                <a:lnTo>
                  <a:pt x="423863" y="419100"/>
                </a:lnTo>
                <a:lnTo>
                  <a:pt x="419100" y="423863"/>
                </a:lnTo>
                <a:lnTo>
                  <a:pt x="414338" y="428625"/>
                </a:lnTo>
                <a:lnTo>
                  <a:pt x="404813" y="428625"/>
                </a:lnTo>
                <a:lnTo>
                  <a:pt x="400050" y="433388"/>
                </a:lnTo>
                <a:lnTo>
                  <a:pt x="395288" y="438150"/>
                </a:lnTo>
                <a:lnTo>
                  <a:pt x="390525" y="442913"/>
                </a:lnTo>
                <a:lnTo>
                  <a:pt x="385763" y="447675"/>
                </a:lnTo>
                <a:lnTo>
                  <a:pt x="376238" y="447675"/>
                </a:lnTo>
                <a:lnTo>
                  <a:pt x="371475" y="452438"/>
                </a:lnTo>
                <a:lnTo>
                  <a:pt x="366713" y="457200"/>
                </a:lnTo>
                <a:lnTo>
                  <a:pt x="361950" y="461963"/>
                </a:lnTo>
                <a:lnTo>
                  <a:pt x="357188" y="466725"/>
                </a:lnTo>
                <a:lnTo>
                  <a:pt x="347663" y="466725"/>
                </a:lnTo>
                <a:lnTo>
                  <a:pt x="338138" y="466725"/>
                </a:lnTo>
                <a:lnTo>
                  <a:pt x="333375" y="471488"/>
                </a:lnTo>
                <a:lnTo>
                  <a:pt x="328613" y="476250"/>
                </a:lnTo>
                <a:lnTo>
                  <a:pt x="319088" y="476250"/>
                </a:lnTo>
                <a:lnTo>
                  <a:pt x="309563" y="476250"/>
                </a:lnTo>
                <a:lnTo>
                  <a:pt x="304800" y="481013"/>
                </a:lnTo>
                <a:lnTo>
                  <a:pt x="300038" y="485775"/>
                </a:lnTo>
                <a:lnTo>
                  <a:pt x="290513" y="485775"/>
                </a:lnTo>
                <a:lnTo>
                  <a:pt x="280988" y="485775"/>
                </a:lnTo>
                <a:lnTo>
                  <a:pt x="271463" y="485775"/>
                </a:lnTo>
                <a:lnTo>
                  <a:pt x="261938" y="485775"/>
                </a:lnTo>
                <a:lnTo>
                  <a:pt x="252413" y="485775"/>
                </a:lnTo>
                <a:lnTo>
                  <a:pt x="247650" y="490538"/>
                </a:lnTo>
                <a:lnTo>
                  <a:pt x="242888" y="495300"/>
                </a:lnTo>
                <a:lnTo>
                  <a:pt x="238125" y="490538"/>
                </a:lnTo>
                <a:lnTo>
                  <a:pt x="233363" y="485775"/>
                </a:lnTo>
                <a:lnTo>
                  <a:pt x="223838" y="485775"/>
                </a:lnTo>
                <a:lnTo>
                  <a:pt x="214313" y="485775"/>
                </a:lnTo>
                <a:lnTo>
                  <a:pt x="209550" y="481013"/>
                </a:lnTo>
                <a:lnTo>
                  <a:pt x="204788" y="476250"/>
                </a:lnTo>
                <a:lnTo>
                  <a:pt x="195263" y="476250"/>
                </a:lnTo>
                <a:lnTo>
                  <a:pt x="185738" y="476250"/>
                </a:lnTo>
                <a:lnTo>
                  <a:pt x="176213" y="476250"/>
                </a:lnTo>
                <a:lnTo>
                  <a:pt x="166688" y="476250"/>
                </a:lnTo>
                <a:lnTo>
                  <a:pt x="157163" y="476250"/>
                </a:lnTo>
                <a:lnTo>
                  <a:pt x="152400" y="471488"/>
                </a:lnTo>
                <a:lnTo>
                  <a:pt x="147638" y="466725"/>
                </a:lnTo>
                <a:lnTo>
                  <a:pt x="142875" y="461963"/>
                </a:lnTo>
                <a:lnTo>
                  <a:pt x="138113" y="457200"/>
                </a:lnTo>
                <a:lnTo>
                  <a:pt x="128588" y="457200"/>
                </a:lnTo>
                <a:lnTo>
                  <a:pt x="119063" y="457200"/>
                </a:lnTo>
                <a:lnTo>
                  <a:pt x="114300" y="452438"/>
                </a:lnTo>
                <a:lnTo>
                  <a:pt x="109538" y="447675"/>
                </a:lnTo>
                <a:lnTo>
                  <a:pt x="100013" y="447675"/>
                </a:lnTo>
                <a:lnTo>
                  <a:pt x="95250" y="442913"/>
                </a:lnTo>
                <a:lnTo>
                  <a:pt x="90488" y="438150"/>
                </a:lnTo>
                <a:lnTo>
                  <a:pt x="85725" y="433388"/>
                </a:lnTo>
                <a:lnTo>
                  <a:pt x="80963" y="428625"/>
                </a:lnTo>
                <a:lnTo>
                  <a:pt x="76200" y="423863"/>
                </a:lnTo>
                <a:lnTo>
                  <a:pt x="71438" y="419100"/>
                </a:lnTo>
                <a:lnTo>
                  <a:pt x="66675" y="414338"/>
                </a:lnTo>
                <a:lnTo>
                  <a:pt x="66675" y="404813"/>
                </a:lnTo>
                <a:lnTo>
                  <a:pt x="61913" y="400050"/>
                </a:lnTo>
                <a:lnTo>
                  <a:pt x="57150" y="395288"/>
                </a:lnTo>
                <a:lnTo>
                  <a:pt x="52388" y="390525"/>
                </a:lnTo>
                <a:lnTo>
                  <a:pt x="47625" y="385763"/>
                </a:lnTo>
                <a:lnTo>
                  <a:pt x="42863" y="381000"/>
                </a:lnTo>
                <a:lnTo>
                  <a:pt x="38100" y="376238"/>
                </a:lnTo>
                <a:lnTo>
                  <a:pt x="38100" y="366713"/>
                </a:lnTo>
                <a:lnTo>
                  <a:pt x="33338" y="361950"/>
                </a:lnTo>
                <a:lnTo>
                  <a:pt x="28575" y="357188"/>
                </a:lnTo>
                <a:lnTo>
                  <a:pt x="28575" y="347663"/>
                </a:lnTo>
                <a:lnTo>
                  <a:pt x="28575" y="338138"/>
                </a:lnTo>
                <a:lnTo>
                  <a:pt x="28575" y="328613"/>
                </a:lnTo>
                <a:lnTo>
                  <a:pt x="23813" y="323850"/>
                </a:lnTo>
                <a:lnTo>
                  <a:pt x="19050" y="319088"/>
                </a:lnTo>
                <a:lnTo>
                  <a:pt x="19050" y="309563"/>
                </a:lnTo>
                <a:lnTo>
                  <a:pt x="19050" y="300038"/>
                </a:lnTo>
                <a:lnTo>
                  <a:pt x="19050" y="290513"/>
                </a:lnTo>
                <a:lnTo>
                  <a:pt x="19050" y="280988"/>
                </a:lnTo>
                <a:lnTo>
                  <a:pt x="19050" y="271463"/>
                </a:lnTo>
                <a:lnTo>
                  <a:pt x="14288" y="266700"/>
                </a:lnTo>
                <a:lnTo>
                  <a:pt x="9525" y="261938"/>
                </a:lnTo>
                <a:lnTo>
                  <a:pt x="9525" y="252413"/>
                </a:lnTo>
                <a:lnTo>
                  <a:pt x="4763" y="247650"/>
                </a:lnTo>
                <a:lnTo>
                  <a:pt x="0" y="242888"/>
                </a:lnTo>
                <a:lnTo>
                  <a:pt x="0" y="233363"/>
                </a:lnTo>
                <a:lnTo>
                  <a:pt x="4763" y="228600"/>
                </a:lnTo>
                <a:lnTo>
                  <a:pt x="9525" y="223838"/>
                </a:lnTo>
                <a:lnTo>
                  <a:pt x="9525" y="214313"/>
                </a:lnTo>
                <a:lnTo>
                  <a:pt x="9525" y="204788"/>
                </a:lnTo>
                <a:lnTo>
                  <a:pt x="9525" y="195263"/>
                </a:lnTo>
                <a:lnTo>
                  <a:pt x="9525" y="185738"/>
                </a:lnTo>
                <a:lnTo>
                  <a:pt x="9525" y="176213"/>
                </a:lnTo>
                <a:lnTo>
                  <a:pt x="9525" y="166688"/>
                </a:lnTo>
                <a:lnTo>
                  <a:pt x="9525" y="157163"/>
                </a:lnTo>
                <a:lnTo>
                  <a:pt x="14288" y="152400"/>
                </a:lnTo>
                <a:lnTo>
                  <a:pt x="19050" y="147638"/>
                </a:lnTo>
                <a:lnTo>
                  <a:pt x="19050" y="138113"/>
                </a:lnTo>
                <a:lnTo>
                  <a:pt x="23813" y="133350"/>
                </a:lnTo>
                <a:lnTo>
                  <a:pt x="28575" y="128588"/>
                </a:lnTo>
                <a:lnTo>
                  <a:pt x="33338" y="123825"/>
                </a:lnTo>
                <a:lnTo>
                  <a:pt x="38100" y="119063"/>
                </a:lnTo>
                <a:lnTo>
                  <a:pt x="42863" y="114300"/>
                </a:lnTo>
                <a:lnTo>
                  <a:pt x="47625" y="109538"/>
                </a:lnTo>
                <a:lnTo>
                  <a:pt x="47625" y="100013"/>
                </a:lnTo>
                <a:lnTo>
                  <a:pt x="52388" y="95250"/>
                </a:lnTo>
                <a:lnTo>
                  <a:pt x="57150" y="90488"/>
                </a:lnTo>
                <a:lnTo>
                  <a:pt x="57150" y="80963"/>
                </a:lnTo>
                <a:lnTo>
                  <a:pt x="61913" y="76200"/>
                </a:lnTo>
                <a:lnTo>
                  <a:pt x="66675" y="71438"/>
                </a:lnTo>
                <a:lnTo>
                  <a:pt x="71438" y="66675"/>
                </a:lnTo>
                <a:lnTo>
                  <a:pt x="80963" y="66675"/>
                </a:lnTo>
                <a:lnTo>
                  <a:pt x="85725" y="61913"/>
                </a:lnTo>
                <a:lnTo>
                  <a:pt x="90488" y="57150"/>
                </a:lnTo>
                <a:lnTo>
                  <a:pt x="100013" y="57150"/>
                </a:lnTo>
                <a:lnTo>
                  <a:pt x="104775" y="52388"/>
                </a:lnTo>
                <a:lnTo>
                  <a:pt x="109538" y="47625"/>
                </a:lnTo>
                <a:lnTo>
                  <a:pt x="114300" y="42863"/>
                </a:lnTo>
                <a:lnTo>
                  <a:pt x="119063" y="38100"/>
                </a:lnTo>
                <a:lnTo>
                  <a:pt x="123825" y="33338"/>
                </a:lnTo>
                <a:lnTo>
                  <a:pt x="128588" y="28575"/>
                </a:lnTo>
                <a:lnTo>
                  <a:pt x="138113" y="28575"/>
                </a:lnTo>
                <a:lnTo>
                  <a:pt x="142875" y="23813"/>
                </a:lnTo>
                <a:lnTo>
                  <a:pt x="147638" y="19050"/>
                </a:lnTo>
                <a:lnTo>
                  <a:pt x="152400" y="14288"/>
                </a:lnTo>
                <a:lnTo>
                  <a:pt x="157163" y="9525"/>
                </a:lnTo>
                <a:lnTo>
                  <a:pt x="166688" y="9525"/>
                </a:lnTo>
                <a:lnTo>
                  <a:pt x="176213" y="9525"/>
                </a:lnTo>
                <a:lnTo>
                  <a:pt x="185738" y="9525"/>
                </a:lnTo>
                <a:lnTo>
                  <a:pt x="195263" y="9525"/>
                </a:lnTo>
                <a:lnTo>
                  <a:pt x="200025" y="4763"/>
                </a:lnTo>
                <a:close/>
              </a:path>
            </a:pathLst>
          </a:custGeom>
          <a:solidFill xmlns:a="http://schemas.openxmlformats.org/drawingml/2006/main">
            <a:srgbClr val="D4D4D4"/>
          </a:solidFill>
          <a:ln xmlns:a="http://schemas.openxmlformats.org/drawingml/2006/main" w="0">
            <a:noFill/>
            <a:prstDash val="solid"/>
          </a:ln>
        </p:spPr>
      </p:sp>
      <p:sp>
        <p:nvSpPr>
          <p:cNvPr id="37" name="deep-skill-chaining-source-component-0-gradient-214-0">
            <a:extLst xmlns:a="http://schemas.openxmlformats.org/drawingml/2006/main">
              <a:ext uri="{FF2B5EF4-FFF2-40B4-BE49-F238E27FC236}">
                <a16:creationId xmlns:a16="http://schemas.microsoft.com/office/drawing/2014/main" id="{AD366E7A-77E0-4305-9D60-6A981BB4E362}"/>
              </a:ext>
            </a:extLst>
          </p:cNvPr>
          <p:cNvSpPr>
            <a:spLocks xmlns:a="http://schemas.openxmlformats.org/drawingml/2006/main" noGrp="1"/>
          </p:cNvSpPr>
          <p:nvPr/>
        </p:nvSpPr>
        <p:spPr>
          <a:xfrm xmlns:a="http://schemas.openxmlformats.org/drawingml/2006/main" rot="0">
            <a:off x="7353300" y="895350"/>
            <a:ext cx="476250" cy="466725"/>
          </a:xfrm>
          <a:custGeom xmlns:a="http://schemas.openxmlformats.org/drawingml/2006/main">
            <a:pathLst>
              <a:path w="476250" h="466725">
                <a:moveTo>
                  <a:pt x="200025" y="4763"/>
                </a:move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295275" y="4763"/>
                </a:lnTo>
                <a:lnTo>
                  <a:pt x="300038" y="9525"/>
                </a:lnTo>
                <a:lnTo>
                  <a:pt x="304800" y="14288"/>
                </a:lnTo>
                <a:lnTo>
                  <a:pt x="309563" y="19050"/>
                </a:lnTo>
                <a:lnTo>
                  <a:pt x="319088" y="19050"/>
                </a:lnTo>
                <a:lnTo>
                  <a:pt x="328613" y="19050"/>
                </a:lnTo>
                <a:lnTo>
                  <a:pt x="333375" y="23813"/>
                </a:lnTo>
                <a:lnTo>
                  <a:pt x="338138" y="28575"/>
                </a:lnTo>
                <a:lnTo>
                  <a:pt x="347663" y="28575"/>
                </a:lnTo>
                <a:lnTo>
                  <a:pt x="352425" y="33338"/>
                </a:lnTo>
                <a:lnTo>
                  <a:pt x="357188" y="38100"/>
                </a:lnTo>
                <a:lnTo>
                  <a:pt x="361950" y="42863"/>
                </a:lnTo>
                <a:lnTo>
                  <a:pt x="366713" y="47625"/>
                </a:lnTo>
                <a:lnTo>
                  <a:pt x="376238" y="47625"/>
                </a:lnTo>
                <a:lnTo>
                  <a:pt x="381000" y="52388"/>
                </a:lnTo>
                <a:lnTo>
                  <a:pt x="385763" y="57150"/>
                </a:lnTo>
                <a:lnTo>
                  <a:pt x="390525" y="61913"/>
                </a:lnTo>
                <a:lnTo>
                  <a:pt x="395288" y="66675"/>
                </a:lnTo>
                <a:lnTo>
                  <a:pt x="400050" y="71438"/>
                </a:lnTo>
                <a:lnTo>
                  <a:pt x="404813" y="76200"/>
                </a:lnTo>
                <a:lnTo>
                  <a:pt x="409575" y="80963"/>
                </a:lnTo>
                <a:lnTo>
                  <a:pt x="414338" y="85725"/>
                </a:lnTo>
                <a:lnTo>
                  <a:pt x="419100" y="90488"/>
                </a:lnTo>
                <a:lnTo>
                  <a:pt x="419100" y="100013"/>
                </a:lnTo>
                <a:lnTo>
                  <a:pt x="423863" y="104775"/>
                </a:lnTo>
                <a:lnTo>
                  <a:pt x="428625" y="109538"/>
                </a:lnTo>
                <a:lnTo>
                  <a:pt x="433388" y="114300"/>
                </a:lnTo>
                <a:lnTo>
                  <a:pt x="438150" y="119063"/>
                </a:lnTo>
                <a:lnTo>
                  <a:pt x="442913" y="123825"/>
                </a:lnTo>
                <a:lnTo>
                  <a:pt x="447675" y="128588"/>
                </a:lnTo>
                <a:lnTo>
                  <a:pt x="452438" y="133350"/>
                </a:lnTo>
                <a:lnTo>
                  <a:pt x="457200" y="138113"/>
                </a:lnTo>
                <a:lnTo>
                  <a:pt x="461963" y="142875"/>
                </a:lnTo>
                <a:lnTo>
                  <a:pt x="471488" y="142875"/>
                </a:lnTo>
                <a:lnTo>
                  <a:pt x="476250" y="147638"/>
                </a:lnTo>
                <a:lnTo>
                  <a:pt x="476250" y="157163"/>
                </a:lnTo>
                <a:lnTo>
                  <a:pt x="476250" y="166688"/>
                </a:lnTo>
                <a:lnTo>
                  <a:pt x="476250" y="176213"/>
                </a:lnTo>
                <a:lnTo>
                  <a:pt x="476250" y="185738"/>
                </a:lnTo>
                <a:lnTo>
                  <a:pt x="476250" y="195263"/>
                </a:lnTo>
                <a:lnTo>
                  <a:pt x="476250" y="204788"/>
                </a:lnTo>
                <a:lnTo>
                  <a:pt x="476250" y="214313"/>
                </a:lnTo>
                <a:lnTo>
                  <a:pt x="476250" y="223838"/>
                </a:lnTo>
                <a:lnTo>
                  <a:pt x="476250" y="233363"/>
                </a:lnTo>
                <a:lnTo>
                  <a:pt x="476250" y="242888"/>
                </a:lnTo>
                <a:lnTo>
                  <a:pt x="471488" y="247650"/>
                </a:lnTo>
                <a:lnTo>
                  <a:pt x="466725" y="252413"/>
                </a:lnTo>
                <a:lnTo>
                  <a:pt x="466725" y="261938"/>
                </a:lnTo>
                <a:lnTo>
                  <a:pt x="466725" y="271463"/>
                </a:lnTo>
                <a:lnTo>
                  <a:pt x="466725" y="280988"/>
                </a:lnTo>
                <a:lnTo>
                  <a:pt x="466725" y="290513"/>
                </a:lnTo>
                <a:lnTo>
                  <a:pt x="466725" y="300038"/>
                </a:lnTo>
                <a:lnTo>
                  <a:pt x="466725" y="309563"/>
                </a:lnTo>
                <a:lnTo>
                  <a:pt x="466725" y="319088"/>
                </a:lnTo>
                <a:lnTo>
                  <a:pt x="461963" y="323850"/>
                </a:lnTo>
                <a:lnTo>
                  <a:pt x="457200" y="328613"/>
                </a:lnTo>
                <a:lnTo>
                  <a:pt x="452438" y="333375"/>
                </a:lnTo>
                <a:lnTo>
                  <a:pt x="447675" y="338138"/>
                </a:lnTo>
                <a:lnTo>
                  <a:pt x="442913" y="342900"/>
                </a:lnTo>
                <a:lnTo>
                  <a:pt x="438150" y="347663"/>
                </a:lnTo>
                <a:lnTo>
                  <a:pt x="433388" y="352425"/>
                </a:lnTo>
                <a:lnTo>
                  <a:pt x="428625" y="357188"/>
                </a:lnTo>
                <a:lnTo>
                  <a:pt x="423863" y="361950"/>
                </a:lnTo>
                <a:lnTo>
                  <a:pt x="419100" y="366713"/>
                </a:lnTo>
                <a:lnTo>
                  <a:pt x="419100" y="376238"/>
                </a:lnTo>
                <a:lnTo>
                  <a:pt x="414338" y="381000"/>
                </a:lnTo>
                <a:lnTo>
                  <a:pt x="409575" y="385763"/>
                </a:lnTo>
                <a:lnTo>
                  <a:pt x="404813" y="390525"/>
                </a:lnTo>
                <a:lnTo>
                  <a:pt x="400050" y="395288"/>
                </a:lnTo>
                <a:lnTo>
                  <a:pt x="395288" y="400050"/>
                </a:lnTo>
                <a:lnTo>
                  <a:pt x="385763" y="400050"/>
                </a:lnTo>
                <a:lnTo>
                  <a:pt x="381000" y="404813"/>
                </a:lnTo>
                <a:lnTo>
                  <a:pt x="376238" y="409575"/>
                </a:lnTo>
                <a:lnTo>
                  <a:pt x="371475" y="414338"/>
                </a:lnTo>
                <a:lnTo>
                  <a:pt x="366713" y="419100"/>
                </a:lnTo>
                <a:lnTo>
                  <a:pt x="361950" y="423863"/>
                </a:lnTo>
                <a:lnTo>
                  <a:pt x="357188" y="428625"/>
                </a:lnTo>
                <a:lnTo>
                  <a:pt x="352425" y="433388"/>
                </a:lnTo>
                <a:lnTo>
                  <a:pt x="347663" y="438150"/>
                </a:lnTo>
                <a:lnTo>
                  <a:pt x="338138" y="438150"/>
                </a:lnTo>
                <a:lnTo>
                  <a:pt x="333375" y="442913"/>
                </a:lnTo>
                <a:lnTo>
                  <a:pt x="328613" y="447675"/>
                </a:lnTo>
                <a:lnTo>
                  <a:pt x="319088" y="447675"/>
                </a:lnTo>
                <a:lnTo>
                  <a:pt x="309563" y="447675"/>
                </a:lnTo>
                <a:lnTo>
                  <a:pt x="304800" y="452438"/>
                </a:lnTo>
                <a:lnTo>
                  <a:pt x="300038" y="457200"/>
                </a:lnTo>
                <a:lnTo>
                  <a:pt x="290513" y="457200"/>
                </a:lnTo>
                <a:lnTo>
                  <a:pt x="280988" y="457200"/>
                </a:lnTo>
                <a:lnTo>
                  <a:pt x="271463" y="457200"/>
                </a:lnTo>
                <a:lnTo>
                  <a:pt x="266700" y="461963"/>
                </a:lnTo>
                <a:lnTo>
                  <a:pt x="261938" y="466725"/>
                </a:lnTo>
                <a:lnTo>
                  <a:pt x="252413" y="466725"/>
                </a:lnTo>
                <a:lnTo>
                  <a:pt x="242888" y="466725"/>
                </a:lnTo>
                <a:lnTo>
                  <a:pt x="233363" y="466725"/>
                </a:lnTo>
                <a:lnTo>
                  <a:pt x="228600" y="461963"/>
                </a:lnTo>
                <a:lnTo>
                  <a:pt x="223838" y="457200"/>
                </a:lnTo>
                <a:lnTo>
                  <a:pt x="214313" y="457200"/>
                </a:lnTo>
                <a:lnTo>
                  <a:pt x="204788" y="457200"/>
                </a:lnTo>
                <a:lnTo>
                  <a:pt x="195263" y="457200"/>
                </a:lnTo>
                <a:lnTo>
                  <a:pt x="185738" y="457200"/>
                </a:lnTo>
                <a:lnTo>
                  <a:pt x="176213" y="457200"/>
                </a:lnTo>
                <a:lnTo>
                  <a:pt x="171450" y="452438"/>
                </a:lnTo>
                <a:lnTo>
                  <a:pt x="166688" y="447675"/>
                </a:lnTo>
                <a:lnTo>
                  <a:pt x="157163" y="447675"/>
                </a:lnTo>
                <a:lnTo>
                  <a:pt x="147638" y="447675"/>
                </a:lnTo>
                <a:lnTo>
                  <a:pt x="142875" y="442913"/>
                </a:lnTo>
                <a:lnTo>
                  <a:pt x="138113" y="438150"/>
                </a:lnTo>
                <a:lnTo>
                  <a:pt x="128588" y="438150"/>
                </a:lnTo>
                <a:lnTo>
                  <a:pt x="119063" y="438150"/>
                </a:lnTo>
                <a:lnTo>
                  <a:pt x="114300" y="433388"/>
                </a:lnTo>
                <a:lnTo>
                  <a:pt x="109538" y="428625"/>
                </a:lnTo>
                <a:lnTo>
                  <a:pt x="104775" y="423863"/>
                </a:lnTo>
                <a:lnTo>
                  <a:pt x="100013" y="419100"/>
                </a:lnTo>
                <a:lnTo>
                  <a:pt x="95250" y="414338"/>
                </a:lnTo>
                <a:lnTo>
                  <a:pt x="90488" y="409575"/>
                </a:lnTo>
                <a:lnTo>
                  <a:pt x="85725" y="404813"/>
                </a:lnTo>
                <a:lnTo>
                  <a:pt x="80963" y="400050"/>
                </a:lnTo>
                <a:lnTo>
                  <a:pt x="76200" y="395288"/>
                </a:lnTo>
                <a:lnTo>
                  <a:pt x="71438" y="390525"/>
                </a:lnTo>
                <a:lnTo>
                  <a:pt x="61913" y="390525"/>
                </a:lnTo>
                <a:lnTo>
                  <a:pt x="57150" y="385763"/>
                </a:lnTo>
                <a:lnTo>
                  <a:pt x="57150" y="376238"/>
                </a:lnTo>
                <a:lnTo>
                  <a:pt x="52388" y="371475"/>
                </a:lnTo>
                <a:lnTo>
                  <a:pt x="47625" y="366713"/>
                </a:lnTo>
                <a:lnTo>
                  <a:pt x="47625" y="357188"/>
                </a:lnTo>
                <a:lnTo>
                  <a:pt x="42863" y="352425"/>
                </a:lnTo>
                <a:lnTo>
                  <a:pt x="33338" y="352425"/>
                </a:lnTo>
                <a:lnTo>
                  <a:pt x="28575" y="347663"/>
                </a:lnTo>
                <a:lnTo>
                  <a:pt x="28575" y="338138"/>
                </a:lnTo>
                <a:lnTo>
                  <a:pt x="28575" y="328613"/>
                </a:lnTo>
                <a:lnTo>
                  <a:pt x="28575" y="319088"/>
                </a:lnTo>
                <a:lnTo>
                  <a:pt x="28575" y="309563"/>
                </a:lnTo>
                <a:lnTo>
                  <a:pt x="28575" y="300038"/>
                </a:lnTo>
                <a:lnTo>
                  <a:pt x="28575" y="290513"/>
                </a:lnTo>
                <a:lnTo>
                  <a:pt x="28575" y="280988"/>
                </a:lnTo>
                <a:lnTo>
                  <a:pt x="28575" y="271463"/>
                </a:lnTo>
                <a:lnTo>
                  <a:pt x="28575" y="261938"/>
                </a:lnTo>
                <a:lnTo>
                  <a:pt x="23813" y="257175"/>
                </a:lnTo>
                <a:lnTo>
                  <a:pt x="19050" y="252413"/>
                </a:lnTo>
                <a:lnTo>
                  <a:pt x="14288" y="247650"/>
                </a:lnTo>
                <a:lnTo>
                  <a:pt x="9525" y="242888"/>
                </a:lnTo>
                <a:lnTo>
                  <a:pt x="4763" y="238125"/>
                </a:lnTo>
                <a:lnTo>
                  <a:pt x="0" y="233363"/>
                </a:lnTo>
                <a:lnTo>
                  <a:pt x="4763" y="228600"/>
                </a:lnTo>
                <a:lnTo>
                  <a:pt x="9525" y="223838"/>
                </a:lnTo>
                <a:lnTo>
                  <a:pt x="14288" y="219075"/>
                </a:lnTo>
                <a:lnTo>
                  <a:pt x="19050" y="214313"/>
                </a:lnTo>
                <a:lnTo>
                  <a:pt x="19050" y="204788"/>
                </a:lnTo>
                <a:lnTo>
                  <a:pt x="19050" y="195263"/>
                </a:lnTo>
                <a:lnTo>
                  <a:pt x="19050" y="185738"/>
                </a:lnTo>
                <a:lnTo>
                  <a:pt x="23813" y="180975"/>
                </a:lnTo>
                <a:lnTo>
                  <a:pt x="28575" y="176213"/>
                </a:lnTo>
                <a:lnTo>
                  <a:pt x="28575" y="166688"/>
                </a:lnTo>
                <a:lnTo>
                  <a:pt x="28575" y="157163"/>
                </a:lnTo>
                <a:lnTo>
                  <a:pt x="28575" y="147638"/>
                </a:lnTo>
                <a:lnTo>
                  <a:pt x="28575" y="138113"/>
                </a:lnTo>
                <a:lnTo>
                  <a:pt x="28575" y="128588"/>
                </a:lnTo>
                <a:lnTo>
                  <a:pt x="28575" y="119063"/>
                </a:lnTo>
                <a:lnTo>
                  <a:pt x="33338" y="114300"/>
                </a:lnTo>
                <a:lnTo>
                  <a:pt x="42863" y="114300"/>
                </a:lnTo>
                <a:lnTo>
                  <a:pt x="47625" y="109538"/>
                </a:lnTo>
                <a:lnTo>
                  <a:pt x="47625" y="100013"/>
                </a:lnTo>
                <a:lnTo>
                  <a:pt x="52388" y="95250"/>
                </a:lnTo>
                <a:lnTo>
                  <a:pt x="57150" y="90488"/>
                </a:lnTo>
                <a:lnTo>
                  <a:pt x="61913" y="85725"/>
                </a:lnTo>
                <a:lnTo>
                  <a:pt x="66675" y="80963"/>
                </a:lnTo>
                <a:lnTo>
                  <a:pt x="71438" y="76200"/>
                </a:lnTo>
                <a:lnTo>
                  <a:pt x="76200" y="71438"/>
                </a:lnTo>
                <a:lnTo>
                  <a:pt x="80963" y="66675"/>
                </a:lnTo>
                <a:lnTo>
                  <a:pt x="85725" y="61913"/>
                </a:lnTo>
                <a:lnTo>
                  <a:pt x="90488" y="57150"/>
                </a:lnTo>
                <a:lnTo>
                  <a:pt x="100013" y="57150"/>
                </a:lnTo>
                <a:lnTo>
                  <a:pt x="104775" y="52388"/>
                </a:lnTo>
                <a:lnTo>
                  <a:pt x="109538" y="47625"/>
                </a:lnTo>
                <a:lnTo>
                  <a:pt x="114300" y="42863"/>
                </a:lnTo>
                <a:lnTo>
                  <a:pt x="114300" y="33338"/>
                </a:lnTo>
                <a:lnTo>
                  <a:pt x="119063" y="28575"/>
                </a:lnTo>
                <a:lnTo>
                  <a:pt x="128588" y="28575"/>
                </a:lnTo>
                <a:lnTo>
                  <a:pt x="138113" y="28575"/>
                </a:lnTo>
                <a:lnTo>
                  <a:pt x="147638" y="28575"/>
                </a:lnTo>
                <a:lnTo>
                  <a:pt x="152400" y="23813"/>
                </a:lnTo>
                <a:lnTo>
                  <a:pt x="157163" y="19050"/>
                </a:lnTo>
                <a:lnTo>
                  <a:pt x="166688" y="19050"/>
                </a:lnTo>
                <a:lnTo>
                  <a:pt x="176213" y="19050"/>
                </a:lnTo>
                <a:lnTo>
                  <a:pt x="180975" y="14288"/>
                </a:lnTo>
                <a:lnTo>
                  <a:pt x="185738" y="9525"/>
                </a:lnTo>
                <a:lnTo>
                  <a:pt x="195263" y="9525"/>
                </a:lnTo>
                <a:lnTo>
                  <a:pt x="200025" y="4763"/>
                </a:lnTo>
                <a:close/>
              </a:path>
            </a:pathLst>
          </a:custGeom>
          <a:solidFill xmlns:a="http://schemas.openxmlformats.org/drawingml/2006/main">
            <a:srgbClr val="D6D6D6"/>
          </a:solidFill>
          <a:ln xmlns:a="http://schemas.openxmlformats.org/drawingml/2006/main" w="0">
            <a:noFill/>
            <a:prstDash val="solid"/>
          </a:ln>
        </p:spPr>
      </p:sp>
      <p:sp>
        <p:nvSpPr>
          <p:cNvPr id="38" name="deep-skill-chaining-source-component-0-gradient-216-0">
            <a:extLst xmlns:a="http://schemas.openxmlformats.org/drawingml/2006/main">
              <a:ext uri="{FF2B5EF4-FFF2-40B4-BE49-F238E27FC236}">
                <a16:creationId xmlns:a16="http://schemas.microsoft.com/office/drawing/2014/main" id="{4D5D0E48-E8E6-4007-BFAD-D08906733967}"/>
              </a:ext>
            </a:extLst>
          </p:cNvPr>
          <p:cNvSpPr>
            <a:spLocks xmlns:a="http://schemas.openxmlformats.org/drawingml/2006/main" noGrp="1"/>
          </p:cNvSpPr>
          <p:nvPr/>
        </p:nvSpPr>
        <p:spPr>
          <a:xfrm xmlns:a="http://schemas.openxmlformats.org/drawingml/2006/main" rot="0">
            <a:off x="7381875" y="914400"/>
            <a:ext cx="438150" cy="428625"/>
          </a:xfrm>
          <a:custGeom xmlns:a="http://schemas.openxmlformats.org/drawingml/2006/main">
            <a:pathLst>
              <a:path w="438150" h="428625">
                <a:moveTo>
                  <a:pt x="180975" y="4763"/>
                </a:moveTo>
                <a:lnTo>
                  <a:pt x="185738" y="0"/>
                </a:lnTo>
                <a:lnTo>
                  <a:pt x="195263" y="0"/>
                </a:lnTo>
                <a:lnTo>
                  <a:pt x="204788" y="0"/>
                </a:lnTo>
                <a:lnTo>
                  <a:pt x="214313" y="0"/>
                </a:lnTo>
                <a:lnTo>
                  <a:pt x="223838" y="0"/>
                </a:lnTo>
                <a:lnTo>
                  <a:pt x="228600" y="4763"/>
                </a:lnTo>
                <a:lnTo>
                  <a:pt x="233363" y="9525"/>
                </a:lnTo>
                <a:lnTo>
                  <a:pt x="242888" y="9525"/>
                </a:lnTo>
                <a:lnTo>
                  <a:pt x="252413" y="9525"/>
                </a:lnTo>
                <a:lnTo>
                  <a:pt x="261938" y="9525"/>
                </a:lnTo>
                <a:lnTo>
                  <a:pt x="271463" y="9525"/>
                </a:lnTo>
                <a:lnTo>
                  <a:pt x="280988" y="9525"/>
                </a:lnTo>
                <a:lnTo>
                  <a:pt x="290513" y="9525"/>
                </a:lnTo>
                <a:lnTo>
                  <a:pt x="295275" y="14288"/>
                </a:lnTo>
                <a:lnTo>
                  <a:pt x="300038" y="19050"/>
                </a:lnTo>
                <a:lnTo>
                  <a:pt x="304800" y="23813"/>
                </a:lnTo>
                <a:lnTo>
                  <a:pt x="309563" y="28575"/>
                </a:lnTo>
                <a:lnTo>
                  <a:pt x="319088" y="28575"/>
                </a:lnTo>
                <a:lnTo>
                  <a:pt x="323850" y="33338"/>
                </a:lnTo>
                <a:lnTo>
                  <a:pt x="328613" y="38100"/>
                </a:lnTo>
                <a:lnTo>
                  <a:pt x="338138" y="38100"/>
                </a:lnTo>
                <a:lnTo>
                  <a:pt x="342900" y="42863"/>
                </a:lnTo>
                <a:lnTo>
                  <a:pt x="347663" y="47625"/>
                </a:lnTo>
                <a:lnTo>
                  <a:pt x="352425" y="52388"/>
                </a:lnTo>
                <a:lnTo>
                  <a:pt x="357188" y="57150"/>
                </a:lnTo>
                <a:lnTo>
                  <a:pt x="361950" y="61913"/>
                </a:lnTo>
                <a:lnTo>
                  <a:pt x="366713" y="66675"/>
                </a:lnTo>
                <a:lnTo>
                  <a:pt x="371475" y="71438"/>
                </a:lnTo>
                <a:lnTo>
                  <a:pt x="371475" y="80963"/>
                </a:lnTo>
                <a:lnTo>
                  <a:pt x="376238" y="85725"/>
                </a:lnTo>
                <a:lnTo>
                  <a:pt x="381000" y="90488"/>
                </a:lnTo>
                <a:lnTo>
                  <a:pt x="385763" y="95250"/>
                </a:lnTo>
                <a:lnTo>
                  <a:pt x="390525" y="100013"/>
                </a:lnTo>
                <a:lnTo>
                  <a:pt x="395288" y="104775"/>
                </a:lnTo>
                <a:lnTo>
                  <a:pt x="400050" y="109538"/>
                </a:lnTo>
                <a:lnTo>
                  <a:pt x="404813" y="114300"/>
                </a:lnTo>
                <a:lnTo>
                  <a:pt x="409575" y="119063"/>
                </a:lnTo>
                <a:lnTo>
                  <a:pt x="414338" y="123825"/>
                </a:lnTo>
                <a:lnTo>
                  <a:pt x="423863" y="123825"/>
                </a:lnTo>
                <a:lnTo>
                  <a:pt x="428625" y="128588"/>
                </a:lnTo>
                <a:lnTo>
                  <a:pt x="428625" y="138113"/>
                </a:lnTo>
                <a:lnTo>
                  <a:pt x="428625" y="147638"/>
                </a:lnTo>
                <a:lnTo>
                  <a:pt x="428625" y="157163"/>
                </a:lnTo>
                <a:lnTo>
                  <a:pt x="428625" y="166688"/>
                </a:lnTo>
                <a:lnTo>
                  <a:pt x="428625" y="176213"/>
                </a:lnTo>
                <a:lnTo>
                  <a:pt x="428625" y="185738"/>
                </a:lnTo>
                <a:lnTo>
                  <a:pt x="428625" y="195263"/>
                </a:lnTo>
                <a:lnTo>
                  <a:pt x="428625" y="204788"/>
                </a:lnTo>
                <a:lnTo>
                  <a:pt x="433388" y="209550"/>
                </a:lnTo>
                <a:lnTo>
                  <a:pt x="438150" y="214313"/>
                </a:lnTo>
                <a:lnTo>
                  <a:pt x="433388" y="219075"/>
                </a:lnTo>
                <a:lnTo>
                  <a:pt x="428625" y="223838"/>
                </a:lnTo>
                <a:lnTo>
                  <a:pt x="428625" y="233363"/>
                </a:lnTo>
                <a:lnTo>
                  <a:pt x="423863" y="238125"/>
                </a:lnTo>
                <a:lnTo>
                  <a:pt x="419100" y="242888"/>
                </a:lnTo>
                <a:lnTo>
                  <a:pt x="419100" y="252413"/>
                </a:lnTo>
                <a:lnTo>
                  <a:pt x="419100" y="261938"/>
                </a:lnTo>
                <a:lnTo>
                  <a:pt x="423863" y="266700"/>
                </a:lnTo>
                <a:lnTo>
                  <a:pt x="428625" y="271463"/>
                </a:lnTo>
                <a:lnTo>
                  <a:pt x="423863" y="276225"/>
                </a:lnTo>
                <a:lnTo>
                  <a:pt x="419100" y="280988"/>
                </a:lnTo>
                <a:lnTo>
                  <a:pt x="419100" y="290513"/>
                </a:lnTo>
                <a:lnTo>
                  <a:pt x="419100" y="300038"/>
                </a:lnTo>
                <a:lnTo>
                  <a:pt x="414338" y="304800"/>
                </a:lnTo>
                <a:lnTo>
                  <a:pt x="409575" y="309563"/>
                </a:lnTo>
                <a:lnTo>
                  <a:pt x="404813" y="314325"/>
                </a:lnTo>
                <a:lnTo>
                  <a:pt x="400050" y="319088"/>
                </a:lnTo>
                <a:lnTo>
                  <a:pt x="395288" y="323850"/>
                </a:lnTo>
                <a:lnTo>
                  <a:pt x="390525" y="328613"/>
                </a:lnTo>
                <a:lnTo>
                  <a:pt x="385763" y="333375"/>
                </a:lnTo>
                <a:lnTo>
                  <a:pt x="381000" y="338138"/>
                </a:lnTo>
                <a:lnTo>
                  <a:pt x="376238" y="342900"/>
                </a:lnTo>
                <a:lnTo>
                  <a:pt x="371475" y="347663"/>
                </a:lnTo>
                <a:lnTo>
                  <a:pt x="371475" y="357188"/>
                </a:lnTo>
                <a:lnTo>
                  <a:pt x="366713" y="361950"/>
                </a:lnTo>
                <a:lnTo>
                  <a:pt x="361950" y="366713"/>
                </a:lnTo>
                <a:lnTo>
                  <a:pt x="357188" y="371475"/>
                </a:lnTo>
                <a:lnTo>
                  <a:pt x="347663" y="371475"/>
                </a:lnTo>
                <a:lnTo>
                  <a:pt x="342900" y="376238"/>
                </a:lnTo>
                <a:lnTo>
                  <a:pt x="338138" y="381000"/>
                </a:lnTo>
                <a:lnTo>
                  <a:pt x="333375" y="385763"/>
                </a:lnTo>
                <a:lnTo>
                  <a:pt x="328613" y="390525"/>
                </a:lnTo>
                <a:lnTo>
                  <a:pt x="323850" y="395288"/>
                </a:lnTo>
                <a:lnTo>
                  <a:pt x="319088" y="400050"/>
                </a:lnTo>
                <a:lnTo>
                  <a:pt x="309563" y="400050"/>
                </a:lnTo>
                <a:lnTo>
                  <a:pt x="304800" y="404813"/>
                </a:lnTo>
                <a:lnTo>
                  <a:pt x="300038" y="409575"/>
                </a:lnTo>
                <a:lnTo>
                  <a:pt x="295275" y="414338"/>
                </a:lnTo>
                <a:lnTo>
                  <a:pt x="290513" y="419100"/>
                </a:lnTo>
                <a:lnTo>
                  <a:pt x="280988" y="419100"/>
                </a:lnTo>
                <a:lnTo>
                  <a:pt x="271463" y="419100"/>
                </a:lnTo>
                <a:lnTo>
                  <a:pt x="261938" y="419100"/>
                </a:lnTo>
                <a:lnTo>
                  <a:pt x="252413" y="419100"/>
                </a:lnTo>
                <a:lnTo>
                  <a:pt x="242888" y="419100"/>
                </a:lnTo>
                <a:lnTo>
                  <a:pt x="238125" y="423863"/>
                </a:lnTo>
                <a:lnTo>
                  <a:pt x="233363" y="428625"/>
                </a:lnTo>
                <a:lnTo>
                  <a:pt x="223838" y="428625"/>
                </a:lnTo>
                <a:lnTo>
                  <a:pt x="214313" y="428625"/>
                </a:lnTo>
                <a:lnTo>
                  <a:pt x="204788" y="428625"/>
                </a:lnTo>
                <a:lnTo>
                  <a:pt x="200025" y="423863"/>
                </a:lnTo>
                <a:lnTo>
                  <a:pt x="195263" y="419100"/>
                </a:lnTo>
                <a:lnTo>
                  <a:pt x="185738" y="419100"/>
                </a:lnTo>
                <a:lnTo>
                  <a:pt x="176213" y="419100"/>
                </a:lnTo>
                <a:lnTo>
                  <a:pt x="166688" y="419100"/>
                </a:lnTo>
                <a:lnTo>
                  <a:pt x="157163" y="419100"/>
                </a:lnTo>
                <a:lnTo>
                  <a:pt x="147638" y="419100"/>
                </a:lnTo>
                <a:lnTo>
                  <a:pt x="142875" y="414338"/>
                </a:lnTo>
                <a:lnTo>
                  <a:pt x="138113" y="409575"/>
                </a:lnTo>
                <a:lnTo>
                  <a:pt x="128588" y="409575"/>
                </a:lnTo>
                <a:lnTo>
                  <a:pt x="119063" y="409575"/>
                </a:lnTo>
                <a:lnTo>
                  <a:pt x="114300" y="404813"/>
                </a:lnTo>
                <a:lnTo>
                  <a:pt x="109538" y="400050"/>
                </a:lnTo>
                <a:lnTo>
                  <a:pt x="104775" y="395288"/>
                </a:lnTo>
                <a:lnTo>
                  <a:pt x="100013" y="390525"/>
                </a:lnTo>
                <a:lnTo>
                  <a:pt x="90488" y="390525"/>
                </a:lnTo>
                <a:lnTo>
                  <a:pt x="85725" y="385763"/>
                </a:lnTo>
                <a:lnTo>
                  <a:pt x="80963" y="381000"/>
                </a:lnTo>
                <a:lnTo>
                  <a:pt x="76200" y="376238"/>
                </a:lnTo>
                <a:lnTo>
                  <a:pt x="71438" y="371475"/>
                </a:lnTo>
                <a:lnTo>
                  <a:pt x="61913" y="371475"/>
                </a:lnTo>
                <a:lnTo>
                  <a:pt x="57150" y="366713"/>
                </a:lnTo>
                <a:lnTo>
                  <a:pt x="52388" y="361950"/>
                </a:lnTo>
                <a:lnTo>
                  <a:pt x="47625" y="357188"/>
                </a:lnTo>
                <a:lnTo>
                  <a:pt x="47625" y="347663"/>
                </a:lnTo>
                <a:lnTo>
                  <a:pt x="42863" y="342900"/>
                </a:lnTo>
                <a:lnTo>
                  <a:pt x="38100" y="338138"/>
                </a:lnTo>
                <a:lnTo>
                  <a:pt x="33338" y="333375"/>
                </a:lnTo>
                <a:lnTo>
                  <a:pt x="28575" y="328613"/>
                </a:lnTo>
                <a:lnTo>
                  <a:pt x="28575" y="319088"/>
                </a:lnTo>
                <a:lnTo>
                  <a:pt x="23813" y="314325"/>
                </a:lnTo>
                <a:lnTo>
                  <a:pt x="19050" y="309563"/>
                </a:lnTo>
                <a:lnTo>
                  <a:pt x="19050" y="300038"/>
                </a:lnTo>
                <a:lnTo>
                  <a:pt x="19050" y="290513"/>
                </a:lnTo>
                <a:lnTo>
                  <a:pt x="19050" y="280988"/>
                </a:lnTo>
                <a:lnTo>
                  <a:pt x="19050" y="271463"/>
                </a:lnTo>
                <a:lnTo>
                  <a:pt x="19050" y="261938"/>
                </a:lnTo>
                <a:lnTo>
                  <a:pt x="19050" y="252413"/>
                </a:lnTo>
                <a:lnTo>
                  <a:pt x="14288" y="247650"/>
                </a:lnTo>
                <a:lnTo>
                  <a:pt x="9525" y="242888"/>
                </a:lnTo>
                <a:lnTo>
                  <a:pt x="9525" y="233363"/>
                </a:lnTo>
                <a:lnTo>
                  <a:pt x="4763" y="228600"/>
                </a:lnTo>
                <a:lnTo>
                  <a:pt x="0" y="223838"/>
                </a:lnTo>
                <a:lnTo>
                  <a:pt x="0" y="214313"/>
                </a:lnTo>
                <a:lnTo>
                  <a:pt x="0" y="204788"/>
                </a:lnTo>
                <a:lnTo>
                  <a:pt x="0" y="195263"/>
                </a:lnTo>
                <a:lnTo>
                  <a:pt x="0" y="185738"/>
                </a:lnTo>
                <a:lnTo>
                  <a:pt x="4763" y="180975"/>
                </a:lnTo>
                <a:lnTo>
                  <a:pt x="9525" y="176213"/>
                </a:lnTo>
                <a:lnTo>
                  <a:pt x="9525" y="166688"/>
                </a:lnTo>
                <a:lnTo>
                  <a:pt x="9525" y="157163"/>
                </a:lnTo>
                <a:lnTo>
                  <a:pt x="9525" y="147638"/>
                </a:lnTo>
                <a:lnTo>
                  <a:pt x="9525" y="138113"/>
                </a:lnTo>
                <a:lnTo>
                  <a:pt x="14288" y="133350"/>
                </a:lnTo>
                <a:lnTo>
                  <a:pt x="19050" y="128588"/>
                </a:lnTo>
                <a:lnTo>
                  <a:pt x="19050" y="119063"/>
                </a:lnTo>
                <a:lnTo>
                  <a:pt x="23813" y="114300"/>
                </a:lnTo>
                <a:lnTo>
                  <a:pt x="28575" y="109538"/>
                </a:lnTo>
                <a:lnTo>
                  <a:pt x="28575" y="100013"/>
                </a:lnTo>
                <a:lnTo>
                  <a:pt x="33338" y="95250"/>
                </a:lnTo>
                <a:lnTo>
                  <a:pt x="38100" y="90488"/>
                </a:lnTo>
                <a:lnTo>
                  <a:pt x="42863" y="85725"/>
                </a:lnTo>
                <a:lnTo>
                  <a:pt x="47625" y="80963"/>
                </a:lnTo>
                <a:lnTo>
                  <a:pt x="47625" y="71438"/>
                </a:lnTo>
                <a:lnTo>
                  <a:pt x="52388" y="66675"/>
                </a:lnTo>
                <a:lnTo>
                  <a:pt x="57150" y="61913"/>
                </a:lnTo>
                <a:lnTo>
                  <a:pt x="61913" y="57150"/>
                </a:lnTo>
                <a:lnTo>
                  <a:pt x="66675" y="52388"/>
                </a:lnTo>
                <a:lnTo>
                  <a:pt x="71438" y="47625"/>
                </a:lnTo>
                <a:lnTo>
                  <a:pt x="80963" y="47625"/>
                </a:lnTo>
                <a:lnTo>
                  <a:pt x="85725" y="42863"/>
                </a:lnTo>
                <a:lnTo>
                  <a:pt x="90488" y="38100"/>
                </a:lnTo>
                <a:lnTo>
                  <a:pt x="100013" y="38100"/>
                </a:lnTo>
                <a:lnTo>
                  <a:pt x="104775" y="33338"/>
                </a:lnTo>
                <a:lnTo>
                  <a:pt x="109538" y="28575"/>
                </a:lnTo>
                <a:lnTo>
                  <a:pt x="119063" y="28575"/>
                </a:lnTo>
                <a:lnTo>
                  <a:pt x="123825" y="23813"/>
                </a:lnTo>
                <a:lnTo>
                  <a:pt x="128588" y="19050"/>
                </a:lnTo>
                <a:lnTo>
                  <a:pt x="138113" y="19050"/>
                </a:lnTo>
                <a:lnTo>
                  <a:pt x="142875" y="14288"/>
                </a:lnTo>
                <a:lnTo>
                  <a:pt x="147638" y="9525"/>
                </a:lnTo>
                <a:lnTo>
                  <a:pt x="157163" y="9525"/>
                </a:lnTo>
                <a:lnTo>
                  <a:pt x="166688" y="9525"/>
                </a:lnTo>
                <a:lnTo>
                  <a:pt x="176213" y="9525"/>
                </a:lnTo>
                <a:lnTo>
                  <a:pt x="180975" y="4763"/>
                </a:lnTo>
                <a:close/>
              </a:path>
            </a:pathLst>
          </a:custGeom>
          <a:solidFill xmlns:a="http://schemas.openxmlformats.org/drawingml/2006/main">
            <a:srgbClr val="D8D8D8"/>
          </a:solidFill>
          <a:ln xmlns:a="http://schemas.openxmlformats.org/drawingml/2006/main" w="0">
            <a:noFill/>
            <a:prstDash val="solid"/>
          </a:ln>
        </p:spPr>
      </p:sp>
      <p:sp>
        <p:nvSpPr>
          <p:cNvPr id="39" name="deep-skill-chaining-source-component-0-gradient-218-0">
            <a:extLst xmlns:a="http://schemas.openxmlformats.org/drawingml/2006/main">
              <a:ext uri="{FF2B5EF4-FFF2-40B4-BE49-F238E27FC236}">
                <a16:creationId xmlns:a16="http://schemas.microsoft.com/office/drawing/2014/main" id="{60E1A516-6E46-4B4A-8C3E-7230FE915503}"/>
              </a:ext>
            </a:extLst>
          </p:cNvPr>
          <p:cNvSpPr>
            <a:spLocks xmlns:a="http://schemas.openxmlformats.org/drawingml/2006/main" noGrp="1"/>
          </p:cNvSpPr>
          <p:nvPr/>
        </p:nvSpPr>
        <p:spPr>
          <a:xfrm xmlns:a="http://schemas.openxmlformats.org/drawingml/2006/main" rot="0">
            <a:off x="7391400" y="923925"/>
            <a:ext cx="409575" cy="400050"/>
          </a:xfrm>
          <a:custGeom xmlns:a="http://schemas.openxmlformats.org/drawingml/2006/main">
            <a:pathLst>
              <a:path w="409575" h="400050">
                <a:moveTo>
                  <a:pt x="190500" y="4763"/>
                </a:moveTo>
                <a:lnTo>
                  <a:pt x="195263" y="0"/>
                </a:lnTo>
                <a:lnTo>
                  <a:pt x="200025" y="4763"/>
                </a:lnTo>
                <a:lnTo>
                  <a:pt x="204788" y="9525"/>
                </a:lnTo>
                <a:lnTo>
                  <a:pt x="214313" y="9525"/>
                </a:lnTo>
                <a:lnTo>
                  <a:pt x="223838" y="9525"/>
                </a:lnTo>
                <a:lnTo>
                  <a:pt x="233363" y="9525"/>
                </a:lnTo>
                <a:lnTo>
                  <a:pt x="242888" y="9525"/>
                </a:lnTo>
                <a:lnTo>
                  <a:pt x="247650" y="14288"/>
                </a:lnTo>
                <a:lnTo>
                  <a:pt x="252413" y="19050"/>
                </a:lnTo>
                <a:lnTo>
                  <a:pt x="261938" y="19050"/>
                </a:lnTo>
                <a:lnTo>
                  <a:pt x="271463" y="19050"/>
                </a:lnTo>
                <a:lnTo>
                  <a:pt x="280988" y="19050"/>
                </a:lnTo>
                <a:lnTo>
                  <a:pt x="290513" y="19050"/>
                </a:lnTo>
                <a:lnTo>
                  <a:pt x="295275" y="23813"/>
                </a:lnTo>
                <a:lnTo>
                  <a:pt x="300038" y="28575"/>
                </a:lnTo>
                <a:lnTo>
                  <a:pt x="309563" y="28575"/>
                </a:lnTo>
                <a:lnTo>
                  <a:pt x="314325" y="33338"/>
                </a:lnTo>
                <a:lnTo>
                  <a:pt x="319088" y="38100"/>
                </a:lnTo>
                <a:lnTo>
                  <a:pt x="323850" y="42863"/>
                </a:lnTo>
                <a:lnTo>
                  <a:pt x="328613" y="47625"/>
                </a:lnTo>
                <a:lnTo>
                  <a:pt x="333375" y="52388"/>
                </a:lnTo>
                <a:lnTo>
                  <a:pt x="338138" y="57150"/>
                </a:lnTo>
                <a:lnTo>
                  <a:pt x="342900" y="61913"/>
                </a:lnTo>
                <a:lnTo>
                  <a:pt x="347663" y="66675"/>
                </a:lnTo>
                <a:lnTo>
                  <a:pt x="352425" y="71438"/>
                </a:lnTo>
                <a:lnTo>
                  <a:pt x="352425" y="80963"/>
                </a:lnTo>
                <a:lnTo>
                  <a:pt x="357188" y="85725"/>
                </a:lnTo>
                <a:lnTo>
                  <a:pt x="361950" y="90488"/>
                </a:lnTo>
                <a:lnTo>
                  <a:pt x="366713" y="95250"/>
                </a:lnTo>
                <a:lnTo>
                  <a:pt x="371475" y="100013"/>
                </a:lnTo>
                <a:lnTo>
                  <a:pt x="376238" y="104775"/>
                </a:lnTo>
                <a:lnTo>
                  <a:pt x="381000" y="109538"/>
                </a:lnTo>
                <a:lnTo>
                  <a:pt x="385763" y="114300"/>
                </a:lnTo>
                <a:lnTo>
                  <a:pt x="395288" y="114300"/>
                </a:lnTo>
                <a:lnTo>
                  <a:pt x="400050" y="119063"/>
                </a:lnTo>
                <a:lnTo>
                  <a:pt x="400050" y="128588"/>
                </a:lnTo>
                <a:lnTo>
                  <a:pt x="400050" y="138113"/>
                </a:lnTo>
                <a:lnTo>
                  <a:pt x="400050" y="147638"/>
                </a:lnTo>
                <a:lnTo>
                  <a:pt x="400050" y="157163"/>
                </a:lnTo>
                <a:lnTo>
                  <a:pt x="400050" y="166688"/>
                </a:lnTo>
                <a:lnTo>
                  <a:pt x="400050" y="176213"/>
                </a:lnTo>
                <a:lnTo>
                  <a:pt x="404813" y="180975"/>
                </a:lnTo>
                <a:lnTo>
                  <a:pt x="409575" y="185738"/>
                </a:lnTo>
                <a:lnTo>
                  <a:pt x="409575" y="195263"/>
                </a:lnTo>
                <a:lnTo>
                  <a:pt x="409575" y="204788"/>
                </a:lnTo>
                <a:lnTo>
                  <a:pt x="409575" y="214313"/>
                </a:lnTo>
                <a:lnTo>
                  <a:pt x="404813" y="219075"/>
                </a:lnTo>
                <a:lnTo>
                  <a:pt x="400050" y="223838"/>
                </a:lnTo>
                <a:lnTo>
                  <a:pt x="400050" y="233363"/>
                </a:lnTo>
                <a:lnTo>
                  <a:pt x="400050" y="242888"/>
                </a:lnTo>
                <a:lnTo>
                  <a:pt x="400050" y="252413"/>
                </a:lnTo>
                <a:lnTo>
                  <a:pt x="400050" y="261938"/>
                </a:lnTo>
                <a:lnTo>
                  <a:pt x="400050" y="271463"/>
                </a:lnTo>
                <a:lnTo>
                  <a:pt x="400050" y="280988"/>
                </a:lnTo>
                <a:lnTo>
                  <a:pt x="400050" y="290513"/>
                </a:lnTo>
                <a:lnTo>
                  <a:pt x="395288" y="295275"/>
                </a:lnTo>
                <a:lnTo>
                  <a:pt x="385763" y="295275"/>
                </a:lnTo>
                <a:lnTo>
                  <a:pt x="381000" y="300038"/>
                </a:lnTo>
                <a:lnTo>
                  <a:pt x="376238" y="304800"/>
                </a:lnTo>
                <a:lnTo>
                  <a:pt x="371475" y="309563"/>
                </a:lnTo>
                <a:lnTo>
                  <a:pt x="366713" y="314325"/>
                </a:lnTo>
                <a:lnTo>
                  <a:pt x="361950" y="319088"/>
                </a:lnTo>
                <a:lnTo>
                  <a:pt x="357188" y="323850"/>
                </a:lnTo>
                <a:lnTo>
                  <a:pt x="352425" y="328613"/>
                </a:lnTo>
                <a:lnTo>
                  <a:pt x="352425" y="338138"/>
                </a:lnTo>
                <a:lnTo>
                  <a:pt x="347663" y="342900"/>
                </a:lnTo>
                <a:lnTo>
                  <a:pt x="342900" y="347663"/>
                </a:lnTo>
                <a:lnTo>
                  <a:pt x="338138" y="352425"/>
                </a:lnTo>
                <a:lnTo>
                  <a:pt x="333375" y="357188"/>
                </a:lnTo>
                <a:lnTo>
                  <a:pt x="328613" y="361950"/>
                </a:lnTo>
                <a:lnTo>
                  <a:pt x="319088" y="361950"/>
                </a:lnTo>
                <a:lnTo>
                  <a:pt x="314325" y="366713"/>
                </a:lnTo>
                <a:lnTo>
                  <a:pt x="314325" y="376238"/>
                </a:lnTo>
                <a:lnTo>
                  <a:pt x="309563" y="381000"/>
                </a:lnTo>
                <a:lnTo>
                  <a:pt x="300038" y="381000"/>
                </a:lnTo>
                <a:lnTo>
                  <a:pt x="290513" y="381000"/>
                </a:lnTo>
                <a:lnTo>
                  <a:pt x="285750" y="385763"/>
                </a:lnTo>
                <a:lnTo>
                  <a:pt x="280988" y="390525"/>
                </a:lnTo>
                <a:lnTo>
                  <a:pt x="271463" y="390525"/>
                </a:lnTo>
                <a:lnTo>
                  <a:pt x="261938" y="390525"/>
                </a:lnTo>
                <a:lnTo>
                  <a:pt x="257175" y="395288"/>
                </a:lnTo>
                <a:lnTo>
                  <a:pt x="252413" y="400050"/>
                </a:lnTo>
                <a:lnTo>
                  <a:pt x="242888" y="400050"/>
                </a:lnTo>
                <a:lnTo>
                  <a:pt x="233363" y="400050"/>
                </a:lnTo>
                <a:lnTo>
                  <a:pt x="223838" y="400050"/>
                </a:lnTo>
                <a:lnTo>
                  <a:pt x="214313" y="400050"/>
                </a:lnTo>
                <a:lnTo>
                  <a:pt x="204788" y="400050"/>
                </a:lnTo>
                <a:lnTo>
                  <a:pt x="195263" y="400050"/>
                </a:lnTo>
                <a:lnTo>
                  <a:pt x="185738" y="400050"/>
                </a:lnTo>
                <a:lnTo>
                  <a:pt x="176213" y="400050"/>
                </a:lnTo>
                <a:lnTo>
                  <a:pt x="166688" y="400050"/>
                </a:lnTo>
                <a:lnTo>
                  <a:pt x="161925" y="395288"/>
                </a:lnTo>
                <a:lnTo>
                  <a:pt x="157163" y="390525"/>
                </a:lnTo>
                <a:lnTo>
                  <a:pt x="147638" y="390525"/>
                </a:lnTo>
                <a:lnTo>
                  <a:pt x="138113" y="390525"/>
                </a:lnTo>
                <a:lnTo>
                  <a:pt x="133350" y="385763"/>
                </a:lnTo>
                <a:lnTo>
                  <a:pt x="128588" y="381000"/>
                </a:lnTo>
                <a:lnTo>
                  <a:pt x="119063" y="381000"/>
                </a:lnTo>
                <a:lnTo>
                  <a:pt x="109538" y="381000"/>
                </a:lnTo>
                <a:lnTo>
                  <a:pt x="104775" y="376238"/>
                </a:lnTo>
                <a:lnTo>
                  <a:pt x="100013" y="371475"/>
                </a:lnTo>
                <a:lnTo>
                  <a:pt x="95250" y="366713"/>
                </a:lnTo>
                <a:lnTo>
                  <a:pt x="90488" y="361950"/>
                </a:lnTo>
                <a:lnTo>
                  <a:pt x="80963" y="361950"/>
                </a:lnTo>
                <a:lnTo>
                  <a:pt x="76200" y="357188"/>
                </a:lnTo>
                <a:lnTo>
                  <a:pt x="71438" y="352425"/>
                </a:lnTo>
                <a:lnTo>
                  <a:pt x="66675" y="347663"/>
                </a:lnTo>
                <a:lnTo>
                  <a:pt x="66675" y="338138"/>
                </a:lnTo>
                <a:lnTo>
                  <a:pt x="61913" y="333375"/>
                </a:lnTo>
                <a:lnTo>
                  <a:pt x="57150" y="328613"/>
                </a:lnTo>
                <a:lnTo>
                  <a:pt x="52388" y="323850"/>
                </a:lnTo>
                <a:lnTo>
                  <a:pt x="47625" y="319088"/>
                </a:lnTo>
                <a:lnTo>
                  <a:pt x="42863" y="314325"/>
                </a:lnTo>
                <a:lnTo>
                  <a:pt x="38100" y="309563"/>
                </a:lnTo>
                <a:lnTo>
                  <a:pt x="33338" y="304800"/>
                </a:lnTo>
                <a:lnTo>
                  <a:pt x="28575" y="300038"/>
                </a:lnTo>
                <a:lnTo>
                  <a:pt x="23813" y="295275"/>
                </a:lnTo>
                <a:lnTo>
                  <a:pt x="19050" y="290513"/>
                </a:lnTo>
                <a:lnTo>
                  <a:pt x="19050" y="280988"/>
                </a:lnTo>
                <a:lnTo>
                  <a:pt x="19050" y="271463"/>
                </a:lnTo>
                <a:lnTo>
                  <a:pt x="19050" y="261938"/>
                </a:lnTo>
                <a:lnTo>
                  <a:pt x="19050" y="252413"/>
                </a:lnTo>
                <a:lnTo>
                  <a:pt x="19050" y="242888"/>
                </a:lnTo>
                <a:lnTo>
                  <a:pt x="19050" y="233363"/>
                </a:lnTo>
                <a:lnTo>
                  <a:pt x="19050" y="223838"/>
                </a:lnTo>
                <a:lnTo>
                  <a:pt x="14288" y="219075"/>
                </a:lnTo>
                <a:lnTo>
                  <a:pt x="9525" y="214313"/>
                </a:lnTo>
                <a:lnTo>
                  <a:pt x="4763" y="209550"/>
                </a:lnTo>
                <a:lnTo>
                  <a:pt x="0" y="204788"/>
                </a:lnTo>
                <a:lnTo>
                  <a:pt x="4763" y="200025"/>
                </a:lnTo>
                <a:lnTo>
                  <a:pt x="9525" y="195263"/>
                </a:lnTo>
                <a:lnTo>
                  <a:pt x="9525" y="185738"/>
                </a:lnTo>
                <a:lnTo>
                  <a:pt x="14288" y="180975"/>
                </a:lnTo>
                <a:lnTo>
                  <a:pt x="19050" y="176213"/>
                </a:lnTo>
                <a:lnTo>
                  <a:pt x="19050" y="166688"/>
                </a:lnTo>
                <a:lnTo>
                  <a:pt x="19050" y="157163"/>
                </a:lnTo>
                <a:lnTo>
                  <a:pt x="19050" y="147638"/>
                </a:lnTo>
                <a:lnTo>
                  <a:pt x="19050" y="138113"/>
                </a:lnTo>
                <a:lnTo>
                  <a:pt x="19050" y="128588"/>
                </a:lnTo>
                <a:lnTo>
                  <a:pt x="19050" y="119063"/>
                </a:lnTo>
                <a:lnTo>
                  <a:pt x="23813" y="114300"/>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66675" y="61913"/>
                </a:lnTo>
                <a:lnTo>
                  <a:pt x="71438" y="57150"/>
                </a:lnTo>
                <a:lnTo>
                  <a:pt x="80963" y="57150"/>
                </a:lnTo>
                <a:lnTo>
                  <a:pt x="85725" y="52388"/>
                </a:lnTo>
                <a:lnTo>
                  <a:pt x="90488" y="47625"/>
                </a:lnTo>
                <a:lnTo>
                  <a:pt x="95250" y="42863"/>
                </a:lnTo>
                <a:lnTo>
                  <a:pt x="100013" y="38100"/>
                </a:lnTo>
                <a:lnTo>
                  <a:pt x="104775" y="33338"/>
                </a:lnTo>
                <a:lnTo>
                  <a:pt x="109538" y="28575"/>
                </a:lnTo>
                <a:lnTo>
                  <a:pt x="119063" y="28575"/>
                </a:lnTo>
                <a:lnTo>
                  <a:pt x="123825" y="23813"/>
                </a:lnTo>
                <a:lnTo>
                  <a:pt x="128588" y="19050"/>
                </a:lnTo>
                <a:lnTo>
                  <a:pt x="138113" y="19050"/>
                </a:lnTo>
                <a:lnTo>
                  <a:pt x="147638" y="19050"/>
                </a:lnTo>
                <a:lnTo>
                  <a:pt x="157163" y="19050"/>
                </a:lnTo>
                <a:lnTo>
                  <a:pt x="161925" y="14288"/>
                </a:lnTo>
                <a:lnTo>
                  <a:pt x="166688" y="9525"/>
                </a:lnTo>
                <a:lnTo>
                  <a:pt x="176213" y="9525"/>
                </a:lnTo>
                <a:lnTo>
                  <a:pt x="185738" y="9525"/>
                </a:lnTo>
                <a:lnTo>
                  <a:pt x="190500" y="4763"/>
                </a:lnTo>
                <a:close/>
              </a:path>
            </a:pathLst>
          </a:custGeom>
          <a:solidFill xmlns:a="http://schemas.openxmlformats.org/drawingml/2006/main">
            <a:srgbClr val="DADADA"/>
          </a:solidFill>
          <a:ln xmlns:a="http://schemas.openxmlformats.org/drawingml/2006/main" w="0">
            <a:noFill/>
            <a:prstDash val="solid"/>
          </a:ln>
        </p:spPr>
      </p:sp>
      <p:sp>
        <p:nvSpPr>
          <p:cNvPr id="40" name="deep-skill-chaining-source-component-0-gradient-220-0">
            <a:extLst xmlns:a="http://schemas.openxmlformats.org/drawingml/2006/main">
              <a:ext uri="{FF2B5EF4-FFF2-40B4-BE49-F238E27FC236}">
                <a16:creationId xmlns:a16="http://schemas.microsoft.com/office/drawing/2014/main" id="{12E30F7E-3998-4225-8E3E-2D47EA5FC062}"/>
              </a:ext>
            </a:extLst>
          </p:cNvPr>
          <p:cNvSpPr>
            <a:spLocks xmlns:a="http://schemas.openxmlformats.org/drawingml/2006/main" noGrp="1"/>
          </p:cNvSpPr>
          <p:nvPr/>
        </p:nvSpPr>
        <p:spPr>
          <a:xfrm xmlns:a="http://schemas.openxmlformats.org/drawingml/2006/main" rot="0">
            <a:off x="7410450" y="952500"/>
            <a:ext cx="381000" cy="352425"/>
          </a:xfrm>
          <a:custGeom xmlns:a="http://schemas.openxmlformats.org/drawingml/2006/main">
            <a:pathLst>
              <a:path w="381000" h="352425">
                <a:moveTo>
                  <a:pt x="114300" y="4763"/>
                </a:move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71463" y="9525"/>
                </a:lnTo>
                <a:lnTo>
                  <a:pt x="276225" y="14288"/>
                </a:lnTo>
                <a:lnTo>
                  <a:pt x="280988" y="19050"/>
                </a:lnTo>
                <a:lnTo>
                  <a:pt x="290513" y="19050"/>
                </a:lnTo>
                <a:lnTo>
                  <a:pt x="295275" y="23813"/>
                </a:lnTo>
                <a:lnTo>
                  <a:pt x="300038" y="28575"/>
                </a:lnTo>
                <a:lnTo>
                  <a:pt x="304800" y="33338"/>
                </a:lnTo>
                <a:lnTo>
                  <a:pt x="309563" y="38100"/>
                </a:lnTo>
                <a:lnTo>
                  <a:pt x="314325" y="42863"/>
                </a:lnTo>
                <a:lnTo>
                  <a:pt x="314325" y="52388"/>
                </a:lnTo>
                <a:lnTo>
                  <a:pt x="319088" y="57150"/>
                </a:lnTo>
                <a:lnTo>
                  <a:pt x="323850" y="61913"/>
                </a:lnTo>
                <a:lnTo>
                  <a:pt x="328613" y="66675"/>
                </a:lnTo>
                <a:lnTo>
                  <a:pt x="333375" y="71438"/>
                </a:lnTo>
                <a:lnTo>
                  <a:pt x="338138" y="76200"/>
                </a:lnTo>
                <a:lnTo>
                  <a:pt x="342900" y="80963"/>
                </a:lnTo>
                <a:lnTo>
                  <a:pt x="347663" y="85725"/>
                </a:lnTo>
                <a:lnTo>
                  <a:pt x="357188" y="85725"/>
                </a:lnTo>
                <a:lnTo>
                  <a:pt x="361950" y="90488"/>
                </a:lnTo>
                <a:lnTo>
                  <a:pt x="361950" y="100013"/>
                </a:lnTo>
                <a:lnTo>
                  <a:pt x="361950" y="109538"/>
                </a:lnTo>
                <a:lnTo>
                  <a:pt x="366713" y="114300"/>
                </a:lnTo>
                <a:lnTo>
                  <a:pt x="371475" y="119063"/>
                </a:lnTo>
                <a:lnTo>
                  <a:pt x="371475" y="128588"/>
                </a:lnTo>
                <a:lnTo>
                  <a:pt x="371475" y="138113"/>
                </a:lnTo>
                <a:lnTo>
                  <a:pt x="371475" y="147638"/>
                </a:lnTo>
                <a:lnTo>
                  <a:pt x="371475" y="157163"/>
                </a:lnTo>
                <a:lnTo>
                  <a:pt x="371475" y="166688"/>
                </a:lnTo>
                <a:lnTo>
                  <a:pt x="376238" y="171450"/>
                </a:lnTo>
                <a:lnTo>
                  <a:pt x="381000" y="176213"/>
                </a:lnTo>
                <a:lnTo>
                  <a:pt x="376238" y="180975"/>
                </a:lnTo>
                <a:lnTo>
                  <a:pt x="371475" y="185738"/>
                </a:lnTo>
                <a:lnTo>
                  <a:pt x="366713" y="190500"/>
                </a:lnTo>
                <a:lnTo>
                  <a:pt x="361950" y="195263"/>
                </a:lnTo>
                <a:lnTo>
                  <a:pt x="361950" y="204788"/>
                </a:lnTo>
                <a:lnTo>
                  <a:pt x="361950" y="214313"/>
                </a:lnTo>
                <a:lnTo>
                  <a:pt x="361950" y="223838"/>
                </a:lnTo>
                <a:lnTo>
                  <a:pt x="361950" y="233363"/>
                </a:lnTo>
                <a:lnTo>
                  <a:pt x="361950" y="242888"/>
                </a:lnTo>
                <a:lnTo>
                  <a:pt x="361950" y="252413"/>
                </a:lnTo>
                <a:lnTo>
                  <a:pt x="361950" y="261938"/>
                </a:lnTo>
                <a:lnTo>
                  <a:pt x="357188" y="266700"/>
                </a:lnTo>
                <a:lnTo>
                  <a:pt x="347663" y="266700"/>
                </a:lnTo>
                <a:lnTo>
                  <a:pt x="342900" y="271463"/>
                </a:lnTo>
                <a:lnTo>
                  <a:pt x="338138" y="276225"/>
                </a:lnTo>
                <a:lnTo>
                  <a:pt x="333375" y="280988"/>
                </a:lnTo>
                <a:lnTo>
                  <a:pt x="328613" y="285750"/>
                </a:lnTo>
                <a:lnTo>
                  <a:pt x="323850" y="290513"/>
                </a:lnTo>
                <a:lnTo>
                  <a:pt x="319088" y="295275"/>
                </a:lnTo>
                <a:lnTo>
                  <a:pt x="314325" y="300038"/>
                </a:lnTo>
                <a:lnTo>
                  <a:pt x="314325" y="309563"/>
                </a:lnTo>
                <a:lnTo>
                  <a:pt x="309563" y="314325"/>
                </a:lnTo>
                <a:lnTo>
                  <a:pt x="300038" y="314325"/>
                </a:lnTo>
                <a:lnTo>
                  <a:pt x="295275" y="319088"/>
                </a:lnTo>
                <a:lnTo>
                  <a:pt x="290513" y="323850"/>
                </a:lnTo>
                <a:lnTo>
                  <a:pt x="280988" y="323850"/>
                </a:lnTo>
                <a:lnTo>
                  <a:pt x="276225" y="328613"/>
                </a:lnTo>
                <a:lnTo>
                  <a:pt x="271463" y="333375"/>
                </a:lnTo>
                <a:lnTo>
                  <a:pt x="266700" y="338138"/>
                </a:lnTo>
                <a:lnTo>
                  <a:pt x="261938" y="342900"/>
                </a:lnTo>
                <a:lnTo>
                  <a:pt x="252413" y="342900"/>
                </a:lnTo>
                <a:lnTo>
                  <a:pt x="242888" y="342900"/>
                </a:lnTo>
                <a:lnTo>
                  <a:pt x="238125" y="347663"/>
                </a:lnTo>
                <a:lnTo>
                  <a:pt x="233363" y="352425"/>
                </a:lnTo>
                <a:lnTo>
                  <a:pt x="223838" y="352425"/>
                </a:lnTo>
                <a:lnTo>
                  <a:pt x="214313" y="352425"/>
                </a:lnTo>
                <a:lnTo>
                  <a:pt x="204788" y="352425"/>
                </a:lnTo>
                <a:lnTo>
                  <a:pt x="195263" y="352425"/>
                </a:lnTo>
                <a:lnTo>
                  <a:pt x="185738" y="352425"/>
                </a:lnTo>
                <a:lnTo>
                  <a:pt x="176213" y="352425"/>
                </a:lnTo>
                <a:lnTo>
                  <a:pt x="166688" y="352425"/>
                </a:lnTo>
                <a:lnTo>
                  <a:pt x="157163" y="352425"/>
                </a:lnTo>
                <a:lnTo>
                  <a:pt x="147638" y="352425"/>
                </a:lnTo>
                <a:lnTo>
                  <a:pt x="138113" y="352425"/>
                </a:lnTo>
                <a:lnTo>
                  <a:pt x="133350" y="347663"/>
                </a:lnTo>
                <a:lnTo>
                  <a:pt x="128588" y="342900"/>
                </a:lnTo>
                <a:lnTo>
                  <a:pt x="119063" y="342900"/>
                </a:lnTo>
                <a:lnTo>
                  <a:pt x="114300" y="338138"/>
                </a:lnTo>
                <a:lnTo>
                  <a:pt x="109538" y="333375"/>
                </a:lnTo>
                <a:lnTo>
                  <a:pt x="100013" y="333375"/>
                </a:lnTo>
                <a:lnTo>
                  <a:pt x="90488" y="333375"/>
                </a:lnTo>
                <a:lnTo>
                  <a:pt x="85725" y="328613"/>
                </a:lnTo>
                <a:lnTo>
                  <a:pt x="80963" y="323850"/>
                </a:lnTo>
                <a:lnTo>
                  <a:pt x="76200" y="319088"/>
                </a:lnTo>
                <a:lnTo>
                  <a:pt x="71438" y="314325"/>
                </a:lnTo>
                <a:lnTo>
                  <a:pt x="66675" y="309563"/>
                </a:lnTo>
                <a:lnTo>
                  <a:pt x="66675" y="300038"/>
                </a:lnTo>
                <a:lnTo>
                  <a:pt x="61913" y="295275"/>
                </a:lnTo>
                <a:lnTo>
                  <a:pt x="57150" y="290513"/>
                </a:lnTo>
                <a:lnTo>
                  <a:pt x="52388" y="285750"/>
                </a:lnTo>
                <a:lnTo>
                  <a:pt x="47625" y="280988"/>
                </a:lnTo>
                <a:lnTo>
                  <a:pt x="42863" y="276225"/>
                </a:lnTo>
                <a:lnTo>
                  <a:pt x="33338" y="276225"/>
                </a:lnTo>
                <a:lnTo>
                  <a:pt x="28575" y="271463"/>
                </a:lnTo>
                <a:lnTo>
                  <a:pt x="28575" y="261938"/>
                </a:lnTo>
                <a:lnTo>
                  <a:pt x="28575" y="252413"/>
                </a:lnTo>
                <a:lnTo>
                  <a:pt x="28575" y="242888"/>
                </a:lnTo>
                <a:lnTo>
                  <a:pt x="28575" y="233363"/>
                </a:lnTo>
                <a:lnTo>
                  <a:pt x="28575" y="223838"/>
                </a:lnTo>
                <a:lnTo>
                  <a:pt x="28575" y="214313"/>
                </a:lnTo>
                <a:lnTo>
                  <a:pt x="23813" y="209550"/>
                </a:lnTo>
                <a:lnTo>
                  <a:pt x="19050" y="204788"/>
                </a:lnTo>
                <a:lnTo>
                  <a:pt x="19050" y="195263"/>
                </a:lnTo>
                <a:lnTo>
                  <a:pt x="14288" y="190500"/>
                </a:lnTo>
                <a:lnTo>
                  <a:pt x="4763" y="190500"/>
                </a:lnTo>
                <a:lnTo>
                  <a:pt x="0" y="185738"/>
                </a:lnTo>
                <a:lnTo>
                  <a:pt x="0" y="176213"/>
                </a:lnTo>
                <a:lnTo>
                  <a:pt x="0" y="166688"/>
                </a:lnTo>
                <a:lnTo>
                  <a:pt x="4763" y="161925"/>
                </a:lnTo>
                <a:lnTo>
                  <a:pt x="9525" y="157163"/>
                </a:lnTo>
                <a:lnTo>
                  <a:pt x="14288" y="152400"/>
                </a:lnTo>
                <a:lnTo>
                  <a:pt x="19050" y="147638"/>
                </a:lnTo>
                <a:lnTo>
                  <a:pt x="19050" y="138113"/>
                </a:lnTo>
                <a:lnTo>
                  <a:pt x="19050" y="128588"/>
                </a:lnTo>
                <a:lnTo>
                  <a:pt x="19050" y="119063"/>
                </a:lnTo>
                <a:lnTo>
                  <a:pt x="19050" y="109538"/>
                </a:lnTo>
                <a:lnTo>
                  <a:pt x="19050" y="100013"/>
                </a:lnTo>
                <a:lnTo>
                  <a:pt x="23813" y="95250"/>
                </a:lnTo>
                <a:lnTo>
                  <a:pt x="28575" y="90488"/>
                </a:lnTo>
                <a:lnTo>
                  <a:pt x="33338" y="85725"/>
                </a:lnTo>
                <a:lnTo>
                  <a:pt x="38100" y="80963"/>
                </a:lnTo>
                <a:lnTo>
                  <a:pt x="42863" y="76200"/>
                </a:lnTo>
                <a:lnTo>
                  <a:pt x="47625" y="71438"/>
                </a:lnTo>
                <a:lnTo>
                  <a:pt x="52388" y="66675"/>
                </a:lnTo>
                <a:lnTo>
                  <a:pt x="57150" y="61913"/>
                </a:lnTo>
                <a:lnTo>
                  <a:pt x="61913" y="57150"/>
                </a:lnTo>
                <a:lnTo>
                  <a:pt x="66675" y="52388"/>
                </a:lnTo>
                <a:lnTo>
                  <a:pt x="66675" y="42863"/>
                </a:lnTo>
                <a:lnTo>
                  <a:pt x="71438" y="38100"/>
                </a:lnTo>
                <a:lnTo>
                  <a:pt x="76200" y="33338"/>
                </a:lnTo>
                <a:lnTo>
                  <a:pt x="80963" y="28575"/>
                </a:lnTo>
                <a:lnTo>
                  <a:pt x="90488" y="28575"/>
                </a:lnTo>
                <a:lnTo>
                  <a:pt x="95250" y="23813"/>
                </a:lnTo>
                <a:lnTo>
                  <a:pt x="100013" y="19050"/>
                </a:lnTo>
                <a:lnTo>
                  <a:pt x="104775" y="14288"/>
                </a:lnTo>
                <a:lnTo>
                  <a:pt x="109538" y="9525"/>
                </a:lnTo>
                <a:lnTo>
                  <a:pt x="114300" y="4763"/>
                </a:lnTo>
                <a:close/>
              </a:path>
            </a:pathLst>
          </a:custGeom>
          <a:solidFill xmlns:a="http://schemas.openxmlformats.org/drawingml/2006/main">
            <a:srgbClr val="DCDCDC"/>
          </a:solidFill>
          <a:ln xmlns:a="http://schemas.openxmlformats.org/drawingml/2006/main" w="0">
            <a:noFill/>
            <a:prstDash val="solid"/>
          </a:ln>
        </p:spPr>
      </p:sp>
      <p:sp>
        <p:nvSpPr>
          <p:cNvPr id="41" name="deep-skill-chaining-source-component-0-gradient-222-0">
            <a:extLst xmlns:a="http://schemas.openxmlformats.org/drawingml/2006/main">
              <a:ext uri="{FF2B5EF4-FFF2-40B4-BE49-F238E27FC236}">
                <a16:creationId xmlns:a16="http://schemas.microsoft.com/office/drawing/2014/main" id="{B8108AC6-8D1E-4324-AED6-BD66D1F4D34D}"/>
              </a:ext>
            </a:extLst>
          </p:cNvPr>
          <p:cNvSpPr>
            <a:spLocks xmlns:a="http://schemas.openxmlformats.org/drawingml/2006/main" noGrp="1"/>
          </p:cNvSpPr>
          <p:nvPr/>
        </p:nvSpPr>
        <p:spPr>
          <a:xfrm xmlns:a="http://schemas.openxmlformats.org/drawingml/2006/main" rot="0">
            <a:off x="7429500" y="962025"/>
            <a:ext cx="342900" cy="333375"/>
          </a:xfrm>
          <a:custGeom xmlns:a="http://schemas.openxmlformats.org/drawingml/2006/main">
            <a:pathLst>
              <a:path w="342900" h="333375">
                <a:moveTo>
                  <a:pt x="142875" y="4763"/>
                </a:moveTo>
                <a:lnTo>
                  <a:pt x="147638" y="0"/>
                </a:lnTo>
                <a:lnTo>
                  <a:pt x="157163" y="0"/>
                </a:lnTo>
                <a:lnTo>
                  <a:pt x="166688" y="0"/>
                </a:lnTo>
                <a:lnTo>
                  <a:pt x="176213" y="0"/>
                </a:lnTo>
                <a:lnTo>
                  <a:pt x="180975" y="4763"/>
                </a:lnTo>
                <a:lnTo>
                  <a:pt x="185738" y="9525"/>
                </a:lnTo>
                <a:lnTo>
                  <a:pt x="195263" y="9525"/>
                </a:lnTo>
                <a:lnTo>
                  <a:pt x="204788" y="9525"/>
                </a:lnTo>
                <a:lnTo>
                  <a:pt x="214313" y="9525"/>
                </a:lnTo>
                <a:lnTo>
                  <a:pt x="219075" y="14288"/>
                </a:lnTo>
                <a:lnTo>
                  <a:pt x="223838" y="19050"/>
                </a:lnTo>
                <a:lnTo>
                  <a:pt x="233363" y="19050"/>
                </a:lnTo>
                <a:lnTo>
                  <a:pt x="242888" y="19050"/>
                </a:lnTo>
                <a:lnTo>
                  <a:pt x="247650" y="23813"/>
                </a:lnTo>
                <a:lnTo>
                  <a:pt x="252413" y="28575"/>
                </a:lnTo>
                <a:lnTo>
                  <a:pt x="261938" y="28575"/>
                </a:lnTo>
                <a:lnTo>
                  <a:pt x="266700" y="33338"/>
                </a:lnTo>
                <a:lnTo>
                  <a:pt x="271463" y="38100"/>
                </a:lnTo>
                <a:lnTo>
                  <a:pt x="276225" y="42863"/>
                </a:lnTo>
                <a:lnTo>
                  <a:pt x="280988" y="47625"/>
                </a:lnTo>
                <a:lnTo>
                  <a:pt x="285750" y="52388"/>
                </a:lnTo>
                <a:lnTo>
                  <a:pt x="290513" y="57150"/>
                </a:lnTo>
                <a:lnTo>
                  <a:pt x="295275" y="61913"/>
                </a:lnTo>
                <a:lnTo>
                  <a:pt x="300038" y="66675"/>
                </a:lnTo>
                <a:lnTo>
                  <a:pt x="304800" y="71438"/>
                </a:lnTo>
                <a:lnTo>
                  <a:pt x="309563" y="76200"/>
                </a:lnTo>
                <a:lnTo>
                  <a:pt x="314325" y="80963"/>
                </a:lnTo>
                <a:lnTo>
                  <a:pt x="319088" y="85725"/>
                </a:lnTo>
                <a:lnTo>
                  <a:pt x="323850" y="90488"/>
                </a:lnTo>
                <a:lnTo>
                  <a:pt x="323850" y="100013"/>
                </a:lnTo>
                <a:lnTo>
                  <a:pt x="328613" y="104775"/>
                </a:lnTo>
                <a:lnTo>
                  <a:pt x="333375" y="109538"/>
                </a:lnTo>
                <a:lnTo>
                  <a:pt x="333375" y="119063"/>
                </a:lnTo>
                <a:lnTo>
                  <a:pt x="333375" y="128588"/>
                </a:lnTo>
                <a:lnTo>
                  <a:pt x="333375" y="138113"/>
                </a:lnTo>
                <a:lnTo>
                  <a:pt x="333375" y="147638"/>
                </a:lnTo>
                <a:lnTo>
                  <a:pt x="333375" y="157163"/>
                </a:lnTo>
                <a:lnTo>
                  <a:pt x="338138" y="161925"/>
                </a:lnTo>
                <a:lnTo>
                  <a:pt x="342900" y="166688"/>
                </a:lnTo>
                <a:lnTo>
                  <a:pt x="338138" y="171450"/>
                </a:lnTo>
                <a:lnTo>
                  <a:pt x="333375" y="176213"/>
                </a:lnTo>
                <a:lnTo>
                  <a:pt x="328613" y="180975"/>
                </a:lnTo>
                <a:lnTo>
                  <a:pt x="323850" y="185738"/>
                </a:lnTo>
                <a:lnTo>
                  <a:pt x="323850" y="195263"/>
                </a:lnTo>
                <a:lnTo>
                  <a:pt x="323850" y="204788"/>
                </a:lnTo>
                <a:lnTo>
                  <a:pt x="323850" y="214313"/>
                </a:lnTo>
                <a:lnTo>
                  <a:pt x="323850" y="223838"/>
                </a:lnTo>
                <a:lnTo>
                  <a:pt x="323850" y="233363"/>
                </a:lnTo>
                <a:lnTo>
                  <a:pt x="319088" y="238125"/>
                </a:lnTo>
                <a:lnTo>
                  <a:pt x="314325" y="242888"/>
                </a:lnTo>
                <a:lnTo>
                  <a:pt x="314325" y="252413"/>
                </a:lnTo>
                <a:lnTo>
                  <a:pt x="309563" y="257175"/>
                </a:lnTo>
                <a:lnTo>
                  <a:pt x="304800" y="261938"/>
                </a:lnTo>
                <a:lnTo>
                  <a:pt x="300038" y="266700"/>
                </a:lnTo>
                <a:lnTo>
                  <a:pt x="295275" y="271463"/>
                </a:lnTo>
                <a:lnTo>
                  <a:pt x="290513" y="276225"/>
                </a:lnTo>
                <a:lnTo>
                  <a:pt x="285750" y="280988"/>
                </a:lnTo>
                <a:lnTo>
                  <a:pt x="280988" y="285750"/>
                </a:lnTo>
                <a:lnTo>
                  <a:pt x="276225" y="290513"/>
                </a:lnTo>
                <a:lnTo>
                  <a:pt x="271463" y="295275"/>
                </a:lnTo>
                <a:lnTo>
                  <a:pt x="266700" y="300038"/>
                </a:lnTo>
                <a:lnTo>
                  <a:pt x="261938" y="304800"/>
                </a:lnTo>
                <a:lnTo>
                  <a:pt x="252413" y="304800"/>
                </a:lnTo>
                <a:lnTo>
                  <a:pt x="247650" y="309563"/>
                </a:lnTo>
                <a:lnTo>
                  <a:pt x="242888" y="314325"/>
                </a:lnTo>
                <a:lnTo>
                  <a:pt x="233363" y="314325"/>
                </a:lnTo>
                <a:lnTo>
                  <a:pt x="223838" y="314325"/>
                </a:lnTo>
                <a:lnTo>
                  <a:pt x="219075" y="319088"/>
                </a:lnTo>
                <a:lnTo>
                  <a:pt x="214313" y="323850"/>
                </a:lnTo>
                <a:lnTo>
                  <a:pt x="204788" y="323850"/>
                </a:lnTo>
                <a:lnTo>
                  <a:pt x="195263" y="323850"/>
                </a:lnTo>
                <a:lnTo>
                  <a:pt x="190500" y="328613"/>
                </a:lnTo>
                <a:lnTo>
                  <a:pt x="185738" y="333375"/>
                </a:lnTo>
                <a:lnTo>
                  <a:pt x="176213" y="333375"/>
                </a:lnTo>
                <a:lnTo>
                  <a:pt x="166688" y="333375"/>
                </a:lnTo>
                <a:lnTo>
                  <a:pt x="157163" y="333375"/>
                </a:lnTo>
                <a:lnTo>
                  <a:pt x="147638" y="333375"/>
                </a:lnTo>
                <a:lnTo>
                  <a:pt x="138113" y="333375"/>
                </a:lnTo>
                <a:lnTo>
                  <a:pt x="128588" y="333375"/>
                </a:lnTo>
                <a:lnTo>
                  <a:pt x="123825" y="328613"/>
                </a:lnTo>
                <a:lnTo>
                  <a:pt x="119063" y="323850"/>
                </a:lnTo>
                <a:lnTo>
                  <a:pt x="114300" y="319088"/>
                </a:lnTo>
                <a:lnTo>
                  <a:pt x="109538" y="314325"/>
                </a:lnTo>
                <a:lnTo>
                  <a:pt x="100013" y="314325"/>
                </a:lnTo>
                <a:lnTo>
                  <a:pt x="90488" y="314325"/>
                </a:lnTo>
                <a:lnTo>
                  <a:pt x="80963" y="314325"/>
                </a:lnTo>
                <a:lnTo>
                  <a:pt x="71438" y="314325"/>
                </a:lnTo>
                <a:lnTo>
                  <a:pt x="66675" y="309563"/>
                </a:lnTo>
                <a:lnTo>
                  <a:pt x="66675" y="300038"/>
                </a:lnTo>
                <a:lnTo>
                  <a:pt x="61913" y="295275"/>
                </a:lnTo>
                <a:lnTo>
                  <a:pt x="57150" y="290513"/>
                </a:lnTo>
                <a:lnTo>
                  <a:pt x="57150" y="280988"/>
                </a:lnTo>
                <a:lnTo>
                  <a:pt x="52388" y="276225"/>
                </a:lnTo>
                <a:lnTo>
                  <a:pt x="47625" y="271463"/>
                </a:lnTo>
                <a:lnTo>
                  <a:pt x="42863" y="266700"/>
                </a:lnTo>
                <a:lnTo>
                  <a:pt x="38100" y="261938"/>
                </a:lnTo>
                <a:lnTo>
                  <a:pt x="33338" y="257175"/>
                </a:lnTo>
                <a:lnTo>
                  <a:pt x="28575" y="252413"/>
                </a:lnTo>
                <a:lnTo>
                  <a:pt x="28575" y="242888"/>
                </a:lnTo>
                <a:lnTo>
                  <a:pt x="23813" y="238125"/>
                </a:lnTo>
                <a:lnTo>
                  <a:pt x="19050" y="233363"/>
                </a:lnTo>
                <a:lnTo>
                  <a:pt x="19050" y="223838"/>
                </a:lnTo>
                <a:lnTo>
                  <a:pt x="19050" y="214313"/>
                </a:lnTo>
                <a:lnTo>
                  <a:pt x="19050" y="204788"/>
                </a:lnTo>
                <a:lnTo>
                  <a:pt x="19050" y="195263"/>
                </a:lnTo>
                <a:lnTo>
                  <a:pt x="14288" y="190500"/>
                </a:lnTo>
                <a:lnTo>
                  <a:pt x="9525" y="185738"/>
                </a:lnTo>
                <a:lnTo>
                  <a:pt x="4763" y="180975"/>
                </a:lnTo>
                <a:lnTo>
                  <a:pt x="0" y="176213"/>
                </a:lnTo>
                <a:lnTo>
                  <a:pt x="0" y="166688"/>
                </a:lnTo>
                <a:lnTo>
                  <a:pt x="0" y="157163"/>
                </a:lnTo>
                <a:lnTo>
                  <a:pt x="4763" y="152400"/>
                </a:lnTo>
                <a:lnTo>
                  <a:pt x="9525" y="147638"/>
                </a:lnTo>
                <a:lnTo>
                  <a:pt x="9525" y="138113"/>
                </a:lnTo>
                <a:lnTo>
                  <a:pt x="9525" y="128588"/>
                </a:lnTo>
                <a:lnTo>
                  <a:pt x="9525" y="119063"/>
                </a:lnTo>
                <a:lnTo>
                  <a:pt x="9525" y="109538"/>
                </a:lnTo>
                <a:lnTo>
                  <a:pt x="14288" y="104775"/>
                </a:lnTo>
                <a:lnTo>
                  <a:pt x="19050" y="100013"/>
                </a:lnTo>
                <a:lnTo>
                  <a:pt x="19050" y="90488"/>
                </a:lnTo>
                <a:lnTo>
                  <a:pt x="23813" y="85725"/>
                </a:lnTo>
                <a:lnTo>
                  <a:pt x="28575" y="80963"/>
                </a:lnTo>
                <a:lnTo>
                  <a:pt x="33338" y="76200"/>
                </a:lnTo>
                <a:lnTo>
                  <a:pt x="42863" y="76200"/>
                </a:lnTo>
                <a:lnTo>
                  <a:pt x="47625" y="71438"/>
                </a:lnTo>
                <a:lnTo>
                  <a:pt x="47625" y="61913"/>
                </a:lnTo>
                <a:lnTo>
                  <a:pt x="52388" y="57150"/>
                </a:lnTo>
                <a:lnTo>
                  <a:pt x="57150" y="52388"/>
                </a:lnTo>
                <a:lnTo>
                  <a:pt x="61913" y="47625"/>
                </a:lnTo>
                <a:lnTo>
                  <a:pt x="66675" y="42863"/>
                </a:lnTo>
                <a:lnTo>
                  <a:pt x="71438" y="38100"/>
                </a:lnTo>
                <a:lnTo>
                  <a:pt x="76200" y="33338"/>
                </a:lnTo>
                <a:lnTo>
                  <a:pt x="80963" y="28575"/>
                </a:lnTo>
                <a:lnTo>
                  <a:pt x="90488" y="28575"/>
                </a:lnTo>
                <a:lnTo>
                  <a:pt x="95250" y="23813"/>
                </a:lnTo>
                <a:lnTo>
                  <a:pt x="100013" y="19050"/>
                </a:lnTo>
                <a:lnTo>
                  <a:pt x="109538" y="19050"/>
                </a:lnTo>
                <a:lnTo>
                  <a:pt x="119063" y="19050"/>
                </a:lnTo>
                <a:lnTo>
                  <a:pt x="123825" y="14288"/>
                </a:lnTo>
                <a:lnTo>
                  <a:pt x="128588" y="9525"/>
                </a:lnTo>
                <a:lnTo>
                  <a:pt x="138113" y="9525"/>
                </a:lnTo>
                <a:lnTo>
                  <a:pt x="142875" y="4763"/>
                </a:lnTo>
                <a:close/>
              </a:path>
            </a:pathLst>
          </a:custGeom>
          <a:solidFill xmlns:a="http://schemas.openxmlformats.org/drawingml/2006/main">
            <a:srgbClr val="DEDEDE"/>
          </a:solidFill>
          <a:ln xmlns:a="http://schemas.openxmlformats.org/drawingml/2006/main" w="0">
            <a:noFill/>
            <a:prstDash val="solid"/>
          </a:ln>
        </p:spPr>
      </p:sp>
      <p:sp>
        <p:nvSpPr>
          <p:cNvPr id="42" name="deep-skill-chaining-source-component-0-gradient-224-0">
            <a:extLst xmlns:a="http://schemas.openxmlformats.org/drawingml/2006/main">
              <a:ext uri="{FF2B5EF4-FFF2-40B4-BE49-F238E27FC236}">
                <a16:creationId xmlns:a16="http://schemas.microsoft.com/office/drawing/2014/main" id="{60B9659F-77C2-43DC-8259-D3084ADE9B34}"/>
              </a:ext>
            </a:extLst>
          </p:cNvPr>
          <p:cNvSpPr>
            <a:spLocks xmlns:a="http://schemas.openxmlformats.org/drawingml/2006/main" noGrp="1"/>
          </p:cNvSpPr>
          <p:nvPr/>
        </p:nvSpPr>
        <p:spPr>
          <a:xfrm xmlns:a="http://schemas.openxmlformats.org/drawingml/2006/main" rot="0">
            <a:off x="7439025" y="981075"/>
            <a:ext cx="314325" cy="295275"/>
          </a:xfrm>
          <a:custGeom xmlns:a="http://schemas.openxmlformats.org/drawingml/2006/main">
            <a:pathLst>
              <a:path w="314325" h="295275">
                <a:moveTo>
                  <a:pt x="133350" y="4763"/>
                </a:moveTo>
                <a:lnTo>
                  <a:pt x="138113" y="0"/>
                </a:lnTo>
                <a:lnTo>
                  <a:pt x="147638" y="0"/>
                </a:lnTo>
                <a:lnTo>
                  <a:pt x="157163" y="0"/>
                </a:lnTo>
                <a:lnTo>
                  <a:pt x="166688" y="0"/>
                </a:lnTo>
                <a:lnTo>
                  <a:pt x="176213" y="0"/>
                </a:lnTo>
                <a:lnTo>
                  <a:pt x="180975" y="4763"/>
                </a:lnTo>
                <a:lnTo>
                  <a:pt x="185738" y="9525"/>
                </a:lnTo>
                <a:lnTo>
                  <a:pt x="195263" y="9525"/>
                </a:lnTo>
                <a:lnTo>
                  <a:pt x="204788" y="9525"/>
                </a:lnTo>
                <a:lnTo>
                  <a:pt x="209550" y="14288"/>
                </a:lnTo>
                <a:lnTo>
                  <a:pt x="214313" y="19050"/>
                </a:lnTo>
                <a:lnTo>
                  <a:pt x="223838" y="19050"/>
                </a:lnTo>
                <a:lnTo>
                  <a:pt x="233363" y="19050"/>
                </a:lnTo>
                <a:lnTo>
                  <a:pt x="242888" y="19050"/>
                </a:lnTo>
                <a:lnTo>
                  <a:pt x="247650" y="23813"/>
                </a:lnTo>
                <a:lnTo>
                  <a:pt x="252413" y="28575"/>
                </a:lnTo>
                <a:lnTo>
                  <a:pt x="261938" y="28575"/>
                </a:lnTo>
                <a:lnTo>
                  <a:pt x="266700" y="33338"/>
                </a:lnTo>
                <a:lnTo>
                  <a:pt x="266700" y="42863"/>
                </a:lnTo>
                <a:lnTo>
                  <a:pt x="271463" y="47625"/>
                </a:lnTo>
                <a:lnTo>
                  <a:pt x="276225" y="52388"/>
                </a:lnTo>
                <a:lnTo>
                  <a:pt x="280988" y="57150"/>
                </a:lnTo>
                <a:lnTo>
                  <a:pt x="285750" y="61913"/>
                </a:lnTo>
                <a:lnTo>
                  <a:pt x="285750" y="71438"/>
                </a:lnTo>
                <a:lnTo>
                  <a:pt x="290513" y="76200"/>
                </a:lnTo>
                <a:lnTo>
                  <a:pt x="295275" y="80963"/>
                </a:lnTo>
                <a:lnTo>
                  <a:pt x="300038" y="85725"/>
                </a:lnTo>
                <a:lnTo>
                  <a:pt x="304800" y="90488"/>
                </a:lnTo>
                <a:lnTo>
                  <a:pt x="304800" y="100013"/>
                </a:lnTo>
                <a:lnTo>
                  <a:pt x="304800" y="109538"/>
                </a:lnTo>
                <a:lnTo>
                  <a:pt x="304800" y="119063"/>
                </a:lnTo>
                <a:lnTo>
                  <a:pt x="304800" y="128588"/>
                </a:lnTo>
                <a:lnTo>
                  <a:pt x="304800" y="138113"/>
                </a:lnTo>
                <a:lnTo>
                  <a:pt x="309563" y="142875"/>
                </a:lnTo>
                <a:lnTo>
                  <a:pt x="314325" y="147638"/>
                </a:lnTo>
                <a:lnTo>
                  <a:pt x="309563" y="152400"/>
                </a:lnTo>
                <a:lnTo>
                  <a:pt x="304800" y="157163"/>
                </a:lnTo>
                <a:lnTo>
                  <a:pt x="304800" y="166688"/>
                </a:lnTo>
                <a:lnTo>
                  <a:pt x="300038" y="171450"/>
                </a:lnTo>
                <a:lnTo>
                  <a:pt x="295275" y="176213"/>
                </a:lnTo>
                <a:lnTo>
                  <a:pt x="295275" y="185738"/>
                </a:lnTo>
                <a:lnTo>
                  <a:pt x="295275" y="195263"/>
                </a:lnTo>
                <a:lnTo>
                  <a:pt x="295275" y="204788"/>
                </a:lnTo>
                <a:lnTo>
                  <a:pt x="295275" y="214313"/>
                </a:lnTo>
                <a:lnTo>
                  <a:pt x="290513" y="219075"/>
                </a:lnTo>
                <a:lnTo>
                  <a:pt x="285750" y="223838"/>
                </a:lnTo>
                <a:lnTo>
                  <a:pt x="280988" y="228600"/>
                </a:lnTo>
                <a:lnTo>
                  <a:pt x="276225" y="233363"/>
                </a:lnTo>
                <a:lnTo>
                  <a:pt x="271463" y="238125"/>
                </a:lnTo>
                <a:lnTo>
                  <a:pt x="266700" y="242888"/>
                </a:lnTo>
                <a:lnTo>
                  <a:pt x="266700" y="252413"/>
                </a:lnTo>
                <a:lnTo>
                  <a:pt x="266700" y="261938"/>
                </a:lnTo>
                <a:lnTo>
                  <a:pt x="261938" y="266700"/>
                </a:lnTo>
                <a:lnTo>
                  <a:pt x="252413" y="266700"/>
                </a:lnTo>
                <a:lnTo>
                  <a:pt x="247650" y="271463"/>
                </a:lnTo>
                <a:lnTo>
                  <a:pt x="242888" y="276225"/>
                </a:lnTo>
                <a:lnTo>
                  <a:pt x="233363" y="276225"/>
                </a:lnTo>
                <a:lnTo>
                  <a:pt x="223838" y="276225"/>
                </a:lnTo>
                <a:lnTo>
                  <a:pt x="219075" y="280988"/>
                </a:lnTo>
                <a:lnTo>
                  <a:pt x="214313" y="285750"/>
                </a:lnTo>
                <a:lnTo>
                  <a:pt x="204788" y="285750"/>
                </a:lnTo>
                <a:lnTo>
                  <a:pt x="195263" y="285750"/>
                </a:lnTo>
                <a:lnTo>
                  <a:pt x="185738" y="285750"/>
                </a:lnTo>
                <a:lnTo>
                  <a:pt x="180975" y="290513"/>
                </a:lnTo>
                <a:lnTo>
                  <a:pt x="176213" y="295275"/>
                </a:lnTo>
                <a:lnTo>
                  <a:pt x="166688" y="295275"/>
                </a:lnTo>
                <a:lnTo>
                  <a:pt x="157163" y="295275"/>
                </a:lnTo>
                <a:lnTo>
                  <a:pt x="147638" y="295275"/>
                </a:lnTo>
                <a:lnTo>
                  <a:pt x="138113" y="295275"/>
                </a:lnTo>
                <a:lnTo>
                  <a:pt x="128588" y="295275"/>
                </a:lnTo>
                <a:lnTo>
                  <a:pt x="119063" y="295275"/>
                </a:lnTo>
                <a:lnTo>
                  <a:pt x="114300" y="290513"/>
                </a:lnTo>
                <a:lnTo>
                  <a:pt x="109538" y="285750"/>
                </a:lnTo>
                <a:lnTo>
                  <a:pt x="104775" y="280988"/>
                </a:lnTo>
                <a:lnTo>
                  <a:pt x="100013" y="276225"/>
                </a:lnTo>
                <a:lnTo>
                  <a:pt x="90488" y="276225"/>
                </a:lnTo>
                <a:lnTo>
                  <a:pt x="80963" y="276225"/>
                </a:lnTo>
                <a:lnTo>
                  <a:pt x="76200" y="271463"/>
                </a:lnTo>
                <a:lnTo>
                  <a:pt x="71438" y="266700"/>
                </a:lnTo>
                <a:lnTo>
                  <a:pt x="61913" y="266700"/>
                </a:lnTo>
                <a:lnTo>
                  <a:pt x="57150" y="261938"/>
                </a:lnTo>
                <a:lnTo>
                  <a:pt x="57150" y="252413"/>
                </a:lnTo>
                <a:lnTo>
                  <a:pt x="57150" y="242888"/>
                </a:lnTo>
                <a:lnTo>
                  <a:pt x="52388" y="238125"/>
                </a:lnTo>
                <a:lnTo>
                  <a:pt x="47625" y="233363"/>
                </a:lnTo>
                <a:lnTo>
                  <a:pt x="42863" y="228600"/>
                </a:lnTo>
                <a:lnTo>
                  <a:pt x="38100" y="223838"/>
                </a:lnTo>
                <a:lnTo>
                  <a:pt x="33338" y="219075"/>
                </a:lnTo>
                <a:lnTo>
                  <a:pt x="28575" y="214313"/>
                </a:lnTo>
                <a:lnTo>
                  <a:pt x="28575" y="204788"/>
                </a:lnTo>
                <a:lnTo>
                  <a:pt x="28575" y="195263"/>
                </a:lnTo>
                <a:lnTo>
                  <a:pt x="28575" y="185738"/>
                </a:lnTo>
                <a:lnTo>
                  <a:pt x="28575" y="176213"/>
                </a:lnTo>
                <a:lnTo>
                  <a:pt x="23813" y="171450"/>
                </a:lnTo>
                <a:lnTo>
                  <a:pt x="19050" y="166688"/>
                </a:lnTo>
                <a:lnTo>
                  <a:pt x="14288" y="161925"/>
                </a:lnTo>
                <a:lnTo>
                  <a:pt x="9525" y="157163"/>
                </a:lnTo>
                <a:lnTo>
                  <a:pt x="4763" y="152400"/>
                </a:lnTo>
                <a:lnTo>
                  <a:pt x="0" y="147638"/>
                </a:lnTo>
                <a:lnTo>
                  <a:pt x="4763" y="142875"/>
                </a:lnTo>
                <a:lnTo>
                  <a:pt x="9525" y="138113"/>
                </a:lnTo>
                <a:lnTo>
                  <a:pt x="14288" y="133350"/>
                </a:lnTo>
                <a:lnTo>
                  <a:pt x="19050" y="128588"/>
                </a:lnTo>
                <a:lnTo>
                  <a:pt x="23813" y="123825"/>
                </a:lnTo>
                <a:lnTo>
                  <a:pt x="28575" y="119063"/>
                </a:lnTo>
                <a:lnTo>
                  <a:pt x="28575" y="109538"/>
                </a:lnTo>
                <a:lnTo>
                  <a:pt x="28575" y="100013"/>
                </a:lnTo>
                <a:lnTo>
                  <a:pt x="28575" y="90488"/>
                </a:lnTo>
                <a:lnTo>
                  <a:pt x="28575" y="80963"/>
                </a:lnTo>
                <a:lnTo>
                  <a:pt x="33338" y="76200"/>
                </a:lnTo>
                <a:lnTo>
                  <a:pt x="38100" y="71438"/>
                </a:lnTo>
                <a:lnTo>
                  <a:pt x="42863" y="66675"/>
                </a:lnTo>
                <a:lnTo>
                  <a:pt x="47625" y="61913"/>
                </a:lnTo>
                <a:lnTo>
                  <a:pt x="47625" y="52388"/>
                </a:lnTo>
                <a:lnTo>
                  <a:pt x="52388" y="47625"/>
                </a:lnTo>
                <a:lnTo>
                  <a:pt x="57150" y="42863"/>
                </a:lnTo>
                <a:lnTo>
                  <a:pt x="57150" y="33338"/>
                </a:lnTo>
                <a:lnTo>
                  <a:pt x="61913" y="28575"/>
                </a:lnTo>
                <a:lnTo>
                  <a:pt x="71438" y="28575"/>
                </a:lnTo>
                <a:lnTo>
                  <a:pt x="76200" y="23813"/>
                </a:lnTo>
                <a:lnTo>
                  <a:pt x="80963" y="19050"/>
                </a:lnTo>
                <a:lnTo>
                  <a:pt x="90488" y="19050"/>
                </a:lnTo>
                <a:lnTo>
                  <a:pt x="100013" y="19050"/>
                </a:lnTo>
                <a:lnTo>
                  <a:pt x="109538" y="19050"/>
                </a:lnTo>
                <a:lnTo>
                  <a:pt x="114300" y="14288"/>
                </a:lnTo>
                <a:lnTo>
                  <a:pt x="119063" y="9525"/>
                </a:lnTo>
                <a:lnTo>
                  <a:pt x="128588" y="9525"/>
                </a:lnTo>
                <a:lnTo>
                  <a:pt x="133350" y="4763"/>
                </a:lnTo>
                <a:close/>
              </a:path>
            </a:pathLst>
          </a:custGeom>
          <a:solidFill xmlns:a="http://schemas.openxmlformats.org/drawingml/2006/main">
            <a:srgbClr val="E0E0E0"/>
          </a:solidFill>
          <a:ln xmlns:a="http://schemas.openxmlformats.org/drawingml/2006/main" w="0">
            <a:noFill/>
            <a:prstDash val="solid"/>
          </a:ln>
        </p:spPr>
      </p:sp>
      <p:sp>
        <p:nvSpPr>
          <p:cNvPr id="43" name="deep-skill-chaining-source-component-0-gradient-226-0">
            <a:extLst xmlns:a="http://schemas.openxmlformats.org/drawingml/2006/main">
              <a:ext uri="{FF2B5EF4-FFF2-40B4-BE49-F238E27FC236}">
                <a16:creationId xmlns:a16="http://schemas.microsoft.com/office/drawing/2014/main" id="{1D2C18F1-773C-4199-B5A0-13F69ADA3AE5}"/>
              </a:ext>
            </a:extLst>
          </p:cNvPr>
          <p:cNvSpPr>
            <a:spLocks xmlns:a="http://schemas.openxmlformats.org/drawingml/2006/main" noGrp="1"/>
          </p:cNvSpPr>
          <p:nvPr/>
        </p:nvSpPr>
        <p:spPr>
          <a:xfrm xmlns:a="http://schemas.openxmlformats.org/drawingml/2006/main" rot="0">
            <a:off x="7467600" y="1000125"/>
            <a:ext cx="266700" cy="257175"/>
          </a:xfrm>
          <a:custGeom xmlns:a="http://schemas.openxmlformats.org/drawingml/2006/main">
            <a:pathLst>
              <a:path w="266700" h="257175">
                <a:moveTo>
                  <a:pt x="95250" y="4763"/>
                </a:move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5738" y="9525"/>
                </a:lnTo>
                <a:lnTo>
                  <a:pt x="195263" y="9525"/>
                </a:lnTo>
                <a:lnTo>
                  <a:pt x="204788" y="9525"/>
                </a:lnTo>
                <a:lnTo>
                  <a:pt x="209550" y="14288"/>
                </a:lnTo>
                <a:lnTo>
                  <a:pt x="214313" y="19050"/>
                </a:lnTo>
                <a:lnTo>
                  <a:pt x="219075" y="23813"/>
                </a:lnTo>
                <a:lnTo>
                  <a:pt x="223838" y="28575"/>
                </a:lnTo>
                <a:lnTo>
                  <a:pt x="228600" y="33338"/>
                </a:lnTo>
                <a:lnTo>
                  <a:pt x="233363" y="38100"/>
                </a:lnTo>
                <a:lnTo>
                  <a:pt x="238125" y="42863"/>
                </a:lnTo>
                <a:lnTo>
                  <a:pt x="238125" y="52388"/>
                </a:lnTo>
                <a:lnTo>
                  <a:pt x="242888" y="57150"/>
                </a:lnTo>
                <a:lnTo>
                  <a:pt x="247650" y="61913"/>
                </a:lnTo>
                <a:lnTo>
                  <a:pt x="252413" y="66675"/>
                </a:lnTo>
                <a:lnTo>
                  <a:pt x="257175" y="71438"/>
                </a:lnTo>
                <a:lnTo>
                  <a:pt x="257175" y="80963"/>
                </a:lnTo>
                <a:lnTo>
                  <a:pt x="257175" y="90488"/>
                </a:lnTo>
                <a:lnTo>
                  <a:pt x="257175" y="100013"/>
                </a:lnTo>
                <a:lnTo>
                  <a:pt x="257175" y="109538"/>
                </a:lnTo>
                <a:lnTo>
                  <a:pt x="261938" y="114300"/>
                </a:lnTo>
                <a:lnTo>
                  <a:pt x="266700" y="119063"/>
                </a:lnTo>
                <a:lnTo>
                  <a:pt x="266700" y="128588"/>
                </a:lnTo>
                <a:lnTo>
                  <a:pt x="266700" y="138113"/>
                </a:lnTo>
                <a:lnTo>
                  <a:pt x="261938" y="142875"/>
                </a:lnTo>
                <a:lnTo>
                  <a:pt x="257175" y="147638"/>
                </a:lnTo>
                <a:lnTo>
                  <a:pt x="257175" y="157163"/>
                </a:lnTo>
                <a:lnTo>
                  <a:pt x="257175" y="166688"/>
                </a:lnTo>
                <a:lnTo>
                  <a:pt x="257175" y="176213"/>
                </a:lnTo>
                <a:lnTo>
                  <a:pt x="257175" y="185738"/>
                </a:lnTo>
                <a:lnTo>
                  <a:pt x="252413" y="190500"/>
                </a:lnTo>
                <a:lnTo>
                  <a:pt x="247650" y="195263"/>
                </a:lnTo>
                <a:lnTo>
                  <a:pt x="242888" y="200025"/>
                </a:lnTo>
                <a:lnTo>
                  <a:pt x="238125" y="204788"/>
                </a:lnTo>
                <a:lnTo>
                  <a:pt x="233363" y="209550"/>
                </a:lnTo>
                <a:lnTo>
                  <a:pt x="228600" y="214313"/>
                </a:lnTo>
                <a:lnTo>
                  <a:pt x="223838" y="219075"/>
                </a:lnTo>
                <a:lnTo>
                  <a:pt x="219075" y="223838"/>
                </a:lnTo>
                <a:lnTo>
                  <a:pt x="214313" y="228600"/>
                </a:lnTo>
                <a:lnTo>
                  <a:pt x="209550" y="233363"/>
                </a:lnTo>
                <a:lnTo>
                  <a:pt x="209550" y="242888"/>
                </a:lnTo>
                <a:lnTo>
                  <a:pt x="204788" y="247650"/>
                </a:lnTo>
                <a:lnTo>
                  <a:pt x="195263" y="247650"/>
                </a:lnTo>
                <a:lnTo>
                  <a:pt x="185738" y="247650"/>
                </a:lnTo>
                <a:lnTo>
                  <a:pt x="176213" y="247650"/>
                </a:lnTo>
                <a:lnTo>
                  <a:pt x="166688" y="247650"/>
                </a:lnTo>
                <a:lnTo>
                  <a:pt x="157163" y="247650"/>
                </a:lnTo>
                <a:lnTo>
                  <a:pt x="152400" y="252413"/>
                </a:lnTo>
                <a:lnTo>
                  <a:pt x="147638" y="257175"/>
                </a:lnTo>
                <a:lnTo>
                  <a:pt x="138113" y="257175"/>
                </a:lnTo>
                <a:lnTo>
                  <a:pt x="128588" y="257175"/>
                </a:lnTo>
                <a:lnTo>
                  <a:pt x="119063" y="257175"/>
                </a:lnTo>
                <a:lnTo>
                  <a:pt x="109538" y="257175"/>
                </a:lnTo>
                <a:lnTo>
                  <a:pt x="100013" y="257175"/>
                </a:lnTo>
                <a:lnTo>
                  <a:pt x="90488" y="257175"/>
                </a:lnTo>
                <a:lnTo>
                  <a:pt x="85725" y="252413"/>
                </a:lnTo>
                <a:lnTo>
                  <a:pt x="80963" y="247650"/>
                </a:lnTo>
                <a:lnTo>
                  <a:pt x="71438" y="247650"/>
                </a:lnTo>
                <a:lnTo>
                  <a:pt x="61913" y="247650"/>
                </a:lnTo>
                <a:lnTo>
                  <a:pt x="57150" y="242888"/>
                </a:lnTo>
                <a:lnTo>
                  <a:pt x="57150" y="233363"/>
                </a:lnTo>
                <a:lnTo>
                  <a:pt x="52388" y="228600"/>
                </a:lnTo>
                <a:lnTo>
                  <a:pt x="47625" y="223838"/>
                </a:lnTo>
                <a:lnTo>
                  <a:pt x="42863" y="219075"/>
                </a:lnTo>
                <a:lnTo>
                  <a:pt x="38100" y="214313"/>
                </a:lnTo>
                <a:lnTo>
                  <a:pt x="33338" y="209550"/>
                </a:lnTo>
                <a:lnTo>
                  <a:pt x="28575" y="204788"/>
                </a:lnTo>
                <a:lnTo>
                  <a:pt x="23813" y="200025"/>
                </a:lnTo>
                <a:lnTo>
                  <a:pt x="19050" y="195263"/>
                </a:lnTo>
                <a:lnTo>
                  <a:pt x="19050" y="185738"/>
                </a:lnTo>
                <a:lnTo>
                  <a:pt x="19050" y="176213"/>
                </a:lnTo>
                <a:lnTo>
                  <a:pt x="19050" y="166688"/>
                </a:lnTo>
                <a:lnTo>
                  <a:pt x="14288" y="161925"/>
                </a:lnTo>
                <a:lnTo>
                  <a:pt x="9525" y="157163"/>
                </a:lnTo>
                <a:lnTo>
                  <a:pt x="9525" y="147638"/>
                </a:lnTo>
                <a:lnTo>
                  <a:pt x="4763" y="142875"/>
                </a:lnTo>
                <a:lnTo>
                  <a:pt x="0" y="138113"/>
                </a:lnTo>
                <a:lnTo>
                  <a:pt x="0" y="128588"/>
                </a:lnTo>
                <a:lnTo>
                  <a:pt x="0" y="119063"/>
                </a:lnTo>
                <a:lnTo>
                  <a:pt x="4763" y="114300"/>
                </a:lnTo>
                <a:lnTo>
                  <a:pt x="9525" y="109538"/>
                </a:lnTo>
                <a:lnTo>
                  <a:pt x="9525" y="100013"/>
                </a:lnTo>
                <a:lnTo>
                  <a:pt x="9525" y="90488"/>
                </a:lnTo>
                <a:lnTo>
                  <a:pt x="9525" y="80963"/>
                </a:lnTo>
                <a:lnTo>
                  <a:pt x="14288" y="76200"/>
                </a:lnTo>
                <a:lnTo>
                  <a:pt x="19050" y="71438"/>
                </a:lnTo>
                <a:lnTo>
                  <a:pt x="19050" y="61913"/>
                </a:lnTo>
                <a:lnTo>
                  <a:pt x="23813" y="57150"/>
                </a:lnTo>
                <a:lnTo>
                  <a:pt x="28575" y="52388"/>
                </a:lnTo>
                <a:lnTo>
                  <a:pt x="28575" y="42863"/>
                </a:lnTo>
                <a:lnTo>
                  <a:pt x="33338" y="38100"/>
                </a:lnTo>
                <a:lnTo>
                  <a:pt x="42863" y="38100"/>
                </a:lnTo>
                <a:lnTo>
                  <a:pt x="47625" y="33338"/>
                </a:lnTo>
                <a:lnTo>
                  <a:pt x="52388" y="28575"/>
                </a:lnTo>
                <a:lnTo>
                  <a:pt x="57150" y="23813"/>
                </a:lnTo>
                <a:lnTo>
                  <a:pt x="57150" y="14288"/>
                </a:lnTo>
                <a:lnTo>
                  <a:pt x="61913" y="9525"/>
                </a:lnTo>
                <a:lnTo>
                  <a:pt x="71438" y="9525"/>
                </a:lnTo>
                <a:lnTo>
                  <a:pt x="80963" y="9525"/>
                </a:lnTo>
                <a:lnTo>
                  <a:pt x="90488" y="9525"/>
                </a:lnTo>
                <a:lnTo>
                  <a:pt x="95250" y="4763"/>
                </a:lnTo>
                <a:close/>
              </a:path>
            </a:pathLst>
          </a:custGeom>
          <a:solidFill xmlns:a="http://schemas.openxmlformats.org/drawingml/2006/main">
            <a:srgbClr val="E2E2E2"/>
          </a:solidFill>
          <a:ln xmlns:a="http://schemas.openxmlformats.org/drawingml/2006/main" w="0">
            <a:noFill/>
            <a:prstDash val="solid"/>
          </a:ln>
        </p:spPr>
      </p:sp>
      <p:sp>
        <p:nvSpPr>
          <p:cNvPr id="44" name="deep-skill-chaining-source-component-0-gradient-228-0">
            <a:extLst xmlns:a="http://schemas.openxmlformats.org/drawingml/2006/main">
              <a:ext uri="{FF2B5EF4-FFF2-40B4-BE49-F238E27FC236}">
                <a16:creationId xmlns:a16="http://schemas.microsoft.com/office/drawing/2014/main" id="{4BEA7BC1-2C14-4B8B-9485-7DEA78E2A3B2}"/>
              </a:ext>
            </a:extLst>
          </p:cNvPr>
          <p:cNvSpPr>
            <a:spLocks xmlns:a="http://schemas.openxmlformats.org/drawingml/2006/main" noGrp="1"/>
          </p:cNvSpPr>
          <p:nvPr/>
        </p:nvSpPr>
        <p:spPr>
          <a:xfrm xmlns:a="http://schemas.openxmlformats.org/drawingml/2006/main" rot="0">
            <a:off x="7477125" y="1009650"/>
            <a:ext cx="247650" cy="238125"/>
          </a:xfrm>
          <a:custGeom xmlns:a="http://schemas.openxmlformats.org/drawingml/2006/main">
            <a:pathLst>
              <a:path w="247650" h="238125">
                <a:moveTo>
                  <a:pt x="104775" y="4763"/>
                </a:moveTo>
                <a:lnTo>
                  <a:pt x="109538" y="0"/>
                </a:lnTo>
                <a:lnTo>
                  <a:pt x="119063" y="0"/>
                </a:lnTo>
                <a:lnTo>
                  <a:pt x="128588" y="0"/>
                </a:lnTo>
                <a:lnTo>
                  <a:pt x="138113" y="0"/>
                </a:lnTo>
                <a:lnTo>
                  <a:pt x="142875" y="4763"/>
                </a:lnTo>
                <a:lnTo>
                  <a:pt x="147638" y="9525"/>
                </a:lnTo>
                <a:lnTo>
                  <a:pt x="157163" y="9525"/>
                </a:lnTo>
                <a:lnTo>
                  <a:pt x="161925" y="14288"/>
                </a:lnTo>
                <a:lnTo>
                  <a:pt x="166688" y="19050"/>
                </a:lnTo>
                <a:lnTo>
                  <a:pt x="176213" y="19050"/>
                </a:lnTo>
                <a:lnTo>
                  <a:pt x="180975" y="23813"/>
                </a:lnTo>
                <a:lnTo>
                  <a:pt x="185738" y="28575"/>
                </a:lnTo>
                <a:lnTo>
                  <a:pt x="195263" y="28575"/>
                </a:lnTo>
                <a:lnTo>
                  <a:pt x="200025" y="33338"/>
                </a:lnTo>
                <a:lnTo>
                  <a:pt x="204788" y="38100"/>
                </a:lnTo>
                <a:lnTo>
                  <a:pt x="209550" y="42863"/>
                </a:lnTo>
                <a:lnTo>
                  <a:pt x="214313" y="47625"/>
                </a:lnTo>
                <a:lnTo>
                  <a:pt x="219075" y="52388"/>
                </a:lnTo>
                <a:lnTo>
                  <a:pt x="223838" y="57150"/>
                </a:lnTo>
                <a:lnTo>
                  <a:pt x="228600" y="61913"/>
                </a:lnTo>
                <a:lnTo>
                  <a:pt x="228600" y="71438"/>
                </a:lnTo>
                <a:lnTo>
                  <a:pt x="228600" y="80963"/>
                </a:lnTo>
                <a:lnTo>
                  <a:pt x="228600" y="90488"/>
                </a:lnTo>
                <a:lnTo>
                  <a:pt x="233363" y="95250"/>
                </a:lnTo>
                <a:lnTo>
                  <a:pt x="238125" y="100013"/>
                </a:lnTo>
                <a:lnTo>
                  <a:pt x="238125" y="109538"/>
                </a:lnTo>
                <a:lnTo>
                  <a:pt x="242888" y="114300"/>
                </a:lnTo>
                <a:lnTo>
                  <a:pt x="247650" y="119063"/>
                </a:lnTo>
                <a:lnTo>
                  <a:pt x="242888" y="123825"/>
                </a:lnTo>
                <a:lnTo>
                  <a:pt x="238125" y="128588"/>
                </a:lnTo>
                <a:lnTo>
                  <a:pt x="233363" y="133350"/>
                </a:lnTo>
                <a:lnTo>
                  <a:pt x="228600" y="138113"/>
                </a:lnTo>
                <a:lnTo>
                  <a:pt x="228600" y="147638"/>
                </a:lnTo>
                <a:lnTo>
                  <a:pt x="228600" y="157163"/>
                </a:lnTo>
                <a:lnTo>
                  <a:pt x="228600" y="166688"/>
                </a:lnTo>
                <a:lnTo>
                  <a:pt x="228600" y="176213"/>
                </a:lnTo>
                <a:lnTo>
                  <a:pt x="223838" y="180975"/>
                </a:lnTo>
                <a:lnTo>
                  <a:pt x="219075" y="185738"/>
                </a:lnTo>
                <a:lnTo>
                  <a:pt x="214313" y="190500"/>
                </a:lnTo>
                <a:lnTo>
                  <a:pt x="209550" y="195263"/>
                </a:lnTo>
                <a:lnTo>
                  <a:pt x="204788" y="200025"/>
                </a:lnTo>
                <a:lnTo>
                  <a:pt x="200025" y="204788"/>
                </a:lnTo>
                <a:lnTo>
                  <a:pt x="195263" y="209550"/>
                </a:lnTo>
                <a:lnTo>
                  <a:pt x="185738" y="209550"/>
                </a:lnTo>
                <a:lnTo>
                  <a:pt x="180975" y="214313"/>
                </a:lnTo>
                <a:lnTo>
                  <a:pt x="176213" y="219075"/>
                </a:lnTo>
                <a:lnTo>
                  <a:pt x="171450" y="223838"/>
                </a:lnTo>
                <a:lnTo>
                  <a:pt x="166688" y="228600"/>
                </a:lnTo>
                <a:lnTo>
                  <a:pt x="157163" y="228600"/>
                </a:lnTo>
                <a:lnTo>
                  <a:pt x="147638" y="228600"/>
                </a:lnTo>
                <a:lnTo>
                  <a:pt x="138113" y="228600"/>
                </a:lnTo>
                <a:lnTo>
                  <a:pt x="128588" y="228600"/>
                </a:lnTo>
                <a:lnTo>
                  <a:pt x="119063" y="228600"/>
                </a:lnTo>
                <a:lnTo>
                  <a:pt x="114300" y="233363"/>
                </a:lnTo>
                <a:lnTo>
                  <a:pt x="109538" y="238125"/>
                </a:lnTo>
                <a:lnTo>
                  <a:pt x="104775" y="233363"/>
                </a:lnTo>
                <a:lnTo>
                  <a:pt x="100013" y="228600"/>
                </a:lnTo>
                <a:lnTo>
                  <a:pt x="90488" y="228600"/>
                </a:lnTo>
                <a:lnTo>
                  <a:pt x="80963" y="228600"/>
                </a:lnTo>
                <a:lnTo>
                  <a:pt x="76200" y="223838"/>
                </a:lnTo>
                <a:lnTo>
                  <a:pt x="71438" y="219075"/>
                </a:lnTo>
                <a:lnTo>
                  <a:pt x="66675" y="214313"/>
                </a:lnTo>
                <a:lnTo>
                  <a:pt x="61913" y="209550"/>
                </a:lnTo>
                <a:lnTo>
                  <a:pt x="52388" y="209550"/>
                </a:lnTo>
                <a:lnTo>
                  <a:pt x="47625" y="204788"/>
                </a:lnTo>
                <a:lnTo>
                  <a:pt x="42863" y="200025"/>
                </a:lnTo>
                <a:lnTo>
                  <a:pt x="38100" y="195263"/>
                </a:lnTo>
                <a:lnTo>
                  <a:pt x="33338" y="190500"/>
                </a:lnTo>
                <a:lnTo>
                  <a:pt x="28575" y="185738"/>
                </a:lnTo>
                <a:lnTo>
                  <a:pt x="23813" y="180975"/>
                </a:lnTo>
                <a:lnTo>
                  <a:pt x="19050" y="176213"/>
                </a:lnTo>
                <a:lnTo>
                  <a:pt x="19050" y="166688"/>
                </a:lnTo>
                <a:lnTo>
                  <a:pt x="19050" y="157163"/>
                </a:lnTo>
                <a:lnTo>
                  <a:pt x="19050" y="147638"/>
                </a:lnTo>
                <a:lnTo>
                  <a:pt x="19050" y="138113"/>
                </a:lnTo>
                <a:lnTo>
                  <a:pt x="14288" y="133350"/>
                </a:lnTo>
                <a:lnTo>
                  <a:pt x="9525" y="128588"/>
                </a:lnTo>
                <a:lnTo>
                  <a:pt x="4763" y="123825"/>
                </a:lnTo>
                <a:lnTo>
                  <a:pt x="0" y="119063"/>
                </a:lnTo>
                <a:lnTo>
                  <a:pt x="4763" y="114300"/>
                </a:lnTo>
                <a:lnTo>
                  <a:pt x="9525" y="109538"/>
                </a:lnTo>
                <a:lnTo>
                  <a:pt x="9525" y="100013"/>
                </a:lnTo>
                <a:lnTo>
                  <a:pt x="14288" y="95250"/>
                </a:lnTo>
                <a:lnTo>
                  <a:pt x="19050" y="90488"/>
                </a:lnTo>
                <a:lnTo>
                  <a:pt x="19050" y="80963"/>
                </a:lnTo>
                <a:lnTo>
                  <a:pt x="19050" y="71438"/>
                </a:lnTo>
                <a:lnTo>
                  <a:pt x="19050" y="61913"/>
                </a:lnTo>
                <a:lnTo>
                  <a:pt x="23813" y="57150"/>
                </a:lnTo>
                <a:lnTo>
                  <a:pt x="28575" y="52388"/>
                </a:lnTo>
                <a:lnTo>
                  <a:pt x="33338" y="47625"/>
                </a:lnTo>
                <a:lnTo>
                  <a:pt x="38100" y="42863"/>
                </a:lnTo>
                <a:lnTo>
                  <a:pt x="42863" y="38100"/>
                </a:lnTo>
                <a:lnTo>
                  <a:pt x="47625" y="33338"/>
                </a:lnTo>
                <a:lnTo>
                  <a:pt x="52388" y="28575"/>
                </a:lnTo>
                <a:lnTo>
                  <a:pt x="57150" y="23813"/>
                </a:lnTo>
                <a:lnTo>
                  <a:pt x="61913" y="19050"/>
                </a:lnTo>
                <a:lnTo>
                  <a:pt x="71438" y="19050"/>
                </a:lnTo>
                <a:lnTo>
                  <a:pt x="76200" y="14288"/>
                </a:lnTo>
                <a:lnTo>
                  <a:pt x="80963" y="9525"/>
                </a:lnTo>
                <a:lnTo>
                  <a:pt x="90488" y="9525"/>
                </a:lnTo>
                <a:lnTo>
                  <a:pt x="100013" y="9525"/>
                </a:lnTo>
                <a:lnTo>
                  <a:pt x="104775" y="4763"/>
                </a:lnTo>
                <a:close/>
              </a:path>
            </a:pathLst>
          </a:custGeom>
          <a:solidFill xmlns:a="http://schemas.openxmlformats.org/drawingml/2006/main">
            <a:srgbClr val="E4E4E4"/>
          </a:solidFill>
          <a:ln xmlns:a="http://schemas.openxmlformats.org/drawingml/2006/main" w="0">
            <a:noFill/>
            <a:prstDash val="solid"/>
          </a:ln>
        </p:spPr>
      </p:sp>
      <p:sp>
        <p:nvSpPr>
          <p:cNvPr id="45" name="deep-skill-chaining-source-component-0-gradient-230-0">
            <a:extLst xmlns:a="http://schemas.openxmlformats.org/drawingml/2006/main">
              <a:ext uri="{FF2B5EF4-FFF2-40B4-BE49-F238E27FC236}">
                <a16:creationId xmlns:a16="http://schemas.microsoft.com/office/drawing/2014/main" id="{13E0E12C-1897-4072-AEC2-1D6051E58D17}"/>
              </a:ext>
            </a:extLst>
          </p:cNvPr>
          <p:cNvSpPr>
            <a:spLocks xmlns:a="http://schemas.openxmlformats.org/drawingml/2006/main" noGrp="1"/>
          </p:cNvSpPr>
          <p:nvPr/>
        </p:nvSpPr>
        <p:spPr>
          <a:xfrm xmlns:a="http://schemas.openxmlformats.org/drawingml/2006/main" rot="0">
            <a:off x="7496175" y="1038225"/>
            <a:ext cx="209550" cy="190500"/>
          </a:xfrm>
          <a:custGeom xmlns:a="http://schemas.openxmlformats.org/drawingml/2006/main">
            <a:pathLst>
              <a:path w="209550" h="190500">
                <a:moveTo>
                  <a:pt x="57150" y="4763"/>
                </a:move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2400" y="4763"/>
                </a:lnTo>
                <a:lnTo>
                  <a:pt x="157163" y="9525"/>
                </a:lnTo>
                <a:lnTo>
                  <a:pt x="161925" y="14288"/>
                </a:lnTo>
                <a:lnTo>
                  <a:pt x="166688" y="19050"/>
                </a:lnTo>
                <a:lnTo>
                  <a:pt x="176213" y="19050"/>
                </a:lnTo>
                <a:lnTo>
                  <a:pt x="180975" y="23813"/>
                </a:lnTo>
                <a:lnTo>
                  <a:pt x="185738" y="28575"/>
                </a:lnTo>
                <a:lnTo>
                  <a:pt x="190500" y="33338"/>
                </a:lnTo>
                <a:lnTo>
                  <a:pt x="190500" y="42863"/>
                </a:lnTo>
                <a:lnTo>
                  <a:pt x="190500" y="52388"/>
                </a:lnTo>
                <a:lnTo>
                  <a:pt x="195263" y="57150"/>
                </a:lnTo>
                <a:lnTo>
                  <a:pt x="200025" y="61913"/>
                </a:lnTo>
                <a:lnTo>
                  <a:pt x="200025" y="71438"/>
                </a:lnTo>
                <a:lnTo>
                  <a:pt x="200025" y="80963"/>
                </a:lnTo>
                <a:lnTo>
                  <a:pt x="204788" y="85725"/>
                </a:lnTo>
                <a:lnTo>
                  <a:pt x="209550" y="90488"/>
                </a:lnTo>
                <a:lnTo>
                  <a:pt x="204788" y="95250"/>
                </a:lnTo>
                <a:lnTo>
                  <a:pt x="200025" y="100013"/>
                </a:lnTo>
                <a:lnTo>
                  <a:pt x="195263" y="104775"/>
                </a:lnTo>
                <a:lnTo>
                  <a:pt x="190500" y="109538"/>
                </a:lnTo>
                <a:lnTo>
                  <a:pt x="190500" y="119063"/>
                </a:lnTo>
                <a:lnTo>
                  <a:pt x="190500" y="128588"/>
                </a:lnTo>
                <a:lnTo>
                  <a:pt x="190500" y="138113"/>
                </a:lnTo>
                <a:lnTo>
                  <a:pt x="190500" y="147638"/>
                </a:lnTo>
                <a:lnTo>
                  <a:pt x="185738" y="152400"/>
                </a:lnTo>
                <a:lnTo>
                  <a:pt x="180975" y="157163"/>
                </a:lnTo>
                <a:lnTo>
                  <a:pt x="176213" y="161925"/>
                </a:lnTo>
                <a:lnTo>
                  <a:pt x="166688" y="161925"/>
                </a:lnTo>
                <a:lnTo>
                  <a:pt x="161925" y="166688"/>
                </a:lnTo>
                <a:lnTo>
                  <a:pt x="157163" y="171450"/>
                </a:lnTo>
                <a:lnTo>
                  <a:pt x="152400" y="176213"/>
                </a:lnTo>
                <a:lnTo>
                  <a:pt x="147638" y="180975"/>
                </a:lnTo>
                <a:lnTo>
                  <a:pt x="138113" y="180975"/>
                </a:lnTo>
                <a:lnTo>
                  <a:pt x="128588" y="180975"/>
                </a:lnTo>
                <a:lnTo>
                  <a:pt x="119063" y="180975"/>
                </a:lnTo>
                <a:lnTo>
                  <a:pt x="109538" y="180975"/>
                </a:lnTo>
                <a:lnTo>
                  <a:pt x="100013" y="180975"/>
                </a:lnTo>
                <a:lnTo>
                  <a:pt x="95250" y="185738"/>
                </a:lnTo>
                <a:lnTo>
                  <a:pt x="90488" y="190500"/>
                </a:lnTo>
                <a:lnTo>
                  <a:pt x="85725" y="185738"/>
                </a:lnTo>
                <a:lnTo>
                  <a:pt x="80963" y="180975"/>
                </a:lnTo>
                <a:lnTo>
                  <a:pt x="71438" y="180975"/>
                </a:lnTo>
                <a:lnTo>
                  <a:pt x="61913" y="180975"/>
                </a:lnTo>
                <a:lnTo>
                  <a:pt x="57150" y="176213"/>
                </a:lnTo>
                <a:lnTo>
                  <a:pt x="52388" y="171450"/>
                </a:lnTo>
                <a:lnTo>
                  <a:pt x="47625" y="166688"/>
                </a:lnTo>
                <a:lnTo>
                  <a:pt x="42863" y="161925"/>
                </a:lnTo>
                <a:lnTo>
                  <a:pt x="33338" y="161925"/>
                </a:lnTo>
                <a:lnTo>
                  <a:pt x="28575" y="157163"/>
                </a:lnTo>
                <a:lnTo>
                  <a:pt x="28575" y="147638"/>
                </a:lnTo>
                <a:lnTo>
                  <a:pt x="28575" y="138113"/>
                </a:lnTo>
                <a:lnTo>
                  <a:pt x="28575" y="128588"/>
                </a:lnTo>
                <a:lnTo>
                  <a:pt x="23813" y="123825"/>
                </a:lnTo>
                <a:lnTo>
                  <a:pt x="19050" y="119063"/>
                </a:lnTo>
                <a:lnTo>
                  <a:pt x="19050" y="109538"/>
                </a:lnTo>
                <a:lnTo>
                  <a:pt x="14288" y="104775"/>
                </a:lnTo>
                <a:lnTo>
                  <a:pt x="4763" y="104775"/>
                </a:lnTo>
                <a:lnTo>
                  <a:pt x="0" y="100013"/>
                </a:lnTo>
                <a:lnTo>
                  <a:pt x="0" y="90488"/>
                </a:lnTo>
                <a:lnTo>
                  <a:pt x="0" y="80963"/>
                </a:lnTo>
                <a:lnTo>
                  <a:pt x="4763" y="76200"/>
                </a:lnTo>
                <a:lnTo>
                  <a:pt x="9525" y="71438"/>
                </a:lnTo>
                <a:lnTo>
                  <a:pt x="14288" y="66675"/>
                </a:lnTo>
                <a:lnTo>
                  <a:pt x="19050" y="61913"/>
                </a:lnTo>
                <a:lnTo>
                  <a:pt x="19050" y="52388"/>
                </a:lnTo>
                <a:lnTo>
                  <a:pt x="19050" y="42863"/>
                </a:lnTo>
                <a:lnTo>
                  <a:pt x="23813" y="38100"/>
                </a:lnTo>
                <a:lnTo>
                  <a:pt x="28575" y="33338"/>
                </a:lnTo>
                <a:lnTo>
                  <a:pt x="33338" y="28575"/>
                </a:lnTo>
                <a:lnTo>
                  <a:pt x="38100" y="23813"/>
                </a:lnTo>
                <a:lnTo>
                  <a:pt x="42863" y="19050"/>
                </a:lnTo>
                <a:lnTo>
                  <a:pt x="47625" y="14288"/>
                </a:lnTo>
                <a:lnTo>
                  <a:pt x="52388" y="9525"/>
                </a:lnTo>
                <a:lnTo>
                  <a:pt x="57150" y="4763"/>
                </a:lnTo>
                <a:close/>
              </a:path>
            </a:pathLst>
          </a:custGeom>
          <a:solidFill xmlns:a="http://schemas.openxmlformats.org/drawingml/2006/main">
            <a:srgbClr val="E6E6E6"/>
          </a:solidFill>
          <a:ln xmlns:a="http://schemas.openxmlformats.org/drawingml/2006/main" w="0">
            <a:noFill/>
            <a:prstDash val="solid"/>
          </a:ln>
        </p:spPr>
      </p:sp>
      <p:sp>
        <p:nvSpPr>
          <p:cNvPr id="46" name="deep-skill-chaining-source-component-0-gradient-232-0">
            <a:extLst xmlns:a="http://schemas.openxmlformats.org/drawingml/2006/main">
              <a:ext uri="{FF2B5EF4-FFF2-40B4-BE49-F238E27FC236}">
                <a16:creationId xmlns:a16="http://schemas.microsoft.com/office/drawing/2014/main" id="{0416D3EE-D3D6-41ED-98B8-9C130AF2F4E0}"/>
              </a:ext>
            </a:extLst>
          </p:cNvPr>
          <p:cNvSpPr>
            <a:spLocks xmlns:a="http://schemas.openxmlformats.org/drawingml/2006/main" noGrp="1"/>
          </p:cNvSpPr>
          <p:nvPr/>
        </p:nvSpPr>
        <p:spPr>
          <a:xfrm xmlns:a="http://schemas.openxmlformats.org/drawingml/2006/main" rot="0">
            <a:off x="7515225" y="1047750"/>
            <a:ext cx="171450" cy="161925"/>
          </a:xfrm>
          <a:custGeom xmlns:a="http://schemas.openxmlformats.org/drawingml/2006/main">
            <a:pathLst>
              <a:path w="171450" h="161925">
                <a:moveTo>
                  <a:pt x="47625" y="4763"/>
                </a:moveTo>
                <a:lnTo>
                  <a:pt x="52388" y="0"/>
                </a:lnTo>
                <a:lnTo>
                  <a:pt x="61913" y="0"/>
                </a:lnTo>
                <a:lnTo>
                  <a:pt x="71438" y="0"/>
                </a:lnTo>
                <a:lnTo>
                  <a:pt x="80963" y="0"/>
                </a:lnTo>
                <a:lnTo>
                  <a:pt x="90488" y="0"/>
                </a:lnTo>
                <a:lnTo>
                  <a:pt x="95250" y="4763"/>
                </a:lnTo>
                <a:lnTo>
                  <a:pt x="100013" y="9525"/>
                </a:lnTo>
                <a:lnTo>
                  <a:pt x="109538" y="9525"/>
                </a:lnTo>
                <a:lnTo>
                  <a:pt x="119063" y="9525"/>
                </a:lnTo>
                <a:lnTo>
                  <a:pt x="128588" y="9525"/>
                </a:lnTo>
                <a:lnTo>
                  <a:pt x="133350" y="14288"/>
                </a:lnTo>
                <a:lnTo>
                  <a:pt x="138113" y="19050"/>
                </a:lnTo>
                <a:lnTo>
                  <a:pt x="142875" y="23813"/>
                </a:lnTo>
                <a:lnTo>
                  <a:pt x="147638" y="28575"/>
                </a:lnTo>
                <a:lnTo>
                  <a:pt x="152400" y="33338"/>
                </a:lnTo>
                <a:lnTo>
                  <a:pt x="152400" y="42863"/>
                </a:lnTo>
                <a:lnTo>
                  <a:pt x="157163" y="47625"/>
                </a:lnTo>
                <a:lnTo>
                  <a:pt x="161925" y="52388"/>
                </a:lnTo>
                <a:lnTo>
                  <a:pt x="161925" y="61913"/>
                </a:lnTo>
                <a:lnTo>
                  <a:pt x="166688" y="66675"/>
                </a:lnTo>
                <a:lnTo>
                  <a:pt x="171450" y="71438"/>
                </a:lnTo>
                <a:lnTo>
                  <a:pt x="171450" y="80963"/>
                </a:lnTo>
                <a:lnTo>
                  <a:pt x="166688" y="85725"/>
                </a:lnTo>
                <a:lnTo>
                  <a:pt x="161925" y="90488"/>
                </a:lnTo>
                <a:lnTo>
                  <a:pt x="161925" y="100013"/>
                </a:lnTo>
                <a:lnTo>
                  <a:pt x="157163" y="104775"/>
                </a:lnTo>
                <a:lnTo>
                  <a:pt x="152400" y="109538"/>
                </a:lnTo>
                <a:lnTo>
                  <a:pt x="152400" y="119063"/>
                </a:lnTo>
                <a:lnTo>
                  <a:pt x="147638" y="123825"/>
                </a:lnTo>
                <a:lnTo>
                  <a:pt x="142875" y="128588"/>
                </a:lnTo>
                <a:lnTo>
                  <a:pt x="142875" y="138113"/>
                </a:lnTo>
                <a:lnTo>
                  <a:pt x="138113" y="142875"/>
                </a:lnTo>
                <a:lnTo>
                  <a:pt x="133350" y="147638"/>
                </a:lnTo>
                <a:lnTo>
                  <a:pt x="128588" y="152400"/>
                </a:lnTo>
                <a:lnTo>
                  <a:pt x="119063" y="152400"/>
                </a:lnTo>
                <a:lnTo>
                  <a:pt x="109538" y="152400"/>
                </a:lnTo>
                <a:lnTo>
                  <a:pt x="100013" y="152400"/>
                </a:lnTo>
                <a:lnTo>
                  <a:pt x="90488" y="152400"/>
                </a:lnTo>
                <a:lnTo>
                  <a:pt x="85725" y="157163"/>
                </a:lnTo>
                <a:lnTo>
                  <a:pt x="80963" y="161925"/>
                </a:lnTo>
                <a:lnTo>
                  <a:pt x="71438" y="161925"/>
                </a:lnTo>
                <a:lnTo>
                  <a:pt x="66675" y="157163"/>
                </a:lnTo>
                <a:lnTo>
                  <a:pt x="61913" y="152400"/>
                </a:lnTo>
                <a:lnTo>
                  <a:pt x="52388" y="152400"/>
                </a:lnTo>
                <a:lnTo>
                  <a:pt x="42863" y="152400"/>
                </a:lnTo>
                <a:lnTo>
                  <a:pt x="38100" y="147638"/>
                </a:lnTo>
                <a:lnTo>
                  <a:pt x="33338" y="142875"/>
                </a:lnTo>
                <a:lnTo>
                  <a:pt x="28575" y="138113"/>
                </a:lnTo>
                <a:lnTo>
                  <a:pt x="28575" y="128588"/>
                </a:lnTo>
                <a:lnTo>
                  <a:pt x="23813" y="123825"/>
                </a:lnTo>
                <a:lnTo>
                  <a:pt x="19050" y="119063"/>
                </a:lnTo>
                <a:lnTo>
                  <a:pt x="19050" y="109538"/>
                </a:lnTo>
                <a:lnTo>
                  <a:pt x="14288" y="104775"/>
                </a:lnTo>
                <a:lnTo>
                  <a:pt x="9525" y="100013"/>
                </a:lnTo>
                <a:lnTo>
                  <a:pt x="4763" y="95250"/>
                </a:lnTo>
                <a:lnTo>
                  <a:pt x="0" y="90488"/>
                </a:lnTo>
                <a:lnTo>
                  <a:pt x="0" y="80963"/>
                </a:lnTo>
                <a:lnTo>
                  <a:pt x="0" y="71438"/>
                </a:lnTo>
                <a:lnTo>
                  <a:pt x="4763" y="66675"/>
                </a:lnTo>
                <a:lnTo>
                  <a:pt x="9525" y="61913"/>
                </a:lnTo>
                <a:lnTo>
                  <a:pt x="9525" y="52388"/>
                </a:lnTo>
                <a:lnTo>
                  <a:pt x="14288" y="47625"/>
                </a:lnTo>
                <a:lnTo>
                  <a:pt x="19050" y="42863"/>
                </a:lnTo>
                <a:lnTo>
                  <a:pt x="19050" y="33338"/>
                </a:lnTo>
                <a:lnTo>
                  <a:pt x="23813" y="28575"/>
                </a:lnTo>
                <a:lnTo>
                  <a:pt x="28575" y="23813"/>
                </a:lnTo>
                <a:lnTo>
                  <a:pt x="33338" y="19050"/>
                </a:lnTo>
                <a:lnTo>
                  <a:pt x="38100" y="14288"/>
                </a:lnTo>
                <a:lnTo>
                  <a:pt x="42863" y="9525"/>
                </a:lnTo>
                <a:lnTo>
                  <a:pt x="47625" y="4763"/>
                </a:lnTo>
                <a:close/>
              </a:path>
            </a:pathLst>
          </a:custGeom>
          <a:solidFill xmlns:a="http://schemas.openxmlformats.org/drawingml/2006/main">
            <a:srgbClr val="E8E8E8"/>
          </a:solidFill>
          <a:ln xmlns:a="http://schemas.openxmlformats.org/drawingml/2006/main" w="0">
            <a:noFill/>
            <a:prstDash val="solid"/>
          </a:ln>
        </p:spPr>
      </p:sp>
      <p:sp>
        <p:nvSpPr>
          <p:cNvPr id="47" name="deep-skill-chaining-source-component-0-gradient-234-0">
            <a:extLst xmlns:a="http://schemas.openxmlformats.org/drawingml/2006/main">
              <a:ext uri="{FF2B5EF4-FFF2-40B4-BE49-F238E27FC236}">
                <a16:creationId xmlns:a16="http://schemas.microsoft.com/office/drawing/2014/main" id="{0B80224B-39A9-4104-B5CE-A34F139FE1BE}"/>
              </a:ext>
            </a:extLst>
          </p:cNvPr>
          <p:cNvSpPr>
            <a:spLocks xmlns:a="http://schemas.openxmlformats.org/drawingml/2006/main" noGrp="1"/>
          </p:cNvSpPr>
          <p:nvPr/>
        </p:nvSpPr>
        <p:spPr>
          <a:xfrm xmlns:a="http://schemas.openxmlformats.org/drawingml/2006/main" rot="0">
            <a:off x="7524750" y="1066800"/>
            <a:ext cx="152400" cy="123825"/>
          </a:xfrm>
          <a:custGeom xmlns:a="http://schemas.openxmlformats.org/drawingml/2006/main">
            <a:pathLst>
              <a:path w="152400" h="123825">
                <a:moveTo>
                  <a:pt x="28575" y="4763"/>
                </a:moveTo>
                <a:lnTo>
                  <a:pt x="33338" y="0"/>
                </a:lnTo>
                <a:lnTo>
                  <a:pt x="42863" y="0"/>
                </a:lnTo>
                <a:lnTo>
                  <a:pt x="52388" y="0"/>
                </a:lnTo>
                <a:lnTo>
                  <a:pt x="61913" y="0"/>
                </a:lnTo>
                <a:lnTo>
                  <a:pt x="71438" y="0"/>
                </a:lnTo>
                <a:lnTo>
                  <a:pt x="80963" y="0"/>
                </a:lnTo>
                <a:lnTo>
                  <a:pt x="90488" y="0"/>
                </a:lnTo>
                <a:lnTo>
                  <a:pt x="95250" y="4763"/>
                </a:lnTo>
                <a:lnTo>
                  <a:pt x="100013" y="9525"/>
                </a:lnTo>
                <a:lnTo>
                  <a:pt x="109538" y="9525"/>
                </a:lnTo>
                <a:lnTo>
                  <a:pt x="114300" y="14288"/>
                </a:lnTo>
                <a:lnTo>
                  <a:pt x="119063" y="19050"/>
                </a:lnTo>
                <a:lnTo>
                  <a:pt x="123825" y="23813"/>
                </a:lnTo>
                <a:lnTo>
                  <a:pt x="128588" y="28575"/>
                </a:lnTo>
                <a:lnTo>
                  <a:pt x="133350" y="33338"/>
                </a:lnTo>
                <a:lnTo>
                  <a:pt x="133350" y="42863"/>
                </a:lnTo>
                <a:lnTo>
                  <a:pt x="138113" y="47625"/>
                </a:lnTo>
                <a:lnTo>
                  <a:pt x="142875" y="52388"/>
                </a:lnTo>
                <a:lnTo>
                  <a:pt x="147638" y="57150"/>
                </a:lnTo>
                <a:lnTo>
                  <a:pt x="152400" y="61913"/>
                </a:lnTo>
                <a:lnTo>
                  <a:pt x="147638" y="66675"/>
                </a:lnTo>
                <a:lnTo>
                  <a:pt x="142875" y="71438"/>
                </a:lnTo>
                <a:lnTo>
                  <a:pt x="138113" y="76200"/>
                </a:lnTo>
                <a:lnTo>
                  <a:pt x="133350" y="80963"/>
                </a:lnTo>
                <a:lnTo>
                  <a:pt x="128588" y="85725"/>
                </a:lnTo>
                <a:lnTo>
                  <a:pt x="123825" y="90488"/>
                </a:lnTo>
                <a:lnTo>
                  <a:pt x="123825" y="100013"/>
                </a:lnTo>
                <a:lnTo>
                  <a:pt x="119063" y="104775"/>
                </a:lnTo>
                <a:lnTo>
                  <a:pt x="114300" y="109538"/>
                </a:lnTo>
                <a:lnTo>
                  <a:pt x="109538" y="114300"/>
                </a:lnTo>
                <a:lnTo>
                  <a:pt x="100013" y="114300"/>
                </a:lnTo>
                <a:lnTo>
                  <a:pt x="95250" y="119063"/>
                </a:lnTo>
                <a:lnTo>
                  <a:pt x="90488" y="123825"/>
                </a:lnTo>
                <a:lnTo>
                  <a:pt x="80963" y="123825"/>
                </a:lnTo>
                <a:lnTo>
                  <a:pt x="71438" y="123825"/>
                </a:lnTo>
                <a:lnTo>
                  <a:pt x="61913" y="123825"/>
                </a:lnTo>
                <a:lnTo>
                  <a:pt x="52388" y="123825"/>
                </a:lnTo>
                <a:lnTo>
                  <a:pt x="47625" y="119063"/>
                </a:lnTo>
                <a:lnTo>
                  <a:pt x="42863" y="114300"/>
                </a:lnTo>
                <a:lnTo>
                  <a:pt x="33338" y="114300"/>
                </a:lnTo>
                <a:lnTo>
                  <a:pt x="28575" y="109538"/>
                </a:lnTo>
                <a:lnTo>
                  <a:pt x="28575" y="100013"/>
                </a:lnTo>
                <a:lnTo>
                  <a:pt x="23813" y="95250"/>
                </a:lnTo>
                <a:lnTo>
                  <a:pt x="19050" y="90488"/>
                </a:lnTo>
                <a:lnTo>
                  <a:pt x="19050" y="80963"/>
                </a:lnTo>
                <a:lnTo>
                  <a:pt x="14288" y="76200"/>
                </a:lnTo>
                <a:lnTo>
                  <a:pt x="9525" y="71438"/>
                </a:lnTo>
                <a:lnTo>
                  <a:pt x="4763" y="66675"/>
                </a:lnTo>
                <a:lnTo>
                  <a:pt x="0" y="61913"/>
                </a:lnTo>
                <a:lnTo>
                  <a:pt x="4763" y="57150"/>
                </a:lnTo>
                <a:lnTo>
                  <a:pt x="9525" y="52388"/>
                </a:lnTo>
                <a:lnTo>
                  <a:pt x="14288" y="47625"/>
                </a:lnTo>
                <a:lnTo>
                  <a:pt x="19050" y="42863"/>
                </a:lnTo>
                <a:lnTo>
                  <a:pt x="19050" y="33338"/>
                </a:lnTo>
                <a:lnTo>
                  <a:pt x="19050" y="23813"/>
                </a:lnTo>
                <a:lnTo>
                  <a:pt x="23813" y="19050"/>
                </a:lnTo>
                <a:lnTo>
                  <a:pt x="28575" y="14288"/>
                </a:lnTo>
                <a:lnTo>
                  <a:pt x="28575" y="4763"/>
                </a:lnTo>
                <a:close/>
              </a:path>
            </a:pathLst>
          </a:custGeom>
          <a:solidFill xmlns:a="http://schemas.openxmlformats.org/drawingml/2006/main">
            <a:srgbClr val="EAEAEA"/>
          </a:solidFill>
          <a:ln xmlns:a="http://schemas.openxmlformats.org/drawingml/2006/main" w="0">
            <a:noFill/>
            <a:prstDash val="solid"/>
          </a:ln>
        </p:spPr>
      </p:sp>
      <p:sp>
        <p:nvSpPr>
          <p:cNvPr id="48" name="deep-skill-chaining-source-component-0-gradient-236-0">
            <a:extLst xmlns:a="http://schemas.openxmlformats.org/drawingml/2006/main">
              <a:ext uri="{FF2B5EF4-FFF2-40B4-BE49-F238E27FC236}">
                <a16:creationId xmlns:a16="http://schemas.microsoft.com/office/drawing/2014/main" id="{CC6D403E-C1C0-40A6-A52F-EC192DD094D0}"/>
              </a:ext>
            </a:extLst>
          </p:cNvPr>
          <p:cNvSpPr>
            <a:spLocks xmlns:a="http://schemas.openxmlformats.org/drawingml/2006/main" noGrp="1"/>
          </p:cNvSpPr>
          <p:nvPr/>
        </p:nvSpPr>
        <p:spPr>
          <a:xfrm xmlns:a="http://schemas.openxmlformats.org/drawingml/2006/main" rot="0">
            <a:off x="7543800" y="1085850"/>
            <a:ext cx="114300" cy="95250"/>
          </a:xfrm>
          <a:custGeom xmlns:a="http://schemas.openxmlformats.org/drawingml/2006/main">
            <a:pathLst>
              <a:path w="114300" h="95250">
                <a:moveTo>
                  <a:pt x="28575" y="4763"/>
                </a:move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4775" y="33338"/>
                </a:lnTo>
                <a:lnTo>
                  <a:pt x="109538" y="38100"/>
                </a:lnTo>
                <a:lnTo>
                  <a:pt x="114300" y="42863"/>
                </a:lnTo>
                <a:lnTo>
                  <a:pt x="109538" y="47625"/>
                </a:lnTo>
                <a:lnTo>
                  <a:pt x="104775" y="52388"/>
                </a:lnTo>
                <a:lnTo>
                  <a:pt x="104775" y="61913"/>
                </a:lnTo>
                <a:lnTo>
                  <a:pt x="100013" y="66675"/>
                </a:lnTo>
                <a:lnTo>
                  <a:pt x="90488" y="66675"/>
                </a:lnTo>
                <a:lnTo>
                  <a:pt x="85725" y="71438"/>
                </a:lnTo>
                <a:lnTo>
                  <a:pt x="80963" y="76200"/>
                </a:lnTo>
                <a:lnTo>
                  <a:pt x="76200" y="80963"/>
                </a:lnTo>
                <a:lnTo>
                  <a:pt x="71438" y="85725"/>
                </a:lnTo>
                <a:lnTo>
                  <a:pt x="61913" y="85725"/>
                </a:lnTo>
                <a:lnTo>
                  <a:pt x="52388" y="85725"/>
                </a:lnTo>
                <a:lnTo>
                  <a:pt x="47625" y="90488"/>
                </a:lnTo>
                <a:lnTo>
                  <a:pt x="42863" y="95250"/>
                </a:lnTo>
                <a:lnTo>
                  <a:pt x="38100" y="90488"/>
                </a:lnTo>
                <a:lnTo>
                  <a:pt x="33338" y="85725"/>
                </a:lnTo>
                <a:lnTo>
                  <a:pt x="28575" y="80963"/>
                </a:lnTo>
                <a:lnTo>
                  <a:pt x="23813" y="76200"/>
                </a:lnTo>
                <a:lnTo>
                  <a:pt x="14288" y="76200"/>
                </a:lnTo>
                <a:lnTo>
                  <a:pt x="9525" y="71438"/>
                </a:lnTo>
                <a:lnTo>
                  <a:pt x="9525" y="61913"/>
                </a:lnTo>
                <a:lnTo>
                  <a:pt x="9525" y="52388"/>
                </a:lnTo>
                <a:lnTo>
                  <a:pt x="4763" y="47625"/>
                </a:lnTo>
                <a:lnTo>
                  <a:pt x="0" y="42863"/>
                </a:lnTo>
                <a:lnTo>
                  <a:pt x="4763" y="38100"/>
                </a:lnTo>
                <a:lnTo>
                  <a:pt x="9525" y="33338"/>
                </a:lnTo>
                <a:lnTo>
                  <a:pt x="9525" y="23813"/>
                </a:lnTo>
                <a:lnTo>
                  <a:pt x="9525" y="14288"/>
                </a:lnTo>
                <a:lnTo>
                  <a:pt x="14288" y="9525"/>
                </a:lnTo>
                <a:lnTo>
                  <a:pt x="23813" y="9525"/>
                </a:lnTo>
                <a:lnTo>
                  <a:pt x="28575" y="4763"/>
                </a:lnTo>
                <a:close/>
              </a:path>
            </a:pathLst>
          </a:custGeom>
          <a:solidFill xmlns:a="http://schemas.openxmlformats.org/drawingml/2006/main">
            <a:srgbClr val="ECECEC"/>
          </a:solidFill>
          <a:ln xmlns:a="http://schemas.openxmlformats.org/drawingml/2006/main" w="0">
            <a:noFill/>
            <a:prstDash val="solid"/>
          </a:ln>
        </p:spPr>
      </p:sp>
      <p:sp>
        <p:nvSpPr>
          <p:cNvPr id="49" name="deep-skill-chaining-source-component-0-gradient-238-0">
            <a:extLst xmlns:a="http://schemas.openxmlformats.org/drawingml/2006/main">
              <a:ext uri="{FF2B5EF4-FFF2-40B4-BE49-F238E27FC236}">
                <a16:creationId xmlns:a16="http://schemas.microsoft.com/office/drawing/2014/main" id="{277967AA-DFB1-43BC-8A2D-2C01169376B3}"/>
              </a:ext>
            </a:extLst>
          </p:cNvPr>
          <p:cNvSpPr>
            <a:spLocks xmlns:a="http://schemas.openxmlformats.org/drawingml/2006/main" noGrp="1"/>
          </p:cNvSpPr>
          <p:nvPr/>
        </p:nvSpPr>
        <p:spPr>
          <a:xfrm xmlns:a="http://schemas.openxmlformats.org/drawingml/2006/main" rot="0">
            <a:off x="7553325" y="1095375"/>
            <a:ext cx="95250" cy="66675"/>
          </a:xfrm>
          <a:custGeom xmlns:a="http://schemas.openxmlformats.org/drawingml/2006/main">
            <a:pathLst>
              <a:path w="95250" h="66675">
                <a:moveTo>
                  <a:pt x="28575" y="4763"/>
                </a:moveTo>
                <a:lnTo>
                  <a:pt x="33338" y="0"/>
                </a:lnTo>
                <a:lnTo>
                  <a:pt x="38100" y="4763"/>
                </a:lnTo>
                <a:lnTo>
                  <a:pt x="42863" y="9525"/>
                </a:lnTo>
                <a:lnTo>
                  <a:pt x="52388" y="9525"/>
                </a:lnTo>
                <a:lnTo>
                  <a:pt x="61913" y="9525"/>
                </a:lnTo>
                <a:lnTo>
                  <a:pt x="66675" y="14288"/>
                </a:lnTo>
                <a:lnTo>
                  <a:pt x="71438" y="19050"/>
                </a:lnTo>
                <a:lnTo>
                  <a:pt x="76200" y="23813"/>
                </a:lnTo>
                <a:lnTo>
                  <a:pt x="80963" y="28575"/>
                </a:lnTo>
                <a:lnTo>
                  <a:pt x="90488" y="28575"/>
                </a:lnTo>
                <a:lnTo>
                  <a:pt x="95250" y="33338"/>
                </a:lnTo>
                <a:lnTo>
                  <a:pt x="90488" y="38100"/>
                </a:lnTo>
                <a:lnTo>
                  <a:pt x="80963" y="38100"/>
                </a:lnTo>
                <a:lnTo>
                  <a:pt x="76200" y="42863"/>
                </a:lnTo>
                <a:lnTo>
                  <a:pt x="71438" y="47625"/>
                </a:lnTo>
                <a:lnTo>
                  <a:pt x="66675" y="52388"/>
                </a:lnTo>
                <a:lnTo>
                  <a:pt x="61913" y="57150"/>
                </a:lnTo>
                <a:lnTo>
                  <a:pt x="52388" y="57150"/>
                </a:lnTo>
                <a:lnTo>
                  <a:pt x="42863" y="57150"/>
                </a:lnTo>
                <a:lnTo>
                  <a:pt x="38100" y="61913"/>
                </a:lnTo>
                <a:lnTo>
                  <a:pt x="33338" y="66675"/>
                </a:lnTo>
                <a:lnTo>
                  <a:pt x="28575" y="61913"/>
                </a:lnTo>
                <a:lnTo>
                  <a:pt x="23813" y="57150"/>
                </a:lnTo>
                <a:lnTo>
                  <a:pt x="19050" y="52388"/>
                </a:lnTo>
                <a:lnTo>
                  <a:pt x="14288" y="47625"/>
                </a:lnTo>
                <a:lnTo>
                  <a:pt x="9525" y="42863"/>
                </a:lnTo>
                <a:lnTo>
                  <a:pt x="4763" y="38100"/>
                </a:lnTo>
                <a:lnTo>
                  <a:pt x="0" y="33338"/>
                </a:lnTo>
                <a:lnTo>
                  <a:pt x="4763" y="28575"/>
                </a:lnTo>
                <a:lnTo>
                  <a:pt x="9525" y="23813"/>
                </a:lnTo>
                <a:lnTo>
                  <a:pt x="14288" y="19050"/>
                </a:lnTo>
                <a:lnTo>
                  <a:pt x="19050" y="14288"/>
                </a:lnTo>
                <a:lnTo>
                  <a:pt x="23813" y="9525"/>
                </a:lnTo>
                <a:lnTo>
                  <a:pt x="28575" y="4763"/>
                </a:lnTo>
                <a:close/>
              </a:path>
            </a:pathLst>
          </a:custGeom>
          <a:solidFill xmlns:a="http://schemas.openxmlformats.org/drawingml/2006/main">
            <a:srgbClr val="EEEEEE"/>
          </a:solidFill>
          <a:ln xmlns:a="http://schemas.openxmlformats.org/drawingml/2006/main" w="0">
            <a:noFill/>
            <a:prstDash val="solid"/>
          </a:ln>
        </p:spPr>
      </p:sp>
      <p:sp>
        <p:nvSpPr>
          <p:cNvPr id="50" name="deep-skill-chaining-source-component-0-gradient-240-0">
            <a:extLst xmlns:a="http://schemas.openxmlformats.org/drawingml/2006/main">
              <a:ext uri="{FF2B5EF4-FFF2-40B4-BE49-F238E27FC236}">
                <a16:creationId xmlns:a16="http://schemas.microsoft.com/office/drawing/2014/main" id="{2FF227CB-DFB9-4E05-BE60-321E46ABA8C2}"/>
              </a:ext>
            </a:extLst>
          </p:cNvPr>
          <p:cNvSpPr>
            <a:spLocks xmlns:a="http://schemas.openxmlformats.org/drawingml/2006/main" noGrp="1"/>
          </p:cNvSpPr>
          <p:nvPr/>
        </p:nvSpPr>
        <p:spPr>
          <a:xfrm xmlns:a="http://schemas.openxmlformats.org/drawingml/2006/main" rot="0">
            <a:off x="7572375" y="1114425"/>
            <a:ext cx="57150" cy="28575"/>
          </a:xfrm>
          <a:custGeom xmlns:a="http://schemas.openxmlformats.org/drawingml/2006/main">
            <a:pathLst>
              <a:path w="57150" h="28575">
                <a:moveTo>
                  <a:pt x="9525" y="4763"/>
                </a:moveTo>
                <a:lnTo>
                  <a:pt x="14288" y="0"/>
                </a:lnTo>
                <a:lnTo>
                  <a:pt x="23813" y="0"/>
                </a:lnTo>
                <a:lnTo>
                  <a:pt x="28575" y="4763"/>
                </a:lnTo>
                <a:lnTo>
                  <a:pt x="33338" y="9525"/>
                </a:lnTo>
                <a:lnTo>
                  <a:pt x="42863" y="9525"/>
                </a:lnTo>
                <a:lnTo>
                  <a:pt x="52388" y="9525"/>
                </a:lnTo>
                <a:lnTo>
                  <a:pt x="57150" y="14288"/>
                </a:lnTo>
                <a:lnTo>
                  <a:pt x="52388" y="19050"/>
                </a:lnTo>
                <a:lnTo>
                  <a:pt x="42863" y="19050"/>
                </a:lnTo>
                <a:lnTo>
                  <a:pt x="38100" y="23813"/>
                </a:lnTo>
                <a:lnTo>
                  <a:pt x="33338" y="28575"/>
                </a:lnTo>
                <a:lnTo>
                  <a:pt x="23813" y="28575"/>
                </a:lnTo>
                <a:lnTo>
                  <a:pt x="14288" y="28575"/>
                </a:lnTo>
                <a:lnTo>
                  <a:pt x="9525" y="23813"/>
                </a:lnTo>
                <a:lnTo>
                  <a:pt x="4763" y="19050"/>
                </a:lnTo>
                <a:lnTo>
                  <a:pt x="0" y="14288"/>
                </a:lnTo>
                <a:lnTo>
                  <a:pt x="4763" y="9525"/>
                </a:lnTo>
                <a:lnTo>
                  <a:pt x="9525" y="4763"/>
                </a:lnTo>
                <a:close/>
              </a:path>
            </a:pathLst>
          </a:custGeom>
          <a:solidFill xmlns:a="http://schemas.openxmlformats.org/drawingml/2006/main">
            <a:srgbClr val="F0F0F0"/>
          </a:solidFill>
          <a:ln xmlns:a="http://schemas.openxmlformats.org/drawingml/2006/main" w="0">
            <a:noFill/>
            <a:prstDash val="solid"/>
          </a:ln>
        </p:spPr>
      </p:sp>
      <p:sp>
        <p:nvSpPr>
          <p:cNvPr id="51" name="deep-skill-chaining-source-component-0-gradient-242-0">
            <a:extLst xmlns:a="http://schemas.openxmlformats.org/drawingml/2006/main">
              <a:ext uri="{FF2B5EF4-FFF2-40B4-BE49-F238E27FC236}">
                <a16:creationId xmlns:a16="http://schemas.microsoft.com/office/drawing/2014/main" id="{777B8B15-CCE0-4344-BC1F-618F86FA1837}"/>
              </a:ext>
            </a:extLst>
          </p:cNvPr>
          <p:cNvSpPr>
            <a:spLocks xmlns:a="http://schemas.openxmlformats.org/drawingml/2006/main" noGrp="1"/>
          </p:cNvSpPr>
          <p:nvPr/>
        </p:nvSpPr>
        <p:spPr>
          <a:xfrm xmlns:a="http://schemas.openxmlformats.org/drawingml/2006/main" rot="0">
            <a:off x="7581900" y="11239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2F2F2"/>
          </a:solidFill>
          <a:ln xmlns:a="http://schemas.openxmlformats.org/drawingml/2006/main" w="0">
            <a:noFill/>
            <a:prstDash val="solid"/>
          </a:ln>
        </p:spPr>
      </p:sp>
      <p:sp>
        <p:nvSpPr>
          <p:cNvPr id="52" name="pdf-path-1">
            <a:extLst xmlns:a="http://schemas.openxmlformats.org/drawingml/2006/main">
              <a:ext uri="{FF2B5EF4-FFF2-40B4-BE49-F238E27FC236}">
                <a16:creationId xmlns:a16="http://schemas.microsoft.com/office/drawing/2014/main" id="{874E509E-DC37-46D5-B17D-1CAAF9C0FE0D}"/>
              </a:ext>
            </a:extLst>
          </p:cNvPr>
          <p:cNvSpPr>
            <a:spLocks xmlns:a="http://schemas.openxmlformats.org/drawingml/2006/main" noGrp="1"/>
          </p:cNvSpPr>
          <p:nvPr/>
        </p:nvSpPr>
        <p:spPr>
          <a:xfrm xmlns:a="http://schemas.openxmlformats.org/drawingml/2006/main" rot="0">
            <a:off x="7114017" y="712194"/>
            <a:ext cx="967099" cy="803257"/>
          </a:xfrm>
          <a:custGeom xmlns:a="http://schemas.openxmlformats.org/drawingml/2006/main">
            <a:pathLst>
              <a:path w="967099" h="803257">
                <a:moveTo>
                  <a:pt x="0" y="401629"/>
                </a:moveTo>
                <a:cubicBezTo>
                  <a:pt x="0" y="179825"/>
                  <a:pt x="216538" y="0"/>
                  <a:pt x="483589" y="0"/>
                </a:cubicBezTo>
                <a:cubicBezTo>
                  <a:pt x="750639" y="0"/>
                  <a:pt x="967099" y="179825"/>
                  <a:pt x="967099" y="401629"/>
                </a:cubicBezTo>
                <a:cubicBezTo>
                  <a:pt x="967099" y="623432"/>
                  <a:pt x="750639" y="803257"/>
                  <a:pt x="483589" y="803257"/>
                </a:cubicBezTo>
                <a:cubicBezTo>
                  <a:pt x="216538" y="803257"/>
                  <a:pt x="0" y="623432"/>
                  <a:pt x="0" y="401629"/>
                </a:cubicBezTo>
              </a:path>
            </a:pathLst>
          </a:custGeom>
          <a:noFill xmlns:a="http://schemas.openxmlformats.org/drawingml/2006/main"/>
          <a:ln xmlns:a="http://schemas.openxmlformats.org/drawingml/2006/main" w="11787">
            <a:solidFill>
              <a:srgbClr val="000000"/>
            </a:solidFill>
            <a:prstDash val="solid"/>
          </a:ln>
        </p:spPr>
      </p:sp>
      <p:sp>
        <p:nvSpPr>
          <p:cNvPr id="53" name="pdf-path-2">
            <a:extLst xmlns:a="http://schemas.openxmlformats.org/drawingml/2006/main">
              <a:ext uri="{FF2B5EF4-FFF2-40B4-BE49-F238E27FC236}">
                <a16:creationId xmlns:a16="http://schemas.microsoft.com/office/drawing/2014/main" id="{A0A45A9A-1623-40B7-A13E-1E803DA258DF}"/>
              </a:ext>
            </a:extLst>
          </p:cNvPr>
          <p:cNvSpPr>
            <a:spLocks xmlns:a="http://schemas.openxmlformats.org/drawingml/2006/main" noGrp="1"/>
          </p:cNvSpPr>
          <p:nvPr/>
        </p:nvSpPr>
        <p:spPr>
          <a:xfrm xmlns:a="http://schemas.openxmlformats.org/drawingml/2006/main" rot="0">
            <a:off x="7960305" y="895634"/>
            <a:ext cx="128794" cy="227650"/>
          </a:xfrm>
          <a:custGeom xmlns:a="http://schemas.openxmlformats.org/drawingml/2006/main">
            <a:pathLst>
              <a:path w="128794" h="227650">
                <a:moveTo>
                  <a:pt x="0" y="86926"/>
                </a:moveTo>
                <a:lnTo>
                  <a:pt x="49176" y="86926"/>
                </a:lnTo>
                <a:lnTo>
                  <a:pt x="64404" y="0"/>
                </a:lnTo>
                <a:lnTo>
                  <a:pt x="79618" y="86926"/>
                </a:lnTo>
                <a:lnTo>
                  <a:pt x="128794" y="86926"/>
                </a:lnTo>
                <a:lnTo>
                  <a:pt x="89016" y="140645"/>
                </a:lnTo>
                <a:lnTo>
                  <a:pt x="104183" y="227650"/>
                </a:lnTo>
                <a:lnTo>
                  <a:pt x="64404" y="173869"/>
                </a:lnTo>
                <a:lnTo>
                  <a:pt x="24612" y="227650"/>
                </a:lnTo>
                <a:lnTo>
                  <a:pt x="39777" y="140645"/>
                </a:lnTo>
                <a:lnTo>
                  <a:pt x="0" y="86926"/>
                </a:lnTo>
              </a:path>
            </a:pathLst>
          </a:custGeom>
          <a:solidFill xmlns:a="http://schemas.openxmlformats.org/drawingml/2006/main">
            <a:srgbClr val="F6B26B"/>
          </a:solidFill>
          <a:ln xmlns:a="http://schemas.openxmlformats.org/drawingml/2006/main" w="11787">
            <a:solidFill>
              <a:srgbClr val="000000"/>
            </a:solidFill>
            <a:prstDash val="solid"/>
          </a:ln>
        </p:spPr>
      </p:sp>
      <p:sp>
        <p:nvSpPr>
          <p:cNvPr id="54" name="deep-skill-chaining-source-component-1-gradient-base-0">
            <a:extLst xmlns:a="http://schemas.openxmlformats.org/drawingml/2006/main">
              <a:ext uri="{FF2B5EF4-FFF2-40B4-BE49-F238E27FC236}">
                <a16:creationId xmlns:a16="http://schemas.microsoft.com/office/drawing/2014/main" id="{BA11149E-D5FB-46A1-84D9-84DC8D870A5B}"/>
              </a:ext>
            </a:extLst>
          </p:cNvPr>
          <p:cNvSpPr>
            <a:spLocks xmlns:a="http://schemas.openxmlformats.org/drawingml/2006/main" noGrp="1"/>
          </p:cNvSpPr>
          <p:nvPr/>
        </p:nvSpPr>
        <p:spPr>
          <a:xfrm xmlns:a="http://schemas.openxmlformats.org/drawingml/2006/main" rot="0">
            <a:off x="6623913" y="919758"/>
            <a:ext cx="682124" cy="1003102"/>
          </a:xfrm>
          <a:custGeom xmlns:a="http://schemas.openxmlformats.org/drawingml/2006/main">
            <a:pathLst>
              <a:path w="682124" h="1003102">
                <a:moveTo>
                  <a:pt x="415255" y="8930"/>
                </a:moveTo>
                <a:lnTo>
                  <a:pt x="419825" y="6855"/>
                </a:lnTo>
                <a:lnTo>
                  <a:pt x="429350" y="4617"/>
                </a:lnTo>
                <a:lnTo>
                  <a:pt x="438875" y="3718"/>
                </a:lnTo>
                <a:lnTo>
                  <a:pt x="448400" y="2702"/>
                </a:lnTo>
                <a:lnTo>
                  <a:pt x="457925" y="1194"/>
                </a:lnTo>
                <a:lnTo>
                  <a:pt x="467450" y="0"/>
                </a:lnTo>
                <a:lnTo>
                  <a:pt x="476975" y="0"/>
                </a:lnTo>
                <a:lnTo>
                  <a:pt x="486500" y="0"/>
                </a:lnTo>
                <a:lnTo>
                  <a:pt x="496025" y="1339"/>
                </a:lnTo>
                <a:lnTo>
                  <a:pt x="505550" y="2888"/>
                </a:lnTo>
                <a:lnTo>
                  <a:pt x="515075" y="3891"/>
                </a:lnTo>
                <a:lnTo>
                  <a:pt x="524600" y="5243"/>
                </a:lnTo>
                <a:lnTo>
                  <a:pt x="533516" y="8930"/>
                </a:lnTo>
                <a:lnTo>
                  <a:pt x="534125" y="9324"/>
                </a:lnTo>
                <a:lnTo>
                  <a:pt x="543650" y="12909"/>
                </a:lnTo>
                <a:lnTo>
                  <a:pt x="553175" y="15424"/>
                </a:lnTo>
                <a:lnTo>
                  <a:pt x="557138" y="18455"/>
                </a:lnTo>
                <a:lnTo>
                  <a:pt x="562700" y="22316"/>
                </a:lnTo>
                <a:lnTo>
                  <a:pt x="572225" y="26888"/>
                </a:lnTo>
                <a:lnTo>
                  <a:pt x="573372" y="27980"/>
                </a:lnTo>
                <a:lnTo>
                  <a:pt x="581750" y="33776"/>
                </a:lnTo>
                <a:lnTo>
                  <a:pt x="586017" y="37505"/>
                </a:lnTo>
                <a:lnTo>
                  <a:pt x="591275" y="42030"/>
                </a:lnTo>
                <a:lnTo>
                  <a:pt x="596677" y="47030"/>
                </a:lnTo>
                <a:lnTo>
                  <a:pt x="600800" y="51152"/>
                </a:lnTo>
                <a:lnTo>
                  <a:pt x="605953" y="56555"/>
                </a:lnTo>
                <a:lnTo>
                  <a:pt x="610325" y="61265"/>
                </a:lnTo>
                <a:lnTo>
                  <a:pt x="614749" y="66080"/>
                </a:lnTo>
                <a:lnTo>
                  <a:pt x="619850" y="72480"/>
                </a:lnTo>
                <a:lnTo>
                  <a:pt x="622590" y="75605"/>
                </a:lnTo>
                <a:lnTo>
                  <a:pt x="627393" y="85130"/>
                </a:lnTo>
                <a:lnTo>
                  <a:pt x="629375" y="87330"/>
                </a:lnTo>
                <a:lnTo>
                  <a:pt x="634338" y="94655"/>
                </a:lnTo>
                <a:lnTo>
                  <a:pt x="638900" y="102723"/>
                </a:lnTo>
                <a:lnTo>
                  <a:pt x="640107" y="104180"/>
                </a:lnTo>
                <a:lnTo>
                  <a:pt x="644074" y="113705"/>
                </a:lnTo>
                <a:lnTo>
                  <a:pt x="648425" y="122029"/>
                </a:lnTo>
                <a:lnTo>
                  <a:pt x="649397" y="123230"/>
                </a:lnTo>
                <a:lnTo>
                  <a:pt x="653208" y="132755"/>
                </a:lnTo>
                <a:lnTo>
                  <a:pt x="655875" y="142280"/>
                </a:lnTo>
                <a:lnTo>
                  <a:pt x="657950" y="146079"/>
                </a:lnTo>
                <a:lnTo>
                  <a:pt x="660765" y="151805"/>
                </a:lnTo>
                <a:lnTo>
                  <a:pt x="663023" y="161330"/>
                </a:lnTo>
                <a:lnTo>
                  <a:pt x="665266" y="170855"/>
                </a:lnTo>
                <a:lnTo>
                  <a:pt x="667475" y="176866"/>
                </a:lnTo>
                <a:lnTo>
                  <a:pt x="668903" y="180380"/>
                </a:lnTo>
                <a:lnTo>
                  <a:pt x="671244" y="189905"/>
                </a:lnTo>
                <a:lnTo>
                  <a:pt x="672561" y="199430"/>
                </a:lnTo>
                <a:lnTo>
                  <a:pt x="673935" y="208955"/>
                </a:lnTo>
                <a:lnTo>
                  <a:pt x="675464" y="218480"/>
                </a:lnTo>
                <a:lnTo>
                  <a:pt x="677000" y="225147"/>
                </a:lnTo>
                <a:lnTo>
                  <a:pt x="677724" y="228005"/>
                </a:lnTo>
                <a:lnTo>
                  <a:pt x="679545" y="237530"/>
                </a:lnTo>
                <a:lnTo>
                  <a:pt x="680658" y="247055"/>
                </a:lnTo>
                <a:lnTo>
                  <a:pt x="681103" y="256580"/>
                </a:lnTo>
                <a:lnTo>
                  <a:pt x="681422" y="266105"/>
                </a:lnTo>
                <a:lnTo>
                  <a:pt x="681724" y="275630"/>
                </a:lnTo>
                <a:lnTo>
                  <a:pt x="682018" y="285155"/>
                </a:lnTo>
                <a:lnTo>
                  <a:pt x="682124" y="294680"/>
                </a:lnTo>
                <a:lnTo>
                  <a:pt x="682018" y="304205"/>
                </a:lnTo>
                <a:lnTo>
                  <a:pt x="681936" y="313730"/>
                </a:lnTo>
                <a:lnTo>
                  <a:pt x="681838" y="323255"/>
                </a:lnTo>
                <a:lnTo>
                  <a:pt x="681762" y="332780"/>
                </a:lnTo>
                <a:lnTo>
                  <a:pt x="681401" y="342305"/>
                </a:lnTo>
                <a:lnTo>
                  <a:pt x="680876" y="351830"/>
                </a:lnTo>
                <a:lnTo>
                  <a:pt x="680232" y="361355"/>
                </a:lnTo>
                <a:lnTo>
                  <a:pt x="679464" y="370880"/>
                </a:lnTo>
                <a:lnTo>
                  <a:pt x="678428" y="380405"/>
                </a:lnTo>
                <a:lnTo>
                  <a:pt x="677000" y="386528"/>
                </a:lnTo>
                <a:lnTo>
                  <a:pt x="676149" y="389930"/>
                </a:lnTo>
                <a:lnTo>
                  <a:pt x="674297" y="399455"/>
                </a:lnTo>
                <a:lnTo>
                  <a:pt x="673097" y="408980"/>
                </a:lnTo>
                <a:lnTo>
                  <a:pt x="672257" y="418505"/>
                </a:lnTo>
                <a:lnTo>
                  <a:pt x="671403" y="428030"/>
                </a:lnTo>
                <a:lnTo>
                  <a:pt x="669640" y="437555"/>
                </a:lnTo>
                <a:lnTo>
                  <a:pt x="667475" y="444294"/>
                </a:lnTo>
                <a:lnTo>
                  <a:pt x="666442" y="447080"/>
                </a:lnTo>
                <a:lnTo>
                  <a:pt x="664146" y="456605"/>
                </a:lnTo>
                <a:lnTo>
                  <a:pt x="662870" y="466130"/>
                </a:lnTo>
                <a:lnTo>
                  <a:pt x="661608" y="475655"/>
                </a:lnTo>
                <a:lnTo>
                  <a:pt x="658862" y="485180"/>
                </a:lnTo>
                <a:lnTo>
                  <a:pt x="657950" y="487043"/>
                </a:lnTo>
                <a:lnTo>
                  <a:pt x="655061" y="494705"/>
                </a:lnTo>
                <a:lnTo>
                  <a:pt x="653287" y="504230"/>
                </a:lnTo>
                <a:lnTo>
                  <a:pt x="651490" y="513755"/>
                </a:lnTo>
                <a:lnTo>
                  <a:pt x="648425" y="522106"/>
                </a:lnTo>
                <a:lnTo>
                  <a:pt x="647829" y="523280"/>
                </a:lnTo>
                <a:lnTo>
                  <a:pt x="644548" y="532805"/>
                </a:lnTo>
                <a:lnTo>
                  <a:pt x="642586" y="542330"/>
                </a:lnTo>
                <a:lnTo>
                  <a:pt x="638900" y="551568"/>
                </a:lnTo>
                <a:lnTo>
                  <a:pt x="638717" y="551855"/>
                </a:lnTo>
                <a:lnTo>
                  <a:pt x="635050" y="561380"/>
                </a:lnTo>
                <a:lnTo>
                  <a:pt x="633171" y="570905"/>
                </a:lnTo>
                <a:lnTo>
                  <a:pt x="629375" y="579289"/>
                </a:lnTo>
                <a:lnTo>
                  <a:pt x="628587" y="580430"/>
                </a:lnTo>
                <a:lnTo>
                  <a:pt x="625013" y="589955"/>
                </a:lnTo>
                <a:lnTo>
                  <a:pt x="622273" y="599480"/>
                </a:lnTo>
                <a:lnTo>
                  <a:pt x="619850" y="603665"/>
                </a:lnTo>
                <a:lnTo>
                  <a:pt x="616961" y="609005"/>
                </a:lnTo>
                <a:lnTo>
                  <a:pt x="614484" y="618530"/>
                </a:lnTo>
                <a:lnTo>
                  <a:pt x="610325" y="626962"/>
                </a:lnTo>
                <a:lnTo>
                  <a:pt x="609474" y="628055"/>
                </a:lnTo>
                <a:lnTo>
                  <a:pt x="605583" y="637580"/>
                </a:lnTo>
                <a:lnTo>
                  <a:pt x="601524" y="647105"/>
                </a:lnTo>
                <a:lnTo>
                  <a:pt x="600800" y="648022"/>
                </a:lnTo>
                <a:lnTo>
                  <a:pt x="596554" y="656630"/>
                </a:lnTo>
                <a:lnTo>
                  <a:pt x="593257" y="666155"/>
                </a:lnTo>
                <a:lnTo>
                  <a:pt x="591275" y="668707"/>
                </a:lnTo>
                <a:lnTo>
                  <a:pt x="587202" y="675680"/>
                </a:lnTo>
                <a:lnTo>
                  <a:pt x="583232" y="685205"/>
                </a:lnTo>
                <a:lnTo>
                  <a:pt x="581750" y="687025"/>
                </a:lnTo>
                <a:lnTo>
                  <a:pt x="577422" y="694730"/>
                </a:lnTo>
                <a:lnTo>
                  <a:pt x="573013" y="704255"/>
                </a:lnTo>
                <a:lnTo>
                  <a:pt x="572225" y="705175"/>
                </a:lnTo>
                <a:lnTo>
                  <a:pt x="567528" y="713780"/>
                </a:lnTo>
                <a:lnTo>
                  <a:pt x="562700" y="721753"/>
                </a:lnTo>
                <a:lnTo>
                  <a:pt x="561325" y="723305"/>
                </a:lnTo>
                <a:lnTo>
                  <a:pt x="556858" y="732830"/>
                </a:lnTo>
                <a:lnTo>
                  <a:pt x="553175" y="737848"/>
                </a:lnTo>
                <a:lnTo>
                  <a:pt x="549766" y="742355"/>
                </a:lnTo>
                <a:lnTo>
                  <a:pt x="545488" y="751880"/>
                </a:lnTo>
                <a:lnTo>
                  <a:pt x="543650" y="754016"/>
                </a:lnTo>
                <a:lnTo>
                  <a:pt x="538887" y="761405"/>
                </a:lnTo>
                <a:lnTo>
                  <a:pt x="534125" y="767765"/>
                </a:lnTo>
                <a:lnTo>
                  <a:pt x="531347" y="770930"/>
                </a:lnTo>
                <a:lnTo>
                  <a:pt x="526290" y="780455"/>
                </a:lnTo>
                <a:lnTo>
                  <a:pt x="524600" y="782312"/>
                </a:lnTo>
                <a:lnTo>
                  <a:pt x="519427" y="789980"/>
                </a:lnTo>
                <a:lnTo>
                  <a:pt x="515075" y="795630"/>
                </a:lnTo>
                <a:lnTo>
                  <a:pt x="511774" y="799505"/>
                </a:lnTo>
                <a:lnTo>
                  <a:pt x="505550" y="808218"/>
                </a:lnTo>
                <a:lnTo>
                  <a:pt x="504762" y="809030"/>
                </a:lnTo>
                <a:lnTo>
                  <a:pt x="498665" y="818555"/>
                </a:lnTo>
                <a:lnTo>
                  <a:pt x="496025" y="821424"/>
                </a:lnTo>
                <a:lnTo>
                  <a:pt x="490720" y="828080"/>
                </a:lnTo>
                <a:lnTo>
                  <a:pt x="486500" y="832951"/>
                </a:lnTo>
                <a:lnTo>
                  <a:pt x="482407" y="837605"/>
                </a:lnTo>
                <a:lnTo>
                  <a:pt x="476975" y="843890"/>
                </a:lnTo>
                <a:lnTo>
                  <a:pt x="473879" y="847130"/>
                </a:lnTo>
                <a:lnTo>
                  <a:pt x="467450" y="854548"/>
                </a:lnTo>
                <a:lnTo>
                  <a:pt x="465409" y="856655"/>
                </a:lnTo>
                <a:lnTo>
                  <a:pt x="457925" y="865140"/>
                </a:lnTo>
                <a:lnTo>
                  <a:pt x="456892" y="866180"/>
                </a:lnTo>
                <a:lnTo>
                  <a:pt x="448583" y="875705"/>
                </a:lnTo>
                <a:lnTo>
                  <a:pt x="448400" y="875888"/>
                </a:lnTo>
                <a:lnTo>
                  <a:pt x="438875" y="885192"/>
                </a:lnTo>
                <a:lnTo>
                  <a:pt x="438838" y="885230"/>
                </a:lnTo>
                <a:lnTo>
                  <a:pt x="429350" y="893843"/>
                </a:lnTo>
                <a:lnTo>
                  <a:pt x="428431" y="894755"/>
                </a:lnTo>
                <a:lnTo>
                  <a:pt x="419825" y="902841"/>
                </a:lnTo>
                <a:lnTo>
                  <a:pt x="418367" y="904280"/>
                </a:lnTo>
                <a:lnTo>
                  <a:pt x="410300" y="911095"/>
                </a:lnTo>
                <a:lnTo>
                  <a:pt x="407425" y="913805"/>
                </a:lnTo>
                <a:lnTo>
                  <a:pt x="400775" y="919258"/>
                </a:lnTo>
                <a:lnTo>
                  <a:pt x="396174" y="923330"/>
                </a:lnTo>
                <a:lnTo>
                  <a:pt x="391250" y="927644"/>
                </a:lnTo>
                <a:lnTo>
                  <a:pt x="384753" y="932855"/>
                </a:lnTo>
                <a:lnTo>
                  <a:pt x="381725" y="935611"/>
                </a:lnTo>
                <a:lnTo>
                  <a:pt x="372200" y="941288"/>
                </a:lnTo>
                <a:lnTo>
                  <a:pt x="371027" y="942380"/>
                </a:lnTo>
                <a:lnTo>
                  <a:pt x="362675" y="947684"/>
                </a:lnTo>
                <a:lnTo>
                  <a:pt x="357143" y="951905"/>
                </a:lnTo>
                <a:lnTo>
                  <a:pt x="353150" y="955253"/>
                </a:lnTo>
                <a:lnTo>
                  <a:pt x="343625" y="959842"/>
                </a:lnTo>
                <a:lnTo>
                  <a:pt x="341697" y="961430"/>
                </a:lnTo>
                <a:lnTo>
                  <a:pt x="334100" y="965801"/>
                </a:lnTo>
                <a:lnTo>
                  <a:pt x="324575" y="970426"/>
                </a:lnTo>
                <a:lnTo>
                  <a:pt x="323979" y="970955"/>
                </a:lnTo>
                <a:lnTo>
                  <a:pt x="315050" y="975760"/>
                </a:lnTo>
                <a:lnTo>
                  <a:pt x="305525" y="979884"/>
                </a:lnTo>
                <a:lnTo>
                  <a:pt x="304699" y="980480"/>
                </a:lnTo>
                <a:lnTo>
                  <a:pt x="296000" y="984426"/>
                </a:lnTo>
                <a:lnTo>
                  <a:pt x="286475" y="986871"/>
                </a:lnTo>
                <a:lnTo>
                  <a:pt x="279215" y="990005"/>
                </a:lnTo>
                <a:lnTo>
                  <a:pt x="276950" y="991268"/>
                </a:lnTo>
                <a:lnTo>
                  <a:pt x="267425" y="994010"/>
                </a:lnTo>
                <a:lnTo>
                  <a:pt x="257900" y="995576"/>
                </a:lnTo>
                <a:lnTo>
                  <a:pt x="248375" y="997643"/>
                </a:lnTo>
                <a:lnTo>
                  <a:pt x="240681" y="999530"/>
                </a:lnTo>
                <a:lnTo>
                  <a:pt x="238850" y="1000059"/>
                </a:lnTo>
                <a:lnTo>
                  <a:pt x="229325" y="1001994"/>
                </a:lnTo>
                <a:lnTo>
                  <a:pt x="219800" y="1003043"/>
                </a:lnTo>
                <a:lnTo>
                  <a:pt x="210275" y="1003102"/>
                </a:lnTo>
                <a:lnTo>
                  <a:pt x="200750" y="1003102"/>
                </a:lnTo>
                <a:lnTo>
                  <a:pt x="191225" y="1002952"/>
                </a:lnTo>
                <a:lnTo>
                  <a:pt x="181700" y="1001694"/>
                </a:lnTo>
                <a:lnTo>
                  <a:pt x="173195" y="999530"/>
                </a:lnTo>
                <a:lnTo>
                  <a:pt x="172175" y="999205"/>
                </a:lnTo>
                <a:lnTo>
                  <a:pt x="162650" y="996905"/>
                </a:lnTo>
                <a:lnTo>
                  <a:pt x="153125" y="994747"/>
                </a:lnTo>
                <a:lnTo>
                  <a:pt x="143600" y="992301"/>
                </a:lnTo>
                <a:lnTo>
                  <a:pt x="139581" y="990005"/>
                </a:lnTo>
                <a:lnTo>
                  <a:pt x="134075" y="987116"/>
                </a:lnTo>
                <a:lnTo>
                  <a:pt x="124550" y="983613"/>
                </a:lnTo>
                <a:lnTo>
                  <a:pt x="120204" y="980480"/>
                </a:lnTo>
                <a:lnTo>
                  <a:pt x="115025" y="976949"/>
                </a:lnTo>
                <a:lnTo>
                  <a:pt x="105500" y="971867"/>
                </a:lnTo>
                <a:lnTo>
                  <a:pt x="104561" y="970955"/>
                </a:lnTo>
                <a:lnTo>
                  <a:pt x="95975" y="964527"/>
                </a:lnTo>
                <a:lnTo>
                  <a:pt x="92581" y="961430"/>
                </a:lnTo>
                <a:lnTo>
                  <a:pt x="86450" y="956232"/>
                </a:lnTo>
                <a:lnTo>
                  <a:pt x="82100" y="951905"/>
                </a:lnTo>
                <a:lnTo>
                  <a:pt x="76925" y="946174"/>
                </a:lnTo>
                <a:lnTo>
                  <a:pt x="73353" y="942380"/>
                </a:lnTo>
                <a:lnTo>
                  <a:pt x="67400" y="935910"/>
                </a:lnTo>
                <a:lnTo>
                  <a:pt x="64495" y="932855"/>
                </a:lnTo>
                <a:lnTo>
                  <a:pt x="59138" y="923330"/>
                </a:lnTo>
                <a:lnTo>
                  <a:pt x="57875" y="921954"/>
                </a:lnTo>
                <a:lnTo>
                  <a:pt x="52636" y="913805"/>
                </a:lnTo>
                <a:lnTo>
                  <a:pt x="48350" y="907922"/>
                </a:lnTo>
                <a:lnTo>
                  <a:pt x="45354" y="904280"/>
                </a:lnTo>
                <a:lnTo>
                  <a:pt x="42216" y="894755"/>
                </a:lnTo>
                <a:lnTo>
                  <a:pt x="38825" y="889508"/>
                </a:lnTo>
                <a:lnTo>
                  <a:pt x="35864" y="885230"/>
                </a:lnTo>
                <a:lnTo>
                  <a:pt x="32783" y="875705"/>
                </a:lnTo>
                <a:lnTo>
                  <a:pt x="29300" y="868773"/>
                </a:lnTo>
                <a:lnTo>
                  <a:pt x="27610" y="866180"/>
                </a:lnTo>
                <a:lnTo>
                  <a:pt x="24785" y="856655"/>
                </a:lnTo>
                <a:lnTo>
                  <a:pt x="22320" y="847130"/>
                </a:lnTo>
                <a:lnTo>
                  <a:pt x="19775" y="841980"/>
                </a:lnTo>
                <a:lnTo>
                  <a:pt x="17522" y="837605"/>
                </a:lnTo>
                <a:lnTo>
                  <a:pt x="15443" y="828080"/>
                </a:lnTo>
                <a:lnTo>
                  <a:pt x="14126" y="818555"/>
                </a:lnTo>
                <a:lnTo>
                  <a:pt x="11940" y="809030"/>
                </a:lnTo>
                <a:lnTo>
                  <a:pt x="10250" y="804590"/>
                </a:lnTo>
                <a:lnTo>
                  <a:pt x="8363" y="799505"/>
                </a:lnTo>
                <a:lnTo>
                  <a:pt x="6737" y="789980"/>
                </a:lnTo>
                <a:lnTo>
                  <a:pt x="5827" y="780455"/>
                </a:lnTo>
                <a:lnTo>
                  <a:pt x="5104" y="770930"/>
                </a:lnTo>
                <a:lnTo>
                  <a:pt x="4178" y="761405"/>
                </a:lnTo>
                <a:lnTo>
                  <a:pt x="3230" y="751880"/>
                </a:lnTo>
                <a:lnTo>
                  <a:pt x="2563" y="742355"/>
                </a:lnTo>
                <a:lnTo>
                  <a:pt x="1816" y="732830"/>
                </a:lnTo>
                <a:lnTo>
                  <a:pt x="835" y="723305"/>
                </a:lnTo>
                <a:lnTo>
                  <a:pt x="725" y="722114"/>
                </a:lnTo>
                <a:lnTo>
                  <a:pt x="0" y="713780"/>
                </a:lnTo>
                <a:lnTo>
                  <a:pt x="0" y="704255"/>
                </a:lnTo>
                <a:lnTo>
                  <a:pt x="263" y="694730"/>
                </a:lnTo>
                <a:lnTo>
                  <a:pt x="542" y="685205"/>
                </a:lnTo>
                <a:lnTo>
                  <a:pt x="725" y="679252"/>
                </a:lnTo>
                <a:lnTo>
                  <a:pt x="835" y="675680"/>
                </a:lnTo>
                <a:lnTo>
                  <a:pt x="1385" y="666155"/>
                </a:lnTo>
                <a:lnTo>
                  <a:pt x="2465" y="656630"/>
                </a:lnTo>
                <a:lnTo>
                  <a:pt x="3427" y="647105"/>
                </a:lnTo>
                <a:lnTo>
                  <a:pt x="4178" y="637580"/>
                </a:lnTo>
                <a:lnTo>
                  <a:pt x="4779" y="628055"/>
                </a:lnTo>
                <a:lnTo>
                  <a:pt x="5371" y="618530"/>
                </a:lnTo>
                <a:lnTo>
                  <a:pt x="6146" y="609005"/>
                </a:lnTo>
                <a:lnTo>
                  <a:pt x="7254" y="599480"/>
                </a:lnTo>
                <a:lnTo>
                  <a:pt x="8930" y="589955"/>
                </a:lnTo>
                <a:lnTo>
                  <a:pt x="10250" y="584677"/>
                </a:lnTo>
                <a:lnTo>
                  <a:pt x="11341" y="580430"/>
                </a:lnTo>
                <a:lnTo>
                  <a:pt x="13315" y="570905"/>
                </a:lnTo>
                <a:lnTo>
                  <a:pt x="14752" y="561380"/>
                </a:lnTo>
                <a:lnTo>
                  <a:pt x="15872" y="551855"/>
                </a:lnTo>
                <a:lnTo>
                  <a:pt x="17746" y="542330"/>
                </a:lnTo>
                <a:lnTo>
                  <a:pt x="19775" y="536129"/>
                </a:lnTo>
                <a:lnTo>
                  <a:pt x="20982" y="532805"/>
                </a:lnTo>
                <a:lnTo>
                  <a:pt x="23404" y="523280"/>
                </a:lnTo>
                <a:lnTo>
                  <a:pt x="24927" y="513755"/>
                </a:lnTo>
                <a:lnTo>
                  <a:pt x="27004" y="504230"/>
                </a:lnTo>
                <a:lnTo>
                  <a:pt x="29300" y="498557"/>
                </a:lnTo>
                <a:lnTo>
                  <a:pt x="30990" y="494705"/>
                </a:lnTo>
                <a:lnTo>
                  <a:pt x="33403" y="485180"/>
                </a:lnTo>
                <a:lnTo>
                  <a:pt x="34975" y="475655"/>
                </a:lnTo>
                <a:lnTo>
                  <a:pt x="38570" y="466130"/>
                </a:lnTo>
                <a:lnTo>
                  <a:pt x="38825" y="465728"/>
                </a:lnTo>
                <a:lnTo>
                  <a:pt x="42483" y="456605"/>
                </a:lnTo>
                <a:lnTo>
                  <a:pt x="44447" y="447080"/>
                </a:lnTo>
                <a:lnTo>
                  <a:pt x="47821" y="437555"/>
                </a:lnTo>
                <a:lnTo>
                  <a:pt x="48350" y="436743"/>
                </a:lnTo>
                <a:lnTo>
                  <a:pt x="52036" y="428030"/>
                </a:lnTo>
                <a:lnTo>
                  <a:pt x="54303" y="418505"/>
                </a:lnTo>
                <a:lnTo>
                  <a:pt x="57875" y="411144"/>
                </a:lnTo>
                <a:lnTo>
                  <a:pt x="59303" y="408980"/>
                </a:lnTo>
                <a:lnTo>
                  <a:pt x="62534" y="399455"/>
                </a:lnTo>
                <a:lnTo>
                  <a:pt x="65465" y="389930"/>
                </a:lnTo>
                <a:lnTo>
                  <a:pt x="67400" y="386924"/>
                </a:lnTo>
                <a:lnTo>
                  <a:pt x="70791" y="380405"/>
                </a:lnTo>
                <a:lnTo>
                  <a:pt x="73564" y="370880"/>
                </a:lnTo>
                <a:lnTo>
                  <a:pt x="76925" y="365173"/>
                </a:lnTo>
                <a:lnTo>
                  <a:pt x="79470" y="361355"/>
                </a:lnTo>
                <a:lnTo>
                  <a:pt x="82563" y="351830"/>
                </a:lnTo>
                <a:lnTo>
                  <a:pt x="86450" y="344407"/>
                </a:lnTo>
                <a:lnTo>
                  <a:pt x="87985" y="342305"/>
                </a:lnTo>
                <a:lnTo>
                  <a:pt x="91624" y="332780"/>
                </a:lnTo>
                <a:lnTo>
                  <a:pt x="95975" y="325060"/>
                </a:lnTo>
                <a:lnTo>
                  <a:pt x="97457" y="323255"/>
                </a:lnTo>
                <a:lnTo>
                  <a:pt x="101402" y="313730"/>
                </a:lnTo>
                <a:lnTo>
                  <a:pt x="105500" y="306792"/>
                </a:lnTo>
                <a:lnTo>
                  <a:pt x="107528" y="304205"/>
                </a:lnTo>
                <a:lnTo>
                  <a:pt x="111303" y="294680"/>
                </a:lnTo>
                <a:lnTo>
                  <a:pt x="115025" y="289083"/>
                </a:lnTo>
                <a:lnTo>
                  <a:pt x="117950" y="285155"/>
                </a:lnTo>
                <a:lnTo>
                  <a:pt x="122004" y="275630"/>
                </a:lnTo>
                <a:lnTo>
                  <a:pt x="124550" y="272575"/>
                </a:lnTo>
                <a:lnTo>
                  <a:pt x="128914" y="266105"/>
                </a:lnTo>
                <a:lnTo>
                  <a:pt x="134075" y="256934"/>
                </a:lnTo>
                <a:lnTo>
                  <a:pt x="134399" y="256580"/>
                </a:lnTo>
                <a:lnTo>
                  <a:pt x="139566" y="247055"/>
                </a:lnTo>
                <a:lnTo>
                  <a:pt x="143600" y="241753"/>
                </a:lnTo>
                <a:lnTo>
                  <a:pt x="147043" y="237530"/>
                </a:lnTo>
                <a:lnTo>
                  <a:pt x="152596" y="228005"/>
                </a:lnTo>
                <a:lnTo>
                  <a:pt x="153125" y="227451"/>
                </a:lnTo>
                <a:lnTo>
                  <a:pt x="158826" y="218480"/>
                </a:lnTo>
                <a:lnTo>
                  <a:pt x="162650" y="213688"/>
                </a:lnTo>
                <a:lnTo>
                  <a:pt x="166446" y="208955"/>
                </a:lnTo>
                <a:lnTo>
                  <a:pt x="172175" y="200629"/>
                </a:lnTo>
                <a:lnTo>
                  <a:pt x="173324" y="199430"/>
                </a:lnTo>
                <a:lnTo>
                  <a:pt x="179765" y="189905"/>
                </a:lnTo>
                <a:lnTo>
                  <a:pt x="181700" y="187855"/>
                </a:lnTo>
                <a:lnTo>
                  <a:pt x="187429" y="180380"/>
                </a:lnTo>
                <a:lnTo>
                  <a:pt x="191225" y="175981"/>
                </a:lnTo>
                <a:lnTo>
                  <a:pt x="195518" y="170855"/>
                </a:lnTo>
                <a:lnTo>
                  <a:pt x="200750" y="164533"/>
                </a:lnTo>
                <a:lnTo>
                  <a:pt x="203756" y="161330"/>
                </a:lnTo>
                <a:lnTo>
                  <a:pt x="210275" y="153991"/>
                </a:lnTo>
                <a:lnTo>
                  <a:pt x="212408" y="151805"/>
                </a:lnTo>
                <a:lnTo>
                  <a:pt x="219800" y="142677"/>
                </a:lnTo>
                <a:lnTo>
                  <a:pt x="220194" y="142280"/>
                </a:lnTo>
                <a:lnTo>
                  <a:pt x="228005" y="132755"/>
                </a:lnTo>
                <a:lnTo>
                  <a:pt x="229325" y="131417"/>
                </a:lnTo>
                <a:lnTo>
                  <a:pt x="237087" y="123230"/>
                </a:lnTo>
                <a:lnTo>
                  <a:pt x="238850" y="121478"/>
                </a:lnTo>
                <a:lnTo>
                  <a:pt x="247276" y="113705"/>
                </a:lnTo>
                <a:lnTo>
                  <a:pt x="248375" y="112613"/>
                </a:lnTo>
                <a:lnTo>
                  <a:pt x="257645" y="104180"/>
                </a:lnTo>
                <a:lnTo>
                  <a:pt x="257900" y="103925"/>
                </a:lnTo>
                <a:lnTo>
                  <a:pt x="267425" y="95049"/>
                </a:lnTo>
                <a:lnTo>
                  <a:pt x="267822" y="94655"/>
                </a:lnTo>
                <a:lnTo>
                  <a:pt x="276950" y="87923"/>
                </a:lnTo>
                <a:lnTo>
                  <a:pt x="279962" y="85130"/>
                </a:lnTo>
                <a:lnTo>
                  <a:pt x="286475" y="79614"/>
                </a:lnTo>
                <a:lnTo>
                  <a:pt x="290914" y="75605"/>
                </a:lnTo>
                <a:lnTo>
                  <a:pt x="296000" y="71149"/>
                </a:lnTo>
                <a:lnTo>
                  <a:pt x="302649" y="66080"/>
                </a:lnTo>
                <a:lnTo>
                  <a:pt x="305525" y="63534"/>
                </a:lnTo>
                <a:lnTo>
                  <a:pt x="315050" y="58936"/>
                </a:lnTo>
                <a:lnTo>
                  <a:pt x="317713" y="56555"/>
                </a:lnTo>
                <a:lnTo>
                  <a:pt x="324575" y="51564"/>
                </a:lnTo>
                <a:lnTo>
                  <a:pt x="330810" y="47030"/>
                </a:lnTo>
                <a:lnTo>
                  <a:pt x="334100" y="44252"/>
                </a:lnTo>
                <a:lnTo>
                  <a:pt x="343625" y="40570"/>
                </a:lnTo>
                <a:lnTo>
                  <a:pt x="347771" y="37505"/>
                </a:lnTo>
                <a:lnTo>
                  <a:pt x="353150" y="33839"/>
                </a:lnTo>
                <a:lnTo>
                  <a:pt x="362675" y="29914"/>
                </a:lnTo>
                <a:lnTo>
                  <a:pt x="365298" y="27980"/>
                </a:lnTo>
                <a:lnTo>
                  <a:pt x="372200" y="24156"/>
                </a:lnTo>
                <a:lnTo>
                  <a:pt x="381725" y="21752"/>
                </a:lnTo>
                <a:lnTo>
                  <a:pt x="387570" y="18455"/>
                </a:lnTo>
                <a:lnTo>
                  <a:pt x="391250" y="16073"/>
                </a:lnTo>
                <a:lnTo>
                  <a:pt x="400775" y="13404"/>
                </a:lnTo>
                <a:lnTo>
                  <a:pt x="410300" y="11139"/>
                </a:lnTo>
                <a:lnTo>
                  <a:pt x="415255" y="8930"/>
                </a:lnTo>
                <a:close/>
              </a:path>
            </a:pathLst>
          </a:custGeom>
          <a:solidFill xmlns:a="http://schemas.openxmlformats.org/drawingml/2006/main">
            <a:srgbClr val="888888"/>
          </a:solidFill>
          <a:ln xmlns:a="http://schemas.openxmlformats.org/drawingml/2006/main" w="0">
            <a:noFill/>
            <a:prstDash val="solid"/>
          </a:ln>
        </p:spPr>
      </p:sp>
      <p:sp>
        <p:nvSpPr>
          <p:cNvPr id="55" name="deep-skill-chaining-source-component-1-gradient-144-0">
            <a:extLst xmlns:a="http://schemas.openxmlformats.org/drawingml/2006/main">
              <a:ext uri="{FF2B5EF4-FFF2-40B4-BE49-F238E27FC236}">
                <a16:creationId xmlns:a16="http://schemas.microsoft.com/office/drawing/2014/main" id="{E217760A-4590-404E-A83E-B9011613EF3F}"/>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09090"/>
          </a:solidFill>
          <a:ln xmlns:a="http://schemas.openxmlformats.org/drawingml/2006/main" w="0">
            <a:noFill/>
            <a:prstDash val="solid"/>
          </a:ln>
        </p:spPr>
      </p:sp>
      <p:sp>
        <p:nvSpPr>
          <p:cNvPr id="56" name="deep-skill-chaining-source-component-1-gradient-146-0">
            <a:extLst xmlns:a="http://schemas.openxmlformats.org/drawingml/2006/main">
              <a:ext uri="{FF2B5EF4-FFF2-40B4-BE49-F238E27FC236}">
                <a16:creationId xmlns:a16="http://schemas.microsoft.com/office/drawing/2014/main" id="{7566ADFA-299A-4D41-8FA3-270141618185}"/>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29292"/>
          </a:solidFill>
          <a:ln xmlns:a="http://schemas.openxmlformats.org/drawingml/2006/main" w="0">
            <a:noFill/>
            <a:prstDash val="solid"/>
          </a:ln>
        </p:spPr>
      </p:sp>
      <p:sp>
        <p:nvSpPr>
          <p:cNvPr id="57" name="deep-skill-chaining-source-component-1-gradient-148-0">
            <a:extLst xmlns:a="http://schemas.openxmlformats.org/drawingml/2006/main">
              <a:ext uri="{FF2B5EF4-FFF2-40B4-BE49-F238E27FC236}">
                <a16:creationId xmlns:a16="http://schemas.microsoft.com/office/drawing/2014/main" id="{E021E4F2-087B-415B-A088-E64A28F7E503}"/>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49494"/>
          </a:solidFill>
          <a:ln xmlns:a="http://schemas.openxmlformats.org/drawingml/2006/main" w="0">
            <a:noFill/>
            <a:prstDash val="solid"/>
          </a:ln>
        </p:spPr>
      </p:sp>
      <p:sp>
        <p:nvSpPr>
          <p:cNvPr id="58" name="deep-skill-chaining-source-component-1-gradient-150-0">
            <a:extLst xmlns:a="http://schemas.openxmlformats.org/drawingml/2006/main">
              <a:ext uri="{FF2B5EF4-FFF2-40B4-BE49-F238E27FC236}">
                <a16:creationId xmlns:a16="http://schemas.microsoft.com/office/drawing/2014/main" id="{3A2B71CF-3ACC-45DE-99CE-DCDF9E168EBA}"/>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69696"/>
          </a:solidFill>
          <a:ln xmlns:a="http://schemas.openxmlformats.org/drawingml/2006/main" w="0">
            <a:noFill/>
            <a:prstDash val="solid"/>
          </a:ln>
        </p:spPr>
      </p:sp>
      <p:sp>
        <p:nvSpPr>
          <p:cNvPr id="59" name="deep-skill-chaining-source-component-1-gradient-152-0">
            <a:extLst xmlns:a="http://schemas.openxmlformats.org/drawingml/2006/main">
              <a:ext uri="{FF2B5EF4-FFF2-40B4-BE49-F238E27FC236}">
                <a16:creationId xmlns:a16="http://schemas.microsoft.com/office/drawing/2014/main" id="{F90B6A6E-FD17-4B38-855E-D5C338D4F04C}"/>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89898"/>
          </a:solidFill>
          <a:ln xmlns:a="http://schemas.openxmlformats.org/drawingml/2006/main" w="0">
            <a:noFill/>
            <a:prstDash val="solid"/>
          </a:ln>
        </p:spPr>
      </p:sp>
      <p:sp>
        <p:nvSpPr>
          <p:cNvPr id="60" name="deep-skill-chaining-source-component-1-gradient-154-0">
            <a:extLst xmlns:a="http://schemas.openxmlformats.org/drawingml/2006/main">
              <a:ext uri="{FF2B5EF4-FFF2-40B4-BE49-F238E27FC236}">
                <a16:creationId xmlns:a16="http://schemas.microsoft.com/office/drawing/2014/main" id="{1222C3FC-0B73-45FA-9842-514B3B85113E}"/>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A9A9A"/>
          </a:solidFill>
          <a:ln xmlns:a="http://schemas.openxmlformats.org/drawingml/2006/main" w="0">
            <a:noFill/>
            <a:prstDash val="solid"/>
          </a:ln>
        </p:spPr>
      </p:sp>
      <p:sp>
        <p:nvSpPr>
          <p:cNvPr id="61" name="deep-skill-chaining-source-component-1-gradient-156-0">
            <a:extLst xmlns:a="http://schemas.openxmlformats.org/drawingml/2006/main">
              <a:ext uri="{FF2B5EF4-FFF2-40B4-BE49-F238E27FC236}">
                <a16:creationId xmlns:a16="http://schemas.microsoft.com/office/drawing/2014/main" id="{9679AA54-8977-4F6E-AFD1-A2B962A2DF94}"/>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C9C9C"/>
          </a:solidFill>
          <a:ln xmlns:a="http://schemas.openxmlformats.org/drawingml/2006/main" w="0">
            <a:noFill/>
            <a:prstDash val="solid"/>
          </a:ln>
        </p:spPr>
      </p:sp>
      <p:sp>
        <p:nvSpPr>
          <p:cNvPr id="62" name="deep-skill-chaining-source-component-1-gradient-158-0">
            <a:extLst xmlns:a="http://schemas.openxmlformats.org/drawingml/2006/main">
              <a:ext uri="{FF2B5EF4-FFF2-40B4-BE49-F238E27FC236}">
                <a16:creationId xmlns:a16="http://schemas.microsoft.com/office/drawing/2014/main" id="{CBB8150B-3C96-4945-8828-9BE5B3367500}"/>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9E9E9E"/>
          </a:solidFill>
          <a:ln xmlns:a="http://schemas.openxmlformats.org/drawingml/2006/main" w="0">
            <a:noFill/>
            <a:prstDash val="solid"/>
          </a:ln>
        </p:spPr>
      </p:sp>
      <p:sp>
        <p:nvSpPr>
          <p:cNvPr id="63" name="deep-skill-chaining-source-component-1-gradient-160-0">
            <a:extLst xmlns:a="http://schemas.openxmlformats.org/drawingml/2006/main">
              <a:ext uri="{FF2B5EF4-FFF2-40B4-BE49-F238E27FC236}">
                <a16:creationId xmlns:a16="http://schemas.microsoft.com/office/drawing/2014/main" id="{254FD5BF-E992-4367-8F5F-DE46EB906353}"/>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0A0A0"/>
          </a:solidFill>
          <a:ln xmlns:a="http://schemas.openxmlformats.org/drawingml/2006/main" w="0">
            <a:noFill/>
            <a:prstDash val="solid"/>
          </a:ln>
        </p:spPr>
      </p:sp>
      <p:sp>
        <p:nvSpPr>
          <p:cNvPr id="64" name="deep-skill-chaining-source-component-1-gradient-162-0">
            <a:extLst xmlns:a="http://schemas.openxmlformats.org/drawingml/2006/main">
              <a:ext uri="{FF2B5EF4-FFF2-40B4-BE49-F238E27FC236}">
                <a16:creationId xmlns:a16="http://schemas.microsoft.com/office/drawing/2014/main" id="{04C5EE5E-B4D1-4436-8EA3-40764ED2F24C}"/>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2A2A2"/>
          </a:solidFill>
          <a:ln xmlns:a="http://schemas.openxmlformats.org/drawingml/2006/main" w="0">
            <a:noFill/>
            <a:prstDash val="solid"/>
          </a:ln>
        </p:spPr>
      </p:sp>
      <p:sp>
        <p:nvSpPr>
          <p:cNvPr id="65" name="deep-skill-chaining-source-component-1-gradient-164-0">
            <a:extLst xmlns:a="http://schemas.openxmlformats.org/drawingml/2006/main">
              <a:ext uri="{FF2B5EF4-FFF2-40B4-BE49-F238E27FC236}">
                <a16:creationId xmlns:a16="http://schemas.microsoft.com/office/drawing/2014/main" id="{A2108A15-0F77-4EE6-B381-ED68FD756DD5}"/>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4A4A4"/>
          </a:solidFill>
          <a:ln xmlns:a="http://schemas.openxmlformats.org/drawingml/2006/main" w="0">
            <a:noFill/>
            <a:prstDash val="solid"/>
          </a:ln>
        </p:spPr>
      </p:sp>
      <p:sp>
        <p:nvSpPr>
          <p:cNvPr id="66" name="deep-skill-chaining-source-component-1-gradient-166-0">
            <a:extLst xmlns:a="http://schemas.openxmlformats.org/drawingml/2006/main">
              <a:ext uri="{FF2B5EF4-FFF2-40B4-BE49-F238E27FC236}">
                <a16:creationId xmlns:a16="http://schemas.microsoft.com/office/drawing/2014/main" id="{160A4694-E672-4589-8ABD-5C15D1969CE7}"/>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6A6A6"/>
          </a:solidFill>
          <a:ln xmlns:a="http://schemas.openxmlformats.org/drawingml/2006/main" w="0">
            <a:noFill/>
            <a:prstDash val="solid"/>
          </a:ln>
        </p:spPr>
      </p:sp>
      <p:sp>
        <p:nvSpPr>
          <p:cNvPr id="67" name="deep-skill-chaining-source-component-1-gradient-168-0">
            <a:extLst xmlns:a="http://schemas.openxmlformats.org/drawingml/2006/main">
              <a:ext uri="{FF2B5EF4-FFF2-40B4-BE49-F238E27FC236}">
                <a16:creationId xmlns:a16="http://schemas.microsoft.com/office/drawing/2014/main" id="{65E8AF18-7E39-466E-B1C3-E65FCB0AE0B4}"/>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8A8A8"/>
          </a:solidFill>
          <a:ln xmlns:a="http://schemas.openxmlformats.org/drawingml/2006/main" w="0">
            <a:noFill/>
            <a:prstDash val="solid"/>
          </a:ln>
        </p:spPr>
      </p:sp>
      <p:sp>
        <p:nvSpPr>
          <p:cNvPr id="68" name="deep-skill-chaining-source-component-1-gradient-170-0">
            <a:extLst xmlns:a="http://schemas.openxmlformats.org/drawingml/2006/main">
              <a:ext uri="{FF2B5EF4-FFF2-40B4-BE49-F238E27FC236}">
                <a16:creationId xmlns:a16="http://schemas.microsoft.com/office/drawing/2014/main" id="{E5E21C05-6A01-4C70-8E6E-D8D16632E39C}"/>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AAAAA"/>
          </a:solidFill>
          <a:ln xmlns:a="http://schemas.openxmlformats.org/drawingml/2006/main" w="0">
            <a:noFill/>
            <a:prstDash val="solid"/>
          </a:ln>
        </p:spPr>
      </p:sp>
      <p:sp>
        <p:nvSpPr>
          <p:cNvPr id="69" name="deep-skill-chaining-source-component-1-gradient-172-0">
            <a:extLst xmlns:a="http://schemas.openxmlformats.org/drawingml/2006/main">
              <a:ext uri="{FF2B5EF4-FFF2-40B4-BE49-F238E27FC236}">
                <a16:creationId xmlns:a16="http://schemas.microsoft.com/office/drawing/2014/main" id="{6BA0D7CA-2B08-4FFD-96C6-86BB2F9F61AD}"/>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CACAC"/>
          </a:solidFill>
          <a:ln xmlns:a="http://schemas.openxmlformats.org/drawingml/2006/main" w="0">
            <a:noFill/>
            <a:prstDash val="solid"/>
          </a:ln>
        </p:spPr>
      </p:sp>
      <p:sp>
        <p:nvSpPr>
          <p:cNvPr id="70" name="deep-skill-chaining-source-component-1-gradient-174-0">
            <a:extLst xmlns:a="http://schemas.openxmlformats.org/drawingml/2006/main">
              <a:ext uri="{FF2B5EF4-FFF2-40B4-BE49-F238E27FC236}">
                <a16:creationId xmlns:a16="http://schemas.microsoft.com/office/drawing/2014/main" id="{3B32ADC4-DCD5-4E4B-ACA1-47726E76E4C8}"/>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AEAEAE"/>
          </a:solidFill>
          <a:ln xmlns:a="http://schemas.openxmlformats.org/drawingml/2006/main" w="0">
            <a:noFill/>
            <a:prstDash val="solid"/>
          </a:ln>
        </p:spPr>
      </p:sp>
      <p:sp>
        <p:nvSpPr>
          <p:cNvPr id="71" name="deep-skill-chaining-source-component-1-gradient-176-0">
            <a:extLst xmlns:a="http://schemas.openxmlformats.org/drawingml/2006/main">
              <a:ext uri="{FF2B5EF4-FFF2-40B4-BE49-F238E27FC236}">
                <a16:creationId xmlns:a16="http://schemas.microsoft.com/office/drawing/2014/main" id="{D408E272-D05D-4060-9C28-B73F5E1111AF}"/>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0B0B0"/>
          </a:solidFill>
          <a:ln xmlns:a="http://schemas.openxmlformats.org/drawingml/2006/main" w="0">
            <a:noFill/>
            <a:prstDash val="solid"/>
          </a:ln>
        </p:spPr>
      </p:sp>
      <p:sp>
        <p:nvSpPr>
          <p:cNvPr id="72" name="deep-skill-chaining-source-component-1-gradient-178-0">
            <a:extLst xmlns:a="http://schemas.openxmlformats.org/drawingml/2006/main">
              <a:ext uri="{FF2B5EF4-FFF2-40B4-BE49-F238E27FC236}">
                <a16:creationId xmlns:a16="http://schemas.microsoft.com/office/drawing/2014/main" id="{4E83687A-6B3F-4A22-AE3C-C3585BCB1BB0}"/>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2B2B2"/>
          </a:solidFill>
          <a:ln xmlns:a="http://schemas.openxmlformats.org/drawingml/2006/main" w="0">
            <a:noFill/>
            <a:prstDash val="solid"/>
          </a:ln>
        </p:spPr>
      </p:sp>
      <p:sp>
        <p:nvSpPr>
          <p:cNvPr id="73" name="deep-skill-chaining-source-component-1-gradient-180-0">
            <a:extLst xmlns:a="http://schemas.openxmlformats.org/drawingml/2006/main">
              <a:ext uri="{FF2B5EF4-FFF2-40B4-BE49-F238E27FC236}">
                <a16:creationId xmlns:a16="http://schemas.microsoft.com/office/drawing/2014/main" id="{6C6F6B7A-0718-4A09-AFC3-C68C10F7AC03}"/>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4B4B4"/>
          </a:solidFill>
          <a:ln xmlns:a="http://schemas.openxmlformats.org/drawingml/2006/main" w="0">
            <a:noFill/>
            <a:prstDash val="solid"/>
          </a:ln>
        </p:spPr>
      </p:sp>
      <p:sp>
        <p:nvSpPr>
          <p:cNvPr id="74" name="deep-skill-chaining-source-component-1-gradient-182-0">
            <a:extLst xmlns:a="http://schemas.openxmlformats.org/drawingml/2006/main">
              <a:ext uri="{FF2B5EF4-FFF2-40B4-BE49-F238E27FC236}">
                <a16:creationId xmlns:a16="http://schemas.microsoft.com/office/drawing/2014/main" id="{321938D7-85F4-4845-B4C4-69876DD7589E}"/>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6B6B6"/>
          </a:solidFill>
          <a:ln xmlns:a="http://schemas.openxmlformats.org/drawingml/2006/main" w="0">
            <a:noFill/>
            <a:prstDash val="solid"/>
          </a:ln>
        </p:spPr>
      </p:sp>
      <p:sp>
        <p:nvSpPr>
          <p:cNvPr id="75" name="deep-skill-chaining-source-component-1-gradient-184-0">
            <a:extLst xmlns:a="http://schemas.openxmlformats.org/drawingml/2006/main">
              <a:ext uri="{FF2B5EF4-FFF2-40B4-BE49-F238E27FC236}">
                <a16:creationId xmlns:a16="http://schemas.microsoft.com/office/drawing/2014/main" id="{F92B4A99-7BC9-431D-A700-CF018E060558}"/>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7213" y="9525"/>
                </a:lnTo>
                <a:lnTo>
                  <a:pt x="561975" y="14288"/>
                </a:lnTo>
                <a:lnTo>
                  <a:pt x="566738" y="19050"/>
                </a:lnTo>
                <a:lnTo>
                  <a:pt x="576263" y="19050"/>
                </a:lnTo>
                <a:lnTo>
                  <a:pt x="581025" y="23813"/>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8B8B8"/>
          </a:solidFill>
          <a:ln xmlns:a="http://schemas.openxmlformats.org/drawingml/2006/main" w="0">
            <a:noFill/>
            <a:prstDash val="solid"/>
          </a:ln>
        </p:spPr>
      </p:sp>
      <p:sp>
        <p:nvSpPr>
          <p:cNvPr id="76" name="deep-skill-chaining-source-component-1-gradient-186-0">
            <a:extLst xmlns:a="http://schemas.openxmlformats.org/drawingml/2006/main">
              <a:ext uri="{FF2B5EF4-FFF2-40B4-BE49-F238E27FC236}">
                <a16:creationId xmlns:a16="http://schemas.microsoft.com/office/drawing/2014/main" id="{04ECD262-D74E-4204-877E-3CF01324A15D}"/>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2450" y="14288"/>
                </a:lnTo>
                <a:lnTo>
                  <a:pt x="557213" y="19050"/>
                </a:lnTo>
                <a:lnTo>
                  <a:pt x="566738" y="19050"/>
                </a:lnTo>
                <a:lnTo>
                  <a:pt x="571500" y="23813"/>
                </a:lnTo>
                <a:lnTo>
                  <a:pt x="576263" y="28575"/>
                </a:lnTo>
                <a:lnTo>
                  <a:pt x="585788" y="28575"/>
                </a:lnTo>
                <a:lnTo>
                  <a:pt x="590550" y="33338"/>
                </a:lnTo>
                <a:lnTo>
                  <a:pt x="595313" y="38100"/>
                </a:lnTo>
                <a:lnTo>
                  <a:pt x="600075" y="42863"/>
                </a:lnTo>
                <a:lnTo>
                  <a:pt x="604838" y="47625"/>
                </a:lnTo>
                <a:lnTo>
                  <a:pt x="609600" y="52388"/>
                </a:lnTo>
                <a:lnTo>
                  <a:pt x="614363" y="57150"/>
                </a:lnTo>
                <a:lnTo>
                  <a:pt x="619125" y="61913"/>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ABABA"/>
          </a:solidFill>
          <a:ln xmlns:a="http://schemas.openxmlformats.org/drawingml/2006/main" w="0">
            <a:noFill/>
            <a:prstDash val="solid"/>
          </a:ln>
        </p:spPr>
      </p:sp>
      <p:sp>
        <p:nvSpPr>
          <p:cNvPr id="77" name="deep-skill-chaining-source-component-1-gradient-188-0">
            <a:extLst xmlns:a="http://schemas.openxmlformats.org/drawingml/2006/main">
              <a:ext uri="{FF2B5EF4-FFF2-40B4-BE49-F238E27FC236}">
                <a16:creationId xmlns:a16="http://schemas.microsoft.com/office/drawing/2014/main" id="{44897C5C-5AE7-4DF2-B34E-5254E8E68C19}"/>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19100" y="4763"/>
                </a:move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4350" y="4763"/>
                </a:lnTo>
                <a:lnTo>
                  <a:pt x="519113" y="9525"/>
                </a:lnTo>
                <a:lnTo>
                  <a:pt x="528638" y="9525"/>
                </a:lnTo>
                <a:lnTo>
                  <a:pt x="533400" y="14288"/>
                </a:lnTo>
                <a:lnTo>
                  <a:pt x="538163" y="19050"/>
                </a:lnTo>
                <a:lnTo>
                  <a:pt x="547688" y="19050"/>
                </a:lnTo>
                <a:lnTo>
                  <a:pt x="552450" y="23813"/>
                </a:lnTo>
                <a:lnTo>
                  <a:pt x="557213" y="28575"/>
                </a:lnTo>
                <a:lnTo>
                  <a:pt x="566738" y="28575"/>
                </a:lnTo>
                <a:lnTo>
                  <a:pt x="571500" y="33338"/>
                </a:lnTo>
                <a:lnTo>
                  <a:pt x="576263" y="38100"/>
                </a:lnTo>
                <a:lnTo>
                  <a:pt x="585788" y="38100"/>
                </a:lnTo>
                <a:lnTo>
                  <a:pt x="590550" y="42863"/>
                </a:lnTo>
                <a:lnTo>
                  <a:pt x="595313" y="47625"/>
                </a:lnTo>
                <a:lnTo>
                  <a:pt x="604838" y="47625"/>
                </a:lnTo>
                <a:lnTo>
                  <a:pt x="609600" y="52388"/>
                </a:lnTo>
                <a:lnTo>
                  <a:pt x="609600" y="61913"/>
                </a:lnTo>
                <a:lnTo>
                  <a:pt x="614363" y="66675"/>
                </a:lnTo>
                <a:lnTo>
                  <a:pt x="623888" y="66675"/>
                </a:lnTo>
                <a:lnTo>
                  <a:pt x="628650" y="71438"/>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47638" y="990600"/>
                </a:lnTo>
                <a:lnTo>
                  <a:pt x="142875" y="985838"/>
                </a:lnTo>
                <a:lnTo>
                  <a:pt x="138113" y="981075"/>
                </a:lnTo>
                <a:lnTo>
                  <a:pt x="128588" y="981075"/>
                </a:lnTo>
                <a:lnTo>
                  <a:pt x="123825" y="976313"/>
                </a:lnTo>
                <a:lnTo>
                  <a:pt x="119063" y="971550"/>
                </a:lnTo>
                <a:lnTo>
                  <a:pt x="109538" y="971550"/>
                </a:lnTo>
                <a:lnTo>
                  <a:pt x="104775" y="966788"/>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19100" y="4763"/>
                </a:lnTo>
                <a:close/>
              </a:path>
            </a:pathLst>
          </a:custGeom>
          <a:solidFill xmlns:a="http://schemas.openxmlformats.org/drawingml/2006/main">
            <a:srgbClr val="BCBCBC"/>
          </a:solidFill>
          <a:ln xmlns:a="http://schemas.openxmlformats.org/drawingml/2006/main" w="0">
            <a:noFill/>
            <a:prstDash val="solid"/>
          </a:ln>
        </p:spPr>
      </p:sp>
      <p:sp>
        <p:nvSpPr>
          <p:cNvPr id="78" name="deep-skill-chaining-source-component-1-gradient-190-0">
            <a:extLst xmlns:a="http://schemas.openxmlformats.org/drawingml/2006/main">
              <a:ext uri="{FF2B5EF4-FFF2-40B4-BE49-F238E27FC236}">
                <a16:creationId xmlns:a16="http://schemas.microsoft.com/office/drawing/2014/main" id="{CD948A18-F3EE-42BC-A111-10C7F808CC13}"/>
              </a:ext>
            </a:extLst>
          </p:cNvPr>
          <p:cNvSpPr>
            <a:spLocks xmlns:a="http://schemas.openxmlformats.org/drawingml/2006/main" noGrp="1"/>
          </p:cNvSpPr>
          <p:nvPr/>
        </p:nvSpPr>
        <p:spPr>
          <a:xfrm xmlns:a="http://schemas.openxmlformats.org/drawingml/2006/main" rot="0">
            <a:off x="6619875" y="923925"/>
            <a:ext cx="685800" cy="1000125"/>
          </a:xfrm>
          <a:custGeom xmlns:a="http://schemas.openxmlformats.org/drawingml/2006/main">
            <a:pathLst>
              <a:path w="685800" h="1000125">
                <a:moveTo>
                  <a:pt x="428625" y="4763"/>
                </a:moveTo>
                <a:lnTo>
                  <a:pt x="433388" y="0"/>
                </a:lnTo>
                <a:lnTo>
                  <a:pt x="442913" y="0"/>
                </a:lnTo>
                <a:lnTo>
                  <a:pt x="452438" y="0"/>
                </a:lnTo>
                <a:lnTo>
                  <a:pt x="457200" y="4763"/>
                </a:lnTo>
                <a:lnTo>
                  <a:pt x="461963" y="9525"/>
                </a:lnTo>
                <a:lnTo>
                  <a:pt x="471488" y="9525"/>
                </a:lnTo>
                <a:lnTo>
                  <a:pt x="476250" y="14288"/>
                </a:lnTo>
                <a:lnTo>
                  <a:pt x="481013" y="19050"/>
                </a:lnTo>
                <a:lnTo>
                  <a:pt x="490538" y="19050"/>
                </a:lnTo>
                <a:lnTo>
                  <a:pt x="500063" y="19050"/>
                </a:lnTo>
                <a:lnTo>
                  <a:pt x="509588" y="19050"/>
                </a:lnTo>
                <a:lnTo>
                  <a:pt x="514350" y="23813"/>
                </a:lnTo>
                <a:lnTo>
                  <a:pt x="519113" y="28575"/>
                </a:lnTo>
                <a:lnTo>
                  <a:pt x="528638" y="28575"/>
                </a:lnTo>
                <a:lnTo>
                  <a:pt x="538163" y="28575"/>
                </a:lnTo>
                <a:lnTo>
                  <a:pt x="542925" y="33338"/>
                </a:lnTo>
                <a:lnTo>
                  <a:pt x="547688" y="38100"/>
                </a:lnTo>
                <a:lnTo>
                  <a:pt x="552450" y="42863"/>
                </a:lnTo>
                <a:lnTo>
                  <a:pt x="557213" y="47625"/>
                </a:lnTo>
                <a:lnTo>
                  <a:pt x="566738" y="47625"/>
                </a:lnTo>
                <a:lnTo>
                  <a:pt x="571500" y="52388"/>
                </a:lnTo>
                <a:lnTo>
                  <a:pt x="576263" y="57150"/>
                </a:lnTo>
                <a:lnTo>
                  <a:pt x="585788" y="57150"/>
                </a:lnTo>
                <a:lnTo>
                  <a:pt x="595313" y="57150"/>
                </a:lnTo>
                <a:lnTo>
                  <a:pt x="600075" y="61913"/>
                </a:lnTo>
                <a:lnTo>
                  <a:pt x="604838" y="66675"/>
                </a:lnTo>
                <a:lnTo>
                  <a:pt x="609600" y="71438"/>
                </a:lnTo>
                <a:lnTo>
                  <a:pt x="614363" y="76200"/>
                </a:lnTo>
                <a:lnTo>
                  <a:pt x="623888" y="76200"/>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61988" y="142875"/>
                </a:lnTo>
                <a:lnTo>
                  <a:pt x="666750" y="147638"/>
                </a:lnTo>
                <a:lnTo>
                  <a:pt x="666750" y="157163"/>
                </a:lnTo>
                <a:lnTo>
                  <a:pt x="666750" y="166688"/>
                </a:lnTo>
                <a:lnTo>
                  <a:pt x="671513" y="171450"/>
                </a:lnTo>
                <a:lnTo>
                  <a:pt x="676275" y="176213"/>
                </a:lnTo>
                <a:lnTo>
                  <a:pt x="676275" y="185738"/>
                </a:lnTo>
                <a:lnTo>
                  <a:pt x="676275" y="195263"/>
                </a:lnTo>
                <a:lnTo>
                  <a:pt x="676275" y="204788"/>
                </a:lnTo>
                <a:lnTo>
                  <a:pt x="676275" y="214313"/>
                </a:lnTo>
                <a:lnTo>
                  <a:pt x="681038" y="219075"/>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5800" y="366713"/>
                </a:lnTo>
                <a:lnTo>
                  <a:pt x="685800" y="376238"/>
                </a:lnTo>
                <a:lnTo>
                  <a:pt x="681038" y="381000"/>
                </a:lnTo>
                <a:lnTo>
                  <a:pt x="676275" y="385763"/>
                </a:lnTo>
                <a:lnTo>
                  <a:pt x="676275" y="395288"/>
                </a:lnTo>
                <a:lnTo>
                  <a:pt x="676275" y="404813"/>
                </a:lnTo>
                <a:lnTo>
                  <a:pt x="676275" y="414338"/>
                </a:lnTo>
                <a:lnTo>
                  <a:pt x="676275" y="423863"/>
                </a:lnTo>
                <a:lnTo>
                  <a:pt x="676275" y="433388"/>
                </a:lnTo>
                <a:lnTo>
                  <a:pt x="671513" y="438150"/>
                </a:lnTo>
                <a:lnTo>
                  <a:pt x="666750" y="442913"/>
                </a:lnTo>
                <a:lnTo>
                  <a:pt x="666750" y="452438"/>
                </a:lnTo>
                <a:lnTo>
                  <a:pt x="666750" y="461963"/>
                </a:lnTo>
                <a:lnTo>
                  <a:pt x="666750" y="471488"/>
                </a:lnTo>
                <a:lnTo>
                  <a:pt x="666750" y="481013"/>
                </a:lnTo>
                <a:lnTo>
                  <a:pt x="661988" y="485775"/>
                </a:lnTo>
                <a:lnTo>
                  <a:pt x="657225" y="490538"/>
                </a:lnTo>
                <a:lnTo>
                  <a:pt x="657225" y="500063"/>
                </a:lnTo>
                <a:lnTo>
                  <a:pt x="657225" y="509588"/>
                </a:lnTo>
                <a:lnTo>
                  <a:pt x="652463" y="514350"/>
                </a:lnTo>
                <a:lnTo>
                  <a:pt x="647700" y="519113"/>
                </a:lnTo>
                <a:lnTo>
                  <a:pt x="647700" y="528638"/>
                </a:lnTo>
                <a:lnTo>
                  <a:pt x="647700" y="538163"/>
                </a:lnTo>
                <a:lnTo>
                  <a:pt x="642938" y="542925"/>
                </a:lnTo>
                <a:lnTo>
                  <a:pt x="638175" y="547688"/>
                </a:lnTo>
                <a:lnTo>
                  <a:pt x="638175" y="557213"/>
                </a:lnTo>
                <a:lnTo>
                  <a:pt x="638175" y="566738"/>
                </a:lnTo>
                <a:lnTo>
                  <a:pt x="633413" y="571500"/>
                </a:lnTo>
                <a:lnTo>
                  <a:pt x="628650" y="576263"/>
                </a:lnTo>
                <a:lnTo>
                  <a:pt x="628650" y="585788"/>
                </a:lnTo>
                <a:lnTo>
                  <a:pt x="628650" y="595313"/>
                </a:lnTo>
                <a:lnTo>
                  <a:pt x="623888" y="600075"/>
                </a:lnTo>
                <a:lnTo>
                  <a:pt x="619125" y="604838"/>
                </a:lnTo>
                <a:lnTo>
                  <a:pt x="619125" y="614363"/>
                </a:lnTo>
                <a:lnTo>
                  <a:pt x="614363" y="619125"/>
                </a:lnTo>
                <a:lnTo>
                  <a:pt x="609600" y="623888"/>
                </a:lnTo>
                <a:lnTo>
                  <a:pt x="609600" y="633413"/>
                </a:lnTo>
                <a:lnTo>
                  <a:pt x="609600" y="642938"/>
                </a:lnTo>
                <a:lnTo>
                  <a:pt x="604838" y="647700"/>
                </a:lnTo>
                <a:lnTo>
                  <a:pt x="600075" y="652463"/>
                </a:lnTo>
                <a:lnTo>
                  <a:pt x="600075" y="661988"/>
                </a:lnTo>
                <a:lnTo>
                  <a:pt x="595313" y="666750"/>
                </a:lnTo>
                <a:lnTo>
                  <a:pt x="590550" y="671513"/>
                </a:lnTo>
                <a:lnTo>
                  <a:pt x="590550" y="681038"/>
                </a:lnTo>
                <a:lnTo>
                  <a:pt x="585788" y="685800"/>
                </a:lnTo>
                <a:lnTo>
                  <a:pt x="581025" y="690563"/>
                </a:lnTo>
                <a:lnTo>
                  <a:pt x="581025" y="700088"/>
                </a:lnTo>
                <a:lnTo>
                  <a:pt x="576263" y="704850"/>
                </a:lnTo>
                <a:lnTo>
                  <a:pt x="571500" y="709613"/>
                </a:lnTo>
                <a:lnTo>
                  <a:pt x="566738" y="714375"/>
                </a:lnTo>
                <a:lnTo>
                  <a:pt x="561975" y="719138"/>
                </a:lnTo>
                <a:lnTo>
                  <a:pt x="561975" y="728663"/>
                </a:lnTo>
                <a:lnTo>
                  <a:pt x="557213" y="733425"/>
                </a:lnTo>
                <a:lnTo>
                  <a:pt x="552450" y="738188"/>
                </a:lnTo>
                <a:lnTo>
                  <a:pt x="552450" y="747713"/>
                </a:lnTo>
                <a:lnTo>
                  <a:pt x="547688" y="752475"/>
                </a:lnTo>
                <a:lnTo>
                  <a:pt x="542925" y="757238"/>
                </a:lnTo>
                <a:lnTo>
                  <a:pt x="538163" y="762000"/>
                </a:lnTo>
                <a:lnTo>
                  <a:pt x="533400" y="766763"/>
                </a:lnTo>
                <a:lnTo>
                  <a:pt x="533400" y="776288"/>
                </a:lnTo>
                <a:lnTo>
                  <a:pt x="528638" y="781050"/>
                </a:lnTo>
                <a:lnTo>
                  <a:pt x="523875" y="785813"/>
                </a:lnTo>
                <a:lnTo>
                  <a:pt x="519113" y="790575"/>
                </a:lnTo>
                <a:lnTo>
                  <a:pt x="514350" y="795338"/>
                </a:lnTo>
                <a:lnTo>
                  <a:pt x="509588" y="800100"/>
                </a:lnTo>
                <a:lnTo>
                  <a:pt x="504825" y="804863"/>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7200" y="871538"/>
                </a:lnTo>
                <a:lnTo>
                  <a:pt x="452438" y="876300"/>
                </a:lnTo>
                <a:lnTo>
                  <a:pt x="442913" y="876300"/>
                </a:lnTo>
                <a:lnTo>
                  <a:pt x="438150" y="881063"/>
                </a:lnTo>
                <a:lnTo>
                  <a:pt x="433388" y="885825"/>
                </a:lnTo>
                <a:lnTo>
                  <a:pt x="428625" y="890588"/>
                </a:lnTo>
                <a:lnTo>
                  <a:pt x="423863" y="895350"/>
                </a:lnTo>
                <a:lnTo>
                  <a:pt x="419100" y="900113"/>
                </a:lnTo>
                <a:lnTo>
                  <a:pt x="414338" y="904875"/>
                </a:lnTo>
                <a:lnTo>
                  <a:pt x="409575" y="909638"/>
                </a:lnTo>
                <a:lnTo>
                  <a:pt x="404813" y="914400"/>
                </a:lnTo>
                <a:lnTo>
                  <a:pt x="400050" y="919163"/>
                </a:lnTo>
                <a:lnTo>
                  <a:pt x="395288" y="923925"/>
                </a:lnTo>
                <a:lnTo>
                  <a:pt x="390525" y="928688"/>
                </a:lnTo>
                <a:lnTo>
                  <a:pt x="385763" y="933450"/>
                </a:lnTo>
                <a:lnTo>
                  <a:pt x="376238" y="933450"/>
                </a:lnTo>
                <a:lnTo>
                  <a:pt x="371475" y="938213"/>
                </a:lnTo>
                <a:lnTo>
                  <a:pt x="366713" y="942975"/>
                </a:lnTo>
                <a:lnTo>
                  <a:pt x="361950" y="947738"/>
                </a:lnTo>
                <a:lnTo>
                  <a:pt x="357188" y="952500"/>
                </a:lnTo>
                <a:lnTo>
                  <a:pt x="347663" y="952500"/>
                </a:lnTo>
                <a:lnTo>
                  <a:pt x="342900" y="957263"/>
                </a:lnTo>
                <a:lnTo>
                  <a:pt x="338138" y="962025"/>
                </a:lnTo>
                <a:lnTo>
                  <a:pt x="328613" y="962025"/>
                </a:lnTo>
                <a:lnTo>
                  <a:pt x="323850" y="966788"/>
                </a:lnTo>
                <a:lnTo>
                  <a:pt x="319088" y="971550"/>
                </a:lnTo>
                <a:lnTo>
                  <a:pt x="309563" y="971550"/>
                </a:lnTo>
                <a:lnTo>
                  <a:pt x="304800" y="976313"/>
                </a:lnTo>
                <a:lnTo>
                  <a:pt x="300038" y="981075"/>
                </a:lnTo>
                <a:lnTo>
                  <a:pt x="290513" y="981075"/>
                </a:lnTo>
                <a:lnTo>
                  <a:pt x="285750" y="985838"/>
                </a:lnTo>
                <a:lnTo>
                  <a:pt x="280988" y="990600"/>
                </a:lnTo>
                <a:lnTo>
                  <a:pt x="271463" y="990600"/>
                </a:lnTo>
                <a:lnTo>
                  <a:pt x="261938" y="990600"/>
                </a:lnTo>
                <a:lnTo>
                  <a:pt x="252413" y="990600"/>
                </a:lnTo>
                <a:lnTo>
                  <a:pt x="247650" y="995363"/>
                </a:lnTo>
                <a:lnTo>
                  <a:pt x="242888" y="1000125"/>
                </a:lnTo>
                <a:lnTo>
                  <a:pt x="233363" y="1000125"/>
                </a:lnTo>
                <a:lnTo>
                  <a:pt x="223838" y="1000125"/>
                </a:lnTo>
                <a:lnTo>
                  <a:pt x="214313" y="1000125"/>
                </a:lnTo>
                <a:lnTo>
                  <a:pt x="204788" y="1000125"/>
                </a:lnTo>
                <a:lnTo>
                  <a:pt x="195263" y="1000125"/>
                </a:lnTo>
                <a:lnTo>
                  <a:pt x="185738" y="1000125"/>
                </a:lnTo>
                <a:lnTo>
                  <a:pt x="180975" y="995363"/>
                </a:lnTo>
                <a:lnTo>
                  <a:pt x="176213" y="990600"/>
                </a:lnTo>
                <a:lnTo>
                  <a:pt x="166688" y="990600"/>
                </a:lnTo>
                <a:lnTo>
                  <a:pt x="157163" y="990600"/>
                </a:lnTo>
                <a:lnTo>
                  <a:pt x="152400" y="985838"/>
                </a:lnTo>
                <a:lnTo>
                  <a:pt x="147638" y="981075"/>
                </a:lnTo>
                <a:lnTo>
                  <a:pt x="138113" y="981075"/>
                </a:lnTo>
                <a:lnTo>
                  <a:pt x="128588" y="981075"/>
                </a:lnTo>
                <a:lnTo>
                  <a:pt x="123825" y="976313"/>
                </a:lnTo>
                <a:lnTo>
                  <a:pt x="123825" y="966788"/>
                </a:lnTo>
                <a:lnTo>
                  <a:pt x="119063" y="962025"/>
                </a:lnTo>
                <a:lnTo>
                  <a:pt x="109538" y="962025"/>
                </a:lnTo>
                <a:lnTo>
                  <a:pt x="100013" y="962025"/>
                </a:lnTo>
                <a:lnTo>
                  <a:pt x="95250" y="957263"/>
                </a:lnTo>
                <a:lnTo>
                  <a:pt x="90488" y="952500"/>
                </a:lnTo>
                <a:lnTo>
                  <a:pt x="85725" y="947738"/>
                </a:lnTo>
                <a:lnTo>
                  <a:pt x="80963" y="942975"/>
                </a:lnTo>
                <a:lnTo>
                  <a:pt x="76200" y="938213"/>
                </a:lnTo>
                <a:lnTo>
                  <a:pt x="71438" y="933450"/>
                </a:lnTo>
                <a:lnTo>
                  <a:pt x="66675" y="928688"/>
                </a:lnTo>
                <a:lnTo>
                  <a:pt x="66675" y="919163"/>
                </a:lnTo>
                <a:lnTo>
                  <a:pt x="61913" y="914400"/>
                </a:lnTo>
                <a:lnTo>
                  <a:pt x="57150" y="909638"/>
                </a:lnTo>
                <a:lnTo>
                  <a:pt x="52388" y="904875"/>
                </a:lnTo>
                <a:lnTo>
                  <a:pt x="47625" y="900113"/>
                </a:lnTo>
                <a:lnTo>
                  <a:pt x="47625" y="890588"/>
                </a:lnTo>
                <a:lnTo>
                  <a:pt x="42863" y="885825"/>
                </a:lnTo>
                <a:lnTo>
                  <a:pt x="38100" y="881063"/>
                </a:lnTo>
                <a:lnTo>
                  <a:pt x="38100" y="871538"/>
                </a:lnTo>
                <a:lnTo>
                  <a:pt x="33338" y="866775"/>
                </a:lnTo>
                <a:lnTo>
                  <a:pt x="28575" y="862013"/>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9525" y="747713"/>
                </a:lnTo>
                <a:lnTo>
                  <a:pt x="9525" y="738188"/>
                </a:lnTo>
                <a:lnTo>
                  <a:pt x="9525" y="728663"/>
                </a:lnTo>
                <a:lnTo>
                  <a:pt x="9525" y="719138"/>
                </a:lnTo>
                <a:lnTo>
                  <a:pt x="4763" y="714375"/>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8113" y="257175"/>
                </a:lnTo>
                <a:lnTo>
                  <a:pt x="142875" y="252413"/>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9088" y="57150"/>
                </a:lnTo>
                <a:lnTo>
                  <a:pt x="323850" y="52388"/>
                </a:lnTo>
                <a:lnTo>
                  <a:pt x="328613" y="47625"/>
                </a:lnTo>
                <a:lnTo>
                  <a:pt x="333375" y="42863"/>
                </a:lnTo>
                <a:lnTo>
                  <a:pt x="338138" y="38100"/>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4813" y="9525"/>
                </a:lnTo>
                <a:lnTo>
                  <a:pt x="414338" y="9525"/>
                </a:lnTo>
                <a:lnTo>
                  <a:pt x="423863" y="9525"/>
                </a:lnTo>
                <a:lnTo>
                  <a:pt x="428625" y="4763"/>
                </a:lnTo>
                <a:close/>
              </a:path>
            </a:pathLst>
          </a:custGeom>
          <a:solidFill xmlns:a="http://schemas.openxmlformats.org/drawingml/2006/main">
            <a:srgbClr val="BEBEBE"/>
          </a:solidFill>
          <a:ln xmlns:a="http://schemas.openxmlformats.org/drawingml/2006/main" w="0">
            <a:noFill/>
            <a:prstDash val="solid"/>
          </a:ln>
        </p:spPr>
      </p:sp>
      <p:sp>
        <p:nvSpPr>
          <p:cNvPr id="79" name="deep-skill-chaining-source-component-1-gradient-192-0">
            <a:extLst xmlns:a="http://schemas.openxmlformats.org/drawingml/2006/main">
              <a:ext uri="{FF2B5EF4-FFF2-40B4-BE49-F238E27FC236}">
                <a16:creationId xmlns:a16="http://schemas.microsoft.com/office/drawing/2014/main" id="{D99D4E3C-B485-499B-A16B-61B375EBD252}"/>
              </a:ext>
            </a:extLst>
          </p:cNvPr>
          <p:cNvSpPr>
            <a:spLocks xmlns:a="http://schemas.openxmlformats.org/drawingml/2006/main" noGrp="1"/>
          </p:cNvSpPr>
          <p:nvPr/>
        </p:nvSpPr>
        <p:spPr>
          <a:xfrm xmlns:a="http://schemas.openxmlformats.org/drawingml/2006/main" rot="0">
            <a:off x="6619875" y="942975"/>
            <a:ext cx="685800" cy="981075"/>
          </a:xfrm>
          <a:custGeom xmlns:a="http://schemas.openxmlformats.org/drawingml/2006/main">
            <a:pathLst>
              <a:path w="685800" h="981075">
                <a:moveTo>
                  <a:pt x="371475" y="4763"/>
                </a:moveTo>
                <a:lnTo>
                  <a:pt x="376238" y="0"/>
                </a:lnTo>
                <a:lnTo>
                  <a:pt x="385763" y="0"/>
                </a:lnTo>
                <a:lnTo>
                  <a:pt x="395288" y="0"/>
                </a:lnTo>
                <a:lnTo>
                  <a:pt x="404813" y="0"/>
                </a:lnTo>
                <a:lnTo>
                  <a:pt x="414338" y="0"/>
                </a:lnTo>
                <a:lnTo>
                  <a:pt x="423863" y="0"/>
                </a:lnTo>
                <a:lnTo>
                  <a:pt x="433388" y="0"/>
                </a:lnTo>
                <a:lnTo>
                  <a:pt x="442913" y="0"/>
                </a:lnTo>
                <a:lnTo>
                  <a:pt x="447675" y="4763"/>
                </a:lnTo>
                <a:lnTo>
                  <a:pt x="452438" y="9525"/>
                </a:lnTo>
                <a:lnTo>
                  <a:pt x="461963" y="9525"/>
                </a:lnTo>
                <a:lnTo>
                  <a:pt x="471488" y="9525"/>
                </a:lnTo>
                <a:lnTo>
                  <a:pt x="481013" y="9525"/>
                </a:lnTo>
                <a:lnTo>
                  <a:pt x="485775" y="14288"/>
                </a:lnTo>
                <a:lnTo>
                  <a:pt x="490538" y="19050"/>
                </a:lnTo>
                <a:lnTo>
                  <a:pt x="500063" y="19050"/>
                </a:lnTo>
                <a:lnTo>
                  <a:pt x="509588" y="19050"/>
                </a:lnTo>
                <a:lnTo>
                  <a:pt x="514350" y="23813"/>
                </a:lnTo>
                <a:lnTo>
                  <a:pt x="519113" y="28575"/>
                </a:lnTo>
                <a:lnTo>
                  <a:pt x="528638" y="28575"/>
                </a:lnTo>
                <a:lnTo>
                  <a:pt x="538163" y="28575"/>
                </a:lnTo>
                <a:lnTo>
                  <a:pt x="542925" y="33338"/>
                </a:lnTo>
                <a:lnTo>
                  <a:pt x="547688" y="38100"/>
                </a:lnTo>
                <a:lnTo>
                  <a:pt x="552450" y="42863"/>
                </a:lnTo>
                <a:lnTo>
                  <a:pt x="557213" y="47625"/>
                </a:lnTo>
                <a:lnTo>
                  <a:pt x="566738" y="47625"/>
                </a:lnTo>
                <a:lnTo>
                  <a:pt x="571500" y="52388"/>
                </a:lnTo>
                <a:lnTo>
                  <a:pt x="576263" y="57150"/>
                </a:lnTo>
                <a:lnTo>
                  <a:pt x="585788" y="57150"/>
                </a:lnTo>
                <a:lnTo>
                  <a:pt x="595313" y="57150"/>
                </a:lnTo>
                <a:lnTo>
                  <a:pt x="604838" y="57150"/>
                </a:lnTo>
                <a:lnTo>
                  <a:pt x="609600" y="61913"/>
                </a:lnTo>
                <a:lnTo>
                  <a:pt x="614363" y="66675"/>
                </a:lnTo>
                <a:lnTo>
                  <a:pt x="623888" y="66675"/>
                </a:lnTo>
                <a:lnTo>
                  <a:pt x="628650" y="71438"/>
                </a:lnTo>
                <a:lnTo>
                  <a:pt x="633413" y="76200"/>
                </a:lnTo>
                <a:lnTo>
                  <a:pt x="638175" y="80963"/>
                </a:lnTo>
                <a:lnTo>
                  <a:pt x="642938" y="85725"/>
                </a:lnTo>
                <a:lnTo>
                  <a:pt x="647700" y="90488"/>
                </a:lnTo>
                <a:lnTo>
                  <a:pt x="652463" y="95250"/>
                </a:lnTo>
                <a:lnTo>
                  <a:pt x="657225" y="100013"/>
                </a:lnTo>
                <a:lnTo>
                  <a:pt x="657225" y="109538"/>
                </a:lnTo>
                <a:lnTo>
                  <a:pt x="657225" y="119063"/>
                </a:lnTo>
                <a:lnTo>
                  <a:pt x="661988" y="123825"/>
                </a:lnTo>
                <a:lnTo>
                  <a:pt x="666750" y="128588"/>
                </a:lnTo>
                <a:lnTo>
                  <a:pt x="666750" y="138113"/>
                </a:lnTo>
                <a:lnTo>
                  <a:pt x="666750" y="147638"/>
                </a:lnTo>
                <a:lnTo>
                  <a:pt x="671513" y="152400"/>
                </a:lnTo>
                <a:lnTo>
                  <a:pt x="676275" y="157163"/>
                </a:lnTo>
                <a:lnTo>
                  <a:pt x="676275" y="166688"/>
                </a:lnTo>
                <a:lnTo>
                  <a:pt x="676275" y="176213"/>
                </a:lnTo>
                <a:lnTo>
                  <a:pt x="676275" y="185738"/>
                </a:lnTo>
                <a:lnTo>
                  <a:pt x="676275" y="195263"/>
                </a:lnTo>
                <a:lnTo>
                  <a:pt x="681038" y="200025"/>
                </a:lnTo>
                <a:lnTo>
                  <a:pt x="685800" y="204788"/>
                </a:lnTo>
                <a:lnTo>
                  <a:pt x="685800" y="214313"/>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5800" y="357188"/>
                </a:lnTo>
                <a:lnTo>
                  <a:pt x="681038" y="361950"/>
                </a:lnTo>
                <a:lnTo>
                  <a:pt x="676275" y="366713"/>
                </a:lnTo>
                <a:lnTo>
                  <a:pt x="676275" y="376238"/>
                </a:lnTo>
                <a:lnTo>
                  <a:pt x="676275" y="385763"/>
                </a:lnTo>
                <a:lnTo>
                  <a:pt x="676275" y="395288"/>
                </a:lnTo>
                <a:lnTo>
                  <a:pt x="676275" y="404813"/>
                </a:lnTo>
                <a:lnTo>
                  <a:pt x="676275" y="414338"/>
                </a:lnTo>
                <a:lnTo>
                  <a:pt x="671513" y="419100"/>
                </a:lnTo>
                <a:lnTo>
                  <a:pt x="666750" y="423863"/>
                </a:lnTo>
                <a:lnTo>
                  <a:pt x="666750" y="433388"/>
                </a:lnTo>
                <a:lnTo>
                  <a:pt x="666750" y="442913"/>
                </a:lnTo>
                <a:lnTo>
                  <a:pt x="666750" y="452438"/>
                </a:lnTo>
                <a:lnTo>
                  <a:pt x="666750" y="461963"/>
                </a:lnTo>
                <a:lnTo>
                  <a:pt x="661988" y="466725"/>
                </a:lnTo>
                <a:lnTo>
                  <a:pt x="657225" y="471488"/>
                </a:lnTo>
                <a:lnTo>
                  <a:pt x="657225" y="481013"/>
                </a:lnTo>
                <a:lnTo>
                  <a:pt x="657225" y="490538"/>
                </a:lnTo>
                <a:lnTo>
                  <a:pt x="652463" y="495300"/>
                </a:lnTo>
                <a:lnTo>
                  <a:pt x="647700" y="500063"/>
                </a:lnTo>
                <a:lnTo>
                  <a:pt x="647700" y="509588"/>
                </a:lnTo>
                <a:lnTo>
                  <a:pt x="647700" y="519113"/>
                </a:lnTo>
                <a:lnTo>
                  <a:pt x="642938" y="523875"/>
                </a:lnTo>
                <a:lnTo>
                  <a:pt x="638175" y="528638"/>
                </a:lnTo>
                <a:lnTo>
                  <a:pt x="638175" y="538163"/>
                </a:lnTo>
                <a:lnTo>
                  <a:pt x="638175" y="547688"/>
                </a:lnTo>
                <a:lnTo>
                  <a:pt x="633413" y="552450"/>
                </a:lnTo>
                <a:lnTo>
                  <a:pt x="628650" y="557213"/>
                </a:lnTo>
                <a:lnTo>
                  <a:pt x="628650" y="566738"/>
                </a:lnTo>
                <a:lnTo>
                  <a:pt x="628650" y="576263"/>
                </a:lnTo>
                <a:lnTo>
                  <a:pt x="623888" y="581025"/>
                </a:lnTo>
                <a:lnTo>
                  <a:pt x="619125" y="585788"/>
                </a:lnTo>
                <a:lnTo>
                  <a:pt x="619125" y="595313"/>
                </a:lnTo>
                <a:lnTo>
                  <a:pt x="614363" y="600075"/>
                </a:lnTo>
                <a:lnTo>
                  <a:pt x="609600" y="604838"/>
                </a:lnTo>
                <a:lnTo>
                  <a:pt x="609600" y="614363"/>
                </a:lnTo>
                <a:lnTo>
                  <a:pt x="609600" y="623888"/>
                </a:lnTo>
                <a:lnTo>
                  <a:pt x="604838" y="628650"/>
                </a:lnTo>
                <a:lnTo>
                  <a:pt x="600075" y="633413"/>
                </a:lnTo>
                <a:lnTo>
                  <a:pt x="600075" y="642938"/>
                </a:lnTo>
                <a:lnTo>
                  <a:pt x="595313" y="647700"/>
                </a:lnTo>
                <a:lnTo>
                  <a:pt x="590550" y="652463"/>
                </a:lnTo>
                <a:lnTo>
                  <a:pt x="590550" y="661988"/>
                </a:lnTo>
                <a:lnTo>
                  <a:pt x="585788" y="666750"/>
                </a:lnTo>
                <a:lnTo>
                  <a:pt x="581025" y="671513"/>
                </a:lnTo>
                <a:lnTo>
                  <a:pt x="581025" y="681038"/>
                </a:lnTo>
                <a:lnTo>
                  <a:pt x="576263" y="685800"/>
                </a:lnTo>
                <a:lnTo>
                  <a:pt x="571500" y="690563"/>
                </a:lnTo>
                <a:lnTo>
                  <a:pt x="566738" y="695325"/>
                </a:lnTo>
                <a:lnTo>
                  <a:pt x="561975" y="700088"/>
                </a:lnTo>
                <a:lnTo>
                  <a:pt x="561975" y="709613"/>
                </a:lnTo>
                <a:lnTo>
                  <a:pt x="557213" y="714375"/>
                </a:lnTo>
                <a:lnTo>
                  <a:pt x="552450" y="719138"/>
                </a:lnTo>
                <a:lnTo>
                  <a:pt x="552450" y="728663"/>
                </a:lnTo>
                <a:lnTo>
                  <a:pt x="547688" y="733425"/>
                </a:lnTo>
                <a:lnTo>
                  <a:pt x="542925" y="738188"/>
                </a:lnTo>
                <a:lnTo>
                  <a:pt x="538163" y="742950"/>
                </a:lnTo>
                <a:lnTo>
                  <a:pt x="533400" y="747713"/>
                </a:lnTo>
                <a:lnTo>
                  <a:pt x="533400" y="757238"/>
                </a:lnTo>
                <a:lnTo>
                  <a:pt x="528638" y="762000"/>
                </a:lnTo>
                <a:lnTo>
                  <a:pt x="523875" y="766763"/>
                </a:lnTo>
                <a:lnTo>
                  <a:pt x="519113" y="771525"/>
                </a:lnTo>
                <a:lnTo>
                  <a:pt x="514350" y="776288"/>
                </a:lnTo>
                <a:lnTo>
                  <a:pt x="509588" y="781050"/>
                </a:lnTo>
                <a:lnTo>
                  <a:pt x="504825" y="785813"/>
                </a:lnTo>
                <a:lnTo>
                  <a:pt x="504825" y="795338"/>
                </a:lnTo>
                <a:lnTo>
                  <a:pt x="500063" y="800100"/>
                </a:lnTo>
                <a:lnTo>
                  <a:pt x="495300" y="804863"/>
                </a:lnTo>
                <a:lnTo>
                  <a:pt x="490538" y="809625"/>
                </a:lnTo>
                <a:lnTo>
                  <a:pt x="485775" y="814388"/>
                </a:lnTo>
                <a:lnTo>
                  <a:pt x="481013" y="819150"/>
                </a:lnTo>
                <a:lnTo>
                  <a:pt x="476250" y="823913"/>
                </a:lnTo>
                <a:lnTo>
                  <a:pt x="471488" y="828675"/>
                </a:lnTo>
                <a:lnTo>
                  <a:pt x="466725" y="833438"/>
                </a:lnTo>
                <a:lnTo>
                  <a:pt x="461963" y="838200"/>
                </a:lnTo>
                <a:lnTo>
                  <a:pt x="457200" y="842963"/>
                </a:lnTo>
                <a:lnTo>
                  <a:pt x="457200" y="852488"/>
                </a:lnTo>
                <a:lnTo>
                  <a:pt x="452438" y="857250"/>
                </a:lnTo>
                <a:lnTo>
                  <a:pt x="442913" y="857250"/>
                </a:lnTo>
                <a:lnTo>
                  <a:pt x="438150" y="862013"/>
                </a:lnTo>
                <a:lnTo>
                  <a:pt x="433388" y="866775"/>
                </a:lnTo>
                <a:lnTo>
                  <a:pt x="428625" y="871538"/>
                </a:lnTo>
                <a:lnTo>
                  <a:pt x="423863" y="876300"/>
                </a:lnTo>
                <a:lnTo>
                  <a:pt x="419100" y="881063"/>
                </a:lnTo>
                <a:lnTo>
                  <a:pt x="414338" y="885825"/>
                </a:lnTo>
                <a:lnTo>
                  <a:pt x="409575" y="890588"/>
                </a:lnTo>
                <a:lnTo>
                  <a:pt x="404813" y="895350"/>
                </a:lnTo>
                <a:lnTo>
                  <a:pt x="400050" y="900113"/>
                </a:lnTo>
                <a:lnTo>
                  <a:pt x="395288" y="904875"/>
                </a:lnTo>
                <a:lnTo>
                  <a:pt x="390525" y="909638"/>
                </a:lnTo>
                <a:lnTo>
                  <a:pt x="385763" y="914400"/>
                </a:lnTo>
                <a:lnTo>
                  <a:pt x="376238" y="914400"/>
                </a:lnTo>
                <a:lnTo>
                  <a:pt x="371475" y="919163"/>
                </a:lnTo>
                <a:lnTo>
                  <a:pt x="366713" y="923925"/>
                </a:lnTo>
                <a:lnTo>
                  <a:pt x="361950" y="928688"/>
                </a:lnTo>
                <a:lnTo>
                  <a:pt x="357188" y="933450"/>
                </a:lnTo>
                <a:lnTo>
                  <a:pt x="347663" y="933450"/>
                </a:lnTo>
                <a:lnTo>
                  <a:pt x="342900" y="938213"/>
                </a:lnTo>
                <a:lnTo>
                  <a:pt x="338138" y="942975"/>
                </a:lnTo>
                <a:lnTo>
                  <a:pt x="328613" y="942975"/>
                </a:lnTo>
                <a:lnTo>
                  <a:pt x="323850" y="947738"/>
                </a:lnTo>
                <a:lnTo>
                  <a:pt x="319088" y="952500"/>
                </a:lnTo>
                <a:lnTo>
                  <a:pt x="309563" y="952500"/>
                </a:lnTo>
                <a:lnTo>
                  <a:pt x="304800" y="957263"/>
                </a:lnTo>
                <a:lnTo>
                  <a:pt x="300038" y="962025"/>
                </a:lnTo>
                <a:lnTo>
                  <a:pt x="290513" y="962025"/>
                </a:lnTo>
                <a:lnTo>
                  <a:pt x="285750" y="966788"/>
                </a:lnTo>
                <a:lnTo>
                  <a:pt x="280988" y="971550"/>
                </a:lnTo>
                <a:lnTo>
                  <a:pt x="271463" y="971550"/>
                </a:lnTo>
                <a:lnTo>
                  <a:pt x="261938" y="971550"/>
                </a:lnTo>
                <a:lnTo>
                  <a:pt x="252413" y="971550"/>
                </a:lnTo>
                <a:lnTo>
                  <a:pt x="247650" y="976313"/>
                </a:lnTo>
                <a:lnTo>
                  <a:pt x="242888" y="981075"/>
                </a:lnTo>
                <a:lnTo>
                  <a:pt x="233363" y="981075"/>
                </a:lnTo>
                <a:lnTo>
                  <a:pt x="228600" y="976313"/>
                </a:lnTo>
                <a:lnTo>
                  <a:pt x="223838" y="971550"/>
                </a:lnTo>
                <a:lnTo>
                  <a:pt x="219075" y="976313"/>
                </a:lnTo>
                <a:lnTo>
                  <a:pt x="214313" y="981075"/>
                </a:lnTo>
                <a:lnTo>
                  <a:pt x="209550" y="976313"/>
                </a:lnTo>
                <a:lnTo>
                  <a:pt x="204788" y="971550"/>
                </a:lnTo>
                <a:lnTo>
                  <a:pt x="195263" y="971550"/>
                </a:lnTo>
                <a:lnTo>
                  <a:pt x="185738" y="971550"/>
                </a:lnTo>
                <a:lnTo>
                  <a:pt x="176213" y="971550"/>
                </a:lnTo>
                <a:lnTo>
                  <a:pt x="171450" y="966788"/>
                </a:lnTo>
                <a:lnTo>
                  <a:pt x="166688" y="962025"/>
                </a:lnTo>
                <a:lnTo>
                  <a:pt x="157163" y="962025"/>
                </a:lnTo>
                <a:lnTo>
                  <a:pt x="152400" y="957263"/>
                </a:lnTo>
                <a:lnTo>
                  <a:pt x="147638" y="952500"/>
                </a:lnTo>
                <a:lnTo>
                  <a:pt x="138113" y="952500"/>
                </a:lnTo>
                <a:lnTo>
                  <a:pt x="133350" y="947738"/>
                </a:lnTo>
                <a:lnTo>
                  <a:pt x="128588" y="942975"/>
                </a:lnTo>
                <a:lnTo>
                  <a:pt x="119063" y="942975"/>
                </a:lnTo>
                <a:lnTo>
                  <a:pt x="114300" y="938213"/>
                </a:lnTo>
                <a:lnTo>
                  <a:pt x="109538" y="933450"/>
                </a:lnTo>
                <a:lnTo>
                  <a:pt x="100013" y="933450"/>
                </a:lnTo>
                <a:lnTo>
                  <a:pt x="95250" y="928688"/>
                </a:lnTo>
                <a:lnTo>
                  <a:pt x="90488" y="923925"/>
                </a:lnTo>
                <a:lnTo>
                  <a:pt x="85725" y="919163"/>
                </a:lnTo>
                <a:lnTo>
                  <a:pt x="80963" y="914400"/>
                </a:lnTo>
                <a:lnTo>
                  <a:pt x="71438" y="914400"/>
                </a:lnTo>
                <a:lnTo>
                  <a:pt x="66675" y="909638"/>
                </a:lnTo>
                <a:lnTo>
                  <a:pt x="66675" y="900113"/>
                </a:lnTo>
                <a:lnTo>
                  <a:pt x="61913" y="895350"/>
                </a:lnTo>
                <a:lnTo>
                  <a:pt x="57150" y="890588"/>
                </a:lnTo>
                <a:lnTo>
                  <a:pt x="52388" y="885825"/>
                </a:lnTo>
                <a:lnTo>
                  <a:pt x="47625" y="881063"/>
                </a:lnTo>
                <a:lnTo>
                  <a:pt x="47625" y="871538"/>
                </a:lnTo>
                <a:lnTo>
                  <a:pt x="42863" y="866775"/>
                </a:lnTo>
                <a:lnTo>
                  <a:pt x="38100" y="862013"/>
                </a:lnTo>
                <a:lnTo>
                  <a:pt x="38100" y="852488"/>
                </a:lnTo>
                <a:lnTo>
                  <a:pt x="33338" y="847725"/>
                </a:lnTo>
                <a:lnTo>
                  <a:pt x="28575" y="842963"/>
                </a:lnTo>
                <a:lnTo>
                  <a:pt x="28575" y="833438"/>
                </a:lnTo>
                <a:lnTo>
                  <a:pt x="28575" y="823913"/>
                </a:lnTo>
                <a:lnTo>
                  <a:pt x="23813" y="819150"/>
                </a:lnTo>
                <a:lnTo>
                  <a:pt x="19050" y="814388"/>
                </a:lnTo>
                <a:lnTo>
                  <a:pt x="19050" y="804863"/>
                </a:lnTo>
                <a:lnTo>
                  <a:pt x="19050" y="795338"/>
                </a:lnTo>
                <a:lnTo>
                  <a:pt x="19050" y="785813"/>
                </a:lnTo>
                <a:lnTo>
                  <a:pt x="14288" y="781050"/>
                </a:lnTo>
                <a:lnTo>
                  <a:pt x="9525" y="776288"/>
                </a:lnTo>
                <a:lnTo>
                  <a:pt x="9525" y="766763"/>
                </a:lnTo>
                <a:lnTo>
                  <a:pt x="9525" y="757238"/>
                </a:lnTo>
                <a:lnTo>
                  <a:pt x="9525" y="747713"/>
                </a:lnTo>
                <a:lnTo>
                  <a:pt x="9525" y="738188"/>
                </a:lnTo>
                <a:lnTo>
                  <a:pt x="9525" y="728663"/>
                </a:lnTo>
                <a:lnTo>
                  <a:pt x="9525" y="719138"/>
                </a:lnTo>
                <a:lnTo>
                  <a:pt x="9525" y="709613"/>
                </a:lnTo>
                <a:lnTo>
                  <a:pt x="9525" y="700088"/>
                </a:lnTo>
                <a:lnTo>
                  <a:pt x="4763" y="695325"/>
                </a:lnTo>
                <a:lnTo>
                  <a:pt x="0" y="690563"/>
                </a:lnTo>
                <a:lnTo>
                  <a:pt x="0" y="681038"/>
                </a:lnTo>
                <a:lnTo>
                  <a:pt x="0" y="671513"/>
                </a:lnTo>
                <a:lnTo>
                  <a:pt x="0" y="661988"/>
                </a:lnTo>
                <a:lnTo>
                  <a:pt x="4763" y="657225"/>
                </a:lnTo>
                <a:lnTo>
                  <a:pt x="9525" y="652463"/>
                </a:lnTo>
                <a:lnTo>
                  <a:pt x="9525" y="642938"/>
                </a:lnTo>
                <a:lnTo>
                  <a:pt x="9525" y="633413"/>
                </a:lnTo>
                <a:lnTo>
                  <a:pt x="9525" y="623888"/>
                </a:lnTo>
                <a:lnTo>
                  <a:pt x="9525" y="614363"/>
                </a:lnTo>
                <a:lnTo>
                  <a:pt x="9525" y="604838"/>
                </a:lnTo>
                <a:lnTo>
                  <a:pt x="9525" y="595313"/>
                </a:lnTo>
                <a:lnTo>
                  <a:pt x="9525" y="585788"/>
                </a:lnTo>
                <a:lnTo>
                  <a:pt x="9525" y="576263"/>
                </a:lnTo>
                <a:lnTo>
                  <a:pt x="9525" y="566738"/>
                </a:lnTo>
                <a:lnTo>
                  <a:pt x="14288" y="561975"/>
                </a:lnTo>
                <a:lnTo>
                  <a:pt x="19050" y="557213"/>
                </a:lnTo>
                <a:lnTo>
                  <a:pt x="19050" y="547688"/>
                </a:lnTo>
                <a:lnTo>
                  <a:pt x="19050" y="538163"/>
                </a:lnTo>
                <a:lnTo>
                  <a:pt x="19050" y="528638"/>
                </a:lnTo>
                <a:lnTo>
                  <a:pt x="19050" y="519113"/>
                </a:lnTo>
                <a:lnTo>
                  <a:pt x="23813" y="514350"/>
                </a:lnTo>
                <a:lnTo>
                  <a:pt x="28575" y="509588"/>
                </a:lnTo>
                <a:lnTo>
                  <a:pt x="28575" y="500063"/>
                </a:lnTo>
                <a:lnTo>
                  <a:pt x="28575" y="490538"/>
                </a:lnTo>
                <a:lnTo>
                  <a:pt x="28575" y="481013"/>
                </a:lnTo>
                <a:lnTo>
                  <a:pt x="33338" y="476250"/>
                </a:lnTo>
                <a:lnTo>
                  <a:pt x="38100" y="471488"/>
                </a:lnTo>
                <a:lnTo>
                  <a:pt x="38100" y="461963"/>
                </a:lnTo>
                <a:lnTo>
                  <a:pt x="38100" y="452438"/>
                </a:lnTo>
                <a:lnTo>
                  <a:pt x="38100" y="442913"/>
                </a:lnTo>
                <a:lnTo>
                  <a:pt x="42863" y="438150"/>
                </a:lnTo>
                <a:lnTo>
                  <a:pt x="47625" y="433388"/>
                </a:lnTo>
                <a:lnTo>
                  <a:pt x="47625" y="423863"/>
                </a:lnTo>
                <a:lnTo>
                  <a:pt x="47625" y="414338"/>
                </a:lnTo>
                <a:lnTo>
                  <a:pt x="52388" y="409575"/>
                </a:lnTo>
                <a:lnTo>
                  <a:pt x="57150" y="404813"/>
                </a:lnTo>
                <a:lnTo>
                  <a:pt x="57150" y="395288"/>
                </a:lnTo>
                <a:lnTo>
                  <a:pt x="61913" y="390525"/>
                </a:lnTo>
                <a:lnTo>
                  <a:pt x="66675" y="385763"/>
                </a:lnTo>
                <a:lnTo>
                  <a:pt x="66675" y="376238"/>
                </a:lnTo>
                <a:lnTo>
                  <a:pt x="66675" y="366713"/>
                </a:lnTo>
                <a:lnTo>
                  <a:pt x="71438" y="361950"/>
                </a:lnTo>
                <a:lnTo>
                  <a:pt x="76200" y="357188"/>
                </a:lnTo>
                <a:lnTo>
                  <a:pt x="76200" y="347663"/>
                </a:lnTo>
                <a:lnTo>
                  <a:pt x="80963" y="342900"/>
                </a:lnTo>
                <a:lnTo>
                  <a:pt x="85725" y="338138"/>
                </a:lnTo>
                <a:lnTo>
                  <a:pt x="85725" y="328613"/>
                </a:lnTo>
                <a:lnTo>
                  <a:pt x="90488" y="323850"/>
                </a:lnTo>
                <a:lnTo>
                  <a:pt x="95250" y="319088"/>
                </a:lnTo>
                <a:lnTo>
                  <a:pt x="95250" y="309563"/>
                </a:lnTo>
                <a:lnTo>
                  <a:pt x="100013" y="304800"/>
                </a:lnTo>
                <a:lnTo>
                  <a:pt x="104775" y="300038"/>
                </a:lnTo>
                <a:lnTo>
                  <a:pt x="104775" y="290513"/>
                </a:lnTo>
                <a:lnTo>
                  <a:pt x="109538" y="285750"/>
                </a:lnTo>
                <a:lnTo>
                  <a:pt x="114300" y="280988"/>
                </a:lnTo>
                <a:lnTo>
                  <a:pt x="114300" y="271463"/>
                </a:lnTo>
                <a:lnTo>
                  <a:pt x="119063" y="266700"/>
                </a:lnTo>
                <a:lnTo>
                  <a:pt x="123825" y="261938"/>
                </a:lnTo>
                <a:lnTo>
                  <a:pt x="123825" y="252413"/>
                </a:lnTo>
                <a:lnTo>
                  <a:pt x="128588" y="247650"/>
                </a:lnTo>
                <a:lnTo>
                  <a:pt x="133350" y="242888"/>
                </a:lnTo>
                <a:lnTo>
                  <a:pt x="138113" y="238125"/>
                </a:lnTo>
                <a:lnTo>
                  <a:pt x="142875" y="233363"/>
                </a:lnTo>
                <a:lnTo>
                  <a:pt x="142875" y="223838"/>
                </a:lnTo>
                <a:lnTo>
                  <a:pt x="147638" y="219075"/>
                </a:lnTo>
                <a:lnTo>
                  <a:pt x="152400" y="214313"/>
                </a:lnTo>
                <a:lnTo>
                  <a:pt x="152400" y="204788"/>
                </a:lnTo>
                <a:lnTo>
                  <a:pt x="157163" y="200025"/>
                </a:lnTo>
                <a:lnTo>
                  <a:pt x="161925" y="195263"/>
                </a:lnTo>
                <a:lnTo>
                  <a:pt x="166688" y="190500"/>
                </a:lnTo>
                <a:lnTo>
                  <a:pt x="171450" y="185738"/>
                </a:lnTo>
                <a:lnTo>
                  <a:pt x="176213" y="180975"/>
                </a:lnTo>
                <a:lnTo>
                  <a:pt x="180975" y="176213"/>
                </a:lnTo>
                <a:lnTo>
                  <a:pt x="180975" y="166688"/>
                </a:lnTo>
                <a:lnTo>
                  <a:pt x="185738" y="161925"/>
                </a:lnTo>
                <a:lnTo>
                  <a:pt x="190500" y="157163"/>
                </a:lnTo>
                <a:lnTo>
                  <a:pt x="195263" y="152400"/>
                </a:lnTo>
                <a:lnTo>
                  <a:pt x="200025" y="147638"/>
                </a:lnTo>
                <a:lnTo>
                  <a:pt x="204788" y="142875"/>
                </a:lnTo>
                <a:lnTo>
                  <a:pt x="209550" y="138113"/>
                </a:lnTo>
                <a:lnTo>
                  <a:pt x="214313" y="133350"/>
                </a:lnTo>
                <a:lnTo>
                  <a:pt x="219075" y="128588"/>
                </a:lnTo>
                <a:lnTo>
                  <a:pt x="223838" y="123825"/>
                </a:lnTo>
                <a:lnTo>
                  <a:pt x="228600" y="119063"/>
                </a:lnTo>
                <a:lnTo>
                  <a:pt x="228600" y="109538"/>
                </a:lnTo>
                <a:lnTo>
                  <a:pt x="233363" y="104775"/>
                </a:lnTo>
                <a:lnTo>
                  <a:pt x="238125" y="100013"/>
                </a:lnTo>
                <a:lnTo>
                  <a:pt x="242888" y="95250"/>
                </a:lnTo>
                <a:lnTo>
                  <a:pt x="247650" y="90488"/>
                </a:lnTo>
                <a:lnTo>
                  <a:pt x="252413" y="85725"/>
                </a:lnTo>
                <a:lnTo>
                  <a:pt x="257175" y="80963"/>
                </a:lnTo>
                <a:lnTo>
                  <a:pt x="261938" y="76200"/>
                </a:lnTo>
                <a:lnTo>
                  <a:pt x="271463" y="76200"/>
                </a:lnTo>
                <a:lnTo>
                  <a:pt x="276225" y="71438"/>
                </a:lnTo>
                <a:lnTo>
                  <a:pt x="280988" y="66675"/>
                </a:lnTo>
                <a:lnTo>
                  <a:pt x="285750" y="61913"/>
                </a:lnTo>
                <a:lnTo>
                  <a:pt x="290513" y="57150"/>
                </a:lnTo>
                <a:lnTo>
                  <a:pt x="295275" y="52388"/>
                </a:lnTo>
                <a:lnTo>
                  <a:pt x="300038" y="47625"/>
                </a:lnTo>
                <a:lnTo>
                  <a:pt x="304800" y="42863"/>
                </a:lnTo>
                <a:lnTo>
                  <a:pt x="309563" y="38100"/>
                </a:lnTo>
                <a:lnTo>
                  <a:pt x="319088" y="38100"/>
                </a:lnTo>
                <a:lnTo>
                  <a:pt x="323850" y="33338"/>
                </a:lnTo>
                <a:lnTo>
                  <a:pt x="328613" y="28575"/>
                </a:lnTo>
                <a:lnTo>
                  <a:pt x="333375" y="23813"/>
                </a:lnTo>
                <a:lnTo>
                  <a:pt x="338138" y="19050"/>
                </a:lnTo>
                <a:lnTo>
                  <a:pt x="347663" y="19050"/>
                </a:lnTo>
                <a:lnTo>
                  <a:pt x="352425" y="14288"/>
                </a:lnTo>
                <a:lnTo>
                  <a:pt x="357188" y="9525"/>
                </a:lnTo>
                <a:lnTo>
                  <a:pt x="366713" y="9525"/>
                </a:lnTo>
                <a:lnTo>
                  <a:pt x="371475" y="4763"/>
                </a:lnTo>
                <a:close/>
              </a:path>
            </a:pathLst>
          </a:custGeom>
          <a:solidFill xmlns:a="http://schemas.openxmlformats.org/drawingml/2006/main">
            <a:srgbClr val="C0C0C0"/>
          </a:solidFill>
          <a:ln xmlns:a="http://schemas.openxmlformats.org/drawingml/2006/main" w="0">
            <a:noFill/>
            <a:prstDash val="solid"/>
          </a:ln>
        </p:spPr>
      </p:sp>
      <p:sp>
        <p:nvSpPr>
          <p:cNvPr id="80" name="deep-skill-chaining-source-component-1-gradient-194-0">
            <a:extLst xmlns:a="http://schemas.openxmlformats.org/drawingml/2006/main">
              <a:ext uri="{FF2B5EF4-FFF2-40B4-BE49-F238E27FC236}">
                <a16:creationId xmlns:a16="http://schemas.microsoft.com/office/drawing/2014/main" id="{5DB01E4A-4F95-4E3B-9AAB-206A1E5F54C8}"/>
              </a:ext>
            </a:extLst>
          </p:cNvPr>
          <p:cNvSpPr>
            <a:spLocks xmlns:a="http://schemas.openxmlformats.org/drawingml/2006/main" noGrp="1"/>
          </p:cNvSpPr>
          <p:nvPr/>
        </p:nvSpPr>
        <p:spPr>
          <a:xfrm xmlns:a="http://schemas.openxmlformats.org/drawingml/2006/main" rot="0">
            <a:off x="6619875" y="952500"/>
            <a:ext cx="685800" cy="962025"/>
          </a:xfrm>
          <a:custGeom xmlns:a="http://schemas.openxmlformats.org/drawingml/2006/main">
            <a:pathLst>
              <a:path w="685800" h="962025">
                <a:moveTo>
                  <a:pt x="352425" y="4763"/>
                </a:moveTo>
                <a:lnTo>
                  <a:pt x="357188" y="0"/>
                </a:lnTo>
                <a:lnTo>
                  <a:pt x="366713" y="0"/>
                </a:lnTo>
                <a:lnTo>
                  <a:pt x="376238" y="0"/>
                </a:lnTo>
                <a:lnTo>
                  <a:pt x="385763" y="0"/>
                </a:lnTo>
                <a:lnTo>
                  <a:pt x="395288" y="0"/>
                </a:lnTo>
                <a:lnTo>
                  <a:pt x="404813" y="0"/>
                </a:lnTo>
                <a:lnTo>
                  <a:pt x="414338" y="0"/>
                </a:lnTo>
                <a:lnTo>
                  <a:pt x="423863" y="0"/>
                </a:lnTo>
                <a:lnTo>
                  <a:pt x="428625" y="4763"/>
                </a:lnTo>
                <a:lnTo>
                  <a:pt x="433388" y="9525"/>
                </a:lnTo>
                <a:lnTo>
                  <a:pt x="442913" y="9525"/>
                </a:lnTo>
                <a:lnTo>
                  <a:pt x="452438" y="9525"/>
                </a:lnTo>
                <a:lnTo>
                  <a:pt x="457200" y="14288"/>
                </a:lnTo>
                <a:lnTo>
                  <a:pt x="461963" y="19050"/>
                </a:lnTo>
                <a:lnTo>
                  <a:pt x="471488" y="19050"/>
                </a:lnTo>
                <a:lnTo>
                  <a:pt x="481013" y="19050"/>
                </a:lnTo>
                <a:lnTo>
                  <a:pt x="490538" y="19050"/>
                </a:lnTo>
                <a:lnTo>
                  <a:pt x="495300" y="23813"/>
                </a:lnTo>
                <a:lnTo>
                  <a:pt x="500063" y="28575"/>
                </a:lnTo>
                <a:lnTo>
                  <a:pt x="509588" y="28575"/>
                </a:lnTo>
                <a:lnTo>
                  <a:pt x="519113" y="28575"/>
                </a:lnTo>
                <a:lnTo>
                  <a:pt x="523875" y="33338"/>
                </a:lnTo>
                <a:lnTo>
                  <a:pt x="528638" y="38100"/>
                </a:lnTo>
                <a:lnTo>
                  <a:pt x="538163" y="38100"/>
                </a:lnTo>
                <a:lnTo>
                  <a:pt x="542925" y="42863"/>
                </a:lnTo>
                <a:lnTo>
                  <a:pt x="547688" y="47625"/>
                </a:lnTo>
                <a:lnTo>
                  <a:pt x="557213" y="47625"/>
                </a:lnTo>
                <a:lnTo>
                  <a:pt x="561975" y="52388"/>
                </a:lnTo>
                <a:lnTo>
                  <a:pt x="566738" y="57150"/>
                </a:lnTo>
                <a:lnTo>
                  <a:pt x="576263" y="57150"/>
                </a:lnTo>
                <a:lnTo>
                  <a:pt x="585788" y="57150"/>
                </a:lnTo>
                <a:lnTo>
                  <a:pt x="595313" y="57150"/>
                </a:lnTo>
                <a:lnTo>
                  <a:pt x="600075" y="61913"/>
                </a:lnTo>
                <a:lnTo>
                  <a:pt x="604838" y="66675"/>
                </a:lnTo>
                <a:lnTo>
                  <a:pt x="609600" y="71438"/>
                </a:lnTo>
                <a:lnTo>
                  <a:pt x="614363" y="76200"/>
                </a:lnTo>
                <a:lnTo>
                  <a:pt x="619125" y="80963"/>
                </a:lnTo>
                <a:lnTo>
                  <a:pt x="623888" y="85725"/>
                </a:lnTo>
                <a:lnTo>
                  <a:pt x="628650" y="90488"/>
                </a:lnTo>
                <a:lnTo>
                  <a:pt x="633413" y="95250"/>
                </a:lnTo>
                <a:lnTo>
                  <a:pt x="642938" y="95250"/>
                </a:lnTo>
                <a:lnTo>
                  <a:pt x="647700" y="100013"/>
                </a:lnTo>
                <a:lnTo>
                  <a:pt x="652463" y="104775"/>
                </a:lnTo>
                <a:lnTo>
                  <a:pt x="657225" y="109538"/>
                </a:lnTo>
                <a:lnTo>
                  <a:pt x="661988" y="114300"/>
                </a:lnTo>
                <a:lnTo>
                  <a:pt x="666750" y="119063"/>
                </a:lnTo>
                <a:lnTo>
                  <a:pt x="666750" y="128588"/>
                </a:lnTo>
                <a:lnTo>
                  <a:pt x="666750" y="138113"/>
                </a:lnTo>
                <a:lnTo>
                  <a:pt x="671513" y="142875"/>
                </a:lnTo>
                <a:lnTo>
                  <a:pt x="676275" y="147638"/>
                </a:lnTo>
                <a:lnTo>
                  <a:pt x="676275" y="157163"/>
                </a:lnTo>
                <a:lnTo>
                  <a:pt x="676275" y="166688"/>
                </a:lnTo>
                <a:lnTo>
                  <a:pt x="676275" y="176213"/>
                </a:lnTo>
                <a:lnTo>
                  <a:pt x="676275" y="185738"/>
                </a:lnTo>
                <a:lnTo>
                  <a:pt x="681038" y="190500"/>
                </a:lnTo>
                <a:lnTo>
                  <a:pt x="685800" y="195263"/>
                </a:lnTo>
                <a:lnTo>
                  <a:pt x="685800" y="204788"/>
                </a:lnTo>
                <a:lnTo>
                  <a:pt x="685800" y="214313"/>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5800" y="338138"/>
                </a:lnTo>
                <a:lnTo>
                  <a:pt x="685800" y="347663"/>
                </a:lnTo>
                <a:lnTo>
                  <a:pt x="681038" y="352425"/>
                </a:lnTo>
                <a:lnTo>
                  <a:pt x="676275" y="357188"/>
                </a:lnTo>
                <a:lnTo>
                  <a:pt x="676275" y="366713"/>
                </a:lnTo>
                <a:lnTo>
                  <a:pt x="676275" y="376238"/>
                </a:lnTo>
                <a:lnTo>
                  <a:pt x="676275" y="385763"/>
                </a:lnTo>
                <a:lnTo>
                  <a:pt x="676275" y="395288"/>
                </a:lnTo>
                <a:lnTo>
                  <a:pt x="676275" y="404813"/>
                </a:lnTo>
                <a:lnTo>
                  <a:pt x="671513" y="409575"/>
                </a:lnTo>
                <a:lnTo>
                  <a:pt x="666750" y="414338"/>
                </a:lnTo>
                <a:lnTo>
                  <a:pt x="666750" y="423863"/>
                </a:lnTo>
                <a:lnTo>
                  <a:pt x="666750" y="433388"/>
                </a:lnTo>
                <a:lnTo>
                  <a:pt x="666750" y="442913"/>
                </a:lnTo>
                <a:lnTo>
                  <a:pt x="666750" y="452438"/>
                </a:lnTo>
                <a:lnTo>
                  <a:pt x="661988" y="457200"/>
                </a:lnTo>
                <a:lnTo>
                  <a:pt x="657225" y="461963"/>
                </a:lnTo>
                <a:lnTo>
                  <a:pt x="657225" y="471488"/>
                </a:lnTo>
                <a:lnTo>
                  <a:pt x="657225" y="481013"/>
                </a:lnTo>
                <a:lnTo>
                  <a:pt x="652463" y="485775"/>
                </a:lnTo>
                <a:lnTo>
                  <a:pt x="647700" y="490538"/>
                </a:lnTo>
                <a:lnTo>
                  <a:pt x="647700" y="500063"/>
                </a:lnTo>
                <a:lnTo>
                  <a:pt x="647700" y="509588"/>
                </a:lnTo>
                <a:lnTo>
                  <a:pt x="642938" y="514350"/>
                </a:lnTo>
                <a:lnTo>
                  <a:pt x="638175" y="519113"/>
                </a:lnTo>
                <a:lnTo>
                  <a:pt x="638175" y="528638"/>
                </a:lnTo>
                <a:lnTo>
                  <a:pt x="638175" y="538163"/>
                </a:lnTo>
                <a:lnTo>
                  <a:pt x="633413" y="542925"/>
                </a:lnTo>
                <a:lnTo>
                  <a:pt x="628650" y="547688"/>
                </a:lnTo>
                <a:lnTo>
                  <a:pt x="628650" y="557213"/>
                </a:lnTo>
                <a:lnTo>
                  <a:pt x="628650" y="566738"/>
                </a:lnTo>
                <a:lnTo>
                  <a:pt x="623888" y="571500"/>
                </a:lnTo>
                <a:lnTo>
                  <a:pt x="619125" y="576263"/>
                </a:lnTo>
                <a:lnTo>
                  <a:pt x="619125" y="585788"/>
                </a:lnTo>
                <a:lnTo>
                  <a:pt x="614363" y="590550"/>
                </a:lnTo>
                <a:lnTo>
                  <a:pt x="609600" y="595313"/>
                </a:lnTo>
                <a:lnTo>
                  <a:pt x="609600" y="604838"/>
                </a:lnTo>
                <a:lnTo>
                  <a:pt x="609600" y="614363"/>
                </a:lnTo>
                <a:lnTo>
                  <a:pt x="604838" y="619125"/>
                </a:lnTo>
                <a:lnTo>
                  <a:pt x="600075" y="623888"/>
                </a:lnTo>
                <a:lnTo>
                  <a:pt x="600075" y="633413"/>
                </a:lnTo>
                <a:lnTo>
                  <a:pt x="595313" y="638175"/>
                </a:lnTo>
                <a:lnTo>
                  <a:pt x="590550" y="642938"/>
                </a:lnTo>
                <a:lnTo>
                  <a:pt x="590550" y="652463"/>
                </a:lnTo>
                <a:lnTo>
                  <a:pt x="585788" y="657225"/>
                </a:lnTo>
                <a:lnTo>
                  <a:pt x="581025" y="661988"/>
                </a:lnTo>
                <a:lnTo>
                  <a:pt x="581025" y="671513"/>
                </a:lnTo>
                <a:lnTo>
                  <a:pt x="576263" y="676275"/>
                </a:lnTo>
                <a:lnTo>
                  <a:pt x="571500" y="681038"/>
                </a:lnTo>
                <a:lnTo>
                  <a:pt x="566738" y="685800"/>
                </a:lnTo>
                <a:lnTo>
                  <a:pt x="561975" y="690563"/>
                </a:lnTo>
                <a:lnTo>
                  <a:pt x="561975" y="700088"/>
                </a:lnTo>
                <a:lnTo>
                  <a:pt x="557213" y="704850"/>
                </a:lnTo>
                <a:lnTo>
                  <a:pt x="552450" y="709613"/>
                </a:lnTo>
                <a:lnTo>
                  <a:pt x="552450" y="719138"/>
                </a:lnTo>
                <a:lnTo>
                  <a:pt x="547688" y="723900"/>
                </a:lnTo>
                <a:lnTo>
                  <a:pt x="542925" y="728663"/>
                </a:lnTo>
                <a:lnTo>
                  <a:pt x="538163" y="733425"/>
                </a:lnTo>
                <a:lnTo>
                  <a:pt x="533400" y="738188"/>
                </a:lnTo>
                <a:lnTo>
                  <a:pt x="533400" y="747713"/>
                </a:lnTo>
                <a:lnTo>
                  <a:pt x="528638" y="752475"/>
                </a:lnTo>
                <a:lnTo>
                  <a:pt x="523875" y="757238"/>
                </a:lnTo>
                <a:lnTo>
                  <a:pt x="519113" y="762000"/>
                </a:lnTo>
                <a:lnTo>
                  <a:pt x="514350" y="766763"/>
                </a:lnTo>
                <a:lnTo>
                  <a:pt x="509588" y="771525"/>
                </a:lnTo>
                <a:lnTo>
                  <a:pt x="504825" y="776288"/>
                </a:lnTo>
                <a:lnTo>
                  <a:pt x="504825" y="785813"/>
                </a:lnTo>
                <a:lnTo>
                  <a:pt x="500063" y="790575"/>
                </a:lnTo>
                <a:lnTo>
                  <a:pt x="495300" y="795338"/>
                </a:lnTo>
                <a:lnTo>
                  <a:pt x="490538" y="800100"/>
                </a:lnTo>
                <a:lnTo>
                  <a:pt x="485775" y="804863"/>
                </a:lnTo>
                <a:lnTo>
                  <a:pt x="481013" y="809625"/>
                </a:lnTo>
                <a:lnTo>
                  <a:pt x="476250" y="814388"/>
                </a:lnTo>
                <a:lnTo>
                  <a:pt x="471488" y="819150"/>
                </a:lnTo>
                <a:lnTo>
                  <a:pt x="466725" y="823913"/>
                </a:lnTo>
                <a:lnTo>
                  <a:pt x="461963" y="828675"/>
                </a:lnTo>
                <a:lnTo>
                  <a:pt x="457200" y="833438"/>
                </a:lnTo>
                <a:lnTo>
                  <a:pt x="457200" y="842963"/>
                </a:lnTo>
                <a:lnTo>
                  <a:pt x="452438" y="847725"/>
                </a:lnTo>
                <a:lnTo>
                  <a:pt x="442913" y="847725"/>
                </a:lnTo>
                <a:lnTo>
                  <a:pt x="438150" y="852488"/>
                </a:lnTo>
                <a:lnTo>
                  <a:pt x="433388" y="857250"/>
                </a:lnTo>
                <a:lnTo>
                  <a:pt x="428625" y="862013"/>
                </a:lnTo>
                <a:lnTo>
                  <a:pt x="423863" y="866775"/>
                </a:lnTo>
                <a:lnTo>
                  <a:pt x="419100" y="871538"/>
                </a:lnTo>
                <a:lnTo>
                  <a:pt x="414338" y="876300"/>
                </a:lnTo>
                <a:lnTo>
                  <a:pt x="409575" y="881063"/>
                </a:lnTo>
                <a:lnTo>
                  <a:pt x="404813" y="885825"/>
                </a:lnTo>
                <a:lnTo>
                  <a:pt x="400050" y="890588"/>
                </a:lnTo>
                <a:lnTo>
                  <a:pt x="395288" y="895350"/>
                </a:lnTo>
                <a:lnTo>
                  <a:pt x="390525" y="900113"/>
                </a:lnTo>
                <a:lnTo>
                  <a:pt x="385763" y="904875"/>
                </a:lnTo>
                <a:lnTo>
                  <a:pt x="376238" y="904875"/>
                </a:lnTo>
                <a:lnTo>
                  <a:pt x="371475" y="909638"/>
                </a:lnTo>
                <a:lnTo>
                  <a:pt x="366713" y="914400"/>
                </a:lnTo>
                <a:lnTo>
                  <a:pt x="361950" y="919163"/>
                </a:lnTo>
                <a:lnTo>
                  <a:pt x="357188" y="923925"/>
                </a:lnTo>
                <a:lnTo>
                  <a:pt x="347663" y="923925"/>
                </a:lnTo>
                <a:lnTo>
                  <a:pt x="342900" y="928688"/>
                </a:lnTo>
                <a:lnTo>
                  <a:pt x="338138" y="933450"/>
                </a:lnTo>
                <a:lnTo>
                  <a:pt x="328613" y="933450"/>
                </a:lnTo>
                <a:lnTo>
                  <a:pt x="323850" y="938213"/>
                </a:lnTo>
                <a:lnTo>
                  <a:pt x="319088" y="942975"/>
                </a:lnTo>
                <a:lnTo>
                  <a:pt x="309563" y="942975"/>
                </a:lnTo>
                <a:lnTo>
                  <a:pt x="304800" y="947738"/>
                </a:lnTo>
                <a:lnTo>
                  <a:pt x="300038" y="952500"/>
                </a:lnTo>
                <a:lnTo>
                  <a:pt x="290513" y="952500"/>
                </a:lnTo>
                <a:lnTo>
                  <a:pt x="285750" y="957263"/>
                </a:lnTo>
                <a:lnTo>
                  <a:pt x="280988" y="962025"/>
                </a:lnTo>
                <a:lnTo>
                  <a:pt x="276225" y="957263"/>
                </a:lnTo>
                <a:lnTo>
                  <a:pt x="271463" y="952500"/>
                </a:lnTo>
                <a:lnTo>
                  <a:pt x="266700" y="957263"/>
                </a:lnTo>
                <a:lnTo>
                  <a:pt x="261938" y="962025"/>
                </a:lnTo>
                <a:lnTo>
                  <a:pt x="252413" y="962025"/>
                </a:lnTo>
                <a:lnTo>
                  <a:pt x="247650" y="957263"/>
                </a:lnTo>
                <a:lnTo>
                  <a:pt x="242888" y="952500"/>
                </a:lnTo>
                <a:lnTo>
                  <a:pt x="233363" y="952500"/>
                </a:lnTo>
                <a:lnTo>
                  <a:pt x="223838" y="952500"/>
                </a:lnTo>
                <a:lnTo>
                  <a:pt x="214313" y="952500"/>
                </a:lnTo>
                <a:lnTo>
                  <a:pt x="204788" y="952500"/>
                </a:lnTo>
                <a:lnTo>
                  <a:pt x="195263" y="952500"/>
                </a:lnTo>
                <a:lnTo>
                  <a:pt x="190500" y="947738"/>
                </a:lnTo>
                <a:lnTo>
                  <a:pt x="185738" y="942975"/>
                </a:lnTo>
                <a:lnTo>
                  <a:pt x="176213" y="942975"/>
                </a:lnTo>
                <a:lnTo>
                  <a:pt x="171450" y="938213"/>
                </a:lnTo>
                <a:lnTo>
                  <a:pt x="166688" y="933450"/>
                </a:lnTo>
                <a:lnTo>
                  <a:pt x="161925" y="928688"/>
                </a:lnTo>
                <a:lnTo>
                  <a:pt x="157163" y="923925"/>
                </a:lnTo>
                <a:lnTo>
                  <a:pt x="147638" y="923925"/>
                </a:lnTo>
                <a:lnTo>
                  <a:pt x="138113" y="923925"/>
                </a:lnTo>
                <a:lnTo>
                  <a:pt x="133350" y="919163"/>
                </a:lnTo>
                <a:lnTo>
                  <a:pt x="128588" y="914400"/>
                </a:lnTo>
                <a:lnTo>
                  <a:pt x="119063" y="914400"/>
                </a:lnTo>
                <a:lnTo>
                  <a:pt x="109538" y="914400"/>
                </a:lnTo>
                <a:lnTo>
                  <a:pt x="104775" y="909638"/>
                </a:lnTo>
                <a:lnTo>
                  <a:pt x="100013" y="904875"/>
                </a:lnTo>
                <a:lnTo>
                  <a:pt x="95250" y="900113"/>
                </a:lnTo>
                <a:lnTo>
                  <a:pt x="90488" y="895350"/>
                </a:lnTo>
                <a:lnTo>
                  <a:pt x="80963" y="895350"/>
                </a:lnTo>
                <a:lnTo>
                  <a:pt x="76200" y="890588"/>
                </a:lnTo>
                <a:lnTo>
                  <a:pt x="71438" y="885825"/>
                </a:lnTo>
                <a:lnTo>
                  <a:pt x="66675" y="881063"/>
                </a:lnTo>
                <a:lnTo>
                  <a:pt x="61913" y="876300"/>
                </a:lnTo>
                <a:lnTo>
                  <a:pt x="52388" y="876300"/>
                </a:lnTo>
                <a:lnTo>
                  <a:pt x="47625" y="871538"/>
                </a:lnTo>
                <a:lnTo>
                  <a:pt x="47625" y="862013"/>
                </a:lnTo>
                <a:lnTo>
                  <a:pt x="42863" y="857250"/>
                </a:lnTo>
                <a:lnTo>
                  <a:pt x="38100" y="852488"/>
                </a:lnTo>
                <a:lnTo>
                  <a:pt x="38100" y="842963"/>
                </a:lnTo>
                <a:lnTo>
                  <a:pt x="33338" y="838200"/>
                </a:lnTo>
                <a:lnTo>
                  <a:pt x="28575" y="833438"/>
                </a:lnTo>
                <a:lnTo>
                  <a:pt x="28575" y="823913"/>
                </a:lnTo>
                <a:lnTo>
                  <a:pt x="28575" y="814388"/>
                </a:lnTo>
                <a:lnTo>
                  <a:pt x="23813" y="809625"/>
                </a:lnTo>
                <a:lnTo>
                  <a:pt x="19050" y="804863"/>
                </a:lnTo>
                <a:lnTo>
                  <a:pt x="19050" y="795338"/>
                </a:lnTo>
                <a:lnTo>
                  <a:pt x="19050" y="785813"/>
                </a:lnTo>
                <a:lnTo>
                  <a:pt x="19050" y="776288"/>
                </a:lnTo>
                <a:lnTo>
                  <a:pt x="14288" y="771525"/>
                </a:lnTo>
                <a:lnTo>
                  <a:pt x="9525" y="766763"/>
                </a:lnTo>
                <a:lnTo>
                  <a:pt x="9525" y="757238"/>
                </a:lnTo>
                <a:lnTo>
                  <a:pt x="9525" y="747713"/>
                </a:lnTo>
                <a:lnTo>
                  <a:pt x="9525" y="738188"/>
                </a:lnTo>
                <a:lnTo>
                  <a:pt x="9525" y="728663"/>
                </a:lnTo>
                <a:lnTo>
                  <a:pt x="9525" y="719138"/>
                </a:lnTo>
                <a:lnTo>
                  <a:pt x="9525" y="709613"/>
                </a:lnTo>
                <a:lnTo>
                  <a:pt x="9525" y="700088"/>
                </a:lnTo>
                <a:lnTo>
                  <a:pt x="9525" y="690563"/>
                </a:lnTo>
                <a:lnTo>
                  <a:pt x="4763" y="685800"/>
                </a:lnTo>
                <a:lnTo>
                  <a:pt x="0" y="681038"/>
                </a:lnTo>
                <a:lnTo>
                  <a:pt x="0" y="671513"/>
                </a:lnTo>
                <a:lnTo>
                  <a:pt x="0" y="661988"/>
                </a:lnTo>
                <a:lnTo>
                  <a:pt x="0" y="652463"/>
                </a:lnTo>
                <a:lnTo>
                  <a:pt x="4763" y="647700"/>
                </a:lnTo>
                <a:lnTo>
                  <a:pt x="9525" y="642938"/>
                </a:lnTo>
                <a:lnTo>
                  <a:pt x="9525" y="633413"/>
                </a:lnTo>
                <a:lnTo>
                  <a:pt x="9525" y="623888"/>
                </a:lnTo>
                <a:lnTo>
                  <a:pt x="9525" y="614363"/>
                </a:lnTo>
                <a:lnTo>
                  <a:pt x="9525" y="604838"/>
                </a:lnTo>
                <a:lnTo>
                  <a:pt x="9525" y="595313"/>
                </a:lnTo>
                <a:lnTo>
                  <a:pt x="9525" y="585788"/>
                </a:lnTo>
                <a:lnTo>
                  <a:pt x="9525" y="576263"/>
                </a:lnTo>
                <a:lnTo>
                  <a:pt x="9525" y="566738"/>
                </a:lnTo>
                <a:lnTo>
                  <a:pt x="9525" y="557213"/>
                </a:lnTo>
                <a:lnTo>
                  <a:pt x="14288" y="552450"/>
                </a:lnTo>
                <a:lnTo>
                  <a:pt x="19050" y="547688"/>
                </a:lnTo>
                <a:lnTo>
                  <a:pt x="19050" y="538163"/>
                </a:lnTo>
                <a:lnTo>
                  <a:pt x="19050" y="528638"/>
                </a:lnTo>
                <a:lnTo>
                  <a:pt x="19050" y="519113"/>
                </a:lnTo>
                <a:lnTo>
                  <a:pt x="19050" y="509588"/>
                </a:lnTo>
                <a:lnTo>
                  <a:pt x="23813" y="504825"/>
                </a:lnTo>
                <a:lnTo>
                  <a:pt x="28575" y="500063"/>
                </a:lnTo>
                <a:lnTo>
                  <a:pt x="28575" y="490538"/>
                </a:lnTo>
                <a:lnTo>
                  <a:pt x="28575" y="481013"/>
                </a:lnTo>
                <a:lnTo>
                  <a:pt x="28575" y="471488"/>
                </a:lnTo>
                <a:lnTo>
                  <a:pt x="33338" y="466725"/>
                </a:lnTo>
                <a:lnTo>
                  <a:pt x="38100" y="461963"/>
                </a:lnTo>
                <a:lnTo>
                  <a:pt x="38100" y="452438"/>
                </a:lnTo>
                <a:lnTo>
                  <a:pt x="38100" y="442913"/>
                </a:lnTo>
                <a:lnTo>
                  <a:pt x="38100" y="433388"/>
                </a:lnTo>
                <a:lnTo>
                  <a:pt x="42863" y="428625"/>
                </a:lnTo>
                <a:lnTo>
                  <a:pt x="47625" y="423863"/>
                </a:lnTo>
                <a:lnTo>
                  <a:pt x="47625" y="414338"/>
                </a:lnTo>
                <a:lnTo>
                  <a:pt x="47625" y="404813"/>
                </a:lnTo>
                <a:lnTo>
                  <a:pt x="52388" y="400050"/>
                </a:lnTo>
                <a:lnTo>
                  <a:pt x="57150" y="395288"/>
                </a:lnTo>
                <a:lnTo>
                  <a:pt x="57150" y="385763"/>
                </a:lnTo>
                <a:lnTo>
                  <a:pt x="61913" y="381000"/>
                </a:lnTo>
                <a:lnTo>
                  <a:pt x="66675" y="376238"/>
                </a:lnTo>
                <a:lnTo>
                  <a:pt x="66675" y="366713"/>
                </a:lnTo>
                <a:lnTo>
                  <a:pt x="66675" y="357188"/>
                </a:lnTo>
                <a:lnTo>
                  <a:pt x="71438" y="352425"/>
                </a:lnTo>
                <a:lnTo>
                  <a:pt x="76200" y="347663"/>
                </a:lnTo>
                <a:lnTo>
                  <a:pt x="76200" y="338138"/>
                </a:lnTo>
                <a:lnTo>
                  <a:pt x="80963" y="333375"/>
                </a:lnTo>
                <a:lnTo>
                  <a:pt x="85725" y="328613"/>
                </a:lnTo>
                <a:lnTo>
                  <a:pt x="85725" y="319088"/>
                </a:lnTo>
                <a:lnTo>
                  <a:pt x="90488" y="314325"/>
                </a:lnTo>
                <a:lnTo>
                  <a:pt x="95250" y="309563"/>
                </a:lnTo>
                <a:lnTo>
                  <a:pt x="95250" y="300038"/>
                </a:lnTo>
                <a:lnTo>
                  <a:pt x="100013" y="295275"/>
                </a:lnTo>
                <a:lnTo>
                  <a:pt x="104775" y="290513"/>
                </a:lnTo>
                <a:lnTo>
                  <a:pt x="104775" y="280988"/>
                </a:lnTo>
                <a:lnTo>
                  <a:pt x="109538" y="276225"/>
                </a:lnTo>
                <a:lnTo>
                  <a:pt x="114300" y="271463"/>
                </a:lnTo>
                <a:lnTo>
                  <a:pt x="114300" y="261938"/>
                </a:lnTo>
                <a:lnTo>
                  <a:pt x="119063" y="257175"/>
                </a:lnTo>
                <a:lnTo>
                  <a:pt x="123825" y="252413"/>
                </a:lnTo>
                <a:lnTo>
                  <a:pt x="123825" y="242888"/>
                </a:lnTo>
                <a:lnTo>
                  <a:pt x="128588" y="238125"/>
                </a:lnTo>
                <a:lnTo>
                  <a:pt x="133350" y="233363"/>
                </a:lnTo>
                <a:lnTo>
                  <a:pt x="138113" y="228600"/>
                </a:lnTo>
                <a:lnTo>
                  <a:pt x="142875" y="223838"/>
                </a:lnTo>
                <a:lnTo>
                  <a:pt x="142875" y="214313"/>
                </a:lnTo>
                <a:lnTo>
                  <a:pt x="147638" y="209550"/>
                </a:lnTo>
                <a:lnTo>
                  <a:pt x="152400" y="204788"/>
                </a:lnTo>
                <a:lnTo>
                  <a:pt x="152400" y="195263"/>
                </a:lnTo>
                <a:lnTo>
                  <a:pt x="157163" y="190500"/>
                </a:lnTo>
                <a:lnTo>
                  <a:pt x="161925" y="185738"/>
                </a:lnTo>
                <a:lnTo>
                  <a:pt x="166688" y="180975"/>
                </a:lnTo>
                <a:lnTo>
                  <a:pt x="171450" y="176213"/>
                </a:lnTo>
                <a:lnTo>
                  <a:pt x="176213" y="171450"/>
                </a:lnTo>
                <a:lnTo>
                  <a:pt x="180975" y="166688"/>
                </a:lnTo>
                <a:lnTo>
                  <a:pt x="180975" y="157163"/>
                </a:lnTo>
                <a:lnTo>
                  <a:pt x="185738" y="152400"/>
                </a:lnTo>
                <a:lnTo>
                  <a:pt x="190500" y="147638"/>
                </a:lnTo>
                <a:lnTo>
                  <a:pt x="195263" y="142875"/>
                </a:lnTo>
                <a:lnTo>
                  <a:pt x="200025" y="138113"/>
                </a:lnTo>
                <a:lnTo>
                  <a:pt x="204788" y="133350"/>
                </a:lnTo>
                <a:lnTo>
                  <a:pt x="209550" y="128588"/>
                </a:lnTo>
                <a:lnTo>
                  <a:pt x="214313" y="123825"/>
                </a:lnTo>
                <a:lnTo>
                  <a:pt x="219075" y="119063"/>
                </a:lnTo>
                <a:lnTo>
                  <a:pt x="223838" y="114300"/>
                </a:lnTo>
                <a:lnTo>
                  <a:pt x="228600" y="109538"/>
                </a:lnTo>
                <a:lnTo>
                  <a:pt x="228600" y="100013"/>
                </a:lnTo>
                <a:lnTo>
                  <a:pt x="233363" y="95250"/>
                </a:lnTo>
                <a:lnTo>
                  <a:pt x="238125" y="90488"/>
                </a:lnTo>
                <a:lnTo>
                  <a:pt x="242888" y="85725"/>
                </a:lnTo>
                <a:lnTo>
                  <a:pt x="247650" y="80963"/>
                </a:lnTo>
                <a:lnTo>
                  <a:pt x="252413" y="76200"/>
                </a:lnTo>
                <a:lnTo>
                  <a:pt x="257175" y="71438"/>
                </a:lnTo>
                <a:lnTo>
                  <a:pt x="261938" y="66675"/>
                </a:lnTo>
                <a:lnTo>
                  <a:pt x="271463" y="66675"/>
                </a:lnTo>
                <a:lnTo>
                  <a:pt x="276225" y="61913"/>
                </a:lnTo>
                <a:lnTo>
                  <a:pt x="280988" y="57150"/>
                </a:lnTo>
                <a:lnTo>
                  <a:pt x="285750" y="52388"/>
                </a:lnTo>
                <a:lnTo>
                  <a:pt x="290513" y="47625"/>
                </a:lnTo>
                <a:lnTo>
                  <a:pt x="295275" y="42863"/>
                </a:lnTo>
                <a:lnTo>
                  <a:pt x="300038" y="38100"/>
                </a:lnTo>
                <a:lnTo>
                  <a:pt x="304800" y="33338"/>
                </a:lnTo>
                <a:lnTo>
                  <a:pt x="309563" y="28575"/>
                </a:lnTo>
                <a:lnTo>
                  <a:pt x="319088" y="28575"/>
                </a:lnTo>
                <a:lnTo>
                  <a:pt x="323850" y="23813"/>
                </a:lnTo>
                <a:lnTo>
                  <a:pt x="328613" y="19050"/>
                </a:lnTo>
                <a:lnTo>
                  <a:pt x="333375" y="14288"/>
                </a:lnTo>
                <a:lnTo>
                  <a:pt x="338138" y="9525"/>
                </a:lnTo>
                <a:lnTo>
                  <a:pt x="347663" y="9525"/>
                </a:lnTo>
                <a:lnTo>
                  <a:pt x="352425" y="4763"/>
                </a:lnTo>
                <a:close/>
              </a:path>
            </a:pathLst>
          </a:custGeom>
          <a:solidFill xmlns:a="http://schemas.openxmlformats.org/drawingml/2006/main">
            <a:srgbClr val="C2C2C2"/>
          </a:solidFill>
          <a:ln xmlns:a="http://schemas.openxmlformats.org/drawingml/2006/main" w="0">
            <a:noFill/>
            <a:prstDash val="solid"/>
          </a:ln>
        </p:spPr>
      </p:sp>
      <p:sp>
        <p:nvSpPr>
          <p:cNvPr id="81" name="deep-skill-chaining-source-component-1-gradient-196-0">
            <a:extLst xmlns:a="http://schemas.openxmlformats.org/drawingml/2006/main">
              <a:ext uri="{FF2B5EF4-FFF2-40B4-BE49-F238E27FC236}">
                <a16:creationId xmlns:a16="http://schemas.microsoft.com/office/drawing/2014/main" id="{94452F35-F626-440E-97B3-5274AAF35D7D}"/>
              </a:ext>
            </a:extLst>
          </p:cNvPr>
          <p:cNvSpPr>
            <a:spLocks xmlns:a="http://schemas.openxmlformats.org/drawingml/2006/main" noGrp="1"/>
          </p:cNvSpPr>
          <p:nvPr/>
        </p:nvSpPr>
        <p:spPr>
          <a:xfrm xmlns:a="http://schemas.openxmlformats.org/drawingml/2006/main" rot="0">
            <a:off x="6619875" y="971550"/>
            <a:ext cx="685800" cy="933450"/>
          </a:xfrm>
          <a:custGeom xmlns:a="http://schemas.openxmlformats.org/drawingml/2006/main">
            <a:pathLst>
              <a:path w="685800" h="933450">
                <a:moveTo>
                  <a:pt x="333375" y="4763"/>
                </a:move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42913" y="9525"/>
                </a:lnTo>
                <a:lnTo>
                  <a:pt x="452438" y="9525"/>
                </a:lnTo>
                <a:lnTo>
                  <a:pt x="461963" y="9525"/>
                </a:lnTo>
                <a:lnTo>
                  <a:pt x="471488" y="9525"/>
                </a:lnTo>
                <a:lnTo>
                  <a:pt x="481013" y="9525"/>
                </a:lnTo>
                <a:lnTo>
                  <a:pt x="485775" y="14288"/>
                </a:lnTo>
                <a:lnTo>
                  <a:pt x="490538" y="19050"/>
                </a:lnTo>
                <a:lnTo>
                  <a:pt x="500063" y="19050"/>
                </a:lnTo>
                <a:lnTo>
                  <a:pt x="504825" y="23813"/>
                </a:lnTo>
                <a:lnTo>
                  <a:pt x="509588" y="28575"/>
                </a:lnTo>
                <a:lnTo>
                  <a:pt x="519113" y="28575"/>
                </a:lnTo>
                <a:lnTo>
                  <a:pt x="528638" y="28575"/>
                </a:lnTo>
                <a:lnTo>
                  <a:pt x="533400" y="33338"/>
                </a:lnTo>
                <a:lnTo>
                  <a:pt x="538163" y="38100"/>
                </a:lnTo>
                <a:lnTo>
                  <a:pt x="547688" y="38100"/>
                </a:lnTo>
                <a:lnTo>
                  <a:pt x="552450" y="42863"/>
                </a:lnTo>
                <a:lnTo>
                  <a:pt x="557213" y="47625"/>
                </a:lnTo>
                <a:lnTo>
                  <a:pt x="561975" y="52388"/>
                </a:lnTo>
                <a:lnTo>
                  <a:pt x="566738" y="57150"/>
                </a:lnTo>
                <a:lnTo>
                  <a:pt x="576263" y="57150"/>
                </a:lnTo>
                <a:lnTo>
                  <a:pt x="581025" y="61913"/>
                </a:lnTo>
                <a:lnTo>
                  <a:pt x="585788" y="66675"/>
                </a:lnTo>
                <a:lnTo>
                  <a:pt x="595313" y="66675"/>
                </a:lnTo>
                <a:lnTo>
                  <a:pt x="600075" y="71438"/>
                </a:lnTo>
                <a:lnTo>
                  <a:pt x="604838" y="76200"/>
                </a:lnTo>
                <a:lnTo>
                  <a:pt x="609600" y="80963"/>
                </a:lnTo>
                <a:lnTo>
                  <a:pt x="614363" y="85725"/>
                </a:lnTo>
                <a:lnTo>
                  <a:pt x="623888" y="85725"/>
                </a:lnTo>
                <a:lnTo>
                  <a:pt x="628650" y="90488"/>
                </a:lnTo>
                <a:lnTo>
                  <a:pt x="633413" y="95250"/>
                </a:lnTo>
                <a:lnTo>
                  <a:pt x="642938" y="95250"/>
                </a:lnTo>
                <a:lnTo>
                  <a:pt x="647700" y="100013"/>
                </a:lnTo>
                <a:lnTo>
                  <a:pt x="647700" y="109538"/>
                </a:lnTo>
                <a:lnTo>
                  <a:pt x="652463" y="114300"/>
                </a:lnTo>
                <a:lnTo>
                  <a:pt x="657225" y="119063"/>
                </a:lnTo>
                <a:lnTo>
                  <a:pt x="661988" y="123825"/>
                </a:lnTo>
                <a:lnTo>
                  <a:pt x="666750" y="128588"/>
                </a:lnTo>
                <a:lnTo>
                  <a:pt x="666750" y="138113"/>
                </a:lnTo>
                <a:lnTo>
                  <a:pt x="671513" y="142875"/>
                </a:lnTo>
                <a:lnTo>
                  <a:pt x="676275" y="147638"/>
                </a:lnTo>
                <a:lnTo>
                  <a:pt x="676275" y="157163"/>
                </a:lnTo>
                <a:lnTo>
                  <a:pt x="676275" y="166688"/>
                </a:lnTo>
                <a:lnTo>
                  <a:pt x="681038" y="171450"/>
                </a:lnTo>
                <a:lnTo>
                  <a:pt x="685800" y="176213"/>
                </a:lnTo>
                <a:lnTo>
                  <a:pt x="685800" y="185738"/>
                </a:lnTo>
                <a:lnTo>
                  <a:pt x="685800" y="195263"/>
                </a:lnTo>
                <a:lnTo>
                  <a:pt x="685800" y="204788"/>
                </a:lnTo>
                <a:lnTo>
                  <a:pt x="685800" y="214313"/>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5800" y="328613"/>
                </a:lnTo>
                <a:lnTo>
                  <a:pt x="681038" y="333375"/>
                </a:lnTo>
                <a:lnTo>
                  <a:pt x="676275" y="338138"/>
                </a:lnTo>
                <a:lnTo>
                  <a:pt x="676275" y="347663"/>
                </a:lnTo>
                <a:lnTo>
                  <a:pt x="676275" y="357188"/>
                </a:lnTo>
                <a:lnTo>
                  <a:pt x="676275" y="366713"/>
                </a:lnTo>
                <a:lnTo>
                  <a:pt x="676275" y="376238"/>
                </a:lnTo>
                <a:lnTo>
                  <a:pt x="676275" y="385763"/>
                </a:lnTo>
                <a:lnTo>
                  <a:pt x="671513" y="390525"/>
                </a:lnTo>
                <a:lnTo>
                  <a:pt x="666750" y="395288"/>
                </a:lnTo>
                <a:lnTo>
                  <a:pt x="666750" y="404813"/>
                </a:lnTo>
                <a:lnTo>
                  <a:pt x="666750" y="414338"/>
                </a:lnTo>
                <a:lnTo>
                  <a:pt x="666750" y="423863"/>
                </a:lnTo>
                <a:lnTo>
                  <a:pt x="666750" y="433388"/>
                </a:lnTo>
                <a:lnTo>
                  <a:pt x="661988" y="438150"/>
                </a:lnTo>
                <a:lnTo>
                  <a:pt x="657225" y="442913"/>
                </a:lnTo>
                <a:lnTo>
                  <a:pt x="657225" y="452438"/>
                </a:lnTo>
                <a:lnTo>
                  <a:pt x="657225" y="461963"/>
                </a:lnTo>
                <a:lnTo>
                  <a:pt x="652463" y="466725"/>
                </a:lnTo>
                <a:lnTo>
                  <a:pt x="647700" y="471488"/>
                </a:lnTo>
                <a:lnTo>
                  <a:pt x="647700" y="481013"/>
                </a:lnTo>
                <a:lnTo>
                  <a:pt x="647700" y="490538"/>
                </a:lnTo>
                <a:lnTo>
                  <a:pt x="642938" y="495300"/>
                </a:lnTo>
                <a:lnTo>
                  <a:pt x="638175" y="500063"/>
                </a:lnTo>
                <a:lnTo>
                  <a:pt x="638175" y="509588"/>
                </a:lnTo>
                <a:lnTo>
                  <a:pt x="638175" y="519113"/>
                </a:lnTo>
                <a:lnTo>
                  <a:pt x="633413" y="523875"/>
                </a:lnTo>
                <a:lnTo>
                  <a:pt x="628650" y="528638"/>
                </a:lnTo>
                <a:lnTo>
                  <a:pt x="628650" y="538163"/>
                </a:lnTo>
                <a:lnTo>
                  <a:pt x="628650" y="547688"/>
                </a:lnTo>
                <a:lnTo>
                  <a:pt x="623888" y="552450"/>
                </a:lnTo>
                <a:lnTo>
                  <a:pt x="619125" y="557213"/>
                </a:lnTo>
                <a:lnTo>
                  <a:pt x="619125" y="566738"/>
                </a:lnTo>
                <a:lnTo>
                  <a:pt x="614363" y="571500"/>
                </a:lnTo>
                <a:lnTo>
                  <a:pt x="609600" y="576263"/>
                </a:lnTo>
                <a:lnTo>
                  <a:pt x="609600" y="585788"/>
                </a:lnTo>
                <a:lnTo>
                  <a:pt x="609600" y="595313"/>
                </a:lnTo>
                <a:lnTo>
                  <a:pt x="604838" y="600075"/>
                </a:lnTo>
                <a:lnTo>
                  <a:pt x="600075" y="604838"/>
                </a:lnTo>
                <a:lnTo>
                  <a:pt x="600075" y="614363"/>
                </a:lnTo>
                <a:lnTo>
                  <a:pt x="595313" y="619125"/>
                </a:lnTo>
                <a:lnTo>
                  <a:pt x="590550" y="623888"/>
                </a:lnTo>
                <a:lnTo>
                  <a:pt x="590550" y="633413"/>
                </a:lnTo>
                <a:lnTo>
                  <a:pt x="585788" y="638175"/>
                </a:lnTo>
                <a:lnTo>
                  <a:pt x="581025" y="642938"/>
                </a:lnTo>
                <a:lnTo>
                  <a:pt x="581025" y="652463"/>
                </a:lnTo>
                <a:lnTo>
                  <a:pt x="576263" y="657225"/>
                </a:lnTo>
                <a:lnTo>
                  <a:pt x="571500" y="661988"/>
                </a:lnTo>
                <a:lnTo>
                  <a:pt x="566738" y="666750"/>
                </a:lnTo>
                <a:lnTo>
                  <a:pt x="561975" y="671513"/>
                </a:lnTo>
                <a:lnTo>
                  <a:pt x="561975" y="681038"/>
                </a:lnTo>
                <a:lnTo>
                  <a:pt x="557213" y="685800"/>
                </a:lnTo>
                <a:lnTo>
                  <a:pt x="552450" y="690563"/>
                </a:lnTo>
                <a:lnTo>
                  <a:pt x="552450" y="700088"/>
                </a:lnTo>
                <a:lnTo>
                  <a:pt x="547688" y="704850"/>
                </a:lnTo>
                <a:lnTo>
                  <a:pt x="542925" y="709613"/>
                </a:lnTo>
                <a:lnTo>
                  <a:pt x="538163" y="714375"/>
                </a:lnTo>
                <a:lnTo>
                  <a:pt x="533400" y="719138"/>
                </a:lnTo>
                <a:lnTo>
                  <a:pt x="533400" y="728663"/>
                </a:lnTo>
                <a:lnTo>
                  <a:pt x="528638" y="733425"/>
                </a:lnTo>
                <a:lnTo>
                  <a:pt x="523875" y="738188"/>
                </a:lnTo>
                <a:lnTo>
                  <a:pt x="519113" y="742950"/>
                </a:lnTo>
                <a:lnTo>
                  <a:pt x="514350" y="747713"/>
                </a:lnTo>
                <a:lnTo>
                  <a:pt x="509588" y="752475"/>
                </a:lnTo>
                <a:lnTo>
                  <a:pt x="504825" y="757238"/>
                </a:lnTo>
                <a:lnTo>
                  <a:pt x="504825" y="766763"/>
                </a:lnTo>
                <a:lnTo>
                  <a:pt x="500063" y="771525"/>
                </a:lnTo>
                <a:lnTo>
                  <a:pt x="495300" y="776288"/>
                </a:lnTo>
                <a:lnTo>
                  <a:pt x="490538" y="781050"/>
                </a:lnTo>
                <a:lnTo>
                  <a:pt x="485775" y="785813"/>
                </a:lnTo>
                <a:lnTo>
                  <a:pt x="481013" y="790575"/>
                </a:lnTo>
                <a:lnTo>
                  <a:pt x="476250" y="795338"/>
                </a:lnTo>
                <a:lnTo>
                  <a:pt x="471488" y="800100"/>
                </a:lnTo>
                <a:lnTo>
                  <a:pt x="466725" y="804863"/>
                </a:lnTo>
                <a:lnTo>
                  <a:pt x="461963" y="809625"/>
                </a:lnTo>
                <a:lnTo>
                  <a:pt x="457200" y="814388"/>
                </a:lnTo>
                <a:lnTo>
                  <a:pt x="457200" y="823913"/>
                </a:lnTo>
                <a:lnTo>
                  <a:pt x="452438" y="828675"/>
                </a:lnTo>
                <a:lnTo>
                  <a:pt x="442913" y="828675"/>
                </a:lnTo>
                <a:lnTo>
                  <a:pt x="438150" y="833438"/>
                </a:lnTo>
                <a:lnTo>
                  <a:pt x="433388" y="838200"/>
                </a:lnTo>
                <a:lnTo>
                  <a:pt x="428625" y="842963"/>
                </a:lnTo>
                <a:lnTo>
                  <a:pt x="423863" y="847725"/>
                </a:lnTo>
                <a:lnTo>
                  <a:pt x="419100" y="852488"/>
                </a:lnTo>
                <a:lnTo>
                  <a:pt x="414338" y="857250"/>
                </a:lnTo>
                <a:lnTo>
                  <a:pt x="409575" y="862013"/>
                </a:lnTo>
                <a:lnTo>
                  <a:pt x="404813" y="866775"/>
                </a:lnTo>
                <a:lnTo>
                  <a:pt x="400050" y="871538"/>
                </a:lnTo>
                <a:lnTo>
                  <a:pt x="395288" y="876300"/>
                </a:lnTo>
                <a:lnTo>
                  <a:pt x="390525" y="881063"/>
                </a:lnTo>
                <a:lnTo>
                  <a:pt x="385763" y="885825"/>
                </a:lnTo>
                <a:lnTo>
                  <a:pt x="376238" y="885825"/>
                </a:lnTo>
                <a:lnTo>
                  <a:pt x="371475" y="890588"/>
                </a:lnTo>
                <a:lnTo>
                  <a:pt x="366713" y="895350"/>
                </a:lnTo>
                <a:lnTo>
                  <a:pt x="361950" y="900113"/>
                </a:lnTo>
                <a:lnTo>
                  <a:pt x="357188" y="904875"/>
                </a:lnTo>
                <a:lnTo>
                  <a:pt x="347663" y="904875"/>
                </a:lnTo>
                <a:lnTo>
                  <a:pt x="342900" y="909638"/>
                </a:lnTo>
                <a:lnTo>
                  <a:pt x="338138" y="914400"/>
                </a:lnTo>
                <a:lnTo>
                  <a:pt x="328613" y="914400"/>
                </a:lnTo>
                <a:lnTo>
                  <a:pt x="323850" y="919163"/>
                </a:lnTo>
                <a:lnTo>
                  <a:pt x="319088" y="923925"/>
                </a:lnTo>
                <a:lnTo>
                  <a:pt x="309563" y="923925"/>
                </a:lnTo>
                <a:lnTo>
                  <a:pt x="304800" y="928688"/>
                </a:lnTo>
                <a:lnTo>
                  <a:pt x="300038" y="933450"/>
                </a:lnTo>
                <a:lnTo>
                  <a:pt x="290513" y="933450"/>
                </a:lnTo>
                <a:lnTo>
                  <a:pt x="280988" y="933450"/>
                </a:lnTo>
                <a:lnTo>
                  <a:pt x="276225" y="928688"/>
                </a:lnTo>
                <a:lnTo>
                  <a:pt x="271463" y="923925"/>
                </a:lnTo>
                <a:lnTo>
                  <a:pt x="261938" y="923925"/>
                </a:lnTo>
                <a:lnTo>
                  <a:pt x="252413" y="923925"/>
                </a:lnTo>
                <a:lnTo>
                  <a:pt x="247650" y="919163"/>
                </a:lnTo>
                <a:lnTo>
                  <a:pt x="242888" y="914400"/>
                </a:lnTo>
                <a:lnTo>
                  <a:pt x="233363" y="914400"/>
                </a:lnTo>
                <a:lnTo>
                  <a:pt x="223838" y="914400"/>
                </a:lnTo>
                <a:lnTo>
                  <a:pt x="214313" y="914400"/>
                </a:lnTo>
                <a:lnTo>
                  <a:pt x="204788" y="914400"/>
                </a:lnTo>
                <a:lnTo>
                  <a:pt x="195263" y="914400"/>
                </a:lnTo>
                <a:lnTo>
                  <a:pt x="190500" y="909638"/>
                </a:lnTo>
                <a:lnTo>
                  <a:pt x="185738" y="904875"/>
                </a:lnTo>
                <a:lnTo>
                  <a:pt x="180975" y="900113"/>
                </a:lnTo>
                <a:lnTo>
                  <a:pt x="176213" y="895350"/>
                </a:lnTo>
                <a:lnTo>
                  <a:pt x="166688" y="895350"/>
                </a:lnTo>
                <a:lnTo>
                  <a:pt x="161925" y="890588"/>
                </a:lnTo>
                <a:lnTo>
                  <a:pt x="157163" y="885825"/>
                </a:lnTo>
                <a:lnTo>
                  <a:pt x="147638" y="885825"/>
                </a:lnTo>
                <a:lnTo>
                  <a:pt x="138113" y="885825"/>
                </a:lnTo>
                <a:lnTo>
                  <a:pt x="133350" y="881063"/>
                </a:lnTo>
                <a:lnTo>
                  <a:pt x="128588" y="876300"/>
                </a:lnTo>
                <a:lnTo>
                  <a:pt x="119063" y="876300"/>
                </a:lnTo>
                <a:lnTo>
                  <a:pt x="109538" y="876300"/>
                </a:lnTo>
                <a:lnTo>
                  <a:pt x="104775" y="871538"/>
                </a:lnTo>
                <a:lnTo>
                  <a:pt x="100013" y="866775"/>
                </a:lnTo>
                <a:lnTo>
                  <a:pt x="95250" y="862013"/>
                </a:lnTo>
                <a:lnTo>
                  <a:pt x="90488" y="857250"/>
                </a:lnTo>
                <a:lnTo>
                  <a:pt x="85725" y="852488"/>
                </a:lnTo>
                <a:lnTo>
                  <a:pt x="80963" y="847725"/>
                </a:lnTo>
                <a:lnTo>
                  <a:pt x="76200" y="842963"/>
                </a:lnTo>
                <a:lnTo>
                  <a:pt x="71438" y="838200"/>
                </a:lnTo>
                <a:lnTo>
                  <a:pt x="61913" y="838200"/>
                </a:lnTo>
                <a:lnTo>
                  <a:pt x="57150" y="833438"/>
                </a:lnTo>
                <a:lnTo>
                  <a:pt x="52388" y="828675"/>
                </a:lnTo>
                <a:lnTo>
                  <a:pt x="47625" y="823913"/>
                </a:lnTo>
                <a:lnTo>
                  <a:pt x="42863" y="819150"/>
                </a:lnTo>
                <a:lnTo>
                  <a:pt x="38100" y="814388"/>
                </a:lnTo>
                <a:lnTo>
                  <a:pt x="38100" y="804863"/>
                </a:lnTo>
                <a:lnTo>
                  <a:pt x="33338" y="800100"/>
                </a:lnTo>
                <a:lnTo>
                  <a:pt x="28575" y="795338"/>
                </a:lnTo>
                <a:lnTo>
                  <a:pt x="23813" y="790575"/>
                </a:lnTo>
                <a:lnTo>
                  <a:pt x="19050" y="785813"/>
                </a:lnTo>
                <a:lnTo>
                  <a:pt x="19050" y="776288"/>
                </a:lnTo>
                <a:lnTo>
                  <a:pt x="19050" y="766763"/>
                </a:lnTo>
                <a:lnTo>
                  <a:pt x="19050" y="757238"/>
                </a:lnTo>
                <a:lnTo>
                  <a:pt x="14288" y="752475"/>
                </a:lnTo>
                <a:lnTo>
                  <a:pt x="9525" y="747713"/>
                </a:lnTo>
                <a:lnTo>
                  <a:pt x="9525" y="738188"/>
                </a:lnTo>
                <a:lnTo>
                  <a:pt x="9525" y="728663"/>
                </a:lnTo>
                <a:lnTo>
                  <a:pt x="9525" y="719138"/>
                </a:lnTo>
                <a:lnTo>
                  <a:pt x="9525" y="709613"/>
                </a:lnTo>
                <a:lnTo>
                  <a:pt x="9525" y="700088"/>
                </a:lnTo>
                <a:lnTo>
                  <a:pt x="9525" y="690563"/>
                </a:lnTo>
                <a:lnTo>
                  <a:pt x="9525" y="681038"/>
                </a:lnTo>
                <a:lnTo>
                  <a:pt x="9525" y="671513"/>
                </a:lnTo>
                <a:lnTo>
                  <a:pt x="4763" y="666750"/>
                </a:lnTo>
                <a:lnTo>
                  <a:pt x="0" y="661988"/>
                </a:lnTo>
                <a:lnTo>
                  <a:pt x="0" y="652463"/>
                </a:lnTo>
                <a:lnTo>
                  <a:pt x="0" y="642938"/>
                </a:lnTo>
                <a:lnTo>
                  <a:pt x="0" y="633413"/>
                </a:lnTo>
                <a:lnTo>
                  <a:pt x="4763" y="628650"/>
                </a:lnTo>
                <a:lnTo>
                  <a:pt x="9525" y="623888"/>
                </a:lnTo>
                <a:lnTo>
                  <a:pt x="9525" y="614363"/>
                </a:lnTo>
                <a:lnTo>
                  <a:pt x="9525" y="604838"/>
                </a:lnTo>
                <a:lnTo>
                  <a:pt x="9525" y="595313"/>
                </a:lnTo>
                <a:lnTo>
                  <a:pt x="9525" y="585788"/>
                </a:lnTo>
                <a:lnTo>
                  <a:pt x="9525" y="576263"/>
                </a:lnTo>
                <a:lnTo>
                  <a:pt x="9525" y="566738"/>
                </a:lnTo>
                <a:lnTo>
                  <a:pt x="9525" y="557213"/>
                </a:lnTo>
                <a:lnTo>
                  <a:pt x="9525" y="547688"/>
                </a:lnTo>
                <a:lnTo>
                  <a:pt x="9525" y="538163"/>
                </a:lnTo>
                <a:lnTo>
                  <a:pt x="14288" y="533400"/>
                </a:lnTo>
                <a:lnTo>
                  <a:pt x="19050" y="528638"/>
                </a:lnTo>
                <a:lnTo>
                  <a:pt x="19050" y="519113"/>
                </a:lnTo>
                <a:lnTo>
                  <a:pt x="19050" y="509588"/>
                </a:lnTo>
                <a:lnTo>
                  <a:pt x="19050" y="500063"/>
                </a:lnTo>
                <a:lnTo>
                  <a:pt x="19050" y="490538"/>
                </a:lnTo>
                <a:lnTo>
                  <a:pt x="23813" y="485775"/>
                </a:lnTo>
                <a:lnTo>
                  <a:pt x="28575" y="481013"/>
                </a:lnTo>
                <a:lnTo>
                  <a:pt x="28575" y="471488"/>
                </a:lnTo>
                <a:lnTo>
                  <a:pt x="28575" y="461963"/>
                </a:lnTo>
                <a:lnTo>
                  <a:pt x="28575" y="452438"/>
                </a:lnTo>
                <a:lnTo>
                  <a:pt x="33338" y="447675"/>
                </a:lnTo>
                <a:lnTo>
                  <a:pt x="38100" y="442913"/>
                </a:lnTo>
                <a:lnTo>
                  <a:pt x="38100" y="433388"/>
                </a:lnTo>
                <a:lnTo>
                  <a:pt x="38100" y="423863"/>
                </a:lnTo>
                <a:lnTo>
                  <a:pt x="38100" y="414338"/>
                </a:lnTo>
                <a:lnTo>
                  <a:pt x="42863" y="409575"/>
                </a:lnTo>
                <a:lnTo>
                  <a:pt x="47625" y="404813"/>
                </a:lnTo>
                <a:lnTo>
                  <a:pt x="47625" y="395288"/>
                </a:lnTo>
                <a:lnTo>
                  <a:pt x="47625" y="385763"/>
                </a:lnTo>
                <a:lnTo>
                  <a:pt x="52388" y="381000"/>
                </a:lnTo>
                <a:lnTo>
                  <a:pt x="57150" y="376238"/>
                </a:lnTo>
                <a:lnTo>
                  <a:pt x="57150" y="366713"/>
                </a:lnTo>
                <a:lnTo>
                  <a:pt x="61913" y="361950"/>
                </a:lnTo>
                <a:lnTo>
                  <a:pt x="66675" y="357188"/>
                </a:lnTo>
                <a:lnTo>
                  <a:pt x="66675" y="347663"/>
                </a:lnTo>
                <a:lnTo>
                  <a:pt x="66675" y="338138"/>
                </a:lnTo>
                <a:lnTo>
                  <a:pt x="71438" y="333375"/>
                </a:lnTo>
                <a:lnTo>
                  <a:pt x="76200" y="328613"/>
                </a:lnTo>
                <a:lnTo>
                  <a:pt x="76200" y="319088"/>
                </a:lnTo>
                <a:lnTo>
                  <a:pt x="80963" y="314325"/>
                </a:lnTo>
                <a:lnTo>
                  <a:pt x="85725" y="309563"/>
                </a:lnTo>
                <a:lnTo>
                  <a:pt x="85725" y="300038"/>
                </a:lnTo>
                <a:lnTo>
                  <a:pt x="90488" y="295275"/>
                </a:lnTo>
                <a:lnTo>
                  <a:pt x="95250" y="290513"/>
                </a:lnTo>
                <a:lnTo>
                  <a:pt x="95250" y="280988"/>
                </a:lnTo>
                <a:lnTo>
                  <a:pt x="100013" y="276225"/>
                </a:lnTo>
                <a:lnTo>
                  <a:pt x="104775" y="271463"/>
                </a:lnTo>
                <a:lnTo>
                  <a:pt x="104775" y="261938"/>
                </a:lnTo>
                <a:lnTo>
                  <a:pt x="109538" y="257175"/>
                </a:lnTo>
                <a:lnTo>
                  <a:pt x="114300" y="252413"/>
                </a:lnTo>
                <a:lnTo>
                  <a:pt x="114300" y="242888"/>
                </a:lnTo>
                <a:lnTo>
                  <a:pt x="119063" y="238125"/>
                </a:lnTo>
                <a:lnTo>
                  <a:pt x="123825" y="233363"/>
                </a:lnTo>
                <a:lnTo>
                  <a:pt x="123825" y="223838"/>
                </a:lnTo>
                <a:lnTo>
                  <a:pt x="128588" y="219075"/>
                </a:lnTo>
                <a:lnTo>
                  <a:pt x="133350" y="214313"/>
                </a:lnTo>
                <a:lnTo>
                  <a:pt x="138113" y="209550"/>
                </a:lnTo>
                <a:lnTo>
                  <a:pt x="142875" y="204788"/>
                </a:lnTo>
                <a:lnTo>
                  <a:pt x="142875" y="195263"/>
                </a:lnTo>
                <a:lnTo>
                  <a:pt x="147638" y="190500"/>
                </a:lnTo>
                <a:lnTo>
                  <a:pt x="152400" y="185738"/>
                </a:lnTo>
                <a:lnTo>
                  <a:pt x="152400" y="176213"/>
                </a:lnTo>
                <a:lnTo>
                  <a:pt x="157163" y="171450"/>
                </a:lnTo>
                <a:lnTo>
                  <a:pt x="161925" y="166688"/>
                </a:lnTo>
                <a:lnTo>
                  <a:pt x="166688" y="161925"/>
                </a:lnTo>
                <a:lnTo>
                  <a:pt x="171450" y="157163"/>
                </a:lnTo>
                <a:lnTo>
                  <a:pt x="176213" y="152400"/>
                </a:lnTo>
                <a:lnTo>
                  <a:pt x="180975" y="147638"/>
                </a:lnTo>
                <a:lnTo>
                  <a:pt x="180975" y="138113"/>
                </a:lnTo>
                <a:lnTo>
                  <a:pt x="185738" y="133350"/>
                </a:lnTo>
                <a:lnTo>
                  <a:pt x="190500" y="128588"/>
                </a:lnTo>
                <a:lnTo>
                  <a:pt x="195263" y="123825"/>
                </a:lnTo>
                <a:lnTo>
                  <a:pt x="200025" y="119063"/>
                </a:lnTo>
                <a:lnTo>
                  <a:pt x="204788" y="114300"/>
                </a:lnTo>
                <a:lnTo>
                  <a:pt x="209550" y="109538"/>
                </a:lnTo>
                <a:lnTo>
                  <a:pt x="214313" y="104775"/>
                </a:lnTo>
                <a:lnTo>
                  <a:pt x="219075" y="100013"/>
                </a:lnTo>
                <a:lnTo>
                  <a:pt x="223838" y="95250"/>
                </a:lnTo>
                <a:lnTo>
                  <a:pt x="228600" y="90488"/>
                </a:lnTo>
                <a:lnTo>
                  <a:pt x="228600" y="80963"/>
                </a:lnTo>
                <a:lnTo>
                  <a:pt x="233363" y="76200"/>
                </a:lnTo>
                <a:lnTo>
                  <a:pt x="238125" y="71438"/>
                </a:lnTo>
                <a:lnTo>
                  <a:pt x="242888" y="66675"/>
                </a:lnTo>
                <a:lnTo>
                  <a:pt x="247650" y="61913"/>
                </a:lnTo>
                <a:lnTo>
                  <a:pt x="252413" y="57150"/>
                </a:lnTo>
                <a:lnTo>
                  <a:pt x="257175" y="52388"/>
                </a:lnTo>
                <a:lnTo>
                  <a:pt x="261938" y="47625"/>
                </a:lnTo>
                <a:lnTo>
                  <a:pt x="271463" y="47625"/>
                </a:lnTo>
                <a:lnTo>
                  <a:pt x="276225" y="42863"/>
                </a:lnTo>
                <a:lnTo>
                  <a:pt x="280988" y="38100"/>
                </a:lnTo>
                <a:lnTo>
                  <a:pt x="285750" y="33338"/>
                </a:lnTo>
                <a:lnTo>
                  <a:pt x="290513" y="28575"/>
                </a:lnTo>
                <a:lnTo>
                  <a:pt x="295275" y="23813"/>
                </a:lnTo>
                <a:lnTo>
                  <a:pt x="300038" y="19050"/>
                </a:lnTo>
                <a:lnTo>
                  <a:pt x="304800" y="14288"/>
                </a:lnTo>
                <a:lnTo>
                  <a:pt x="309563" y="9525"/>
                </a:lnTo>
                <a:lnTo>
                  <a:pt x="319088" y="9525"/>
                </a:lnTo>
                <a:lnTo>
                  <a:pt x="328613" y="9525"/>
                </a:lnTo>
                <a:lnTo>
                  <a:pt x="333375" y="4763"/>
                </a:lnTo>
                <a:close/>
              </a:path>
            </a:pathLst>
          </a:custGeom>
          <a:solidFill xmlns:a="http://schemas.openxmlformats.org/drawingml/2006/main">
            <a:srgbClr val="C4C4C4"/>
          </a:solidFill>
          <a:ln xmlns:a="http://schemas.openxmlformats.org/drawingml/2006/main" w="0">
            <a:noFill/>
            <a:prstDash val="solid"/>
          </a:ln>
        </p:spPr>
      </p:sp>
      <p:sp>
        <p:nvSpPr>
          <p:cNvPr id="82" name="deep-skill-chaining-source-component-1-gradient-198-0">
            <a:extLst xmlns:a="http://schemas.openxmlformats.org/drawingml/2006/main">
              <a:ext uri="{FF2B5EF4-FFF2-40B4-BE49-F238E27FC236}">
                <a16:creationId xmlns:a16="http://schemas.microsoft.com/office/drawing/2014/main" id="{589B814E-3960-4C65-91B1-1CAE1D3AEEBE}"/>
              </a:ext>
            </a:extLst>
          </p:cNvPr>
          <p:cNvSpPr>
            <a:spLocks xmlns:a="http://schemas.openxmlformats.org/drawingml/2006/main" noGrp="1"/>
          </p:cNvSpPr>
          <p:nvPr/>
        </p:nvSpPr>
        <p:spPr>
          <a:xfrm xmlns:a="http://schemas.openxmlformats.org/drawingml/2006/main" rot="0">
            <a:off x="6619875" y="981075"/>
            <a:ext cx="685800" cy="904875"/>
          </a:xfrm>
          <a:custGeom xmlns:a="http://schemas.openxmlformats.org/drawingml/2006/main">
            <a:pathLst>
              <a:path w="685800" h="904875">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28625" y="4763"/>
                </a:lnTo>
                <a:lnTo>
                  <a:pt x="433388" y="9525"/>
                </a:lnTo>
                <a:lnTo>
                  <a:pt x="442913" y="9525"/>
                </a:lnTo>
                <a:lnTo>
                  <a:pt x="447675" y="14288"/>
                </a:lnTo>
                <a:lnTo>
                  <a:pt x="452438" y="19050"/>
                </a:lnTo>
                <a:lnTo>
                  <a:pt x="461963" y="19050"/>
                </a:lnTo>
                <a:lnTo>
                  <a:pt x="471488" y="19050"/>
                </a:lnTo>
                <a:lnTo>
                  <a:pt x="481013" y="19050"/>
                </a:lnTo>
                <a:lnTo>
                  <a:pt x="485775" y="23813"/>
                </a:lnTo>
                <a:lnTo>
                  <a:pt x="490538" y="28575"/>
                </a:lnTo>
                <a:lnTo>
                  <a:pt x="500063" y="28575"/>
                </a:lnTo>
                <a:lnTo>
                  <a:pt x="509588" y="28575"/>
                </a:lnTo>
                <a:lnTo>
                  <a:pt x="514350" y="33338"/>
                </a:lnTo>
                <a:lnTo>
                  <a:pt x="519113" y="38100"/>
                </a:lnTo>
                <a:lnTo>
                  <a:pt x="528638" y="38100"/>
                </a:lnTo>
                <a:lnTo>
                  <a:pt x="533400" y="42863"/>
                </a:lnTo>
                <a:lnTo>
                  <a:pt x="538163" y="47625"/>
                </a:lnTo>
                <a:lnTo>
                  <a:pt x="542925" y="52388"/>
                </a:lnTo>
                <a:lnTo>
                  <a:pt x="547688" y="57150"/>
                </a:lnTo>
                <a:lnTo>
                  <a:pt x="557213" y="57150"/>
                </a:lnTo>
                <a:lnTo>
                  <a:pt x="566738" y="57150"/>
                </a:lnTo>
                <a:lnTo>
                  <a:pt x="571500" y="61913"/>
                </a:lnTo>
                <a:lnTo>
                  <a:pt x="576263" y="66675"/>
                </a:lnTo>
                <a:lnTo>
                  <a:pt x="581025" y="71438"/>
                </a:lnTo>
                <a:lnTo>
                  <a:pt x="585788" y="76200"/>
                </a:lnTo>
                <a:lnTo>
                  <a:pt x="595313" y="76200"/>
                </a:lnTo>
                <a:lnTo>
                  <a:pt x="604838" y="76200"/>
                </a:lnTo>
                <a:lnTo>
                  <a:pt x="609600" y="80963"/>
                </a:lnTo>
                <a:lnTo>
                  <a:pt x="614363" y="85725"/>
                </a:lnTo>
                <a:lnTo>
                  <a:pt x="623888" y="85725"/>
                </a:lnTo>
                <a:lnTo>
                  <a:pt x="628650" y="90488"/>
                </a:lnTo>
                <a:lnTo>
                  <a:pt x="628650" y="100013"/>
                </a:lnTo>
                <a:lnTo>
                  <a:pt x="633413" y="104775"/>
                </a:lnTo>
                <a:lnTo>
                  <a:pt x="638175" y="109538"/>
                </a:lnTo>
                <a:lnTo>
                  <a:pt x="642938" y="114300"/>
                </a:lnTo>
                <a:lnTo>
                  <a:pt x="647700" y="119063"/>
                </a:lnTo>
                <a:lnTo>
                  <a:pt x="652463" y="123825"/>
                </a:lnTo>
                <a:lnTo>
                  <a:pt x="657225" y="128588"/>
                </a:lnTo>
                <a:lnTo>
                  <a:pt x="661988" y="133350"/>
                </a:lnTo>
                <a:lnTo>
                  <a:pt x="666750" y="138113"/>
                </a:lnTo>
                <a:lnTo>
                  <a:pt x="671513" y="142875"/>
                </a:lnTo>
                <a:lnTo>
                  <a:pt x="676275" y="147638"/>
                </a:lnTo>
                <a:lnTo>
                  <a:pt x="676275" y="157163"/>
                </a:lnTo>
                <a:lnTo>
                  <a:pt x="681038" y="161925"/>
                </a:lnTo>
                <a:lnTo>
                  <a:pt x="685800" y="166688"/>
                </a:lnTo>
                <a:lnTo>
                  <a:pt x="685800" y="176213"/>
                </a:lnTo>
                <a:lnTo>
                  <a:pt x="685800" y="185738"/>
                </a:lnTo>
                <a:lnTo>
                  <a:pt x="685800" y="195263"/>
                </a:lnTo>
                <a:lnTo>
                  <a:pt x="685800" y="204788"/>
                </a:lnTo>
                <a:lnTo>
                  <a:pt x="685800" y="214313"/>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5800" y="309563"/>
                </a:lnTo>
                <a:lnTo>
                  <a:pt x="685800" y="319088"/>
                </a:lnTo>
                <a:lnTo>
                  <a:pt x="681038" y="323850"/>
                </a:lnTo>
                <a:lnTo>
                  <a:pt x="676275" y="328613"/>
                </a:lnTo>
                <a:lnTo>
                  <a:pt x="676275" y="338138"/>
                </a:lnTo>
                <a:lnTo>
                  <a:pt x="676275" y="347663"/>
                </a:lnTo>
                <a:lnTo>
                  <a:pt x="676275" y="357188"/>
                </a:lnTo>
                <a:lnTo>
                  <a:pt x="676275" y="366713"/>
                </a:lnTo>
                <a:lnTo>
                  <a:pt x="676275" y="376238"/>
                </a:lnTo>
                <a:lnTo>
                  <a:pt x="671513" y="381000"/>
                </a:lnTo>
                <a:lnTo>
                  <a:pt x="666750" y="385763"/>
                </a:lnTo>
                <a:lnTo>
                  <a:pt x="666750" y="395288"/>
                </a:lnTo>
                <a:lnTo>
                  <a:pt x="666750" y="404813"/>
                </a:lnTo>
                <a:lnTo>
                  <a:pt x="666750" y="414338"/>
                </a:lnTo>
                <a:lnTo>
                  <a:pt x="666750" y="423863"/>
                </a:lnTo>
                <a:lnTo>
                  <a:pt x="661988" y="428625"/>
                </a:lnTo>
                <a:lnTo>
                  <a:pt x="657225" y="433388"/>
                </a:lnTo>
                <a:lnTo>
                  <a:pt x="657225" y="442913"/>
                </a:lnTo>
                <a:lnTo>
                  <a:pt x="657225" y="452438"/>
                </a:lnTo>
                <a:lnTo>
                  <a:pt x="652463" y="457200"/>
                </a:lnTo>
                <a:lnTo>
                  <a:pt x="647700" y="461963"/>
                </a:lnTo>
                <a:lnTo>
                  <a:pt x="647700" y="471488"/>
                </a:lnTo>
                <a:lnTo>
                  <a:pt x="647700" y="481013"/>
                </a:lnTo>
                <a:lnTo>
                  <a:pt x="642938" y="485775"/>
                </a:lnTo>
                <a:lnTo>
                  <a:pt x="638175" y="490538"/>
                </a:lnTo>
                <a:lnTo>
                  <a:pt x="638175" y="500063"/>
                </a:lnTo>
                <a:lnTo>
                  <a:pt x="638175" y="509588"/>
                </a:lnTo>
                <a:lnTo>
                  <a:pt x="633413" y="514350"/>
                </a:lnTo>
                <a:lnTo>
                  <a:pt x="628650" y="519113"/>
                </a:lnTo>
                <a:lnTo>
                  <a:pt x="628650" y="528638"/>
                </a:lnTo>
                <a:lnTo>
                  <a:pt x="628650" y="538163"/>
                </a:lnTo>
                <a:lnTo>
                  <a:pt x="623888" y="542925"/>
                </a:lnTo>
                <a:lnTo>
                  <a:pt x="619125" y="547688"/>
                </a:lnTo>
                <a:lnTo>
                  <a:pt x="619125" y="557213"/>
                </a:lnTo>
                <a:lnTo>
                  <a:pt x="614363" y="561975"/>
                </a:lnTo>
                <a:lnTo>
                  <a:pt x="609600" y="566738"/>
                </a:lnTo>
                <a:lnTo>
                  <a:pt x="609600" y="576263"/>
                </a:lnTo>
                <a:lnTo>
                  <a:pt x="609600" y="585788"/>
                </a:lnTo>
                <a:lnTo>
                  <a:pt x="604838" y="590550"/>
                </a:lnTo>
                <a:lnTo>
                  <a:pt x="600075" y="595313"/>
                </a:lnTo>
                <a:lnTo>
                  <a:pt x="600075" y="604838"/>
                </a:lnTo>
                <a:lnTo>
                  <a:pt x="595313" y="609600"/>
                </a:lnTo>
                <a:lnTo>
                  <a:pt x="590550" y="614363"/>
                </a:lnTo>
                <a:lnTo>
                  <a:pt x="590550" y="623888"/>
                </a:lnTo>
                <a:lnTo>
                  <a:pt x="585788" y="628650"/>
                </a:lnTo>
                <a:lnTo>
                  <a:pt x="581025" y="633413"/>
                </a:lnTo>
                <a:lnTo>
                  <a:pt x="581025" y="642938"/>
                </a:lnTo>
                <a:lnTo>
                  <a:pt x="576263" y="647700"/>
                </a:lnTo>
                <a:lnTo>
                  <a:pt x="571500" y="652463"/>
                </a:lnTo>
                <a:lnTo>
                  <a:pt x="566738" y="657225"/>
                </a:lnTo>
                <a:lnTo>
                  <a:pt x="561975" y="661988"/>
                </a:lnTo>
                <a:lnTo>
                  <a:pt x="561975" y="671513"/>
                </a:lnTo>
                <a:lnTo>
                  <a:pt x="557213" y="676275"/>
                </a:lnTo>
                <a:lnTo>
                  <a:pt x="552450" y="681038"/>
                </a:lnTo>
                <a:lnTo>
                  <a:pt x="552450" y="690563"/>
                </a:lnTo>
                <a:lnTo>
                  <a:pt x="547688" y="695325"/>
                </a:lnTo>
                <a:lnTo>
                  <a:pt x="542925" y="700088"/>
                </a:lnTo>
                <a:lnTo>
                  <a:pt x="538163" y="704850"/>
                </a:lnTo>
                <a:lnTo>
                  <a:pt x="533400" y="709613"/>
                </a:lnTo>
                <a:lnTo>
                  <a:pt x="533400" y="719138"/>
                </a:lnTo>
                <a:lnTo>
                  <a:pt x="528638" y="723900"/>
                </a:lnTo>
                <a:lnTo>
                  <a:pt x="523875" y="728663"/>
                </a:lnTo>
                <a:lnTo>
                  <a:pt x="519113" y="733425"/>
                </a:lnTo>
                <a:lnTo>
                  <a:pt x="514350" y="738188"/>
                </a:lnTo>
                <a:lnTo>
                  <a:pt x="509588" y="742950"/>
                </a:lnTo>
                <a:lnTo>
                  <a:pt x="504825" y="747713"/>
                </a:lnTo>
                <a:lnTo>
                  <a:pt x="504825" y="757238"/>
                </a:lnTo>
                <a:lnTo>
                  <a:pt x="500063" y="762000"/>
                </a:lnTo>
                <a:lnTo>
                  <a:pt x="495300" y="766763"/>
                </a:lnTo>
                <a:lnTo>
                  <a:pt x="490538" y="771525"/>
                </a:lnTo>
                <a:lnTo>
                  <a:pt x="485775" y="776288"/>
                </a:lnTo>
                <a:lnTo>
                  <a:pt x="481013" y="781050"/>
                </a:lnTo>
                <a:lnTo>
                  <a:pt x="476250" y="785813"/>
                </a:lnTo>
                <a:lnTo>
                  <a:pt x="471488" y="790575"/>
                </a:lnTo>
                <a:lnTo>
                  <a:pt x="466725" y="795338"/>
                </a:lnTo>
                <a:lnTo>
                  <a:pt x="461963" y="800100"/>
                </a:lnTo>
                <a:lnTo>
                  <a:pt x="457200" y="804863"/>
                </a:lnTo>
                <a:lnTo>
                  <a:pt x="457200" y="814388"/>
                </a:lnTo>
                <a:lnTo>
                  <a:pt x="452438" y="819150"/>
                </a:lnTo>
                <a:lnTo>
                  <a:pt x="442913" y="819150"/>
                </a:lnTo>
                <a:lnTo>
                  <a:pt x="438150" y="823913"/>
                </a:lnTo>
                <a:lnTo>
                  <a:pt x="433388" y="828675"/>
                </a:lnTo>
                <a:lnTo>
                  <a:pt x="428625" y="833438"/>
                </a:lnTo>
                <a:lnTo>
                  <a:pt x="423863" y="838200"/>
                </a:lnTo>
                <a:lnTo>
                  <a:pt x="419100" y="842963"/>
                </a:lnTo>
                <a:lnTo>
                  <a:pt x="414338" y="847725"/>
                </a:lnTo>
                <a:lnTo>
                  <a:pt x="409575" y="852488"/>
                </a:lnTo>
                <a:lnTo>
                  <a:pt x="404813" y="857250"/>
                </a:lnTo>
                <a:lnTo>
                  <a:pt x="400050" y="862013"/>
                </a:lnTo>
                <a:lnTo>
                  <a:pt x="395288" y="866775"/>
                </a:lnTo>
                <a:lnTo>
                  <a:pt x="390525" y="871538"/>
                </a:lnTo>
                <a:lnTo>
                  <a:pt x="385763" y="876300"/>
                </a:lnTo>
                <a:lnTo>
                  <a:pt x="376238" y="876300"/>
                </a:lnTo>
                <a:lnTo>
                  <a:pt x="371475" y="881063"/>
                </a:lnTo>
                <a:lnTo>
                  <a:pt x="366713" y="885825"/>
                </a:lnTo>
                <a:lnTo>
                  <a:pt x="361950" y="890588"/>
                </a:lnTo>
                <a:lnTo>
                  <a:pt x="357188" y="895350"/>
                </a:lnTo>
                <a:lnTo>
                  <a:pt x="347663" y="895350"/>
                </a:lnTo>
                <a:lnTo>
                  <a:pt x="338138" y="895350"/>
                </a:lnTo>
                <a:lnTo>
                  <a:pt x="333375" y="900113"/>
                </a:lnTo>
                <a:lnTo>
                  <a:pt x="328613" y="904875"/>
                </a:lnTo>
                <a:lnTo>
                  <a:pt x="319088" y="904875"/>
                </a:lnTo>
                <a:lnTo>
                  <a:pt x="309563" y="904875"/>
                </a:lnTo>
                <a:lnTo>
                  <a:pt x="300038" y="904875"/>
                </a:lnTo>
                <a:lnTo>
                  <a:pt x="290513" y="904875"/>
                </a:lnTo>
                <a:lnTo>
                  <a:pt x="280988" y="904875"/>
                </a:lnTo>
                <a:lnTo>
                  <a:pt x="276225" y="900113"/>
                </a:lnTo>
                <a:lnTo>
                  <a:pt x="271463" y="895350"/>
                </a:lnTo>
                <a:lnTo>
                  <a:pt x="261938" y="895350"/>
                </a:lnTo>
                <a:lnTo>
                  <a:pt x="252413" y="895350"/>
                </a:lnTo>
                <a:lnTo>
                  <a:pt x="247650" y="890588"/>
                </a:lnTo>
                <a:lnTo>
                  <a:pt x="242888" y="885825"/>
                </a:lnTo>
                <a:lnTo>
                  <a:pt x="233363" y="885825"/>
                </a:lnTo>
                <a:lnTo>
                  <a:pt x="223838" y="885825"/>
                </a:lnTo>
                <a:lnTo>
                  <a:pt x="214313" y="885825"/>
                </a:lnTo>
                <a:lnTo>
                  <a:pt x="204788" y="885825"/>
                </a:lnTo>
                <a:lnTo>
                  <a:pt x="195263" y="885825"/>
                </a:lnTo>
                <a:lnTo>
                  <a:pt x="190500" y="881063"/>
                </a:lnTo>
                <a:lnTo>
                  <a:pt x="185738" y="876300"/>
                </a:lnTo>
                <a:lnTo>
                  <a:pt x="176213" y="876300"/>
                </a:lnTo>
                <a:lnTo>
                  <a:pt x="171450" y="871538"/>
                </a:lnTo>
                <a:lnTo>
                  <a:pt x="166688" y="866775"/>
                </a:lnTo>
                <a:lnTo>
                  <a:pt x="157163" y="866775"/>
                </a:lnTo>
                <a:lnTo>
                  <a:pt x="152400" y="862013"/>
                </a:lnTo>
                <a:lnTo>
                  <a:pt x="147638" y="857250"/>
                </a:lnTo>
                <a:lnTo>
                  <a:pt x="138113" y="857250"/>
                </a:lnTo>
                <a:lnTo>
                  <a:pt x="133350" y="852488"/>
                </a:lnTo>
                <a:lnTo>
                  <a:pt x="128588" y="847725"/>
                </a:lnTo>
                <a:lnTo>
                  <a:pt x="123825" y="842963"/>
                </a:lnTo>
                <a:lnTo>
                  <a:pt x="119063" y="838200"/>
                </a:lnTo>
                <a:lnTo>
                  <a:pt x="109538" y="838200"/>
                </a:lnTo>
                <a:lnTo>
                  <a:pt x="104775" y="833438"/>
                </a:lnTo>
                <a:lnTo>
                  <a:pt x="100013" y="828675"/>
                </a:lnTo>
                <a:lnTo>
                  <a:pt x="90488" y="828675"/>
                </a:lnTo>
                <a:lnTo>
                  <a:pt x="85725" y="823913"/>
                </a:lnTo>
                <a:lnTo>
                  <a:pt x="80963" y="819150"/>
                </a:lnTo>
                <a:lnTo>
                  <a:pt x="76200" y="814388"/>
                </a:lnTo>
                <a:lnTo>
                  <a:pt x="71438" y="809625"/>
                </a:lnTo>
                <a:lnTo>
                  <a:pt x="61913" y="809625"/>
                </a:lnTo>
                <a:lnTo>
                  <a:pt x="57150" y="804863"/>
                </a:lnTo>
                <a:lnTo>
                  <a:pt x="52388" y="800100"/>
                </a:lnTo>
                <a:lnTo>
                  <a:pt x="47625" y="795338"/>
                </a:lnTo>
                <a:lnTo>
                  <a:pt x="42863" y="790575"/>
                </a:lnTo>
                <a:lnTo>
                  <a:pt x="38100" y="785813"/>
                </a:lnTo>
                <a:lnTo>
                  <a:pt x="33338" y="781050"/>
                </a:lnTo>
                <a:lnTo>
                  <a:pt x="28575" y="776288"/>
                </a:lnTo>
                <a:lnTo>
                  <a:pt x="23813" y="771525"/>
                </a:lnTo>
                <a:lnTo>
                  <a:pt x="19050" y="766763"/>
                </a:lnTo>
                <a:lnTo>
                  <a:pt x="19050" y="757238"/>
                </a:lnTo>
                <a:lnTo>
                  <a:pt x="19050" y="747713"/>
                </a:lnTo>
                <a:lnTo>
                  <a:pt x="14288" y="742950"/>
                </a:lnTo>
                <a:lnTo>
                  <a:pt x="9525" y="738188"/>
                </a:lnTo>
                <a:lnTo>
                  <a:pt x="9525" y="728663"/>
                </a:lnTo>
                <a:lnTo>
                  <a:pt x="9525" y="719138"/>
                </a:lnTo>
                <a:lnTo>
                  <a:pt x="9525" y="709613"/>
                </a:lnTo>
                <a:lnTo>
                  <a:pt x="9525" y="700088"/>
                </a:lnTo>
                <a:lnTo>
                  <a:pt x="9525" y="690563"/>
                </a:lnTo>
                <a:lnTo>
                  <a:pt x="9525" y="681038"/>
                </a:lnTo>
                <a:lnTo>
                  <a:pt x="9525" y="671513"/>
                </a:lnTo>
                <a:lnTo>
                  <a:pt x="9525" y="661988"/>
                </a:lnTo>
                <a:lnTo>
                  <a:pt x="4763" y="657225"/>
                </a:lnTo>
                <a:lnTo>
                  <a:pt x="0" y="652463"/>
                </a:lnTo>
                <a:lnTo>
                  <a:pt x="0" y="642938"/>
                </a:lnTo>
                <a:lnTo>
                  <a:pt x="0" y="633413"/>
                </a:lnTo>
                <a:lnTo>
                  <a:pt x="0" y="623888"/>
                </a:lnTo>
                <a:lnTo>
                  <a:pt x="4763" y="619125"/>
                </a:lnTo>
                <a:lnTo>
                  <a:pt x="9525" y="614363"/>
                </a:lnTo>
                <a:lnTo>
                  <a:pt x="9525" y="604838"/>
                </a:lnTo>
                <a:lnTo>
                  <a:pt x="9525" y="595313"/>
                </a:lnTo>
                <a:lnTo>
                  <a:pt x="9525" y="585788"/>
                </a:lnTo>
                <a:lnTo>
                  <a:pt x="9525" y="576263"/>
                </a:lnTo>
                <a:lnTo>
                  <a:pt x="9525" y="566738"/>
                </a:lnTo>
                <a:lnTo>
                  <a:pt x="9525" y="557213"/>
                </a:lnTo>
                <a:lnTo>
                  <a:pt x="9525" y="547688"/>
                </a:lnTo>
                <a:lnTo>
                  <a:pt x="9525" y="538163"/>
                </a:lnTo>
                <a:lnTo>
                  <a:pt x="9525" y="528638"/>
                </a:lnTo>
                <a:lnTo>
                  <a:pt x="14288" y="523875"/>
                </a:lnTo>
                <a:lnTo>
                  <a:pt x="19050" y="519113"/>
                </a:lnTo>
                <a:lnTo>
                  <a:pt x="19050" y="509588"/>
                </a:lnTo>
                <a:lnTo>
                  <a:pt x="19050" y="500063"/>
                </a:lnTo>
                <a:lnTo>
                  <a:pt x="19050" y="490538"/>
                </a:lnTo>
                <a:lnTo>
                  <a:pt x="19050" y="481013"/>
                </a:lnTo>
                <a:lnTo>
                  <a:pt x="23813" y="476250"/>
                </a:lnTo>
                <a:lnTo>
                  <a:pt x="28575" y="471488"/>
                </a:lnTo>
                <a:lnTo>
                  <a:pt x="28575" y="461963"/>
                </a:lnTo>
                <a:lnTo>
                  <a:pt x="28575" y="452438"/>
                </a:lnTo>
                <a:lnTo>
                  <a:pt x="28575" y="442913"/>
                </a:lnTo>
                <a:lnTo>
                  <a:pt x="33338" y="438150"/>
                </a:lnTo>
                <a:lnTo>
                  <a:pt x="38100" y="433388"/>
                </a:lnTo>
                <a:lnTo>
                  <a:pt x="38100" y="423863"/>
                </a:lnTo>
                <a:lnTo>
                  <a:pt x="38100" y="414338"/>
                </a:lnTo>
                <a:lnTo>
                  <a:pt x="38100" y="404813"/>
                </a:lnTo>
                <a:lnTo>
                  <a:pt x="42863" y="400050"/>
                </a:lnTo>
                <a:lnTo>
                  <a:pt x="47625" y="395288"/>
                </a:lnTo>
                <a:lnTo>
                  <a:pt x="47625" y="385763"/>
                </a:lnTo>
                <a:lnTo>
                  <a:pt x="47625" y="376238"/>
                </a:lnTo>
                <a:lnTo>
                  <a:pt x="52388" y="371475"/>
                </a:lnTo>
                <a:lnTo>
                  <a:pt x="57150" y="366713"/>
                </a:lnTo>
                <a:lnTo>
                  <a:pt x="57150" y="357188"/>
                </a:lnTo>
                <a:lnTo>
                  <a:pt x="61913" y="352425"/>
                </a:lnTo>
                <a:lnTo>
                  <a:pt x="66675" y="347663"/>
                </a:lnTo>
                <a:lnTo>
                  <a:pt x="66675" y="338138"/>
                </a:lnTo>
                <a:lnTo>
                  <a:pt x="66675" y="328613"/>
                </a:lnTo>
                <a:lnTo>
                  <a:pt x="71438" y="323850"/>
                </a:lnTo>
                <a:lnTo>
                  <a:pt x="76200" y="319088"/>
                </a:lnTo>
                <a:lnTo>
                  <a:pt x="76200" y="309563"/>
                </a:lnTo>
                <a:lnTo>
                  <a:pt x="80963" y="304800"/>
                </a:lnTo>
                <a:lnTo>
                  <a:pt x="85725" y="300038"/>
                </a:lnTo>
                <a:lnTo>
                  <a:pt x="85725" y="290513"/>
                </a:lnTo>
                <a:lnTo>
                  <a:pt x="90488" y="285750"/>
                </a:lnTo>
                <a:lnTo>
                  <a:pt x="95250" y="280988"/>
                </a:lnTo>
                <a:lnTo>
                  <a:pt x="95250" y="271463"/>
                </a:lnTo>
                <a:lnTo>
                  <a:pt x="100013" y="266700"/>
                </a:lnTo>
                <a:lnTo>
                  <a:pt x="104775" y="261938"/>
                </a:lnTo>
                <a:lnTo>
                  <a:pt x="104775" y="252413"/>
                </a:lnTo>
                <a:lnTo>
                  <a:pt x="109538" y="247650"/>
                </a:lnTo>
                <a:lnTo>
                  <a:pt x="114300" y="242888"/>
                </a:lnTo>
                <a:lnTo>
                  <a:pt x="114300" y="233363"/>
                </a:lnTo>
                <a:lnTo>
                  <a:pt x="119063" y="228600"/>
                </a:lnTo>
                <a:lnTo>
                  <a:pt x="123825" y="223838"/>
                </a:lnTo>
                <a:lnTo>
                  <a:pt x="123825" y="214313"/>
                </a:lnTo>
                <a:lnTo>
                  <a:pt x="128588" y="209550"/>
                </a:lnTo>
                <a:lnTo>
                  <a:pt x="133350" y="204788"/>
                </a:lnTo>
                <a:lnTo>
                  <a:pt x="138113" y="200025"/>
                </a:lnTo>
                <a:lnTo>
                  <a:pt x="142875" y="195263"/>
                </a:lnTo>
                <a:lnTo>
                  <a:pt x="142875" y="185738"/>
                </a:lnTo>
                <a:lnTo>
                  <a:pt x="147638" y="180975"/>
                </a:lnTo>
                <a:lnTo>
                  <a:pt x="152400" y="176213"/>
                </a:lnTo>
                <a:lnTo>
                  <a:pt x="152400" y="166688"/>
                </a:lnTo>
                <a:lnTo>
                  <a:pt x="157163" y="161925"/>
                </a:lnTo>
                <a:lnTo>
                  <a:pt x="161925" y="157163"/>
                </a:lnTo>
                <a:lnTo>
                  <a:pt x="166688" y="152400"/>
                </a:lnTo>
                <a:lnTo>
                  <a:pt x="171450" y="147638"/>
                </a:lnTo>
                <a:lnTo>
                  <a:pt x="176213" y="142875"/>
                </a:lnTo>
                <a:lnTo>
                  <a:pt x="180975" y="138113"/>
                </a:lnTo>
                <a:lnTo>
                  <a:pt x="180975" y="128588"/>
                </a:lnTo>
                <a:lnTo>
                  <a:pt x="185738" y="123825"/>
                </a:lnTo>
                <a:lnTo>
                  <a:pt x="190500" y="119063"/>
                </a:lnTo>
                <a:lnTo>
                  <a:pt x="195263" y="114300"/>
                </a:lnTo>
                <a:lnTo>
                  <a:pt x="200025" y="109538"/>
                </a:lnTo>
                <a:lnTo>
                  <a:pt x="204788" y="104775"/>
                </a:lnTo>
                <a:lnTo>
                  <a:pt x="209550" y="100013"/>
                </a:lnTo>
                <a:lnTo>
                  <a:pt x="214313" y="95250"/>
                </a:lnTo>
                <a:lnTo>
                  <a:pt x="219075" y="90488"/>
                </a:lnTo>
                <a:lnTo>
                  <a:pt x="223838" y="85725"/>
                </a:lnTo>
                <a:lnTo>
                  <a:pt x="228600" y="80963"/>
                </a:lnTo>
                <a:lnTo>
                  <a:pt x="228600" y="71438"/>
                </a:lnTo>
                <a:lnTo>
                  <a:pt x="233363" y="66675"/>
                </a:lnTo>
                <a:lnTo>
                  <a:pt x="238125" y="61913"/>
                </a:lnTo>
                <a:lnTo>
                  <a:pt x="242888" y="57150"/>
                </a:lnTo>
                <a:lnTo>
                  <a:pt x="247650" y="52388"/>
                </a:lnTo>
                <a:lnTo>
                  <a:pt x="252413" y="47625"/>
                </a:lnTo>
                <a:lnTo>
                  <a:pt x="257175" y="42863"/>
                </a:lnTo>
                <a:lnTo>
                  <a:pt x="261938" y="38100"/>
                </a:lnTo>
                <a:lnTo>
                  <a:pt x="271463" y="38100"/>
                </a:lnTo>
                <a:lnTo>
                  <a:pt x="276225" y="33338"/>
                </a:lnTo>
                <a:lnTo>
                  <a:pt x="280988" y="28575"/>
                </a:lnTo>
                <a:lnTo>
                  <a:pt x="285750" y="23813"/>
                </a:lnTo>
                <a:lnTo>
                  <a:pt x="290513" y="19050"/>
                </a:lnTo>
                <a:lnTo>
                  <a:pt x="300038" y="19050"/>
                </a:lnTo>
                <a:lnTo>
                  <a:pt x="304800" y="14288"/>
                </a:lnTo>
                <a:lnTo>
                  <a:pt x="309563" y="9525"/>
                </a:lnTo>
                <a:lnTo>
                  <a:pt x="314325" y="4763"/>
                </a:lnTo>
                <a:close/>
              </a:path>
            </a:pathLst>
          </a:custGeom>
          <a:solidFill xmlns:a="http://schemas.openxmlformats.org/drawingml/2006/main">
            <a:srgbClr val="C6C6C6"/>
          </a:solidFill>
          <a:ln xmlns:a="http://schemas.openxmlformats.org/drawingml/2006/main" w="0">
            <a:noFill/>
            <a:prstDash val="solid"/>
          </a:ln>
        </p:spPr>
      </p:sp>
      <p:sp>
        <p:nvSpPr>
          <p:cNvPr id="83" name="deep-skill-chaining-source-component-1-gradient-200-0">
            <a:extLst xmlns:a="http://schemas.openxmlformats.org/drawingml/2006/main">
              <a:ext uri="{FF2B5EF4-FFF2-40B4-BE49-F238E27FC236}">
                <a16:creationId xmlns:a16="http://schemas.microsoft.com/office/drawing/2014/main" id="{ECCBEEA3-63FB-4C38-89C7-F1D34B45B7DB}"/>
              </a:ext>
            </a:extLst>
          </p:cNvPr>
          <p:cNvSpPr>
            <a:spLocks xmlns:a="http://schemas.openxmlformats.org/drawingml/2006/main" noGrp="1"/>
          </p:cNvSpPr>
          <p:nvPr/>
        </p:nvSpPr>
        <p:spPr>
          <a:xfrm xmlns:a="http://schemas.openxmlformats.org/drawingml/2006/main" rot="0">
            <a:off x="6619875" y="1000125"/>
            <a:ext cx="685800" cy="876300"/>
          </a:xfrm>
          <a:custGeom xmlns:a="http://schemas.openxmlformats.org/drawingml/2006/main">
            <a:pathLst>
              <a:path w="685800" h="876300">
                <a:moveTo>
                  <a:pt x="314325" y="4763"/>
                </a:moveTo>
                <a:lnTo>
                  <a:pt x="319088" y="0"/>
                </a:lnTo>
                <a:lnTo>
                  <a:pt x="328613" y="0"/>
                </a:lnTo>
                <a:lnTo>
                  <a:pt x="338138" y="0"/>
                </a:lnTo>
                <a:lnTo>
                  <a:pt x="347663" y="0"/>
                </a:lnTo>
                <a:lnTo>
                  <a:pt x="357188" y="0"/>
                </a:lnTo>
                <a:lnTo>
                  <a:pt x="366713" y="0"/>
                </a:lnTo>
                <a:lnTo>
                  <a:pt x="376238" y="0"/>
                </a:lnTo>
                <a:lnTo>
                  <a:pt x="385763" y="0"/>
                </a:lnTo>
                <a:lnTo>
                  <a:pt x="390525" y="4763"/>
                </a:lnTo>
                <a:lnTo>
                  <a:pt x="395288" y="9525"/>
                </a:lnTo>
                <a:lnTo>
                  <a:pt x="404813" y="9525"/>
                </a:lnTo>
                <a:lnTo>
                  <a:pt x="414338" y="9525"/>
                </a:lnTo>
                <a:lnTo>
                  <a:pt x="423863" y="9525"/>
                </a:lnTo>
                <a:lnTo>
                  <a:pt x="433388" y="9525"/>
                </a:lnTo>
                <a:lnTo>
                  <a:pt x="442913" y="9525"/>
                </a:lnTo>
                <a:lnTo>
                  <a:pt x="452438" y="9525"/>
                </a:lnTo>
                <a:lnTo>
                  <a:pt x="457200" y="14288"/>
                </a:lnTo>
                <a:lnTo>
                  <a:pt x="461963" y="19050"/>
                </a:lnTo>
                <a:lnTo>
                  <a:pt x="471488" y="19050"/>
                </a:lnTo>
                <a:lnTo>
                  <a:pt x="476250" y="23813"/>
                </a:lnTo>
                <a:lnTo>
                  <a:pt x="481013" y="28575"/>
                </a:lnTo>
                <a:lnTo>
                  <a:pt x="490538" y="28575"/>
                </a:lnTo>
                <a:lnTo>
                  <a:pt x="500063" y="28575"/>
                </a:lnTo>
                <a:lnTo>
                  <a:pt x="509588" y="28575"/>
                </a:lnTo>
                <a:lnTo>
                  <a:pt x="514350" y="33338"/>
                </a:lnTo>
                <a:lnTo>
                  <a:pt x="519113" y="38100"/>
                </a:lnTo>
                <a:lnTo>
                  <a:pt x="523875" y="42863"/>
                </a:lnTo>
                <a:lnTo>
                  <a:pt x="528638" y="47625"/>
                </a:lnTo>
                <a:lnTo>
                  <a:pt x="538163" y="47625"/>
                </a:lnTo>
                <a:lnTo>
                  <a:pt x="547688" y="47625"/>
                </a:lnTo>
                <a:lnTo>
                  <a:pt x="552450" y="52388"/>
                </a:lnTo>
                <a:lnTo>
                  <a:pt x="557213" y="57150"/>
                </a:lnTo>
                <a:lnTo>
                  <a:pt x="566738" y="57150"/>
                </a:lnTo>
                <a:lnTo>
                  <a:pt x="576263" y="57150"/>
                </a:lnTo>
                <a:lnTo>
                  <a:pt x="581025" y="61913"/>
                </a:lnTo>
                <a:lnTo>
                  <a:pt x="585788" y="66675"/>
                </a:lnTo>
                <a:lnTo>
                  <a:pt x="595313" y="66675"/>
                </a:lnTo>
                <a:lnTo>
                  <a:pt x="600075" y="71438"/>
                </a:lnTo>
                <a:lnTo>
                  <a:pt x="604838" y="76200"/>
                </a:lnTo>
                <a:lnTo>
                  <a:pt x="609600" y="80963"/>
                </a:lnTo>
                <a:lnTo>
                  <a:pt x="614363" y="85725"/>
                </a:lnTo>
                <a:lnTo>
                  <a:pt x="619125" y="90488"/>
                </a:lnTo>
                <a:lnTo>
                  <a:pt x="623888" y="95250"/>
                </a:lnTo>
                <a:lnTo>
                  <a:pt x="628650" y="100013"/>
                </a:lnTo>
                <a:lnTo>
                  <a:pt x="628650" y="109538"/>
                </a:lnTo>
                <a:lnTo>
                  <a:pt x="633413" y="114300"/>
                </a:lnTo>
                <a:lnTo>
                  <a:pt x="638175" y="119063"/>
                </a:lnTo>
                <a:lnTo>
                  <a:pt x="642938" y="123825"/>
                </a:lnTo>
                <a:lnTo>
                  <a:pt x="652463" y="123825"/>
                </a:lnTo>
                <a:lnTo>
                  <a:pt x="657225" y="128588"/>
                </a:lnTo>
                <a:lnTo>
                  <a:pt x="661988" y="133350"/>
                </a:lnTo>
                <a:lnTo>
                  <a:pt x="666750" y="138113"/>
                </a:lnTo>
                <a:lnTo>
                  <a:pt x="671513" y="142875"/>
                </a:lnTo>
                <a:lnTo>
                  <a:pt x="676275" y="147638"/>
                </a:lnTo>
                <a:lnTo>
                  <a:pt x="681038" y="152400"/>
                </a:lnTo>
                <a:lnTo>
                  <a:pt x="685800" y="157163"/>
                </a:lnTo>
                <a:lnTo>
                  <a:pt x="685800" y="166688"/>
                </a:lnTo>
                <a:lnTo>
                  <a:pt x="685800" y="176213"/>
                </a:lnTo>
                <a:lnTo>
                  <a:pt x="685800" y="185738"/>
                </a:lnTo>
                <a:lnTo>
                  <a:pt x="685800" y="195263"/>
                </a:lnTo>
                <a:lnTo>
                  <a:pt x="685800" y="204788"/>
                </a:lnTo>
                <a:lnTo>
                  <a:pt x="685800" y="214313"/>
                </a:lnTo>
                <a:lnTo>
                  <a:pt x="685800" y="223838"/>
                </a:lnTo>
                <a:lnTo>
                  <a:pt x="685800" y="233363"/>
                </a:lnTo>
                <a:lnTo>
                  <a:pt x="685800" y="242888"/>
                </a:lnTo>
                <a:lnTo>
                  <a:pt x="685800" y="252413"/>
                </a:lnTo>
                <a:lnTo>
                  <a:pt x="685800" y="261938"/>
                </a:lnTo>
                <a:lnTo>
                  <a:pt x="685800" y="271463"/>
                </a:lnTo>
                <a:lnTo>
                  <a:pt x="685800" y="280988"/>
                </a:lnTo>
                <a:lnTo>
                  <a:pt x="685800" y="290513"/>
                </a:lnTo>
                <a:lnTo>
                  <a:pt x="685800" y="300038"/>
                </a:lnTo>
                <a:lnTo>
                  <a:pt x="681038" y="304800"/>
                </a:lnTo>
                <a:lnTo>
                  <a:pt x="676275" y="309563"/>
                </a:lnTo>
                <a:lnTo>
                  <a:pt x="676275" y="319088"/>
                </a:lnTo>
                <a:lnTo>
                  <a:pt x="676275" y="328613"/>
                </a:lnTo>
                <a:lnTo>
                  <a:pt x="676275" y="338138"/>
                </a:lnTo>
                <a:lnTo>
                  <a:pt x="676275" y="347663"/>
                </a:lnTo>
                <a:lnTo>
                  <a:pt x="676275" y="357188"/>
                </a:lnTo>
                <a:lnTo>
                  <a:pt x="671513" y="361950"/>
                </a:lnTo>
                <a:lnTo>
                  <a:pt x="666750" y="366713"/>
                </a:lnTo>
                <a:lnTo>
                  <a:pt x="666750" y="376238"/>
                </a:lnTo>
                <a:lnTo>
                  <a:pt x="666750" y="385763"/>
                </a:lnTo>
                <a:lnTo>
                  <a:pt x="666750" y="395288"/>
                </a:lnTo>
                <a:lnTo>
                  <a:pt x="666750" y="404813"/>
                </a:lnTo>
                <a:lnTo>
                  <a:pt x="661988" y="409575"/>
                </a:lnTo>
                <a:lnTo>
                  <a:pt x="657225" y="414338"/>
                </a:lnTo>
                <a:lnTo>
                  <a:pt x="657225" y="423863"/>
                </a:lnTo>
                <a:lnTo>
                  <a:pt x="657225" y="433388"/>
                </a:lnTo>
                <a:lnTo>
                  <a:pt x="652463" y="438150"/>
                </a:lnTo>
                <a:lnTo>
                  <a:pt x="647700" y="442913"/>
                </a:lnTo>
                <a:lnTo>
                  <a:pt x="647700" y="452438"/>
                </a:lnTo>
                <a:lnTo>
                  <a:pt x="647700" y="461963"/>
                </a:lnTo>
                <a:lnTo>
                  <a:pt x="642938" y="466725"/>
                </a:lnTo>
                <a:lnTo>
                  <a:pt x="638175" y="471488"/>
                </a:lnTo>
                <a:lnTo>
                  <a:pt x="638175" y="481013"/>
                </a:lnTo>
                <a:lnTo>
                  <a:pt x="638175" y="490538"/>
                </a:lnTo>
                <a:lnTo>
                  <a:pt x="633413" y="495300"/>
                </a:lnTo>
                <a:lnTo>
                  <a:pt x="628650" y="500063"/>
                </a:lnTo>
                <a:lnTo>
                  <a:pt x="628650" y="509588"/>
                </a:lnTo>
                <a:lnTo>
                  <a:pt x="628650" y="519113"/>
                </a:lnTo>
                <a:lnTo>
                  <a:pt x="623888" y="523875"/>
                </a:lnTo>
                <a:lnTo>
                  <a:pt x="619125" y="528638"/>
                </a:lnTo>
                <a:lnTo>
                  <a:pt x="619125" y="538163"/>
                </a:lnTo>
                <a:lnTo>
                  <a:pt x="614363" y="542925"/>
                </a:lnTo>
                <a:lnTo>
                  <a:pt x="609600" y="547688"/>
                </a:lnTo>
                <a:lnTo>
                  <a:pt x="609600" y="557213"/>
                </a:lnTo>
                <a:lnTo>
                  <a:pt x="609600" y="566738"/>
                </a:lnTo>
                <a:lnTo>
                  <a:pt x="604838" y="571500"/>
                </a:lnTo>
                <a:lnTo>
                  <a:pt x="600075" y="576263"/>
                </a:lnTo>
                <a:lnTo>
                  <a:pt x="600075" y="585788"/>
                </a:lnTo>
                <a:lnTo>
                  <a:pt x="595313" y="590550"/>
                </a:lnTo>
                <a:lnTo>
                  <a:pt x="590550" y="595313"/>
                </a:lnTo>
                <a:lnTo>
                  <a:pt x="590550" y="604838"/>
                </a:lnTo>
                <a:lnTo>
                  <a:pt x="585788" y="609600"/>
                </a:lnTo>
                <a:lnTo>
                  <a:pt x="581025" y="614363"/>
                </a:lnTo>
                <a:lnTo>
                  <a:pt x="581025" y="623888"/>
                </a:lnTo>
                <a:lnTo>
                  <a:pt x="576263" y="628650"/>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19113" y="714375"/>
                </a:lnTo>
                <a:lnTo>
                  <a:pt x="514350" y="719138"/>
                </a:lnTo>
                <a:lnTo>
                  <a:pt x="509588" y="723900"/>
                </a:lnTo>
                <a:lnTo>
                  <a:pt x="504825" y="728663"/>
                </a:lnTo>
                <a:lnTo>
                  <a:pt x="504825" y="738188"/>
                </a:lnTo>
                <a:lnTo>
                  <a:pt x="500063" y="742950"/>
                </a:lnTo>
                <a:lnTo>
                  <a:pt x="495300" y="747713"/>
                </a:lnTo>
                <a:lnTo>
                  <a:pt x="490538" y="752475"/>
                </a:lnTo>
                <a:lnTo>
                  <a:pt x="485775" y="757238"/>
                </a:lnTo>
                <a:lnTo>
                  <a:pt x="481013" y="762000"/>
                </a:lnTo>
                <a:lnTo>
                  <a:pt x="476250" y="766763"/>
                </a:lnTo>
                <a:lnTo>
                  <a:pt x="471488" y="771525"/>
                </a:lnTo>
                <a:lnTo>
                  <a:pt x="466725" y="776288"/>
                </a:lnTo>
                <a:lnTo>
                  <a:pt x="461963" y="781050"/>
                </a:lnTo>
                <a:lnTo>
                  <a:pt x="457200" y="785813"/>
                </a:lnTo>
                <a:lnTo>
                  <a:pt x="457200" y="795338"/>
                </a:lnTo>
                <a:lnTo>
                  <a:pt x="452438" y="800100"/>
                </a:lnTo>
                <a:lnTo>
                  <a:pt x="442913" y="800100"/>
                </a:lnTo>
                <a:lnTo>
                  <a:pt x="438150" y="804863"/>
                </a:lnTo>
                <a:lnTo>
                  <a:pt x="433388" y="809625"/>
                </a:lnTo>
                <a:lnTo>
                  <a:pt x="428625" y="814388"/>
                </a:lnTo>
                <a:lnTo>
                  <a:pt x="423863" y="819150"/>
                </a:lnTo>
                <a:lnTo>
                  <a:pt x="419100" y="823913"/>
                </a:lnTo>
                <a:lnTo>
                  <a:pt x="414338" y="828675"/>
                </a:lnTo>
                <a:lnTo>
                  <a:pt x="409575" y="833438"/>
                </a:lnTo>
                <a:lnTo>
                  <a:pt x="404813" y="838200"/>
                </a:lnTo>
                <a:lnTo>
                  <a:pt x="400050" y="842963"/>
                </a:lnTo>
                <a:lnTo>
                  <a:pt x="395288" y="847725"/>
                </a:lnTo>
                <a:lnTo>
                  <a:pt x="390525" y="852488"/>
                </a:lnTo>
                <a:lnTo>
                  <a:pt x="385763" y="857250"/>
                </a:lnTo>
                <a:lnTo>
                  <a:pt x="376238" y="857250"/>
                </a:lnTo>
                <a:lnTo>
                  <a:pt x="371475" y="862013"/>
                </a:lnTo>
                <a:lnTo>
                  <a:pt x="366713" y="866775"/>
                </a:lnTo>
                <a:lnTo>
                  <a:pt x="361950" y="871538"/>
                </a:lnTo>
                <a:lnTo>
                  <a:pt x="357188" y="876300"/>
                </a:lnTo>
                <a:lnTo>
                  <a:pt x="347663" y="876300"/>
                </a:lnTo>
                <a:lnTo>
                  <a:pt x="338138" y="876300"/>
                </a:lnTo>
                <a:lnTo>
                  <a:pt x="328613" y="876300"/>
                </a:lnTo>
                <a:lnTo>
                  <a:pt x="319088" y="876300"/>
                </a:lnTo>
                <a:lnTo>
                  <a:pt x="309563" y="876300"/>
                </a:lnTo>
                <a:lnTo>
                  <a:pt x="304800" y="871538"/>
                </a:lnTo>
                <a:lnTo>
                  <a:pt x="300038" y="866775"/>
                </a:lnTo>
                <a:lnTo>
                  <a:pt x="290513" y="866775"/>
                </a:lnTo>
                <a:lnTo>
                  <a:pt x="280988" y="866775"/>
                </a:lnTo>
                <a:lnTo>
                  <a:pt x="271463" y="866775"/>
                </a:lnTo>
                <a:lnTo>
                  <a:pt x="266700" y="862013"/>
                </a:lnTo>
                <a:lnTo>
                  <a:pt x="261938" y="857250"/>
                </a:lnTo>
                <a:lnTo>
                  <a:pt x="252413" y="857250"/>
                </a:lnTo>
                <a:lnTo>
                  <a:pt x="242888" y="857250"/>
                </a:lnTo>
                <a:lnTo>
                  <a:pt x="233363" y="857250"/>
                </a:lnTo>
                <a:lnTo>
                  <a:pt x="228600" y="852488"/>
                </a:lnTo>
                <a:lnTo>
                  <a:pt x="223838" y="847725"/>
                </a:lnTo>
                <a:lnTo>
                  <a:pt x="214313" y="847725"/>
                </a:lnTo>
                <a:lnTo>
                  <a:pt x="204788" y="847725"/>
                </a:lnTo>
                <a:lnTo>
                  <a:pt x="195263" y="847725"/>
                </a:lnTo>
                <a:lnTo>
                  <a:pt x="190500" y="842963"/>
                </a:lnTo>
                <a:lnTo>
                  <a:pt x="185738" y="838200"/>
                </a:lnTo>
                <a:lnTo>
                  <a:pt x="176213" y="838200"/>
                </a:lnTo>
                <a:lnTo>
                  <a:pt x="166688" y="838200"/>
                </a:lnTo>
                <a:lnTo>
                  <a:pt x="161925" y="833438"/>
                </a:lnTo>
                <a:lnTo>
                  <a:pt x="157163" y="828675"/>
                </a:lnTo>
                <a:lnTo>
                  <a:pt x="152400" y="823913"/>
                </a:lnTo>
                <a:lnTo>
                  <a:pt x="147638" y="819150"/>
                </a:lnTo>
                <a:lnTo>
                  <a:pt x="138113" y="819150"/>
                </a:lnTo>
                <a:lnTo>
                  <a:pt x="133350" y="814388"/>
                </a:lnTo>
                <a:lnTo>
                  <a:pt x="128588" y="809625"/>
                </a:lnTo>
                <a:lnTo>
                  <a:pt x="119063" y="809625"/>
                </a:lnTo>
                <a:lnTo>
                  <a:pt x="114300" y="804863"/>
                </a:lnTo>
                <a:lnTo>
                  <a:pt x="109538" y="800100"/>
                </a:lnTo>
                <a:lnTo>
                  <a:pt x="100013" y="800100"/>
                </a:lnTo>
                <a:lnTo>
                  <a:pt x="95250" y="795338"/>
                </a:lnTo>
                <a:lnTo>
                  <a:pt x="90488" y="790575"/>
                </a:lnTo>
                <a:lnTo>
                  <a:pt x="80963" y="790575"/>
                </a:lnTo>
                <a:lnTo>
                  <a:pt x="76200" y="785813"/>
                </a:lnTo>
                <a:lnTo>
                  <a:pt x="76200" y="776288"/>
                </a:lnTo>
                <a:lnTo>
                  <a:pt x="71438" y="771525"/>
                </a:lnTo>
                <a:lnTo>
                  <a:pt x="66675" y="766763"/>
                </a:lnTo>
                <a:lnTo>
                  <a:pt x="61913" y="762000"/>
                </a:lnTo>
                <a:lnTo>
                  <a:pt x="52388" y="762000"/>
                </a:lnTo>
                <a:lnTo>
                  <a:pt x="47625" y="757238"/>
                </a:lnTo>
                <a:lnTo>
                  <a:pt x="47625" y="747713"/>
                </a:lnTo>
                <a:lnTo>
                  <a:pt x="42863" y="742950"/>
                </a:lnTo>
                <a:lnTo>
                  <a:pt x="38100" y="738188"/>
                </a:lnTo>
                <a:lnTo>
                  <a:pt x="33338" y="733425"/>
                </a:lnTo>
                <a:lnTo>
                  <a:pt x="23813" y="733425"/>
                </a:lnTo>
                <a:lnTo>
                  <a:pt x="19050" y="728663"/>
                </a:lnTo>
                <a:lnTo>
                  <a:pt x="14288" y="723900"/>
                </a:lnTo>
                <a:lnTo>
                  <a:pt x="9525" y="719138"/>
                </a:lnTo>
                <a:lnTo>
                  <a:pt x="9525" y="709613"/>
                </a:lnTo>
                <a:lnTo>
                  <a:pt x="9525" y="700088"/>
                </a:lnTo>
                <a:lnTo>
                  <a:pt x="9525" y="690563"/>
                </a:lnTo>
                <a:lnTo>
                  <a:pt x="9525" y="681038"/>
                </a:lnTo>
                <a:lnTo>
                  <a:pt x="9525" y="671513"/>
                </a:lnTo>
                <a:lnTo>
                  <a:pt x="9525" y="661988"/>
                </a:lnTo>
                <a:lnTo>
                  <a:pt x="9525" y="652463"/>
                </a:lnTo>
                <a:lnTo>
                  <a:pt x="9525" y="642938"/>
                </a:lnTo>
                <a:lnTo>
                  <a:pt x="4763" y="638175"/>
                </a:lnTo>
                <a:lnTo>
                  <a:pt x="0" y="633413"/>
                </a:lnTo>
                <a:lnTo>
                  <a:pt x="0" y="623888"/>
                </a:lnTo>
                <a:lnTo>
                  <a:pt x="0" y="614363"/>
                </a:lnTo>
                <a:lnTo>
                  <a:pt x="0" y="604838"/>
                </a:lnTo>
                <a:lnTo>
                  <a:pt x="4763" y="600075"/>
                </a:lnTo>
                <a:lnTo>
                  <a:pt x="9525" y="595313"/>
                </a:lnTo>
                <a:lnTo>
                  <a:pt x="9525" y="585788"/>
                </a:lnTo>
                <a:lnTo>
                  <a:pt x="9525" y="576263"/>
                </a:lnTo>
                <a:lnTo>
                  <a:pt x="9525" y="566738"/>
                </a:lnTo>
                <a:lnTo>
                  <a:pt x="9525" y="557213"/>
                </a:lnTo>
                <a:lnTo>
                  <a:pt x="9525" y="547688"/>
                </a:lnTo>
                <a:lnTo>
                  <a:pt x="9525" y="538163"/>
                </a:lnTo>
                <a:lnTo>
                  <a:pt x="9525" y="528638"/>
                </a:lnTo>
                <a:lnTo>
                  <a:pt x="9525" y="519113"/>
                </a:lnTo>
                <a:lnTo>
                  <a:pt x="9525" y="509588"/>
                </a:lnTo>
                <a:lnTo>
                  <a:pt x="14288" y="504825"/>
                </a:lnTo>
                <a:lnTo>
                  <a:pt x="19050" y="500063"/>
                </a:lnTo>
                <a:lnTo>
                  <a:pt x="19050" y="490538"/>
                </a:lnTo>
                <a:lnTo>
                  <a:pt x="19050" y="481013"/>
                </a:lnTo>
                <a:lnTo>
                  <a:pt x="19050" y="471488"/>
                </a:lnTo>
                <a:lnTo>
                  <a:pt x="19050" y="461963"/>
                </a:lnTo>
                <a:lnTo>
                  <a:pt x="23813" y="457200"/>
                </a:lnTo>
                <a:lnTo>
                  <a:pt x="28575" y="452438"/>
                </a:lnTo>
                <a:lnTo>
                  <a:pt x="28575" y="442913"/>
                </a:lnTo>
                <a:lnTo>
                  <a:pt x="28575" y="433388"/>
                </a:lnTo>
                <a:lnTo>
                  <a:pt x="28575" y="423863"/>
                </a:lnTo>
                <a:lnTo>
                  <a:pt x="33338" y="419100"/>
                </a:lnTo>
                <a:lnTo>
                  <a:pt x="38100" y="414338"/>
                </a:lnTo>
                <a:lnTo>
                  <a:pt x="38100" y="404813"/>
                </a:lnTo>
                <a:lnTo>
                  <a:pt x="38100" y="395288"/>
                </a:lnTo>
                <a:lnTo>
                  <a:pt x="38100" y="385763"/>
                </a:lnTo>
                <a:lnTo>
                  <a:pt x="42863" y="381000"/>
                </a:lnTo>
                <a:lnTo>
                  <a:pt x="47625" y="376238"/>
                </a:lnTo>
                <a:lnTo>
                  <a:pt x="47625" y="366713"/>
                </a:lnTo>
                <a:lnTo>
                  <a:pt x="47625" y="357188"/>
                </a:lnTo>
                <a:lnTo>
                  <a:pt x="52388" y="352425"/>
                </a:lnTo>
                <a:lnTo>
                  <a:pt x="57150" y="347663"/>
                </a:lnTo>
                <a:lnTo>
                  <a:pt x="57150" y="338138"/>
                </a:lnTo>
                <a:lnTo>
                  <a:pt x="61913" y="333375"/>
                </a:lnTo>
                <a:lnTo>
                  <a:pt x="66675" y="328613"/>
                </a:lnTo>
                <a:lnTo>
                  <a:pt x="66675" y="319088"/>
                </a:lnTo>
                <a:lnTo>
                  <a:pt x="66675" y="309563"/>
                </a:lnTo>
                <a:lnTo>
                  <a:pt x="71438" y="304800"/>
                </a:lnTo>
                <a:lnTo>
                  <a:pt x="76200" y="300038"/>
                </a:lnTo>
                <a:lnTo>
                  <a:pt x="76200" y="290513"/>
                </a:lnTo>
                <a:lnTo>
                  <a:pt x="80963" y="285750"/>
                </a:lnTo>
                <a:lnTo>
                  <a:pt x="85725" y="280988"/>
                </a:lnTo>
                <a:lnTo>
                  <a:pt x="85725" y="271463"/>
                </a:lnTo>
                <a:lnTo>
                  <a:pt x="90488" y="266700"/>
                </a:lnTo>
                <a:lnTo>
                  <a:pt x="95250" y="261938"/>
                </a:lnTo>
                <a:lnTo>
                  <a:pt x="95250" y="252413"/>
                </a:lnTo>
                <a:lnTo>
                  <a:pt x="100013" y="247650"/>
                </a:lnTo>
                <a:lnTo>
                  <a:pt x="104775" y="242888"/>
                </a:lnTo>
                <a:lnTo>
                  <a:pt x="104775" y="233363"/>
                </a:lnTo>
                <a:lnTo>
                  <a:pt x="109538" y="228600"/>
                </a:lnTo>
                <a:lnTo>
                  <a:pt x="114300" y="223838"/>
                </a:lnTo>
                <a:lnTo>
                  <a:pt x="114300" y="214313"/>
                </a:lnTo>
                <a:lnTo>
                  <a:pt x="119063" y="209550"/>
                </a:lnTo>
                <a:lnTo>
                  <a:pt x="123825" y="204788"/>
                </a:lnTo>
                <a:lnTo>
                  <a:pt x="123825" y="195263"/>
                </a:lnTo>
                <a:lnTo>
                  <a:pt x="128588" y="190500"/>
                </a:lnTo>
                <a:lnTo>
                  <a:pt x="133350" y="185738"/>
                </a:lnTo>
                <a:lnTo>
                  <a:pt x="138113" y="180975"/>
                </a:lnTo>
                <a:lnTo>
                  <a:pt x="142875" y="176213"/>
                </a:lnTo>
                <a:lnTo>
                  <a:pt x="142875" y="166688"/>
                </a:lnTo>
                <a:lnTo>
                  <a:pt x="147638" y="161925"/>
                </a:lnTo>
                <a:lnTo>
                  <a:pt x="152400" y="157163"/>
                </a:lnTo>
                <a:lnTo>
                  <a:pt x="152400" y="147638"/>
                </a:lnTo>
                <a:lnTo>
                  <a:pt x="157163" y="142875"/>
                </a:lnTo>
                <a:lnTo>
                  <a:pt x="161925" y="138113"/>
                </a:lnTo>
                <a:lnTo>
                  <a:pt x="166688" y="133350"/>
                </a:lnTo>
                <a:lnTo>
                  <a:pt x="171450" y="128588"/>
                </a:lnTo>
                <a:lnTo>
                  <a:pt x="176213" y="123825"/>
                </a:lnTo>
                <a:lnTo>
                  <a:pt x="180975" y="119063"/>
                </a:lnTo>
                <a:lnTo>
                  <a:pt x="180975" y="109538"/>
                </a:lnTo>
                <a:lnTo>
                  <a:pt x="185738" y="104775"/>
                </a:lnTo>
                <a:lnTo>
                  <a:pt x="190500" y="100013"/>
                </a:lnTo>
                <a:lnTo>
                  <a:pt x="195263" y="95250"/>
                </a:lnTo>
                <a:lnTo>
                  <a:pt x="200025" y="90488"/>
                </a:lnTo>
                <a:lnTo>
                  <a:pt x="204788" y="85725"/>
                </a:lnTo>
                <a:lnTo>
                  <a:pt x="209550" y="80963"/>
                </a:lnTo>
                <a:lnTo>
                  <a:pt x="214313" y="76200"/>
                </a:lnTo>
                <a:lnTo>
                  <a:pt x="219075" y="71438"/>
                </a:lnTo>
                <a:lnTo>
                  <a:pt x="223838" y="66675"/>
                </a:lnTo>
                <a:lnTo>
                  <a:pt x="228600" y="61913"/>
                </a:lnTo>
                <a:lnTo>
                  <a:pt x="228600" y="52388"/>
                </a:lnTo>
                <a:lnTo>
                  <a:pt x="233363" y="47625"/>
                </a:lnTo>
                <a:lnTo>
                  <a:pt x="238125" y="42863"/>
                </a:lnTo>
                <a:lnTo>
                  <a:pt x="242888" y="38100"/>
                </a:lnTo>
                <a:lnTo>
                  <a:pt x="247650" y="33338"/>
                </a:lnTo>
                <a:lnTo>
                  <a:pt x="252413" y="28575"/>
                </a:lnTo>
                <a:lnTo>
                  <a:pt x="257175" y="23813"/>
                </a:lnTo>
                <a:lnTo>
                  <a:pt x="261938" y="19050"/>
                </a:lnTo>
                <a:lnTo>
                  <a:pt x="271463" y="19050"/>
                </a:lnTo>
                <a:lnTo>
                  <a:pt x="276225" y="14288"/>
                </a:lnTo>
                <a:lnTo>
                  <a:pt x="280988" y="9525"/>
                </a:lnTo>
                <a:lnTo>
                  <a:pt x="290513" y="9525"/>
                </a:lnTo>
                <a:lnTo>
                  <a:pt x="300038" y="9525"/>
                </a:lnTo>
                <a:lnTo>
                  <a:pt x="309563" y="9525"/>
                </a:lnTo>
                <a:lnTo>
                  <a:pt x="314325" y="4763"/>
                </a:lnTo>
                <a:close/>
              </a:path>
            </a:pathLst>
          </a:custGeom>
          <a:solidFill xmlns:a="http://schemas.openxmlformats.org/drawingml/2006/main">
            <a:srgbClr val="C8C8C8"/>
          </a:solidFill>
          <a:ln xmlns:a="http://schemas.openxmlformats.org/drawingml/2006/main" w="0">
            <a:noFill/>
            <a:prstDash val="solid"/>
          </a:ln>
        </p:spPr>
      </p:sp>
      <p:sp>
        <p:nvSpPr>
          <p:cNvPr id="84" name="deep-skill-chaining-source-component-1-gradient-202-0">
            <a:extLst xmlns:a="http://schemas.openxmlformats.org/drawingml/2006/main">
              <a:ext uri="{FF2B5EF4-FFF2-40B4-BE49-F238E27FC236}">
                <a16:creationId xmlns:a16="http://schemas.microsoft.com/office/drawing/2014/main" id="{F137CA13-113D-4035-8A7B-264297255E0C}"/>
              </a:ext>
            </a:extLst>
          </p:cNvPr>
          <p:cNvSpPr>
            <a:spLocks xmlns:a="http://schemas.openxmlformats.org/drawingml/2006/main" noGrp="1"/>
          </p:cNvSpPr>
          <p:nvPr/>
        </p:nvSpPr>
        <p:spPr>
          <a:xfrm xmlns:a="http://schemas.openxmlformats.org/drawingml/2006/main" rot="0">
            <a:off x="6619875" y="1009650"/>
            <a:ext cx="685800" cy="847725"/>
          </a:xfrm>
          <a:custGeom xmlns:a="http://schemas.openxmlformats.org/drawingml/2006/main">
            <a:pathLst>
              <a:path w="685800" h="847725">
                <a:moveTo>
                  <a:pt x="333375" y="4763"/>
                </a:moveTo>
                <a:lnTo>
                  <a:pt x="338138" y="0"/>
                </a:lnTo>
                <a:lnTo>
                  <a:pt x="347663" y="0"/>
                </a:lnTo>
                <a:lnTo>
                  <a:pt x="357188" y="0"/>
                </a:lnTo>
                <a:lnTo>
                  <a:pt x="366713" y="0"/>
                </a:lnTo>
                <a:lnTo>
                  <a:pt x="371475" y="4763"/>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66725" y="23813"/>
                </a:lnTo>
                <a:lnTo>
                  <a:pt x="471488" y="28575"/>
                </a:lnTo>
                <a:lnTo>
                  <a:pt x="481013" y="28575"/>
                </a:lnTo>
                <a:lnTo>
                  <a:pt x="485775" y="33338"/>
                </a:lnTo>
                <a:lnTo>
                  <a:pt x="490538" y="38100"/>
                </a:lnTo>
                <a:lnTo>
                  <a:pt x="500063" y="38100"/>
                </a:lnTo>
                <a:lnTo>
                  <a:pt x="509588" y="38100"/>
                </a:lnTo>
                <a:lnTo>
                  <a:pt x="514350" y="42863"/>
                </a:lnTo>
                <a:lnTo>
                  <a:pt x="519113" y="47625"/>
                </a:lnTo>
                <a:lnTo>
                  <a:pt x="528638" y="47625"/>
                </a:lnTo>
                <a:lnTo>
                  <a:pt x="538163" y="47625"/>
                </a:lnTo>
                <a:lnTo>
                  <a:pt x="542925" y="52388"/>
                </a:lnTo>
                <a:lnTo>
                  <a:pt x="547688" y="57150"/>
                </a:lnTo>
                <a:lnTo>
                  <a:pt x="557213" y="57150"/>
                </a:lnTo>
                <a:lnTo>
                  <a:pt x="566738" y="57150"/>
                </a:lnTo>
                <a:lnTo>
                  <a:pt x="571500" y="61913"/>
                </a:lnTo>
                <a:lnTo>
                  <a:pt x="576263" y="66675"/>
                </a:lnTo>
                <a:lnTo>
                  <a:pt x="581025" y="71438"/>
                </a:lnTo>
                <a:lnTo>
                  <a:pt x="585788" y="76200"/>
                </a:lnTo>
                <a:lnTo>
                  <a:pt x="590550" y="80963"/>
                </a:lnTo>
                <a:lnTo>
                  <a:pt x="595313" y="85725"/>
                </a:lnTo>
                <a:lnTo>
                  <a:pt x="600075" y="90488"/>
                </a:lnTo>
                <a:lnTo>
                  <a:pt x="604838" y="95250"/>
                </a:lnTo>
                <a:lnTo>
                  <a:pt x="609600" y="100013"/>
                </a:lnTo>
                <a:lnTo>
                  <a:pt x="614363" y="104775"/>
                </a:lnTo>
                <a:lnTo>
                  <a:pt x="619125" y="109538"/>
                </a:lnTo>
                <a:lnTo>
                  <a:pt x="623888" y="114300"/>
                </a:lnTo>
                <a:lnTo>
                  <a:pt x="628650" y="119063"/>
                </a:lnTo>
                <a:lnTo>
                  <a:pt x="633413" y="123825"/>
                </a:lnTo>
                <a:lnTo>
                  <a:pt x="638175" y="128588"/>
                </a:lnTo>
                <a:lnTo>
                  <a:pt x="642938" y="133350"/>
                </a:lnTo>
                <a:lnTo>
                  <a:pt x="652463" y="133350"/>
                </a:lnTo>
                <a:lnTo>
                  <a:pt x="657225" y="138113"/>
                </a:lnTo>
                <a:lnTo>
                  <a:pt x="661988" y="142875"/>
                </a:lnTo>
                <a:lnTo>
                  <a:pt x="666750" y="147638"/>
                </a:lnTo>
                <a:lnTo>
                  <a:pt x="671513" y="152400"/>
                </a:lnTo>
                <a:lnTo>
                  <a:pt x="676275" y="157163"/>
                </a:lnTo>
                <a:lnTo>
                  <a:pt x="676275" y="166688"/>
                </a:lnTo>
                <a:lnTo>
                  <a:pt x="681038" y="171450"/>
                </a:lnTo>
                <a:lnTo>
                  <a:pt x="685800" y="176213"/>
                </a:lnTo>
                <a:lnTo>
                  <a:pt x="685800" y="185738"/>
                </a:lnTo>
                <a:lnTo>
                  <a:pt x="685800" y="195263"/>
                </a:lnTo>
                <a:lnTo>
                  <a:pt x="685800" y="204788"/>
                </a:lnTo>
                <a:lnTo>
                  <a:pt x="685800" y="214313"/>
                </a:lnTo>
                <a:lnTo>
                  <a:pt x="685800" y="223838"/>
                </a:lnTo>
                <a:lnTo>
                  <a:pt x="685800" y="233363"/>
                </a:lnTo>
                <a:lnTo>
                  <a:pt x="685800" y="242888"/>
                </a:lnTo>
                <a:lnTo>
                  <a:pt x="685800" y="252413"/>
                </a:lnTo>
                <a:lnTo>
                  <a:pt x="685800" y="261938"/>
                </a:lnTo>
                <a:lnTo>
                  <a:pt x="685800" y="271463"/>
                </a:lnTo>
                <a:lnTo>
                  <a:pt x="685800" y="280988"/>
                </a:lnTo>
                <a:lnTo>
                  <a:pt x="685800" y="290513"/>
                </a:lnTo>
                <a:lnTo>
                  <a:pt x="681038" y="295275"/>
                </a:lnTo>
                <a:lnTo>
                  <a:pt x="676275" y="300038"/>
                </a:lnTo>
                <a:lnTo>
                  <a:pt x="676275" y="309563"/>
                </a:lnTo>
                <a:lnTo>
                  <a:pt x="676275" y="319088"/>
                </a:lnTo>
                <a:lnTo>
                  <a:pt x="676275" y="328613"/>
                </a:lnTo>
                <a:lnTo>
                  <a:pt x="676275" y="338138"/>
                </a:lnTo>
                <a:lnTo>
                  <a:pt x="676275" y="347663"/>
                </a:lnTo>
                <a:lnTo>
                  <a:pt x="671513" y="352425"/>
                </a:lnTo>
                <a:lnTo>
                  <a:pt x="666750" y="357188"/>
                </a:lnTo>
                <a:lnTo>
                  <a:pt x="666750" y="366713"/>
                </a:lnTo>
                <a:lnTo>
                  <a:pt x="666750" y="376238"/>
                </a:lnTo>
                <a:lnTo>
                  <a:pt x="666750" y="385763"/>
                </a:lnTo>
                <a:lnTo>
                  <a:pt x="666750" y="395288"/>
                </a:lnTo>
                <a:lnTo>
                  <a:pt x="661988" y="400050"/>
                </a:lnTo>
                <a:lnTo>
                  <a:pt x="657225" y="404813"/>
                </a:lnTo>
                <a:lnTo>
                  <a:pt x="657225" y="414338"/>
                </a:lnTo>
                <a:lnTo>
                  <a:pt x="657225" y="423863"/>
                </a:lnTo>
                <a:lnTo>
                  <a:pt x="652463" y="428625"/>
                </a:lnTo>
                <a:lnTo>
                  <a:pt x="647700" y="433388"/>
                </a:lnTo>
                <a:lnTo>
                  <a:pt x="647700" y="442913"/>
                </a:lnTo>
                <a:lnTo>
                  <a:pt x="647700" y="452438"/>
                </a:lnTo>
                <a:lnTo>
                  <a:pt x="642938" y="457200"/>
                </a:lnTo>
                <a:lnTo>
                  <a:pt x="638175" y="461963"/>
                </a:lnTo>
                <a:lnTo>
                  <a:pt x="638175" y="471488"/>
                </a:lnTo>
                <a:lnTo>
                  <a:pt x="638175" y="481013"/>
                </a:lnTo>
                <a:lnTo>
                  <a:pt x="633413" y="485775"/>
                </a:lnTo>
                <a:lnTo>
                  <a:pt x="628650" y="490538"/>
                </a:lnTo>
                <a:lnTo>
                  <a:pt x="628650" y="500063"/>
                </a:lnTo>
                <a:lnTo>
                  <a:pt x="628650" y="509588"/>
                </a:lnTo>
                <a:lnTo>
                  <a:pt x="623888" y="514350"/>
                </a:lnTo>
                <a:lnTo>
                  <a:pt x="619125" y="519113"/>
                </a:lnTo>
                <a:lnTo>
                  <a:pt x="619125" y="528638"/>
                </a:lnTo>
                <a:lnTo>
                  <a:pt x="614363" y="533400"/>
                </a:lnTo>
                <a:lnTo>
                  <a:pt x="609600" y="538163"/>
                </a:lnTo>
                <a:lnTo>
                  <a:pt x="609600" y="547688"/>
                </a:lnTo>
                <a:lnTo>
                  <a:pt x="609600" y="557213"/>
                </a:lnTo>
                <a:lnTo>
                  <a:pt x="604838" y="561975"/>
                </a:lnTo>
                <a:lnTo>
                  <a:pt x="600075" y="566738"/>
                </a:lnTo>
                <a:lnTo>
                  <a:pt x="600075" y="576263"/>
                </a:lnTo>
                <a:lnTo>
                  <a:pt x="595313" y="581025"/>
                </a:lnTo>
                <a:lnTo>
                  <a:pt x="590550" y="585788"/>
                </a:lnTo>
                <a:lnTo>
                  <a:pt x="590550" y="595313"/>
                </a:lnTo>
                <a:lnTo>
                  <a:pt x="585788" y="600075"/>
                </a:lnTo>
                <a:lnTo>
                  <a:pt x="581025" y="604838"/>
                </a:lnTo>
                <a:lnTo>
                  <a:pt x="581025" y="614363"/>
                </a:lnTo>
                <a:lnTo>
                  <a:pt x="576263" y="619125"/>
                </a:lnTo>
                <a:lnTo>
                  <a:pt x="571500" y="623888"/>
                </a:lnTo>
                <a:lnTo>
                  <a:pt x="566738" y="628650"/>
                </a:lnTo>
                <a:lnTo>
                  <a:pt x="561975" y="633413"/>
                </a:lnTo>
                <a:lnTo>
                  <a:pt x="561975" y="642938"/>
                </a:lnTo>
                <a:lnTo>
                  <a:pt x="557213" y="647700"/>
                </a:lnTo>
                <a:lnTo>
                  <a:pt x="552450" y="652463"/>
                </a:lnTo>
                <a:lnTo>
                  <a:pt x="552450" y="661988"/>
                </a:lnTo>
                <a:lnTo>
                  <a:pt x="547688" y="666750"/>
                </a:lnTo>
                <a:lnTo>
                  <a:pt x="542925" y="671513"/>
                </a:lnTo>
                <a:lnTo>
                  <a:pt x="538163" y="676275"/>
                </a:lnTo>
                <a:lnTo>
                  <a:pt x="533400" y="681038"/>
                </a:lnTo>
                <a:lnTo>
                  <a:pt x="533400" y="690563"/>
                </a:lnTo>
                <a:lnTo>
                  <a:pt x="528638" y="695325"/>
                </a:lnTo>
                <a:lnTo>
                  <a:pt x="523875" y="700088"/>
                </a:lnTo>
                <a:lnTo>
                  <a:pt x="519113" y="704850"/>
                </a:lnTo>
                <a:lnTo>
                  <a:pt x="514350" y="709613"/>
                </a:lnTo>
                <a:lnTo>
                  <a:pt x="509588" y="714375"/>
                </a:lnTo>
                <a:lnTo>
                  <a:pt x="504825" y="719138"/>
                </a:lnTo>
                <a:lnTo>
                  <a:pt x="504825" y="728663"/>
                </a:lnTo>
                <a:lnTo>
                  <a:pt x="500063" y="733425"/>
                </a:lnTo>
                <a:lnTo>
                  <a:pt x="495300" y="738188"/>
                </a:lnTo>
                <a:lnTo>
                  <a:pt x="490538" y="742950"/>
                </a:lnTo>
                <a:lnTo>
                  <a:pt x="485775" y="747713"/>
                </a:lnTo>
                <a:lnTo>
                  <a:pt x="481013" y="752475"/>
                </a:lnTo>
                <a:lnTo>
                  <a:pt x="476250" y="757238"/>
                </a:lnTo>
                <a:lnTo>
                  <a:pt x="471488" y="762000"/>
                </a:lnTo>
                <a:lnTo>
                  <a:pt x="466725" y="766763"/>
                </a:lnTo>
                <a:lnTo>
                  <a:pt x="461963" y="771525"/>
                </a:lnTo>
                <a:lnTo>
                  <a:pt x="457200" y="776288"/>
                </a:lnTo>
                <a:lnTo>
                  <a:pt x="457200" y="785813"/>
                </a:lnTo>
                <a:lnTo>
                  <a:pt x="452438" y="790575"/>
                </a:lnTo>
                <a:lnTo>
                  <a:pt x="442913" y="790575"/>
                </a:lnTo>
                <a:lnTo>
                  <a:pt x="438150" y="795338"/>
                </a:lnTo>
                <a:lnTo>
                  <a:pt x="433388" y="800100"/>
                </a:lnTo>
                <a:lnTo>
                  <a:pt x="428625" y="804863"/>
                </a:lnTo>
                <a:lnTo>
                  <a:pt x="423863" y="809625"/>
                </a:lnTo>
                <a:lnTo>
                  <a:pt x="419100" y="814388"/>
                </a:lnTo>
                <a:lnTo>
                  <a:pt x="414338" y="819150"/>
                </a:lnTo>
                <a:lnTo>
                  <a:pt x="409575" y="823913"/>
                </a:lnTo>
                <a:lnTo>
                  <a:pt x="404813" y="828675"/>
                </a:lnTo>
                <a:lnTo>
                  <a:pt x="400050" y="833438"/>
                </a:lnTo>
                <a:lnTo>
                  <a:pt x="395288" y="838200"/>
                </a:lnTo>
                <a:lnTo>
                  <a:pt x="385763" y="838200"/>
                </a:lnTo>
                <a:lnTo>
                  <a:pt x="376238" y="838200"/>
                </a:lnTo>
                <a:lnTo>
                  <a:pt x="371475" y="842963"/>
                </a:lnTo>
                <a:lnTo>
                  <a:pt x="366713" y="847725"/>
                </a:lnTo>
                <a:lnTo>
                  <a:pt x="357188" y="847725"/>
                </a:lnTo>
                <a:lnTo>
                  <a:pt x="347663" y="847725"/>
                </a:lnTo>
                <a:lnTo>
                  <a:pt x="338138" y="847725"/>
                </a:lnTo>
                <a:lnTo>
                  <a:pt x="328613" y="847725"/>
                </a:lnTo>
                <a:lnTo>
                  <a:pt x="319088" y="847725"/>
                </a:lnTo>
                <a:lnTo>
                  <a:pt x="309563" y="847725"/>
                </a:lnTo>
                <a:lnTo>
                  <a:pt x="304800" y="842963"/>
                </a:lnTo>
                <a:lnTo>
                  <a:pt x="300038" y="838200"/>
                </a:lnTo>
                <a:lnTo>
                  <a:pt x="290513" y="838200"/>
                </a:lnTo>
                <a:lnTo>
                  <a:pt x="280988" y="838200"/>
                </a:lnTo>
                <a:lnTo>
                  <a:pt x="271463" y="838200"/>
                </a:lnTo>
                <a:lnTo>
                  <a:pt x="261938" y="838200"/>
                </a:lnTo>
                <a:lnTo>
                  <a:pt x="252413" y="838200"/>
                </a:lnTo>
                <a:lnTo>
                  <a:pt x="247650" y="833438"/>
                </a:lnTo>
                <a:lnTo>
                  <a:pt x="242888" y="828675"/>
                </a:lnTo>
                <a:lnTo>
                  <a:pt x="233363" y="828675"/>
                </a:lnTo>
                <a:lnTo>
                  <a:pt x="223838" y="828675"/>
                </a:lnTo>
                <a:lnTo>
                  <a:pt x="214313" y="828675"/>
                </a:lnTo>
                <a:lnTo>
                  <a:pt x="209550" y="823913"/>
                </a:lnTo>
                <a:lnTo>
                  <a:pt x="204788" y="819150"/>
                </a:lnTo>
                <a:lnTo>
                  <a:pt x="195263" y="819150"/>
                </a:lnTo>
                <a:lnTo>
                  <a:pt x="185738" y="819150"/>
                </a:lnTo>
                <a:lnTo>
                  <a:pt x="180975" y="814388"/>
                </a:lnTo>
                <a:lnTo>
                  <a:pt x="176213" y="809625"/>
                </a:lnTo>
                <a:lnTo>
                  <a:pt x="166688" y="809625"/>
                </a:lnTo>
                <a:lnTo>
                  <a:pt x="161925" y="804863"/>
                </a:lnTo>
                <a:lnTo>
                  <a:pt x="157163" y="800100"/>
                </a:lnTo>
                <a:lnTo>
                  <a:pt x="152400" y="795338"/>
                </a:lnTo>
                <a:lnTo>
                  <a:pt x="147638" y="790575"/>
                </a:lnTo>
                <a:lnTo>
                  <a:pt x="138113" y="790575"/>
                </a:lnTo>
                <a:lnTo>
                  <a:pt x="128588" y="790575"/>
                </a:lnTo>
                <a:lnTo>
                  <a:pt x="123825" y="785813"/>
                </a:lnTo>
                <a:lnTo>
                  <a:pt x="119063" y="781050"/>
                </a:lnTo>
                <a:lnTo>
                  <a:pt x="109538" y="781050"/>
                </a:lnTo>
                <a:lnTo>
                  <a:pt x="104775" y="776288"/>
                </a:lnTo>
                <a:lnTo>
                  <a:pt x="100013" y="771525"/>
                </a:lnTo>
                <a:lnTo>
                  <a:pt x="95250" y="766763"/>
                </a:lnTo>
                <a:lnTo>
                  <a:pt x="90488" y="762000"/>
                </a:lnTo>
                <a:lnTo>
                  <a:pt x="85725" y="757238"/>
                </a:lnTo>
                <a:lnTo>
                  <a:pt x="80963" y="752475"/>
                </a:lnTo>
                <a:lnTo>
                  <a:pt x="76200" y="747713"/>
                </a:lnTo>
                <a:lnTo>
                  <a:pt x="71438" y="742950"/>
                </a:lnTo>
                <a:lnTo>
                  <a:pt x="66675" y="738188"/>
                </a:lnTo>
                <a:lnTo>
                  <a:pt x="61913" y="733425"/>
                </a:lnTo>
                <a:lnTo>
                  <a:pt x="57150" y="728663"/>
                </a:lnTo>
                <a:lnTo>
                  <a:pt x="52388" y="723900"/>
                </a:lnTo>
                <a:lnTo>
                  <a:pt x="47625" y="719138"/>
                </a:lnTo>
                <a:lnTo>
                  <a:pt x="42863" y="714375"/>
                </a:lnTo>
                <a:lnTo>
                  <a:pt x="38100" y="709613"/>
                </a:lnTo>
                <a:lnTo>
                  <a:pt x="33338" y="704850"/>
                </a:lnTo>
                <a:lnTo>
                  <a:pt x="23813" y="704850"/>
                </a:lnTo>
                <a:lnTo>
                  <a:pt x="19050" y="700088"/>
                </a:lnTo>
                <a:lnTo>
                  <a:pt x="14288" y="695325"/>
                </a:lnTo>
                <a:lnTo>
                  <a:pt x="9525" y="690563"/>
                </a:lnTo>
                <a:lnTo>
                  <a:pt x="9525" y="681038"/>
                </a:lnTo>
                <a:lnTo>
                  <a:pt x="9525" y="671513"/>
                </a:lnTo>
                <a:lnTo>
                  <a:pt x="9525" y="661988"/>
                </a:lnTo>
                <a:lnTo>
                  <a:pt x="9525" y="652463"/>
                </a:lnTo>
                <a:lnTo>
                  <a:pt x="9525" y="642938"/>
                </a:lnTo>
                <a:lnTo>
                  <a:pt x="9525" y="633413"/>
                </a:lnTo>
                <a:lnTo>
                  <a:pt x="4763" y="628650"/>
                </a:lnTo>
                <a:lnTo>
                  <a:pt x="0" y="623888"/>
                </a:lnTo>
                <a:lnTo>
                  <a:pt x="0" y="614363"/>
                </a:lnTo>
                <a:lnTo>
                  <a:pt x="0" y="604838"/>
                </a:lnTo>
                <a:lnTo>
                  <a:pt x="0" y="595313"/>
                </a:lnTo>
                <a:lnTo>
                  <a:pt x="4763" y="590550"/>
                </a:lnTo>
                <a:lnTo>
                  <a:pt x="9525" y="585788"/>
                </a:lnTo>
                <a:lnTo>
                  <a:pt x="9525" y="576263"/>
                </a:lnTo>
                <a:lnTo>
                  <a:pt x="9525" y="566738"/>
                </a:lnTo>
                <a:lnTo>
                  <a:pt x="9525" y="557213"/>
                </a:lnTo>
                <a:lnTo>
                  <a:pt x="9525" y="547688"/>
                </a:lnTo>
                <a:lnTo>
                  <a:pt x="9525" y="538163"/>
                </a:lnTo>
                <a:lnTo>
                  <a:pt x="9525" y="528638"/>
                </a:lnTo>
                <a:lnTo>
                  <a:pt x="9525" y="519113"/>
                </a:lnTo>
                <a:lnTo>
                  <a:pt x="9525" y="509588"/>
                </a:lnTo>
                <a:lnTo>
                  <a:pt x="9525" y="500063"/>
                </a:lnTo>
                <a:lnTo>
                  <a:pt x="14288" y="495300"/>
                </a:lnTo>
                <a:lnTo>
                  <a:pt x="19050" y="490538"/>
                </a:lnTo>
                <a:lnTo>
                  <a:pt x="19050" y="481013"/>
                </a:lnTo>
                <a:lnTo>
                  <a:pt x="19050" y="471488"/>
                </a:lnTo>
                <a:lnTo>
                  <a:pt x="19050" y="461963"/>
                </a:lnTo>
                <a:lnTo>
                  <a:pt x="19050" y="452438"/>
                </a:lnTo>
                <a:lnTo>
                  <a:pt x="23813" y="447675"/>
                </a:lnTo>
                <a:lnTo>
                  <a:pt x="28575" y="442913"/>
                </a:lnTo>
                <a:lnTo>
                  <a:pt x="28575" y="433388"/>
                </a:lnTo>
                <a:lnTo>
                  <a:pt x="28575" y="423863"/>
                </a:lnTo>
                <a:lnTo>
                  <a:pt x="28575" y="414338"/>
                </a:lnTo>
                <a:lnTo>
                  <a:pt x="33338" y="409575"/>
                </a:lnTo>
                <a:lnTo>
                  <a:pt x="38100" y="404813"/>
                </a:lnTo>
                <a:lnTo>
                  <a:pt x="38100" y="395288"/>
                </a:lnTo>
                <a:lnTo>
                  <a:pt x="38100" y="385763"/>
                </a:lnTo>
                <a:lnTo>
                  <a:pt x="38100" y="376238"/>
                </a:lnTo>
                <a:lnTo>
                  <a:pt x="42863" y="371475"/>
                </a:lnTo>
                <a:lnTo>
                  <a:pt x="47625" y="366713"/>
                </a:lnTo>
                <a:lnTo>
                  <a:pt x="47625" y="357188"/>
                </a:lnTo>
                <a:lnTo>
                  <a:pt x="47625" y="347663"/>
                </a:lnTo>
                <a:lnTo>
                  <a:pt x="52388" y="342900"/>
                </a:lnTo>
                <a:lnTo>
                  <a:pt x="57150" y="338138"/>
                </a:lnTo>
                <a:lnTo>
                  <a:pt x="57150" y="328613"/>
                </a:lnTo>
                <a:lnTo>
                  <a:pt x="61913" y="323850"/>
                </a:lnTo>
                <a:lnTo>
                  <a:pt x="66675" y="319088"/>
                </a:lnTo>
                <a:lnTo>
                  <a:pt x="66675" y="309563"/>
                </a:lnTo>
                <a:lnTo>
                  <a:pt x="66675" y="300038"/>
                </a:lnTo>
                <a:lnTo>
                  <a:pt x="71438" y="295275"/>
                </a:lnTo>
                <a:lnTo>
                  <a:pt x="76200" y="290513"/>
                </a:lnTo>
                <a:lnTo>
                  <a:pt x="76200" y="280988"/>
                </a:lnTo>
                <a:lnTo>
                  <a:pt x="80963" y="276225"/>
                </a:lnTo>
                <a:lnTo>
                  <a:pt x="85725" y="271463"/>
                </a:lnTo>
                <a:lnTo>
                  <a:pt x="85725" y="261938"/>
                </a:lnTo>
                <a:lnTo>
                  <a:pt x="90488" y="257175"/>
                </a:lnTo>
                <a:lnTo>
                  <a:pt x="95250" y="252413"/>
                </a:lnTo>
                <a:lnTo>
                  <a:pt x="95250" y="242888"/>
                </a:lnTo>
                <a:lnTo>
                  <a:pt x="100013" y="238125"/>
                </a:lnTo>
                <a:lnTo>
                  <a:pt x="104775" y="233363"/>
                </a:lnTo>
                <a:lnTo>
                  <a:pt x="104775" y="223838"/>
                </a:lnTo>
                <a:lnTo>
                  <a:pt x="109538" y="219075"/>
                </a:lnTo>
                <a:lnTo>
                  <a:pt x="114300" y="214313"/>
                </a:lnTo>
                <a:lnTo>
                  <a:pt x="114300" y="204788"/>
                </a:lnTo>
                <a:lnTo>
                  <a:pt x="119063" y="200025"/>
                </a:lnTo>
                <a:lnTo>
                  <a:pt x="123825" y="195263"/>
                </a:lnTo>
                <a:lnTo>
                  <a:pt x="123825" y="185738"/>
                </a:lnTo>
                <a:lnTo>
                  <a:pt x="128588" y="180975"/>
                </a:lnTo>
                <a:lnTo>
                  <a:pt x="133350" y="176213"/>
                </a:lnTo>
                <a:lnTo>
                  <a:pt x="138113" y="171450"/>
                </a:lnTo>
                <a:lnTo>
                  <a:pt x="142875" y="166688"/>
                </a:lnTo>
                <a:lnTo>
                  <a:pt x="142875" y="157163"/>
                </a:lnTo>
                <a:lnTo>
                  <a:pt x="147638" y="152400"/>
                </a:lnTo>
                <a:lnTo>
                  <a:pt x="152400" y="147638"/>
                </a:lnTo>
                <a:lnTo>
                  <a:pt x="152400" y="138113"/>
                </a:lnTo>
                <a:lnTo>
                  <a:pt x="157163" y="133350"/>
                </a:lnTo>
                <a:lnTo>
                  <a:pt x="161925" y="128588"/>
                </a:lnTo>
                <a:lnTo>
                  <a:pt x="166688" y="123825"/>
                </a:lnTo>
                <a:lnTo>
                  <a:pt x="171450" y="119063"/>
                </a:lnTo>
                <a:lnTo>
                  <a:pt x="176213" y="114300"/>
                </a:lnTo>
                <a:lnTo>
                  <a:pt x="180975" y="109538"/>
                </a:lnTo>
                <a:lnTo>
                  <a:pt x="180975" y="100013"/>
                </a:lnTo>
                <a:lnTo>
                  <a:pt x="185738" y="95250"/>
                </a:lnTo>
                <a:lnTo>
                  <a:pt x="190500" y="90488"/>
                </a:lnTo>
                <a:lnTo>
                  <a:pt x="195263" y="85725"/>
                </a:lnTo>
                <a:lnTo>
                  <a:pt x="200025" y="80963"/>
                </a:lnTo>
                <a:lnTo>
                  <a:pt x="204788" y="76200"/>
                </a:lnTo>
                <a:lnTo>
                  <a:pt x="209550" y="71438"/>
                </a:lnTo>
                <a:lnTo>
                  <a:pt x="214313" y="66675"/>
                </a:lnTo>
                <a:lnTo>
                  <a:pt x="219075" y="61913"/>
                </a:lnTo>
                <a:lnTo>
                  <a:pt x="223838" y="57150"/>
                </a:lnTo>
                <a:lnTo>
                  <a:pt x="228600" y="52388"/>
                </a:lnTo>
                <a:lnTo>
                  <a:pt x="228600" y="42863"/>
                </a:lnTo>
                <a:lnTo>
                  <a:pt x="233363" y="38100"/>
                </a:lnTo>
                <a:lnTo>
                  <a:pt x="238125" y="33338"/>
                </a:lnTo>
                <a:lnTo>
                  <a:pt x="242888" y="28575"/>
                </a:lnTo>
                <a:lnTo>
                  <a:pt x="252413" y="28575"/>
                </a:lnTo>
                <a:lnTo>
                  <a:pt x="257175" y="23813"/>
                </a:lnTo>
                <a:lnTo>
                  <a:pt x="261938" y="19050"/>
                </a:lnTo>
                <a:lnTo>
                  <a:pt x="271463" y="19050"/>
                </a:lnTo>
                <a:lnTo>
                  <a:pt x="276225" y="14288"/>
                </a:lnTo>
                <a:lnTo>
                  <a:pt x="280988" y="9525"/>
                </a:lnTo>
                <a:lnTo>
                  <a:pt x="290513" y="9525"/>
                </a:lnTo>
                <a:lnTo>
                  <a:pt x="300038" y="9525"/>
                </a:lnTo>
                <a:lnTo>
                  <a:pt x="309563" y="9525"/>
                </a:lnTo>
                <a:lnTo>
                  <a:pt x="319088" y="9525"/>
                </a:lnTo>
                <a:lnTo>
                  <a:pt x="328613" y="9525"/>
                </a:lnTo>
                <a:lnTo>
                  <a:pt x="333375" y="4763"/>
                </a:lnTo>
                <a:close/>
              </a:path>
            </a:pathLst>
          </a:custGeom>
          <a:solidFill xmlns:a="http://schemas.openxmlformats.org/drawingml/2006/main">
            <a:srgbClr val="CACACA"/>
          </a:solidFill>
          <a:ln xmlns:a="http://schemas.openxmlformats.org/drawingml/2006/main" w="0">
            <a:noFill/>
            <a:prstDash val="solid"/>
          </a:ln>
        </p:spPr>
      </p:sp>
      <p:sp>
        <p:nvSpPr>
          <p:cNvPr id="85" name="deep-skill-chaining-source-component-1-gradient-204-0">
            <a:extLst xmlns:a="http://schemas.openxmlformats.org/drawingml/2006/main">
              <a:ext uri="{FF2B5EF4-FFF2-40B4-BE49-F238E27FC236}">
                <a16:creationId xmlns:a16="http://schemas.microsoft.com/office/drawing/2014/main" id="{4D7D7E2B-6C4F-4865-9CD4-C138FE1C46CC}"/>
              </a:ext>
            </a:extLst>
          </p:cNvPr>
          <p:cNvSpPr>
            <a:spLocks xmlns:a="http://schemas.openxmlformats.org/drawingml/2006/main" noGrp="1"/>
          </p:cNvSpPr>
          <p:nvPr/>
        </p:nvSpPr>
        <p:spPr>
          <a:xfrm xmlns:a="http://schemas.openxmlformats.org/drawingml/2006/main" rot="0">
            <a:off x="6619875" y="1028700"/>
            <a:ext cx="685800" cy="819150"/>
          </a:xfrm>
          <a:custGeom xmlns:a="http://schemas.openxmlformats.org/drawingml/2006/main">
            <a:pathLst>
              <a:path w="685800" h="819150">
                <a:moveTo>
                  <a:pt x="323850" y="4763"/>
                </a:moveTo>
                <a:lnTo>
                  <a:pt x="328613" y="0"/>
                </a:lnTo>
                <a:lnTo>
                  <a:pt x="338138" y="0"/>
                </a:lnTo>
                <a:lnTo>
                  <a:pt x="347663" y="0"/>
                </a:lnTo>
                <a:lnTo>
                  <a:pt x="357188" y="0"/>
                </a:lnTo>
                <a:lnTo>
                  <a:pt x="361950" y="4763"/>
                </a:lnTo>
                <a:lnTo>
                  <a:pt x="366713" y="9525"/>
                </a:lnTo>
                <a:lnTo>
                  <a:pt x="376238" y="9525"/>
                </a:lnTo>
                <a:lnTo>
                  <a:pt x="385763" y="9525"/>
                </a:lnTo>
                <a:lnTo>
                  <a:pt x="395288" y="9525"/>
                </a:lnTo>
                <a:lnTo>
                  <a:pt x="404813" y="9525"/>
                </a:lnTo>
                <a:lnTo>
                  <a:pt x="414338" y="9525"/>
                </a:lnTo>
                <a:lnTo>
                  <a:pt x="423863" y="9525"/>
                </a:lnTo>
                <a:lnTo>
                  <a:pt x="433388" y="9525"/>
                </a:lnTo>
                <a:lnTo>
                  <a:pt x="442913" y="9525"/>
                </a:lnTo>
                <a:lnTo>
                  <a:pt x="452438" y="9525"/>
                </a:lnTo>
                <a:lnTo>
                  <a:pt x="457200" y="14288"/>
                </a:lnTo>
                <a:lnTo>
                  <a:pt x="461963" y="19050"/>
                </a:lnTo>
                <a:lnTo>
                  <a:pt x="466725" y="23813"/>
                </a:lnTo>
                <a:lnTo>
                  <a:pt x="471488" y="28575"/>
                </a:lnTo>
                <a:lnTo>
                  <a:pt x="481013" y="28575"/>
                </a:lnTo>
                <a:lnTo>
                  <a:pt x="490538" y="28575"/>
                </a:lnTo>
                <a:lnTo>
                  <a:pt x="495300" y="33338"/>
                </a:lnTo>
                <a:lnTo>
                  <a:pt x="500063" y="38100"/>
                </a:lnTo>
                <a:lnTo>
                  <a:pt x="509588" y="38100"/>
                </a:lnTo>
                <a:lnTo>
                  <a:pt x="519113" y="38100"/>
                </a:lnTo>
                <a:lnTo>
                  <a:pt x="528638" y="38100"/>
                </a:lnTo>
                <a:lnTo>
                  <a:pt x="538163" y="38100"/>
                </a:lnTo>
                <a:lnTo>
                  <a:pt x="542925" y="42863"/>
                </a:lnTo>
                <a:lnTo>
                  <a:pt x="547688" y="47625"/>
                </a:lnTo>
                <a:lnTo>
                  <a:pt x="552450" y="52388"/>
                </a:lnTo>
                <a:lnTo>
                  <a:pt x="557213" y="57150"/>
                </a:lnTo>
                <a:lnTo>
                  <a:pt x="561975" y="61913"/>
                </a:lnTo>
                <a:lnTo>
                  <a:pt x="566738" y="66675"/>
                </a:lnTo>
                <a:lnTo>
                  <a:pt x="571500" y="71438"/>
                </a:lnTo>
                <a:lnTo>
                  <a:pt x="576263" y="76200"/>
                </a:lnTo>
                <a:lnTo>
                  <a:pt x="581025" y="80963"/>
                </a:lnTo>
                <a:lnTo>
                  <a:pt x="585788" y="85725"/>
                </a:lnTo>
                <a:lnTo>
                  <a:pt x="595313" y="85725"/>
                </a:lnTo>
                <a:lnTo>
                  <a:pt x="600075" y="90488"/>
                </a:lnTo>
                <a:lnTo>
                  <a:pt x="604838" y="95250"/>
                </a:lnTo>
                <a:lnTo>
                  <a:pt x="609600" y="100013"/>
                </a:lnTo>
                <a:lnTo>
                  <a:pt x="609600" y="109538"/>
                </a:lnTo>
                <a:lnTo>
                  <a:pt x="614363" y="114300"/>
                </a:lnTo>
                <a:lnTo>
                  <a:pt x="623888" y="114300"/>
                </a:lnTo>
                <a:lnTo>
                  <a:pt x="628650" y="119063"/>
                </a:lnTo>
                <a:lnTo>
                  <a:pt x="633413" y="123825"/>
                </a:lnTo>
                <a:lnTo>
                  <a:pt x="638175" y="128588"/>
                </a:lnTo>
                <a:lnTo>
                  <a:pt x="642938" y="133350"/>
                </a:lnTo>
                <a:lnTo>
                  <a:pt x="652463" y="133350"/>
                </a:lnTo>
                <a:lnTo>
                  <a:pt x="657225" y="138113"/>
                </a:lnTo>
                <a:lnTo>
                  <a:pt x="661988" y="142875"/>
                </a:lnTo>
                <a:lnTo>
                  <a:pt x="666750" y="147638"/>
                </a:lnTo>
                <a:lnTo>
                  <a:pt x="671513" y="152400"/>
                </a:lnTo>
                <a:lnTo>
                  <a:pt x="676275" y="157163"/>
                </a:lnTo>
                <a:lnTo>
                  <a:pt x="676275" y="166688"/>
                </a:lnTo>
                <a:lnTo>
                  <a:pt x="676275" y="176213"/>
                </a:lnTo>
                <a:lnTo>
                  <a:pt x="681038" y="180975"/>
                </a:lnTo>
                <a:lnTo>
                  <a:pt x="685800" y="185738"/>
                </a:lnTo>
                <a:lnTo>
                  <a:pt x="685800" y="195263"/>
                </a:lnTo>
                <a:lnTo>
                  <a:pt x="685800" y="204788"/>
                </a:lnTo>
                <a:lnTo>
                  <a:pt x="685800" y="214313"/>
                </a:lnTo>
                <a:lnTo>
                  <a:pt x="685800" y="223838"/>
                </a:lnTo>
                <a:lnTo>
                  <a:pt x="685800" y="233363"/>
                </a:lnTo>
                <a:lnTo>
                  <a:pt x="685800" y="242888"/>
                </a:lnTo>
                <a:lnTo>
                  <a:pt x="685800" y="252413"/>
                </a:lnTo>
                <a:lnTo>
                  <a:pt x="685800" y="261938"/>
                </a:lnTo>
                <a:lnTo>
                  <a:pt x="685800" y="271463"/>
                </a:lnTo>
                <a:lnTo>
                  <a:pt x="681038" y="276225"/>
                </a:lnTo>
                <a:lnTo>
                  <a:pt x="676275" y="280988"/>
                </a:lnTo>
                <a:lnTo>
                  <a:pt x="676275" y="290513"/>
                </a:lnTo>
                <a:lnTo>
                  <a:pt x="676275" y="300038"/>
                </a:lnTo>
                <a:lnTo>
                  <a:pt x="676275" y="309563"/>
                </a:lnTo>
                <a:lnTo>
                  <a:pt x="676275" y="319088"/>
                </a:lnTo>
                <a:lnTo>
                  <a:pt x="676275" y="328613"/>
                </a:lnTo>
                <a:lnTo>
                  <a:pt x="671513" y="333375"/>
                </a:lnTo>
                <a:lnTo>
                  <a:pt x="666750" y="338138"/>
                </a:lnTo>
                <a:lnTo>
                  <a:pt x="666750" y="347663"/>
                </a:lnTo>
                <a:lnTo>
                  <a:pt x="666750" y="357188"/>
                </a:lnTo>
                <a:lnTo>
                  <a:pt x="666750" y="366713"/>
                </a:lnTo>
                <a:lnTo>
                  <a:pt x="666750" y="376238"/>
                </a:lnTo>
                <a:lnTo>
                  <a:pt x="661988" y="381000"/>
                </a:lnTo>
                <a:lnTo>
                  <a:pt x="657225" y="385763"/>
                </a:lnTo>
                <a:lnTo>
                  <a:pt x="657225" y="395288"/>
                </a:lnTo>
                <a:lnTo>
                  <a:pt x="657225" y="404813"/>
                </a:lnTo>
                <a:lnTo>
                  <a:pt x="652463" y="409575"/>
                </a:lnTo>
                <a:lnTo>
                  <a:pt x="647700" y="414338"/>
                </a:lnTo>
                <a:lnTo>
                  <a:pt x="647700" y="423863"/>
                </a:lnTo>
                <a:lnTo>
                  <a:pt x="647700" y="433388"/>
                </a:lnTo>
                <a:lnTo>
                  <a:pt x="642938" y="438150"/>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4363" y="514350"/>
                </a:lnTo>
                <a:lnTo>
                  <a:pt x="609600" y="519113"/>
                </a:lnTo>
                <a:lnTo>
                  <a:pt x="609600" y="528638"/>
                </a:lnTo>
                <a:lnTo>
                  <a:pt x="609600" y="538163"/>
                </a:lnTo>
                <a:lnTo>
                  <a:pt x="604838" y="542925"/>
                </a:lnTo>
                <a:lnTo>
                  <a:pt x="600075" y="547688"/>
                </a:lnTo>
                <a:lnTo>
                  <a:pt x="600075" y="557213"/>
                </a:lnTo>
                <a:lnTo>
                  <a:pt x="595313" y="561975"/>
                </a:lnTo>
                <a:lnTo>
                  <a:pt x="590550" y="566738"/>
                </a:lnTo>
                <a:lnTo>
                  <a:pt x="590550" y="576263"/>
                </a:lnTo>
                <a:lnTo>
                  <a:pt x="585788" y="581025"/>
                </a:lnTo>
                <a:lnTo>
                  <a:pt x="581025" y="585788"/>
                </a:lnTo>
                <a:lnTo>
                  <a:pt x="581025" y="595313"/>
                </a:lnTo>
                <a:lnTo>
                  <a:pt x="576263" y="600075"/>
                </a:lnTo>
                <a:lnTo>
                  <a:pt x="571500" y="604838"/>
                </a:lnTo>
                <a:lnTo>
                  <a:pt x="566738" y="609600"/>
                </a:lnTo>
                <a:lnTo>
                  <a:pt x="561975" y="614363"/>
                </a:lnTo>
                <a:lnTo>
                  <a:pt x="561975" y="623888"/>
                </a:lnTo>
                <a:lnTo>
                  <a:pt x="557213" y="628650"/>
                </a:lnTo>
                <a:lnTo>
                  <a:pt x="552450" y="633413"/>
                </a:lnTo>
                <a:lnTo>
                  <a:pt x="552450" y="642938"/>
                </a:lnTo>
                <a:lnTo>
                  <a:pt x="547688" y="647700"/>
                </a:lnTo>
                <a:lnTo>
                  <a:pt x="542925" y="652463"/>
                </a:lnTo>
                <a:lnTo>
                  <a:pt x="538163" y="657225"/>
                </a:lnTo>
                <a:lnTo>
                  <a:pt x="533400" y="661988"/>
                </a:lnTo>
                <a:lnTo>
                  <a:pt x="533400" y="671513"/>
                </a:lnTo>
                <a:lnTo>
                  <a:pt x="528638" y="676275"/>
                </a:lnTo>
                <a:lnTo>
                  <a:pt x="523875" y="681038"/>
                </a:lnTo>
                <a:lnTo>
                  <a:pt x="519113" y="685800"/>
                </a:lnTo>
                <a:lnTo>
                  <a:pt x="514350" y="690563"/>
                </a:lnTo>
                <a:lnTo>
                  <a:pt x="509588" y="695325"/>
                </a:lnTo>
                <a:lnTo>
                  <a:pt x="504825" y="700088"/>
                </a:lnTo>
                <a:lnTo>
                  <a:pt x="504825" y="709613"/>
                </a:lnTo>
                <a:lnTo>
                  <a:pt x="500063" y="714375"/>
                </a:lnTo>
                <a:lnTo>
                  <a:pt x="495300" y="719138"/>
                </a:lnTo>
                <a:lnTo>
                  <a:pt x="490538" y="723900"/>
                </a:lnTo>
                <a:lnTo>
                  <a:pt x="485775" y="728663"/>
                </a:lnTo>
                <a:lnTo>
                  <a:pt x="481013" y="733425"/>
                </a:lnTo>
                <a:lnTo>
                  <a:pt x="476250" y="738188"/>
                </a:lnTo>
                <a:lnTo>
                  <a:pt x="471488" y="742950"/>
                </a:lnTo>
                <a:lnTo>
                  <a:pt x="466725" y="747713"/>
                </a:lnTo>
                <a:lnTo>
                  <a:pt x="461963" y="752475"/>
                </a:lnTo>
                <a:lnTo>
                  <a:pt x="457200" y="757238"/>
                </a:lnTo>
                <a:lnTo>
                  <a:pt x="457200" y="766763"/>
                </a:lnTo>
                <a:lnTo>
                  <a:pt x="452438" y="771525"/>
                </a:lnTo>
                <a:lnTo>
                  <a:pt x="442913" y="771525"/>
                </a:lnTo>
                <a:lnTo>
                  <a:pt x="438150" y="776288"/>
                </a:lnTo>
                <a:lnTo>
                  <a:pt x="433388" y="781050"/>
                </a:lnTo>
                <a:lnTo>
                  <a:pt x="428625" y="785813"/>
                </a:lnTo>
                <a:lnTo>
                  <a:pt x="423863" y="790575"/>
                </a:lnTo>
                <a:lnTo>
                  <a:pt x="419100" y="795338"/>
                </a:lnTo>
                <a:lnTo>
                  <a:pt x="414338" y="800100"/>
                </a:lnTo>
                <a:lnTo>
                  <a:pt x="409575" y="804863"/>
                </a:lnTo>
                <a:lnTo>
                  <a:pt x="404813" y="809625"/>
                </a:lnTo>
                <a:lnTo>
                  <a:pt x="395288" y="809625"/>
                </a:lnTo>
                <a:lnTo>
                  <a:pt x="385763" y="809625"/>
                </a:lnTo>
                <a:lnTo>
                  <a:pt x="376238" y="809625"/>
                </a:lnTo>
                <a:lnTo>
                  <a:pt x="366713" y="809625"/>
                </a:lnTo>
                <a:lnTo>
                  <a:pt x="357188" y="809625"/>
                </a:lnTo>
                <a:lnTo>
                  <a:pt x="347663" y="809625"/>
                </a:lnTo>
                <a:lnTo>
                  <a:pt x="342900" y="814388"/>
                </a:lnTo>
                <a:lnTo>
                  <a:pt x="338138" y="819150"/>
                </a:lnTo>
                <a:lnTo>
                  <a:pt x="333375" y="814388"/>
                </a:lnTo>
                <a:lnTo>
                  <a:pt x="328613" y="809625"/>
                </a:lnTo>
                <a:lnTo>
                  <a:pt x="319088" y="809625"/>
                </a:lnTo>
                <a:lnTo>
                  <a:pt x="309563" y="809625"/>
                </a:lnTo>
                <a:lnTo>
                  <a:pt x="300038" y="809625"/>
                </a:lnTo>
                <a:lnTo>
                  <a:pt x="290513" y="809625"/>
                </a:lnTo>
                <a:lnTo>
                  <a:pt x="280988" y="809625"/>
                </a:lnTo>
                <a:lnTo>
                  <a:pt x="271463" y="809625"/>
                </a:lnTo>
                <a:lnTo>
                  <a:pt x="266700" y="804863"/>
                </a:lnTo>
                <a:lnTo>
                  <a:pt x="261938" y="800100"/>
                </a:lnTo>
                <a:lnTo>
                  <a:pt x="252413" y="800100"/>
                </a:lnTo>
                <a:lnTo>
                  <a:pt x="242888" y="800100"/>
                </a:lnTo>
                <a:lnTo>
                  <a:pt x="233363" y="800100"/>
                </a:lnTo>
                <a:lnTo>
                  <a:pt x="228600" y="795338"/>
                </a:lnTo>
                <a:lnTo>
                  <a:pt x="223838" y="790575"/>
                </a:lnTo>
                <a:lnTo>
                  <a:pt x="214313" y="790575"/>
                </a:lnTo>
                <a:lnTo>
                  <a:pt x="204788" y="790575"/>
                </a:lnTo>
                <a:lnTo>
                  <a:pt x="195263" y="790575"/>
                </a:lnTo>
                <a:lnTo>
                  <a:pt x="190500" y="785813"/>
                </a:lnTo>
                <a:lnTo>
                  <a:pt x="185738" y="781050"/>
                </a:lnTo>
                <a:lnTo>
                  <a:pt x="180975" y="776288"/>
                </a:lnTo>
                <a:lnTo>
                  <a:pt x="176213" y="771525"/>
                </a:lnTo>
                <a:lnTo>
                  <a:pt x="166688" y="771525"/>
                </a:lnTo>
                <a:lnTo>
                  <a:pt x="161925" y="766763"/>
                </a:lnTo>
                <a:lnTo>
                  <a:pt x="157163" y="762000"/>
                </a:lnTo>
                <a:lnTo>
                  <a:pt x="147638" y="762000"/>
                </a:lnTo>
                <a:lnTo>
                  <a:pt x="138113" y="762000"/>
                </a:lnTo>
                <a:lnTo>
                  <a:pt x="133350" y="757238"/>
                </a:lnTo>
                <a:lnTo>
                  <a:pt x="128588" y="752475"/>
                </a:lnTo>
                <a:lnTo>
                  <a:pt x="123825" y="747713"/>
                </a:lnTo>
                <a:lnTo>
                  <a:pt x="119063" y="742950"/>
                </a:lnTo>
                <a:lnTo>
                  <a:pt x="114300" y="738188"/>
                </a:lnTo>
                <a:lnTo>
                  <a:pt x="109538" y="733425"/>
                </a:lnTo>
                <a:lnTo>
                  <a:pt x="104775" y="728663"/>
                </a:lnTo>
                <a:lnTo>
                  <a:pt x="100013" y="723900"/>
                </a:lnTo>
                <a:lnTo>
                  <a:pt x="95250" y="719138"/>
                </a:lnTo>
                <a:lnTo>
                  <a:pt x="90488" y="714375"/>
                </a:lnTo>
                <a:lnTo>
                  <a:pt x="85725" y="709613"/>
                </a:lnTo>
                <a:lnTo>
                  <a:pt x="80963" y="704850"/>
                </a:lnTo>
                <a:lnTo>
                  <a:pt x="76200" y="700088"/>
                </a:lnTo>
                <a:lnTo>
                  <a:pt x="71438" y="695325"/>
                </a:lnTo>
                <a:lnTo>
                  <a:pt x="66675" y="690563"/>
                </a:lnTo>
                <a:lnTo>
                  <a:pt x="61913" y="685800"/>
                </a:lnTo>
                <a:lnTo>
                  <a:pt x="52388" y="685800"/>
                </a:lnTo>
                <a:lnTo>
                  <a:pt x="47625" y="681038"/>
                </a:lnTo>
                <a:lnTo>
                  <a:pt x="42863" y="676275"/>
                </a:lnTo>
                <a:lnTo>
                  <a:pt x="38100" y="671513"/>
                </a:lnTo>
                <a:lnTo>
                  <a:pt x="33338" y="666750"/>
                </a:lnTo>
                <a:lnTo>
                  <a:pt x="28575" y="661988"/>
                </a:lnTo>
                <a:lnTo>
                  <a:pt x="23813" y="657225"/>
                </a:lnTo>
                <a:lnTo>
                  <a:pt x="19050" y="652463"/>
                </a:lnTo>
                <a:lnTo>
                  <a:pt x="14288" y="647700"/>
                </a:lnTo>
                <a:lnTo>
                  <a:pt x="9525" y="642938"/>
                </a:lnTo>
                <a:lnTo>
                  <a:pt x="9525" y="633413"/>
                </a:lnTo>
                <a:lnTo>
                  <a:pt x="9525" y="623888"/>
                </a:lnTo>
                <a:lnTo>
                  <a:pt x="9525" y="614363"/>
                </a:lnTo>
                <a:lnTo>
                  <a:pt x="4763" y="609600"/>
                </a:lnTo>
                <a:lnTo>
                  <a:pt x="0" y="604838"/>
                </a:lnTo>
                <a:lnTo>
                  <a:pt x="0" y="595313"/>
                </a:lnTo>
                <a:lnTo>
                  <a:pt x="0" y="585788"/>
                </a:lnTo>
                <a:lnTo>
                  <a:pt x="0" y="576263"/>
                </a:lnTo>
                <a:lnTo>
                  <a:pt x="4763" y="571500"/>
                </a:lnTo>
                <a:lnTo>
                  <a:pt x="9525" y="566738"/>
                </a:lnTo>
                <a:lnTo>
                  <a:pt x="9525" y="557213"/>
                </a:lnTo>
                <a:lnTo>
                  <a:pt x="9525" y="547688"/>
                </a:lnTo>
                <a:lnTo>
                  <a:pt x="9525" y="538163"/>
                </a:lnTo>
                <a:lnTo>
                  <a:pt x="9525" y="528638"/>
                </a:lnTo>
                <a:lnTo>
                  <a:pt x="9525" y="519113"/>
                </a:lnTo>
                <a:lnTo>
                  <a:pt x="9525" y="509588"/>
                </a:lnTo>
                <a:lnTo>
                  <a:pt x="9525" y="500063"/>
                </a:lnTo>
                <a:lnTo>
                  <a:pt x="9525" y="490538"/>
                </a:lnTo>
                <a:lnTo>
                  <a:pt x="9525" y="481013"/>
                </a:lnTo>
                <a:lnTo>
                  <a:pt x="14288" y="476250"/>
                </a:lnTo>
                <a:lnTo>
                  <a:pt x="19050" y="471488"/>
                </a:lnTo>
                <a:lnTo>
                  <a:pt x="19050" y="461963"/>
                </a:lnTo>
                <a:lnTo>
                  <a:pt x="19050" y="452438"/>
                </a:lnTo>
                <a:lnTo>
                  <a:pt x="19050" y="442913"/>
                </a:lnTo>
                <a:lnTo>
                  <a:pt x="19050" y="433388"/>
                </a:lnTo>
                <a:lnTo>
                  <a:pt x="23813" y="428625"/>
                </a:lnTo>
                <a:lnTo>
                  <a:pt x="28575" y="423863"/>
                </a:lnTo>
                <a:lnTo>
                  <a:pt x="28575" y="414338"/>
                </a:lnTo>
                <a:lnTo>
                  <a:pt x="28575" y="404813"/>
                </a:lnTo>
                <a:lnTo>
                  <a:pt x="28575" y="395288"/>
                </a:lnTo>
                <a:lnTo>
                  <a:pt x="33338" y="390525"/>
                </a:lnTo>
                <a:lnTo>
                  <a:pt x="38100" y="385763"/>
                </a:lnTo>
                <a:lnTo>
                  <a:pt x="38100" y="376238"/>
                </a:lnTo>
                <a:lnTo>
                  <a:pt x="38100" y="366713"/>
                </a:lnTo>
                <a:lnTo>
                  <a:pt x="38100" y="357188"/>
                </a:lnTo>
                <a:lnTo>
                  <a:pt x="42863" y="352425"/>
                </a:lnTo>
                <a:lnTo>
                  <a:pt x="47625" y="347663"/>
                </a:lnTo>
                <a:lnTo>
                  <a:pt x="47625" y="338138"/>
                </a:lnTo>
                <a:lnTo>
                  <a:pt x="47625" y="328613"/>
                </a:lnTo>
                <a:lnTo>
                  <a:pt x="52388" y="323850"/>
                </a:lnTo>
                <a:lnTo>
                  <a:pt x="57150" y="319088"/>
                </a:lnTo>
                <a:lnTo>
                  <a:pt x="57150" y="309563"/>
                </a:lnTo>
                <a:lnTo>
                  <a:pt x="61913" y="304800"/>
                </a:lnTo>
                <a:lnTo>
                  <a:pt x="66675" y="300038"/>
                </a:lnTo>
                <a:lnTo>
                  <a:pt x="66675" y="290513"/>
                </a:lnTo>
                <a:lnTo>
                  <a:pt x="66675" y="280988"/>
                </a:lnTo>
                <a:lnTo>
                  <a:pt x="71438" y="276225"/>
                </a:lnTo>
                <a:lnTo>
                  <a:pt x="76200" y="271463"/>
                </a:lnTo>
                <a:lnTo>
                  <a:pt x="76200" y="261938"/>
                </a:lnTo>
                <a:lnTo>
                  <a:pt x="80963" y="257175"/>
                </a:lnTo>
                <a:lnTo>
                  <a:pt x="85725" y="252413"/>
                </a:lnTo>
                <a:lnTo>
                  <a:pt x="85725" y="242888"/>
                </a:lnTo>
                <a:lnTo>
                  <a:pt x="90488" y="238125"/>
                </a:lnTo>
                <a:lnTo>
                  <a:pt x="95250" y="233363"/>
                </a:lnTo>
                <a:lnTo>
                  <a:pt x="95250" y="223838"/>
                </a:lnTo>
                <a:lnTo>
                  <a:pt x="100013" y="219075"/>
                </a:lnTo>
                <a:lnTo>
                  <a:pt x="104775" y="214313"/>
                </a:lnTo>
                <a:lnTo>
                  <a:pt x="104775" y="204788"/>
                </a:lnTo>
                <a:lnTo>
                  <a:pt x="109538" y="200025"/>
                </a:lnTo>
                <a:lnTo>
                  <a:pt x="114300" y="195263"/>
                </a:lnTo>
                <a:lnTo>
                  <a:pt x="114300" y="185738"/>
                </a:lnTo>
                <a:lnTo>
                  <a:pt x="119063" y="180975"/>
                </a:lnTo>
                <a:lnTo>
                  <a:pt x="123825" y="176213"/>
                </a:lnTo>
                <a:lnTo>
                  <a:pt x="123825" y="166688"/>
                </a:lnTo>
                <a:lnTo>
                  <a:pt x="128588" y="161925"/>
                </a:lnTo>
                <a:lnTo>
                  <a:pt x="133350" y="157163"/>
                </a:lnTo>
                <a:lnTo>
                  <a:pt x="138113" y="152400"/>
                </a:lnTo>
                <a:lnTo>
                  <a:pt x="142875" y="147638"/>
                </a:lnTo>
                <a:lnTo>
                  <a:pt x="142875" y="138113"/>
                </a:lnTo>
                <a:lnTo>
                  <a:pt x="147638" y="133350"/>
                </a:lnTo>
                <a:lnTo>
                  <a:pt x="152400" y="128588"/>
                </a:lnTo>
                <a:lnTo>
                  <a:pt x="152400" y="119063"/>
                </a:lnTo>
                <a:lnTo>
                  <a:pt x="157163" y="114300"/>
                </a:lnTo>
                <a:lnTo>
                  <a:pt x="161925" y="109538"/>
                </a:lnTo>
                <a:lnTo>
                  <a:pt x="166688" y="104775"/>
                </a:lnTo>
                <a:lnTo>
                  <a:pt x="171450" y="100013"/>
                </a:lnTo>
                <a:lnTo>
                  <a:pt x="176213" y="95250"/>
                </a:lnTo>
                <a:lnTo>
                  <a:pt x="180975" y="90488"/>
                </a:lnTo>
                <a:lnTo>
                  <a:pt x="180975" y="80963"/>
                </a:lnTo>
                <a:lnTo>
                  <a:pt x="185738" y="76200"/>
                </a:lnTo>
                <a:lnTo>
                  <a:pt x="190500" y="71438"/>
                </a:lnTo>
                <a:lnTo>
                  <a:pt x="195263" y="66675"/>
                </a:lnTo>
                <a:lnTo>
                  <a:pt x="200025" y="61913"/>
                </a:lnTo>
                <a:lnTo>
                  <a:pt x="204788" y="57150"/>
                </a:lnTo>
                <a:lnTo>
                  <a:pt x="209550" y="52388"/>
                </a:lnTo>
                <a:lnTo>
                  <a:pt x="214313" y="47625"/>
                </a:lnTo>
                <a:lnTo>
                  <a:pt x="219075" y="42863"/>
                </a:lnTo>
                <a:lnTo>
                  <a:pt x="223838" y="38100"/>
                </a:lnTo>
                <a:lnTo>
                  <a:pt x="228600" y="33338"/>
                </a:lnTo>
                <a:lnTo>
                  <a:pt x="233363" y="28575"/>
                </a:lnTo>
                <a:lnTo>
                  <a:pt x="238125" y="23813"/>
                </a:lnTo>
                <a:lnTo>
                  <a:pt x="242888" y="19050"/>
                </a:lnTo>
                <a:lnTo>
                  <a:pt x="247650" y="14288"/>
                </a:lnTo>
                <a:lnTo>
                  <a:pt x="252413" y="9525"/>
                </a:lnTo>
                <a:lnTo>
                  <a:pt x="261938" y="9525"/>
                </a:lnTo>
                <a:lnTo>
                  <a:pt x="271463" y="9525"/>
                </a:lnTo>
                <a:lnTo>
                  <a:pt x="280988" y="9525"/>
                </a:lnTo>
                <a:lnTo>
                  <a:pt x="290513" y="9525"/>
                </a:lnTo>
                <a:lnTo>
                  <a:pt x="300038" y="9525"/>
                </a:lnTo>
                <a:lnTo>
                  <a:pt x="309563" y="9525"/>
                </a:lnTo>
                <a:lnTo>
                  <a:pt x="319088" y="9525"/>
                </a:lnTo>
                <a:lnTo>
                  <a:pt x="323850" y="4763"/>
                </a:lnTo>
                <a:close/>
              </a:path>
            </a:pathLst>
          </a:custGeom>
          <a:solidFill xmlns:a="http://schemas.openxmlformats.org/drawingml/2006/main">
            <a:srgbClr val="CCCCCC"/>
          </a:solidFill>
          <a:ln xmlns:a="http://schemas.openxmlformats.org/drawingml/2006/main" w="0">
            <a:noFill/>
            <a:prstDash val="solid"/>
          </a:ln>
        </p:spPr>
      </p:sp>
      <p:sp>
        <p:nvSpPr>
          <p:cNvPr id="86" name="deep-skill-chaining-source-component-1-gradient-206-0">
            <a:extLst xmlns:a="http://schemas.openxmlformats.org/drawingml/2006/main">
              <a:ext uri="{FF2B5EF4-FFF2-40B4-BE49-F238E27FC236}">
                <a16:creationId xmlns:a16="http://schemas.microsoft.com/office/drawing/2014/main" id="{752D618A-AA95-4EF5-B5AD-942109950D27}"/>
              </a:ext>
            </a:extLst>
          </p:cNvPr>
          <p:cNvSpPr>
            <a:spLocks xmlns:a="http://schemas.openxmlformats.org/drawingml/2006/main" noGrp="1"/>
          </p:cNvSpPr>
          <p:nvPr/>
        </p:nvSpPr>
        <p:spPr>
          <a:xfrm xmlns:a="http://schemas.openxmlformats.org/drawingml/2006/main" rot="0">
            <a:off x="6619875" y="1038225"/>
            <a:ext cx="685800" cy="790575"/>
          </a:xfrm>
          <a:custGeom xmlns:a="http://schemas.openxmlformats.org/drawingml/2006/main">
            <a:pathLst>
              <a:path w="685800" h="790575">
                <a:moveTo>
                  <a:pt x="333375" y="4763"/>
                </a:moveTo>
                <a:lnTo>
                  <a:pt x="338138" y="0"/>
                </a:lnTo>
                <a:lnTo>
                  <a:pt x="342900" y="4763"/>
                </a:lnTo>
                <a:lnTo>
                  <a:pt x="347663" y="9525"/>
                </a:lnTo>
                <a:lnTo>
                  <a:pt x="357188" y="9525"/>
                </a:lnTo>
                <a:lnTo>
                  <a:pt x="366713" y="9525"/>
                </a:lnTo>
                <a:lnTo>
                  <a:pt x="376238" y="9525"/>
                </a:lnTo>
                <a:lnTo>
                  <a:pt x="385763" y="9525"/>
                </a:lnTo>
                <a:lnTo>
                  <a:pt x="390525" y="14288"/>
                </a:lnTo>
                <a:lnTo>
                  <a:pt x="395288" y="19050"/>
                </a:lnTo>
                <a:lnTo>
                  <a:pt x="404813" y="19050"/>
                </a:lnTo>
                <a:lnTo>
                  <a:pt x="414338" y="19050"/>
                </a:lnTo>
                <a:lnTo>
                  <a:pt x="423863" y="19050"/>
                </a:lnTo>
                <a:lnTo>
                  <a:pt x="433388" y="19050"/>
                </a:lnTo>
                <a:lnTo>
                  <a:pt x="442913" y="19050"/>
                </a:lnTo>
                <a:lnTo>
                  <a:pt x="452438" y="19050"/>
                </a:lnTo>
                <a:lnTo>
                  <a:pt x="457200" y="23813"/>
                </a:lnTo>
                <a:lnTo>
                  <a:pt x="461963" y="28575"/>
                </a:lnTo>
                <a:lnTo>
                  <a:pt x="471488" y="28575"/>
                </a:lnTo>
                <a:lnTo>
                  <a:pt x="481013" y="28575"/>
                </a:lnTo>
                <a:lnTo>
                  <a:pt x="485775" y="33338"/>
                </a:lnTo>
                <a:lnTo>
                  <a:pt x="490538" y="38100"/>
                </a:lnTo>
                <a:lnTo>
                  <a:pt x="500063" y="38100"/>
                </a:lnTo>
                <a:lnTo>
                  <a:pt x="504825" y="42863"/>
                </a:lnTo>
                <a:lnTo>
                  <a:pt x="509588" y="47625"/>
                </a:lnTo>
                <a:lnTo>
                  <a:pt x="519113" y="47625"/>
                </a:lnTo>
                <a:lnTo>
                  <a:pt x="523875" y="52388"/>
                </a:lnTo>
                <a:lnTo>
                  <a:pt x="528638" y="57150"/>
                </a:lnTo>
                <a:lnTo>
                  <a:pt x="538163" y="57150"/>
                </a:lnTo>
                <a:lnTo>
                  <a:pt x="542925" y="61913"/>
                </a:lnTo>
                <a:lnTo>
                  <a:pt x="547688" y="66675"/>
                </a:lnTo>
                <a:lnTo>
                  <a:pt x="552450" y="71438"/>
                </a:lnTo>
                <a:lnTo>
                  <a:pt x="557213" y="76200"/>
                </a:lnTo>
                <a:lnTo>
                  <a:pt x="566738" y="76200"/>
                </a:lnTo>
                <a:lnTo>
                  <a:pt x="571500" y="80963"/>
                </a:lnTo>
                <a:lnTo>
                  <a:pt x="576263" y="85725"/>
                </a:lnTo>
                <a:lnTo>
                  <a:pt x="581025" y="90488"/>
                </a:lnTo>
                <a:lnTo>
                  <a:pt x="585788" y="95250"/>
                </a:lnTo>
                <a:lnTo>
                  <a:pt x="590550" y="100013"/>
                </a:lnTo>
                <a:lnTo>
                  <a:pt x="595313" y="104775"/>
                </a:lnTo>
                <a:lnTo>
                  <a:pt x="600075" y="109538"/>
                </a:lnTo>
                <a:lnTo>
                  <a:pt x="604838" y="114300"/>
                </a:lnTo>
                <a:lnTo>
                  <a:pt x="609600" y="119063"/>
                </a:lnTo>
                <a:lnTo>
                  <a:pt x="614363" y="123825"/>
                </a:lnTo>
                <a:lnTo>
                  <a:pt x="623888" y="123825"/>
                </a:lnTo>
                <a:lnTo>
                  <a:pt x="628650" y="128588"/>
                </a:lnTo>
                <a:lnTo>
                  <a:pt x="633413" y="133350"/>
                </a:lnTo>
                <a:lnTo>
                  <a:pt x="638175" y="138113"/>
                </a:lnTo>
                <a:lnTo>
                  <a:pt x="642938" y="142875"/>
                </a:lnTo>
                <a:lnTo>
                  <a:pt x="652463" y="142875"/>
                </a:lnTo>
                <a:lnTo>
                  <a:pt x="657225" y="147638"/>
                </a:lnTo>
                <a:lnTo>
                  <a:pt x="657225" y="157163"/>
                </a:lnTo>
                <a:lnTo>
                  <a:pt x="657225" y="166688"/>
                </a:lnTo>
                <a:lnTo>
                  <a:pt x="661988" y="171450"/>
                </a:lnTo>
                <a:lnTo>
                  <a:pt x="666750" y="176213"/>
                </a:lnTo>
                <a:lnTo>
                  <a:pt x="666750" y="185738"/>
                </a:lnTo>
                <a:lnTo>
                  <a:pt x="671513" y="190500"/>
                </a:lnTo>
                <a:lnTo>
                  <a:pt x="681038" y="190500"/>
                </a:lnTo>
                <a:lnTo>
                  <a:pt x="685800" y="195263"/>
                </a:lnTo>
                <a:lnTo>
                  <a:pt x="685800" y="204788"/>
                </a:lnTo>
                <a:lnTo>
                  <a:pt x="685800" y="214313"/>
                </a:lnTo>
                <a:lnTo>
                  <a:pt x="685800" y="223838"/>
                </a:lnTo>
                <a:lnTo>
                  <a:pt x="685800" y="233363"/>
                </a:lnTo>
                <a:lnTo>
                  <a:pt x="685800" y="242888"/>
                </a:lnTo>
                <a:lnTo>
                  <a:pt x="685800" y="252413"/>
                </a:lnTo>
                <a:lnTo>
                  <a:pt x="685800" y="261938"/>
                </a:lnTo>
                <a:lnTo>
                  <a:pt x="681038" y="266700"/>
                </a:lnTo>
                <a:lnTo>
                  <a:pt x="676275" y="271463"/>
                </a:lnTo>
                <a:lnTo>
                  <a:pt x="676275" y="280988"/>
                </a:lnTo>
                <a:lnTo>
                  <a:pt x="676275" y="290513"/>
                </a:lnTo>
                <a:lnTo>
                  <a:pt x="676275" y="300038"/>
                </a:lnTo>
                <a:lnTo>
                  <a:pt x="676275" y="309563"/>
                </a:lnTo>
                <a:lnTo>
                  <a:pt x="676275" y="319088"/>
                </a:lnTo>
                <a:lnTo>
                  <a:pt x="671513" y="323850"/>
                </a:lnTo>
                <a:lnTo>
                  <a:pt x="666750" y="328613"/>
                </a:lnTo>
                <a:lnTo>
                  <a:pt x="666750" y="338138"/>
                </a:lnTo>
                <a:lnTo>
                  <a:pt x="666750" y="347663"/>
                </a:lnTo>
                <a:lnTo>
                  <a:pt x="666750" y="357188"/>
                </a:lnTo>
                <a:lnTo>
                  <a:pt x="666750" y="366713"/>
                </a:lnTo>
                <a:lnTo>
                  <a:pt x="661988" y="371475"/>
                </a:lnTo>
                <a:lnTo>
                  <a:pt x="657225" y="376238"/>
                </a:lnTo>
                <a:lnTo>
                  <a:pt x="657225" y="385763"/>
                </a:lnTo>
                <a:lnTo>
                  <a:pt x="657225" y="395288"/>
                </a:lnTo>
                <a:lnTo>
                  <a:pt x="652463" y="400050"/>
                </a:lnTo>
                <a:lnTo>
                  <a:pt x="647700" y="404813"/>
                </a:lnTo>
                <a:lnTo>
                  <a:pt x="647700" y="414338"/>
                </a:lnTo>
                <a:lnTo>
                  <a:pt x="647700" y="423863"/>
                </a:lnTo>
                <a:lnTo>
                  <a:pt x="642938" y="428625"/>
                </a:lnTo>
                <a:lnTo>
                  <a:pt x="638175" y="433388"/>
                </a:lnTo>
                <a:lnTo>
                  <a:pt x="638175" y="442913"/>
                </a:lnTo>
                <a:lnTo>
                  <a:pt x="638175" y="452438"/>
                </a:lnTo>
                <a:lnTo>
                  <a:pt x="633413" y="457200"/>
                </a:lnTo>
                <a:lnTo>
                  <a:pt x="628650" y="461963"/>
                </a:lnTo>
                <a:lnTo>
                  <a:pt x="628650" y="471488"/>
                </a:lnTo>
                <a:lnTo>
                  <a:pt x="628650" y="481013"/>
                </a:lnTo>
                <a:lnTo>
                  <a:pt x="623888" y="485775"/>
                </a:lnTo>
                <a:lnTo>
                  <a:pt x="619125" y="490538"/>
                </a:lnTo>
                <a:lnTo>
                  <a:pt x="619125" y="500063"/>
                </a:lnTo>
                <a:lnTo>
                  <a:pt x="614363" y="504825"/>
                </a:lnTo>
                <a:lnTo>
                  <a:pt x="609600" y="509588"/>
                </a:lnTo>
                <a:lnTo>
                  <a:pt x="609600" y="519113"/>
                </a:lnTo>
                <a:lnTo>
                  <a:pt x="609600" y="528638"/>
                </a:lnTo>
                <a:lnTo>
                  <a:pt x="604838" y="533400"/>
                </a:lnTo>
                <a:lnTo>
                  <a:pt x="600075" y="538163"/>
                </a:lnTo>
                <a:lnTo>
                  <a:pt x="600075" y="547688"/>
                </a:lnTo>
                <a:lnTo>
                  <a:pt x="595313" y="552450"/>
                </a:lnTo>
                <a:lnTo>
                  <a:pt x="590550" y="557213"/>
                </a:lnTo>
                <a:lnTo>
                  <a:pt x="590550" y="566738"/>
                </a:lnTo>
                <a:lnTo>
                  <a:pt x="585788" y="571500"/>
                </a:lnTo>
                <a:lnTo>
                  <a:pt x="581025" y="576263"/>
                </a:lnTo>
                <a:lnTo>
                  <a:pt x="581025" y="585788"/>
                </a:lnTo>
                <a:lnTo>
                  <a:pt x="576263" y="590550"/>
                </a:lnTo>
                <a:lnTo>
                  <a:pt x="571500" y="595313"/>
                </a:lnTo>
                <a:lnTo>
                  <a:pt x="566738" y="600075"/>
                </a:lnTo>
                <a:lnTo>
                  <a:pt x="561975" y="604838"/>
                </a:lnTo>
                <a:lnTo>
                  <a:pt x="561975" y="614363"/>
                </a:lnTo>
                <a:lnTo>
                  <a:pt x="557213" y="619125"/>
                </a:lnTo>
                <a:lnTo>
                  <a:pt x="552450" y="623888"/>
                </a:lnTo>
                <a:lnTo>
                  <a:pt x="552450" y="633413"/>
                </a:lnTo>
                <a:lnTo>
                  <a:pt x="547688" y="638175"/>
                </a:lnTo>
                <a:lnTo>
                  <a:pt x="542925" y="642938"/>
                </a:lnTo>
                <a:lnTo>
                  <a:pt x="538163" y="647700"/>
                </a:lnTo>
                <a:lnTo>
                  <a:pt x="533400" y="652463"/>
                </a:lnTo>
                <a:lnTo>
                  <a:pt x="533400" y="661988"/>
                </a:lnTo>
                <a:lnTo>
                  <a:pt x="528638" y="666750"/>
                </a:lnTo>
                <a:lnTo>
                  <a:pt x="523875" y="671513"/>
                </a:lnTo>
                <a:lnTo>
                  <a:pt x="519113" y="676275"/>
                </a:lnTo>
                <a:lnTo>
                  <a:pt x="514350" y="681038"/>
                </a:lnTo>
                <a:lnTo>
                  <a:pt x="509588" y="685800"/>
                </a:lnTo>
                <a:lnTo>
                  <a:pt x="504825" y="690563"/>
                </a:lnTo>
                <a:lnTo>
                  <a:pt x="504825" y="700088"/>
                </a:lnTo>
                <a:lnTo>
                  <a:pt x="500063" y="704850"/>
                </a:lnTo>
                <a:lnTo>
                  <a:pt x="495300" y="709613"/>
                </a:lnTo>
                <a:lnTo>
                  <a:pt x="490538" y="714375"/>
                </a:lnTo>
                <a:lnTo>
                  <a:pt x="485775" y="719138"/>
                </a:lnTo>
                <a:lnTo>
                  <a:pt x="481013" y="723900"/>
                </a:lnTo>
                <a:lnTo>
                  <a:pt x="476250" y="728663"/>
                </a:lnTo>
                <a:lnTo>
                  <a:pt x="471488" y="733425"/>
                </a:lnTo>
                <a:lnTo>
                  <a:pt x="466725" y="738188"/>
                </a:lnTo>
                <a:lnTo>
                  <a:pt x="461963" y="742950"/>
                </a:lnTo>
                <a:lnTo>
                  <a:pt x="457200" y="747713"/>
                </a:lnTo>
                <a:lnTo>
                  <a:pt x="457200" y="757238"/>
                </a:lnTo>
                <a:lnTo>
                  <a:pt x="452438" y="762000"/>
                </a:lnTo>
                <a:lnTo>
                  <a:pt x="442913" y="762000"/>
                </a:lnTo>
                <a:lnTo>
                  <a:pt x="438150" y="766763"/>
                </a:lnTo>
                <a:lnTo>
                  <a:pt x="433388" y="771525"/>
                </a:lnTo>
                <a:lnTo>
                  <a:pt x="428625" y="776288"/>
                </a:lnTo>
                <a:lnTo>
                  <a:pt x="423863" y="781050"/>
                </a:lnTo>
                <a:lnTo>
                  <a:pt x="414338" y="781050"/>
                </a:lnTo>
                <a:lnTo>
                  <a:pt x="404813" y="781050"/>
                </a:lnTo>
                <a:lnTo>
                  <a:pt x="395288" y="781050"/>
                </a:lnTo>
                <a:lnTo>
                  <a:pt x="385763" y="781050"/>
                </a:lnTo>
                <a:lnTo>
                  <a:pt x="376238" y="781050"/>
                </a:lnTo>
                <a:lnTo>
                  <a:pt x="366713" y="781050"/>
                </a:lnTo>
                <a:lnTo>
                  <a:pt x="357188" y="781050"/>
                </a:lnTo>
                <a:lnTo>
                  <a:pt x="347663" y="781050"/>
                </a:lnTo>
                <a:lnTo>
                  <a:pt x="342900" y="785813"/>
                </a:lnTo>
                <a:lnTo>
                  <a:pt x="338138" y="790575"/>
                </a:lnTo>
                <a:lnTo>
                  <a:pt x="333375" y="785813"/>
                </a:lnTo>
                <a:lnTo>
                  <a:pt x="328613" y="781050"/>
                </a:lnTo>
                <a:lnTo>
                  <a:pt x="319088" y="781050"/>
                </a:lnTo>
                <a:lnTo>
                  <a:pt x="309563" y="781050"/>
                </a:lnTo>
                <a:lnTo>
                  <a:pt x="300038" y="781050"/>
                </a:lnTo>
                <a:lnTo>
                  <a:pt x="290513" y="781050"/>
                </a:lnTo>
                <a:lnTo>
                  <a:pt x="280988" y="781050"/>
                </a:lnTo>
                <a:lnTo>
                  <a:pt x="271463" y="781050"/>
                </a:lnTo>
                <a:lnTo>
                  <a:pt x="261938" y="781050"/>
                </a:lnTo>
                <a:lnTo>
                  <a:pt x="252413" y="781050"/>
                </a:lnTo>
                <a:lnTo>
                  <a:pt x="247650" y="776288"/>
                </a:lnTo>
                <a:lnTo>
                  <a:pt x="242888" y="771525"/>
                </a:lnTo>
                <a:lnTo>
                  <a:pt x="233363" y="771525"/>
                </a:lnTo>
                <a:lnTo>
                  <a:pt x="223838" y="771525"/>
                </a:lnTo>
                <a:lnTo>
                  <a:pt x="219075" y="766763"/>
                </a:lnTo>
                <a:lnTo>
                  <a:pt x="214313" y="762000"/>
                </a:lnTo>
                <a:lnTo>
                  <a:pt x="204788" y="762000"/>
                </a:lnTo>
                <a:lnTo>
                  <a:pt x="195263" y="762000"/>
                </a:lnTo>
                <a:lnTo>
                  <a:pt x="190500" y="757238"/>
                </a:lnTo>
                <a:lnTo>
                  <a:pt x="185738" y="752475"/>
                </a:lnTo>
                <a:lnTo>
                  <a:pt x="180975" y="747713"/>
                </a:lnTo>
                <a:lnTo>
                  <a:pt x="176213" y="742950"/>
                </a:lnTo>
                <a:lnTo>
                  <a:pt x="166688" y="742950"/>
                </a:lnTo>
                <a:lnTo>
                  <a:pt x="161925" y="738188"/>
                </a:lnTo>
                <a:lnTo>
                  <a:pt x="157163" y="733425"/>
                </a:lnTo>
                <a:lnTo>
                  <a:pt x="152400" y="728663"/>
                </a:lnTo>
                <a:lnTo>
                  <a:pt x="147638" y="723900"/>
                </a:lnTo>
                <a:lnTo>
                  <a:pt x="138113" y="723900"/>
                </a:lnTo>
                <a:lnTo>
                  <a:pt x="133350" y="719138"/>
                </a:lnTo>
                <a:lnTo>
                  <a:pt x="128588" y="714375"/>
                </a:lnTo>
                <a:lnTo>
                  <a:pt x="123825" y="709613"/>
                </a:lnTo>
                <a:lnTo>
                  <a:pt x="119063" y="704850"/>
                </a:lnTo>
                <a:lnTo>
                  <a:pt x="109538" y="704850"/>
                </a:lnTo>
                <a:lnTo>
                  <a:pt x="104775" y="700088"/>
                </a:lnTo>
                <a:lnTo>
                  <a:pt x="100013" y="695325"/>
                </a:lnTo>
                <a:lnTo>
                  <a:pt x="95250" y="690563"/>
                </a:lnTo>
                <a:lnTo>
                  <a:pt x="95250" y="681038"/>
                </a:lnTo>
                <a:lnTo>
                  <a:pt x="90488" y="676275"/>
                </a:lnTo>
                <a:lnTo>
                  <a:pt x="80963" y="676275"/>
                </a:lnTo>
                <a:lnTo>
                  <a:pt x="76200" y="671513"/>
                </a:lnTo>
                <a:lnTo>
                  <a:pt x="71438" y="666750"/>
                </a:lnTo>
                <a:lnTo>
                  <a:pt x="66675" y="661988"/>
                </a:lnTo>
                <a:lnTo>
                  <a:pt x="61913" y="657225"/>
                </a:lnTo>
                <a:lnTo>
                  <a:pt x="52388" y="657225"/>
                </a:lnTo>
                <a:lnTo>
                  <a:pt x="47625" y="652463"/>
                </a:lnTo>
                <a:lnTo>
                  <a:pt x="42863" y="647700"/>
                </a:lnTo>
                <a:lnTo>
                  <a:pt x="38100" y="642938"/>
                </a:lnTo>
                <a:lnTo>
                  <a:pt x="33338" y="638175"/>
                </a:lnTo>
                <a:lnTo>
                  <a:pt x="28575" y="633413"/>
                </a:lnTo>
                <a:lnTo>
                  <a:pt x="28575" y="623888"/>
                </a:lnTo>
                <a:lnTo>
                  <a:pt x="28575" y="614363"/>
                </a:lnTo>
                <a:lnTo>
                  <a:pt x="23813" y="609600"/>
                </a:lnTo>
                <a:lnTo>
                  <a:pt x="19050" y="604838"/>
                </a:lnTo>
                <a:lnTo>
                  <a:pt x="14288" y="600075"/>
                </a:lnTo>
                <a:lnTo>
                  <a:pt x="9525" y="595313"/>
                </a:lnTo>
                <a:lnTo>
                  <a:pt x="9525" y="585788"/>
                </a:lnTo>
                <a:lnTo>
                  <a:pt x="4763" y="581025"/>
                </a:lnTo>
                <a:lnTo>
                  <a:pt x="0" y="576263"/>
                </a:lnTo>
                <a:lnTo>
                  <a:pt x="0" y="566738"/>
                </a:lnTo>
                <a:lnTo>
                  <a:pt x="4763" y="561975"/>
                </a:lnTo>
                <a:lnTo>
                  <a:pt x="9525" y="557213"/>
                </a:lnTo>
                <a:lnTo>
                  <a:pt x="9525" y="547688"/>
                </a:lnTo>
                <a:lnTo>
                  <a:pt x="9525" y="538163"/>
                </a:lnTo>
                <a:lnTo>
                  <a:pt x="9525" y="528638"/>
                </a:lnTo>
                <a:lnTo>
                  <a:pt x="9525" y="519113"/>
                </a:lnTo>
                <a:lnTo>
                  <a:pt x="9525" y="509588"/>
                </a:lnTo>
                <a:lnTo>
                  <a:pt x="9525" y="500063"/>
                </a:lnTo>
                <a:lnTo>
                  <a:pt x="9525" y="490538"/>
                </a:lnTo>
                <a:lnTo>
                  <a:pt x="9525" y="481013"/>
                </a:lnTo>
                <a:lnTo>
                  <a:pt x="9525" y="471488"/>
                </a:lnTo>
                <a:lnTo>
                  <a:pt x="14288" y="466725"/>
                </a:lnTo>
                <a:lnTo>
                  <a:pt x="19050" y="461963"/>
                </a:lnTo>
                <a:lnTo>
                  <a:pt x="19050" y="452438"/>
                </a:lnTo>
                <a:lnTo>
                  <a:pt x="19050" y="442913"/>
                </a:lnTo>
                <a:lnTo>
                  <a:pt x="19050" y="433388"/>
                </a:lnTo>
                <a:lnTo>
                  <a:pt x="19050" y="423863"/>
                </a:lnTo>
                <a:lnTo>
                  <a:pt x="23813" y="419100"/>
                </a:lnTo>
                <a:lnTo>
                  <a:pt x="28575" y="414338"/>
                </a:lnTo>
                <a:lnTo>
                  <a:pt x="28575" y="404813"/>
                </a:lnTo>
                <a:lnTo>
                  <a:pt x="28575" y="395288"/>
                </a:lnTo>
                <a:lnTo>
                  <a:pt x="28575" y="385763"/>
                </a:lnTo>
                <a:lnTo>
                  <a:pt x="33338" y="381000"/>
                </a:lnTo>
                <a:lnTo>
                  <a:pt x="38100" y="376238"/>
                </a:lnTo>
                <a:lnTo>
                  <a:pt x="38100" y="366713"/>
                </a:lnTo>
                <a:lnTo>
                  <a:pt x="38100" y="357188"/>
                </a:lnTo>
                <a:lnTo>
                  <a:pt x="38100" y="347663"/>
                </a:lnTo>
                <a:lnTo>
                  <a:pt x="42863" y="342900"/>
                </a:lnTo>
                <a:lnTo>
                  <a:pt x="47625" y="338138"/>
                </a:lnTo>
                <a:lnTo>
                  <a:pt x="47625" y="328613"/>
                </a:lnTo>
                <a:lnTo>
                  <a:pt x="47625" y="319088"/>
                </a:lnTo>
                <a:lnTo>
                  <a:pt x="52388" y="314325"/>
                </a:lnTo>
                <a:lnTo>
                  <a:pt x="57150" y="309563"/>
                </a:lnTo>
                <a:lnTo>
                  <a:pt x="57150" y="300038"/>
                </a:lnTo>
                <a:lnTo>
                  <a:pt x="61913" y="295275"/>
                </a:lnTo>
                <a:lnTo>
                  <a:pt x="66675" y="290513"/>
                </a:lnTo>
                <a:lnTo>
                  <a:pt x="66675" y="280988"/>
                </a:lnTo>
                <a:lnTo>
                  <a:pt x="66675" y="271463"/>
                </a:lnTo>
                <a:lnTo>
                  <a:pt x="71438" y="266700"/>
                </a:lnTo>
                <a:lnTo>
                  <a:pt x="76200" y="261938"/>
                </a:lnTo>
                <a:lnTo>
                  <a:pt x="76200" y="252413"/>
                </a:lnTo>
                <a:lnTo>
                  <a:pt x="80963" y="247650"/>
                </a:lnTo>
                <a:lnTo>
                  <a:pt x="85725" y="242888"/>
                </a:lnTo>
                <a:lnTo>
                  <a:pt x="85725" y="233363"/>
                </a:lnTo>
                <a:lnTo>
                  <a:pt x="90488" y="228600"/>
                </a:lnTo>
                <a:lnTo>
                  <a:pt x="95250" y="223838"/>
                </a:lnTo>
                <a:lnTo>
                  <a:pt x="95250" y="214313"/>
                </a:lnTo>
                <a:lnTo>
                  <a:pt x="100013" y="209550"/>
                </a:lnTo>
                <a:lnTo>
                  <a:pt x="104775" y="204788"/>
                </a:lnTo>
                <a:lnTo>
                  <a:pt x="104775" y="195263"/>
                </a:lnTo>
                <a:lnTo>
                  <a:pt x="109538" y="190500"/>
                </a:lnTo>
                <a:lnTo>
                  <a:pt x="114300" y="185738"/>
                </a:lnTo>
                <a:lnTo>
                  <a:pt x="114300" y="176213"/>
                </a:lnTo>
                <a:lnTo>
                  <a:pt x="119063" y="171450"/>
                </a:lnTo>
                <a:lnTo>
                  <a:pt x="123825" y="166688"/>
                </a:lnTo>
                <a:lnTo>
                  <a:pt x="123825" y="157163"/>
                </a:lnTo>
                <a:lnTo>
                  <a:pt x="128588" y="152400"/>
                </a:lnTo>
                <a:lnTo>
                  <a:pt x="133350" y="147638"/>
                </a:lnTo>
                <a:lnTo>
                  <a:pt x="138113" y="142875"/>
                </a:lnTo>
                <a:lnTo>
                  <a:pt x="142875" y="138113"/>
                </a:lnTo>
                <a:lnTo>
                  <a:pt x="142875" y="128588"/>
                </a:lnTo>
                <a:lnTo>
                  <a:pt x="147638" y="123825"/>
                </a:lnTo>
                <a:lnTo>
                  <a:pt x="152400" y="119063"/>
                </a:lnTo>
                <a:lnTo>
                  <a:pt x="152400" y="109538"/>
                </a:lnTo>
                <a:lnTo>
                  <a:pt x="157163" y="104775"/>
                </a:lnTo>
                <a:lnTo>
                  <a:pt x="161925" y="100013"/>
                </a:lnTo>
                <a:lnTo>
                  <a:pt x="166688" y="95250"/>
                </a:lnTo>
                <a:lnTo>
                  <a:pt x="171450" y="90488"/>
                </a:lnTo>
                <a:lnTo>
                  <a:pt x="176213" y="85725"/>
                </a:lnTo>
                <a:lnTo>
                  <a:pt x="180975" y="80963"/>
                </a:lnTo>
                <a:lnTo>
                  <a:pt x="180975" y="71438"/>
                </a:lnTo>
                <a:lnTo>
                  <a:pt x="185738" y="66675"/>
                </a:lnTo>
                <a:lnTo>
                  <a:pt x="190500" y="61913"/>
                </a:lnTo>
                <a:lnTo>
                  <a:pt x="195263" y="57150"/>
                </a:lnTo>
                <a:lnTo>
                  <a:pt x="200025" y="52388"/>
                </a:lnTo>
                <a:lnTo>
                  <a:pt x="204788" y="47625"/>
                </a:lnTo>
                <a:lnTo>
                  <a:pt x="209550" y="42863"/>
                </a:lnTo>
                <a:lnTo>
                  <a:pt x="214313" y="38100"/>
                </a:lnTo>
                <a:lnTo>
                  <a:pt x="223838" y="38100"/>
                </a:lnTo>
                <a:lnTo>
                  <a:pt x="228600" y="33338"/>
                </a:lnTo>
                <a:lnTo>
                  <a:pt x="233363" y="28575"/>
                </a:lnTo>
                <a:lnTo>
                  <a:pt x="242888" y="28575"/>
                </a:lnTo>
                <a:lnTo>
                  <a:pt x="252413" y="28575"/>
                </a:lnTo>
                <a:lnTo>
                  <a:pt x="257175" y="23813"/>
                </a:lnTo>
                <a:lnTo>
                  <a:pt x="261938" y="19050"/>
                </a:lnTo>
                <a:lnTo>
                  <a:pt x="271463" y="19050"/>
                </a:lnTo>
                <a:lnTo>
                  <a:pt x="280988" y="19050"/>
                </a:lnTo>
                <a:lnTo>
                  <a:pt x="285750" y="14288"/>
                </a:lnTo>
                <a:lnTo>
                  <a:pt x="290513" y="9525"/>
                </a:lnTo>
                <a:lnTo>
                  <a:pt x="300038" y="9525"/>
                </a:lnTo>
                <a:lnTo>
                  <a:pt x="309563" y="9525"/>
                </a:lnTo>
                <a:lnTo>
                  <a:pt x="319088" y="9525"/>
                </a:lnTo>
                <a:lnTo>
                  <a:pt x="328613" y="9525"/>
                </a:lnTo>
                <a:lnTo>
                  <a:pt x="333375" y="4763"/>
                </a:lnTo>
                <a:close/>
              </a:path>
            </a:pathLst>
          </a:custGeom>
          <a:solidFill xmlns:a="http://schemas.openxmlformats.org/drawingml/2006/main">
            <a:srgbClr val="CECECE"/>
          </a:solidFill>
          <a:ln xmlns:a="http://schemas.openxmlformats.org/drawingml/2006/main" w="0">
            <a:noFill/>
            <a:prstDash val="solid"/>
          </a:ln>
        </p:spPr>
      </p:sp>
      <p:sp>
        <p:nvSpPr>
          <p:cNvPr id="87" name="deep-skill-chaining-source-component-1-gradient-208-0">
            <a:extLst xmlns:a="http://schemas.openxmlformats.org/drawingml/2006/main">
              <a:ext uri="{FF2B5EF4-FFF2-40B4-BE49-F238E27FC236}">
                <a16:creationId xmlns:a16="http://schemas.microsoft.com/office/drawing/2014/main" id="{FCEA2E94-86C1-4E26-87BE-CFA1D32131CC}"/>
              </a:ext>
            </a:extLst>
          </p:cNvPr>
          <p:cNvSpPr>
            <a:spLocks xmlns:a="http://schemas.openxmlformats.org/drawingml/2006/main" noGrp="1"/>
          </p:cNvSpPr>
          <p:nvPr/>
        </p:nvSpPr>
        <p:spPr>
          <a:xfrm xmlns:a="http://schemas.openxmlformats.org/drawingml/2006/main" rot="0">
            <a:off x="6629400" y="1066800"/>
            <a:ext cx="676275" cy="742950"/>
          </a:xfrm>
          <a:custGeom xmlns:a="http://schemas.openxmlformats.org/drawingml/2006/main">
            <a:pathLst>
              <a:path w="676275" h="74295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19100" y="4763"/>
                </a:lnTo>
                <a:lnTo>
                  <a:pt x="423863" y="9525"/>
                </a:lnTo>
                <a:lnTo>
                  <a:pt x="433388" y="9525"/>
                </a:lnTo>
                <a:lnTo>
                  <a:pt x="442913" y="9525"/>
                </a:lnTo>
                <a:lnTo>
                  <a:pt x="447675" y="14288"/>
                </a:lnTo>
                <a:lnTo>
                  <a:pt x="452438" y="19050"/>
                </a:lnTo>
                <a:lnTo>
                  <a:pt x="461963" y="19050"/>
                </a:lnTo>
                <a:lnTo>
                  <a:pt x="471488" y="19050"/>
                </a:lnTo>
                <a:lnTo>
                  <a:pt x="481013" y="19050"/>
                </a:lnTo>
                <a:lnTo>
                  <a:pt x="485775" y="23813"/>
                </a:lnTo>
                <a:lnTo>
                  <a:pt x="490538" y="28575"/>
                </a:lnTo>
                <a:lnTo>
                  <a:pt x="500063" y="28575"/>
                </a:lnTo>
                <a:lnTo>
                  <a:pt x="504825" y="33338"/>
                </a:lnTo>
                <a:lnTo>
                  <a:pt x="509588" y="38100"/>
                </a:lnTo>
                <a:lnTo>
                  <a:pt x="514350" y="42863"/>
                </a:lnTo>
                <a:lnTo>
                  <a:pt x="519113" y="47625"/>
                </a:lnTo>
                <a:lnTo>
                  <a:pt x="523875" y="52388"/>
                </a:lnTo>
                <a:lnTo>
                  <a:pt x="528638" y="57150"/>
                </a:lnTo>
                <a:lnTo>
                  <a:pt x="533400" y="61913"/>
                </a:lnTo>
                <a:lnTo>
                  <a:pt x="538163" y="66675"/>
                </a:lnTo>
                <a:lnTo>
                  <a:pt x="547688" y="66675"/>
                </a:lnTo>
                <a:lnTo>
                  <a:pt x="552450" y="71438"/>
                </a:lnTo>
                <a:lnTo>
                  <a:pt x="557213" y="76200"/>
                </a:lnTo>
                <a:lnTo>
                  <a:pt x="561975" y="80963"/>
                </a:lnTo>
                <a:lnTo>
                  <a:pt x="566738" y="85725"/>
                </a:lnTo>
                <a:lnTo>
                  <a:pt x="571500" y="90488"/>
                </a:lnTo>
                <a:lnTo>
                  <a:pt x="576263" y="95250"/>
                </a:lnTo>
                <a:lnTo>
                  <a:pt x="585788" y="95250"/>
                </a:lnTo>
                <a:lnTo>
                  <a:pt x="590550" y="100013"/>
                </a:lnTo>
                <a:lnTo>
                  <a:pt x="595313" y="104775"/>
                </a:lnTo>
                <a:lnTo>
                  <a:pt x="604838" y="104775"/>
                </a:lnTo>
                <a:lnTo>
                  <a:pt x="609600" y="109538"/>
                </a:lnTo>
                <a:lnTo>
                  <a:pt x="614363" y="114300"/>
                </a:lnTo>
                <a:lnTo>
                  <a:pt x="623888" y="114300"/>
                </a:lnTo>
                <a:lnTo>
                  <a:pt x="628650" y="119063"/>
                </a:lnTo>
                <a:lnTo>
                  <a:pt x="628650" y="128588"/>
                </a:lnTo>
                <a:lnTo>
                  <a:pt x="628650" y="138113"/>
                </a:lnTo>
                <a:lnTo>
                  <a:pt x="628650" y="147638"/>
                </a:lnTo>
                <a:lnTo>
                  <a:pt x="633413" y="152400"/>
                </a:lnTo>
                <a:lnTo>
                  <a:pt x="638175" y="157163"/>
                </a:lnTo>
                <a:lnTo>
                  <a:pt x="642938" y="161925"/>
                </a:lnTo>
                <a:lnTo>
                  <a:pt x="647700" y="166688"/>
                </a:lnTo>
                <a:lnTo>
                  <a:pt x="652463" y="171450"/>
                </a:lnTo>
                <a:lnTo>
                  <a:pt x="657225" y="176213"/>
                </a:lnTo>
                <a:lnTo>
                  <a:pt x="657225" y="185738"/>
                </a:lnTo>
                <a:lnTo>
                  <a:pt x="661988" y="190500"/>
                </a:lnTo>
                <a:lnTo>
                  <a:pt x="666750" y="195263"/>
                </a:lnTo>
                <a:lnTo>
                  <a:pt x="666750" y="204788"/>
                </a:lnTo>
                <a:lnTo>
                  <a:pt x="666750" y="214313"/>
                </a:lnTo>
                <a:lnTo>
                  <a:pt x="666750" y="223838"/>
                </a:lnTo>
                <a:lnTo>
                  <a:pt x="671513" y="228600"/>
                </a:lnTo>
                <a:lnTo>
                  <a:pt x="676275" y="233363"/>
                </a:lnTo>
                <a:lnTo>
                  <a:pt x="671513" y="238125"/>
                </a:lnTo>
                <a:lnTo>
                  <a:pt x="666750" y="242888"/>
                </a:lnTo>
                <a:lnTo>
                  <a:pt x="666750" y="252413"/>
                </a:lnTo>
                <a:lnTo>
                  <a:pt x="666750" y="261938"/>
                </a:lnTo>
                <a:lnTo>
                  <a:pt x="666750" y="271463"/>
                </a:lnTo>
                <a:lnTo>
                  <a:pt x="666750" y="280988"/>
                </a:lnTo>
                <a:lnTo>
                  <a:pt x="666750" y="290513"/>
                </a:lnTo>
                <a:lnTo>
                  <a:pt x="661988" y="295275"/>
                </a:lnTo>
                <a:lnTo>
                  <a:pt x="657225" y="300038"/>
                </a:lnTo>
                <a:lnTo>
                  <a:pt x="657225" y="309563"/>
                </a:lnTo>
                <a:lnTo>
                  <a:pt x="657225" y="319088"/>
                </a:lnTo>
                <a:lnTo>
                  <a:pt x="657225" y="328613"/>
                </a:lnTo>
                <a:lnTo>
                  <a:pt x="657225" y="338138"/>
                </a:lnTo>
                <a:lnTo>
                  <a:pt x="652463" y="342900"/>
                </a:lnTo>
                <a:lnTo>
                  <a:pt x="647700" y="347663"/>
                </a:lnTo>
                <a:lnTo>
                  <a:pt x="647700" y="357188"/>
                </a:lnTo>
                <a:lnTo>
                  <a:pt x="647700" y="366713"/>
                </a:lnTo>
                <a:lnTo>
                  <a:pt x="642938" y="371475"/>
                </a:lnTo>
                <a:lnTo>
                  <a:pt x="638175" y="376238"/>
                </a:lnTo>
                <a:lnTo>
                  <a:pt x="638175" y="385763"/>
                </a:lnTo>
                <a:lnTo>
                  <a:pt x="638175" y="395288"/>
                </a:lnTo>
                <a:lnTo>
                  <a:pt x="633413" y="400050"/>
                </a:lnTo>
                <a:lnTo>
                  <a:pt x="628650" y="404813"/>
                </a:lnTo>
                <a:lnTo>
                  <a:pt x="628650" y="414338"/>
                </a:lnTo>
                <a:lnTo>
                  <a:pt x="628650" y="423863"/>
                </a:lnTo>
                <a:lnTo>
                  <a:pt x="623888" y="428625"/>
                </a:lnTo>
                <a:lnTo>
                  <a:pt x="619125" y="433388"/>
                </a:lnTo>
                <a:lnTo>
                  <a:pt x="619125" y="442913"/>
                </a:lnTo>
                <a:lnTo>
                  <a:pt x="619125" y="452438"/>
                </a:lnTo>
                <a:lnTo>
                  <a:pt x="614363" y="457200"/>
                </a:lnTo>
                <a:lnTo>
                  <a:pt x="609600" y="461963"/>
                </a:lnTo>
                <a:lnTo>
                  <a:pt x="609600" y="471488"/>
                </a:lnTo>
                <a:lnTo>
                  <a:pt x="604838" y="476250"/>
                </a:lnTo>
                <a:lnTo>
                  <a:pt x="600075" y="481013"/>
                </a:lnTo>
                <a:lnTo>
                  <a:pt x="600075" y="490538"/>
                </a:lnTo>
                <a:lnTo>
                  <a:pt x="600075" y="500063"/>
                </a:lnTo>
                <a:lnTo>
                  <a:pt x="595313" y="504825"/>
                </a:lnTo>
                <a:lnTo>
                  <a:pt x="590550" y="509588"/>
                </a:lnTo>
                <a:lnTo>
                  <a:pt x="590550" y="519113"/>
                </a:lnTo>
                <a:lnTo>
                  <a:pt x="585788" y="523875"/>
                </a:lnTo>
                <a:lnTo>
                  <a:pt x="581025" y="528638"/>
                </a:lnTo>
                <a:lnTo>
                  <a:pt x="581025" y="538163"/>
                </a:lnTo>
                <a:lnTo>
                  <a:pt x="576263" y="542925"/>
                </a:lnTo>
                <a:lnTo>
                  <a:pt x="571500" y="547688"/>
                </a:lnTo>
                <a:lnTo>
                  <a:pt x="571500" y="557213"/>
                </a:lnTo>
                <a:lnTo>
                  <a:pt x="566738" y="561975"/>
                </a:lnTo>
                <a:lnTo>
                  <a:pt x="561975" y="566738"/>
                </a:lnTo>
                <a:lnTo>
                  <a:pt x="557213" y="571500"/>
                </a:lnTo>
                <a:lnTo>
                  <a:pt x="552450" y="576263"/>
                </a:lnTo>
                <a:lnTo>
                  <a:pt x="552450" y="585788"/>
                </a:lnTo>
                <a:lnTo>
                  <a:pt x="547688" y="590550"/>
                </a:lnTo>
                <a:lnTo>
                  <a:pt x="542925" y="595313"/>
                </a:lnTo>
                <a:lnTo>
                  <a:pt x="542925" y="604838"/>
                </a:lnTo>
                <a:lnTo>
                  <a:pt x="538163" y="609600"/>
                </a:lnTo>
                <a:lnTo>
                  <a:pt x="533400" y="614363"/>
                </a:lnTo>
                <a:lnTo>
                  <a:pt x="528638" y="619125"/>
                </a:lnTo>
                <a:lnTo>
                  <a:pt x="523875" y="623888"/>
                </a:lnTo>
                <a:lnTo>
                  <a:pt x="523875" y="633413"/>
                </a:lnTo>
                <a:lnTo>
                  <a:pt x="519113" y="638175"/>
                </a:lnTo>
                <a:lnTo>
                  <a:pt x="514350" y="642938"/>
                </a:lnTo>
                <a:lnTo>
                  <a:pt x="509588" y="647700"/>
                </a:lnTo>
                <a:lnTo>
                  <a:pt x="504825" y="652463"/>
                </a:lnTo>
                <a:lnTo>
                  <a:pt x="500063" y="657225"/>
                </a:lnTo>
                <a:lnTo>
                  <a:pt x="495300" y="661988"/>
                </a:lnTo>
                <a:lnTo>
                  <a:pt x="495300" y="671513"/>
                </a:lnTo>
                <a:lnTo>
                  <a:pt x="490538" y="676275"/>
                </a:lnTo>
                <a:lnTo>
                  <a:pt x="485775" y="681038"/>
                </a:lnTo>
                <a:lnTo>
                  <a:pt x="481013" y="685800"/>
                </a:lnTo>
                <a:lnTo>
                  <a:pt x="476250" y="690563"/>
                </a:lnTo>
                <a:lnTo>
                  <a:pt x="471488" y="695325"/>
                </a:lnTo>
                <a:lnTo>
                  <a:pt x="466725" y="700088"/>
                </a:lnTo>
                <a:lnTo>
                  <a:pt x="461963" y="704850"/>
                </a:lnTo>
                <a:lnTo>
                  <a:pt x="457200" y="709613"/>
                </a:lnTo>
                <a:lnTo>
                  <a:pt x="452438" y="714375"/>
                </a:lnTo>
                <a:lnTo>
                  <a:pt x="447675" y="719138"/>
                </a:lnTo>
                <a:lnTo>
                  <a:pt x="442913" y="723900"/>
                </a:lnTo>
                <a:lnTo>
                  <a:pt x="433388" y="723900"/>
                </a:lnTo>
                <a:lnTo>
                  <a:pt x="428625" y="728663"/>
                </a:lnTo>
                <a:lnTo>
                  <a:pt x="423863" y="733425"/>
                </a:lnTo>
                <a:lnTo>
                  <a:pt x="414338" y="733425"/>
                </a:lnTo>
                <a:lnTo>
                  <a:pt x="404813" y="733425"/>
                </a:lnTo>
                <a:lnTo>
                  <a:pt x="395288" y="733425"/>
                </a:lnTo>
                <a:lnTo>
                  <a:pt x="390525" y="738188"/>
                </a:lnTo>
                <a:lnTo>
                  <a:pt x="385763" y="742950"/>
                </a:lnTo>
                <a:lnTo>
                  <a:pt x="376238" y="742950"/>
                </a:lnTo>
                <a:lnTo>
                  <a:pt x="366713" y="742950"/>
                </a:lnTo>
                <a:lnTo>
                  <a:pt x="357188" y="742950"/>
                </a:lnTo>
                <a:lnTo>
                  <a:pt x="347663" y="742950"/>
                </a:lnTo>
                <a:lnTo>
                  <a:pt x="338138" y="742950"/>
                </a:lnTo>
                <a:lnTo>
                  <a:pt x="328613" y="742950"/>
                </a:lnTo>
                <a:lnTo>
                  <a:pt x="319088" y="742950"/>
                </a:lnTo>
                <a:lnTo>
                  <a:pt x="309563" y="742950"/>
                </a:lnTo>
                <a:lnTo>
                  <a:pt x="300038" y="742950"/>
                </a:lnTo>
                <a:lnTo>
                  <a:pt x="290513" y="742950"/>
                </a:lnTo>
                <a:lnTo>
                  <a:pt x="280988" y="742950"/>
                </a:lnTo>
                <a:lnTo>
                  <a:pt x="271463" y="742950"/>
                </a:lnTo>
                <a:lnTo>
                  <a:pt x="266700" y="738188"/>
                </a:lnTo>
                <a:lnTo>
                  <a:pt x="261938" y="733425"/>
                </a:lnTo>
                <a:lnTo>
                  <a:pt x="252413" y="733425"/>
                </a:lnTo>
                <a:lnTo>
                  <a:pt x="242888" y="733425"/>
                </a:lnTo>
                <a:lnTo>
                  <a:pt x="238125" y="728663"/>
                </a:lnTo>
                <a:lnTo>
                  <a:pt x="233363" y="723900"/>
                </a:lnTo>
                <a:lnTo>
                  <a:pt x="223838" y="723900"/>
                </a:lnTo>
                <a:lnTo>
                  <a:pt x="214313" y="723900"/>
                </a:lnTo>
                <a:lnTo>
                  <a:pt x="209550" y="719138"/>
                </a:lnTo>
                <a:lnTo>
                  <a:pt x="204788" y="714375"/>
                </a:lnTo>
                <a:lnTo>
                  <a:pt x="195263" y="714375"/>
                </a:lnTo>
                <a:lnTo>
                  <a:pt x="185738" y="714375"/>
                </a:lnTo>
                <a:lnTo>
                  <a:pt x="180975" y="709613"/>
                </a:lnTo>
                <a:lnTo>
                  <a:pt x="176213" y="704850"/>
                </a:lnTo>
                <a:lnTo>
                  <a:pt x="171450" y="700088"/>
                </a:lnTo>
                <a:lnTo>
                  <a:pt x="166688" y="695325"/>
                </a:lnTo>
                <a:lnTo>
                  <a:pt x="157163" y="695325"/>
                </a:lnTo>
                <a:lnTo>
                  <a:pt x="152400" y="690563"/>
                </a:lnTo>
                <a:lnTo>
                  <a:pt x="147638" y="685800"/>
                </a:lnTo>
                <a:lnTo>
                  <a:pt x="142875" y="681038"/>
                </a:lnTo>
                <a:lnTo>
                  <a:pt x="138113" y="676275"/>
                </a:lnTo>
                <a:lnTo>
                  <a:pt x="128588" y="676275"/>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0963" y="628650"/>
                </a:lnTo>
                <a:lnTo>
                  <a:pt x="71438" y="628650"/>
                </a:lnTo>
                <a:lnTo>
                  <a:pt x="66675" y="623888"/>
                </a:lnTo>
                <a:lnTo>
                  <a:pt x="61913" y="619125"/>
                </a:lnTo>
                <a:lnTo>
                  <a:pt x="52388" y="619125"/>
                </a:lnTo>
                <a:lnTo>
                  <a:pt x="47625" y="614363"/>
                </a:lnTo>
                <a:lnTo>
                  <a:pt x="42863" y="609600"/>
                </a:lnTo>
                <a:lnTo>
                  <a:pt x="38100" y="604838"/>
                </a:lnTo>
                <a:lnTo>
                  <a:pt x="38100" y="595313"/>
                </a:lnTo>
                <a:lnTo>
                  <a:pt x="38100" y="585788"/>
                </a:lnTo>
                <a:lnTo>
                  <a:pt x="33338" y="581025"/>
                </a:lnTo>
                <a:lnTo>
                  <a:pt x="28575" y="576263"/>
                </a:lnTo>
                <a:lnTo>
                  <a:pt x="23813" y="571500"/>
                </a:lnTo>
                <a:lnTo>
                  <a:pt x="19050" y="566738"/>
                </a:lnTo>
                <a:lnTo>
                  <a:pt x="14288" y="561975"/>
                </a:lnTo>
                <a:lnTo>
                  <a:pt x="9525" y="557213"/>
                </a:lnTo>
                <a:lnTo>
                  <a:pt x="4763" y="552450"/>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4763" y="438150"/>
                </a:lnTo>
                <a:lnTo>
                  <a:pt x="9525" y="433388"/>
                </a:lnTo>
                <a:lnTo>
                  <a:pt x="9525" y="423863"/>
                </a:lnTo>
                <a:lnTo>
                  <a:pt x="9525" y="414338"/>
                </a:lnTo>
                <a:lnTo>
                  <a:pt x="9525" y="404813"/>
                </a:lnTo>
                <a:lnTo>
                  <a:pt x="9525" y="395288"/>
                </a:lnTo>
                <a:lnTo>
                  <a:pt x="14288" y="390525"/>
                </a:lnTo>
                <a:lnTo>
                  <a:pt x="19050" y="385763"/>
                </a:lnTo>
                <a:lnTo>
                  <a:pt x="19050" y="376238"/>
                </a:lnTo>
                <a:lnTo>
                  <a:pt x="19050" y="366713"/>
                </a:lnTo>
                <a:lnTo>
                  <a:pt x="19050" y="357188"/>
                </a:lnTo>
                <a:lnTo>
                  <a:pt x="23813" y="352425"/>
                </a:lnTo>
                <a:lnTo>
                  <a:pt x="28575" y="347663"/>
                </a:lnTo>
                <a:lnTo>
                  <a:pt x="28575" y="338138"/>
                </a:lnTo>
                <a:lnTo>
                  <a:pt x="28575" y="328613"/>
                </a:lnTo>
                <a:lnTo>
                  <a:pt x="28575" y="319088"/>
                </a:lnTo>
                <a:lnTo>
                  <a:pt x="33338" y="314325"/>
                </a:lnTo>
                <a:lnTo>
                  <a:pt x="38100" y="309563"/>
                </a:lnTo>
                <a:lnTo>
                  <a:pt x="38100" y="300038"/>
                </a:lnTo>
                <a:lnTo>
                  <a:pt x="38100" y="290513"/>
                </a:lnTo>
                <a:lnTo>
                  <a:pt x="42863" y="285750"/>
                </a:lnTo>
                <a:lnTo>
                  <a:pt x="47625" y="280988"/>
                </a:lnTo>
                <a:lnTo>
                  <a:pt x="47625" y="271463"/>
                </a:lnTo>
                <a:lnTo>
                  <a:pt x="52388" y="266700"/>
                </a:lnTo>
                <a:lnTo>
                  <a:pt x="57150" y="261938"/>
                </a:lnTo>
                <a:lnTo>
                  <a:pt x="57150" y="252413"/>
                </a:lnTo>
                <a:lnTo>
                  <a:pt x="57150" y="242888"/>
                </a:lnTo>
                <a:lnTo>
                  <a:pt x="61913" y="238125"/>
                </a:lnTo>
                <a:lnTo>
                  <a:pt x="66675" y="233363"/>
                </a:lnTo>
                <a:lnTo>
                  <a:pt x="66675" y="223838"/>
                </a:lnTo>
                <a:lnTo>
                  <a:pt x="71438" y="219075"/>
                </a:lnTo>
                <a:lnTo>
                  <a:pt x="76200" y="214313"/>
                </a:lnTo>
                <a:lnTo>
                  <a:pt x="76200" y="204788"/>
                </a:lnTo>
                <a:lnTo>
                  <a:pt x="80963" y="200025"/>
                </a:lnTo>
                <a:lnTo>
                  <a:pt x="85725" y="195263"/>
                </a:lnTo>
                <a:lnTo>
                  <a:pt x="85725" y="185738"/>
                </a:lnTo>
                <a:lnTo>
                  <a:pt x="90488" y="180975"/>
                </a:lnTo>
                <a:lnTo>
                  <a:pt x="95250" y="176213"/>
                </a:lnTo>
                <a:lnTo>
                  <a:pt x="95250" y="166688"/>
                </a:lnTo>
                <a:lnTo>
                  <a:pt x="100013" y="161925"/>
                </a:lnTo>
                <a:lnTo>
                  <a:pt x="104775" y="157163"/>
                </a:lnTo>
                <a:lnTo>
                  <a:pt x="104775" y="147638"/>
                </a:lnTo>
                <a:lnTo>
                  <a:pt x="109538" y="142875"/>
                </a:lnTo>
                <a:lnTo>
                  <a:pt x="114300" y="138113"/>
                </a:lnTo>
                <a:lnTo>
                  <a:pt x="114300" y="128588"/>
                </a:lnTo>
                <a:lnTo>
                  <a:pt x="119063" y="123825"/>
                </a:lnTo>
                <a:lnTo>
                  <a:pt x="123825" y="119063"/>
                </a:lnTo>
                <a:lnTo>
                  <a:pt x="128588" y="114300"/>
                </a:lnTo>
                <a:lnTo>
                  <a:pt x="133350" y="109538"/>
                </a:lnTo>
                <a:lnTo>
                  <a:pt x="133350" y="100013"/>
                </a:lnTo>
                <a:lnTo>
                  <a:pt x="138113" y="95250"/>
                </a:lnTo>
                <a:lnTo>
                  <a:pt x="142875" y="90488"/>
                </a:lnTo>
                <a:lnTo>
                  <a:pt x="142875" y="80963"/>
                </a:lnTo>
                <a:lnTo>
                  <a:pt x="147638" y="76200"/>
                </a:lnTo>
                <a:lnTo>
                  <a:pt x="152400" y="71438"/>
                </a:lnTo>
                <a:lnTo>
                  <a:pt x="157163" y="66675"/>
                </a:lnTo>
                <a:lnTo>
                  <a:pt x="161925" y="61913"/>
                </a:lnTo>
                <a:lnTo>
                  <a:pt x="166688" y="57150"/>
                </a:lnTo>
                <a:lnTo>
                  <a:pt x="171450" y="52388"/>
                </a:lnTo>
                <a:lnTo>
                  <a:pt x="171450" y="42863"/>
                </a:lnTo>
                <a:lnTo>
                  <a:pt x="176213" y="38100"/>
                </a:lnTo>
                <a:lnTo>
                  <a:pt x="180975" y="33338"/>
                </a:lnTo>
                <a:lnTo>
                  <a:pt x="185738" y="28575"/>
                </a:lnTo>
                <a:lnTo>
                  <a:pt x="195263" y="28575"/>
                </a:lnTo>
                <a:lnTo>
                  <a:pt x="200025" y="23813"/>
                </a:lnTo>
                <a:lnTo>
                  <a:pt x="204788" y="19050"/>
                </a:lnTo>
                <a:lnTo>
                  <a:pt x="214313" y="19050"/>
                </a:lnTo>
                <a:lnTo>
                  <a:pt x="223838" y="19050"/>
                </a:lnTo>
                <a:lnTo>
                  <a:pt x="233363" y="19050"/>
                </a:lnTo>
                <a:lnTo>
                  <a:pt x="238125" y="14288"/>
                </a:lnTo>
                <a:lnTo>
                  <a:pt x="242888" y="9525"/>
                </a:lnTo>
                <a:lnTo>
                  <a:pt x="252413" y="9525"/>
                </a:lnTo>
                <a:lnTo>
                  <a:pt x="261938" y="9525"/>
                </a:lnTo>
                <a:lnTo>
                  <a:pt x="266700" y="4763"/>
                </a:lnTo>
                <a:close/>
              </a:path>
            </a:pathLst>
          </a:custGeom>
          <a:solidFill xmlns:a="http://schemas.openxmlformats.org/drawingml/2006/main">
            <a:srgbClr val="D0D0D0"/>
          </a:solidFill>
          <a:ln xmlns:a="http://schemas.openxmlformats.org/drawingml/2006/main" w="0">
            <a:noFill/>
            <a:prstDash val="solid"/>
          </a:ln>
        </p:spPr>
      </p:sp>
      <p:sp>
        <p:nvSpPr>
          <p:cNvPr id="88" name="deep-skill-chaining-source-component-1-gradient-210-0">
            <a:extLst xmlns:a="http://schemas.openxmlformats.org/drawingml/2006/main">
              <a:ext uri="{FF2B5EF4-FFF2-40B4-BE49-F238E27FC236}">
                <a16:creationId xmlns:a16="http://schemas.microsoft.com/office/drawing/2014/main" id="{B1C23EF5-18C9-4960-9CA2-7F66F820BD8A}"/>
              </a:ext>
            </a:extLst>
          </p:cNvPr>
          <p:cNvSpPr>
            <a:spLocks xmlns:a="http://schemas.openxmlformats.org/drawingml/2006/main" noGrp="1"/>
          </p:cNvSpPr>
          <p:nvPr/>
        </p:nvSpPr>
        <p:spPr>
          <a:xfrm xmlns:a="http://schemas.openxmlformats.org/drawingml/2006/main" rot="0">
            <a:off x="6629400" y="1076325"/>
            <a:ext cx="666750" cy="714375"/>
          </a:xfrm>
          <a:custGeom xmlns:a="http://schemas.openxmlformats.org/drawingml/2006/main">
            <a:pathLst>
              <a:path w="666750" h="714375">
                <a:moveTo>
                  <a:pt x="304800" y="4763"/>
                </a:move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09575" y="14288"/>
                </a:lnTo>
                <a:lnTo>
                  <a:pt x="414338" y="19050"/>
                </a:lnTo>
                <a:lnTo>
                  <a:pt x="423863" y="19050"/>
                </a:lnTo>
                <a:lnTo>
                  <a:pt x="433388" y="19050"/>
                </a:lnTo>
                <a:lnTo>
                  <a:pt x="442913" y="19050"/>
                </a:lnTo>
                <a:lnTo>
                  <a:pt x="452438" y="19050"/>
                </a:lnTo>
                <a:lnTo>
                  <a:pt x="461963" y="19050"/>
                </a:lnTo>
                <a:lnTo>
                  <a:pt x="471488" y="19050"/>
                </a:lnTo>
                <a:lnTo>
                  <a:pt x="476250" y="23813"/>
                </a:lnTo>
                <a:lnTo>
                  <a:pt x="481013" y="28575"/>
                </a:lnTo>
                <a:lnTo>
                  <a:pt x="485775" y="33338"/>
                </a:lnTo>
                <a:lnTo>
                  <a:pt x="490538" y="38100"/>
                </a:lnTo>
                <a:lnTo>
                  <a:pt x="495300" y="42863"/>
                </a:lnTo>
                <a:lnTo>
                  <a:pt x="500063" y="47625"/>
                </a:lnTo>
                <a:lnTo>
                  <a:pt x="504825" y="52388"/>
                </a:lnTo>
                <a:lnTo>
                  <a:pt x="509588" y="57150"/>
                </a:lnTo>
                <a:lnTo>
                  <a:pt x="519113" y="57150"/>
                </a:lnTo>
                <a:lnTo>
                  <a:pt x="523875" y="61913"/>
                </a:lnTo>
                <a:lnTo>
                  <a:pt x="528638" y="66675"/>
                </a:lnTo>
                <a:lnTo>
                  <a:pt x="533400" y="71438"/>
                </a:lnTo>
                <a:lnTo>
                  <a:pt x="538163" y="76200"/>
                </a:lnTo>
                <a:lnTo>
                  <a:pt x="547688" y="76200"/>
                </a:lnTo>
                <a:lnTo>
                  <a:pt x="552450" y="80963"/>
                </a:lnTo>
                <a:lnTo>
                  <a:pt x="557213" y="85725"/>
                </a:lnTo>
                <a:lnTo>
                  <a:pt x="561975" y="90488"/>
                </a:lnTo>
                <a:lnTo>
                  <a:pt x="566738" y="95250"/>
                </a:lnTo>
                <a:lnTo>
                  <a:pt x="576263" y="95250"/>
                </a:lnTo>
                <a:lnTo>
                  <a:pt x="581025" y="100013"/>
                </a:lnTo>
                <a:lnTo>
                  <a:pt x="585788" y="104775"/>
                </a:lnTo>
                <a:lnTo>
                  <a:pt x="595313" y="104775"/>
                </a:lnTo>
                <a:lnTo>
                  <a:pt x="600075" y="109538"/>
                </a:lnTo>
                <a:lnTo>
                  <a:pt x="600075" y="119063"/>
                </a:lnTo>
                <a:lnTo>
                  <a:pt x="600075" y="128588"/>
                </a:lnTo>
                <a:lnTo>
                  <a:pt x="604838" y="133350"/>
                </a:lnTo>
                <a:lnTo>
                  <a:pt x="609600" y="138113"/>
                </a:lnTo>
                <a:lnTo>
                  <a:pt x="614363" y="142875"/>
                </a:lnTo>
                <a:lnTo>
                  <a:pt x="619125" y="147638"/>
                </a:lnTo>
                <a:lnTo>
                  <a:pt x="623888" y="152400"/>
                </a:lnTo>
                <a:lnTo>
                  <a:pt x="628650" y="157163"/>
                </a:lnTo>
                <a:lnTo>
                  <a:pt x="633413" y="161925"/>
                </a:lnTo>
                <a:lnTo>
                  <a:pt x="638175" y="166688"/>
                </a:lnTo>
                <a:lnTo>
                  <a:pt x="638175" y="176213"/>
                </a:lnTo>
                <a:lnTo>
                  <a:pt x="642938" y="180975"/>
                </a:lnTo>
                <a:lnTo>
                  <a:pt x="647700" y="185738"/>
                </a:lnTo>
                <a:lnTo>
                  <a:pt x="647700" y="195263"/>
                </a:lnTo>
                <a:lnTo>
                  <a:pt x="652463" y="200025"/>
                </a:lnTo>
                <a:lnTo>
                  <a:pt x="657225" y="204788"/>
                </a:lnTo>
                <a:lnTo>
                  <a:pt x="657225" y="214313"/>
                </a:lnTo>
                <a:lnTo>
                  <a:pt x="661988" y="219075"/>
                </a:lnTo>
                <a:lnTo>
                  <a:pt x="666750" y="223838"/>
                </a:lnTo>
                <a:lnTo>
                  <a:pt x="666750" y="233363"/>
                </a:lnTo>
                <a:lnTo>
                  <a:pt x="666750" y="242888"/>
                </a:lnTo>
                <a:lnTo>
                  <a:pt x="666750" y="252413"/>
                </a:lnTo>
                <a:lnTo>
                  <a:pt x="666750" y="261938"/>
                </a:lnTo>
                <a:lnTo>
                  <a:pt x="666750" y="271463"/>
                </a:lnTo>
                <a:lnTo>
                  <a:pt x="666750" y="280988"/>
                </a:lnTo>
                <a:lnTo>
                  <a:pt x="661988" y="285750"/>
                </a:lnTo>
                <a:lnTo>
                  <a:pt x="657225" y="290513"/>
                </a:lnTo>
                <a:lnTo>
                  <a:pt x="657225" y="300038"/>
                </a:lnTo>
                <a:lnTo>
                  <a:pt x="657225" y="309563"/>
                </a:lnTo>
                <a:lnTo>
                  <a:pt x="657225" y="319088"/>
                </a:lnTo>
                <a:lnTo>
                  <a:pt x="657225" y="328613"/>
                </a:lnTo>
                <a:lnTo>
                  <a:pt x="652463" y="333375"/>
                </a:lnTo>
                <a:lnTo>
                  <a:pt x="647700" y="338138"/>
                </a:lnTo>
                <a:lnTo>
                  <a:pt x="647700" y="347663"/>
                </a:lnTo>
                <a:lnTo>
                  <a:pt x="647700" y="357188"/>
                </a:lnTo>
                <a:lnTo>
                  <a:pt x="642938" y="361950"/>
                </a:lnTo>
                <a:lnTo>
                  <a:pt x="638175" y="366713"/>
                </a:lnTo>
                <a:lnTo>
                  <a:pt x="638175" y="376238"/>
                </a:lnTo>
                <a:lnTo>
                  <a:pt x="638175" y="385763"/>
                </a:lnTo>
                <a:lnTo>
                  <a:pt x="633413" y="390525"/>
                </a:lnTo>
                <a:lnTo>
                  <a:pt x="628650" y="395288"/>
                </a:lnTo>
                <a:lnTo>
                  <a:pt x="628650" y="404813"/>
                </a:lnTo>
                <a:lnTo>
                  <a:pt x="628650" y="414338"/>
                </a:lnTo>
                <a:lnTo>
                  <a:pt x="623888" y="419100"/>
                </a:lnTo>
                <a:lnTo>
                  <a:pt x="619125" y="423863"/>
                </a:lnTo>
                <a:lnTo>
                  <a:pt x="619125" y="433388"/>
                </a:lnTo>
                <a:lnTo>
                  <a:pt x="619125" y="442913"/>
                </a:lnTo>
                <a:lnTo>
                  <a:pt x="614363" y="447675"/>
                </a:lnTo>
                <a:lnTo>
                  <a:pt x="609600" y="452438"/>
                </a:lnTo>
                <a:lnTo>
                  <a:pt x="609600" y="461963"/>
                </a:lnTo>
                <a:lnTo>
                  <a:pt x="604838" y="466725"/>
                </a:lnTo>
                <a:lnTo>
                  <a:pt x="600075" y="471488"/>
                </a:lnTo>
                <a:lnTo>
                  <a:pt x="600075" y="481013"/>
                </a:lnTo>
                <a:lnTo>
                  <a:pt x="600075" y="490538"/>
                </a:lnTo>
                <a:lnTo>
                  <a:pt x="595313" y="495300"/>
                </a:lnTo>
                <a:lnTo>
                  <a:pt x="590550" y="500063"/>
                </a:lnTo>
                <a:lnTo>
                  <a:pt x="590550" y="509588"/>
                </a:lnTo>
                <a:lnTo>
                  <a:pt x="585788" y="514350"/>
                </a:lnTo>
                <a:lnTo>
                  <a:pt x="581025" y="519113"/>
                </a:lnTo>
                <a:lnTo>
                  <a:pt x="581025" y="528638"/>
                </a:lnTo>
                <a:lnTo>
                  <a:pt x="576263" y="533400"/>
                </a:lnTo>
                <a:lnTo>
                  <a:pt x="571500" y="538163"/>
                </a:lnTo>
                <a:lnTo>
                  <a:pt x="571500" y="547688"/>
                </a:lnTo>
                <a:lnTo>
                  <a:pt x="566738" y="552450"/>
                </a:lnTo>
                <a:lnTo>
                  <a:pt x="561975" y="557213"/>
                </a:lnTo>
                <a:lnTo>
                  <a:pt x="557213" y="561975"/>
                </a:lnTo>
                <a:lnTo>
                  <a:pt x="552450" y="566738"/>
                </a:lnTo>
                <a:lnTo>
                  <a:pt x="552450" y="576263"/>
                </a:lnTo>
                <a:lnTo>
                  <a:pt x="547688" y="581025"/>
                </a:lnTo>
                <a:lnTo>
                  <a:pt x="542925" y="585788"/>
                </a:lnTo>
                <a:lnTo>
                  <a:pt x="542925" y="595313"/>
                </a:lnTo>
                <a:lnTo>
                  <a:pt x="538163" y="600075"/>
                </a:lnTo>
                <a:lnTo>
                  <a:pt x="533400" y="604838"/>
                </a:lnTo>
                <a:lnTo>
                  <a:pt x="528638" y="609600"/>
                </a:lnTo>
                <a:lnTo>
                  <a:pt x="523875" y="614363"/>
                </a:lnTo>
                <a:lnTo>
                  <a:pt x="523875" y="623888"/>
                </a:lnTo>
                <a:lnTo>
                  <a:pt x="519113" y="628650"/>
                </a:lnTo>
                <a:lnTo>
                  <a:pt x="514350" y="633413"/>
                </a:lnTo>
                <a:lnTo>
                  <a:pt x="509588" y="638175"/>
                </a:lnTo>
                <a:lnTo>
                  <a:pt x="504825" y="642938"/>
                </a:lnTo>
                <a:lnTo>
                  <a:pt x="500063" y="647700"/>
                </a:lnTo>
                <a:lnTo>
                  <a:pt x="495300" y="652463"/>
                </a:lnTo>
                <a:lnTo>
                  <a:pt x="495300" y="661988"/>
                </a:lnTo>
                <a:lnTo>
                  <a:pt x="490538" y="666750"/>
                </a:lnTo>
                <a:lnTo>
                  <a:pt x="485775" y="671513"/>
                </a:lnTo>
                <a:lnTo>
                  <a:pt x="481013" y="676275"/>
                </a:lnTo>
                <a:lnTo>
                  <a:pt x="471488" y="676275"/>
                </a:lnTo>
                <a:lnTo>
                  <a:pt x="466725" y="681038"/>
                </a:lnTo>
                <a:lnTo>
                  <a:pt x="461963" y="685800"/>
                </a:lnTo>
                <a:lnTo>
                  <a:pt x="457200" y="690563"/>
                </a:lnTo>
                <a:lnTo>
                  <a:pt x="452438" y="695325"/>
                </a:lnTo>
                <a:lnTo>
                  <a:pt x="447675" y="700088"/>
                </a:lnTo>
                <a:lnTo>
                  <a:pt x="442913" y="704850"/>
                </a:lnTo>
                <a:lnTo>
                  <a:pt x="433388" y="704850"/>
                </a:lnTo>
                <a:lnTo>
                  <a:pt x="423863" y="704850"/>
                </a:lnTo>
                <a:lnTo>
                  <a:pt x="414338" y="704850"/>
                </a:lnTo>
                <a:lnTo>
                  <a:pt x="404813" y="704850"/>
                </a:lnTo>
                <a:lnTo>
                  <a:pt x="395288" y="704850"/>
                </a:lnTo>
                <a:lnTo>
                  <a:pt x="390525" y="709613"/>
                </a:lnTo>
                <a:lnTo>
                  <a:pt x="385763" y="714375"/>
                </a:lnTo>
                <a:lnTo>
                  <a:pt x="376238" y="714375"/>
                </a:lnTo>
                <a:lnTo>
                  <a:pt x="366713" y="714375"/>
                </a:lnTo>
                <a:lnTo>
                  <a:pt x="357188" y="714375"/>
                </a:lnTo>
                <a:lnTo>
                  <a:pt x="347663" y="714375"/>
                </a:lnTo>
                <a:lnTo>
                  <a:pt x="338138" y="714375"/>
                </a:lnTo>
                <a:lnTo>
                  <a:pt x="328613" y="714375"/>
                </a:lnTo>
                <a:lnTo>
                  <a:pt x="319088" y="714375"/>
                </a:lnTo>
                <a:lnTo>
                  <a:pt x="309563" y="714375"/>
                </a:lnTo>
                <a:lnTo>
                  <a:pt x="300038" y="714375"/>
                </a:lnTo>
                <a:lnTo>
                  <a:pt x="290513" y="714375"/>
                </a:lnTo>
                <a:lnTo>
                  <a:pt x="280988" y="714375"/>
                </a:lnTo>
                <a:lnTo>
                  <a:pt x="271463" y="714375"/>
                </a:lnTo>
                <a:lnTo>
                  <a:pt x="266700" y="709613"/>
                </a:lnTo>
                <a:lnTo>
                  <a:pt x="261938" y="704850"/>
                </a:lnTo>
                <a:lnTo>
                  <a:pt x="252413" y="704850"/>
                </a:lnTo>
                <a:lnTo>
                  <a:pt x="242888" y="704850"/>
                </a:lnTo>
                <a:lnTo>
                  <a:pt x="233363" y="704850"/>
                </a:lnTo>
                <a:lnTo>
                  <a:pt x="228600" y="700088"/>
                </a:lnTo>
                <a:lnTo>
                  <a:pt x="223838" y="695325"/>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38113" y="657225"/>
                </a:lnTo>
                <a:lnTo>
                  <a:pt x="133350" y="652463"/>
                </a:lnTo>
                <a:lnTo>
                  <a:pt x="133350" y="642938"/>
                </a:lnTo>
                <a:lnTo>
                  <a:pt x="128588" y="638175"/>
                </a:lnTo>
                <a:lnTo>
                  <a:pt x="123825" y="633413"/>
                </a:lnTo>
                <a:lnTo>
                  <a:pt x="119063" y="628650"/>
                </a:lnTo>
                <a:lnTo>
                  <a:pt x="114300" y="623888"/>
                </a:lnTo>
                <a:lnTo>
                  <a:pt x="109538" y="619125"/>
                </a:lnTo>
                <a:lnTo>
                  <a:pt x="100013" y="619125"/>
                </a:lnTo>
                <a:lnTo>
                  <a:pt x="95250" y="614363"/>
                </a:lnTo>
                <a:lnTo>
                  <a:pt x="90488" y="609600"/>
                </a:lnTo>
                <a:lnTo>
                  <a:pt x="80963" y="609600"/>
                </a:lnTo>
                <a:lnTo>
                  <a:pt x="76200" y="604838"/>
                </a:lnTo>
                <a:lnTo>
                  <a:pt x="71438" y="600075"/>
                </a:lnTo>
                <a:lnTo>
                  <a:pt x="61913" y="600075"/>
                </a:lnTo>
                <a:lnTo>
                  <a:pt x="57150" y="595313"/>
                </a:lnTo>
                <a:lnTo>
                  <a:pt x="57150" y="585788"/>
                </a:lnTo>
                <a:lnTo>
                  <a:pt x="57150" y="576263"/>
                </a:lnTo>
                <a:lnTo>
                  <a:pt x="57150" y="566738"/>
                </a:lnTo>
                <a:lnTo>
                  <a:pt x="52388" y="561975"/>
                </a:lnTo>
                <a:lnTo>
                  <a:pt x="42863" y="561975"/>
                </a:lnTo>
                <a:lnTo>
                  <a:pt x="38100" y="557213"/>
                </a:lnTo>
                <a:lnTo>
                  <a:pt x="33338" y="552450"/>
                </a:lnTo>
                <a:lnTo>
                  <a:pt x="28575" y="547688"/>
                </a:lnTo>
                <a:lnTo>
                  <a:pt x="23813" y="542925"/>
                </a:lnTo>
                <a:lnTo>
                  <a:pt x="14288" y="542925"/>
                </a:lnTo>
                <a:lnTo>
                  <a:pt x="9525" y="538163"/>
                </a:lnTo>
                <a:lnTo>
                  <a:pt x="9525" y="528638"/>
                </a:lnTo>
                <a:lnTo>
                  <a:pt x="9525" y="519113"/>
                </a:lnTo>
                <a:lnTo>
                  <a:pt x="9525" y="509588"/>
                </a:lnTo>
                <a:lnTo>
                  <a:pt x="9525" y="500063"/>
                </a:lnTo>
                <a:lnTo>
                  <a:pt x="9525" y="490538"/>
                </a:lnTo>
                <a:lnTo>
                  <a:pt x="9525" y="481013"/>
                </a:lnTo>
                <a:lnTo>
                  <a:pt x="4763" y="476250"/>
                </a:lnTo>
                <a:lnTo>
                  <a:pt x="0" y="471488"/>
                </a:lnTo>
                <a:lnTo>
                  <a:pt x="0" y="461963"/>
                </a:lnTo>
                <a:lnTo>
                  <a:pt x="0" y="452438"/>
                </a:lnTo>
                <a:lnTo>
                  <a:pt x="0" y="442913"/>
                </a:lnTo>
                <a:lnTo>
                  <a:pt x="0" y="433388"/>
                </a:lnTo>
                <a:lnTo>
                  <a:pt x="4763" y="428625"/>
                </a:lnTo>
                <a:lnTo>
                  <a:pt x="9525" y="423863"/>
                </a:lnTo>
                <a:lnTo>
                  <a:pt x="9525" y="414338"/>
                </a:lnTo>
                <a:lnTo>
                  <a:pt x="9525" y="404813"/>
                </a:lnTo>
                <a:lnTo>
                  <a:pt x="9525" y="395288"/>
                </a:lnTo>
                <a:lnTo>
                  <a:pt x="9525" y="385763"/>
                </a:lnTo>
                <a:lnTo>
                  <a:pt x="14288" y="381000"/>
                </a:lnTo>
                <a:lnTo>
                  <a:pt x="19050" y="376238"/>
                </a:lnTo>
                <a:lnTo>
                  <a:pt x="19050" y="366713"/>
                </a:lnTo>
                <a:lnTo>
                  <a:pt x="19050" y="357188"/>
                </a:lnTo>
                <a:lnTo>
                  <a:pt x="19050" y="347663"/>
                </a:lnTo>
                <a:lnTo>
                  <a:pt x="23813" y="342900"/>
                </a:lnTo>
                <a:lnTo>
                  <a:pt x="28575" y="338138"/>
                </a:lnTo>
                <a:lnTo>
                  <a:pt x="28575" y="328613"/>
                </a:lnTo>
                <a:lnTo>
                  <a:pt x="28575" y="319088"/>
                </a:lnTo>
                <a:lnTo>
                  <a:pt x="28575" y="309563"/>
                </a:lnTo>
                <a:lnTo>
                  <a:pt x="33338" y="304800"/>
                </a:lnTo>
                <a:lnTo>
                  <a:pt x="38100" y="300038"/>
                </a:lnTo>
                <a:lnTo>
                  <a:pt x="38100" y="290513"/>
                </a:lnTo>
                <a:lnTo>
                  <a:pt x="38100" y="280988"/>
                </a:lnTo>
                <a:lnTo>
                  <a:pt x="42863" y="276225"/>
                </a:lnTo>
                <a:lnTo>
                  <a:pt x="47625" y="271463"/>
                </a:lnTo>
                <a:lnTo>
                  <a:pt x="47625" y="261938"/>
                </a:lnTo>
                <a:lnTo>
                  <a:pt x="52388" y="257175"/>
                </a:lnTo>
                <a:lnTo>
                  <a:pt x="57150" y="252413"/>
                </a:lnTo>
                <a:lnTo>
                  <a:pt x="57150" y="242888"/>
                </a:lnTo>
                <a:lnTo>
                  <a:pt x="57150" y="233363"/>
                </a:lnTo>
                <a:lnTo>
                  <a:pt x="61913" y="228600"/>
                </a:lnTo>
                <a:lnTo>
                  <a:pt x="66675" y="223838"/>
                </a:lnTo>
                <a:lnTo>
                  <a:pt x="66675" y="214313"/>
                </a:lnTo>
                <a:lnTo>
                  <a:pt x="71438" y="209550"/>
                </a:lnTo>
                <a:lnTo>
                  <a:pt x="76200" y="204788"/>
                </a:lnTo>
                <a:lnTo>
                  <a:pt x="76200" y="195263"/>
                </a:lnTo>
                <a:lnTo>
                  <a:pt x="80963" y="190500"/>
                </a:lnTo>
                <a:lnTo>
                  <a:pt x="85725" y="185738"/>
                </a:lnTo>
                <a:lnTo>
                  <a:pt x="85725" y="176213"/>
                </a:lnTo>
                <a:lnTo>
                  <a:pt x="90488" y="171450"/>
                </a:lnTo>
                <a:lnTo>
                  <a:pt x="95250" y="166688"/>
                </a:lnTo>
                <a:lnTo>
                  <a:pt x="95250" y="157163"/>
                </a:lnTo>
                <a:lnTo>
                  <a:pt x="100013" y="152400"/>
                </a:lnTo>
                <a:lnTo>
                  <a:pt x="104775" y="147638"/>
                </a:lnTo>
                <a:lnTo>
                  <a:pt x="104775" y="138113"/>
                </a:lnTo>
                <a:lnTo>
                  <a:pt x="109538" y="133350"/>
                </a:lnTo>
                <a:lnTo>
                  <a:pt x="114300" y="128588"/>
                </a:lnTo>
                <a:lnTo>
                  <a:pt x="114300" y="119063"/>
                </a:lnTo>
                <a:lnTo>
                  <a:pt x="119063" y="114300"/>
                </a:lnTo>
                <a:lnTo>
                  <a:pt x="123825" y="109538"/>
                </a:lnTo>
                <a:lnTo>
                  <a:pt x="128588" y="104775"/>
                </a:lnTo>
                <a:lnTo>
                  <a:pt x="133350" y="100013"/>
                </a:lnTo>
                <a:lnTo>
                  <a:pt x="133350" y="90488"/>
                </a:lnTo>
                <a:lnTo>
                  <a:pt x="138113" y="85725"/>
                </a:lnTo>
                <a:lnTo>
                  <a:pt x="142875" y="80963"/>
                </a:lnTo>
                <a:lnTo>
                  <a:pt x="142875" y="71438"/>
                </a:lnTo>
                <a:lnTo>
                  <a:pt x="147638" y="66675"/>
                </a:lnTo>
                <a:lnTo>
                  <a:pt x="157163" y="66675"/>
                </a:lnTo>
                <a:lnTo>
                  <a:pt x="161925" y="61913"/>
                </a:lnTo>
                <a:lnTo>
                  <a:pt x="166688" y="57150"/>
                </a:lnTo>
                <a:lnTo>
                  <a:pt x="171450" y="52388"/>
                </a:lnTo>
                <a:lnTo>
                  <a:pt x="171450" y="42863"/>
                </a:lnTo>
                <a:lnTo>
                  <a:pt x="176213" y="38100"/>
                </a:lnTo>
                <a:lnTo>
                  <a:pt x="185738" y="38100"/>
                </a:lnTo>
                <a:lnTo>
                  <a:pt x="190500" y="33338"/>
                </a:lnTo>
                <a:lnTo>
                  <a:pt x="195263" y="28575"/>
                </a:lnTo>
                <a:lnTo>
                  <a:pt x="204788" y="28575"/>
                </a:lnTo>
                <a:lnTo>
                  <a:pt x="209550" y="23813"/>
                </a:lnTo>
                <a:lnTo>
                  <a:pt x="214313" y="19050"/>
                </a:lnTo>
                <a:lnTo>
                  <a:pt x="223838" y="19050"/>
                </a:lnTo>
                <a:lnTo>
                  <a:pt x="233363" y="19050"/>
                </a:lnTo>
                <a:lnTo>
                  <a:pt x="242888" y="19050"/>
                </a:lnTo>
                <a:lnTo>
                  <a:pt x="252413" y="19050"/>
                </a:lnTo>
                <a:lnTo>
                  <a:pt x="257175" y="14288"/>
                </a:lnTo>
                <a:lnTo>
                  <a:pt x="261938" y="9525"/>
                </a:lnTo>
                <a:lnTo>
                  <a:pt x="271463" y="9525"/>
                </a:lnTo>
                <a:lnTo>
                  <a:pt x="280988" y="9525"/>
                </a:lnTo>
                <a:lnTo>
                  <a:pt x="290513" y="9525"/>
                </a:lnTo>
                <a:lnTo>
                  <a:pt x="300038" y="9525"/>
                </a:lnTo>
                <a:lnTo>
                  <a:pt x="304800" y="4763"/>
                </a:lnTo>
                <a:close/>
              </a:path>
            </a:pathLst>
          </a:custGeom>
          <a:solidFill xmlns:a="http://schemas.openxmlformats.org/drawingml/2006/main">
            <a:srgbClr val="D2D2D2"/>
          </a:solidFill>
          <a:ln xmlns:a="http://schemas.openxmlformats.org/drawingml/2006/main" w="0">
            <a:noFill/>
            <a:prstDash val="solid"/>
          </a:ln>
        </p:spPr>
      </p:sp>
      <p:sp>
        <p:nvSpPr>
          <p:cNvPr id="89" name="deep-skill-chaining-source-component-1-gradient-212-0">
            <a:extLst xmlns:a="http://schemas.openxmlformats.org/drawingml/2006/main">
              <a:ext uri="{FF2B5EF4-FFF2-40B4-BE49-F238E27FC236}">
                <a16:creationId xmlns:a16="http://schemas.microsoft.com/office/drawing/2014/main" id="{69392B04-8E3A-43F1-9588-079A3E209998}"/>
              </a:ext>
            </a:extLst>
          </p:cNvPr>
          <p:cNvSpPr>
            <a:spLocks xmlns:a="http://schemas.openxmlformats.org/drawingml/2006/main" noGrp="1"/>
          </p:cNvSpPr>
          <p:nvPr/>
        </p:nvSpPr>
        <p:spPr>
          <a:xfrm xmlns:a="http://schemas.openxmlformats.org/drawingml/2006/main" rot="0">
            <a:off x="6629400" y="1095375"/>
            <a:ext cx="666750" cy="685800"/>
          </a:xfrm>
          <a:custGeom xmlns:a="http://schemas.openxmlformats.org/drawingml/2006/main">
            <a:pathLst>
              <a:path w="666750" h="68580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0525" y="4763"/>
                </a:lnTo>
                <a:lnTo>
                  <a:pt x="395288" y="9525"/>
                </a:lnTo>
                <a:lnTo>
                  <a:pt x="404813" y="9525"/>
                </a:lnTo>
                <a:lnTo>
                  <a:pt x="414338" y="9525"/>
                </a:lnTo>
                <a:lnTo>
                  <a:pt x="423863" y="9525"/>
                </a:lnTo>
                <a:lnTo>
                  <a:pt x="433388" y="9525"/>
                </a:lnTo>
                <a:lnTo>
                  <a:pt x="438150" y="14288"/>
                </a:lnTo>
                <a:lnTo>
                  <a:pt x="442913" y="19050"/>
                </a:lnTo>
                <a:lnTo>
                  <a:pt x="452438" y="19050"/>
                </a:lnTo>
                <a:lnTo>
                  <a:pt x="457200" y="23813"/>
                </a:lnTo>
                <a:lnTo>
                  <a:pt x="461963" y="28575"/>
                </a:lnTo>
                <a:lnTo>
                  <a:pt x="471488" y="28575"/>
                </a:lnTo>
                <a:lnTo>
                  <a:pt x="476250" y="33338"/>
                </a:lnTo>
                <a:lnTo>
                  <a:pt x="481013" y="38100"/>
                </a:lnTo>
                <a:lnTo>
                  <a:pt x="490538" y="38100"/>
                </a:lnTo>
                <a:lnTo>
                  <a:pt x="495300" y="42863"/>
                </a:lnTo>
                <a:lnTo>
                  <a:pt x="500063" y="47625"/>
                </a:lnTo>
                <a:lnTo>
                  <a:pt x="509588" y="47625"/>
                </a:lnTo>
                <a:lnTo>
                  <a:pt x="514350" y="52388"/>
                </a:lnTo>
                <a:lnTo>
                  <a:pt x="519113" y="57150"/>
                </a:lnTo>
                <a:lnTo>
                  <a:pt x="528638" y="57150"/>
                </a:lnTo>
                <a:lnTo>
                  <a:pt x="533400" y="61913"/>
                </a:lnTo>
                <a:lnTo>
                  <a:pt x="538163" y="66675"/>
                </a:lnTo>
                <a:lnTo>
                  <a:pt x="542925" y="71438"/>
                </a:lnTo>
                <a:lnTo>
                  <a:pt x="547688" y="76200"/>
                </a:lnTo>
                <a:lnTo>
                  <a:pt x="557213" y="76200"/>
                </a:lnTo>
                <a:lnTo>
                  <a:pt x="561975" y="80963"/>
                </a:lnTo>
                <a:lnTo>
                  <a:pt x="566738" y="85725"/>
                </a:lnTo>
                <a:lnTo>
                  <a:pt x="576263" y="85725"/>
                </a:lnTo>
                <a:lnTo>
                  <a:pt x="581025" y="90488"/>
                </a:lnTo>
                <a:lnTo>
                  <a:pt x="581025" y="100013"/>
                </a:lnTo>
                <a:lnTo>
                  <a:pt x="581025" y="109538"/>
                </a:lnTo>
                <a:lnTo>
                  <a:pt x="585788" y="114300"/>
                </a:lnTo>
                <a:lnTo>
                  <a:pt x="590550" y="119063"/>
                </a:lnTo>
                <a:lnTo>
                  <a:pt x="595313" y="123825"/>
                </a:lnTo>
                <a:lnTo>
                  <a:pt x="600075" y="128588"/>
                </a:lnTo>
                <a:lnTo>
                  <a:pt x="604838" y="133350"/>
                </a:lnTo>
                <a:lnTo>
                  <a:pt x="609600" y="138113"/>
                </a:lnTo>
                <a:lnTo>
                  <a:pt x="614363" y="142875"/>
                </a:lnTo>
                <a:lnTo>
                  <a:pt x="619125" y="147638"/>
                </a:lnTo>
                <a:lnTo>
                  <a:pt x="619125" y="157163"/>
                </a:lnTo>
                <a:lnTo>
                  <a:pt x="623888" y="161925"/>
                </a:lnTo>
                <a:lnTo>
                  <a:pt x="628650" y="166688"/>
                </a:lnTo>
                <a:lnTo>
                  <a:pt x="633413" y="171450"/>
                </a:lnTo>
                <a:lnTo>
                  <a:pt x="638175" y="176213"/>
                </a:lnTo>
                <a:lnTo>
                  <a:pt x="638175" y="185738"/>
                </a:lnTo>
                <a:lnTo>
                  <a:pt x="638175" y="195263"/>
                </a:lnTo>
                <a:lnTo>
                  <a:pt x="642938" y="200025"/>
                </a:lnTo>
                <a:lnTo>
                  <a:pt x="647700" y="204788"/>
                </a:lnTo>
                <a:lnTo>
                  <a:pt x="647700" y="214313"/>
                </a:lnTo>
                <a:lnTo>
                  <a:pt x="647700" y="223838"/>
                </a:lnTo>
                <a:lnTo>
                  <a:pt x="647700" y="233363"/>
                </a:lnTo>
                <a:lnTo>
                  <a:pt x="652463" y="238125"/>
                </a:lnTo>
                <a:lnTo>
                  <a:pt x="657225" y="242888"/>
                </a:lnTo>
                <a:lnTo>
                  <a:pt x="657225" y="252413"/>
                </a:lnTo>
                <a:lnTo>
                  <a:pt x="661988" y="257175"/>
                </a:lnTo>
                <a:lnTo>
                  <a:pt x="666750" y="261938"/>
                </a:lnTo>
                <a:lnTo>
                  <a:pt x="661988" y="266700"/>
                </a:lnTo>
                <a:lnTo>
                  <a:pt x="657225" y="271463"/>
                </a:lnTo>
                <a:lnTo>
                  <a:pt x="657225" y="280988"/>
                </a:lnTo>
                <a:lnTo>
                  <a:pt x="657225" y="290513"/>
                </a:lnTo>
                <a:lnTo>
                  <a:pt x="657225" y="300038"/>
                </a:lnTo>
                <a:lnTo>
                  <a:pt x="657225" y="309563"/>
                </a:lnTo>
                <a:lnTo>
                  <a:pt x="652463" y="314325"/>
                </a:lnTo>
                <a:lnTo>
                  <a:pt x="647700" y="319088"/>
                </a:lnTo>
                <a:lnTo>
                  <a:pt x="647700" y="328613"/>
                </a:lnTo>
                <a:lnTo>
                  <a:pt x="647700" y="338138"/>
                </a:lnTo>
                <a:lnTo>
                  <a:pt x="642938" y="342900"/>
                </a:lnTo>
                <a:lnTo>
                  <a:pt x="638175" y="347663"/>
                </a:lnTo>
                <a:lnTo>
                  <a:pt x="638175" y="357188"/>
                </a:lnTo>
                <a:lnTo>
                  <a:pt x="638175" y="366713"/>
                </a:lnTo>
                <a:lnTo>
                  <a:pt x="633413" y="371475"/>
                </a:lnTo>
                <a:lnTo>
                  <a:pt x="628650" y="376238"/>
                </a:lnTo>
                <a:lnTo>
                  <a:pt x="628650" y="385763"/>
                </a:lnTo>
                <a:lnTo>
                  <a:pt x="628650" y="395288"/>
                </a:lnTo>
                <a:lnTo>
                  <a:pt x="623888" y="400050"/>
                </a:lnTo>
                <a:lnTo>
                  <a:pt x="619125" y="404813"/>
                </a:lnTo>
                <a:lnTo>
                  <a:pt x="619125" y="414338"/>
                </a:lnTo>
                <a:lnTo>
                  <a:pt x="619125" y="423863"/>
                </a:lnTo>
                <a:lnTo>
                  <a:pt x="614363" y="428625"/>
                </a:lnTo>
                <a:lnTo>
                  <a:pt x="609600" y="433388"/>
                </a:lnTo>
                <a:lnTo>
                  <a:pt x="609600" y="442913"/>
                </a:lnTo>
                <a:lnTo>
                  <a:pt x="604838" y="447675"/>
                </a:lnTo>
                <a:lnTo>
                  <a:pt x="600075" y="452438"/>
                </a:lnTo>
                <a:lnTo>
                  <a:pt x="600075" y="461963"/>
                </a:lnTo>
                <a:lnTo>
                  <a:pt x="600075" y="471488"/>
                </a:lnTo>
                <a:lnTo>
                  <a:pt x="595313" y="476250"/>
                </a:lnTo>
                <a:lnTo>
                  <a:pt x="590550" y="481013"/>
                </a:lnTo>
                <a:lnTo>
                  <a:pt x="590550" y="490538"/>
                </a:lnTo>
                <a:lnTo>
                  <a:pt x="585788" y="495300"/>
                </a:lnTo>
                <a:lnTo>
                  <a:pt x="581025" y="500063"/>
                </a:lnTo>
                <a:lnTo>
                  <a:pt x="581025" y="509588"/>
                </a:lnTo>
                <a:lnTo>
                  <a:pt x="576263" y="514350"/>
                </a:lnTo>
                <a:lnTo>
                  <a:pt x="571500" y="519113"/>
                </a:lnTo>
                <a:lnTo>
                  <a:pt x="571500" y="528638"/>
                </a:lnTo>
                <a:lnTo>
                  <a:pt x="566738" y="533400"/>
                </a:lnTo>
                <a:lnTo>
                  <a:pt x="561975" y="538163"/>
                </a:lnTo>
                <a:lnTo>
                  <a:pt x="557213" y="542925"/>
                </a:lnTo>
                <a:lnTo>
                  <a:pt x="552450" y="547688"/>
                </a:lnTo>
                <a:lnTo>
                  <a:pt x="552450" y="557213"/>
                </a:lnTo>
                <a:lnTo>
                  <a:pt x="547688" y="561975"/>
                </a:lnTo>
                <a:lnTo>
                  <a:pt x="542925" y="566738"/>
                </a:lnTo>
                <a:lnTo>
                  <a:pt x="542925" y="576263"/>
                </a:lnTo>
                <a:lnTo>
                  <a:pt x="538163" y="581025"/>
                </a:lnTo>
                <a:lnTo>
                  <a:pt x="533400" y="585788"/>
                </a:lnTo>
                <a:lnTo>
                  <a:pt x="528638" y="590550"/>
                </a:lnTo>
                <a:lnTo>
                  <a:pt x="523875" y="595313"/>
                </a:lnTo>
                <a:lnTo>
                  <a:pt x="523875" y="604838"/>
                </a:lnTo>
                <a:lnTo>
                  <a:pt x="519113" y="609600"/>
                </a:lnTo>
                <a:lnTo>
                  <a:pt x="514350" y="614363"/>
                </a:lnTo>
                <a:lnTo>
                  <a:pt x="509588" y="619125"/>
                </a:lnTo>
                <a:lnTo>
                  <a:pt x="504825" y="623888"/>
                </a:lnTo>
                <a:lnTo>
                  <a:pt x="500063" y="628650"/>
                </a:lnTo>
                <a:lnTo>
                  <a:pt x="495300" y="633413"/>
                </a:lnTo>
                <a:lnTo>
                  <a:pt x="490538" y="638175"/>
                </a:lnTo>
                <a:lnTo>
                  <a:pt x="485775" y="642938"/>
                </a:lnTo>
                <a:lnTo>
                  <a:pt x="481013" y="647700"/>
                </a:lnTo>
                <a:lnTo>
                  <a:pt x="471488" y="647700"/>
                </a:lnTo>
                <a:lnTo>
                  <a:pt x="461963" y="647700"/>
                </a:lnTo>
                <a:lnTo>
                  <a:pt x="457200" y="652463"/>
                </a:lnTo>
                <a:lnTo>
                  <a:pt x="452438" y="657225"/>
                </a:lnTo>
                <a:lnTo>
                  <a:pt x="447675" y="661988"/>
                </a:lnTo>
                <a:lnTo>
                  <a:pt x="442913" y="666750"/>
                </a:lnTo>
                <a:lnTo>
                  <a:pt x="433388" y="666750"/>
                </a:lnTo>
                <a:lnTo>
                  <a:pt x="423863" y="666750"/>
                </a:lnTo>
                <a:lnTo>
                  <a:pt x="414338" y="666750"/>
                </a:lnTo>
                <a:lnTo>
                  <a:pt x="409575" y="671513"/>
                </a:lnTo>
                <a:lnTo>
                  <a:pt x="404813" y="676275"/>
                </a:lnTo>
                <a:lnTo>
                  <a:pt x="395288" y="676275"/>
                </a:lnTo>
                <a:lnTo>
                  <a:pt x="385763" y="676275"/>
                </a:lnTo>
                <a:lnTo>
                  <a:pt x="376238" y="676275"/>
                </a:lnTo>
                <a:lnTo>
                  <a:pt x="366713" y="676275"/>
                </a:lnTo>
                <a:lnTo>
                  <a:pt x="357188" y="676275"/>
                </a:lnTo>
                <a:lnTo>
                  <a:pt x="347663" y="676275"/>
                </a:lnTo>
                <a:lnTo>
                  <a:pt x="338138" y="676275"/>
                </a:lnTo>
                <a:lnTo>
                  <a:pt x="333375" y="681038"/>
                </a:lnTo>
                <a:lnTo>
                  <a:pt x="328613" y="685800"/>
                </a:lnTo>
                <a:lnTo>
                  <a:pt x="323850" y="681038"/>
                </a:lnTo>
                <a:lnTo>
                  <a:pt x="319088" y="676275"/>
                </a:lnTo>
                <a:lnTo>
                  <a:pt x="309563" y="676275"/>
                </a:lnTo>
                <a:lnTo>
                  <a:pt x="300038" y="676275"/>
                </a:lnTo>
                <a:lnTo>
                  <a:pt x="290513" y="676275"/>
                </a:lnTo>
                <a:lnTo>
                  <a:pt x="280988" y="676275"/>
                </a:lnTo>
                <a:lnTo>
                  <a:pt x="271463" y="676275"/>
                </a:lnTo>
                <a:lnTo>
                  <a:pt x="261938" y="676275"/>
                </a:lnTo>
                <a:lnTo>
                  <a:pt x="252413" y="676275"/>
                </a:lnTo>
                <a:lnTo>
                  <a:pt x="247650" y="671513"/>
                </a:lnTo>
                <a:lnTo>
                  <a:pt x="242888" y="666750"/>
                </a:lnTo>
                <a:lnTo>
                  <a:pt x="233363" y="666750"/>
                </a:lnTo>
                <a:lnTo>
                  <a:pt x="223838" y="666750"/>
                </a:lnTo>
                <a:lnTo>
                  <a:pt x="214313" y="666750"/>
                </a:lnTo>
                <a:lnTo>
                  <a:pt x="209550" y="661988"/>
                </a:lnTo>
                <a:lnTo>
                  <a:pt x="204788" y="657225"/>
                </a:lnTo>
                <a:lnTo>
                  <a:pt x="200025" y="652463"/>
                </a:lnTo>
                <a:lnTo>
                  <a:pt x="195263" y="647700"/>
                </a:lnTo>
                <a:lnTo>
                  <a:pt x="185738" y="647700"/>
                </a:lnTo>
                <a:lnTo>
                  <a:pt x="180975" y="642938"/>
                </a:lnTo>
                <a:lnTo>
                  <a:pt x="176213" y="638175"/>
                </a:lnTo>
                <a:lnTo>
                  <a:pt x="166688" y="638175"/>
                </a:lnTo>
                <a:lnTo>
                  <a:pt x="157163" y="638175"/>
                </a:lnTo>
                <a:lnTo>
                  <a:pt x="152400" y="633413"/>
                </a:lnTo>
                <a:lnTo>
                  <a:pt x="152400" y="623888"/>
                </a:lnTo>
                <a:lnTo>
                  <a:pt x="147638" y="619125"/>
                </a:lnTo>
                <a:lnTo>
                  <a:pt x="142875" y="614363"/>
                </a:lnTo>
                <a:lnTo>
                  <a:pt x="138113" y="609600"/>
                </a:lnTo>
                <a:lnTo>
                  <a:pt x="133350" y="604838"/>
                </a:lnTo>
                <a:lnTo>
                  <a:pt x="128588" y="600075"/>
                </a:lnTo>
                <a:lnTo>
                  <a:pt x="119063" y="600075"/>
                </a:lnTo>
                <a:lnTo>
                  <a:pt x="114300" y="595313"/>
                </a:lnTo>
                <a:lnTo>
                  <a:pt x="109538" y="590550"/>
                </a:lnTo>
                <a:lnTo>
                  <a:pt x="100013" y="590550"/>
                </a:lnTo>
                <a:lnTo>
                  <a:pt x="95250" y="585788"/>
                </a:lnTo>
                <a:lnTo>
                  <a:pt x="90488" y="581025"/>
                </a:lnTo>
                <a:lnTo>
                  <a:pt x="85725" y="576263"/>
                </a:lnTo>
                <a:lnTo>
                  <a:pt x="85725" y="566738"/>
                </a:lnTo>
                <a:lnTo>
                  <a:pt x="85725" y="557213"/>
                </a:lnTo>
                <a:lnTo>
                  <a:pt x="80963" y="552450"/>
                </a:lnTo>
                <a:lnTo>
                  <a:pt x="76200" y="547688"/>
                </a:lnTo>
                <a:lnTo>
                  <a:pt x="71438" y="542925"/>
                </a:lnTo>
                <a:lnTo>
                  <a:pt x="66675" y="538163"/>
                </a:lnTo>
                <a:lnTo>
                  <a:pt x="61913" y="533400"/>
                </a:lnTo>
                <a:lnTo>
                  <a:pt x="57150" y="528638"/>
                </a:lnTo>
                <a:lnTo>
                  <a:pt x="52388" y="523875"/>
                </a:lnTo>
                <a:lnTo>
                  <a:pt x="42863" y="523875"/>
                </a:lnTo>
                <a:lnTo>
                  <a:pt x="38100" y="519113"/>
                </a:lnTo>
                <a:lnTo>
                  <a:pt x="38100" y="509588"/>
                </a:lnTo>
                <a:lnTo>
                  <a:pt x="33338" y="504825"/>
                </a:lnTo>
                <a:lnTo>
                  <a:pt x="28575" y="500063"/>
                </a:lnTo>
                <a:lnTo>
                  <a:pt x="28575" y="490538"/>
                </a:lnTo>
                <a:lnTo>
                  <a:pt x="28575" y="481013"/>
                </a:lnTo>
                <a:lnTo>
                  <a:pt x="28575" y="471488"/>
                </a:lnTo>
                <a:lnTo>
                  <a:pt x="28575" y="461963"/>
                </a:lnTo>
                <a:lnTo>
                  <a:pt x="23813" y="457200"/>
                </a:lnTo>
                <a:lnTo>
                  <a:pt x="19050" y="452438"/>
                </a:lnTo>
                <a:lnTo>
                  <a:pt x="14288" y="447675"/>
                </a:lnTo>
                <a:lnTo>
                  <a:pt x="9525" y="442913"/>
                </a:lnTo>
                <a:lnTo>
                  <a:pt x="9525" y="433388"/>
                </a:lnTo>
                <a:lnTo>
                  <a:pt x="4763" y="428625"/>
                </a:lnTo>
                <a:lnTo>
                  <a:pt x="0" y="423863"/>
                </a:lnTo>
                <a:lnTo>
                  <a:pt x="0" y="414338"/>
                </a:lnTo>
                <a:lnTo>
                  <a:pt x="4763" y="409575"/>
                </a:lnTo>
                <a:lnTo>
                  <a:pt x="9525" y="404813"/>
                </a:lnTo>
                <a:lnTo>
                  <a:pt x="9525" y="395288"/>
                </a:lnTo>
                <a:lnTo>
                  <a:pt x="9525" y="385763"/>
                </a:lnTo>
                <a:lnTo>
                  <a:pt x="9525" y="376238"/>
                </a:lnTo>
                <a:lnTo>
                  <a:pt x="9525" y="366713"/>
                </a:lnTo>
                <a:lnTo>
                  <a:pt x="14288" y="361950"/>
                </a:lnTo>
                <a:lnTo>
                  <a:pt x="19050" y="357188"/>
                </a:lnTo>
                <a:lnTo>
                  <a:pt x="19050" y="347663"/>
                </a:lnTo>
                <a:lnTo>
                  <a:pt x="19050" y="338138"/>
                </a:lnTo>
                <a:lnTo>
                  <a:pt x="19050" y="328613"/>
                </a:lnTo>
                <a:lnTo>
                  <a:pt x="23813" y="323850"/>
                </a:lnTo>
                <a:lnTo>
                  <a:pt x="28575" y="319088"/>
                </a:lnTo>
                <a:lnTo>
                  <a:pt x="28575" y="309563"/>
                </a:lnTo>
                <a:lnTo>
                  <a:pt x="28575" y="300038"/>
                </a:lnTo>
                <a:lnTo>
                  <a:pt x="28575" y="290513"/>
                </a:lnTo>
                <a:lnTo>
                  <a:pt x="33338" y="285750"/>
                </a:lnTo>
                <a:lnTo>
                  <a:pt x="38100" y="280988"/>
                </a:lnTo>
                <a:lnTo>
                  <a:pt x="38100" y="271463"/>
                </a:lnTo>
                <a:lnTo>
                  <a:pt x="38100" y="261938"/>
                </a:lnTo>
                <a:lnTo>
                  <a:pt x="42863" y="257175"/>
                </a:lnTo>
                <a:lnTo>
                  <a:pt x="47625" y="252413"/>
                </a:lnTo>
                <a:lnTo>
                  <a:pt x="47625" y="242888"/>
                </a:lnTo>
                <a:lnTo>
                  <a:pt x="52388" y="238125"/>
                </a:lnTo>
                <a:lnTo>
                  <a:pt x="57150" y="233363"/>
                </a:lnTo>
                <a:lnTo>
                  <a:pt x="57150" y="223838"/>
                </a:lnTo>
                <a:lnTo>
                  <a:pt x="57150" y="214313"/>
                </a:lnTo>
                <a:lnTo>
                  <a:pt x="61913" y="209550"/>
                </a:lnTo>
                <a:lnTo>
                  <a:pt x="66675" y="204788"/>
                </a:lnTo>
                <a:lnTo>
                  <a:pt x="66675" y="195263"/>
                </a:lnTo>
                <a:lnTo>
                  <a:pt x="71438" y="190500"/>
                </a:lnTo>
                <a:lnTo>
                  <a:pt x="76200" y="185738"/>
                </a:lnTo>
                <a:lnTo>
                  <a:pt x="76200" y="176213"/>
                </a:lnTo>
                <a:lnTo>
                  <a:pt x="80963" y="171450"/>
                </a:lnTo>
                <a:lnTo>
                  <a:pt x="85725" y="166688"/>
                </a:lnTo>
                <a:lnTo>
                  <a:pt x="85725" y="157163"/>
                </a:lnTo>
                <a:lnTo>
                  <a:pt x="90488" y="152400"/>
                </a:lnTo>
                <a:lnTo>
                  <a:pt x="95250" y="147638"/>
                </a:lnTo>
                <a:lnTo>
                  <a:pt x="95250" y="138113"/>
                </a:lnTo>
                <a:lnTo>
                  <a:pt x="100013" y="133350"/>
                </a:lnTo>
                <a:lnTo>
                  <a:pt x="104775" y="128588"/>
                </a:lnTo>
                <a:lnTo>
                  <a:pt x="104775" y="119063"/>
                </a:lnTo>
                <a:lnTo>
                  <a:pt x="109538" y="114300"/>
                </a:lnTo>
                <a:lnTo>
                  <a:pt x="114300" y="109538"/>
                </a:lnTo>
                <a:lnTo>
                  <a:pt x="114300" y="100013"/>
                </a:lnTo>
                <a:lnTo>
                  <a:pt x="119063" y="95250"/>
                </a:lnTo>
                <a:lnTo>
                  <a:pt x="123825" y="90488"/>
                </a:lnTo>
                <a:lnTo>
                  <a:pt x="128588" y="85725"/>
                </a:lnTo>
                <a:lnTo>
                  <a:pt x="133350" y="80963"/>
                </a:lnTo>
                <a:lnTo>
                  <a:pt x="133350" y="71438"/>
                </a:lnTo>
                <a:lnTo>
                  <a:pt x="138113" y="66675"/>
                </a:lnTo>
                <a:lnTo>
                  <a:pt x="142875" y="61913"/>
                </a:lnTo>
                <a:lnTo>
                  <a:pt x="147638" y="57150"/>
                </a:lnTo>
                <a:lnTo>
                  <a:pt x="157163" y="57150"/>
                </a:lnTo>
                <a:lnTo>
                  <a:pt x="161925" y="52388"/>
                </a:lnTo>
                <a:lnTo>
                  <a:pt x="166688" y="47625"/>
                </a:lnTo>
                <a:lnTo>
                  <a:pt x="171450" y="42863"/>
                </a:lnTo>
                <a:lnTo>
                  <a:pt x="176213" y="38100"/>
                </a:lnTo>
                <a:lnTo>
                  <a:pt x="180975" y="33338"/>
                </a:lnTo>
                <a:lnTo>
                  <a:pt x="185738" y="28575"/>
                </a:lnTo>
                <a:lnTo>
                  <a:pt x="195263" y="28575"/>
                </a:lnTo>
                <a:lnTo>
                  <a:pt x="200025" y="23813"/>
                </a:lnTo>
                <a:lnTo>
                  <a:pt x="204788" y="19050"/>
                </a:lnTo>
                <a:lnTo>
                  <a:pt x="214313" y="19050"/>
                </a:lnTo>
                <a:lnTo>
                  <a:pt x="223838" y="19050"/>
                </a:lnTo>
                <a:lnTo>
                  <a:pt x="233363" y="19050"/>
                </a:lnTo>
                <a:lnTo>
                  <a:pt x="238125" y="14288"/>
                </a:lnTo>
                <a:lnTo>
                  <a:pt x="242888" y="9525"/>
                </a:lnTo>
                <a:lnTo>
                  <a:pt x="252413" y="9525"/>
                </a:lnTo>
                <a:lnTo>
                  <a:pt x="261938" y="9525"/>
                </a:lnTo>
                <a:lnTo>
                  <a:pt x="266700" y="4763"/>
                </a:lnTo>
                <a:close/>
              </a:path>
            </a:pathLst>
          </a:custGeom>
          <a:solidFill xmlns:a="http://schemas.openxmlformats.org/drawingml/2006/main">
            <a:srgbClr val="D4D4D4"/>
          </a:solidFill>
          <a:ln xmlns:a="http://schemas.openxmlformats.org/drawingml/2006/main" w="0">
            <a:noFill/>
            <a:prstDash val="solid"/>
          </a:ln>
        </p:spPr>
      </p:sp>
      <p:sp>
        <p:nvSpPr>
          <p:cNvPr id="90" name="deep-skill-chaining-source-component-1-gradient-214-0">
            <a:extLst xmlns:a="http://schemas.openxmlformats.org/drawingml/2006/main">
              <a:ext uri="{FF2B5EF4-FFF2-40B4-BE49-F238E27FC236}">
                <a16:creationId xmlns:a16="http://schemas.microsoft.com/office/drawing/2014/main" id="{13A067A4-4E27-4ADA-A266-769A4498B90A}"/>
              </a:ext>
            </a:extLst>
          </p:cNvPr>
          <p:cNvSpPr>
            <a:spLocks xmlns:a="http://schemas.openxmlformats.org/drawingml/2006/main" noGrp="1"/>
          </p:cNvSpPr>
          <p:nvPr/>
        </p:nvSpPr>
        <p:spPr>
          <a:xfrm xmlns:a="http://schemas.openxmlformats.org/drawingml/2006/main" rot="0">
            <a:off x="6638925" y="1114425"/>
            <a:ext cx="647700" cy="647700"/>
          </a:xfrm>
          <a:custGeom xmlns:a="http://schemas.openxmlformats.org/drawingml/2006/main">
            <a:pathLst>
              <a:path w="647700" h="647700">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0525" y="4763"/>
                </a:lnTo>
                <a:lnTo>
                  <a:pt x="395288" y="9525"/>
                </a:lnTo>
                <a:lnTo>
                  <a:pt x="404813" y="9525"/>
                </a:lnTo>
                <a:lnTo>
                  <a:pt x="414338" y="9525"/>
                </a:lnTo>
                <a:lnTo>
                  <a:pt x="423863" y="9525"/>
                </a:lnTo>
                <a:lnTo>
                  <a:pt x="433388" y="9525"/>
                </a:lnTo>
                <a:lnTo>
                  <a:pt x="438150" y="14288"/>
                </a:lnTo>
                <a:lnTo>
                  <a:pt x="442913" y="19050"/>
                </a:lnTo>
                <a:lnTo>
                  <a:pt x="447675" y="23813"/>
                </a:lnTo>
                <a:lnTo>
                  <a:pt x="452438" y="28575"/>
                </a:lnTo>
                <a:lnTo>
                  <a:pt x="461963" y="28575"/>
                </a:lnTo>
                <a:lnTo>
                  <a:pt x="471488" y="28575"/>
                </a:lnTo>
                <a:lnTo>
                  <a:pt x="476250" y="33338"/>
                </a:lnTo>
                <a:lnTo>
                  <a:pt x="481013" y="38100"/>
                </a:lnTo>
                <a:lnTo>
                  <a:pt x="490538" y="38100"/>
                </a:lnTo>
                <a:lnTo>
                  <a:pt x="500063" y="38100"/>
                </a:lnTo>
                <a:lnTo>
                  <a:pt x="504825" y="42863"/>
                </a:lnTo>
                <a:lnTo>
                  <a:pt x="504825" y="52388"/>
                </a:lnTo>
                <a:lnTo>
                  <a:pt x="509588" y="57150"/>
                </a:lnTo>
                <a:lnTo>
                  <a:pt x="519113" y="57150"/>
                </a:lnTo>
                <a:lnTo>
                  <a:pt x="523875" y="61913"/>
                </a:lnTo>
                <a:lnTo>
                  <a:pt x="528638" y="66675"/>
                </a:lnTo>
                <a:lnTo>
                  <a:pt x="538163" y="66675"/>
                </a:lnTo>
                <a:lnTo>
                  <a:pt x="547688" y="66675"/>
                </a:lnTo>
                <a:lnTo>
                  <a:pt x="552450" y="71438"/>
                </a:lnTo>
                <a:lnTo>
                  <a:pt x="552450" y="80963"/>
                </a:lnTo>
                <a:lnTo>
                  <a:pt x="552450" y="90488"/>
                </a:lnTo>
                <a:lnTo>
                  <a:pt x="557213" y="95250"/>
                </a:lnTo>
                <a:lnTo>
                  <a:pt x="561975" y="100013"/>
                </a:lnTo>
                <a:lnTo>
                  <a:pt x="561975" y="109538"/>
                </a:lnTo>
                <a:lnTo>
                  <a:pt x="566738" y="114300"/>
                </a:lnTo>
                <a:lnTo>
                  <a:pt x="576263" y="114300"/>
                </a:lnTo>
                <a:lnTo>
                  <a:pt x="581025" y="119063"/>
                </a:lnTo>
                <a:lnTo>
                  <a:pt x="585788" y="123825"/>
                </a:lnTo>
                <a:lnTo>
                  <a:pt x="590550" y="128588"/>
                </a:lnTo>
                <a:lnTo>
                  <a:pt x="590550" y="138113"/>
                </a:lnTo>
                <a:lnTo>
                  <a:pt x="595313" y="142875"/>
                </a:lnTo>
                <a:lnTo>
                  <a:pt x="600075" y="147638"/>
                </a:lnTo>
                <a:lnTo>
                  <a:pt x="604838" y="152400"/>
                </a:lnTo>
                <a:lnTo>
                  <a:pt x="609600" y="157163"/>
                </a:lnTo>
                <a:lnTo>
                  <a:pt x="609600" y="166688"/>
                </a:lnTo>
                <a:lnTo>
                  <a:pt x="609600" y="176213"/>
                </a:lnTo>
                <a:lnTo>
                  <a:pt x="614363" y="180975"/>
                </a:lnTo>
                <a:lnTo>
                  <a:pt x="619125" y="185738"/>
                </a:lnTo>
                <a:lnTo>
                  <a:pt x="619125" y="195263"/>
                </a:lnTo>
                <a:lnTo>
                  <a:pt x="619125" y="204788"/>
                </a:lnTo>
                <a:lnTo>
                  <a:pt x="619125" y="214313"/>
                </a:lnTo>
                <a:lnTo>
                  <a:pt x="623888" y="219075"/>
                </a:lnTo>
                <a:lnTo>
                  <a:pt x="628650" y="223838"/>
                </a:lnTo>
                <a:lnTo>
                  <a:pt x="633413" y="228600"/>
                </a:lnTo>
                <a:lnTo>
                  <a:pt x="638175" y="233363"/>
                </a:lnTo>
                <a:lnTo>
                  <a:pt x="642938" y="238125"/>
                </a:lnTo>
                <a:lnTo>
                  <a:pt x="647700" y="242888"/>
                </a:lnTo>
                <a:lnTo>
                  <a:pt x="647700" y="252413"/>
                </a:lnTo>
                <a:lnTo>
                  <a:pt x="647700" y="261938"/>
                </a:lnTo>
                <a:lnTo>
                  <a:pt x="642938" y="266700"/>
                </a:lnTo>
                <a:lnTo>
                  <a:pt x="638175" y="271463"/>
                </a:lnTo>
                <a:lnTo>
                  <a:pt x="642938" y="276225"/>
                </a:lnTo>
                <a:lnTo>
                  <a:pt x="647700" y="280988"/>
                </a:lnTo>
                <a:lnTo>
                  <a:pt x="642938" y="285750"/>
                </a:lnTo>
                <a:lnTo>
                  <a:pt x="638175" y="290513"/>
                </a:lnTo>
                <a:lnTo>
                  <a:pt x="638175" y="300038"/>
                </a:lnTo>
                <a:lnTo>
                  <a:pt x="638175" y="309563"/>
                </a:lnTo>
                <a:lnTo>
                  <a:pt x="638175" y="319088"/>
                </a:lnTo>
                <a:lnTo>
                  <a:pt x="633413" y="323850"/>
                </a:lnTo>
                <a:lnTo>
                  <a:pt x="628650" y="328613"/>
                </a:lnTo>
                <a:lnTo>
                  <a:pt x="628650" y="338138"/>
                </a:lnTo>
                <a:lnTo>
                  <a:pt x="628650" y="347663"/>
                </a:lnTo>
                <a:lnTo>
                  <a:pt x="623888" y="352425"/>
                </a:lnTo>
                <a:lnTo>
                  <a:pt x="619125" y="357188"/>
                </a:lnTo>
                <a:lnTo>
                  <a:pt x="619125" y="366713"/>
                </a:lnTo>
                <a:lnTo>
                  <a:pt x="619125" y="376238"/>
                </a:lnTo>
                <a:lnTo>
                  <a:pt x="614363" y="381000"/>
                </a:lnTo>
                <a:lnTo>
                  <a:pt x="609600" y="385763"/>
                </a:lnTo>
                <a:lnTo>
                  <a:pt x="609600" y="395288"/>
                </a:lnTo>
                <a:lnTo>
                  <a:pt x="609600" y="404813"/>
                </a:lnTo>
                <a:lnTo>
                  <a:pt x="604838" y="409575"/>
                </a:lnTo>
                <a:lnTo>
                  <a:pt x="600075" y="414338"/>
                </a:lnTo>
                <a:lnTo>
                  <a:pt x="600075" y="423863"/>
                </a:lnTo>
                <a:lnTo>
                  <a:pt x="595313" y="428625"/>
                </a:lnTo>
                <a:lnTo>
                  <a:pt x="590550" y="433388"/>
                </a:lnTo>
                <a:lnTo>
                  <a:pt x="590550" y="442913"/>
                </a:lnTo>
                <a:lnTo>
                  <a:pt x="590550" y="452438"/>
                </a:lnTo>
                <a:lnTo>
                  <a:pt x="585788" y="457200"/>
                </a:lnTo>
                <a:lnTo>
                  <a:pt x="581025" y="461963"/>
                </a:lnTo>
                <a:lnTo>
                  <a:pt x="581025" y="471488"/>
                </a:lnTo>
                <a:lnTo>
                  <a:pt x="576263" y="476250"/>
                </a:lnTo>
                <a:lnTo>
                  <a:pt x="571500" y="481013"/>
                </a:lnTo>
                <a:lnTo>
                  <a:pt x="571500" y="490538"/>
                </a:lnTo>
                <a:lnTo>
                  <a:pt x="566738" y="495300"/>
                </a:lnTo>
                <a:lnTo>
                  <a:pt x="561975" y="500063"/>
                </a:lnTo>
                <a:lnTo>
                  <a:pt x="561975" y="509588"/>
                </a:lnTo>
                <a:lnTo>
                  <a:pt x="557213" y="514350"/>
                </a:lnTo>
                <a:lnTo>
                  <a:pt x="552450" y="519113"/>
                </a:lnTo>
                <a:lnTo>
                  <a:pt x="547688" y="523875"/>
                </a:lnTo>
                <a:lnTo>
                  <a:pt x="542925" y="528638"/>
                </a:lnTo>
                <a:lnTo>
                  <a:pt x="542925" y="538163"/>
                </a:lnTo>
                <a:lnTo>
                  <a:pt x="538163" y="542925"/>
                </a:lnTo>
                <a:lnTo>
                  <a:pt x="533400" y="547688"/>
                </a:lnTo>
                <a:lnTo>
                  <a:pt x="533400" y="557213"/>
                </a:lnTo>
                <a:lnTo>
                  <a:pt x="528638" y="561975"/>
                </a:lnTo>
                <a:lnTo>
                  <a:pt x="523875" y="566738"/>
                </a:lnTo>
                <a:lnTo>
                  <a:pt x="519113" y="571500"/>
                </a:lnTo>
                <a:lnTo>
                  <a:pt x="514350" y="576263"/>
                </a:lnTo>
                <a:lnTo>
                  <a:pt x="509588" y="581025"/>
                </a:lnTo>
                <a:lnTo>
                  <a:pt x="504825" y="585788"/>
                </a:lnTo>
                <a:lnTo>
                  <a:pt x="500063" y="590550"/>
                </a:lnTo>
                <a:lnTo>
                  <a:pt x="495300" y="595313"/>
                </a:lnTo>
                <a:lnTo>
                  <a:pt x="490538" y="600075"/>
                </a:lnTo>
                <a:lnTo>
                  <a:pt x="485775" y="604838"/>
                </a:lnTo>
                <a:lnTo>
                  <a:pt x="481013" y="609600"/>
                </a:lnTo>
                <a:lnTo>
                  <a:pt x="471488" y="609600"/>
                </a:lnTo>
                <a:lnTo>
                  <a:pt x="466725" y="614363"/>
                </a:lnTo>
                <a:lnTo>
                  <a:pt x="461963" y="619125"/>
                </a:lnTo>
                <a:lnTo>
                  <a:pt x="452438" y="619125"/>
                </a:lnTo>
                <a:lnTo>
                  <a:pt x="442913" y="619125"/>
                </a:lnTo>
                <a:lnTo>
                  <a:pt x="438150" y="623888"/>
                </a:lnTo>
                <a:lnTo>
                  <a:pt x="433388" y="628650"/>
                </a:lnTo>
                <a:lnTo>
                  <a:pt x="423863" y="628650"/>
                </a:lnTo>
                <a:lnTo>
                  <a:pt x="414338" y="628650"/>
                </a:lnTo>
                <a:lnTo>
                  <a:pt x="409575" y="633413"/>
                </a:lnTo>
                <a:lnTo>
                  <a:pt x="404813" y="638175"/>
                </a:lnTo>
                <a:lnTo>
                  <a:pt x="395288" y="638175"/>
                </a:lnTo>
                <a:lnTo>
                  <a:pt x="385763" y="638175"/>
                </a:lnTo>
                <a:lnTo>
                  <a:pt x="381000" y="642938"/>
                </a:lnTo>
                <a:lnTo>
                  <a:pt x="376238" y="647700"/>
                </a:lnTo>
                <a:lnTo>
                  <a:pt x="366713" y="647700"/>
                </a:lnTo>
                <a:lnTo>
                  <a:pt x="357188" y="647700"/>
                </a:lnTo>
                <a:lnTo>
                  <a:pt x="347663" y="647700"/>
                </a:lnTo>
                <a:lnTo>
                  <a:pt x="338138" y="647700"/>
                </a:lnTo>
                <a:lnTo>
                  <a:pt x="328613" y="647700"/>
                </a:lnTo>
                <a:lnTo>
                  <a:pt x="319088" y="647700"/>
                </a:lnTo>
                <a:lnTo>
                  <a:pt x="309563" y="647700"/>
                </a:lnTo>
                <a:lnTo>
                  <a:pt x="300038" y="647700"/>
                </a:lnTo>
                <a:lnTo>
                  <a:pt x="290513" y="647700"/>
                </a:lnTo>
                <a:lnTo>
                  <a:pt x="280988" y="647700"/>
                </a:lnTo>
                <a:lnTo>
                  <a:pt x="271463" y="647700"/>
                </a:lnTo>
                <a:lnTo>
                  <a:pt x="261938" y="647700"/>
                </a:lnTo>
                <a:lnTo>
                  <a:pt x="257175" y="642938"/>
                </a:lnTo>
                <a:lnTo>
                  <a:pt x="252413" y="638175"/>
                </a:lnTo>
                <a:lnTo>
                  <a:pt x="242888" y="638175"/>
                </a:lnTo>
                <a:lnTo>
                  <a:pt x="238125" y="633413"/>
                </a:lnTo>
                <a:lnTo>
                  <a:pt x="233363" y="628650"/>
                </a:lnTo>
                <a:lnTo>
                  <a:pt x="223838" y="628650"/>
                </a:lnTo>
                <a:lnTo>
                  <a:pt x="214313" y="628650"/>
                </a:lnTo>
                <a:lnTo>
                  <a:pt x="204788" y="628650"/>
                </a:lnTo>
                <a:lnTo>
                  <a:pt x="200025" y="623888"/>
                </a:lnTo>
                <a:lnTo>
                  <a:pt x="195263" y="619125"/>
                </a:lnTo>
                <a:lnTo>
                  <a:pt x="190500" y="614363"/>
                </a:lnTo>
                <a:lnTo>
                  <a:pt x="185738" y="609600"/>
                </a:lnTo>
                <a:lnTo>
                  <a:pt x="176213" y="609600"/>
                </a:lnTo>
                <a:lnTo>
                  <a:pt x="171450" y="604838"/>
                </a:lnTo>
                <a:lnTo>
                  <a:pt x="166688" y="600075"/>
                </a:lnTo>
                <a:lnTo>
                  <a:pt x="161925" y="595313"/>
                </a:lnTo>
                <a:lnTo>
                  <a:pt x="157163" y="590550"/>
                </a:lnTo>
                <a:lnTo>
                  <a:pt x="147638" y="590550"/>
                </a:lnTo>
                <a:lnTo>
                  <a:pt x="142875" y="585788"/>
                </a:lnTo>
                <a:lnTo>
                  <a:pt x="138113" y="581025"/>
                </a:lnTo>
                <a:lnTo>
                  <a:pt x="133350" y="576263"/>
                </a:lnTo>
                <a:lnTo>
                  <a:pt x="128588" y="571500"/>
                </a:lnTo>
                <a:lnTo>
                  <a:pt x="119063" y="571500"/>
                </a:lnTo>
                <a:lnTo>
                  <a:pt x="114300" y="566738"/>
                </a:lnTo>
                <a:lnTo>
                  <a:pt x="109538" y="561975"/>
                </a:lnTo>
                <a:lnTo>
                  <a:pt x="100013" y="561975"/>
                </a:lnTo>
                <a:lnTo>
                  <a:pt x="90488" y="561975"/>
                </a:lnTo>
                <a:lnTo>
                  <a:pt x="85725" y="557213"/>
                </a:lnTo>
                <a:lnTo>
                  <a:pt x="85725" y="547688"/>
                </a:lnTo>
                <a:lnTo>
                  <a:pt x="85725" y="538163"/>
                </a:lnTo>
                <a:lnTo>
                  <a:pt x="85725" y="528638"/>
                </a:lnTo>
                <a:lnTo>
                  <a:pt x="80963" y="523875"/>
                </a:lnTo>
                <a:lnTo>
                  <a:pt x="76200" y="519113"/>
                </a:lnTo>
                <a:lnTo>
                  <a:pt x="71438" y="514350"/>
                </a:lnTo>
                <a:lnTo>
                  <a:pt x="66675" y="509588"/>
                </a:lnTo>
                <a:lnTo>
                  <a:pt x="61913" y="504825"/>
                </a:lnTo>
                <a:lnTo>
                  <a:pt x="52388" y="504825"/>
                </a:lnTo>
                <a:lnTo>
                  <a:pt x="47625" y="500063"/>
                </a:lnTo>
                <a:lnTo>
                  <a:pt x="47625" y="490538"/>
                </a:lnTo>
                <a:lnTo>
                  <a:pt x="42863" y="485775"/>
                </a:lnTo>
                <a:lnTo>
                  <a:pt x="38100" y="481013"/>
                </a:lnTo>
                <a:lnTo>
                  <a:pt x="33338" y="476250"/>
                </a:lnTo>
                <a:lnTo>
                  <a:pt x="28575" y="471488"/>
                </a:lnTo>
                <a:lnTo>
                  <a:pt x="28575" y="461963"/>
                </a:lnTo>
                <a:lnTo>
                  <a:pt x="28575" y="452438"/>
                </a:lnTo>
                <a:lnTo>
                  <a:pt x="28575" y="442913"/>
                </a:lnTo>
                <a:lnTo>
                  <a:pt x="28575" y="433388"/>
                </a:lnTo>
                <a:lnTo>
                  <a:pt x="23813" y="428625"/>
                </a:lnTo>
                <a:lnTo>
                  <a:pt x="19050" y="423863"/>
                </a:lnTo>
                <a:lnTo>
                  <a:pt x="14288" y="419100"/>
                </a:lnTo>
                <a:lnTo>
                  <a:pt x="9525" y="414338"/>
                </a:lnTo>
                <a:lnTo>
                  <a:pt x="9525" y="404813"/>
                </a:lnTo>
                <a:lnTo>
                  <a:pt x="4763" y="400050"/>
                </a:lnTo>
                <a:lnTo>
                  <a:pt x="0" y="395288"/>
                </a:lnTo>
                <a:lnTo>
                  <a:pt x="0" y="385763"/>
                </a:lnTo>
                <a:lnTo>
                  <a:pt x="0" y="376238"/>
                </a:lnTo>
                <a:lnTo>
                  <a:pt x="4763" y="371475"/>
                </a:lnTo>
                <a:lnTo>
                  <a:pt x="9525" y="366713"/>
                </a:lnTo>
                <a:lnTo>
                  <a:pt x="9525" y="357188"/>
                </a:lnTo>
                <a:lnTo>
                  <a:pt x="4763" y="352425"/>
                </a:lnTo>
                <a:lnTo>
                  <a:pt x="0" y="347663"/>
                </a:lnTo>
                <a:lnTo>
                  <a:pt x="4763" y="342900"/>
                </a:lnTo>
                <a:lnTo>
                  <a:pt x="9525" y="338138"/>
                </a:lnTo>
                <a:lnTo>
                  <a:pt x="9525" y="328613"/>
                </a:lnTo>
                <a:lnTo>
                  <a:pt x="9525" y="319088"/>
                </a:lnTo>
                <a:lnTo>
                  <a:pt x="9525" y="309563"/>
                </a:lnTo>
                <a:lnTo>
                  <a:pt x="14288" y="304800"/>
                </a:lnTo>
                <a:lnTo>
                  <a:pt x="19050" y="300038"/>
                </a:lnTo>
                <a:lnTo>
                  <a:pt x="19050" y="290513"/>
                </a:lnTo>
                <a:lnTo>
                  <a:pt x="19050" y="280988"/>
                </a:lnTo>
                <a:lnTo>
                  <a:pt x="19050" y="271463"/>
                </a:lnTo>
                <a:lnTo>
                  <a:pt x="23813" y="266700"/>
                </a:lnTo>
                <a:lnTo>
                  <a:pt x="28575" y="261938"/>
                </a:lnTo>
                <a:lnTo>
                  <a:pt x="28575" y="252413"/>
                </a:lnTo>
                <a:lnTo>
                  <a:pt x="28575" y="242888"/>
                </a:lnTo>
                <a:lnTo>
                  <a:pt x="33338" y="238125"/>
                </a:lnTo>
                <a:lnTo>
                  <a:pt x="38100" y="233363"/>
                </a:lnTo>
                <a:lnTo>
                  <a:pt x="38100" y="223838"/>
                </a:lnTo>
                <a:lnTo>
                  <a:pt x="42863" y="219075"/>
                </a:lnTo>
                <a:lnTo>
                  <a:pt x="47625" y="214313"/>
                </a:lnTo>
                <a:lnTo>
                  <a:pt x="47625" y="204788"/>
                </a:lnTo>
                <a:lnTo>
                  <a:pt x="47625" y="195263"/>
                </a:lnTo>
                <a:lnTo>
                  <a:pt x="52388" y="190500"/>
                </a:lnTo>
                <a:lnTo>
                  <a:pt x="57150" y="185738"/>
                </a:lnTo>
                <a:lnTo>
                  <a:pt x="57150" y="176213"/>
                </a:lnTo>
                <a:lnTo>
                  <a:pt x="61913" y="171450"/>
                </a:lnTo>
                <a:lnTo>
                  <a:pt x="66675" y="166688"/>
                </a:lnTo>
                <a:lnTo>
                  <a:pt x="66675" y="157163"/>
                </a:lnTo>
                <a:lnTo>
                  <a:pt x="71438" y="152400"/>
                </a:lnTo>
                <a:lnTo>
                  <a:pt x="76200" y="147638"/>
                </a:lnTo>
                <a:lnTo>
                  <a:pt x="76200" y="138113"/>
                </a:lnTo>
                <a:lnTo>
                  <a:pt x="80963" y="133350"/>
                </a:lnTo>
                <a:lnTo>
                  <a:pt x="85725" y="128588"/>
                </a:lnTo>
                <a:lnTo>
                  <a:pt x="85725" y="119063"/>
                </a:lnTo>
                <a:lnTo>
                  <a:pt x="90488" y="114300"/>
                </a:lnTo>
                <a:lnTo>
                  <a:pt x="95250" y="109538"/>
                </a:lnTo>
                <a:lnTo>
                  <a:pt x="95250" y="100013"/>
                </a:lnTo>
                <a:lnTo>
                  <a:pt x="100013" y="95250"/>
                </a:lnTo>
                <a:lnTo>
                  <a:pt x="104775" y="90488"/>
                </a:lnTo>
                <a:lnTo>
                  <a:pt x="109538" y="85725"/>
                </a:lnTo>
                <a:lnTo>
                  <a:pt x="114300" y="80963"/>
                </a:lnTo>
                <a:lnTo>
                  <a:pt x="114300" y="71438"/>
                </a:lnTo>
                <a:lnTo>
                  <a:pt x="119063" y="66675"/>
                </a:lnTo>
                <a:lnTo>
                  <a:pt x="128588" y="66675"/>
                </a:lnTo>
                <a:lnTo>
                  <a:pt x="133350" y="61913"/>
                </a:lnTo>
                <a:lnTo>
                  <a:pt x="138113" y="57150"/>
                </a:lnTo>
                <a:lnTo>
                  <a:pt x="147638" y="57150"/>
                </a:lnTo>
                <a:lnTo>
                  <a:pt x="152400" y="52388"/>
                </a:lnTo>
                <a:lnTo>
                  <a:pt x="157163" y="47625"/>
                </a:lnTo>
                <a:lnTo>
                  <a:pt x="161925" y="42863"/>
                </a:lnTo>
                <a:lnTo>
                  <a:pt x="166688" y="38100"/>
                </a:lnTo>
                <a:lnTo>
                  <a:pt x="176213" y="38100"/>
                </a:lnTo>
                <a:lnTo>
                  <a:pt x="180975" y="33338"/>
                </a:lnTo>
                <a:lnTo>
                  <a:pt x="185738" y="28575"/>
                </a:lnTo>
                <a:lnTo>
                  <a:pt x="190500" y="23813"/>
                </a:lnTo>
                <a:lnTo>
                  <a:pt x="195263" y="19050"/>
                </a:lnTo>
                <a:lnTo>
                  <a:pt x="200025" y="14288"/>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D6D6D6"/>
          </a:solidFill>
          <a:ln xmlns:a="http://schemas.openxmlformats.org/drawingml/2006/main" w="0">
            <a:noFill/>
            <a:prstDash val="solid"/>
          </a:ln>
        </p:spPr>
      </p:sp>
      <p:sp>
        <p:nvSpPr>
          <p:cNvPr id="91" name="deep-skill-chaining-source-component-1-gradient-216-0">
            <a:extLst xmlns:a="http://schemas.openxmlformats.org/drawingml/2006/main">
              <a:ext uri="{FF2B5EF4-FFF2-40B4-BE49-F238E27FC236}">
                <a16:creationId xmlns:a16="http://schemas.microsoft.com/office/drawing/2014/main" id="{578E2B6D-BBCA-44D4-84D5-7976048DA033}"/>
              </a:ext>
            </a:extLst>
          </p:cNvPr>
          <p:cNvSpPr>
            <a:spLocks xmlns:a="http://schemas.openxmlformats.org/drawingml/2006/main" noGrp="1"/>
          </p:cNvSpPr>
          <p:nvPr/>
        </p:nvSpPr>
        <p:spPr>
          <a:xfrm xmlns:a="http://schemas.openxmlformats.org/drawingml/2006/main" rot="0">
            <a:off x="6657975" y="1123950"/>
            <a:ext cx="619125" cy="619125"/>
          </a:xfrm>
          <a:custGeom xmlns:a="http://schemas.openxmlformats.org/drawingml/2006/main">
            <a:pathLst>
              <a:path w="619125" h="619125">
                <a:moveTo>
                  <a:pt x="238125" y="4763"/>
                </a:move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1950" y="4763"/>
                </a:lnTo>
                <a:lnTo>
                  <a:pt x="366713" y="9525"/>
                </a:lnTo>
                <a:lnTo>
                  <a:pt x="376238" y="9525"/>
                </a:lnTo>
                <a:lnTo>
                  <a:pt x="381000" y="14288"/>
                </a:lnTo>
                <a:lnTo>
                  <a:pt x="385763" y="19050"/>
                </a:lnTo>
                <a:lnTo>
                  <a:pt x="395288" y="19050"/>
                </a:lnTo>
                <a:lnTo>
                  <a:pt x="404813" y="19050"/>
                </a:lnTo>
                <a:lnTo>
                  <a:pt x="414338" y="19050"/>
                </a:lnTo>
                <a:lnTo>
                  <a:pt x="423863" y="19050"/>
                </a:lnTo>
                <a:lnTo>
                  <a:pt x="428625" y="23813"/>
                </a:lnTo>
                <a:lnTo>
                  <a:pt x="433388" y="28575"/>
                </a:lnTo>
                <a:lnTo>
                  <a:pt x="442913" y="28575"/>
                </a:lnTo>
                <a:lnTo>
                  <a:pt x="447675" y="33338"/>
                </a:lnTo>
                <a:lnTo>
                  <a:pt x="452438" y="38100"/>
                </a:lnTo>
                <a:lnTo>
                  <a:pt x="461963" y="38100"/>
                </a:lnTo>
                <a:lnTo>
                  <a:pt x="466725" y="42863"/>
                </a:lnTo>
                <a:lnTo>
                  <a:pt x="471488" y="47625"/>
                </a:lnTo>
                <a:lnTo>
                  <a:pt x="476250" y="52388"/>
                </a:lnTo>
                <a:lnTo>
                  <a:pt x="481013" y="57150"/>
                </a:lnTo>
                <a:lnTo>
                  <a:pt x="485775" y="61913"/>
                </a:lnTo>
                <a:lnTo>
                  <a:pt x="490538" y="66675"/>
                </a:lnTo>
                <a:lnTo>
                  <a:pt x="500063" y="66675"/>
                </a:lnTo>
                <a:lnTo>
                  <a:pt x="504825" y="71438"/>
                </a:lnTo>
                <a:lnTo>
                  <a:pt x="509588" y="76200"/>
                </a:lnTo>
                <a:lnTo>
                  <a:pt x="514350" y="80963"/>
                </a:lnTo>
                <a:lnTo>
                  <a:pt x="519113" y="85725"/>
                </a:lnTo>
                <a:lnTo>
                  <a:pt x="523875" y="90488"/>
                </a:lnTo>
                <a:lnTo>
                  <a:pt x="523875" y="100013"/>
                </a:lnTo>
                <a:lnTo>
                  <a:pt x="528638" y="104775"/>
                </a:lnTo>
                <a:lnTo>
                  <a:pt x="533400" y="109538"/>
                </a:lnTo>
                <a:lnTo>
                  <a:pt x="538163" y="114300"/>
                </a:lnTo>
                <a:lnTo>
                  <a:pt x="542925" y="119063"/>
                </a:lnTo>
                <a:lnTo>
                  <a:pt x="547688" y="123825"/>
                </a:lnTo>
                <a:lnTo>
                  <a:pt x="552450" y="128588"/>
                </a:lnTo>
                <a:lnTo>
                  <a:pt x="557213" y="133350"/>
                </a:lnTo>
                <a:lnTo>
                  <a:pt x="561975" y="138113"/>
                </a:lnTo>
                <a:lnTo>
                  <a:pt x="566738" y="142875"/>
                </a:lnTo>
                <a:lnTo>
                  <a:pt x="571500" y="147638"/>
                </a:lnTo>
                <a:lnTo>
                  <a:pt x="571500" y="157163"/>
                </a:lnTo>
                <a:lnTo>
                  <a:pt x="571500" y="166688"/>
                </a:lnTo>
                <a:lnTo>
                  <a:pt x="576263" y="171450"/>
                </a:lnTo>
                <a:lnTo>
                  <a:pt x="581025" y="176213"/>
                </a:lnTo>
                <a:lnTo>
                  <a:pt x="581025" y="185738"/>
                </a:lnTo>
                <a:lnTo>
                  <a:pt x="581025" y="195263"/>
                </a:lnTo>
                <a:lnTo>
                  <a:pt x="585788" y="200025"/>
                </a:lnTo>
                <a:lnTo>
                  <a:pt x="590550" y="204788"/>
                </a:lnTo>
                <a:lnTo>
                  <a:pt x="590550" y="214313"/>
                </a:lnTo>
                <a:lnTo>
                  <a:pt x="595313" y="219075"/>
                </a:lnTo>
                <a:lnTo>
                  <a:pt x="600075" y="223838"/>
                </a:lnTo>
                <a:lnTo>
                  <a:pt x="604838" y="228600"/>
                </a:lnTo>
                <a:lnTo>
                  <a:pt x="614363" y="228600"/>
                </a:lnTo>
                <a:lnTo>
                  <a:pt x="619125" y="233363"/>
                </a:lnTo>
                <a:lnTo>
                  <a:pt x="619125" y="242888"/>
                </a:lnTo>
                <a:lnTo>
                  <a:pt x="619125" y="252413"/>
                </a:lnTo>
                <a:lnTo>
                  <a:pt x="619125" y="261938"/>
                </a:lnTo>
                <a:lnTo>
                  <a:pt x="614363" y="266700"/>
                </a:lnTo>
                <a:lnTo>
                  <a:pt x="609600" y="271463"/>
                </a:lnTo>
                <a:lnTo>
                  <a:pt x="609600" y="280988"/>
                </a:lnTo>
                <a:lnTo>
                  <a:pt x="609600" y="290513"/>
                </a:lnTo>
                <a:lnTo>
                  <a:pt x="609600" y="300038"/>
                </a:lnTo>
                <a:lnTo>
                  <a:pt x="609600" y="309563"/>
                </a:lnTo>
                <a:lnTo>
                  <a:pt x="609600" y="319088"/>
                </a:lnTo>
                <a:lnTo>
                  <a:pt x="609600" y="328613"/>
                </a:lnTo>
                <a:lnTo>
                  <a:pt x="609600" y="338138"/>
                </a:lnTo>
                <a:lnTo>
                  <a:pt x="604838" y="342900"/>
                </a:lnTo>
                <a:lnTo>
                  <a:pt x="600075" y="347663"/>
                </a:lnTo>
                <a:lnTo>
                  <a:pt x="600075" y="357188"/>
                </a:lnTo>
                <a:lnTo>
                  <a:pt x="600075" y="366713"/>
                </a:lnTo>
                <a:lnTo>
                  <a:pt x="595313" y="371475"/>
                </a:lnTo>
                <a:lnTo>
                  <a:pt x="590550" y="376238"/>
                </a:lnTo>
                <a:lnTo>
                  <a:pt x="590550" y="385763"/>
                </a:lnTo>
                <a:lnTo>
                  <a:pt x="590550" y="395288"/>
                </a:lnTo>
                <a:lnTo>
                  <a:pt x="585788" y="400050"/>
                </a:lnTo>
                <a:lnTo>
                  <a:pt x="581025" y="404813"/>
                </a:lnTo>
                <a:lnTo>
                  <a:pt x="581025" y="414338"/>
                </a:lnTo>
                <a:lnTo>
                  <a:pt x="576263" y="419100"/>
                </a:lnTo>
                <a:lnTo>
                  <a:pt x="571500" y="423863"/>
                </a:lnTo>
                <a:lnTo>
                  <a:pt x="571500" y="433388"/>
                </a:lnTo>
                <a:lnTo>
                  <a:pt x="571500" y="442913"/>
                </a:lnTo>
                <a:lnTo>
                  <a:pt x="566738" y="447675"/>
                </a:lnTo>
                <a:lnTo>
                  <a:pt x="561975" y="452438"/>
                </a:lnTo>
                <a:lnTo>
                  <a:pt x="561975" y="461963"/>
                </a:lnTo>
                <a:lnTo>
                  <a:pt x="557213" y="466725"/>
                </a:lnTo>
                <a:lnTo>
                  <a:pt x="552450" y="471488"/>
                </a:lnTo>
                <a:lnTo>
                  <a:pt x="552450" y="481013"/>
                </a:lnTo>
                <a:lnTo>
                  <a:pt x="547688" y="485775"/>
                </a:lnTo>
                <a:lnTo>
                  <a:pt x="542925" y="490538"/>
                </a:lnTo>
                <a:lnTo>
                  <a:pt x="542925" y="500063"/>
                </a:lnTo>
                <a:lnTo>
                  <a:pt x="538163" y="504825"/>
                </a:lnTo>
                <a:lnTo>
                  <a:pt x="533400" y="509588"/>
                </a:lnTo>
                <a:lnTo>
                  <a:pt x="528638" y="514350"/>
                </a:lnTo>
                <a:lnTo>
                  <a:pt x="523875" y="519113"/>
                </a:lnTo>
                <a:lnTo>
                  <a:pt x="519113" y="523875"/>
                </a:lnTo>
                <a:lnTo>
                  <a:pt x="514350" y="528638"/>
                </a:lnTo>
                <a:lnTo>
                  <a:pt x="509588" y="533400"/>
                </a:lnTo>
                <a:lnTo>
                  <a:pt x="504825" y="538163"/>
                </a:lnTo>
                <a:lnTo>
                  <a:pt x="504825" y="547688"/>
                </a:lnTo>
                <a:lnTo>
                  <a:pt x="500063" y="552450"/>
                </a:lnTo>
                <a:lnTo>
                  <a:pt x="495300" y="557213"/>
                </a:lnTo>
                <a:lnTo>
                  <a:pt x="490538" y="561975"/>
                </a:lnTo>
                <a:lnTo>
                  <a:pt x="485775" y="566738"/>
                </a:lnTo>
                <a:lnTo>
                  <a:pt x="481013" y="571500"/>
                </a:lnTo>
                <a:lnTo>
                  <a:pt x="476250" y="576263"/>
                </a:lnTo>
                <a:lnTo>
                  <a:pt x="471488" y="581025"/>
                </a:lnTo>
                <a:lnTo>
                  <a:pt x="461963" y="581025"/>
                </a:lnTo>
                <a:lnTo>
                  <a:pt x="457200" y="585788"/>
                </a:lnTo>
                <a:lnTo>
                  <a:pt x="452438" y="590550"/>
                </a:lnTo>
                <a:lnTo>
                  <a:pt x="442913" y="590550"/>
                </a:lnTo>
                <a:lnTo>
                  <a:pt x="433388" y="590550"/>
                </a:lnTo>
                <a:lnTo>
                  <a:pt x="428625" y="595313"/>
                </a:lnTo>
                <a:lnTo>
                  <a:pt x="423863" y="600075"/>
                </a:lnTo>
                <a:lnTo>
                  <a:pt x="414338" y="600075"/>
                </a:lnTo>
                <a:lnTo>
                  <a:pt x="404813" y="600075"/>
                </a:lnTo>
                <a:lnTo>
                  <a:pt x="395288" y="600075"/>
                </a:lnTo>
                <a:lnTo>
                  <a:pt x="390525" y="604838"/>
                </a:lnTo>
                <a:lnTo>
                  <a:pt x="385763" y="609600"/>
                </a:lnTo>
                <a:lnTo>
                  <a:pt x="376238" y="609600"/>
                </a:lnTo>
                <a:lnTo>
                  <a:pt x="366713" y="609600"/>
                </a:lnTo>
                <a:lnTo>
                  <a:pt x="361950" y="614363"/>
                </a:lnTo>
                <a:lnTo>
                  <a:pt x="357188" y="619125"/>
                </a:lnTo>
                <a:lnTo>
                  <a:pt x="347663" y="619125"/>
                </a:lnTo>
                <a:lnTo>
                  <a:pt x="338138" y="619125"/>
                </a:lnTo>
                <a:lnTo>
                  <a:pt x="328613" y="619125"/>
                </a:lnTo>
                <a:lnTo>
                  <a:pt x="319088" y="619125"/>
                </a:lnTo>
                <a:lnTo>
                  <a:pt x="309563" y="619125"/>
                </a:lnTo>
                <a:lnTo>
                  <a:pt x="300038" y="619125"/>
                </a:lnTo>
                <a:lnTo>
                  <a:pt x="290513" y="619125"/>
                </a:lnTo>
                <a:lnTo>
                  <a:pt x="280988" y="619125"/>
                </a:lnTo>
                <a:lnTo>
                  <a:pt x="271463" y="619125"/>
                </a:lnTo>
                <a:lnTo>
                  <a:pt x="261938" y="619125"/>
                </a:lnTo>
                <a:lnTo>
                  <a:pt x="252413" y="619125"/>
                </a:lnTo>
                <a:lnTo>
                  <a:pt x="242888" y="619125"/>
                </a:lnTo>
                <a:lnTo>
                  <a:pt x="238125" y="614363"/>
                </a:lnTo>
                <a:lnTo>
                  <a:pt x="233363" y="609600"/>
                </a:lnTo>
                <a:lnTo>
                  <a:pt x="228600" y="604838"/>
                </a:lnTo>
                <a:lnTo>
                  <a:pt x="223838" y="600075"/>
                </a:lnTo>
                <a:lnTo>
                  <a:pt x="214313" y="600075"/>
                </a:lnTo>
                <a:lnTo>
                  <a:pt x="204788" y="600075"/>
                </a:lnTo>
                <a:lnTo>
                  <a:pt x="195263" y="600075"/>
                </a:lnTo>
                <a:lnTo>
                  <a:pt x="185738" y="600075"/>
                </a:lnTo>
                <a:lnTo>
                  <a:pt x="180975" y="595313"/>
                </a:lnTo>
                <a:lnTo>
                  <a:pt x="176213" y="590550"/>
                </a:lnTo>
                <a:lnTo>
                  <a:pt x="171450" y="585788"/>
                </a:lnTo>
                <a:lnTo>
                  <a:pt x="166688" y="581025"/>
                </a:lnTo>
                <a:lnTo>
                  <a:pt x="157163" y="581025"/>
                </a:lnTo>
                <a:lnTo>
                  <a:pt x="152400" y="576263"/>
                </a:lnTo>
                <a:lnTo>
                  <a:pt x="147638" y="571500"/>
                </a:lnTo>
                <a:lnTo>
                  <a:pt x="138113" y="571500"/>
                </a:lnTo>
                <a:lnTo>
                  <a:pt x="133350" y="566738"/>
                </a:lnTo>
                <a:lnTo>
                  <a:pt x="128588" y="561975"/>
                </a:lnTo>
                <a:lnTo>
                  <a:pt x="123825" y="557213"/>
                </a:lnTo>
                <a:lnTo>
                  <a:pt x="119063" y="552450"/>
                </a:lnTo>
                <a:lnTo>
                  <a:pt x="109538" y="552450"/>
                </a:lnTo>
                <a:lnTo>
                  <a:pt x="100013" y="552450"/>
                </a:lnTo>
                <a:lnTo>
                  <a:pt x="95250" y="547688"/>
                </a:lnTo>
                <a:lnTo>
                  <a:pt x="95250" y="538163"/>
                </a:lnTo>
                <a:lnTo>
                  <a:pt x="90488" y="533400"/>
                </a:lnTo>
                <a:lnTo>
                  <a:pt x="85725" y="528638"/>
                </a:lnTo>
                <a:lnTo>
                  <a:pt x="85725" y="519113"/>
                </a:lnTo>
                <a:lnTo>
                  <a:pt x="80963" y="514350"/>
                </a:lnTo>
                <a:lnTo>
                  <a:pt x="76200" y="509588"/>
                </a:lnTo>
                <a:lnTo>
                  <a:pt x="71438" y="504825"/>
                </a:lnTo>
                <a:lnTo>
                  <a:pt x="66675" y="500063"/>
                </a:lnTo>
                <a:lnTo>
                  <a:pt x="61913" y="495300"/>
                </a:lnTo>
                <a:lnTo>
                  <a:pt x="57150" y="490538"/>
                </a:lnTo>
                <a:lnTo>
                  <a:pt x="52388" y="485775"/>
                </a:lnTo>
                <a:lnTo>
                  <a:pt x="47625" y="481013"/>
                </a:lnTo>
                <a:lnTo>
                  <a:pt x="42863" y="476250"/>
                </a:lnTo>
                <a:lnTo>
                  <a:pt x="38100" y="471488"/>
                </a:lnTo>
                <a:lnTo>
                  <a:pt x="38100" y="461963"/>
                </a:lnTo>
                <a:lnTo>
                  <a:pt x="38100" y="452438"/>
                </a:lnTo>
                <a:lnTo>
                  <a:pt x="38100" y="442913"/>
                </a:lnTo>
                <a:lnTo>
                  <a:pt x="33338" y="438150"/>
                </a:lnTo>
                <a:lnTo>
                  <a:pt x="28575" y="433388"/>
                </a:lnTo>
                <a:lnTo>
                  <a:pt x="23813" y="428625"/>
                </a:lnTo>
                <a:lnTo>
                  <a:pt x="19050" y="423863"/>
                </a:lnTo>
                <a:lnTo>
                  <a:pt x="14288" y="419100"/>
                </a:lnTo>
                <a:lnTo>
                  <a:pt x="9525" y="414338"/>
                </a:lnTo>
                <a:lnTo>
                  <a:pt x="9525" y="404813"/>
                </a:lnTo>
                <a:lnTo>
                  <a:pt x="4763" y="400050"/>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4763" y="257175"/>
                </a:lnTo>
                <a:lnTo>
                  <a:pt x="9525" y="252413"/>
                </a:lnTo>
                <a:lnTo>
                  <a:pt x="9525" y="242888"/>
                </a:lnTo>
                <a:lnTo>
                  <a:pt x="14288" y="238125"/>
                </a:lnTo>
                <a:lnTo>
                  <a:pt x="19050" y="233363"/>
                </a:lnTo>
                <a:lnTo>
                  <a:pt x="19050" y="223838"/>
                </a:lnTo>
                <a:lnTo>
                  <a:pt x="19050" y="214313"/>
                </a:lnTo>
                <a:lnTo>
                  <a:pt x="23813" y="209550"/>
                </a:lnTo>
                <a:lnTo>
                  <a:pt x="28575" y="204788"/>
                </a:lnTo>
                <a:lnTo>
                  <a:pt x="28575" y="195263"/>
                </a:lnTo>
                <a:lnTo>
                  <a:pt x="28575" y="185738"/>
                </a:lnTo>
                <a:lnTo>
                  <a:pt x="33338" y="180975"/>
                </a:lnTo>
                <a:lnTo>
                  <a:pt x="38100" y="176213"/>
                </a:lnTo>
                <a:lnTo>
                  <a:pt x="38100" y="166688"/>
                </a:lnTo>
                <a:lnTo>
                  <a:pt x="42863" y="161925"/>
                </a:lnTo>
                <a:lnTo>
                  <a:pt x="47625" y="157163"/>
                </a:lnTo>
                <a:lnTo>
                  <a:pt x="47625" y="147638"/>
                </a:lnTo>
                <a:lnTo>
                  <a:pt x="52388" y="142875"/>
                </a:lnTo>
                <a:lnTo>
                  <a:pt x="57150" y="138113"/>
                </a:lnTo>
                <a:lnTo>
                  <a:pt x="61913" y="133350"/>
                </a:lnTo>
                <a:lnTo>
                  <a:pt x="66675" y="128588"/>
                </a:lnTo>
                <a:lnTo>
                  <a:pt x="66675" y="119063"/>
                </a:lnTo>
                <a:lnTo>
                  <a:pt x="71438" y="114300"/>
                </a:lnTo>
                <a:lnTo>
                  <a:pt x="76200" y="109538"/>
                </a:lnTo>
                <a:lnTo>
                  <a:pt x="80963" y="104775"/>
                </a:lnTo>
                <a:lnTo>
                  <a:pt x="85725" y="100013"/>
                </a:lnTo>
                <a:lnTo>
                  <a:pt x="90488" y="95250"/>
                </a:lnTo>
                <a:lnTo>
                  <a:pt x="95250" y="90488"/>
                </a:lnTo>
                <a:lnTo>
                  <a:pt x="100013" y="85725"/>
                </a:lnTo>
                <a:lnTo>
                  <a:pt x="109538" y="85725"/>
                </a:lnTo>
                <a:lnTo>
                  <a:pt x="114300" y="80963"/>
                </a:lnTo>
                <a:lnTo>
                  <a:pt x="119063" y="76200"/>
                </a:lnTo>
                <a:lnTo>
                  <a:pt x="123825" y="71438"/>
                </a:lnTo>
                <a:lnTo>
                  <a:pt x="123825" y="61913"/>
                </a:lnTo>
                <a:lnTo>
                  <a:pt x="128588" y="57150"/>
                </a:lnTo>
                <a:lnTo>
                  <a:pt x="138113" y="57150"/>
                </a:lnTo>
                <a:lnTo>
                  <a:pt x="142875" y="52388"/>
                </a:lnTo>
                <a:lnTo>
                  <a:pt x="147638" y="47625"/>
                </a:lnTo>
                <a:lnTo>
                  <a:pt x="157163" y="47625"/>
                </a:lnTo>
                <a:lnTo>
                  <a:pt x="161925" y="42863"/>
                </a:lnTo>
                <a:lnTo>
                  <a:pt x="166688" y="38100"/>
                </a:lnTo>
                <a:lnTo>
                  <a:pt x="176213" y="38100"/>
                </a:lnTo>
                <a:lnTo>
                  <a:pt x="180975" y="33338"/>
                </a:lnTo>
                <a:lnTo>
                  <a:pt x="185738" y="28575"/>
                </a:lnTo>
                <a:lnTo>
                  <a:pt x="195263" y="28575"/>
                </a:lnTo>
                <a:lnTo>
                  <a:pt x="200025" y="23813"/>
                </a:lnTo>
                <a:lnTo>
                  <a:pt x="204788" y="19050"/>
                </a:lnTo>
                <a:lnTo>
                  <a:pt x="214313" y="19050"/>
                </a:lnTo>
                <a:lnTo>
                  <a:pt x="219075" y="14288"/>
                </a:lnTo>
                <a:lnTo>
                  <a:pt x="223838" y="9525"/>
                </a:lnTo>
                <a:lnTo>
                  <a:pt x="233363" y="9525"/>
                </a:lnTo>
                <a:lnTo>
                  <a:pt x="238125" y="4763"/>
                </a:lnTo>
                <a:close/>
              </a:path>
            </a:pathLst>
          </a:custGeom>
          <a:solidFill xmlns:a="http://schemas.openxmlformats.org/drawingml/2006/main">
            <a:srgbClr val="D8D8D8"/>
          </a:solidFill>
          <a:ln xmlns:a="http://schemas.openxmlformats.org/drawingml/2006/main" w="0">
            <a:noFill/>
            <a:prstDash val="solid"/>
          </a:ln>
        </p:spPr>
      </p:sp>
      <p:sp>
        <p:nvSpPr>
          <p:cNvPr id="92" name="deep-skill-chaining-source-component-1-gradient-218-0">
            <a:extLst xmlns:a="http://schemas.openxmlformats.org/drawingml/2006/main">
              <a:ext uri="{FF2B5EF4-FFF2-40B4-BE49-F238E27FC236}">
                <a16:creationId xmlns:a16="http://schemas.microsoft.com/office/drawing/2014/main" id="{376F715F-9735-442F-951D-EBCA842FFAE6}"/>
              </a:ext>
            </a:extLst>
          </p:cNvPr>
          <p:cNvSpPr>
            <a:spLocks xmlns:a="http://schemas.openxmlformats.org/drawingml/2006/main" noGrp="1"/>
          </p:cNvSpPr>
          <p:nvPr/>
        </p:nvSpPr>
        <p:spPr>
          <a:xfrm xmlns:a="http://schemas.openxmlformats.org/drawingml/2006/main" rot="0">
            <a:off x="6667500" y="1143000"/>
            <a:ext cx="590550" cy="590550"/>
          </a:xfrm>
          <a:custGeom xmlns:a="http://schemas.openxmlformats.org/drawingml/2006/main">
            <a:pathLst>
              <a:path w="590550" h="590550">
                <a:moveTo>
                  <a:pt x="266700" y="4763"/>
                </a:move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5288" y="9525"/>
                </a:lnTo>
                <a:lnTo>
                  <a:pt x="404813" y="9525"/>
                </a:lnTo>
                <a:lnTo>
                  <a:pt x="409575" y="14288"/>
                </a:lnTo>
                <a:lnTo>
                  <a:pt x="414338" y="19050"/>
                </a:lnTo>
                <a:lnTo>
                  <a:pt x="419100" y="23813"/>
                </a:lnTo>
                <a:lnTo>
                  <a:pt x="423863" y="28575"/>
                </a:lnTo>
                <a:lnTo>
                  <a:pt x="433388" y="28575"/>
                </a:lnTo>
                <a:lnTo>
                  <a:pt x="438150" y="33338"/>
                </a:lnTo>
                <a:lnTo>
                  <a:pt x="442913" y="38100"/>
                </a:lnTo>
                <a:lnTo>
                  <a:pt x="447675" y="42863"/>
                </a:lnTo>
                <a:lnTo>
                  <a:pt x="452438" y="47625"/>
                </a:lnTo>
                <a:lnTo>
                  <a:pt x="461963" y="47625"/>
                </a:lnTo>
                <a:lnTo>
                  <a:pt x="466725" y="52388"/>
                </a:lnTo>
                <a:lnTo>
                  <a:pt x="471488" y="57150"/>
                </a:lnTo>
                <a:lnTo>
                  <a:pt x="481013" y="57150"/>
                </a:lnTo>
                <a:lnTo>
                  <a:pt x="485775" y="61913"/>
                </a:lnTo>
                <a:lnTo>
                  <a:pt x="490538" y="66675"/>
                </a:lnTo>
                <a:lnTo>
                  <a:pt x="495300" y="71438"/>
                </a:lnTo>
                <a:lnTo>
                  <a:pt x="500063" y="76200"/>
                </a:lnTo>
                <a:lnTo>
                  <a:pt x="504825" y="80963"/>
                </a:lnTo>
                <a:lnTo>
                  <a:pt x="504825" y="90488"/>
                </a:lnTo>
                <a:lnTo>
                  <a:pt x="509588" y="95250"/>
                </a:lnTo>
                <a:lnTo>
                  <a:pt x="514350" y="100013"/>
                </a:lnTo>
                <a:lnTo>
                  <a:pt x="519113" y="104775"/>
                </a:lnTo>
                <a:lnTo>
                  <a:pt x="523875" y="109538"/>
                </a:lnTo>
                <a:lnTo>
                  <a:pt x="528638" y="114300"/>
                </a:lnTo>
                <a:lnTo>
                  <a:pt x="533400" y="119063"/>
                </a:lnTo>
                <a:lnTo>
                  <a:pt x="538163" y="123825"/>
                </a:lnTo>
                <a:lnTo>
                  <a:pt x="542925" y="128588"/>
                </a:lnTo>
                <a:lnTo>
                  <a:pt x="542925" y="138113"/>
                </a:lnTo>
                <a:lnTo>
                  <a:pt x="542925" y="147638"/>
                </a:lnTo>
                <a:lnTo>
                  <a:pt x="547688" y="152400"/>
                </a:lnTo>
                <a:lnTo>
                  <a:pt x="552450" y="157163"/>
                </a:lnTo>
                <a:lnTo>
                  <a:pt x="552450" y="166688"/>
                </a:lnTo>
                <a:lnTo>
                  <a:pt x="557213" y="171450"/>
                </a:lnTo>
                <a:lnTo>
                  <a:pt x="561975" y="176213"/>
                </a:lnTo>
                <a:lnTo>
                  <a:pt x="561975" y="185738"/>
                </a:lnTo>
                <a:lnTo>
                  <a:pt x="566738" y="190500"/>
                </a:lnTo>
                <a:lnTo>
                  <a:pt x="571500" y="195263"/>
                </a:lnTo>
                <a:lnTo>
                  <a:pt x="576263" y="200025"/>
                </a:lnTo>
                <a:lnTo>
                  <a:pt x="581025" y="204788"/>
                </a:lnTo>
                <a:lnTo>
                  <a:pt x="585788" y="209550"/>
                </a:lnTo>
                <a:lnTo>
                  <a:pt x="590550" y="214313"/>
                </a:lnTo>
                <a:lnTo>
                  <a:pt x="590550" y="223838"/>
                </a:lnTo>
                <a:lnTo>
                  <a:pt x="590550" y="233363"/>
                </a:lnTo>
                <a:lnTo>
                  <a:pt x="590550" y="242888"/>
                </a:lnTo>
                <a:lnTo>
                  <a:pt x="585788" y="247650"/>
                </a:lnTo>
                <a:lnTo>
                  <a:pt x="581025" y="252413"/>
                </a:lnTo>
                <a:lnTo>
                  <a:pt x="581025" y="261938"/>
                </a:lnTo>
                <a:lnTo>
                  <a:pt x="581025" y="271463"/>
                </a:lnTo>
                <a:lnTo>
                  <a:pt x="581025" y="280988"/>
                </a:lnTo>
                <a:lnTo>
                  <a:pt x="581025" y="290513"/>
                </a:lnTo>
                <a:lnTo>
                  <a:pt x="585788" y="295275"/>
                </a:lnTo>
                <a:lnTo>
                  <a:pt x="590550" y="300038"/>
                </a:lnTo>
                <a:lnTo>
                  <a:pt x="590550" y="309563"/>
                </a:lnTo>
                <a:lnTo>
                  <a:pt x="590550" y="319088"/>
                </a:lnTo>
                <a:lnTo>
                  <a:pt x="590550" y="328613"/>
                </a:lnTo>
                <a:lnTo>
                  <a:pt x="590550" y="338138"/>
                </a:lnTo>
                <a:lnTo>
                  <a:pt x="585788" y="342900"/>
                </a:lnTo>
                <a:lnTo>
                  <a:pt x="581025" y="347663"/>
                </a:lnTo>
                <a:lnTo>
                  <a:pt x="581025" y="357188"/>
                </a:lnTo>
                <a:lnTo>
                  <a:pt x="581025" y="366713"/>
                </a:lnTo>
                <a:lnTo>
                  <a:pt x="576263" y="371475"/>
                </a:lnTo>
                <a:lnTo>
                  <a:pt x="571500" y="376238"/>
                </a:lnTo>
                <a:lnTo>
                  <a:pt x="571500" y="385763"/>
                </a:lnTo>
                <a:lnTo>
                  <a:pt x="566738" y="390525"/>
                </a:lnTo>
                <a:lnTo>
                  <a:pt x="561975" y="395288"/>
                </a:lnTo>
                <a:lnTo>
                  <a:pt x="561975" y="404813"/>
                </a:lnTo>
                <a:lnTo>
                  <a:pt x="561975" y="414338"/>
                </a:lnTo>
                <a:lnTo>
                  <a:pt x="561975" y="423863"/>
                </a:lnTo>
                <a:lnTo>
                  <a:pt x="557213" y="428625"/>
                </a:lnTo>
                <a:lnTo>
                  <a:pt x="552450" y="433388"/>
                </a:lnTo>
                <a:lnTo>
                  <a:pt x="547688" y="438150"/>
                </a:lnTo>
                <a:lnTo>
                  <a:pt x="542925" y="442913"/>
                </a:lnTo>
                <a:lnTo>
                  <a:pt x="542925" y="452438"/>
                </a:lnTo>
                <a:lnTo>
                  <a:pt x="538163" y="457200"/>
                </a:lnTo>
                <a:lnTo>
                  <a:pt x="533400" y="461963"/>
                </a:lnTo>
                <a:lnTo>
                  <a:pt x="528638" y="466725"/>
                </a:lnTo>
                <a:lnTo>
                  <a:pt x="523875" y="471488"/>
                </a:lnTo>
                <a:lnTo>
                  <a:pt x="523875" y="481013"/>
                </a:lnTo>
                <a:lnTo>
                  <a:pt x="519113" y="485775"/>
                </a:lnTo>
                <a:lnTo>
                  <a:pt x="514350" y="490538"/>
                </a:lnTo>
                <a:lnTo>
                  <a:pt x="509588" y="495300"/>
                </a:lnTo>
                <a:lnTo>
                  <a:pt x="500063" y="495300"/>
                </a:lnTo>
                <a:lnTo>
                  <a:pt x="495300" y="500063"/>
                </a:lnTo>
                <a:lnTo>
                  <a:pt x="490538" y="504825"/>
                </a:lnTo>
                <a:lnTo>
                  <a:pt x="485775" y="509588"/>
                </a:lnTo>
                <a:lnTo>
                  <a:pt x="481013" y="514350"/>
                </a:lnTo>
                <a:lnTo>
                  <a:pt x="476250" y="519113"/>
                </a:lnTo>
                <a:lnTo>
                  <a:pt x="471488" y="523875"/>
                </a:lnTo>
                <a:lnTo>
                  <a:pt x="466725" y="528638"/>
                </a:lnTo>
                <a:lnTo>
                  <a:pt x="461963" y="533400"/>
                </a:lnTo>
                <a:lnTo>
                  <a:pt x="457200" y="538163"/>
                </a:lnTo>
                <a:lnTo>
                  <a:pt x="452438" y="542925"/>
                </a:lnTo>
                <a:lnTo>
                  <a:pt x="447675" y="547688"/>
                </a:lnTo>
                <a:lnTo>
                  <a:pt x="442913" y="552450"/>
                </a:lnTo>
                <a:lnTo>
                  <a:pt x="438150" y="557213"/>
                </a:lnTo>
                <a:lnTo>
                  <a:pt x="433388" y="561975"/>
                </a:lnTo>
                <a:lnTo>
                  <a:pt x="423863" y="561975"/>
                </a:lnTo>
                <a:lnTo>
                  <a:pt x="414338" y="561975"/>
                </a:lnTo>
                <a:lnTo>
                  <a:pt x="404813" y="561975"/>
                </a:lnTo>
                <a:lnTo>
                  <a:pt x="400050" y="566738"/>
                </a:lnTo>
                <a:lnTo>
                  <a:pt x="395288" y="571500"/>
                </a:lnTo>
                <a:lnTo>
                  <a:pt x="385763" y="571500"/>
                </a:lnTo>
                <a:lnTo>
                  <a:pt x="376238" y="571500"/>
                </a:lnTo>
                <a:lnTo>
                  <a:pt x="366713" y="571500"/>
                </a:lnTo>
                <a:lnTo>
                  <a:pt x="361950" y="576263"/>
                </a:lnTo>
                <a:lnTo>
                  <a:pt x="357188" y="581025"/>
                </a:lnTo>
                <a:lnTo>
                  <a:pt x="347663" y="581025"/>
                </a:lnTo>
                <a:lnTo>
                  <a:pt x="338138" y="581025"/>
                </a:lnTo>
                <a:lnTo>
                  <a:pt x="328613" y="581025"/>
                </a:lnTo>
                <a:lnTo>
                  <a:pt x="323850" y="585788"/>
                </a:lnTo>
                <a:lnTo>
                  <a:pt x="319088" y="590550"/>
                </a:lnTo>
                <a:lnTo>
                  <a:pt x="309563" y="590550"/>
                </a:lnTo>
                <a:lnTo>
                  <a:pt x="300038" y="590550"/>
                </a:lnTo>
                <a:lnTo>
                  <a:pt x="290513" y="590550"/>
                </a:lnTo>
                <a:lnTo>
                  <a:pt x="280988" y="590550"/>
                </a:lnTo>
                <a:lnTo>
                  <a:pt x="271463" y="590550"/>
                </a:lnTo>
                <a:lnTo>
                  <a:pt x="261938" y="590550"/>
                </a:lnTo>
                <a:lnTo>
                  <a:pt x="257175" y="585788"/>
                </a:lnTo>
                <a:lnTo>
                  <a:pt x="252413" y="581025"/>
                </a:lnTo>
                <a:lnTo>
                  <a:pt x="242888" y="581025"/>
                </a:lnTo>
                <a:lnTo>
                  <a:pt x="233363" y="581025"/>
                </a:lnTo>
                <a:lnTo>
                  <a:pt x="228600" y="576263"/>
                </a:lnTo>
                <a:lnTo>
                  <a:pt x="223838" y="571500"/>
                </a:lnTo>
                <a:lnTo>
                  <a:pt x="214313" y="571500"/>
                </a:lnTo>
                <a:lnTo>
                  <a:pt x="209550" y="566738"/>
                </a:lnTo>
                <a:lnTo>
                  <a:pt x="204788" y="561975"/>
                </a:lnTo>
                <a:lnTo>
                  <a:pt x="195263" y="561975"/>
                </a:lnTo>
                <a:lnTo>
                  <a:pt x="185738" y="561975"/>
                </a:lnTo>
                <a:lnTo>
                  <a:pt x="176213" y="561975"/>
                </a:lnTo>
                <a:lnTo>
                  <a:pt x="171450" y="557213"/>
                </a:lnTo>
                <a:lnTo>
                  <a:pt x="166688" y="552450"/>
                </a:lnTo>
                <a:lnTo>
                  <a:pt x="157163" y="552450"/>
                </a:lnTo>
                <a:lnTo>
                  <a:pt x="152400" y="547688"/>
                </a:lnTo>
                <a:lnTo>
                  <a:pt x="147638" y="542925"/>
                </a:lnTo>
                <a:lnTo>
                  <a:pt x="138113" y="542925"/>
                </a:lnTo>
                <a:lnTo>
                  <a:pt x="133350" y="538163"/>
                </a:lnTo>
                <a:lnTo>
                  <a:pt x="128588" y="533400"/>
                </a:lnTo>
                <a:lnTo>
                  <a:pt x="119063" y="533400"/>
                </a:lnTo>
                <a:lnTo>
                  <a:pt x="114300" y="528638"/>
                </a:lnTo>
                <a:lnTo>
                  <a:pt x="109538" y="523875"/>
                </a:lnTo>
                <a:lnTo>
                  <a:pt x="104775" y="519113"/>
                </a:lnTo>
                <a:lnTo>
                  <a:pt x="100013" y="514350"/>
                </a:lnTo>
                <a:lnTo>
                  <a:pt x="95250" y="509588"/>
                </a:lnTo>
                <a:lnTo>
                  <a:pt x="90488" y="504825"/>
                </a:lnTo>
                <a:lnTo>
                  <a:pt x="85725" y="500063"/>
                </a:lnTo>
                <a:lnTo>
                  <a:pt x="85725" y="490538"/>
                </a:lnTo>
                <a:lnTo>
                  <a:pt x="80963" y="485775"/>
                </a:lnTo>
                <a:lnTo>
                  <a:pt x="76200" y="481013"/>
                </a:lnTo>
                <a:lnTo>
                  <a:pt x="71438" y="476250"/>
                </a:lnTo>
                <a:lnTo>
                  <a:pt x="66675" y="471488"/>
                </a:lnTo>
                <a:lnTo>
                  <a:pt x="61913" y="466725"/>
                </a:lnTo>
                <a:lnTo>
                  <a:pt x="57150" y="461963"/>
                </a:lnTo>
                <a:lnTo>
                  <a:pt x="52388" y="457200"/>
                </a:lnTo>
                <a:lnTo>
                  <a:pt x="47625" y="452438"/>
                </a:lnTo>
                <a:lnTo>
                  <a:pt x="47625" y="442913"/>
                </a:lnTo>
                <a:lnTo>
                  <a:pt x="42863" y="438150"/>
                </a:lnTo>
                <a:lnTo>
                  <a:pt x="38100" y="433388"/>
                </a:lnTo>
                <a:lnTo>
                  <a:pt x="38100" y="423863"/>
                </a:lnTo>
                <a:lnTo>
                  <a:pt x="38100" y="414338"/>
                </a:lnTo>
                <a:lnTo>
                  <a:pt x="33338" y="409575"/>
                </a:lnTo>
                <a:lnTo>
                  <a:pt x="28575" y="404813"/>
                </a:lnTo>
                <a:lnTo>
                  <a:pt x="23813" y="400050"/>
                </a:lnTo>
                <a:lnTo>
                  <a:pt x="19050" y="395288"/>
                </a:lnTo>
                <a:lnTo>
                  <a:pt x="14288" y="390525"/>
                </a:lnTo>
                <a:lnTo>
                  <a:pt x="9525" y="385763"/>
                </a:lnTo>
                <a:lnTo>
                  <a:pt x="9525" y="376238"/>
                </a:lnTo>
                <a:lnTo>
                  <a:pt x="9525" y="366713"/>
                </a:lnTo>
                <a:lnTo>
                  <a:pt x="4763" y="361950"/>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4763" y="238125"/>
                </a:lnTo>
                <a:lnTo>
                  <a:pt x="9525" y="233363"/>
                </a:lnTo>
                <a:lnTo>
                  <a:pt x="14288" y="228600"/>
                </a:lnTo>
                <a:lnTo>
                  <a:pt x="19050" y="223838"/>
                </a:lnTo>
                <a:lnTo>
                  <a:pt x="23813" y="219075"/>
                </a:lnTo>
                <a:lnTo>
                  <a:pt x="28575" y="214313"/>
                </a:lnTo>
                <a:lnTo>
                  <a:pt x="28575" y="204788"/>
                </a:lnTo>
                <a:lnTo>
                  <a:pt x="28575" y="195263"/>
                </a:lnTo>
                <a:lnTo>
                  <a:pt x="28575" y="185738"/>
                </a:lnTo>
                <a:lnTo>
                  <a:pt x="28575" y="176213"/>
                </a:lnTo>
                <a:lnTo>
                  <a:pt x="28575" y="166688"/>
                </a:lnTo>
                <a:lnTo>
                  <a:pt x="28575" y="157163"/>
                </a:lnTo>
                <a:lnTo>
                  <a:pt x="33338" y="152400"/>
                </a:lnTo>
                <a:lnTo>
                  <a:pt x="38100" y="147638"/>
                </a:lnTo>
                <a:lnTo>
                  <a:pt x="38100" y="138113"/>
                </a:lnTo>
                <a:lnTo>
                  <a:pt x="42863" y="133350"/>
                </a:lnTo>
                <a:lnTo>
                  <a:pt x="47625" y="128588"/>
                </a:lnTo>
                <a:lnTo>
                  <a:pt x="52388" y="123825"/>
                </a:lnTo>
                <a:lnTo>
                  <a:pt x="57150" y="119063"/>
                </a:lnTo>
                <a:lnTo>
                  <a:pt x="61913" y="114300"/>
                </a:lnTo>
                <a:lnTo>
                  <a:pt x="66675" y="109538"/>
                </a:lnTo>
                <a:lnTo>
                  <a:pt x="71438" y="104775"/>
                </a:lnTo>
                <a:lnTo>
                  <a:pt x="76200" y="100013"/>
                </a:lnTo>
                <a:lnTo>
                  <a:pt x="80963" y="95250"/>
                </a:lnTo>
                <a:lnTo>
                  <a:pt x="90488" y="95250"/>
                </a:lnTo>
                <a:lnTo>
                  <a:pt x="95250" y="90488"/>
                </a:lnTo>
                <a:lnTo>
                  <a:pt x="100013" y="85725"/>
                </a:lnTo>
                <a:lnTo>
                  <a:pt x="104775" y="80963"/>
                </a:lnTo>
                <a:lnTo>
                  <a:pt x="109538" y="76200"/>
                </a:lnTo>
                <a:lnTo>
                  <a:pt x="114300" y="71438"/>
                </a:lnTo>
                <a:lnTo>
                  <a:pt x="119063" y="66675"/>
                </a:lnTo>
                <a:lnTo>
                  <a:pt x="123825" y="61913"/>
                </a:lnTo>
                <a:lnTo>
                  <a:pt x="128588" y="57150"/>
                </a:lnTo>
                <a:lnTo>
                  <a:pt x="133350" y="52388"/>
                </a:lnTo>
                <a:lnTo>
                  <a:pt x="138113" y="47625"/>
                </a:lnTo>
                <a:lnTo>
                  <a:pt x="142875" y="42863"/>
                </a:lnTo>
                <a:lnTo>
                  <a:pt x="147638" y="38100"/>
                </a:lnTo>
                <a:lnTo>
                  <a:pt x="157163" y="38100"/>
                </a:lnTo>
                <a:lnTo>
                  <a:pt x="161925" y="33338"/>
                </a:lnTo>
                <a:lnTo>
                  <a:pt x="166688" y="28575"/>
                </a:lnTo>
                <a:lnTo>
                  <a:pt x="176213" y="28575"/>
                </a:lnTo>
                <a:lnTo>
                  <a:pt x="185738" y="28575"/>
                </a:lnTo>
                <a:lnTo>
                  <a:pt x="190500" y="23813"/>
                </a:lnTo>
                <a:lnTo>
                  <a:pt x="195263" y="19050"/>
                </a:lnTo>
                <a:lnTo>
                  <a:pt x="200025" y="14288"/>
                </a:lnTo>
                <a:lnTo>
                  <a:pt x="204788" y="9525"/>
                </a:lnTo>
                <a:lnTo>
                  <a:pt x="214313" y="9525"/>
                </a:lnTo>
                <a:lnTo>
                  <a:pt x="223838" y="9525"/>
                </a:lnTo>
                <a:lnTo>
                  <a:pt x="233363" y="9525"/>
                </a:lnTo>
                <a:lnTo>
                  <a:pt x="242888" y="9525"/>
                </a:lnTo>
                <a:lnTo>
                  <a:pt x="252413" y="9525"/>
                </a:lnTo>
                <a:lnTo>
                  <a:pt x="261938" y="9525"/>
                </a:lnTo>
                <a:lnTo>
                  <a:pt x="266700" y="4763"/>
                </a:lnTo>
                <a:close/>
              </a:path>
            </a:pathLst>
          </a:custGeom>
          <a:solidFill xmlns:a="http://schemas.openxmlformats.org/drawingml/2006/main">
            <a:srgbClr val="DADADA"/>
          </a:solidFill>
          <a:ln xmlns:a="http://schemas.openxmlformats.org/drawingml/2006/main" w="0">
            <a:noFill/>
            <a:prstDash val="solid"/>
          </a:ln>
        </p:spPr>
      </p:sp>
      <p:sp>
        <p:nvSpPr>
          <p:cNvPr id="93" name="deep-skill-chaining-source-component-1-gradient-220-0">
            <a:extLst xmlns:a="http://schemas.openxmlformats.org/drawingml/2006/main">
              <a:ext uri="{FF2B5EF4-FFF2-40B4-BE49-F238E27FC236}">
                <a16:creationId xmlns:a16="http://schemas.microsoft.com/office/drawing/2014/main" id="{FB55A5D7-8CCD-48B6-951E-5F71C30649C8}"/>
              </a:ext>
            </a:extLst>
          </p:cNvPr>
          <p:cNvSpPr>
            <a:spLocks xmlns:a="http://schemas.openxmlformats.org/drawingml/2006/main" noGrp="1"/>
          </p:cNvSpPr>
          <p:nvPr/>
        </p:nvSpPr>
        <p:spPr>
          <a:xfrm xmlns:a="http://schemas.openxmlformats.org/drawingml/2006/main" rot="0">
            <a:off x="6686550" y="1152525"/>
            <a:ext cx="561975" cy="561975"/>
          </a:xfrm>
          <a:custGeom xmlns:a="http://schemas.openxmlformats.org/drawingml/2006/main">
            <a:pathLst>
              <a:path w="561975" h="561975">
                <a:moveTo>
                  <a:pt x="266700" y="4763"/>
                </a:moveTo>
                <a:lnTo>
                  <a:pt x="271463" y="0"/>
                </a:lnTo>
                <a:lnTo>
                  <a:pt x="280988" y="0"/>
                </a:lnTo>
                <a:lnTo>
                  <a:pt x="290513" y="0"/>
                </a:lnTo>
                <a:lnTo>
                  <a:pt x="300038" y="0"/>
                </a:lnTo>
                <a:lnTo>
                  <a:pt x="304800" y="4763"/>
                </a:lnTo>
                <a:lnTo>
                  <a:pt x="309563" y="9525"/>
                </a:lnTo>
                <a:lnTo>
                  <a:pt x="319088" y="9525"/>
                </a:lnTo>
                <a:lnTo>
                  <a:pt x="328613" y="9525"/>
                </a:lnTo>
                <a:lnTo>
                  <a:pt x="333375" y="14288"/>
                </a:lnTo>
                <a:lnTo>
                  <a:pt x="338138" y="19050"/>
                </a:lnTo>
                <a:lnTo>
                  <a:pt x="347663" y="19050"/>
                </a:lnTo>
                <a:lnTo>
                  <a:pt x="357188" y="19050"/>
                </a:lnTo>
                <a:lnTo>
                  <a:pt x="361950" y="23813"/>
                </a:lnTo>
                <a:lnTo>
                  <a:pt x="366713" y="28575"/>
                </a:lnTo>
                <a:lnTo>
                  <a:pt x="376238" y="28575"/>
                </a:lnTo>
                <a:lnTo>
                  <a:pt x="385763" y="28575"/>
                </a:lnTo>
                <a:lnTo>
                  <a:pt x="390525" y="33338"/>
                </a:lnTo>
                <a:lnTo>
                  <a:pt x="395288" y="38100"/>
                </a:lnTo>
                <a:lnTo>
                  <a:pt x="404813" y="38100"/>
                </a:lnTo>
                <a:lnTo>
                  <a:pt x="414338" y="38100"/>
                </a:lnTo>
                <a:lnTo>
                  <a:pt x="419100" y="42863"/>
                </a:lnTo>
                <a:lnTo>
                  <a:pt x="423863" y="47625"/>
                </a:lnTo>
                <a:lnTo>
                  <a:pt x="433388" y="47625"/>
                </a:lnTo>
                <a:lnTo>
                  <a:pt x="438150" y="52388"/>
                </a:lnTo>
                <a:lnTo>
                  <a:pt x="442913" y="57150"/>
                </a:lnTo>
                <a:lnTo>
                  <a:pt x="452438" y="57150"/>
                </a:lnTo>
                <a:lnTo>
                  <a:pt x="457200" y="61913"/>
                </a:lnTo>
                <a:lnTo>
                  <a:pt x="461963" y="66675"/>
                </a:lnTo>
                <a:lnTo>
                  <a:pt x="466725" y="71438"/>
                </a:lnTo>
                <a:lnTo>
                  <a:pt x="466725" y="80963"/>
                </a:lnTo>
                <a:lnTo>
                  <a:pt x="471488" y="85725"/>
                </a:lnTo>
                <a:lnTo>
                  <a:pt x="476250" y="90488"/>
                </a:lnTo>
                <a:lnTo>
                  <a:pt x="481013" y="95250"/>
                </a:lnTo>
                <a:lnTo>
                  <a:pt x="485775" y="100013"/>
                </a:lnTo>
                <a:lnTo>
                  <a:pt x="490538" y="104775"/>
                </a:lnTo>
                <a:lnTo>
                  <a:pt x="495300" y="109538"/>
                </a:lnTo>
                <a:lnTo>
                  <a:pt x="500063" y="114300"/>
                </a:lnTo>
                <a:lnTo>
                  <a:pt x="504825" y="119063"/>
                </a:lnTo>
                <a:lnTo>
                  <a:pt x="504825" y="128588"/>
                </a:lnTo>
                <a:lnTo>
                  <a:pt x="504825" y="138113"/>
                </a:lnTo>
                <a:lnTo>
                  <a:pt x="509588" y="142875"/>
                </a:lnTo>
                <a:lnTo>
                  <a:pt x="514350" y="147638"/>
                </a:lnTo>
                <a:lnTo>
                  <a:pt x="514350" y="157163"/>
                </a:lnTo>
                <a:lnTo>
                  <a:pt x="519113" y="161925"/>
                </a:lnTo>
                <a:lnTo>
                  <a:pt x="523875" y="166688"/>
                </a:lnTo>
                <a:lnTo>
                  <a:pt x="528638" y="171450"/>
                </a:lnTo>
                <a:lnTo>
                  <a:pt x="533400" y="176213"/>
                </a:lnTo>
                <a:lnTo>
                  <a:pt x="533400" y="185738"/>
                </a:lnTo>
                <a:lnTo>
                  <a:pt x="538163" y="190500"/>
                </a:lnTo>
                <a:lnTo>
                  <a:pt x="542925" y="195263"/>
                </a:lnTo>
                <a:lnTo>
                  <a:pt x="547688" y="200025"/>
                </a:lnTo>
                <a:lnTo>
                  <a:pt x="552450" y="204788"/>
                </a:lnTo>
                <a:lnTo>
                  <a:pt x="552450" y="214313"/>
                </a:lnTo>
                <a:lnTo>
                  <a:pt x="552450" y="223838"/>
                </a:lnTo>
                <a:lnTo>
                  <a:pt x="552450" y="233363"/>
                </a:lnTo>
                <a:lnTo>
                  <a:pt x="552450" y="242888"/>
                </a:lnTo>
                <a:lnTo>
                  <a:pt x="547688" y="247650"/>
                </a:lnTo>
                <a:lnTo>
                  <a:pt x="542925" y="252413"/>
                </a:lnTo>
                <a:lnTo>
                  <a:pt x="542925" y="261938"/>
                </a:lnTo>
                <a:lnTo>
                  <a:pt x="542925" y="271463"/>
                </a:lnTo>
                <a:lnTo>
                  <a:pt x="547688" y="276225"/>
                </a:lnTo>
                <a:lnTo>
                  <a:pt x="552450" y="280988"/>
                </a:lnTo>
                <a:lnTo>
                  <a:pt x="552450" y="290513"/>
                </a:lnTo>
                <a:lnTo>
                  <a:pt x="552450" y="300038"/>
                </a:lnTo>
                <a:lnTo>
                  <a:pt x="557213" y="304800"/>
                </a:lnTo>
                <a:lnTo>
                  <a:pt x="561975" y="309563"/>
                </a:lnTo>
                <a:lnTo>
                  <a:pt x="561975" y="319088"/>
                </a:lnTo>
                <a:lnTo>
                  <a:pt x="561975" y="328613"/>
                </a:lnTo>
                <a:lnTo>
                  <a:pt x="557213" y="333375"/>
                </a:lnTo>
                <a:lnTo>
                  <a:pt x="552450" y="338138"/>
                </a:lnTo>
                <a:lnTo>
                  <a:pt x="552450" y="347663"/>
                </a:lnTo>
                <a:lnTo>
                  <a:pt x="547688" y="352425"/>
                </a:lnTo>
                <a:lnTo>
                  <a:pt x="542925" y="357188"/>
                </a:lnTo>
                <a:lnTo>
                  <a:pt x="538163" y="361950"/>
                </a:lnTo>
                <a:lnTo>
                  <a:pt x="533400" y="366713"/>
                </a:lnTo>
                <a:lnTo>
                  <a:pt x="533400" y="376238"/>
                </a:lnTo>
                <a:lnTo>
                  <a:pt x="533400" y="385763"/>
                </a:lnTo>
                <a:lnTo>
                  <a:pt x="533400" y="395288"/>
                </a:lnTo>
                <a:lnTo>
                  <a:pt x="533400" y="404813"/>
                </a:lnTo>
                <a:lnTo>
                  <a:pt x="528638" y="409575"/>
                </a:lnTo>
                <a:lnTo>
                  <a:pt x="523875" y="414338"/>
                </a:lnTo>
                <a:lnTo>
                  <a:pt x="519113" y="419100"/>
                </a:lnTo>
                <a:lnTo>
                  <a:pt x="514350" y="423863"/>
                </a:lnTo>
                <a:lnTo>
                  <a:pt x="509588" y="428625"/>
                </a:lnTo>
                <a:lnTo>
                  <a:pt x="504825" y="433388"/>
                </a:lnTo>
                <a:lnTo>
                  <a:pt x="504825" y="442913"/>
                </a:lnTo>
                <a:lnTo>
                  <a:pt x="504825" y="452438"/>
                </a:lnTo>
                <a:lnTo>
                  <a:pt x="504825" y="461963"/>
                </a:lnTo>
                <a:lnTo>
                  <a:pt x="500063" y="466725"/>
                </a:lnTo>
                <a:lnTo>
                  <a:pt x="490538" y="466725"/>
                </a:lnTo>
                <a:lnTo>
                  <a:pt x="485775" y="471488"/>
                </a:lnTo>
                <a:lnTo>
                  <a:pt x="481013" y="476250"/>
                </a:lnTo>
                <a:lnTo>
                  <a:pt x="471488" y="476250"/>
                </a:lnTo>
                <a:lnTo>
                  <a:pt x="466725" y="481013"/>
                </a:lnTo>
                <a:lnTo>
                  <a:pt x="461963" y="485775"/>
                </a:lnTo>
                <a:lnTo>
                  <a:pt x="457200" y="490538"/>
                </a:lnTo>
                <a:lnTo>
                  <a:pt x="452438" y="495300"/>
                </a:lnTo>
                <a:lnTo>
                  <a:pt x="447675" y="500063"/>
                </a:lnTo>
                <a:lnTo>
                  <a:pt x="442913" y="504825"/>
                </a:lnTo>
                <a:lnTo>
                  <a:pt x="433388" y="504825"/>
                </a:lnTo>
                <a:lnTo>
                  <a:pt x="428625" y="509588"/>
                </a:lnTo>
                <a:lnTo>
                  <a:pt x="428625" y="519113"/>
                </a:lnTo>
                <a:lnTo>
                  <a:pt x="423863" y="523875"/>
                </a:lnTo>
                <a:lnTo>
                  <a:pt x="419100" y="528638"/>
                </a:lnTo>
                <a:lnTo>
                  <a:pt x="414338" y="533400"/>
                </a:lnTo>
                <a:lnTo>
                  <a:pt x="404813" y="533400"/>
                </a:lnTo>
                <a:lnTo>
                  <a:pt x="395288" y="533400"/>
                </a:lnTo>
                <a:lnTo>
                  <a:pt x="390525" y="538163"/>
                </a:lnTo>
                <a:lnTo>
                  <a:pt x="385763" y="542925"/>
                </a:lnTo>
                <a:lnTo>
                  <a:pt x="376238" y="542925"/>
                </a:lnTo>
                <a:lnTo>
                  <a:pt x="366713" y="542925"/>
                </a:lnTo>
                <a:lnTo>
                  <a:pt x="361950" y="547688"/>
                </a:lnTo>
                <a:lnTo>
                  <a:pt x="357188" y="552450"/>
                </a:lnTo>
                <a:lnTo>
                  <a:pt x="347663" y="552450"/>
                </a:lnTo>
                <a:lnTo>
                  <a:pt x="338138" y="552450"/>
                </a:lnTo>
                <a:lnTo>
                  <a:pt x="328613" y="552450"/>
                </a:lnTo>
                <a:lnTo>
                  <a:pt x="319088" y="552450"/>
                </a:lnTo>
                <a:lnTo>
                  <a:pt x="309563" y="552450"/>
                </a:lnTo>
                <a:lnTo>
                  <a:pt x="304800" y="557213"/>
                </a:lnTo>
                <a:lnTo>
                  <a:pt x="300038" y="561975"/>
                </a:lnTo>
                <a:lnTo>
                  <a:pt x="290513" y="561975"/>
                </a:lnTo>
                <a:lnTo>
                  <a:pt x="280988" y="561975"/>
                </a:lnTo>
                <a:lnTo>
                  <a:pt x="271463" y="561975"/>
                </a:lnTo>
                <a:lnTo>
                  <a:pt x="261938" y="561975"/>
                </a:lnTo>
                <a:lnTo>
                  <a:pt x="252413" y="561975"/>
                </a:lnTo>
                <a:lnTo>
                  <a:pt x="242888" y="561975"/>
                </a:lnTo>
                <a:lnTo>
                  <a:pt x="238125" y="557213"/>
                </a:lnTo>
                <a:lnTo>
                  <a:pt x="233363" y="552450"/>
                </a:lnTo>
                <a:lnTo>
                  <a:pt x="223838" y="552450"/>
                </a:lnTo>
                <a:lnTo>
                  <a:pt x="214313" y="552450"/>
                </a:lnTo>
                <a:lnTo>
                  <a:pt x="209550" y="547688"/>
                </a:lnTo>
                <a:lnTo>
                  <a:pt x="204788" y="542925"/>
                </a:lnTo>
                <a:lnTo>
                  <a:pt x="195263" y="542925"/>
                </a:lnTo>
                <a:lnTo>
                  <a:pt x="185738" y="542925"/>
                </a:lnTo>
                <a:lnTo>
                  <a:pt x="176213" y="542925"/>
                </a:lnTo>
                <a:lnTo>
                  <a:pt x="171450" y="538163"/>
                </a:lnTo>
                <a:lnTo>
                  <a:pt x="166688" y="533400"/>
                </a:lnTo>
                <a:lnTo>
                  <a:pt x="157163" y="533400"/>
                </a:lnTo>
                <a:lnTo>
                  <a:pt x="147638" y="533400"/>
                </a:lnTo>
                <a:lnTo>
                  <a:pt x="142875" y="528638"/>
                </a:lnTo>
                <a:lnTo>
                  <a:pt x="138113" y="523875"/>
                </a:lnTo>
                <a:lnTo>
                  <a:pt x="128588" y="523875"/>
                </a:lnTo>
                <a:lnTo>
                  <a:pt x="119063" y="523875"/>
                </a:lnTo>
                <a:lnTo>
                  <a:pt x="114300" y="519113"/>
                </a:lnTo>
                <a:lnTo>
                  <a:pt x="114300" y="509588"/>
                </a:lnTo>
                <a:lnTo>
                  <a:pt x="109538" y="504825"/>
                </a:lnTo>
                <a:lnTo>
                  <a:pt x="100013" y="504825"/>
                </a:lnTo>
                <a:lnTo>
                  <a:pt x="95250" y="500063"/>
                </a:lnTo>
                <a:lnTo>
                  <a:pt x="90488" y="495300"/>
                </a:lnTo>
                <a:lnTo>
                  <a:pt x="85725" y="490538"/>
                </a:lnTo>
                <a:lnTo>
                  <a:pt x="85725" y="481013"/>
                </a:lnTo>
                <a:lnTo>
                  <a:pt x="80963" y="476250"/>
                </a:lnTo>
                <a:lnTo>
                  <a:pt x="76200" y="471488"/>
                </a:lnTo>
                <a:lnTo>
                  <a:pt x="71438" y="466725"/>
                </a:lnTo>
                <a:lnTo>
                  <a:pt x="66675" y="461963"/>
                </a:lnTo>
                <a:lnTo>
                  <a:pt x="61913" y="457200"/>
                </a:lnTo>
                <a:lnTo>
                  <a:pt x="57150" y="452438"/>
                </a:lnTo>
                <a:lnTo>
                  <a:pt x="52388" y="447675"/>
                </a:lnTo>
                <a:lnTo>
                  <a:pt x="47625" y="442913"/>
                </a:lnTo>
                <a:lnTo>
                  <a:pt x="42863" y="438150"/>
                </a:lnTo>
                <a:lnTo>
                  <a:pt x="38100" y="433388"/>
                </a:lnTo>
                <a:lnTo>
                  <a:pt x="38100" y="423863"/>
                </a:lnTo>
                <a:lnTo>
                  <a:pt x="38100" y="414338"/>
                </a:lnTo>
                <a:lnTo>
                  <a:pt x="38100" y="404813"/>
                </a:lnTo>
                <a:lnTo>
                  <a:pt x="33338" y="400050"/>
                </a:lnTo>
                <a:lnTo>
                  <a:pt x="28575" y="395288"/>
                </a:lnTo>
                <a:lnTo>
                  <a:pt x="23813" y="390525"/>
                </a:lnTo>
                <a:lnTo>
                  <a:pt x="19050" y="385763"/>
                </a:lnTo>
                <a:lnTo>
                  <a:pt x="14288" y="381000"/>
                </a:lnTo>
                <a:lnTo>
                  <a:pt x="9525" y="376238"/>
                </a:lnTo>
                <a:lnTo>
                  <a:pt x="9525" y="366713"/>
                </a:lnTo>
                <a:lnTo>
                  <a:pt x="9525" y="357188"/>
                </a:lnTo>
                <a:lnTo>
                  <a:pt x="9525" y="347663"/>
                </a:lnTo>
                <a:lnTo>
                  <a:pt x="9525" y="338138"/>
                </a:lnTo>
                <a:lnTo>
                  <a:pt x="9525" y="328613"/>
                </a:lnTo>
                <a:lnTo>
                  <a:pt x="9525" y="319088"/>
                </a:lnTo>
                <a:lnTo>
                  <a:pt x="9525" y="309563"/>
                </a:lnTo>
                <a:lnTo>
                  <a:pt x="9525" y="300038"/>
                </a:lnTo>
                <a:lnTo>
                  <a:pt x="9525" y="290513"/>
                </a:lnTo>
                <a:lnTo>
                  <a:pt x="4763" y="285750"/>
                </a:lnTo>
                <a:lnTo>
                  <a:pt x="0" y="280988"/>
                </a:lnTo>
                <a:lnTo>
                  <a:pt x="0" y="271463"/>
                </a:lnTo>
                <a:lnTo>
                  <a:pt x="0" y="261938"/>
                </a:lnTo>
                <a:lnTo>
                  <a:pt x="0" y="252413"/>
                </a:lnTo>
                <a:lnTo>
                  <a:pt x="0" y="242888"/>
                </a:lnTo>
                <a:lnTo>
                  <a:pt x="0" y="233363"/>
                </a:lnTo>
                <a:lnTo>
                  <a:pt x="4763" y="228600"/>
                </a:lnTo>
                <a:lnTo>
                  <a:pt x="9525" y="223838"/>
                </a:lnTo>
                <a:lnTo>
                  <a:pt x="14288" y="219075"/>
                </a:lnTo>
                <a:lnTo>
                  <a:pt x="19050" y="214313"/>
                </a:lnTo>
                <a:lnTo>
                  <a:pt x="19050" y="204788"/>
                </a:lnTo>
                <a:lnTo>
                  <a:pt x="23813" y="200025"/>
                </a:lnTo>
                <a:lnTo>
                  <a:pt x="28575" y="195263"/>
                </a:lnTo>
                <a:lnTo>
                  <a:pt x="28575" y="185738"/>
                </a:lnTo>
                <a:lnTo>
                  <a:pt x="28575" y="176213"/>
                </a:lnTo>
                <a:lnTo>
                  <a:pt x="28575" y="166688"/>
                </a:lnTo>
                <a:lnTo>
                  <a:pt x="28575" y="157163"/>
                </a:lnTo>
                <a:lnTo>
                  <a:pt x="33338" y="152400"/>
                </a:lnTo>
                <a:lnTo>
                  <a:pt x="38100" y="147638"/>
                </a:lnTo>
                <a:lnTo>
                  <a:pt x="38100" y="138113"/>
                </a:lnTo>
                <a:lnTo>
                  <a:pt x="38100" y="128588"/>
                </a:lnTo>
                <a:lnTo>
                  <a:pt x="38100" y="119063"/>
                </a:lnTo>
                <a:lnTo>
                  <a:pt x="42863" y="114300"/>
                </a:lnTo>
                <a:lnTo>
                  <a:pt x="52388" y="114300"/>
                </a:lnTo>
                <a:lnTo>
                  <a:pt x="57150" y="109538"/>
                </a:lnTo>
                <a:lnTo>
                  <a:pt x="61913" y="104775"/>
                </a:lnTo>
                <a:lnTo>
                  <a:pt x="66675" y="100013"/>
                </a:lnTo>
                <a:lnTo>
                  <a:pt x="71438" y="95250"/>
                </a:lnTo>
                <a:lnTo>
                  <a:pt x="80963" y="95250"/>
                </a:lnTo>
                <a:lnTo>
                  <a:pt x="85725" y="90488"/>
                </a:lnTo>
                <a:lnTo>
                  <a:pt x="90488" y="85725"/>
                </a:lnTo>
                <a:lnTo>
                  <a:pt x="100013" y="85725"/>
                </a:lnTo>
                <a:lnTo>
                  <a:pt x="104775" y="80963"/>
                </a:lnTo>
                <a:lnTo>
                  <a:pt x="109538" y="76200"/>
                </a:lnTo>
                <a:lnTo>
                  <a:pt x="114300" y="71438"/>
                </a:lnTo>
                <a:lnTo>
                  <a:pt x="119063" y="66675"/>
                </a:lnTo>
                <a:lnTo>
                  <a:pt x="123825" y="61913"/>
                </a:lnTo>
                <a:lnTo>
                  <a:pt x="128588" y="57150"/>
                </a:lnTo>
                <a:lnTo>
                  <a:pt x="133350" y="52388"/>
                </a:lnTo>
                <a:lnTo>
                  <a:pt x="138113" y="47625"/>
                </a:lnTo>
                <a:lnTo>
                  <a:pt x="142875" y="42863"/>
                </a:lnTo>
                <a:lnTo>
                  <a:pt x="147638" y="38100"/>
                </a:lnTo>
                <a:lnTo>
                  <a:pt x="152400" y="33338"/>
                </a:lnTo>
                <a:lnTo>
                  <a:pt x="157163" y="28575"/>
                </a:lnTo>
                <a:lnTo>
                  <a:pt x="166688" y="28575"/>
                </a:lnTo>
                <a:lnTo>
                  <a:pt x="176213" y="28575"/>
                </a:lnTo>
                <a:lnTo>
                  <a:pt x="185738" y="28575"/>
                </a:lnTo>
                <a:lnTo>
                  <a:pt x="190500" y="23813"/>
                </a:lnTo>
                <a:lnTo>
                  <a:pt x="195263" y="19050"/>
                </a:lnTo>
                <a:lnTo>
                  <a:pt x="204788" y="19050"/>
                </a:lnTo>
                <a:lnTo>
                  <a:pt x="214313" y="19050"/>
                </a:lnTo>
                <a:lnTo>
                  <a:pt x="223838" y="19050"/>
                </a:lnTo>
                <a:lnTo>
                  <a:pt x="233363" y="19050"/>
                </a:lnTo>
                <a:lnTo>
                  <a:pt x="238125" y="14288"/>
                </a:lnTo>
                <a:lnTo>
                  <a:pt x="242888" y="9525"/>
                </a:lnTo>
                <a:lnTo>
                  <a:pt x="252413" y="9525"/>
                </a:lnTo>
                <a:lnTo>
                  <a:pt x="261938" y="9525"/>
                </a:lnTo>
                <a:lnTo>
                  <a:pt x="266700" y="4763"/>
                </a:lnTo>
                <a:close/>
              </a:path>
            </a:pathLst>
          </a:custGeom>
          <a:solidFill xmlns:a="http://schemas.openxmlformats.org/drawingml/2006/main">
            <a:srgbClr val="DCDCDC"/>
          </a:solidFill>
          <a:ln xmlns:a="http://schemas.openxmlformats.org/drawingml/2006/main" w="0">
            <a:noFill/>
            <a:prstDash val="solid"/>
          </a:ln>
        </p:spPr>
      </p:sp>
      <p:sp>
        <p:nvSpPr>
          <p:cNvPr id="94" name="deep-skill-chaining-source-component-1-gradient-222-0">
            <a:extLst xmlns:a="http://schemas.openxmlformats.org/drawingml/2006/main">
              <a:ext uri="{FF2B5EF4-FFF2-40B4-BE49-F238E27FC236}">
                <a16:creationId xmlns:a16="http://schemas.microsoft.com/office/drawing/2014/main" id="{0337A7F9-71E4-40F7-9076-F1A207CB2A2F}"/>
              </a:ext>
            </a:extLst>
          </p:cNvPr>
          <p:cNvSpPr>
            <a:spLocks xmlns:a="http://schemas.openxmlformats.org/drawingml/2006/main" noGrp="1"/>
          </p:cNvSpPr>
          <p:nvPr/>
        </p:nvSpPr>
        <p:spPr>
          <a:xfrm xmlns:a="http://schemas.openxmlformats.org/drawingml/2006/main" rot="0">
            <a:off x="6696075" y="1171575"/>
            <a:ext cx="533400" cy="523875"/>
          </a:xfrm>
          <a:custGeom xmlns:a="http://schemas.openxmlformats.org/drawingml/2006/main">
            <a:pathLst>
              <a:path w="533400" h="523875">
                <a:moveTo>
                  <a:pt x="247650" y="4763"/>
                </a:moveTo>
                <a:lnTo>
                  <a:pt x="252413" y="0"/>
                </a:lnTo>
                <a:lnTo>
                  <a:pt x="261938" y="0"/>
                </a:lnTo>
                <a:lnTo>
                  <a:pt x="271463" y="0"/>
                </a:lnTo>
                <a:lnTo>
                  <a:pt x="280988" y="0"/>
                </a:lnTo>
                <a:lnTo>
                  <a:pt x="285750" y="4763"/>
                </a:lnTo>
                <a:lnTo>
                  <a:pt x="290513" y="9525"/>
                </a:lnTo>
                <a:lnTo>
                  <a:pt x="300038" y="9525"/>
                </a:lnTo>
                <a:lnTo>
                  <a:pt x="309563" y="9525"/>
                </a:lnTo>
                <a:lnTo>
                  <a:pt x="319088" y="9525"/>
                </a:lnTo>
                <a:lnTo>
                  <a:pt x="328613" y="9525"/>
                </a:lnTo>
                <a:lnTo>
                  <a:pt x="333375" y="14288"/>
                </a:lnTo>
                <a:lnTo>
                  <a:pt x="338138" y="19050"/>
                </a:lnTo>
                <a:lnTo>
                  <a:pt x="347663" y="19050"/>
                </a:lnTo>
                <a:lnTo>
                  <a:pt x="352425" y="23813"/>
                </a:lnTo>
                <a:lnTo>
                  <a:pt x="357188" y="28575"/>
                </a:lnTo>
                <a:lnTo>
                  <a:pt x="366713" y="28575"/>
                </a:lnTo>
                <a:lnTo>
                  <a:pt x="376238" y="28575"/>
                </a:lnTo>
                <a:lnTo>
                  <a:pt x="385763" y="28575"/>
                </a:lnTo>
                <a:lnTo>
                  <a:pt x="390525" y="33338"/>
                </a:lnTo>
                <a:lnTo>
                  <a:pt x="395288" y="38100"/>
                </a:lnTo>
                <a:lnTo>
                  <a:pt x="404813" y="38100"/>
                </a:lnTo>
                <a:lnTo>
                  <a:pt x="414338" y="38100"/>
                </a:lnTo>
                <a:lnTo>
                  <a:pt x="419100" y="42863"/>
                </a:lnTo>
                <a:lnTo>
                  <a:pt x="423863" y="47625"/>
                </a:lnTo>
                <a:lnTo>
                  <a:pt x="428625" y="52388"/>
                </a:lnTo>
                <a:lnTo>
                  <a:pt x="433388" y="57150"/>
                </a:lnTo>
                <a:lnTo>
                  <a:pt x="438150" y="61913"/>
                </a:lnTo>
                <a:lnTo>
                  <a:pt x="442913" y="66675"/>
                </a:lnTo>
                <a:lnTo>
                  <a:pt x="447675" y="71438"/>
                </a:lnTo>
                <a:lnTo>
                  <a:pt x="447675" y="80963"/>
                </a:lnTo>
                <a:lnTo>
                  <a:pt x="452438" y="85725"/>
                </a:lnTo>
                <a:lnTo>
                  <a:pt x="461963" y="85725"/>
                </a:lnTo>
                <a:lnTo>
                  <a:pt x="466725" y="90488"/>
                </a:lnTo>
                <a:lnTo>
                  <a:pt x="471488" y="95250"/>
                </a:lnTo>
                <a:lnTo>
                  <a:pt x="476250" y="100013"/>
                </a:lnTo>
                <a:lnTo>
                  <a:pt x="476250" y="109538"/>
                </a:lnTo>
                <a:lnTo>
                  <a:pt x="476250" y="119063"/>
                </a:lnTo>
                <a:lnTo>
                  <a:pt x="481013" y="123825"/>
                </a:lnTo>
                <a:lnTo>
                  <a:pt x="485775" y="128588"/>
                </a:lnTo>
                <a:lnTo>
                  <a:pt x="490538" y="133350"/>
                </a:lnTo>
                <a:lnTo>
                  <a:pt x="495300" y="138113"/>
                </a:lnTo>
                <a:lnTo>
                  <a:pt x="495300" y="147638"/>
                </a:lnTo>
                <a:lnTo>
                  <a:pt x="500063" y="152400"/>
                </a:lnTo>
                <a:lnTo>
                  <a:pt x="504825" y="157163"/>
                </a:lnTo>
                <a:lnTo>
                  <a:pt x="509588" y="161925"/>
                </a:lnTo>
                <a:lnTo>
                  <a:pt x="514350" y="166688"/>
                </a:lnTo>
                <a:lnTo>
                  <a:pt x="519113" y="171450"/>
                </a:lnTo>
                <a:lnTo>
                  <a:pt x="523875" y="176213"/>
                </a:lnTo>
                <a:lnTo>
                  <a:pt x="523875" y="185738"/>
                </a:lnTo>
                <a:lnTo>
                  <a:pt x="523875" y="195263"/>
                </a:lnTo>
                <a:lnTo>
                  <a:pt x="523875" y="204788"/>
                </a:lnTo>
                <a:lnTo>
                  <a:pt x="523875" y="214313"/>
                </a:lnTo>
                <a:lnTo>
                  <a:pt x="523875" y="223838"/>
                </a:lnTo>
                <a:lnTo>
                  <a:pt x="523875" y="233363"/>
                </a:lnTo>
                <a:lnTo>
                  <a:pt x="523875" y="242888"/>
                </a:lnTo>
                <a:lnTo>
                  <a:pt x="523875" y="252413"/>
                </a:lnTo>
                <a:lnTo>
                  <a:pt x="523875" y="261938"/>
                </a:lnTo>
                <a:lnTo>
                  <a:pt x="523875" y="271463"/>
                </a:lnTo>
                <a:lnTo>
                  <a:pt x="528638" y="276225"/>
                </a:lnTo>
                <a:lnTo>
                  <a:pt x="533400" y="280988"/>
                </a:lnTo>
                <a:lnTo>
                  <a:pt x="533400" y="290513"/>
                </a:lnTo>
                <a:lnTo>
                  <a:pt x="533400" y="300038"/>
                </a:lnTo>
                <a:lnTo>
                  <a:pt x="533400" y="309563"/>
                </a:lnTo>
                <a:lnTo>
                  <a:pt x="533400" y="319088"/>
                </a:lnTo>
                <a:lnTo>
                  <a:pt x="528638" y="323850"/>
                </a:lnTo>
                <a:lnTo>
                  <a:pt x="523875" y="328613"/>
                </a:lnTo>
                <a:lnTo>
                  <a:pt x="523875" y="338138"/>
                </a:lnTo>
                <a:lnTo>
                  <a:pt x="519113" y="342900"/>
                </a:lnTo>
                <a:lnTo>
                  <a:pt x="514350" y="347663"/>
                </a:lnTo>
                <a:lnTo>
                  <a:pt x="509588" y="352425"/>
                </a:lnTo>
                <a:lnTo>
                  <a:pt x="504825" y="357188"/>
                </a:lnTo>
                <a:lnTo>
                  <a:pt x="504825" y="366713"/>
                </a:lnTo>
                <a:lnTo>
                  <a:pt x="504825" y="376238"/>
                </a:lnTo>
                <a:lnTo>
                  <a:pt x="509588" y="381000"/>
                </a:lnTo>
                <a:lnTo>
                  <a:pt x="514350" y="385763"/>
                </a:lnTo>
                <a:lnTo>
                  <a:pt x="509588" y="390525"/>
                </a:lnTo>
                <a:lnTo>
                  <a:pt x="500063" y="390525"/>
                </a:lnTo>
                <a:lnTo>
                  <a:pt x="495300" y="395288"/>
                </a:lnTo>
                <a:lnTo>
                  <a:pt x="495300" y="404813"/>
                </a:lnTo>
                <a:lnTo>
                  <a:pt x="490538" y="409575"/>
                </a:lnTo>
                <a:lnTo>
                  <a:pt x="485775" y="414338"/>
                </a:lnTo>
                <a:lnTo>
                  <a:pt x="481013" y="419100"/>
                </a:lnTo>
                <a:lnTo>
                  <a:pt x="476250" y="423863"/>
                </a:lnTo>
                <a:lnTo>
                  <a:pt x="476250" y="433388"/>
                </a:lnTo>
                <a:lnTo>
                  <a:pt x="476250" y="442913"/>
                </a:lnTo>
                <a:lnTo>
                  <a:pt x="471488" y="447675"/>
                </a:lnTo>
                <a:lnTo>
                  <a:pt x="461963" y="447675"/>
                </a:lnTo>
                <a:lnTo>
                  <a:pt x="457200" y="452438"/>
                </a:lnTo>
                <a:lnTo>
                  <a:pt x="452438" y="457200"/>
                </a:lnTo>
                <a:lnTo>
                  <a:pt x="442913" y="457200"/>
                </a:lnTo>
                <a:lnTo>
                  <a:pt x="438150" y="461963"/>
                </a:lnTo>
                <a:lnTo>
                  <a:pt x="433388" y="466725"/>
                </a:lnTo>
                <a:lnTo>
                  <a:pt x="423863" y="466725"/>
                </a:lnTo>
                <a:lnTo>
                  <a:pt x="419100" y="471488"/>
                </a:lnTo>
                <a:lnTo>
                  <a:pt x="414338" y="476250"/>
                </a:lnTo>
                <a:lnTo>
                  <a:pt x="409575" y="481013"/>
                </a:lnTo>
                <a:lnTo>
                  <a:pt x="404813" y="485775"/>
                </a:lnTo>
                <a:lnTo>
                  <a:pt x="400050" y="490538"/>
                </a:lnTo>
                <a:lnTo>
                  <a:pt x="395288" y="495300"/>
                </a:lnTo>
                <a:lnTo>
                  <a:pt x="385763" y="495300"/>
                </a:lnTo>
                <a:lnTo>
                  <a:pt x="381000" y="500063"/>
                </a:lnTo>
                <a:lnTo>
                  <a:pt x="376238" y="504825"/>
                </a:lnTo>
                <a:lnTo>
                  <a:pt x="366713" y="504825"/>
                </a:lnTo>
                <a:lnTo>
                  <a:pt x="357188" y="504825"/>
                </a:lnTo>
                <a:lnTo>
                  <a:pt x="352425" y="509588"/>
                </a:lnTo>
                <a:lnTo>
                  <a:pt x="347663" y="514350"/>
                </a:lnTo>
                <a:lnTo>
                  <a:pt x="338138" y="514350"/>
                </a:lnTo>
                <a:lnTo>
                  <a:pt x="328613" y="514350"/>
                </a:lnTo>
                <a:lnTo>
                  <a:pt x="323850" y="519113"/>
                </a:lnTo>
                <a:lnTo>
                  <a:pt x="319088" y="523875"/>
                </a:lnTo>
                <a:lnTo>
                  <a:pt x="309563" y="523875"/>
                </a:lnTo>
                <a:lnTo>
                  <a:pt x="300038" y="523875"/>
                </a:lnTo>
                <a:lnTo>
                  <a:pt x="290513" y="523875"/>
                </a:lnTo>
                <a:lnTo>
                  <a:pt x="280988" y="523875"/>
                </a:lnTo>
                <a:lnTo>
                  <a:pt x="271463" y="523875"/>
                </a:lnTo>
                <a:lnTo>
                  <a:pt x="261938" y="523875"/>
                </a:lnTo>
                <a:lnTo>
                  <a:pt x="252413" y="523875"/>
                </a:lnTo>
                <a:lnTo>
                  <a:pt x="242888" y="523875"/>
                </a:lnTo>
                <a:lnTo>
                  <a:pt x="233363" y="523875"/>
                </a:lnTo>
                <a:lnTo>
                  <a:pt x="223838" y="523875"/>
                </a:lnTo>
                <a:lnTo>
                  <a:pt x="219075" y="519113"/>
                </a:lnTo>
                <a:lnTo>
                  <a:pt x="214313" y="514350"/>
                </a:lnTo>
                <a:lnTo>
                  <a:pt x="204788" y="514350"/>
                </a:lnTo>
                <a:lnTo>
                  <a:pt x="195263" y="514350"/>
                </a:lnTo>
                <a:lnTo>
                  <a:pt x="185738" y="514350"/>
                </a:lnTo>
                <a:lnTo>
                  <a:pt x="180975" y="509588"/>
                </a:lnTo>
                <a:lnTo>
                  <a:pt x="176213" y="504825"/>
                </a:lnTo>
                <a:lnTo>
                  <a:pt x="166688" y="504825"/>
                </a:lnTo>
                <a:lnTo>
                  <a:pt x="157163" y="504825"/>
                </a:lnTo>
                <a:lnTo>
                  <a:pt x="147638" y="504825"/>
                </a:lnTo>
                <a:lnTo>
                  <a:pt x="142875" y="500063"/>
                </a:lnTo>
                <a:lnTo>
                  <a:pt x="138113" y="495300"/>
                </a:lnTo>
                <a:lnTo>
                  <a:pt x="128588" y="495300"/>
                </a:lnTo>
                <a:lnTo>
                  <a:pt x="123825" y="490538"/>
                </a:lnTo>
                <a:lnTo>
                  <a:pt x="119063" y="485775"/>
                </a:lnTo>
                <a:lnTo>
                  <a:pt x="114300" y="481013"/>
                </a:lnTo>
                <a:lnTo>
                  <a:pt x="109538" y="476250"/>
                </a:lnTo>
                <a:lnTo>
                  <a:pt x="104775" y="471488"/>
                </a:lnTo>
                <a:lnTo>
                  <a:pt x="100013" y="466725"/>
                </a:lnTo>
                <a:lnTo>
                  <a:pt x="95250" y="461963"/>
                </a:lnTo>
                <a:lnTo>
                  <a:pt x="90488" y="457200"/>
                </a:lnTo>
                <a:lnTo>
                  <a:pt x="85725" y="452438"/>
                </a:lnTo>
                <a:lnTo>
                  <a:pt x="80963" y="447675"/>
                </a:lnTo>
                <a:lnTo>
                  <a:pt x="76200" y="442913"/>
                </a:lnTo>
                <a:lnTo>
                  <a:pt x="76200" y="433388"/>
                </a:lnTo>
                <a:lnTo>
                  <a:pt x="71438" y="428625"/>
                </a:lnTo>
                <a:lnTo>
                  <a:pt x="61913" y="428625"/>
                </a:lnTo>
                <a:lnTo>
                  <a:pt x="57150" y="423863"/>
                </a:lnTo>
                <a:lnTo>
                  <a:pt x="52388" y="419100"/>
                </a:lnTo>
                <a:lnTo>
                  <a:pt x="47625" y="414338"/>
                </a:lnTo>
                <a:lnTo>
                  <a:pt x="47625" y="404813"/>
                </a:lnTo>
                <a:lnTo>
                  <a:pt x="47625" y="395288"/>
                </a:lnTo>
                <a:lnTo>
                  <a:pt x="42863" y="390525"/>
                </a:lnTo>
                <a:lnTo>
                  <a:pt x="38100" y="385763"/>
                </a:lnTo>
                <a:lnTo>
                  <a:pt x="38100" y="376238"/>
                </a:lnTo>
                <a:lnTo>
                  <a:pt x="33338" y="371475"/>
                </a:lnTo>
                <a:lnTo>
                  <a:pt x="28575" y="366713"/>
                </a:lnTo>
                <a:lnTo>
                  <a:pt x="23813" y="361950"/>
                </a:lnTo>
                <a:lnTo>
                  <a:pt x="19050" y="357188"/>
                </a:lnTo>
                <a:lnTo>
                  <a:pt x="19050" y="347663"/>
                </a:lnTo>
                <a:lnTo>
                  <a:pt x="19050" y="338138"/>
                </a:lnTo>
                <a:lnTo>
                  <a:pt x="19050" y="328613"/>
                </a:lnTo>
                <a:lnTo>
                  <a:pt x="14288" y="323850"/>
                </a:lnTo>
                <a:lnTo>
                  <a:pt x="9525" y="319088"/>
                </a:lnTo>
                <a:lnTo>
                  <a:pt x="9525" y="309563"/>
                </a:lnTo>
                <a:lnTo>
                  <a:pt x="9525" y="300038"/>
                </a:lnTo>
                <a:lnTo>
                  <a:pt x="9525" y="290513"/>
                </a:lnTo>
                <a:lnTo>
                  <a:pt x="9525" y="280988"/>
                </a:lnTo>
                <a:lnTo>
                  <a:pt x="14288" y="276225"/>
                </a:lnTo>
                <a:lnTo>
                  <a:pt x="19050" y="271463"/>
                </a:lnTo>
                <a:lnTo>
                  <a:pt x="14288" y="266700"/>
                </a:lnTo>
                <a:lnTo>
                  <a:pt x="9525" y="261938"/>
                </a:lnTo>
                <a:lnTo>
                  <a:pt x="9525" y="252413"/>
                </a:lnTo>
                <a:lnTo>
                  <a:pt x="4763" y="247650"/>
                </a:lnTo>
                <a:lnTo>
                  <a:pt x="0" y="242888"/>
                </a:lnTo>
                <a:lnTo>
                  <a:pt x="0" y="233363"/>
                </a:lnTo>
                <a:lnTo>
                  <a:pt x="0" y="223838"/>
                </a:lnTo>
                <a:lnTo>
                  <a:pt x="0" y="214313"/>
                </a:lnTo>
                <a:lnTo>
                  <a:pt x="4763" y="209550"/>
                </a:lnTo>
                <a:lnTo>
                  <a:pt x="9525" y="204788"/>
                </a:lnTo>
                <a:lnTo>
                  <a:pt x="14288" y="200025"/>
                </a:lnTo>
                <a:lnTo>
                  <a:pt x="19050" y="195263"/>
                </a:lnTo>
                <a:lnTo>
                  <a:pt x="23813" y="190500"/>
                </a:lnTo>
                <a:lnTo>
                  <a:pt x="28575" y="185738"/>
                </a:lnTo>
                <a:lnTo>
                  <a:pt x="28575" y="176213"/>
                </a:lnTo>
                <a:lnTo>
                  <a:pt x="28575" y="166688"/>
                </a:lnTo>
                <a:lnTo>
                  <a:pt x="28575" y="157163"/>
                </a:lnTo>
                <a:lnTo>
                  <a:pt x="33338" y="152400"/>
                </a:lnTo>
                <a:lnTo>
                  <a:pt x="38100" y="147638"/>
                </a:lnTo>
                <a:lnTo>
                  <a:pt x="38100" y="138113"/>
                </a:lnTo>
                <a:lnTo>
                  <a:pt x="42863" y="133350"/>
                </a:lnTo>
                <a:lnTo>
                  <a:pt x="47625" y="128588"/>
                </a:lnTo>
                <a:lnTo>
                  <a:pt x="47625" y="119063"/>
                </a:lnTo>
                <a:lnTo>
                  <a:pt x="47625" y="109538"/>
                </a:lnTo>
                <a:lnTo>
                  <a:pt x="52388" y="104775"/>
                </a:lnTo>
                <a:lnTo>
                  <a:pt x="57150" y="100013"/>
                </a:lnTo>
                <a:lnTo>
                  <a:pt x="61913" y="95250"/>
                </a:lnTo>
                <a:lnTo>
                  <a:pt x="66675" y="90488"/>
                </a:lnTo>
                <a:lnTo>
                  <a:pt x="71438" y="85725"/>
                </a:lnTo>
                <a:lnTo>
                  <a:pt x="80963" y="85725"/>
                </a:lnTo>
                <a:lnTo>
                  <a:pt x="85725" y="80963"/>
                </a:lnTo>
                <a:lnTo>
                  <a:pt x="90488" y="76200"/>
                </a:lnTo>
                <a:lnTo>
                  <a:pt x="100013" y="76200"/>
                </a:lnTo>
                <a:lnTo>
                  <a:pt x="104775" y="71438"/>
                </a:lnTo>
                <a:lnTo>
                  <a:pt x="109538" y="66675"/>
                </a:lnTo>
                <a:lnTo>
                  <a:pt x="114300" y="61913"/>
                </a:lnTo>
                <a:lnTo>
                  <a:pt x="119063" y="57150"/>
                </a:lnTo>
                <a:lnTo>
                  <a:pt x="123825" y="52388"/>
                </a:lnTo>
                <a:lnTo>
                  <a:pt x="128588" y="47625"/>
                </a:lnTo>
                <a:lnTo>
                  <a:pt x="133350" y="42863"/>
                </a:lnTo>
                <a:lnTo>
                  <a:pt x="138113" y="38100"/>
                </a:lnTo>
                <a:lnTo>
                  <a:pt x="147638" y="38100"/>
                </a:lnTo>
                <a:lnTo>
                  <a:pt x="152400" y="33338"/>
                </a:lnTo>
                <a:lnTo>
                  <a:pt x="157163" y="28575"/>
                </a:lnTo>
                <a:lnTo>
                  <a:pt x="166688" y="28575"/>
                </a:lnTo>
                <a:lnTo>
                  <a:pt x="171450" y="23813"/>
                </a:lnTo>
                <a:lnTo>
                  <a:pt x="176213" y="19050"/>
                </a:lnTo>
                <a:lnTo>
                  <a:pt x="185738" y="19050"/>
                </a:lnTo>
                <a:lnTo>
                  <a:pt x="195263" y="19050"/>
                </a:lnTo>
                <a:lnTo>
                  <a:pt x="200025" y="14288"/>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DEDEDE"/>
          </a:solidFill>
          <a:ln xmlns:a="http://schemas.openxmlformats.org/drawingml/2006/main" w="0">
            <a:noFill/>
            <a:prstDash val="solid"/>
          </a:ln>
        </p:spPr>
      </p:sp>
      <p:sp>
        <p:nvSpPr>
          <p:cNvPr id="95" name="deep-skill-chaining-source-component-1-gradient-224-0">
            <a:extLst xmlns:a="http://schemas.openxmlformats.org/drawingml/2006/main">
              <a:ext uri="{FF2B5EF4-FFF2-40B4-BE49-F238E27FC236}">
                <a16:creationId xmlns:a16="http://schemas.microsoft.com/office/drawing/2014/main" id="{AFD07969-89DB-4EF3-8E01-1F42D5464E52}"/>
              </a:ext>
            </a:extLst>
          </p:cNvPr>
          <p:cNvSpPr>
            <a:spLocks xmlns:a="http://schemas.openxmlformats.org/drawingml/2006/main" noGrp="1"/>
          </p:cNvSpPr>
          <p:nvPr/>
        </p:nvSpPr>
        <p:spPr>
          <a:xfrm xmlns:a="http://schemas.openxmlformats.org/drawingml/2006/main" rot="0">
            <a:off x="6715125" y="1181100"/>
            <a:ext cx="504825" cy="495300"/>
          </a:xfrm>
          <a:custGeom xmlns:a="http://schemas.openxmlformats.org/drawingml/2006/main">
            <a:pathLst>
              <a:path w="504825" h="495300">
                <a:moveTo>
                  <a:pt x="238125" y="4763"/>
                </a:moveTo>
                <a:lnTo>
                  <a:pt x="242888" y="0"/>
                </a:lnTo>
                <a:lnTo>
                  <a:pt x="247650" y="4763"/>
                </a:lnTo>
                <a:lnTo>
                  <a:pt x="252413" y="9525"/>
                </a:lnTo>
                <a:lnTo>
                  <a:pt x="261938" y="9525"/>
                </a:lnTo>
                <a:lnTo>
                  <a:pt x="271463" y="9525"/>
                </a:lnTo>
                <a:lnTo>
                  <a:pt x="280988" y="9525"/>
                </a:lnTo>
                <a:lnTo>
                  <a:pt x="290513" y="9525"/>
                </a:lnTo>
                <a:lnTo>
                  <a:pt x="295275" y="14288"/>
                </a:lnTo>
                <a:lnTo>
                  <a:pt x="300038" y="19050"/>
                </a:lnTo>
                <a:lnTo>
                  <a:pt x="309563" y="19050"/>
                </a:lnTo>
                <a:lnTo>
                  <a:pt x="319088" y="19050"/>
                </a:lnTo>
                <a:lnTo>
                  <a:pt x="323850" y="23813"/>
                </a:lnTo>
                <a:lnTo>
                  <a:pt x="328613" y="28575"/>
                </a:lnTo>
                <a:lnTo>
                  <a:pt x="338138" y="28575"/>
                </a:lnTo>
                <a:lnTo>
                  <a:pt x="347663" y="28575"/>
                </a:lnTo>
                <a:lnTo>
                  <a:pt x="357188" y="28575"/>
                </a:lnTo>
                <a:lnTo>
                  <a:pt x="361950" y="33338"/>
                </a:lnTo>
                <a:lnTo>
                  <a:pt x="366713" y="38100"/>
                </a:lnTo>
                <a:lnTo>
                  <a:pt x="376238" y="38100"/>
                </a:lnTo>
                <a:lnTo>
                  <a:pt x="381000" y="42863"/>
                </a:lnTo>
                <a:lnTo>
                  <a:pt x="385763" y="47625"/>
                </a:lnTo>
                <a:lnTo>
                  <a:pt x="390525" y="52388"/>
                </a:lnTo>
                <a:lnTo>
                  <a:pt x="395288" y="57150"/>
                </a:lnTo>
                <a:lnTo>
                  <a:pt x="400050" y="61913"/>
                </a:lnTo>
                <a:lnTo>
                  <a:pt x="404813" y="66675"/>
                </a:lnTo>
                <a:lnTo>
                  <a:pt x="409575" y="71438"/>
                </a:lnTo>
                <a:lnTo>
                  <a:pt x="414338" y="76200"/>
                </a:lnTo>
                <a:lnTo>
                  <a:pt x="419100" y="80963"/>
                </a:lnTo>
                <a:lnTo>
                  <a:pt x="423863" y="85725"/>
                </a:lnTo>
                <a:lnTo>
                  <a:pt x="428625" y="90488"/>
                </a:lnTo>
                <a:lnTo>
                  <a:pt x="433388" y="95250"/>
                </a:lnTo>
                <a:lnTo>
                  <a:pt x="438150" y="100013"/>
                </a:lnTo>
                <a:lnTo>
                  <a:pt x="442913" y="104775"/>
                </a:lnTo>
                <a:lnTo>
                  <a:pt x="447675" y="109538"/>
                </a:lnTo>
                <a:lnTo>
                  <a:pt x="447675" y="119063"/>
                </a:lnTo>
                <a:lnTo>
                  <a:pt x="452438" y="123825"/>
                </a:lnTo>
                <a:lnTo>
                  <a:pt x="457200" y="128588"/>
                </a:lnTo>
                <a:lnTo>
                  <a:pt x="461963" y="133350"/>
                </a:lnTo>
                <a:lnTo>
                  <a:pt x="466725" y="138113"/>
                </a:lnTo>
                <a:lnTo>
                  <a:pt x="471488" y="142875"/>
                </a:lnTo>
                <a:lnTo>
                  <a:pt x="476250" y="147638"/>
                </a:lnTo>
                <a:lnTo>
                  <a:pt x="476250" y="157163"/>
                </a:lnTo>
                <a:lnTo>
                  <a:pt x="481013" y="161925"/>
                </a:lnTo>
                <a:lnTo>
                  <a:pt x="485775" y="166688"/>
                </a:lnTo>
                <a:lnTo>
                  <a:pt x="490538" y="171450"/>
                </a:lnTo>
                <a:lnTo>
                  <a:pt x="495300" y="176213"/>
                </a:lnTo>
                <a:lnTo>
                  <a:pt x="495300" y="185738"/>
                </a:lnTo>
                <a:lnTo>
                  <a:pt x="495300" y="195263"/>
                </a:lnTo>
                <a:lnTo>
                  <a:pt x="495300" y="204788"/>
                </a:lnTo>
                <a:lnTo>
                  <a:pt x="490538" y="209550"/>
                </a:lnTo>
                <a:lnTo>
                  <a:pt x="485775" y="214313"/>
                </a:lnTo>
                <a:lnTo>
                  <a:pt x="485775" y="223838"/>
                </a:lnTo>
                <a:lnTo>
                  <a:pt x="485775" y="233363"/>
                </a:lnTo>
                <a:lnTo>
                  <a:pt x="485775" y="242888"/>
                </a:lnTo>
                <a:lnTo>
                  <a:pt x="485775" y="252413"/>
                </a:lnTo>
                <a:lnTo>
                  <a:pt x="490538" y="257175"/>
                </a:lnTo>
                <a:lnTo>
                  <a:pt x="495300" y="261938"/>
                </a:lnTo>
                <a:lnTo>
                  <a:pt x="495300" y="271463"/>
                </a:lnTo>
                <a:lnTo>
                  <a:pt x="495300" y="280988"/>
                </a:lnTo>
                <a:lnTo>
                  <a:pt x="500063" y="285750"/>
                </a:lnTo>
                <a:lnTo>
                  <a:pt x="504825" y="290513"/>
                </a:lnTo>
                <a:lnTo>
                  <a:pt x="500063" y="295275"/>
                </a:lnTo>
                <a:lnTo>
                  <a:pt x="495300" y="300038"/>
                </a:lnTo>
                <a:lnTo>
                  <a:pt x="495300" y="309563"/>
                </a:lnTo>
                <a:lnTo>
                  <a:pt x="495300" y="319088"/>
                </a:lnTo>
                <a:lnTo>
                  <a:pt x="490538" y="323850"/>
                </a:lnTo>
                <a:lnTo>
                  <a:pt x="485775" y="328613"/>
                </a:lnTo>
                <a:lnTo>
                  <a:pt x="481013" y="333375"/>
                </a:lnTo>
                <a:lnTo>
                  <a:pt x="476250" y="338138"/>
                </a:lnTo>
                <a:lnTo>
                  <a:pt x="476250" y="347663"/>
                </a:lnTo>
                <a:lnTo>
                  <a:pt x="476250" y="357188"/>
                </a:lnTo>
                <a:lnTo>
                  <a:pt x="476250" y="366713"/>
                </a:lnTo>
                <a:lnTo>
                  <a:pt x="476250" y="376238"/>
                </a:lnTo>
                <a:lnTo>
                  <a:pt x="471488" y="381000"/>
                </a:lnTo>
                <a:lnTo>
                  <a:pt x="461963" y="381000"/>
                </a:lnTo>
                <a:lnTo>
                  <a:pt x="457200" y="385763"/>
                </a:lnTo>
                <a:lnTo>
                  <a:pt x="457200" y="395288"/>
                </a:lnTo>
                <a:lnTo>
                  <a:pt x="452438" y="400050"/>
                </a:lnTo>
                <a:lnTo>
                  <a:pt x="447675" y="404813"/>
                </a:lnTo>
                <a:lnTo>
                  <a:pt x="447675" y="414338"/>
                </a:lnTo>
                <a:lnTo>
                  <a:pt x="442913" y="419100"/>
                </a:lnTo>
                <a:lnTo>
                  <a:pt x="438150" y="423863"/>
                </a:lnTo>
                <a:lnTo>
                  <a:pt x="433388" y="428625"/>
                </a:lnTo>
                <a:lnTo>
                  <a:pt x="428625" y="433388"/>
                </a:lnTo>
                <a:lnTo>
                  <a:pt x="423863" y="438150"/>
                </a:lnTo>
                <a:lnTo>
                  <a:pt x="414338" y="438150"/>
                </a:lnTo>
                <a:lnTo>
                  <a:pt x="409575" y="442913"/>
                </a:lnTo>
                <a:lnTo>
                  <a:pt x="404813" y="447675"/>
                </a:lnTo>
                <a:lnTo>
                  <a:pt x="395288" y="447675"/>
                </a:lnTo>
                <a:lnTo>
                  <a:pt x="390525" y="452438"/>
                </a:lnTo>
                <a:lnTo>
                  <a:pt x="385763" y="457200"/>
                </a:lnTo>
                <a:lnTo>
                  <a:pt x="376238" y="457200"/>
                </a:lnTo>
                <a:lnTo>
                  <a:pt x="371475" y="461963"/>
                </a:lnTo>
                <a:lnTo>
                  <a:pt x="366713" y="466725"/>
                </a:lnTo>
                <a:lnTo>
                  <a:pt x="361950" y="471488"/>
                </a:lnTo>
                <a:lnTo>
                  <a:pt x="357188" y="476250"/>
                </a:lnTo>
                <a:lnTo>
                  <a:pt x="347663" y="476250"/>
                </a:lnTo>
                <a:lnTo>
                  <a:pt x="338138" y="476250"/>
                </a:lnTo>
                <a:lnTo>
                  <a:pt x="333375" y="481013"/>
                </a:lnTo>
                <a:lnTo>
                  <a:pt x="328613" y="485775"/>
                </a:lnTo>
                <a:lnTo>
                  <a:pt x="319088" y="485775"/>
                </a:lnTo>
                <a:lnTo>
                  <a:pt x="314325" y="490538"/>
                </a:lnTo>
                <a:lnTo>
                  <a:pt x="309563" y="495300"/>
                </a:lnTo>
                <a:lnTo>
                  <a:pt x="300038" y="495300"/>
                </a:lnTo>
                <a:lnTo>
                  <a:pt x="290513" y="495300"/>
                </a:lnTo>
                <a:lnTo>
                  <a:pt x="280988" y="495300"/>
                </a:lnTo>
                <a:lnTo>
                  <a:pt x="271463" y="495300"/>
                </a:lnTo>
                <a:lnTo>
                  <a:pt x="261938" y="495300"/>
                </a:lnTo>
                <a:lnTo>
                  <a:pt x="252413" y="495300"/>
                </a:lnTo>
                <a:lnTo>
                  <a:pt x="242888" y="495300"/>
                </a:lnTo>
                <a:lnTo>
                  <a:pt x="233363" y="495300"/>
                </a:lnTo>
                <a:lnTo>
                  <a:pt x="223838" y="495300"/>
                </a:lnTo>
                <a:lnTo>
                  <a:pt x="214313" y="495300"/>
                </a:lnTo>
                <a:lnTo>
                  <a:pt x="204788" y="495300"/>
                </a:lnTo>
                <a:lnTo>
                  <a:pt x="195263" y="495300"/>
                </a:lnTo>
                <a:lnTo>
                  <a:pt x="185738" y="495300"/>
                </a:lnTo>
                <a:lnTo>
                  <a:pt x="180975" y="490538"/>
                </a:lnTo>
                <a:lnTo>
                  <a:pt x="176213" y="485775"/>
                </a:lnTo>
                <a:lnTo>
                  <a:pt x="166688" y="485775"/>
                </a:lnTo>
                <a:lnTo>
                  <a:pt x="157163" y="485775"/>
                </a:lnTo>
                <a:lnTo>
                  <a:pt x="152400" y="481013"/>
                </a:lnTo>
                <a:lnTo>
                  <a:pt x="147638" y="476250"/>
                </a:lnTo>
                <a:lnTo>
                  <a:pt x="138113" y="476250"/>
                </a:lnTo>
                <a:lnTo>
                  <a:pt x="128588" y="476250"/>
                </a:lnTo>
                <a:lnTo>
                  <a:pt x="123825" y="471488"/>
                </a:lnTo>
                <a:lnTo>
                  <a:pt x="119063" y="466725"/>
                </a:lnTo>
                <a:lnTo>
                  <a:pt x="114300" y="461963"/>
                </a:lnTo>
                <a:lnTo>
                  <a:pt x="109538" y="457200"/>
                </a:lnTo>
                <a:lnTo>
                  <a:pt x="104775" y="452438"/>
                </a:lnTo>
                <a:lnTo>
                  <a:pt x="100013" y="447675"/>
                </a:lnTo>
                <a:lnTo>
                  <a:pt x="95250" y="442913"/>
                </a:lnTo>
                <a:lnTo>
                  <a:pt x="90488" y="438150"/>
                </a:lnTo>
                <a:lnTo>
                  <a:pt x="85725" y="433388"/>
                </a:lnTo>
                <a:lnTo>
                  <a:pt x="80963" y="428625"/>
                </a:lnTo>
                <a:lnTo>
                  <a:pt x="76200" y="423863"/>
                </a:lnTo>
                <a:lnTo>
                  <a:pt x="71438" y="419100"/>
                </a:lnTo>
                <a:lnTo>
                  <a:pt x="66675" y="414338"/>
                </a:lnTo>
                <a:lnTo>
                  <a:pt x="61913" y="409575"/>
                </a:lnTo>
                <a:lnTo>
                  <a:pt x="57150" y="404813"/>
                </a:lnTo>
                <a:lnTo>
                  <a:pt x="52388" y="400050"/>
                </a:lnTo>
                <a:lnTo>
                  <a:pt x="47625" y="395288"/>
                </a:lnTo>
                <a:lnTo>
                  <a:pt x="47625" y="385763"/>
                </a:lnTo>
                <a:lnTo>
                  <a:pt x="42863" y="381000"/>
                </a:lnTo>
                <a:lnTo>
                  <a:pt x="38100" y="376238"/>
                </a:lnTo>
                <a:lnTo>
                  <a:pt x="38100" y="366713"/>
                </a:lnTo>
                <a:lnTo>
                  <a:pt x="33338" y="361950"/>
                </a:lnTo>
                <a:lnTo>
                  <a:pt x="28575" y="357188"/>
                </a:lnTo>
                <a:lnTo>
                  <a:pt x="28575" y="347663"/>
                </a:lnTo>
                <a:lnTo>
                  <a:pt x="23813" y="342900"/>
                </a:lnTo>
                <a:lnTo>
                  <a:pt x="19050" y="338138"/>
                </a:lnTo>
                <a:lnTo>
                  <a:pt x="19050" y="328613"/>
                </a:lnTo>
                <a:lnTo>
                  <a:pt x="14288" y="323850"/>
                </a:lnTo>
                <a:lnTo>
                  <a:pt x="9525" y="319088"/>
                </a:lnTo>
                <a:lnTo>
                  <a:pt x="9525" y="309563"/>
                </a:lnTo>
                <a:lnTo>
                  <a:pt x="9525" y="300038"/>
                </a:lnTo>
                <a:lnTo>
                  <a:pt x="9525" y="290513"/>
                </a:lnTo>
                <a:lnTo>
                  <a:pt x="9525" y="280988"/>
                </a:lnTo>
                <a:lnTo>
                  <a:pt x="9525" y="271463"/>
                </a:lnTo>
                <a:lnTo>
                  <a:pt x="9525" y="261938"/>
                </a:lnTo>
                <a:lnTo>
                  <a:pt x="9525" y="252413"/>
                </a:lnTo>
                <a:lnTo>
                  <a:pt x="9525" y="242888"/>
                </a:lnTo>
                <a:lnTo>
                  <a:pt x="9525" y="233363"/>
                </a:lnTo>
                <a:lnTo>
                  <a:pt x="4763" y="228600"/>
                </a:lnTo>
                <a:lnTo>
                  <a:pt x="0" y="223838"/>
                </a:lnTo>
                <a:lnTo>
                  <a:pt x="0" y="214313"/>
                </a:lnTo>
                <a:lnTo>
                  <a:pt x="0" y="204788"/>
                </a:lnTo>
                <a:lnTo>
                  <a:pt x="4763" y="200025"/>
                </a:lnTo>
                <a:lnTo>
                  <a:pt x="9525" y="195263"/>
                </a:lnTo>
                <a:lnTo>
                  <a:pt x="14288" y="190500"/>
                </a:lnTo>
                <a:lnTo>
                  <a:pt x="19050" y="185738"/>
                </a:lnTo>
                <a:lnTo>
                  <a:pt x="23813" y="180975"/>
                </a:lnTo>
                <a:lnTo>
                  <a:pt x="28575" y="176213"/>
                </a:lnTo>
                <a:lnTo>
                  <a:pt x="28575" y="166688"/>
                </a:lnTo>
                <a:lnTo>
                  <a:pt x="28575" y="157163"/>
                </a:lnTo>
                <a:lnTo>
                  <a:pt x="33338" y="152400"/>
                </a:lnTo>
                <a:lnTo>
                  <a:pt x="38100" y="147638"/>
                </a:lnTo>
                <a:lnTo>
                  <a:pt x="38100" y="138113"/>
                </a:lnTo>
                <a:lnTo>
                  <a:pt x="42863" y="133350"/>
                </a:lnTo>
                <a:lnTo>
                  <a:pt x="47625" y="128588"/>
                </a:lnTo>
                <a:lnTo>
                  <a:pt x="52388" y="123825"/>
                </a:lnTo>
                <a:lnTo>
                  <a:pt x="57150" y="119063"/>
                </a:lnTo>
                <a:lnTo>
                  <a:pt x="57150" y="109538"/>
                </a:lnTo>
                <a:lnTo>
                  <a:pt x="57150" y="100013"/>
                </a:lnTo>
                <a:lnTo>
                  <a:pt x="57150" y="90488"/>
                </a:lnTo>
                <a:lnTo>
                  <a:pt x="61913" y="85725"/>
                </a:lnTo>
                <a:lnTo>
                  <a:pt x="71438" y="85725"/>
                </a:lnTo>
                <a:lnTo>
                  <a:pt x="76200" y="80963"/>
                </a:lnTo>
                <a:lnTo>
                  <a:pt x="80963" y="76200"/>
                </a:lnTo>
                <a:lnTo>
                  <a:pt x="90488" y="76200"/>
                </a:lnTo>
                <a:lnTo>
                  <a:pt x="95250" y="71438"/>
                </a:lnTo>
                <a:lnTo>
                  <a:pt x="100013" y="66675"/>
                </a:lnTo>
                <a:lnTo>
                  <a:pt x="104775" y="61913"/>
                </a:lnTo>
                <a:lnTo>
                  <a:pt x="109538" y="57150"/>
                </a:lnTo>
                <a:lnTo>
                  <a:pt x="114300" y="52388"/>
                </a:lnTo>
                <a:lnTo>
                  <a:pt x="119063" y="47625"/>
                </a:lnTo>
                <a:lnTo>
                  <a:pt x="123825" y="42863"/>
                </a:lnTo>
                <a:lnTo>
                  <a:pt x="128588" y="38100"/>
                </a:lnTo>
                <a:lnTo>
                  <a:pt x="138113" y="38100"/>
                </a:lnTo>
                <a:lnTo>
                  <a:pt x="142875" y="33338"/>
                </a:lnTo>
                <a:lnTo>
                  <a:pt x="147638" y="28575"/>
                </a:lnTo>
                <a:lnTo>
                  <a:pt x="157163" y="28575"/>
                </a:lnTo>
                <a:lnTo>
                  <a:pt x="166688" y="28575"/>
                </a:lnTo>
                <a:lnTo>
                  <a:pt x="171450" y="23813"/>
                </a:lnTo>
                <a:lnTo>
                  <a:pt x="176213" y="19050"/>
                </a:lnTo>
                <a:lnTo>
                  <a:pt x="185738" y="19050"/>
                </a:lnTo>
                <a:lnTo>
                  <a:pt x="195263" y="19050"/>
                </a:lnTo>
                <a:lnTo>
                  <a:pt x="204788" y="19050"/>
                </a:lnTo>
                <a:lnTo>
                  <a:pt x="214313" y="19050"/>
                </a:lnTo>
                <a:lnTo>
                  <a:pt x="219075" y="14288"/>
                </a:lnTo>
                <a:lnTo>
                  <a:pt x="223838" y="9525"/>
                </a:lnTo>
                <a:lnTo>
                  <a:pt x="233363" y="9525"/>
                </a:lnTo>
                <a:lnTo>
                  <a:pt x="238125" y="4763"/>
                </a:lnTo>
                <a:close/>
              </a:path>
            </a:pathLst>
          </a:custGeom>
          <a:solidFill xmlns:a="http://schemas.openxmlformats.org/drawingml/2006/main">
            <a:srgbClr val="E0E0E0"/>
          </a:solidFill>
          <a:ln xmlns:a="http://schemas.openxmlformats.org/drawingml/2006/main" w="0">
            <a:noFill/>
            <a:prstDash val="solid"/>
          </a:ln>
        </p:spPr>
      </p:sp>
      <p:sp>
        <p:nvSpPr>
          <p:cNvPr id="96" name="deep-skill-chaining-source-component-1-gradient-226-0">
            <a:extLst xmlns:a="http://schemas.openxmlformats.org/drawingml/2006/main">
              <a:ext uri="{FF2B5EF4-FFF2-40B4-BE49-F238E27FC236}">
                <a16:creationId xmlns:a16="http://schemas.microsoft.com/office/drawing/2014/main" id="{9D1452C7-F81F-4606-A9C8-6CA44D5CC86D}"/>
              </a:ext>
            </a:extLst>
          </p:cNvPr>
          <p:cNvSpPr>
            <a:spLocks xmlns:a="http://schemas.openxmlformats.org/drawingml/2006/main" noGrp="1"/>
          </p:cNvSpPr>
          <p:nvPr/>
        </p:nvSpPr>
        <p:spPr>
          <a:xfrm xmlns:a="http://schemas.openxmlformats.org/drawingml/2006/main" rot="0">
            <a:off x="6724650" y="1209675"/>
            <a:ext cx="476250" cy="457200"/>
          </a:xfrm>
          <a:custGeom xmlns:a="http://schemas.openxmlformats.org/drawingml/2006/main">
            <a:pathLst>
              <a:path w="476250" h="457200">
                <a:moveTo>
                  <a:pt x="171450" y="4763"/>
                </a:move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295275" y="4763"/>
                </a:lnTo>
                <a:lnTo>
                  <a:pt x="300038" y="9525"/>
                </a:lnTo>
                <a:lnTo>
                  <a:pt x="309563" y="9525"/>
                </a:lnTo>
                <a:lnTo>
                  <a:pt x="319088" y="9525"/>
                </a:lnTo>
                <a:lnTo>
                  <a:pt x="323850" y="14288"/>
                </a:lnTo>
                <a:lnTo>
                  <a:pt x="328613" y="19050"/>
                </a:lnTo>
                <a:lnTo>
                  <a:pt x="338138" y="19050"/>
                </a:lnTo>
                <a:lnTo>
                  <a:pt x="347663" y="19050"/>
                </a:lnTo>
                <a:lnTo>
                  <a:pt x="352425" y="23813"/>
                </a:lnTo>
                <a:lnTo>
                  <a:pt x="357188" y="28575"/>
                </a:lnTo>
                <a:lnTo>
                  <a:pt x="361950" y="33338"/>
                </a:lnTo>
                <a:lnTo>
                  <a:pt x="366713" y="38100"/>
                </a:lnTo>
                <a:lnTo>
                  <a:pt x="376238" y="38100"/>
                </a:lnTo>
                <a:lnTo>
                  <a:pt x="381000" y="42863"/>
                </a:lnTo>
                <a:lnTo>
                  <a:pt x="385763" y="47625"/>
                </a:lnTo>
                <a:lnTo>
                  <a:pt x="390525" y="52388"/>
                </a:lnTo>
                <a:lnTo>
                  <a:pt x="395288" y="57150"/>
                </a:lnTo>
                <a:lnTo>
                  <a:pt x="400050" y="61913"/>
                </a:lnTo>
                <a:lnTo>
                  <a:pt x="404813" y="66675"/>
                </a:lnTo>
                <a:lnTo>
                  <a:pt x="409575" y="71438"/>
                </a:lnTo>
                <a:lnTo>
                  <a:pt x="414338" y="76200"/>
                </a:lnTo>
                <a:lnTo>
                  <a:pt x="419100" y="80963"/>
                </a:lnTo>
                <a:lnTo>
                  <a:pt x="423863" y="85725"/>
                </a:lnTo>
                <a:lnTo>
                  <a:pt x="428625" y="90488"/>
                </a:lnTo>
                <a:lnTo>
                  <a:pt x="433388" y="95250"/>
                </a:lnTo>
                <a:lnTo>
                  <a:pt x="438150" y="100013"/>
                </a:lnTo>
                <a:lnTo>
                  <a:pt x="438150" y="109538"/>
                </a:lnTo>
                <a:lnTo>
                  <a:pt x="442913" y="114300"/>
                </a:lnTo>
                <a:lnTo>
                  <a:pt x="447675" y="119063"/>
                </a:lnTo>
                <a:lnTo>
                  <a:pt x="447675" y="128588"/>
                </a:lnTo>
                <a:lnTo>
                  <a:pt x="452438" y="133350"/>
                </a:lnTo>
                <a:lnTo>
                  <a:pt x="457200" y="138113"/>
                </a:lnTo>
                <a:lnTo>
                  <a:pt x="461963" y="142875"/>
                </a:lnTo>
                <a:lnTo>
                  <a:pt x="466725" y="147638"/>
                </a:lnTo>
                <a:lnTo>
                  <a:pt x="466725" y="157163"/>
                </a:lnTo>
                <a:lnTo>
                  <a:pt x="466725" y="166688"/>
                </a:lnTo>
                <a:lnTo>
                  <a:pt x="466725" y="176213"/>
                </a:lnTo>
                <a:lnTo>
                  <a:pt x="461963" y="180975"/>
                </a:lnTo>
                <a:lnTo>
                  <a:pt x="457200" y="185738"/>
                </a:lnTo>
                <a:lnTo>
                  <a:pt x="457200" y="195263"/>
                </a:lnTo>
                <a:lnTo>
                  <a:pt x="457200" y="204788"/>
                </a:lnTo>
                <a:lnTo>
                  <a:pt x="457200" y="214313"/>
                </a:lnTo>
                <a:lnTo>
                  <a:pt x="461963" y="219075"/>
                </a:lnTo>
                <a:lnTo>
                  <a:pt x="466725" y="223838"/>
                </a:lnTo>
                <a:lnTo>
                  <a:pt x="466725" y="233363"/>
                </a:lnTo>
                <a:lnTo>
                  <a:pt x="471488" y="238125"/>
                </a:lnTo>
                <a:lnTo>
                  <a:pt x="476250" y="242888"/>
                </a:lnTo>
                <a:lnTo>
                  <a:pt x="476250" y="252413"/>
                </a:lnTo>
                <a:lnTo>
                  <a:pt x="476250" y="261938"/>
                </a:lnTo>
                <a:lnTo>
                  <a:pt x="476250" y="271463"/>
                </a:lnTo>
                <a:lnTo>
                  <a:pt x="476250" y="280988"/>
                </a:lnTo>
                <a:lnTo>
                  <a:pt x="471488" y="285750"/>
                </a:lnTo>
                <a:lnTo>
                  <a:pt x="466725" y="290513"/>
                </a:lnTo>
                <a:lnTo>
                  <a:pt x="466725" y="300038"/>
                </a:lnTo>
                <a:lnTo>
                  <a:pt x="461963" y="304800"/>
                </a:lnTo>
                <a:lnTo>
                  <a:pt x="457200" y="309563"/>
                </a:lnTo>
                <a:lnTo>
                  <a:pt x="452438" y="314325"/>
                </a:lnTo>
                <a:lnTo>
                  <a:pt x="447675" y="319088"/>
                </a:lnTo>
                <a:lnTo>
                  <a:pt x="447675" y="328613"/>
                </a:lnTo>
                <a:lnTo>
                  <a:pt x="442913" y="333375"/>
                </a:lnTo>
                <a:lnTo>
                  <a:pt x="438150" y="338138"/>
                </a:lnTo>
                <a:lnTo>
                  <a:pt x="438150" y="347663"/>
                </a:lnTo>
                <a:lnTo>
                  <a:pt x="433388" y="352425"/>
                </a:lnTo>
                <a:lnTo>
                  <a:pt x="428625" y="357188"/>
                </a:lnTo>
                <a:lnTo>
                  <a:pt x="428625" y="366713"/>
                </a:lnTo>
                <a:lnTo>
                  <a:pt x="428625" y="376238"/>
                </a:lnTo>
                <a:lnTo>
                  <a:pt x="423863" y="381000"/>
                </a:lnTo>
                <a:lnTo>
                  <a:pt x="419100" y="385763"/>
                </a:lnTo>
                <a:lnTo>
                  <a:pt x="414338" y="390525"/>
                </a:lnTo>
                <a:lnTo>
                  <a:pt x="409575" y="395288"/>
                </a:lnTo>
                <a:lnTo>
                  <a:pt x="404813" y="400050"/>
                </a:lnTo>
                <a:lnTo>
                  <a:pt x="395288" y="400050"/>
                </a:lnTo>
                <a:lnTo>
                  <a:pt x="390525" y="404813"/>
                </a:lnTo>
                <a:lnTo>
                  <a:pt x="385763" y="409575"/>
                </a:lnTo>
                <a:lnTo>
                  <a:pt x="376238" y="409575"/>
                </a:lnTo>
                <a:lnTo>
                  <a:pt x="371475" y="414338"/>
                </a:lnTo>
                <a:lnTo>
                  <a:pt x="366713" y="419100"/>
                </a:lnTo>
                <a:lnTo>
                  <a:pt x="357188" y="419100"/>
                </a:lnTo>
                <a:lnTo>
                  <a:pt x="352425" y="423863"/>
                </a:lnTo>
                <a:lnTo>
                  <a:pt x="347663" y="428625"/>
                </a:lnTo>
                <a:lnTo>
                  <a:pt x="338138" y="428625"/>
                </a:lnTo>
                <a:lnTo>
                  <a:pt x="333375" y="433388"/>
                </a:lnTo>
                <a:lnTo>
                  <a:pt x="328613" y="438150"/>
                </a:lnTo>
                <a:lnTo>
                  <a:pt x="319088" y="438150"/>
                </a:lnTo>
                <a:lnTo>
                  <a:pt x="314325" y="442913"/>
                </a:lnTo>
                <a:lnTo>
                  <a:pt x="309563" y="447675"/>
                </a:lnTo>
                <a:lnTo>
                  <a:pt x="300038" y="447675"/>
                </a:lnTo>
                <a:lnTo>
                  <a:pt x="295275" y="452438"/>
                </a:lnTo>
                <a:lnTo>
                  <a:pt x="290513" y="457200"/>
                </a:lnTo>
                <a:lnTo>
                  <a:pt x="280988" y="457200"/>
                </a:lnTo>
                <a:lnTo>
                  <a:pt x="271463" y="457200"/>
                </a:lnTo>
                <a:lnTo>
                  <a:pt x="261938" y="457200"/>
                </a:lnTo>
                <a:lnTo>
                  <a:pt x="252413" y="457200"/>
                </a:lnTo>
                <a:lnTo>
                  <a:pt x="242888" y="457200"/>
                </a:lnTo>
                <a:lnTo>
                  <a:pt x="233363" y="457200"/>
                </a:lnTo>
                <a:lnTo>
                  <a:pt x="223838" y="457200"/>
                </a:lnTo>
                <a:lnTo>
                  <a:pt x="214313" y="457200"/>
                </a:lnTo>
                <a:lnTo>
                  <a:pt x="204788" y="457200"/>
                </a:lnTo>
                <a:lnTo>
                  <a:pt x="200025" y="452438"/>
                </a:lnTo>
                <a:lnTo>
                  <a:pt x="195263" y="447675"/>
                </a:lnTo>
                <a:lnTo>
                  <a:pt x="185738" y="447675"/>
                </a:lnTo>
                <a:lnTo>
                  <a:pt x="176213" y="447675"/>
                </a:lnTo>
                <a:lnTo>
                  <a:pt x="171450" y="442913"/>
                </a:lnTo>
                <a:lnTo>
                  <a:pt x="166688" y="438150"/>
                </a:lnTo>
                <a:lnTo>
                  <a:pt x="157163" y="438150"/>
                </a:lnTo>
                <a:lnTo>
                  <a:pt x="147638" y="438150"/>
                </a:lnTo>
                <a:lnTo>
                  <a:pt x="142875" y="433388"/>
                </a:lnTo>
                <a:lnTo>
                  <a:pt x="138113" y="428625"/>
                </a:lnTo>
                <a:lnTo>
                  <a:pt x="128588" y="428625"/>
                </a:lnTo>
                <a:lnTo>
                  <a:pt x="123825" y="423863"/>
                </a:lnTo>
                <a:lnTo>
                  <a:pt x="119063" y="419100"/>
                </a:lnTo>
                <a:lnTo>
                  <a:pt x="114300" y="414338"/>
                </a:lnTo>
                <a:lnTo>
                  <a:pt x="109538" y="409575"/>
                </a:lnTo>
                <a:lnTo>
                  <a:pt x="104775" y="404813"/>
                </a:lnTo>
                <a:lnTo>
                  <a:pt x="100013" y="400050"/>
                </a:lnTo>
                <a:lnTo>
                  <a:pt x="90488" y="400050"/>
                </a:lnTo>
                <a:lnTo>
                  <a:pt x="85725" y="395288"/>
                </a:lnTo>
                <a:lnTo>
                  <a:pt x="80963" y="390525"/>
                </a:lnTo>
                <a:lnTo>
                  <a:pt x="76200" y="385763"/>
                </a:lnTo>
                <a:lnTo>
                  <a:pt x="71438" y="381000"/>
                </a:lnTo>
                <a:lnTo>
                  <a:pt x="66675" y="376238"/>
                </a:lnTo>
                <a:lnTo>
                  <a:pt x="61913" y="371475"/>
                </a:lnTo>
                <a:lnTo>
                  <a:pt x="57150" y="366713"/>
                </a:lnTo>
                <a:lnTo>
                  <a:pt x="57150" y="357188"/>
                </a:lnTo>
                <a:lnTo>
                  <a:pt x="52388" y="352425"/>
                </a:lnTo>
                <a:lnTo>
                  <a:pt x="47625" y="347663"/>
                </a:lnTo>
                <a:lnTo>
                  <a:pt x="47625" y="338138"/>
                </a:lnTo>
                <a:lnTo>
                  <a:pt x="42863" y="333375"/>
                </a:lnTo>
                <a:lnTo>
                  <a:pt x="38100" y="328613"/>
                </a:lnTo>
                <a:lnTo>
                  <a:pt x="33338" y="323850"/>
                </a:lnTo>
                <a:lnTo>
                  <a:pt x="28575" y="319088"/>
                </a:lnTo>
                <a:lnTo>
                  <a:pt x="28575" y="309563"/>
                </a:lnTo>
                <a:lnTo>
                  <a:pt x="23813" y="304800"/>
                </a:lnTo>
                <a:lnTo>
                  <a:pt x="19050" y="300038"/>
                </a:lnTo>
                <a:lnTo>
                  <a:pt x="19050" y="290513"/>
                </a:lnTo>
                <a:lnTo>
                  <a:pt x="19050" y="280988"/>
                </a:lnTo>
                <a:lnTo>
                  <a:pt x="19050" y="271463"/>
                </a:lnTo>
                <a:lnTo>
                  <a:pt x="14288" y="266700"/>
                </a:lnTo>
                <a:lnTo>
                  <a:pt x="9525" y="261938"/>
                </a:lnTo>
                <a:lnTo>
                  <a:pt x="14288" y="257175"/>
                </a:lnTo>
                <a:lnTo>
                  <a:pt x="19050" y="252413"/>
                </a:lnTo>
                <a:lnTo>
                  <a:pt x="19050" y="242888"/>
                </a:lnTo>
                <a:lnTo>
                  <a:pt x="19050" y="233363"/>
                </a:lnTo>
                <a:lnTo>
                  <a:pt x="19050" y="223838"/>
                </a:lnTo>
                <a:lnTo>
                  <a:pt x="19050" y="214313"/>
                </a:lnTo>
                <a:lnTo>
                  <a:pt x="14288" y="209550"/>
                </a:lnTo>
                <a:lnTo>
                  <a:pt x="9525" y="204788"/>
                </a:lnTo>
                <a:lnTo>
                  <a:pt x="9525" y="195263"/>
                </a:lnTo>
                <a:lnTo>
                  <a:pt x="9525" y="185738"/>
                </a:lnTo>
                <a:lnTo>
                  <a:pt x="4763" y="180975"/>
                </a:lnTo>
                <a:lnTo>
                  <a:pt x="0" y="176213"/>
                </a:lnTo>
                <a:lnTo>
                  <a:pt x="4763" y="171450"/>
                </a:lnTo>
                <a:lnTo>
                  <a:pt x="14288" y="171450"/>
                </a:lnTo>
                <a:lnTo>
                  <a:pt x="19050" y="166688"/>
                </a:lnTo>
                <a:lnTo>
                  <a:pt x="23813" y="161925"/>
                </a:lnTo>
                <a:lnTo>
                  <a:pt x="28575" y="157163"/>
                </a:lnTo>
                <a:lnTo>
                  <a:pt x="28575" y="147638"/>
                </a:lnTo>
                <a:lnTo>
                  <a:pt x="33338" y="142875"/>
                </a:lnTo>
                <a:lnTo>
                  <a:pt x="38100" y="138113"/>
                </a:lnTo>
                <a:lnTo>
                  <a:pt x="38100" y="128588"/>
                </a:lnTo>
                <a:lnTo>
                  <a:pt x="42863" y="123825"/>
                </a:lnTo>
                <a:lnTo>
                  <a:pt x="47625" y="119063"/>
                </a:lnTo>
                <a:lnTo>
                  <a:pt x="47625" y="109538"/>
                </a:lnTo>
                <a:lnTo>
                  <a:pt x="52388" y="104775"/>
                </a:lnTo>
                <a:lnTo>
                  <a:pt x="57150" y="100013"/>
                </a:lnTo>
                <a:lnTo>
                  <a:pt x="57150" y="90488"/>
                </a:lnTo>
                <a:lnTo>
                  <a:pt x="61913" y="85725"/>
                </a:lnTo>
                <a:lnTo>
                  <a:pt x="66675" y="80963"/>
                </a:lnTo>
                <a:lnTo>
                  <a:pt x="66675" y="71438"/>
                </a:lnTo>
                <a:lnTo>
                  <a:pt x="71438" y="66675"/>
                </a:lnTo>
                <a:lnTo>
                  <a:pt x="76200" y="61913"/>
                </a:lnTo>
                <a:lnTo>
                  <a:pt x="80963" y="57150"/>
                </a:lnTo>
                <a:lnTo>
                  <a:pt x="85725" y="52388"/>
                </a:lnTo>
                <a:lnTo>
                  <a:pt x="90488" y="47625"/>
                </a:lnTo>
                <a:lnTo>
                  <a:pt x="100013" y="47625"/>
                </a:lnTo>
                <a:lnTo>
                  <a:pt x="104775" y="42863"/>
                </a:lnTo>
                <a:lnTo>
                  <a:pt x="109538" y="38100"/>
                </a:lnTo>
                <a:lnTo>
                  <a:pt x="114300" y="33338"/>
                </a:lnTo>
                <a:lnTo>
                  <a:pt x="119063" y="28575"/>
                </a:lnTo>
                <a:lnTo>
                  <a:pt x="123825" y="23813"/>
                </a:lnTo>
                <a:lnTo>
                  <a:pt x="128588" y="19050"/>
                </a:lnTo>
                <a:lnTo>
                  <a:pt x="138113" y="19050"/>
                </a:lnTo>
                <a:lnTo>
                  <a:pt x="147638" y="19050"/>
                </a:lnTo>
                <a:lnTo>
                  <a:pt x="152400" y="14288"/>
                </a:lnTo>
                <a:lnTo>
                  <a:pt x="157163" y="9525"/>
                </a:lnTo>
                <a:lnTo>
                  <a:pt x="166688" y="9525"/>
                </a:lnTo>
                <a:lnTo>
                  <a:pt x="171450" y="4763"/>
                </a:lnTo>
                <a:close/>
              </a:path>
            </a:pathLst>
          </a:custGeom>
          <a:solidFill xmlns:a="http://schemas.openxmlformats.org/drawingml/2006/main">
            <a:srgbClr val="E2E2E2"/>
          </a:solidFill>
          <a:ln xmlns:a="http://schemas.openxmlformats.org/drawingml/2006/main" w="0">
            <a:noFill/>
            <a:prstDash val="solid"/>
          </a:ln>
        </p:spPr>
      </p:sp>
      <p:sp>
        <p:nvSpPr>
          <p:cNvPr id="97" name="deep-skill-chaining-source-component-1-gradient-228-0">
            <a:extLst xmlns:a="http://schemas.openxmlformats.org/drawingml/2006/main">
              <a:ext uri="{FF2B5EF4-FFF2-40B4-BE49-F238E27FC236}">
                <a16:creationId xmlns:a16="http://schemas.microsoft.com/office/drawing/2014/main" id="{9B27077C-7BB7-435B-8269-7F2E06B6B9E3}"/>
              </a:ext>
            </a:extLst>
          </p:cNvPr>
          <p:cNvSpPr>
            <a:spLocks xmlns:a="http://schemas.openxmlformats.org/drawingml/2006/main" noGrp="1"/>
          </p:cNvSpPr>
          <p:nvPr/>
        </p:nvSpPr>
        <p:spPr>
          <a:xfrm xmlns:a="http://schemas.openxmlformats.org/drawingml/2006/main" rot="0">
            <a:off x="6753225" y="1219200"/>
            <a:ext cx="438150" cy="428625"/>
          </a:xfrm>
          <a:custGeom xmlns:a="http://schemas.openxmlformats.org/drawingml/2006/main">
            <a:pathLst>
              <a:path w="438150" h="428625">
                <a:moveTo>
                  <a:pt x="200025" y="4763"/>
                </a:moveTo>
                <a:lnTo>
                  <a:pt x="204788" y="0"/>
                </a:lnTo>
                <a:lnTo>
                  <a:pt x="214313" y="0"/>
                </a:lnTo>
                <a:lnTo>
                  <a:pt x="223838" y="0"/>
                </a:lnTo>
                <a:lnTo>
                  <a:pt x="228600" y="4763"/>
                </a:lnTo>
                <a:lnTo>
                  <a:pt x="233363" y="9525"/>
                </a:lnTo>
                <a:lnTo>
                  <a:pt x="242888" y="9525"/>
                </a:lnTo>
                <a:lnTo>
                  <a:pt x="252413" y="9525"/>
                </a:lnTo>
                <a:lnTo>
                  <a:pt x="261938" y="9525"/>
                </a:lnTo>
                <a:lnTo>
                  <a:pt x="271463" y="9525"/>
                </a:lnTo>
                <a:lnTo>
                  <a:pt x="276225" y="14288"/>
                </a:lnTo>
                <a:lnTo>
                  <a:pt x="280988" y="19050"/>
                </a:lnTo>
                <a:lnTo>
                  <a:pt x="290513" y="19050"/>
                </a:lnTo>
                <a:lnTo>
                  <a:pt x="300038" y="19050"/>
                </a:lnTo>
                <a:lnTo>
                  <a:pt x="304800" y="23813"/>
                </a:lnTo>
                <a:lnTo>
                  <a:pt x="309563" y="28575"/>
                </a:lnTo>
                <a:lnTo>
                  <a:pt x="319088" y="28575"/>
                </a:lnTo>
                <a:lnTo>
                  <a:pt x="323850" y="33338"/>
                </a:lnTo>
                <a:lnTo>
                  <a:pt x="328613" y="38100"/>
                </a:lnTo>
                <a:lnTo>
                  <a:pt x="333375" y="42863"/>
                </a:lnTo>
                <a:lnTo>
                  <a:pt x="338138" y="47625"/>
                </a:lnTo>
                <a:lnTo>
                  <a:pt x="347663" y="47625"/>
                </a:lnTo>
                <a:lnTo>
                  <a:pt x="352425" y="52388"/>
                </a:lnTo>
                <a:lnTo>
                  <a:pt x="352425" y="61913"/>
                </a:lnTo>
                <a:lnTo>
                  <a:pt x="357188" y="66675"/>
                </a:lnTo>
                <a:lnTo>
                  <a:pt x="361950" y="71438"/>
                </a:lnTo>
                <a:lnTo>
                  <a:pt x="366713" y="76200"/>
                </a:lnTo>
                <a:lnTo>
                  <a:pt x="376238" y="76200"/>
                </a:lnTo>
                <a:lnTo>
                  <a:pt x="381000" y="80963"/>
                </a:lnTo>
                <a:lnTo>
                  <a:pt x="385763" y="85725"/>
                </a:lnTo>
                <a:lnTo>
                  <a:pt x="390525" y="90488"/>
                </a:lnTo>
                <a:lnTo>
                  <a:pt x="395288" y="95250"/>
                </a:lnTo>
                <a:lnTo>
                  <a:pt x="400050" y="100013"/>
                </a:lnTo>
                <a:lnTo>
                  <a:pt x="404813" y="104775"/>
                </a:lnTo>
                <a:lnTo>
                  <a:pt x="409575" y="109538"/>
                </a:lnTo>
                <a:lnTo>
                  <a:pt x="409575" y="119063"/>
                </a:lnTo>
                <a:lnTo>
                  <a:pt x="409575" y="128588"/>
                </a:lnTo>
                <a:lnTo>
                  <a:pt x="414338" y="133350"/>
                </a:lnTo>
                <a:lnTo>
                  <a:pt x="419100" y="138113"/>
                </a:lnTo>
                <a:lnTo>
                  <a:pt x="419100" y="147638"/>
                </a:lnTo>
                <a:lnTo>
                  <a:pt x="419100" y="157163"/>
                </a:lnTo>
                <a:lnTo>
                  <a:pt x="419100" y="166688"/>
                </a:lnTo>
                <a:lnTo>
                  <a:pt x="419100" y="176213"/>
                </a:lnTo>
                <a:lnTo>
                  <a:pt x="419100" y="185738"/>
                </a:lnTo>
                <a:lnTo>
                  <a:pt x="414338" y="190500"/>
                </a:lnTo>
                <a:lnTo>
                  <a:pt x="409575" y="195263"/>
                </a:lnTo>
                <a:lnTo>
                  <a:pt x="414338" y="200025"/>
                </a:lnTo>
                <a:lnTo>
                  <a:pt x="419100" y="204788"/>
                </a:lnTo>
                <a:lnTo>
                  <a:pt x="419100" y="214313"/>
                </a:lnTo>
                <a:lnTo>
                  <a:pt x="423863" y="219075"/>
                </a:lnTo>
                <a:lnTo>
                  <a:pt x="428625" y="223838"/>
                </a:lnTo>
                <a:lnTo>
                  <a:pt x="428625" y="233363"/>
                </a:lnTo>
                <a:lnTo>
                  <a:pt x="428625" y="242888"/>
                </a:lnTo>
                <a:lnTo>
                  <a:pt x="433388" y="247650"/>
                </a:lnTo>
                <a:lnTo>
                  <a:pt x="438150" y="252413"/>
                </a:lnTo>
                <a:lnTo>
                  <a:pt x="433388" y="257175"/>
                </a:lnTo>
                <a:lnTo>
                  <a:pt x="428625" y="261938"/>
                </a:lnTo>
                <a:lnTo>
                  <a:pt x="428625" y="271463"/>
                </a:lnTo>
                <a:lnTo>
                  <a:pt x="428625" y="280988"/>
                </a:lnTo>
                <a:lnTo>
                  <a:pt x="423863" y="285750"/>
                </a:lnTo>
                <a:lnTo>
                  <a:pt x="419100" y="290513"/>
                </a:lnTo>
                <a:lnTo>
                  <a:pt x="414338" y="295275"/>
                </a:lnTo>
                <a:lnTo>
                  <a:pt x="409575" y="300038"/>
                </a:lnTo>
                <a:lnTo>
                  <a:pt x="409575" y="309563"/>
                </a:lnTo>
                <a:lnTo>
                  <a:pt x="404813" y="314325"/>
                </a:lnTo>
                <a:lnTo>
                  <a:pt x="400050" y="319088"/>
                </a:lnTo>
                <a:lnTo>
                  <a:pt x="395288" y="323850"/>
                </a:lnTo>
                <a:lnTo>
                  <a:pt x="390525" y="328613"/>
                </a:lnTo>
                <a:lnTo>
                  <a:pt x="390525" y="338138"/>
                </a:lnTo>
                <a:lnTo>
                  <a:pt x="385763" y="342900"/>
                </a:lnTo>
                <a:lnTo>
                  <a:pt x="381000" y="347663"/>
                </a:lnTo>
                <a:lnTo>
                  <a:pt x="381000" y="357188"/>
                </a:lnTo>
                <a:lnTo>
                  <a:pt x="381000" y="366713"/>
                </a:lnTo>
                <a:lnTo>
                  <a:pt x="376238" y="371475"/>
                </a:lnTo>
                <a:lnTo>
                  <a:pt x="366713" y="371475"/>
                </a:lnTo>
                <a:lnTo>
                  <a:pt x="361950" y="376238"/>
                </a:lnTo>
                <a:lnTo>
                  <a:pt x="357188" y="381000"/>
                </a:lnTo>
                <a:lnTo>
                  <a:pt x="352425" y="385763"/>
                </a:lnTo>
                <a:lnTo>
                  <a:pt x="347663" y="390525"/>
                </a:lnTo>
                <a:lnTo>
                  <a:pt x="338138" y="390525"/>
                </a:lnTo>
                <a:lnTo>
                  <a:pt x="333375" y="395288"/>
                </a:lnTo>
                <a:lnTo>
                  <a:pt x="328613" y="400050"/>
                </a:lnTo>
                <a:lnTo>
                  <a:pt x="319088" y="400050"/>
                </a:lnTo>
                <a:lnTo>
                  <a:pt x="314325" y="404813"/>
                </a:lnTo>
                <a:lnTo>
                  <a:pt x="309563" y="409575"/>
                </a:lnTo>
                <a:lnTo>
                  <a:pt x="300038" y="409575"/>
                </a:lnTo>
                <a:lnTo>
                  <a:pt x="295275" y="414338"/>
                </a:lnTo>
                <a:lnTo>
                  <a:pt x="290513" y="419100"/>
                </a:lnTo>
                <a:lnTo>
                  <a:pt x="280988" y="419100"/>
                </a:lnTo>
                <a:lnTo>
                  <a:pt x="271463" y="419100"/>
                </a:lnTo>
                <a:lnTo>
                  <a:pt x="266700" y="423863"/>
                </a:lnTo>
                <a:lnTo>
                  <a:pt x="261938" y="428625"/>
                </a:lnTo>
                <a:lnTo>
                  <a:pt x="252413" y="428625"/>
                </a:lnTo>
                <a:lnTo>
                  <a:pt x="242888" y="428625"/>
                </a:lnTo>
                <a:lnTo>
                  <a:pt x="233363" y="428625"/>
                </a:lnTo>
                <a:lnTo>
                  <a:pt x="223838" y="428625"/>
                </a:lnTo>
                <a:lnTo>
                  <a:pt x="214313" y="428625"/>
                </a:lnTo>
                <a:lnTo>
                  <a:pt x="204788" y="428625"/>
                </a:lnTo>
                <a:lnTo>
                  <a:pt x="195263" y="428625"/>
                </a:lnTo>
                <a:lnTo>
                  <a:pt x="185738" y="428625"/>
                </a:lnTo>
                <a:lnTo>
                  <a:pt x="176213" y="428625"/>
                </a:lnTo>
                <a:lnTo>
                  <a:pt x="171450" y="423863"/>
                </a:lnTo>
                <a:lnTo>
                  <a:pt x="166688" y="419100"/>
                </a:lnTo>
                <a:lnTo>
                  <a:pt x="157163" y="419100"/>
                </a:lnTo>
                <a:lnTo>
                  <a:pt x="147638" y="419100"/>
                </a:lnTo>
                <a:lnTo>
                  <a:pt x="142875" y="414338"/>
                </a:lnTo>
                <a:lnTo>
                  <a:pt x="138113" y="409575"/>
                </a:lnTo>
                <a:lnTo>
                  <a:pt x="128588" y="409575"/>
                </a:lnTo>
                <a:lnTo>
                  <a:pt x="119063" y="409575"/>
                </a:lnTo>
                <a:lnTo>
                  <a:pt x="114300" y="404813"/>
                </a:lnTo>
                <a:lnTo>
                  <a:pt x="109538" y="400050"/>
                </a:lnTo>
                <a:lnTo>
                  <a:pt x="104775" y="395288"/>
                </a:lnTo>
                <a:lnTo>
                  <a:pt x="100013" y="390525"/>
                </a:lnTo>
                <a:lnTo>
                  <a:pt x="90488" y="390525"/>
                </a:lnTo>
                <a:lnTo>
                  <a:pt x="85725" y="385763"/>
                </a:lnTo>
                <a:lnTo>
                  <a:pt x="80963" y="381000"/>
                </a:lnTo>
                <a:lnTo>
                  <a:pt x="76200" y="376238"/>
                </a:lnTo>
                <a:lnTo>
                  <a:pt x="71438" y="371475"/>
                </a:lnTo>
                <a:lnTo>
                  <a:pt x="61913" y="371475"/>
                </a:lnTo>
                <a:lnTo>
                  <a:pt x="57150" y="366713"/>
                </a:lnTo>
                <a:lnTo>
                  <a:pt x="52388" y="361950"/>
                </a:lnTo>
                <a:lnTo>
                  <a:pt x="47625" y="357188"/>
                </a:lnTo>
                <a:lnTo>
                  <a:pt x="42863" y="352425"/>
                </a:lnTo>
                <a:lnTo>
                  <a:pt x="38100" y="347663"/>
                </a:lnTo>
                <a:lnTo>
                  <a:pt x="33338" y="342900"/>
                </a:lnTo>
                <a:lnTo>
                  <a:pt x="28575" y="338138"/>
                </a:lnTo>
                <a:lnTo>
                  <a:pt x="28575" y="328613"/>
                </a:lnTo>
                <a:lnTo>
                  <a:pt x="28575" y="319088"/>
                </a:lnTo>
                <a:lnTo>
                  <a:pt x="23813" y="314325"/>
                </a:lnTo>
                <a:lnTo>
                  <a:pt x="19050" y="309563"/>
                </a:lnTo>
                <a:lnTo>
                  <a:pt x="19050" y="300038"/>
                </a:lnTo>
                <a:lnTo>
                  <a:pt x="14288" y="295275"/>
                </a:lnTo>
                <a:lnTo>
                  <a:pt x="9525" y="290513"/>
                </a:lnTo>
                <a:lnTo>
                  <a:pt x="4763" y="285750"/>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4763" y="161925"/>
                </a:lnTo>
                <a:lnTo>
                  <a:pt x="9525" y="157163"/>
                </a:lnTo>
                <a:lnTo>
                  <a:pt x="9525" y="147638"/>
                </a:lnTo>
                <a:lnTo>
                  <a:pt x="14288" y="142875"/>
                </a:lnTo>
                <a:lnTo>
                  <a:pt x="23813" y="142875"/>
                </a:lnTo>
                <a:lnTo>
                  <a:pt x="28575" y="138113"/>
                </a:lnTo>
                <a:lnTo>
                  <a:pt x="28575" y="128588"/>
                </a:lnTo>
                <a:lnTo>
                  <a:pt x="28575" y="119063"/>
                </a:lnTo>
                <a:lnTo>
                  <a:pt x="28575" y="109538"/>
                </a:lnTo>
                <a:lnTo>
                  <a:pt x="33338" y="104775"/>
                </a:lnTo>
                <a:lnTo>
                  <a:pt x="38100" y="100013"/>
                </a:lnTo>
                <a:lnTo>
                  <a:pt x="42863" y="95250"/>
                </a:lnTo>
                <a:lnTo>
                  <a:pt x="47625" y="90488"/>
                </a:lnTo>
                <a:lnTo>
                  <a:pt x="52388" y="85725"/>
                </a:lnTo>
                <a:lnTo>
                  <a:pt x="57150" y="80963"/>
                </a:lnTo>
                <a:lnTo>
                  <a:pt x="57150" y="71438"/>
                </a:lnTo>
                <a:lnTo>
                  <a:pt x="57150" y="61913"/>
                </a:lnTo>
                <a:lnTo>
                  <a:pt x="57150" y="52388"/>
                </a:lnTo>
                <a:lnTo>
                  <a:pt x="61913" y="47625"/>
                </a:lnTo>
                <a:lnTo>
                  <a:pt x="71438" y="47625"/>
                </a:lnTo>
                <a:lnTo>
                  <a:pt x="80963" y="47625"/>
                </a:lnTo>
                <a:lnTo>
                  <a:pt x="85725" y="42863"/>
                </a:lnTo>
                <a:lnTo>
                  <a:pt x="90488" y="38100"/>
                </a:lnTo>
                <a:lnTo>
                  <a:pt x="95250" y="33338"/>
                </a:lnTo>
                <a:lnTo>
                  <a:pt x="100013" y="28575"/>
                </a:lnTo>
                <a:lnTo>
                  <a:pt x="109538" y="28575"/>
                </a:lnTo>
                <a:lnTo>
                  <a:pt x="114300" y="23813"/>
                </a:lnTo>
                <a:lnTo>
                  <a:pt x="119063" y="19050"/>
                </a:lnTo>
                <a:lnTo>
                  <a:pt x="128588" y="19050"/>
                </a:lnTo>
                <a:lnTo>
                  <a:pt x="138113" y="19050"/>
                </a:lnTo>
                <a:lnTo>
                  <a:pt x="147638" y="19050"/>
                </a:lnTo>
                <a:lnTo>
                  <a:pt x="152400" y="14288"/>
                </a:lnTo>
                <a:lnTo>
                  <a:pt x="157163" y="9525"/>
                </a:lnTo>
                <a:lnTo>
                  <a:pt x="166688" y="9525"/>
                </a:lnTo>
                <a:lnTo>
                  <a:pt x="176213" y="9525"/>
                </a:lnTo>
                <a:lnTo>
                  <a:pt x="185738" y="9525"/>
                </a:lnTo>
                <a:lnTo>
                  <a:pt x="195263" y="9525"/>
                </a:lnTo>
                <a:lnTo>
                  <a:pt x="200025" y="4763"/>
                </a:lnTo>
                <a:close/>
              </a:path>
            </a:pathLst>
          </a:custGeom>
          <a:solidFill xmlns:a="http://schemas.openxmlformats.org/drawingml/2006/main">
            <a:srgbClr val="E4E4E4"/>
          </a:solidFill>
          <a:ln xmlns:a="http://schemas.openxmlformats.org/drawingml/2006/main" w="0">
            <a:noFill/>
            <a:prstDash val="solid"/>
          </a:ln>
        </p:spPr>
      </p:sp>
      <p:sp>
        <p:nvSpPr>
          <p:cNvPr id="98" name="deep-skill-chaining-source-component-1-gradient-230-0">
            <a:extLst xmlns:a="http://schemas.openxmlformats.org/drawingml/2006/main">
              <a:ext uri="{FF2B5EF4-FFF2-40B4-BE49-F238E27FC236}">
                <a16:creationId xmlns:a16="http://schemas.microsoft.com/office/drawing/2014/main" id="{DC483490-D857-4DEF-A2CD-2864A1C800C7}"/>
              </a:ext>
            </a:extLst>
          </p:cNvPr>
          <p:cNvSpPr>
            <a:spLocks xmlns:a="http://schemas.openxmlformats.org/drawingml/2006/main" noGrp="1"/>
          </p:cNvSpPr>
          <p:nvPr/>
        </p:nvSpPr>
        <p:spPr>
          <a:xfrm xmlns:a="http://schemas.openxmlformats.org/drawingml/2006/main" rot="0">
            <a:off x="6762750" y="1238250"/>
            <a:ext cx="409575" cy="400050"/>
          </a:xfrm>
          <a:custGeom xmlns:a="http://schemas.openxmlformats.org/drawingml/2006/main">
            <a:pathLst>
              <a:path w="409575" h="400050">
                <a:moveTo>
                  <a:pt x="161925" y="4763"/>
                </a:move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57175" y="4763"/>
                </a:lnTo>
                <a:lnTo>
                  <a:pt x="261938" y="9525"/>
                </a:lnTo>
                <a:lnTo>
                  <a:pt x="271463" y="9525"/>
                </a:lnTo>
                <a:lnTo>
                  <a:pt x="276225" y="14288"/>
                </a:lnTo>
                <a:lnTo>
                  <a:pt x="280988" y="19050"/>
                </a:lnTo>
                <a:lnTo>
                  <a:pt x="290513" y="19050"/>
                </a:lnTo>
                <a:lnTo>
                  <a:pt x="300038" y="19050"/>
                </a:lnTo>
                <a:lnTo>
                  <a:pt x="304800" y="23813"/>
                </a:lnTo>
                <a:lnTo>
                  <a:pt x="309563" y="28575"/>
                </a:lnTo>
                <a:lnTo>
                  <a:pt x="319088" y="28575"/>
                </a:lnTo>
                <a:lnTo>
                  <a:pt x="323850" y="33338"/>
                </a:lnTo>
                <a:lnTo>
                  <a:pt x="323850" y="42863"/>
                </a:lnTo>
                <a:lnTo>
                  <a:pt x="328613" y="47625"/>
                </a:lnTo>
                <a:lnTo>
                  <a:pt x="333375" y="52388"/>
                </a:lnTo>
                <a:lnTo>
                  <a:pt x="338138" y="57150"/>
                </a:lnTo>
                <a:lnTo>
                  <a:pt x="342900" y="61913"/>
                </a:lnTo>
                <a:lnTo>
                  <a:pt x="347663" y="66675"/>
                </a:lnTo>
                <a:lnTo>
                  <a:pt x="352425" y="71438"/>
                </a:lnTo>
                <a:lnTo>
                  <a:pt x="357188" y="76200"/>
                </a:lnTo>
                <a:lnTo>
                  <a:pt x="366713" y="76200"/>
                </a:lnTo>
                <a:lnTo>
                  <a:pt x="371475" y="80963"/>
                </a:lnTo>
                <a:lnTo>
                  <a:pt x="376238" y="85725"/>
                </a:lnTo>
                <a:lnTo>
                  <a:pt x="381000" y="90488"/>
                </a:lnTo>
                <a:lnTo>
                  <a:pt x="381000" y="100013"/>
                </a:lnTo>
                <a:lnTo>
                  <a:pt x="381000" y="109538"/>
                </a:lnTo>
                <a:lnTo>
                  <a:pt x="385763" y="114300"/>
                </a:lnTo>
                <a:lnTo>
                  <a:pt x="390525" y="119063"/>
                </a:lnTo>
                <a:lnTo>
                  <a:pt x="390525" y="128588"/>
                </a:lnTo>
                <a:lnTo>
                  <a:pt x="390525" y="138113"/>
                </a:lnTo>
                <a:lnTo>
                  <a:pt x="395288" y="142875"/>
                </a:lnTo>
                <a:lnTo>
                  <a:pt x="400050" y="147638"/>
                </a:lnTo>
                <a:lnTo>
                  <a:pt x="395288" y="152400"/>
                </a:lnTo>
                <a:lnTo>
                  <a:pt x="390525" y="157163"/>
                </a:lnTo>
                <a:lnTo>
                  <a:pt x="390525" y="166688"/>
                </a:lnTo>
                <a:lnTo>
                  <a:pt x="390525" y="176213"/>
                </a:lnTo>
                <a:lnTo>
                  <a:pt x="390525" y="185738"/>
                </a:lnTo>
                <a:lnTo>
                  <a:pt x="390525" y="195263"/>
                </a:lnTo>
                <a:lnTo>
                  <a:pt x="395288" y="200025"/>
                </a:lnTo>
                <a:lnTo>
                  <a:pt x="400050" y="204788"/>
                </a:lnTo>
                <a:lnTo>
                  <a:pt x="400050" y="214313"/>
                </a:lnTo>
                <a:lnTo>
                  <a:pt x="404813" y="219075"/>
                </a:lnTo>
                <a:lnTo>
                  <a:pt x="409575" y="223838"/>
                </a:lnTo>
                <a:lnTo>
                  <a:pt x="409575" y="233363"/>
                </a:lnTo>
                <a:lnTo>
                  <a:pt x="409575" y="242888"/>
                </a:lnTo>
                <a:lnTo>
                  <a:pt x="409575" y="252413"/>
                </a:lnTo>
                <a:lnTo>
                  <a:pt x="404813" y="257175"/>
                </a:lnTo>
                <a:lnTo>
                  <a:pt x="400050" y="261938"/>
                </a:lnTo>
                <a:lnTo>
                  <a:pt x="400050" y="271463"/>
                </a:lnTo>
                <a:lnTo>
                  <a:pt x="395288" y="276225"/>
                </a:lnTo>
                <a:lnTo>
                  <a:pt x="385763" y="276225"/>
                </a:lnTo>
                <a:lnTo>
                  <a:pt x="381000" y="280988"/>
                </a:lnTo>
                <a:lnTo>
                  <a:pt x="381000" y="290513"/>
                </a:lnTo>
                <a:lnTo>
                  <a:pt x="376238" y="295275"/>
                </a:lnTo>
                <a:lnTo>
                  <a:pt x="371475" y="300038"/>
                </a:lnTo>
                <a:lnTo>
                  <a:pt x="366713" y="304800"/>
                </a:lnTo>
                <a:lnTo>
                  <a:pt x="361950" y="309563"/>
                </a:lnTo>
                <a:lnTo>
                  <a:pt x="357188" y="314325"/>
                </a:lnTo>
                <a:lnTo>
                  <a:pt x="352425" y="319088"/>
                </a:lnTo>
                <a:lnTo>
                  <a:pt x="352425" y="328613"/>
                </a:lnTo>
                <a:lnTo>
                  <a:pt x="347663" y="333375"/>
                </a:lnTo>
                <a:lnTo>
                  <a:pt x="342900" y="338138"/>
                </a:lnTo>
                <a:lnTo>
                  <a:pt x="342900" y="347663"/>
                </a:lnTo>
                <a:lnTo>
                  <a:pt x="338138" y="352425"/>
                </a:lnTo>
                <a:lnTo>
                  <a:pt x="328613" y="352425"/>
                </a:lnTo>
                <a:lnTo>
                  <a:pt x="323850" y="357188"/>
                </a:lnTo>
                <a:lnTo>
                  <a:pt x="319088" y="361950"/>
                </a:lnTo>
                <a:lnTo>
                  <a:pt x="314325" y="366713"/>
                </a:lnTo>
                <a:lnTo>
                  <a:pt x="309563" y="371475"/>
                </a:lnTo>
                <a:lnTo>
                  <a:pt x="300038" y="371475"/>
                </a:lnTo>
                <a:lnTo>
                  <a:pt x="295275" y="376238"/>
                </a:lnTo>
                <a:lnTo>
                  <a:pt x="290513" y="381000"/>
                </a:lnTo>
                <a:lnTo>
                  <a:pt x="280988" y="381000"/>
                </a:lnTo>
                <a:lnTo>
                  <a:pt x="271463" y="381000"/>
                </a:lnTo>
                <a:lnTo>
                  <a:pt x="261938" y="381000"/>
                </a:lnTo>
                <a:lnTo>
                  <a:pt x="257175" y="385763"/>
                </a:lnTo>
                <a:lnTo>
                  <a:pt x="252413" y="390525"/>
                </a:lnTo>
                <a:lnTo>
                  <a:pt x="242888" y="390525"/>
                </a:lnTo>
                <a:lnTo>
                  <a:pt x="233363" y="390525"/>
                </a:lnTo>
                <a:lnTo>
                  <a:pt x="228600" y="395288"/>
                </a:lnTo>
                <a:lnTo>
                  <a:pt x="223838" y="400050"/>
                </a:lnTo>
                <a:lnTo>
                  <a:pt x="214313" y="400050"/>
                </a:lnTo>
                <a:lnTo>
                  <a:pt x="204788" y="400050"/>
                </a:lnTo>
                <a:lnTo>
                  <a:pt x="195263" y="400050"/>
                </a:lnTo>
                <a:lnTo>
                  <a:pt x="190500" y="395288"/>
                </a:lnTo>
                <a:lnTo>
                  <a:pt x="185738" y="390525"/>
                </a:lnTo>
                <a:lnTo>
                  <a:pt x="176213" y="390525"/>
                </a:lnTo>
                <a:lnTo>
                  <a:pt x="166688" y="390525"/>
                </a:lnTo>
                <a:lnTo>
                  <a:pt x="157163" y="390525"/>
                </a:lnTo>
                <a:lnTo>
                  <a:pt x="147638" y="390525"/>
                </a:lnTo>
                <a:lnTo>
                  <a:pt x="142875" y="385763"/>
                </a:lnTo>
                <a:lnTo>
                  <a:pt x="138113" y="381000"/>
                </a:lnTo>
                <a:lnTo>
                  <a:pt x="128588" y="381000"/>
                </a:lnTo>
                <a:lnTo>
                  <a:pt x="123825" y="376238"/>
                </a:lnTo>
                <a:lnTo>
                  <a:pt x="119063" y="371475"/>
                </a:lnTo>
                <a:lnTo>
                  <a:pt x="109538" y="371475"/>
                </a:lnTo>
                <a:lnTo>
                  <a:pt x="104775" y="366713"/>
                </a:lnTo>
                <a:lnTo>
                  <a:pt x="100013" y="361950"/>
                </a:lnTo>
                <a:lnTo>
                  <a:pt x="95250" y="357188"/>
                </a:lnTo>
                <a:lnTo>
                  <a:pt x="90488" y="352425"/>
                </a:lnTo>
                <a:lnTo>
                  <a:pt x="80963" y="352425"/>
                </a:lnTo>
                <a:lnTo>
                  <a:pt x="76200" y="347663"/>
                </a:lnTo>
                <a:lnTo>
                  <a:pt x="71438" y="342900"/>
                </a:lnTo>
                <a:lnTo>
                  <a:pt x="66675" y="338138"/>
                </a:lnTo>
                <a:lnTo>
                  <a:pt x="61913" y="333375"/>
                </a:lnTo>
                <a:lnTo>
                  <a:pt x="52388" y="333375"/>
                </a:lnTo>
                <a:lnTo>
                  <a:pt x="47625" y="328613"/>
                </a:lnTo>
                <a:lnTo>
                  <a:pt x="47625" y="319088"/>
                </a:lnTo>
                <a:lnTo>
                  <a:pt x="42863" y="314325"/>
                </a:lnTo>
                <a:lnTo>
                  <a:pt x="38100" y="309563"/>
                </a:lnTo>
                <a:lnTo>
                  <a:pt x="38100" y="300038"/>
                </a:lnTo>
                <a:lnTo>
                  <a:pt x="38100" y="290513"/>
                </a:lnTo>
                <a:lnTo>
                  <a:pt x="33338" y="285750"/>
                </a:lnTo>
                <a:lnTo>
                  <a:pt x="28575" y="280988"/>
                </a:lnTo>
                <a:lnTo>
                  <a:pt x="23813" y="276225"/>
                </a:lnTo>
                <a:lnTo>
                  <a:pt x="19050" y="271463"/>
                </a:lnTo>
                <a:lnTo>
                  <a:pt x="14288" y="266700"/>
                </a:lnTo>
                <a:lnTo>
                  <a:pt x="9525" y="261938"/>
                </a:lnTo>
                <a:lnTo>
                  <a:pt x="9525" y="252413"/>
                </a:lnTo>
                <a:lnTo>
                  <a:pt x="9525" y="242888"/>
                </a:lnTo>
                <a:lnTo>
                  <a:pt x="9525" y="233363"/>
                </a:lnTo>
                <a:lnTo>
                  <a:pt x="9525" y="223838"/>
                </a:lnTo>
                <a:lnTo>
                  <a:pt x="9525" y="214313"/>
                </a:lnTo>
                <a:lnTo>
                  <a:pt x="9525" y="204788"/>
                </a:lnTo>
                <a:lnTo>
                  <a:pt x="9525" y="195263"/>
                </a:lnTo>
                <a:lnTo>
                  <a:pt x="9525" y="185738"/>
                </a:lnTo>
                <a:lnTo>
                  <a:pt x="9525" y="176213"/>
                </a:lnTo>
                <a:lnTo>
                  <a:pt x="4763" y="171450"/>
                </a:lnTo>
                <a:lnTo>
                  <a:pt x="0" y="166688"/>
                </a:lnTo>
                <a:lnTo>
                  <a:pt x="0" y="157163"/>
                </a:lnTo>
                <a:lnTo>
                  <a:pt x="0" y="147638"/>
                </a:lnTo>
                <a:lnTo>
                  <a:pt x="4763" y="142875"/>
                </a:lnTo>
                <a:lnTo>
                  <a:pt x="9525" y="138113"/>
                </a:lnTo>
                <a:lnTo>
                  <a:pt x="14288" y="133350"/>
                </a:lnTo>
                <a:lnTo>
                  <a:pt x="19050" y="128588"/>
                </a:lnTo>
                <a:lnTo>
                  <a:pt x="23813" y="123825"/>
                </a:lnTo>
                <a:lnTo>
                  <a:pt x="33338" y="123825"/>
                </a:lnTo>
                <a:lnTo>
                  <a:pt x="38100" y="119063"/>
                </a:lnTo>
                <a:lnTo>
                  <a:pt x="38100" y="109538"/>
                </a:lnTo>
                <a:lnTo>
                  <a:pt x="38100" y="100013"/>
                </a:lnTo>
                <a:lnTo>
                  <a:pt x="42863" y="95250"/>
                </a:lnTo>
                <a:lnTo>
                  <a:pt x="47625" y="90488"/>
                </a:lnTo>
                <a:lnTo>
                  <a:pt x="52388" y="85725"/>
                </a:lnTo>
                <a:lnTo>
                  <a:pt x="57150" y="80963"/>
                </a:lnTo>
                <a:lnTo>
                  <a:pt x="57150" y="71438"/>
                </a:lnTo>
                <a:lnTo>
                  <a:pt x="61913" y="66675"/>
                </a:lnTo>
                <a:lnTo>
                  <a:pt x="66675" y="61913"/>
                </a:lnTo>
                <a:lnTo>
                  <a:pt x="71438" y="57150"/>
                </a:lnTo>
                <a:lnTo>
                  <a:pt x="76200" y="52388"/>
                </a:lnTo>
                <a:lnTo>
                  <a:pt x="80963" y="47625"/>
                </a:lnTo>
                <a:lnTo>
                  <a:pt x="85725" y="42863"/>
                </a:lnTo>
                <a:lnTo>
                  <a:pt x="90488" y="38100"/>
                </a:lnTo>
                <a:lnTo>
                  <a:pt x="95250" y="33338"/>
                </a:lnTo>
                <a:lnTo>
                  <a:pt x="100013" y="28575"/>
                </a:lnTo>
                <a:lnTo>
                  <a:pt x="109538" y="28575"/>
                </a:lnTo>
                <a:lnTo>
                  <a:pt x="114300" y="23813"/>
                </a:lnTo>
                <a:lnTo>
                  <a:pt x="119063" y="19050"/>
                </a:lnTo>
                <a:lnTo>
                  <a:pt x="128588" y="19050"/>
                </a:lnTo>
                <a:lnTo>
                  <a:pt x="133350" y="14288"/>
                </a:lnTo>
                <a:lnTo>
                  <a:pt x="138113" y="9525"/>
                </a:lnTo>
                <a:lnTo>
                  <a:pt x="147638" y="9525"/>
                </a:lnTo>
                <a:lnTo>
                  <a:pt x="157163" y="9525"/>
                </a:lnTo>
                <a:lnTo>
                  <a:pt x="161925" y="4763"/>
                </a:lnTo>
                <a:close/>
              </a:path>
            </a:pathLst>
          </a:custGeom>
          <a:solidFill xmlns:a="http://schemas.openxmlformats.org/drawingml/2006/main">
            <a:srgbClr val="E6E6E6"/>
          </a:solidFill>
          <a:ln xmlns:a="http://schemas.openxmlformats.org/drawingml/2006/main" w="0">
            <a:noFill/>
            <a:prstDash val="solid"/>
          </a:ln>
        </p:spPr>
      </p:sp>
      <p:sp>
        <p:nvSpPr>
          <p:cNvPr id="99" name="deep-skill-chaining-source-component-1-gradient-232-0">
            <a:extLst xmlns:a="http://schemas.openxmlformats.org/drawingml/2006/main">
              <a:ext uri="{FF2B5EF4-FFF2-40B4-BE49-F238E27FC236}">
                <a16:creationId xmlns:a16="http://schemas.microsoft.com/office/drawing/2014/main" id="{731D5C75-CE7F-45CA-8FE1-82F9A0D92AE5}"/>
              </a:ext>
            </a:extLst>
          </p:cNvPr>
          <p:cNvSpPr>
            <a:spLocks xmlns:a="http://schemas.openxmlformats.org/drawingml/2006/main" noGrp="1"/>
          </p:cNvSpPr>
          <p:nvPr/>
        </p:nvSpPr>
        <p:spPr>
          <a:xfrm xmlns:a="http://schemas.openxmlformats.org/drawingml/2006/main" rot="0">
            <a:off x="6781800" y="1257300"/>
            <a:ext cx="381000" cy="361950"/>
          </a:xfrm>
          <a:custGeom xmlns:a="http://schemas.openxmlformats.org/drawingml/2006/main">
            <a:pathLst>
              <a:path w="381000" h="361950">
                <a:moveTo>
                  <a:pt x="133350" y="4763"/>
                </a:move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28600" y="4763"/>
                </a:lnTo>
                <a:lnTo>
                  <a:pt x="233363" y="9525"/>
                </a:lnTo>
                <a:lnTo>
                  <a:pt x="242888" y="9525"/>
                </a:lnTo>
                <a:lnTo>
                  <a:pt x="252413" y="9525"/>
                </a:lnTo>
                <a:lnTo>
                  <a:pt x="261938" y="9525"/>
                </a:lnTo>
                <a:lnTo>
                  <a:pt x="266700" y="14288"/>
                </a:lnTo>
                <a:lnTo>
                  <a:pt x="271463" y="19050"/>
                </a:lnTo>
                <a:lnTo>
                  <a:pt x="276225" y="23813"/>
                </a:lnTo>
                <a:lnTo>
                  <a:pt x="280988" y="28575"/>
                </a:lnTo>
                <a:lnTo>
                  <a:pt x="285750" y="33338"/>
                </a:lnTo>
                <a:lnTo>
                  <a:pt x="290513" y="38100"/>
                </a:lnTo>
                <a:lnTo>
                  <a:pt x="295275" y="42863"/>
                </a:lnTo>
                <a:lnTo>
                  <a:pt x="300038" y="47625"/>
                </a:lnTo>
                <a:lnTo>
                  <a:pt x="304800" y="52388"/>
                </a:lnTo>
                <a:lnTo>
                  <a:pt x="309563" y="57150"/>
                </a:lnTo>
                <a:lnTo>
                  <a:pt x="319088" y="57150"/>
                </a:lnTo>
                <a:lnTo>
                  <a:pt x="323850" y="61913"/>
                </a:lnTo>
                <a:lnTo>
                  <a:pt x="328613" y="66675"/>
                </a:lnTo>
                <a:lnTo>
                  <a:pt x="338138" y="66675"/>
                </a:lnTo>
                <a:lnTo>
                  <a:pt x="342900" y="71438"/>
                </a:lnTo>
                <a:lnTo>
                  <a:pt x="342900" y="80963"/>
                </a:lnTo>
                <a:lnTo>
                  <a:pt x="342900" y="90488"/>
                </a:lnTo>
                <a:lnTo>
                  <a:pt x="347663" y="95250"/>
                </a:lnTo>
                <a:lnTo>
                  <a:pt x="352425" y="100013"/>
                </a:lnTo>
                <a:lnTo>
                  <a:pt x="352425" y="109538"/>
                </a:lnTo>
                <a:lnTo>
                  <a:pt x="352425" y="119063"/>
                </a:lnTo>
                <a:lnTo>
                  <a:pt x="357188" y="123825"/>
                </a:lnTo>
                <a:lnTo>
                  <a:pt x="361950" y="128588"/>
                </a:lnTo>
                <a:lnTo>
                  <a:pt x="357188" y="133350"/>
                </a:lnTo>
                <a:lnTo>
                  <a:pt x="352425" y="138113"/>
                </a:lnTo>
                <a:lnTo>
                  <a:pt x="352425" y="147638"/>
                </a:lnTo>
                <a:lnTo>
                  <a:pt x="352425" y="157163"/>
                </a:lnTo>
                <a:lnTo>
                  <a:pt x="352425" y="166688"/>
                </a:lnTo>
                <a:lnTo>
                  <a:pt x="357188" y="171450"/>
                </a:lnTo>
                <a:lnTo>
                  <a:pt x="361950" y="176213"/>
                </a:lnTo>
                <a:lnTo>
                  <a:pt x="361950" y="185738"/>
                </a:lnTo>
                <a:lnTo>
                  <a:pt x="361950" y="195263"/>
                </a:lnTo>
                <a:lnTo>
                  <a:pt x="366713" y="200025"/>
                </a:lnTo>
                <a:lnTo>
                  <a:pt x="371475" y="204788"/>
                </a:lnTo>
                <a:lnTo>
                  <a:pt x="376238" y="209550"/>
                </a:lnTo>
                <a:lnTo>
                  <a:pt x="381000" y="214313"/>
                </a:lnTo>
                <a:lnTo>
                  <a:pt x="376238" y="219075"/>
                </a:lnTo>
                <a:lnTo>
                  <a:pt x="371475" y="223838"/>
                </a:lnTo>
                <a:lnTo>
                  <a:pt x="371475" y="233363"/>
                </a:lnTo>
                <a:lnTo>
                  <a:pt x="366713" y="238125"/>
                </a:lnTo>
                <a:lnTo>
                  <a:pt x="361950" y="242888"/>
                </a:lnTo>
                <a:lnTo>
                  <a:pt x="357188" y="247650"/>
                </a:lnTo>
                <a:lnTo>
                  <a:pt x="352425" y="252413"/>
                </a:lnTo>
                <a:lnTo>
                  <a:pt x="347663" y="257175"/>
                </a:lnTo>
                <a:lnTo>
                  <a:pt x="342900" y="261938"/>
                </a:lnTo>
                <a:lnTo>
                  <a:pt x="342900" y="271463"/>
                </a:lnTo>
                <a:lnTo>
                  <a:pt x="338138" y="276225"/>
                </a:lnTo>
                <a:lnTo>
                  <a:pt x="333375" y="280988"/>
                </a:lnTo>
                <a:lnTo>
                  <a:pt x="328613" y="285750"/>
                </a:lnTo>
                <a:lnTo>
                  <a:pt x="323850" y="290513"/>
                </a:lnTo>
                <a:lnTo>
                  <a:pt x="319088" y="295275"/>
                </a:lnTo>
                <a:lnTo>
                  <a:pt x="314325" y="300038"/>
                </a:lnTo>
                <a:lnTo>
                  <a:pt x="309563" y="304800"/>
                </a:lnTo>
                <a:lnTo>
                  <a:pt x="304800" y="309563"/>
                </a:lnTo>
                <a:lnTo>
                  <a:pt x="304800" y="319088"/>
                </a:lnTo>
                <a:lnTo>
                  <a:pt x="300038" y="323850"/>
                </a:lnTo>
                <a:lnTo>
                  <a:pt x="295275" y="328613"/>
                </a:lnTo>
                <a:lnTo>
                  <a:pt x="290513" y="333375"/>
                </a:lnTo>
                <a:lnTo>
                  <a:pt x="280988" y="333375"/>
                </a:lnTo>
                <a:lnTo>
                  <a:pt x="271463" y="333375"/>
                </a:lnTo>
                <a:lnTo>
                  <a:pt x="266700" y="338138"/>
                </a:lnTo>
                <a:lnTo>
                  <a:pt x="261938" y="342900"/>
                </a:lnTo>
                <a:lnTo>
                  <a:pt x="252413" y="342900"/>
                </a:lnTo>
                <a:lnTo>
                  <a:pt x="247650" y="347663"/>
                </a:lnTo>
                <a:lnTo>
                  <a:pt x="242888" y="352425"/>
                </a:lnTo>
                <a:lnTo>
                  <a:pt x="233363" y="352425"/>
                </a:lnTo>
                <a:lnTo>
                  <a:pt x="223838" y="352425"/>
                </a:lnTo>
                <a:lnTo>
                  <a:pt x="214313" y="352425"/>
                </a:lnTo>
                <a:lnTo>
                  <a:pt x="209550" y="357188"/>
                </a:lnTo>
                <a:lnTo>
                  <a:pt x="204788" y="361950"/>
                </a:lnTo>
                <a:lnTo>
                  <a:pt x="195263" y="361950"/>
                </a:lnTo>
                <a:lnTo>
                  <a:pt x="185738" y="361950"/>
                </a:lnTo>
                <a:lnTo>
                  <a:pt x="176213" y="361950"/>
                </a:lnTo>
                <a:lnTo>
                  <a:pt x="166688" y="361950"/>
                </a:lnTo>
                <a:lnTo>
                  <a:pt x="157163" y="361950"/>
                </a:lnTo>
                <a:lnTo>
                  <a:pt x="147638" y="361950"/>
                </a:lnTo>
                <a:lnTo>
                  <a:pt x="142875" y="357188"/>
                </a:lnTo>
                <a:lnTo>
                  <a:pt x="138113" y="352425"/>
                </a:lnTo>
                <a:lnTo>
                  <a:pt x="128588" y="352425"/>
                </a:lnTo>
                <a:lnTo>
                  <a:pt x="119063" y="352425"/>
                </a:lnTo>
                <a:lnTo>
                  <a:pt x="114300" y="347663"/>
                </a:lnTo>
                <a:lnTo>
                  <a:pt x="109538" y="342900"/>
                </a:lnTo>
                <a:lnTo>
                  <a:pt x="100013" y="342900"/>
                </a:lnTo>
                <a:lnTo>
                  <a:pt x="95250" y="338138"/>
                </a:lnTo>
                <a:lnTo>
                  <a:pt x="90488" y="333375"/>
                </a:lnTo>
                <a:lnTo>
                  <a:pt x="80963" y="333375"/>
                </a:lnTo>
                <a:lnTo>
                  <a:pt x="76200" y="328613"/>
                </a:lnTo>
                <a:lnTo>
                  <a:pt x="76200" y="319088"/>
                </a:lnTo>
                <a:lnTo>
                  <a:pt x="71438" y="314325"/>
                </a:lnTo>
                <a:lnTo>
                  <a:pt x="61913" y="314325"/>
                </a:lnTo>
                <a:lnTo>
                  <a:pt x="57150" y="309563"/>
                </a:lnTo>
                <a:lnTo>
                  <a:pt x="52388" y="304800"/>
                </a:lnTo>
                <a:lnTo>
                  <a:pt x="47625" y="300038"/>
                </a:lnTo>
                <a:lnTo>
                  <a:pt x="42863" y="295275"/>
                </a:lnTo>
                <a:lnTo>
                  <a:pt x="38100" y="290513"/>
                </a:lnTo>
                <a:lnTo>
                  <a:pt x="38100" y="280988"/>
                </a:lnTo>
                <a:lnTo>
                  <a:pt x="38100" y="271463"/>
                </a:lnTo>
                <a:lnTo>
                  <a:pt x="33338" y="266700"/>
                </a:lnTo>
                <a:lnTo>
                  <a:pt x="28575" y="261938"/>
                </a:lnTo>
                <a:lnTo>
                  <a:pt x="23813" y="257175"/>
                </a:lnTo>
                <a:lnTo>
                  <a:pt x="19050" y="252413"/>
                </a:lnTo>
                <a:lnTo>
                  <a:pt x="14288" y="247650"/>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4763" y="123825"/>
                </a:lnTo>
                <a:lnTo>
                  <a:pt x="9525" y="119063"/>
                </a:lnTo>
                <a:lnTo>
                  <a:pt x="14288" y="114300"/>
                </a:lnTo>
                <a:lnTo>
                  <a:pt x="19050" y="109538"/>
                </a:lnTo>
                <a:lnTo>
                  <a:pt x="23813" y="104775"/>
                </a:lnTo>
                <a:lnTo>
                  <a:pt x="28575" y="100013"/>
                </a:lnTo>
                <a:lnTo>
                  <a:pt x="33338" y="95250"/>
                </a:lnTo>
                <a:lnTo>
                  <a:pt x="38100" y="90488"/>
                </a:lnTo>
                <a:lnTo>
                  <a:pt x="38100" y="80963"/>
                </a:lnTo>
                <a:lnTo>
                  <a:pt x="42863" y="76200"/>
                </a:lnTo>
                <a:lnTo>
                  <a:pt x="47625" y="71438"/>
                </a:lnTo>
                <a:lnTo>
                  <a:pt x="47625" y="61913"/>
                </a:lnTo>
                <a:lnTo>
                  <a:pt x="52388" y="57150"/>
                </a:lnTo>
                <a:lnTo>
                  <a:pt x="57150" y="52388"/>
                </a:lnTo>
                <a:lnTo>
                  <a:pt x="57150" y="42863"/>
                </a:lnTo>
                <a:lnTo>
                  <a:pt x="61913" y="38100"/>
                </a:lnTo>
                <a:lnTo>
                  <a:pt x="71438" y="38100"/>
                </a:lnTo>
                <a:lnTo>
                  <a:pt x="76200" y="33338"/>
                </a:lnTo>
                <a:lnTo>
                  <a:pt x="80963" y="28575"/>
                </a:lnTo>
                <a:lnTo>
                  <a:pt x="90488" y="28575"/>
                </a:lnTo>
                <a:lnTo>
                  <a:pt x="95250" y="23813"/>
                </a:lnTo>
                <a:lnTo>
                  <a:pt x="100013" y="19050"/>
                </a:lnTo>
                <a:lnTo>
                  <a:pt x="104775" y="14288"/>
                </a:lnTo>
                <a:lnTo>
                  <a:pt x="109538" y="9525"/>
                </a:lnTo>
                <a:lnTo>
                  <a:pt x="119063" y="9525"/>
                </a:lnTo>
                <a:lnTo>
                  <a:pt x="128588" y="9525"/>
                </a:lnTo>
                <a:lnTo>
                  <a:pt x="133350" y="4763"/>
                </a:lnTo>
                <a:close/>
              </a:path>
            </a:pathLst>
          </a:custGeom>
          <a:solidFill xmlns:a="http://schemas.openxmlformats.org/drawingml/2006/main">
            <a:srgbClr val="E8E8E8"/>
          </a:solidFill>
          <a:ln xmlns:a="http://schemas.openxmlformats.org/drawingml/2006/main" w="0">
            <a:noFill/>
            <a:prstDash val="solid"/>
          </a:ln>
        </p:spPr>
      </p:sp>
      <p:sp>
        <p:nvSpPr>
          <p:cNvPr id="100" name="deep-skill-chaining-source-component-1-gradient-234-0">
            <a:extLst xmlns:a="http://schemas.openxmlformats.org/drawingml/2006/main">
              <a:ext uri="{FF2B5EF4-FFF2-40B4-BE49-F238E27FC236}">
                <a16:creationId xmlns:a16="http://schemas.microsoft.com/office/drawing/2014/main" id="{853165CE-1137-4C57-9E69-B38290709F2F}"/>
              </a:ext>
            </a:extLst>
          </p:cNvPr>
          <p:cNvSpPr>
            <a:spLocks xmlns:a="http://schemas.openxmlformats.org/drawingml/2006/main" noGrp="1"/>
          </p:cNvSpPr>
          <p:nvPr/>
        </p:nvSpPr>
        <p:spPr>
          <a:xfrm xmlns:a="http://schemas.openxmlformats.org/drawingml/2006/main" rot="0">
            <a:off x="6791325" y="1266825"/>
            <a:ext cx="352425" cy="333375"/>
          </a:xfrm>
          <a:custGeom xmlns:a="http://schemas.openxmlformats.org/drawingml/2006/main">
            <a:pathLst>
              <a:path w="352425" h="333375">
                <a:moveTo>
                  <a:pt x="133350" y="4763"/>
                </a:moveTo>
                <a:lnTo>
                  <a:pt x="138113" y="0"/>
                </a:ln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28600" y="14288"/>
                </a:lnTo>
                <a:lnTo>
                  <a:pt x="233363" y="19050"/>
                </a:lnTo>
                <a:lnTo>
                  <a:pt x="242888" y="19050"/>
                </a:lnTo>
                <a:lnTo>
                  <a:pt x="252413" y="19050"/>
                </a:lnTo>
                <a:lnTo>
                  <a:pt x="257175" y="23813"/>
                </a:lnTo>
                <a:lnTo>
                  <a:pt x="261938" y="28575"/>
                </a:lnTo>
                <a:lnTo>
                  <a:pt x="266700" y="33338"/>
                </a:lnTo>
                <a:lnTo>
                  <a:pt x="271463" y="38100"/>
                </a:lnTo>
                <a:lnTo>
                  <a:pt x="276225" y="42863"/>
                </a:lnTo>
                <a:lnTo>
                  <a:pt x="280988" y="47625"/>
                </a:lnTo>
                <a:lnTo>
                  <a:pt x="290513" y="47625"/>
                </a:lnTo>
                <a:lnTo>
                  <a:pt x="295275" y="52388"/>
                </a:lnTo>
                <a:lnTo>
                  <a:pt x="300038" y="57150"/>
                </a:lnTo>
                <a:lnTo>
                  <a:pt x="309563" y="57150"/>
                </a:lnTo>
                <a:lnTo>
                  <a:pt x="314325" y="61913"/>
                </a:lnTo>
                <a:lnTo>
                  <a:pt x="314325" y="71438"/>
                </a:lnTo>
                <a:lnTo>
                  <a:pt x="314325" y="80963"/>
                </a:lnTo>
                <a:lnTo>
                  <a:pt x="319088" y="85725"/>
                </a:lnTo>
                <a:lnTo>
                  <a:pt x="323850" y="90488"/>
                </a:lnTo>
                <a:lnTo>
                  <a:pt x="323850" y="100013"/>
                </a:lnTo>
                <a:lnTo>
                  <a:pt x="323850" y="109538"/>
                </a:lnTo>
                <a:lnTo>
                  <a:pt x="328613" y="114300"/>
                </a:lnTo>
                <a:lnTo>
                  <a:pt x="333375" y="119063"/>
                </a:lnTo>
                <a:lnTo>
                  <a:pt x="333375" y="128588"/>
                </a:lnTo>
                <a:lnTo>
                  <a:pt x="328613" y="133350"/>
                </a:lnTo>
                <a:lnTo>
                  <a:pt x="323850" y="138113"/>
                </a:lnTo>
                <a:lnTo>
                  <a:pt x="323850" y="147638"/>
                </a:lnTo>
                <a:lnTo>
                  <a:pt x="328613" y="152400"/>
                </a:lnTo>
                <a:lnTo>
                  <a:pt x="333375" y="157163"/>
                </a:lnTo>
                <a:lnTo>
                  <a:pt x="333375" y="166688"/>
                </a:lnTo>
                <a:lnTo>
                  <a:pt x="338138" y="171450"/>
                </a:lnTo>
                <a:lnTo>
                  <a:pt x="342900" y="176213"/>
                </a:lnTo>
                <a:lnTo>
                  <a:pt x="342900" y="185738"/>
                </a:lnTo>
                <a:lnTo>
                  <a:pt x="342900" y="195263"/>
                </a:lnTo>
                <a:lnTo>
                  <a:pt x="347663" y="200025"/>
                </a:lnTo>
                <a:lnTo>
                  <a:pt x="352425" y="204788"/>
                </a:lnTo>
                <a:lnTo>
                  <a:pt x="347663" y="209550"/>
                </a:lnTo>
                <a:lnTo>
                  <a:pt x="342900" y="214313"/>
                </a:lnTo>
                <a:lnTo>
                  <a:pt x="338138" y="219075"/>
                </a:lnTo>
                <a:lnTo>
                  <a:pt x="333375" y="223838"/>
                </a:lnTo>
                <a:lnTo>
                  <a:pt x="333375" y="233363"/>
                </a:lnTo>
                <a:lnTo>
                  <a:pt x="328613" y="238125"/>
                </a:lnTo>
                <a:lnTo>
                  <a:pt x="323850" y="242888"/>
                </a:lnTo>
                <a:lnTo>
                  <a:pt x="319088" y="247650"/>
                </a:lnTo>
                <a:lnTo>
                  <a:pt x="314325" y="252413"/>
                </a:lnTo>
                <a:lnTo>
                  <a:pt x="314325" y="261938"/>
                </a:lnTo>
                <a:lnTo>
                  <a:pt x="309563" y="266700"/>
                </a:lnTo>
                <a:lnTo>
                  <a:pt x="300038" y="266700"/>
                </a:lnTo>
                <a:lnTo>
                  <a:pt x="295275" y="271463"/>
                </a:lnTo>
                <a:lnTo>
                  <a:pt x="295275" y="280988"/>
                </a:lnTo>
                <a:lnTo>
                  <a:pt x="290513" y="285750"/>
                </a:lnTo>
                <a:lnTo>
                  <a:pt x="285750" y="290513"/>
                </a:lnTo>
                <a:lnTo>
                  <a:pt x="285750" y="300038"/>
                </a:lnTo>
                <a:lnTo>
                  <a:pt x="280988" y="304800"/>
                </a:lnTo>
                <a:lnTo>
                  <a:pt x="271463" y="304800"/>
                </a:lnTo>
                <a:lnTo>
                  <a:pt x="261938" y="304800"/>
                </a:lnTo>
                <a:lnTo>
                  <a:pt x="257175" y="309563"/>
                </a:lnTo>
                <a:lnTo>
                  <a:pt x="252413" y="314325"/>
                </a:lnTo>
                <a:lnTo>
                  <a:pt x="242888" y="314325"/>
                </a:lnTo>
                <a:lnTo>
                  <a:pt x="238125" y="319088"/>
                </a:lnTo>
                <a:lnTo>
                  <a:pt x="233363" y="323850"/>
                </a:lnTo>
                <a:lnTo>
                  <a:pt x="223838" y="323850"/>
                </a:lnTo>
                <a:lnTo>
                  <a:pt x="214313" y="323850"/>
                </a:lnTo>
                <a:lnTo>
                  <a:pt x="204788" y="323850"/>
                </a:lnTo>
                <a:lnTo>
                  <a:pt x="200025" y="328613"/>
                </a:lnTo>
                <a:lnTo>
                  <a:pt x="195263" y="333375"/>
                </a:lnTo>
                <a:lnTo>
                  <a:pt x="185738" y="333375"/>
                </a:lnTo>
                <a:lnTo>
                  <a:pt x="176213" y="333375"/>
                </a:lnTo>
                <a:lnTo>
                  <a:pt x="166688" y="333375"/>
                </a:lnTo>
                <a:lnTo>
                  <a:pt x="157163" y="333375"/>
                </a:lnTo>
                <a:lnTo>
                  <a:pt x="147638" y="333375"/>
                </a:lnTo>
                <a:lnTo>
                  <a:pt x="138113" y="333375"/>
                </a:lnTo>
                <a:lnTo>
                  <a:pt x="133350" y="328613"/>
                </a:lnTo>
                <a:lnTo>
                  <a:pt x="128588" y="323850"/>
                </a:lnTo>
                <a:lnTo>
                  <a:pt x="119063" y="323850"/>
                </a:lnTo>
                <a:lnTo>
                  <a:pt x="109538" y="323850"/>
                </a:lnTo>
                <a:lnTo>
                  <a:pt x="100013" y="323850"/>
                </a:lnTo>
                <a:lnTo>
                  <a:pt x="95250" y="319088"/>
                </a:lnTo>
                <a:lnTo>
                  <a:pt x="90488" y="314325"/>
                </a:lnTo>
                <a:lnTo>
                  <a:pt x="85725" y="309563"/>
                </a:lnTo>
                <a:lnTo>
                  <a:pt x="80963" y="304800"/>
                </a:lnTo>
                <a:lnTo>
                  <a:pt x="76200" y="300038"/>
                </a:lnTo>
                <a:lnTo>
                  <a:pt x="71438" y="295275"/>
                </a:lnTo>
                <a:lnTo>
                  <a:pt x="66675" y="290513"/>
                </a:lnTo>
                <a:lnTo>
                  <a:pt x="61913" y="285750"/>
                </a:lnTo>
                <a:lnTo>
                  <a:pt x="52388" y="285750"/>
                </a:lnTo>
                <a:lnTo>
                  <a:pt x="47625" y="280988"/>
                </a:lnTo>
                <a:lnTo>
                  <a:pt x="42863" y="276225"/>
                </a:lnTo>
                <a:lnTo>
                  <a:pt x="38100" y="271463"/>
                </a:lnTo>
                <a:lnTo>
                  <a:pt x="38100" y="261938"/>
                </a:lnTo>
                <a:lnTo>
                  <a:pt x="38100" y="252413"/>
                </a:lnTo>
                <a:lnTo>
                  <a:pt x="33338" y="247650"/>
                </a:lnTo>
                <a:lnTo>
                  <a:pt x="28575" y="242888"/>
                </a:lnTo>
                <a:lnTo>
                  <a:pt x="23813" y="238125"/>
                </a:lnTo>
                <a:lnTo>
                  <a:pt x="19050" y="233363"/>
                </a:lnTo>
                <a:lnTo>
                  <a:pt x="19050" y="223838"/>
                </a:lnTo>
                <a:lnTo>
                  <a:pt x="19050" y="214313"/>
                </a:lnTo>
                <a:lnTo>
                  <a:pt x="19050" y="204788"/>
                </a:lnTo>
                <a:lnTo>
                  <a:pt x="19050" y="195263"/>
                </a:lnTo>
                <a:lnTo>
                  <a:pt x="19050" y="185738"/>
                </a:lnTo>
                <a:lnTo>
                  <a:pt x="19050" y="176213"/>
                </a:lnTo>
                <a:lnTo>
                  <a:pt x="14288" y="171450"/>
                </a:lnTo>
                <a:lnTo>
                  <a:pt x="9525" y="166688"/>
                </a:lnTo>
                <a:lnTo>
                  <a:pt x="9525" y="157163"/>
                </a:lnTo>
                <a:lnTo>
                  <a:pt x="9525" y="147638"/>
                </a:lnTo>
                <a:lnTo>
                  <a:pt x="9525" y="138113"/>
                </a:lnTo>
                <a:lnTo>
                  <a:pt x="9525" y="128588"/>
                </a:lnTo>
                <a:lnTo>
                  <a:pt x="4763" y="123825"/>
                </a:lnTo>
                <a:lnTo>
                  <a:pt x="0" y="119063"/>
                </a:lnTo>
                <a:lnTo>
                  <a:pt x="4763" y="114300"/>
                </a:lnTo>
                <a:lnTo>
                  <a:pt x="9525" y="109538"/>
                </a:lnTo>
                <a:lnTo>
                  <a:pt x="14288" y="104775"/>
                </a:lnTo>
                <a:lnTo>
                  <a:pt x="23813" y="104775"/>
                </a:lnTo>
                <a:lnTo>
                  <a:pt x="28575" y="100013"/>
                </a:lnTo>
                <a:lnTo>
                  <a:pt x="33338" y="95250"/>
                </a:lnTo>
                <a:lnTo>
                  <a:pt x="42863" y="95250"/>
                </a:lnTo>
                <a:lnTo>
                  <a:pt x="47625" y="90488"/>
                </a:lnTo>
                <a:lnTo>
                  <a:pt x="47625" y="80963"/>
                </a:lnTo>
                <a:lnTo>
                  <a:pt x="47625" y="71438"/>
                </a:lnTo>
                <a:lnTo>
                  <a:pt x="47625" y="61913"/>
                </a:lnTo>
                <a:lnTo>
                  <a:pt x="52388" y="57150"/>
                </a:lnTo>
                <a:lnTo>
                  <a:pt x="57150" y="52388"/>
                </a:lnTo>
                <a:lnTo>
                  <a:pt x="61913" y="47625"/>
                </a:lnTo>
                <a:lnTo>
                  <a:pt x="66675" y="42863"/>
                </a:lnTo>
                <a:lnTo>
                  <a:pt x="71438" y="38100"/>
                </a:lnTo>
                <a:lnTo>
                  <a:pt x="76200" y="33338"/>
                </a:lnTo>
                <a:lnTo>
                  <a:pt x="80963" y="28575"/>
                </a:lnTo>
                <a:lnTo>
                  <a:pt x="90488" y="28575"/>
                </a:lnTo>
                <a:lnTo>
                  <a:pt x="100013" y="28575"/>
                </a:lnTo>
                <a:lnTo>
                  <a:pt x="104775" y="23813"/>
                </a:lnTo>
                <a:lnTo>
                  <a:pt x="109538" y="19050"/>
                </a:lnTo>
                <a:lnTo>
                  <a:pt x="114300" y="14288"/>
                </a:lnTo>
                <a:lnTo>
                  <a:pt x="119063" y="9525"/>
                </a:lnTo>
                <a:lnTo>
                  <a:pt x="128588" y="9525"/>
                </a:lnTo>
                <a:lnTo>
                  <a:pt x="133350" y="4763"/>
                </a:lnTo>
                <a:close/>
              </a:path>
            </a:pathLst>
          </a:custGeom>
          <a:solidFill xmlns:a="http://schemas.openxmlformats.org/drawingml/2006/main">
            <a:srgbClr val="EAEAEA"/>
          </a:solidFill>
          <a:ln xmlns:a="http://schemas.openxmlformats.org/drawingml/2006/main" w="0">
            <a:noFill/>
            <a:prstDash val="solid"/>
          </a:ln>
        </p:spPr>
      </p:sp>
      <p:sp>
        <p:nvSpPr>
          <p:cNvPr id="101" name="deep-skill-chaining-source-component-1-gradient-236-0">
            <a:extLst xmlns:a="http://schemas.openxmlformats.org/drawingml/2006/main">
              <a:ext uri="{FF2B5EF4-FFF2-40B4-BE49-F238E27FC236}">
                <a16:creationId xmlns:a16="http://schemas.microsoft.com/office/drawing/2014/main" id="{BB4E935A-7408-4011-872D-ADDD9D5F292B}"/>
              </a:ext>
            </a:extLst>
          </p:cNvPr>
          <p:cNvSpPr>
            <a:spLocks xmlns:a="http://schemas.openxmlformats.org/drawingml/2006/main" noGrp="1"/>
          </p:cNvSpPr>
          <p:nvPr/>
        </p:nvSpPr>
        <p:spPr>
          <a:xfrm xmlns:a="http://schemas.openxmlformats.org/drawingml/2006/main" rot="0">
            <a:off x="6810375" y="1285875"/>
            <a:ext cx="314325" cy="304800"/>
          </a:xfrm>
          <a:custGeom xmlns:a="http://schemas.openxmlformats.org/drawingml/2006/main">
            <a:pathLst>
              <a:path w="314325" h="304800">
                <a:moveTo>
                  <a:pt x="114300" y="4763"/>
                </a:moveTo>
                <a:lnTo>
                  <a:pt x="119063" y="0"/>
                </a:lnTo>
                <a:lnTo>
                  <a:pt x="128588" y="0"/>
                </a:lnTo>
                <a:lnTo>
                  <a:pt x="138113" y="0"/>
                </a:lnTo>
                <a:lnTo>
                  <a:pt x="147638" y="0"/>
                </a:lnTo>
                <a:lnTo>
                  <a:pt x="157163" y="0"/>
                </a:lnTo>
                <a:lnTo>
                  <a:pt x="166688" y="0"/>
                </a:lnTo>
                <a:lnTo>
                  <a:pt x="176213" y="0"/>
                </a:lnTo>
                <a:lnTo>
                  <a:pt x="185738" y="0"/>
                </a:lnTo>
                <a:lnTo>
                  <a:pt x="190500" y="4763"/>
                </a:lnTo>
                <a:lnTo>
                  <a:pt x="195263" y="9525"/>
                </a:lnTo>
                <a:lnTo>
                  <a:pt x="204788" y="9525"/>
                </a:lnTo>
                <a:lnTo>
                  <a:pt x="214313" y="9525"/>
                </a:lnTo>
                <a:lnTo>
                  <a:pt x="219075" y="14288"/>
                </a:lnTo>
                <a:lnTo>
                  <a:pt x="223838" y="19050"/>
                </a:lnTo>
                <a:lnTo>
                  <a:pt x="228600" y="23813"/>
                </a:lnTo>
                <a:lnTo>
                  <a:pt x="233363" y="28575"/>
                </a:lnTo>
                <a:lnTo>
                  <a:pt x="238125" y="33338"/>
                </a:lnTo>
                <a:lnTo>
                  <a:pt x="242888" y="38100"/>
                </a:lnTo>
                <a:lnTo>
                  <a:pt x="252413" y="38100"/>
                </a:lnTo>
                <a:lnTo>
                  <a:pt x="261938" y="38100"/>
                </a:lnTo>
                <a:lnTo>
                  <a:pt x="266700" y="42863"/>
                </a:lnTo>
                <a:lnTo>
                  <a:pt x="266700" y="52388"/>
                </a:lnTo>
                <a:lnTo>
                  <a:pt x="271463" y="57150"/>
                </a:lnTo>
                <a:lnTo>
                  <a:pt x="276225" y="61913"/>
                </a:lnTo>
                <a:lnTo>
                  <a:pt x="276225" y="71438"/>
                </a:lnTo>
                <a:lnTo>
                  <a:pt x="280988" y="76200"/>
                </a:lnTo>
                <a:lnTo>
                  <a:pt x="285750" y="80963"/>
                </a:lnTo>
                <a:lnTo>
                  <a:pt x="290513" y="85725"/>
                </a:lnTo>
                <a:lnTo>
                  <a:pt x="295275" y="90488"/>
                </a:lnTo>
                <a:lnTo>
                  <a:pt x="295275" y="100013"/>
                </a:lnTo>
                <a:lnTo>
                  <a:pt x="295275" y="109538"/>
                </a:lnTo>
                <a:lnTo>
                  <a:pt x="295275" y="119063"/>
                </a:lnTo>
                <a:lnTo>
                  <a:pt x="295275" y="128588"/>
                </a:lnTo>
                <a:lnTo>
                  <a:pt x="295275" y="138113"/>
                </a:lnTo>
                <a:lnTo>
                  <a:pt x="300038" y="142875"/>
                </a:lnTo>
                <a:lnTo>
                  <a:pt x="304800" y="147638"/>
                </a:lnTo>
                <a:lnTo>
                  <a:pt x="304800" y="157163"/>
                </a:lnTo>
                <a:lnTo>
                  <a:pt x="304800" y="166688"/>
                </a:lnTo>
                <a:lnTo>
                  <a:pt x="304800" y="176213"/>
                </a:lnTo>
                <a:lnTo>
                  <a:pt x="309563" y="180975"/>
                </a:lnTo>
                <a:lnTo>
                  <a:pt x="314325" y="185738"/>
                </a:lnTo>
                <a:lnTo>
                  <a:pt x="309563" y="190500"/>
                </a:lnTo>
                <a:lnTo>
                  <a:pt x="304800" y="195263"/>
                </a:lnTo>
                <a:lnTo>
                  <a:pt x="300038" y="200025"/>
                </a:lnTo>
                <a:lnTo>
                  <a:pt x="295275" y="204788"/>
                </a:lnTo>
                <a:lnTo>
                  <a:pt x="295275" y="214313"/>
                </a:lnTo>
                <a:lnTo>
                  <a:pt x="290513" y="219075"/>
                </a:lnTo>
                <a:lnTo>
                  <a:pt x="285750" y="223838"/>
                </a:lnTo>
                <a:lnTo>
                  <a:pt x="280988" y="228600"/>
                </a:lnTo>
                <a:lnTo>
                  <a:pt x="276225" y="233363"/>
                </a:lnTo>
                <a:lnTo>
                  <a:pt x="271463" y="238125"/>
                </a:lnTo>
                <a:lnTo>
                  <a:pt x="266700" y="242888"/>
                </a:lnTo>
                <a:lnTo>
                  <a:pt x="261938" y="247650"/>
                </a:lnTo>
                <a:lnTo>
                  <a:pt x="257175" y="252413"/>
                </a:lnTo>
                <a:lnTo>
                  <a:pt x="257175" y="261938"/>
                </a:lnTo>
                <a:lnTo>
                  <a:pt x="252413" y="266700"/>
                </a:lnTo>
                <a:lnTo>
                  <a:pt x="247650" y="271463"/>
                </a:lnTo>
                <a:lnTo>
                  <a:pt x="242888" y="276225"/>
                </a:lnTo>
                <a:lnTo>
                  <a:pt x="233363" y="276225"/>
                </a:lnTo>
                <a:lnTo>
                  <a:pt x="228600" y="280988"/>
                </a:lnTo>
                <a:lnTo>
                  <a:pt x="223838" y="285750"/>
                </a:lnTo>
                <a:lnTo>
                  <a:pt x="214313" y="285750"/>
                </a:lnTo>
                <a:lnTo>
                  <a:pt x="209550" y="290513"/>
                </a:lnTo>
                <a:lnTo>
                  <a:pt x="204788" y="295275"/>
                </a:lnTo>
                <a:lnTo>
                  <a:pt x="195263" y="295275"/>
                </a:lnTo>
                <a:lnTo>
                  <a:pt x="185738" y="295275"/>
                </a:lnTo>
                <a:lnTo>
                  <a:pt x="176213" y="295275"/>
                </a:lnTo>
                <a:lnTo>
                  <a:pt x="166688" y="295275"/>
                </a:lnTo>
                <a:lnTo>
                  <a:pt x="157163" y="295275"/>
                </a:lnTo>
                <a:lnTo>
                  <a:pt x="152400" y="300038"/>
                </a:lnTo>
                <a:lnTo>
                  <a:pt x="147638" y="304800"/>
                </a:lnTo>
                <a:lnTo>
                  <a:pt x="142875" y="300038"/>
                </a:lnTo>
                <a:lnTo>
                  <a:pt x="138113" y="295275"/>
                </a:lnTo>
                <a:lnTo>
                  <a:pt x="128588" y="295275"/>
                </a:lnTo>
                <a:lnTo>
                  <a:pt x="119063" y="295275"/>
                </a:lnTo>
                <a:lnTo>
                  <a:pt x="114300" y="290513"/>
                </a:lnTo>
                <a:lnTo>
                  <a:pt x="109538" y="285750"/>
                </a:lnTo>
                <a:lnTo>
                  <a:pt x="100013" y="285750"/>
                </a:lnTo>
                <a:lnTo>
                  <a:pt x="90488" y="285750"/>
                </a:lnTo>
                <a:lnTo>
                  <a:pt x="85725" y="280988"/>
                </a:lnTo>
                <a:lnTo>
                  <a:pt x="80963" y="276225"/>
                </a:lnTo>
                <a:lnTo>
                  <a:pt x="76200" y="271463"/>
                </a:lnTo>
                <a:lnTo>
                  <a:pt x="71438" y="266700"/>
                </a:lnTo>
                <a:lnTo>
                  <a:pt x="61913" y="266700"/>
                </a:lnTo>
                <a:lnTo>
                  <a:pt x="57150" y="261938"/>
                </a:lnTo>
                <a:lnTo>
                  <a:pt x="52388" y="257175"/>
                </a:lnTo>
                <a:lnTo>
                  <a:pt x="42863" y="257175"/>
                </a:lnTo>
                <a:lnTo>
                  <a:pt x="38100" y="252413"/>
                </a:lnTo>
                <a:lnTo>
                  <a:pt x="33338" y="247650"/>
                </a:lnTo>
                <a:lnTo>
                  <a:pt x="28575" y="242888"/>
                </a:lnTo>
                <a:lnTo>
                  <a:pt x="28575" y="233363"/>
                </a:lnTo>
                <a:lnTo>
                  <a:pt x="23813" y="228600"/>
                </a:lnTo>
                <a:lnTo>
                  <a:pt x="19050" y="223838"/>
                </a:lnTo>
                <a:lnTo>
                  <a:pt x="19050" y="214313"/>
                </a:lnTo>
                <a:lnTo>
                  <a:pt x="19050" y="204788"/>
                </a:lnTo>
                <a:lnTo>
                  <a:pt x="19050" y="195263"/>
                </a:lnTo>
                <a:lnTo>
                  <a:pt x="19050" y="185738"/>
                </a:lnTo>
                <a:lnTo>
                  <a:pt x="19050" y="176213"/>
                </a:lnTo>
                <a:lnTo>
                  <a:pt x="19050" y="166688"/>
                </a:lnTo>
                <a:lnTo>
                  <a:pt x="19050" y="157163"/>
                </a:lnTo>
                <a:lnTo>
                  <a:pt x="14288" y="152400"/>
                </a:lnTo>
                <a:lnTo>
                  <a:pt x="9525" y="147638"/>
                </a:lnTo>
                <a:lnTo>
                  <a:pt x="9525" y="138113"/>
                </a:lnTo>
                <a:lnTo>
                  <a:pt x="4763" y="133350"/>
                </a:lnTo>
                <a:lnTo>
                  <a:pt x="0" y="128588"/>
                </a:lnTo>
                <a:lnTo>
                  <a:pt x="0" y="119063"/>
                </a:lnTo>
                <a:lnTo>
                  <a:pt x="0" y="109538"/>
                </a:lnTo>
                <a:lnTo>
                  <a:pt x="0" y="100013"/>
                </a:lnTo>
                <a:lnTo>
                  <a:pt x="4763" y="95250"/>
                </a:lnTo>
                <a:lnTo>
                  <a:pt x="9525" y="90488"/>
                </a:lnTo>
                <a:lnTo>
                  <a:pt x="14288" y="85725"/>
                </a:lnTo>
                <a:lnTo>
                  <a:pt x="23813" y="85725"/>
                </a:lnTo>
                <a:lnTo>
                  <a:pt x="28575" y="80963"/>
                </a:lnTo>
                <a:lnTo>
                  <a:pt x="33338" y="76200"/>
                </a:lnTo>
                <a:lnTo>
                  <a:pt x="38100" y="71438"/>
                </a:lnTo>
                <a:lnTo>
                  <a:pt x="42863" y="66675"/>
                </a:lnTo>
                <a:lnTo>
                  <a:pt x="47625" y="61913"/>
                </a:lnTo>
                <a:lnTo>
                  <a:pt x="47625" y="52388"/>
                </a:lnTo>
                <a:lnTo>
                  <a:pt x="52388" y="47625"/>
                </a:lnTo>
                <a:lnTo>
                  <a:pt x="57150" y="42863"/>
                </a:lnTo>
                <a:lnTo>
                  <a:pt x="61913" y="38100"/>
                </a:lnTo>
                <a:lnTo>
                  <a:pt x="66675" y="33338"/>
                </a:lnTo>
                <a:lnTo>
                  <a:pt x="71438" y="28575"/>
                </a:lnTo>
                <a:lnTo>
                  <a:pt x="80963" y="28575"/>
                </a:lnTo>
                <a:lnTo>
                  <a:pt x="85725" y="23813"/>
                </a:lnTo>
                <a:lnTo>
                  <a:pt x="90488" y="19050"/>
                </a:lnTo>
                <a:lnTo>
                  <a:pt x="100013" y="19050"/>
                </a:lnTo>
                <a:lnTo>
                  <a:pt x="104775" y="14288"/>
                </a:lnTo>
                <a:lnTo>
                  <a:pt x="109538" y="9525"/>
                </a:lnTo>
                <a:lnTo>
                  <a:pt x="114300" y="4763"/>
                </a:lnTo>
                <a:close/>
              </a:path>
            </a:pathLst>
          </a:custGeom>
          <a:solidFill xmlns:a="http://schemas.openxmlformats.org/drawingml/2006/main">
            <a:srgbClr val="ECECEC"/>
          </a:solidFill>
          <a:ln xmlns:a="http://schemas.openxmlformats.org/drawingml/2006/main" w="0">
            <a:noFill/>
            <a:prstDash val="solid"/>
          </a:ln>
        </p:spPr>
      </p:sp>
      <p:sp>
        <p:nvSpPr>
          <p:cNvPr id="102" name="deep-skill-chaining-source-component-1-gradient-238-0">
            <a:extLst xmlns:a="http://schemas.openxmlformats.org/drawingml/2006/main">
              <a:ext uri="{FF2B5EF4-FFF2-40B4-BE49-F238E27FC236}">
                <a16:creationId xmlns:a16="http://schemas.microsoft.com/office/drawing/2014/main" id="{35AFD4B9-A53B-4B53-A0FB-BAB1D3D9BE98}"/>
              </a:ext>
            </a:extLst>
          </p:cNvPr>
          <p:cNvSpPr>
            <a:spLocks xmlns:a="http://schemas.openxmlformats.org/drawingml/2006/main" noGrp="1"/>
          </p:cNvSpPr>
          <p:nvPr/>
        </p:nvSpPr>
        <p:spPr>
          <a:xfrm xmlns:a="http://schemas.openxmlformats.org/drawingml/2006/main" rot="0">
            <a:off x="6829425" y="1295400"/>
            <a:ext cx="276225" cy="276225"/>
          </a:xfrm>
          <a:custGeom xmlns:a="http://schemas.openxmlformats.org/drawingml/2006/main">
            <a:pathLst>
              <a:path w="276225" h="276225">
                <a:moveTo>
                  <a:pt x="95250" y="4763"/>
                </a:move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0975" y="14288"/>
                </a:lnTo>
                <a:lnTo>
                  <a:pt x="185738" y="19050"/>
                </a:lnTo>
                <a:lnTo>
                  <a:pt x="190500" y="23813"/>
                </a:lnTo>
                <a:lnTo>
                  <a:pt x="195263" y="28575"/>
                </a:lnTo>
                <a:lnTo>
                  <a:pt x="200025" y="33338"/>
                </a:lnTo>
                <a:lnTo>
                  <a:pt x="204788" y="38100"/>
                </a:lnTo>
                <a:lnTo>
                  <a:pt x="214313" y="38100"/>
                </a:lnTo>
                <a:lnTo>
                  <a:pt x="219075" y="42863"/>
                </a:lnTo>
                <a:lnTo>
                  <a:pt x="223838" y="47625"/>
                </a:lnTo>
                <a:lnTo>
                  <a:pt x="228600" y="52388"/>
                </a:lnTo>
                <a:lnTo>
                  <a:pt x="233363" y="57150"/>
                </a:lnTo>
                <a:lnTo>
                  <a:pt x="238125" y="61913"/>
                </a:lnTo>
                <a:lnTo>
                  <a:pt x="242888" y="66675"/>
                </a:lnTo>
                <a:lnTo>
                  <a:pt x="247650" y="71438"/>
                </a:lnTo>
                <a:lnTo>
                  <a:pt x="252413" y="76200"/>
                </a:lnTo>
                <a:lnTo>
                  <a:pt x="257175" y="80963"/>
                </a:lnTo>
                <a:lnTo>
                  <a:pt x="261938" y="85725"/>
                </a:lnTo>
                <a:lnTo>
                  <a:pt x="266700" y="90488"/>
                </a:lnTo>
                <a:lnTo>
                  <a:pt x="261938" y="95250"/>
                </a:lnTo>
                <a:lnTo>
                  <a:pt x="257175" y="100013"/>
                </a:lnTo>
                <a:lnTo>
                  <a:pt x="257175" y="109538"/>
                </a:lnTo>
                <a:lnTo>
                  <a:pt x="257175" y="119063"/>
                </a:lnTo>
                <a:lnTo>
                  <a:pt x="261938" y="123825"/>
                </a:lnTo>
                <a:lnTo>
                  <a:pt x="266700" y="128588"/>
                </a:lnTo>
                <a:lnTo>
                  <a:pt x="266700" y="138113"/>
                </a:lnTo>
                <a:lnTo>
                  <a:pt x="271463" y="142875"/>
                </a:lnTo>
                <a:lnTo>
                  <a:pt x="276225" y="147638"/>
                </a:lnTo>
                <a:lnTo>
                  <a:pt x="276225" y="157163"/>
                </a:lnTo>
                <a:lnTo>
                  <a:pt x="276225" y="166688"/>
                </a:lnTo>
                <a:lnTo>
                  <a:pt x="276225" y="176213"/>
                </a:lnTo>
                <a:lnTo>
                  <a:pt x="271463" y="180975"/>
                </a:lnTo>
                <a:lnTo>
                  <a:pt x="266700" y="185738"/>
                </a:lnTo>
                <a:lnTo>
                  <a:pt x="261938" y="190500"/>
                </a:lnTo>
                <a:lnTo>
                  <a:pt x="257175" y="195263"/>
                </a:lnTo>
                <a:lnTo>
                  <a:pt x="252413" y="200025"/>
                </a:lnTo>
                <a:lnTo>
                  <a:pt x="247650" y="204788"/>
                </a:lnTo>
                <a:lnTo>
                  <a:pt x="242888" y="209550"/>
                </a:lnTo>
                <a:lnTo>
                  <a:pt x="238125" y="214313"/>
                </a:lnTo>
                <a:lnTo>
                  <a:pt x="233363" y="219075"/>
                </a:lnTo>
                <a:lnTo>
                  <a:pt x="228600" y="223838"/>
                </a:lnTo>
                <a:lnTo>
                  <a:pt x="228600" y="233363"/>
                </a:lnTo>
                <a:lnTo>
                  <a:pt x="223838" y="238125"/>
                </a:lnTo>
                <a:lnTo>
                  <a:pt x="219075" y="242888"/>
                </a:lnTo>
                <a:lnTo>
                  <a:pt x="214313" y="247650"/>
                </a:lnTo>
                <a:lnTo>
                  <a:pt x="209550" y="252413"/>
                </a:lnTo>
                <a:lnTo>
                  <a:pt x="204788" y="257175"/>
                </a:lnTo>
                <a:lnTo>
                  <a:pt x="195263" y="257175"/>
                </a:lnTo>
                <a:lnTo>
                  <a:pt x="190500" y="261938"/>
                </a:lnTo>
                <a:lnTo>
                  <a:pt x="185738" y="266700"/>
                </a:lnTo>
                <a:lnTo>
                  <a:pt x="176213" y="266700"/>
                </a:lnTo>
                <a:lnTo>
                  <a:pt x="166688" y="266700"/>
                </a:lnTo>
                <a:lnTo>
                  <a:pt x="157163" y="266700"/>
                </a:lnTo>
                <a:lnTo>
                  <a:pt x="147638" y="266700"/>
                </a:lnTo>
                <a:lnTo>
                  <a:pt x="138113" y="266700"/>
                </a:lnTo>
                <a:lnTo>
                  <a:pt x="133350" y="271463"/>
                </a:lnTo>
                <a:lnTo>
                  <a:pt x="128588" y="276225"/>
                </a:lnTo>
                <a:lnTo>
                  <a:pt x="123825" y="271463"/>
                </a:lnTo>
                <a:lnTo>
                  <a:pt x="119063" y="266700"/>
                </a:lnTo>
                <a:lnTo>
                  <a:pt x="109538" y="266700"/>
                </a:lnTo>
                <a:lnTo>
                  <a:pt x="100013" y="266700"/>
                </a:lnTo>
                <a:lnTo>
                  <a:pt x="95250" y="261938"/>
                </a:lnTo>
                <a:lnTo>
                  <a:pt x="90488" y="257175"/>
                </a:lnTo>
                <a:lnTo>
                  <a:pt x="80963" y="257175"/>
                </a:lnTo>
                <a:lnTo>
                  <a:pt x="71438" y="257175"/>
                </a:lnTo>
                <a:lnTo>
                  <a:pt x="66675" y="252413"/>
                </a:lnTo>
                <a:lnTo>
                  <a:pt x="61913" y="247650"/>
                </a:lnTo>
                <a:lnTo>
                  <a:pt x="57150" y="242888"/>
                </a:lnTo>
                <a:lnTo>
                  <a:pt x="52388" y="238125"/>
                </a:lnTo>
                <a:lnTo>
                  <a:pt x="42863" y="238125"/>
                </a:lnTo>
                <a:lnTo>
                  <a:pt x="38100" y="233363"/>
                </a:lnTo>
                <a:lnTo>
                  <a:pt x="33338" y="228600"/>
                </a:lnTo>
                <a:lnTo>
                  <a:pt x="28575" y="223838"/>
                </a:lnTo>
                <a:lnTo>
                  <a:pt x="23813" y="219075"/>
                </a:lnTo>
                <a:lnTo>
                  <a:pt x="19050" y="214313"/>
                </a:lnTo>
                <a:lnTo>
                  <a:pt x="14288" y="209550"/>
                </a:lnTo>
                <a:lnTo>
                  <a:pt x="9525" y="204788"/>
                </a:lnTo>
                <a:lnTo>
                  <a:pt x="9525" y="195263"/>
                </a:lnTo>
                <a:lnTo>
                  <a:pt x="9525" y="185738"/>
                </a:lnTo>
                <a:lnTo>
                  <a:pt x="9525" y="176213"/>
                </a:lnTo>
                <a:lnTo>
                  <a:pt x="9525" y="166688"/>
                </a:lnTo>
                <a:lnTo>
                  <a:pt x="9525" y="157163"/>
                </a:lnTo>
                <a:lnTo>
                  <a:pt x="9525" y="147638"/>
                </a:lnTo>
                <a:lnTo>
                  <a:pt x="9525" y="138113"/>
                </a:lnTo>
                <a:lnTo>
                  <a:pt x="4763" y="133350"/>
                </a:lnTo>
                <a:lnTo>
                  <a:pt x="0" y="128588"/>
                </a:lnTo>
                <a:lnTo>
                  <a:pt x="0" y="119063"/>
                </a:lnTo>
                <a:lnTo>
                  <a:pt x="0" y="109538"/>
                </a:lnTo>
                <a:lnTo>
                  <a:pt x="0" y="100013"/>
                </a:lnTo>
                <a:lnTo>
                  <a:pt x="0" y="90488"/>
                </a:lnTo>
                <a:lnTo>
                  <a:pt x="4763" y="85725"/>
                </a:lnTo>
                <a:lnTo>
                  <a:pt x="14288" y="85725"/>
                </a:lnTo>
                <a:lnTo>
                  <a:pt x="19050" y="80963"/>
                </a:lnTo>
                <a:lnTo>
                  <a:pt x="23813" y="76200"/>
                </a:lnTo>
                <a:lnTo>
                  <a:pt x="28575" y="71438"/>
                </a:lnTo>
                <a:lnTo>
                  <a:pt x="33338" y="66675"/>
                </a:lnTo>
                <a:lnTo>
                  <a:pt x="38100" y="61913"/>
                </a:lnTo>
                <a:lnTo>
                  <a:pt x="38100" y="52388"/>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95250" y="4763"/>
                </a:lnTo>
                <a:close/>
              </a:path>
            </a:pathLst>
          </a:custGeom>
          <a:solidFill xmlns:a="http://schemas.openxmlformats.org/drawingml/2006/main">
            <a:srgbClr val="EEEEEE"/>
          </a:solidFill>
          <a:ln xmlns:a="http://schemas.openxmlformats.org/drawingml/2006/main" w="0">
            <a:noFill/>
            <a:prstDash val="solid"/>
          </a:ln>
        </p:spPr>
      </p:sp>
      <p:sp>
        <p:nvSpPr>
          <p:cNvPr id="103" name="deep-skill-chaining-source-component-1-gradient-240-0">
            <a:extLst xmlns:a="http://schemas.openxmlformats.org/drawingml/2006/main">
              <a:ext uri="{FF2B5EF4-FFF2-40B4-BE49-F238E27FC236}">
                <a16:creationId xmlns:a16="http://schemas.microsoft.com/office/drawing/2014/main" id="{2055A7CE-6C41-4B50-9DBA-9F38435DF666}"/>
              </a:ext>
            </a:extLst>
          </p:cNvPr>
          <p:cNvSpPr>
            <a:spLocks xmlns:a="http://schemas.openxmlformats.org/drawingml/2006/main" noGrp="1"/>
          </p:cNvSpPr>
          <p:nvPr/>
        </p:nvSpPr>
        <p:spPr>
          <a:xfrm xmlns:a="http://schemas.openxmlformats.org/drawingml/2006/main" rot="0">
            <a:off x="6838950" y="1323975"/>
            <a:ext cx="247650" cy="228600"/>
          </a:xfrm>
          <a:custGeom xmlns:a="http://schemas.openxmlformats.org/drawingml/2006/main">
            <a:pathLst>
              <a:path w="247650" h="228600">
                <a:moveTo>
                  <a:pt x="85725" y="4763"/>
                </a:moveTo>
                <a:lnTo>
                  <a:pt x="90488" y="0"/>
                </a:ln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0975" y="14288"/>
                </a:lnTo>
                <a:lnTo>
                  <a:pt x="185738" y="19050"/>
                </a:lnTo>
                <a:lnTo>
                  <a:pt x="190500" y="23813"/>
                </a:lnTo>
                <a:lnTo>
                  <a:pt x="195263" y="28575"/>
                </a:lnTo>
                <a:lnTo>
                  <a:pt x="204788" y="28575"/>
                </a:lnTo>
                <a:lnTo>
                  <a:pt x="209550" y="33338"/>
                </a:lnTo>
                <a:lnTo>
                  <a:pt x="209550" y="42863"/>
                </a:lnTo>
                <a:lnTo>
                  <a:pt x="214313" y="47625"/>
                </a:lnTo>
                <a:lnTo>
                  <a:pt x="219075" y="52388"/>
                </a:lnTo>
                <a:lnTo>
                  <a:pt x="223838" y="57150"/>
                </a:lnTo>
                <a:lnTo>
                  <a:pt x="233363" y="57150"/>
                </a:lnTo>
                <a:lnTo>
                  <a:pt x="238125" y="61913"/>
                </a:lnTo>
                <a:lnTo>
                  <a:pt x="238125" y="71438"/>
                </a:lnTo>
                <a:lnTo>
                  <a:pt x="238125" y="80963"/>
                </a:lnTo>
                <a:lnTo>
                  <a:pt x="238125" y="90488"/>
                </a:lnTo>
                <a:lnTo>
                  <a:pt x="238125" y="100013"/>
                </a:lnTo>
                <a:lnTo>
                  <a:pt x="242888" y="104775"/>
                </a:lnTo>
                <a:lnTo>
                  <a:pt x="247650" y="109538"/>
                </a:lnTo>
                <a:lnTo>
                  <a:pt x="247650" y="119063"/>
                </a:lnTo>
                <a:lnTo>
                  <a:pt x="247650" y="128588"/>
                </a:lnTo>
                <a:lnTo>
                  <a:pt x="247650" y="138113"/>
                </a:lnTo>
                <a:lnTo>
                  <a:pt x="247650" y="147638"/>
                </a:lnTo>
                <a:lnTo>
                  <a:pt x="242888" y="152400"/>
                </a:lnTo>
                <a:lnTo>
                  <a:pt x="238125" y="157163"/>
                </a:lnTo>
                <a:lnTo>
                  <a:pt x="233363" y="161925"/>
                </a:lnTo>
                <a:lnTo>
                  <a:pt x="228600" y="166688"/>
                </a:lnTo>
                <a:lnTo>
                  <a:pt x="223838" y="171450"/>
                </a:lnTo>
                <a:lnTo>
                  <a:pt x="219075" y="176213"/>
                </a:lnTo>
                <a:lnTo>
                  <a:pt x="214313" y="180975"/>
                </a:lnTo>
                <a:lnTo>
                  <a:pt x="209550" y="185738"/>
                </a:lnTo>
                <a:lnTo>
                  <a:pt x="209550" y="195263"/>
                </a:lnTo>
                <a:lnTo>
                  <a:pt x="204788" y="200025"/>
                </a:lnTo>
                <a:lnTo>
                  <a:pt x="195263" y="200025"/>
                </a:lnTo>
                <a:lnTo>
                  <a:pt x="190500" y="204788"/>
                </a:lnTo>
                <a:lnTo>
                  <a:pt x="185738" y="209550"/>
                </a:lnTo>
                <a:lnTo>
                  <a:pt x="180975" y="214313"/>
                </a:lnTo>
                <a:lnTo>
                  <a:pt x="176213" y="219075"/>
                </a:lnTo>
                <a:lnTo>
                  <a:pt x="166688" y="219075"/>
                </a:lnTo>
                <a:lnTo>
                  <a:pt x="157163" y="219075"/>
                </a:lnTo>
                <a:lnTo>
                  <a:pt x="152400" y="223838"/>
                </a:lnTo>
                <a:lnTo>
                  <a:pt x="147638" y="228600"/>
                </a:lnTo>
                <a:lnTo>
                  <a:pt x="138113" y="228600"/>
                </a:lnTo>
                <a:lnTo>
                  <a:pt x="128588" y="228600"/>
                </a:lnTo>
                <a:lnTo>
                  <a:pt x="119063" y="228600"/>
                </a:lnTo>
                <a:lnTo>
                  <a:pt x="109538" y="228600"/>
                </a:lnTo>
                <a:lnTo>
                  <a:pt x="104775" y="223838"/>
                </a:lnTo>
                <a:lnTo>
                  <a:pt x="100013" y="219075"/>
                </a:lnTo>
                <a:lnTo>
                  <a:pt x="90488" y="219075"/>
                </a:lnTo>
                <a:lnTo>
                  <a:pt x="80963" y="219075"/>
                </a:lnTo>
                <a:lnTo>
                  <a:pt x="71438" y="219075"/>
                </a:lnTo>
                <a:lnTo>
                  <a:pt x="66675" y="214313"/>
                </a:lnTo>
                <a:lnTo>
                  <a:pt x="61913" y="209550"/>
                </a:lnTo>
                <a:lnTo>
                  <a:pt x="52388" y="209550"/>
                </a:lnTo>
                <a:lnTo>
                  <a:pt x="47625" y="204788"/>
                </a:lnTo>
                <a:lnTo>
                  <a:pt x="47625" y="195263"/>
                </a:lnTo>
                <a:lnTo>
                  <a:pt x="42863" y="190500"/>
                </a:lnTo>
                <a:lnTo>
                  <a:pt x="38100" y="185738"/>
                </a:lnTo>
                <a:lnTo>
                  <a:pt x="33338" y="180975"/>
                </a:lnTo>
                <a:lnTo>
                  <a:pt x="28575" y="176213"/>
                </a:lnTo>
                <a:lnTo>
                  <a:pt x="28575" y="166688"/>
                </a:lnTo>
                <a:lnTo>
                  <a:pt x="28575" y="157163"/>
                </a:lnTo>
                <a:lnTo>
                  <a:pt x="28575" y="147638"/>
                </a:lnTo>
                <a:lnTo>
                  <a:pt x="23813" y="142875"/>
                </a:lnTo>
                <a:lnTo>
                  <a:pt x="19050" y="138113"/>
                </a:lnTo>
                <a:lnTo>
                  <a:pt x="19050" y="128588"/>
                </a:lnTo>
                <a:lnTo>
                  <a:pt x="19050" y="119063"/>
                </a:lnTo>
                <a:lnTo>
                  <a:pt x="19050" y="109538"/>
                </a:lnTo>
                <a:lnTo>
                  <a:pt x="14288" y="104775"/>
                </a:lnTo>
                <a:lnTo>
                  <a:pt x="9525" y="100013"/>
                </a:lnTo>
                <a:lnTo>
                  <a:pt x="4763" y="95250"/>
                </a:lnTo>
                <a:lnTo>
                  <a:pt x="0" y="90488"/>
                </a:lnTo>
                <a:lnTo>
                  <a:pt x="4763" y="85725"/>
                </a:lnTo>
                <a:lnTo>
                  <a:pt x="9525" y="80963"/>
                </a:lnTo>
                <a:lnTo>
                  <a:pt x="9525" y="71438"/>
                </a:lnTo>
                <a:lnTo>
                  <a:pt x="14288" y="66675"/>
                </a:lnTo>
                <a:lnTo>
                  <a:pt x="19050" y="61913"/>
                </a:lnTo>
                <a:lnTo>
                  <a:pt x="23813" y="57150"/>
                </a:lnTo>
                <a:lnTo>
                  <a:pt x="28575" y="52388"/>
                </a:lnTo>
                <a:lnTo>
                  <a:pt x="33338" y="47625"/>
                </a:lnTo>
                <a:lnTo>
                  <a:pt x="38100" y="42863"/>
                </a:lnTo>
                <a:lnTo>
                  <a:pt x="42863" y="38100"/>
                </a:lnTo>
                <a:lnTo>
                  <a:pt x="47625" y="33338"/>
                </a:lnTo>
                <a:lnTo>
                  <a:pt x="47625" y="23813"/>
                </a:lnTo>
                <a:lnTo>
                  <a:pt x="52388" y="19050"/>
                </a:lnTo>
                <a:lnTo>
                  <a:pt x="61913" y="19050"/>
                </a:lnTo>
                <a:lnTo>
                  <a:pt x="66675" y="14288"/>
                </a:lnTo>
                <a:lnTo>
                  <a:pt x="71438" y="9525"/>
                </a:lnTo>
                <a:lnTo>
                  <a:pt x="80963" y="9525"/>
                </a:lnTo>
                <a:lnTo>
                  <a:pt x="85725" y="4763"/>
                </a:lnTo>
                <a:close/>
              </a:path>
            </a:pathLst>
          </a:custGeom>
          <a:solidFill xmlns:a="http://schemas.openxmlformats.org/drawingml/2006/main">
            <a:srgbClr val="F0F0F0"/>
          </a:solidFill>
          <a:ln xmlns:a="http://schemas.openxmlformats.org/drawingml/2006/main" w="0">
            <a:noFill/>
            <a:prstDash val="solid"/>
          </a:ln>
        </p:spPr>
      </p:sp>
      <p:sp>
        <p:nvSpPr>
          <p:cNvPr id="104" name="deep-skill-chaining-source-component-1-gradient-242-0">
            <a:extLst xmlns:a="http://schemas.openxmlformats.org/drawingml/2006/main">
              <a:ext uri="{FF2B5EF4-FFF2-40B4-BE49-F238E27FC236}">
                <a16:creationId xmlns:a16="http://schemas.microsoft.com/office/drawing/2014/main" id="{2BDF964D-48BA-4E2A-B451-699DA49D864F}"/>
              </a:ext>
            </a:extLst>
          </p:cNvPr>
          <p:cNvSpPr>
            <a:spLocks xmlns:a="http://schemas.openxmlformats.org/drawingml/2006/main" noGrp="1"/>
          </p:cNvSpPr>
          <p:nvPr/>
        </p:nvSpPr>
        <p:spPr>
          <a:xfrm xmlns:a="http://schemas.openxmlformats.org/drawingml/2006/main" rot="0">
            <a:off x="6867525" y="1333500"/>
            <a:ext cx="209550" cy="200025"/>
          </a:xfrm>
          <a:custGeom xmlns:a="http://schemas.openxmlformats.org/drawingml/2006/main">
            <a:pathLst>
              <a:path w="209550" h="200025">
                <a:moveTo>
                  <a:pt x="85725" y="4763"/>
                </a:moveTo>
                <a:lnTo>
                  <a:pt x="90488" y="0"/>
                </a:lnTo>
                <a:lnTo>
                  <a:pt x="100013" y="0"/>
                </a:lnTo>
                <a:lnTo>
                  <a:pt x="109538" y="0"/>
                </a:lnTo>
                <a:lnTo>
                  <a:pt x="114300" y="4763"/>
                </a:lnTo>
                <a:lnTo>
                  <a:pt x="119063" y="9525"/>
                </a:lnTo>
                <a:lnTo>
                  <a:pt x="128588" y="9525"/>
                </a:lnTo>
                <a:lnTo>
                  <a:pt x="138113" y="9525"/>
                </a:lnTo>
                <a:lnTo>
                  <a:pt x="142875" y="14288"/>
                </a:lnTo>
                <a:lnTo>
                  <a:pt x="147638" y="19050"/>
                </a:lnTo>
                <a:lnTo>
                  <a:pt x="157163" y="19050"/>
                </a:lnTo>
                <a:lnTo>
                  <a:pt x="161925" y="23813"/>
                </a:lnTo>
                <a:lnTo>
                  <a:pt x="161925" y="33338"/>
                </a:lnTo>
                <a:lnTo>
                  <a:pt x="166688" y="38100"/>
                </a:lnTo>
                <a:lnTo>
                  <a:pt x="171450" y="42863"/>
                </a:lnTo>
                <a:lnTo>
                  <a:pt x="176213" y="47625"/>
                </a:lnTo>
                <a:lnTo>
                  <a:pt x="180975" y="52388"/>
                </a:lnTo>
                <a:lnTo>
                  <a:pt x="180975" y="61913"/>
                </a:lnTo>
                <a:lnTo>
                  <a:pt x="180975" y="71438"/>
                </a:lnTo>
                <a:lnTo>
                  <a:pt x="185738" y="76200"/>
                </a:lnTo>
                <a:lnTo>
                  <a:pt x="190500" y="80963"/>
                </a:lnTo>
                <a:lnTo>
                  <a:pt x="190500" y="90488"/>
                </a:lnTo>
                <a:lnTo>
                  <a:pt x="195263" y="95250"/>
                </a:lnTo>
                <a:lnTo>
                  <a:pt x="200025" y="100013"/>
                </a:lnTo>
                <a:lnTo>
                  <a:pt x="204788" y="104775"/>
                </a:lnTo>
                <a:lnTo>
                  <a:pt x="209550" y="109538"/>
                </a:lnTo>
                <a:lnTo>
                  <a:pt x="204788" y="114300"/>
                </a:lnTo>
                <a:lnTo>
                  <a:pt x="200025" y="119063"/>
                </a:lnTo>
                <a:lnTo>
                  <a:pt x="200025" y="128588"/>
                </a:lnTo>
                <a:lnTo>
                  <a:pt x="195263" y="133350"/>
                </a:lnTo>
                <a:lnTo>
                  <a:pt x="190500" y="138113"/>
                </a:lnTo>
                <a:lnTo>
                  <a:pt x="185738" y="142875"/>
                </a:lnTo>
                <a:lnTo>
                  <a:pt x="180975" y="147638"/>
                </a:lnTo>
                <a:lnTo>
                  <a:pt x="180975" y="157163"/>
                </a:lnTo>
                <a:lnTo>
                  <a:pt x="180975" y="166688"/>
                </a:lnTo>
                <a:lnTo>
                  <a:pt x="176213" y="171450"/>
                </a:lnTo>
                <a:lnTo>
                  <a:pt x="166688" y="171450"/>
                </a:lnTo>
                <a:lnTo>
                  <a:pt x="161925" y="176213"/>
                </a:lnTo>
                <a:lnTo>
                  <a:pt x="157163" y="180975"/>
                </a:lnTo>
                <a:lnTo>
                  <a:pt x="152400" y="185738"/>
                </a:lnTo>
                <a:lnTo>
                  <a:pt x="147638" y="190500"/>
                </a:lnTo>
                <a:lnTo>
                  <a:pt x="138113" y="190500"/>
                </a:lnTo>
                <a:lnTo>
                  <a:pt x="128588" y="190500"/>
                </a:lnTo>
                <a:lnTo>
                  <a:pt x="123825" y="195263"/>
                </a:lnTo>
                <a:lnTo>
                  <a:pt x="119063" y="200025"/>
                </a:lnTo>
                <a:lnTo>
                  <a:pt x="109538" y="200025"/>
                </a:lnTo>
                <a:lnTo>
                  <a:pt x="100013" y="200025"/>
                </a:lnTo>
                <a:lnTo>
                  <a:pt x="90488" y="200025"/>
                </a:lnTo>
                <a:lnTo>
                  <a:pt x="80963" y="200025"/>
                </a:lnTo>
                <a:lnTo>
                  <a:pt x="71438" y="200025"/>
                </a:lnTo>
                <a:lnTo>
                  <a:pt x="61913" y="200025"/>
                </a:lnTo>
                <a:lnTo>
                  <a:pt x="57150" y="195263"/>
                </a:lnTo>
                <a:lnTo>
                  <a:pt x="52388" y="190500"/>
                </a:lnTo>
                <a:lnTo>
                  <a:pt x="42863" y="190500"/>
                </a:lnTo>
                <a:lnTo>
                  <a:pt x="33338" y="190500"/>
                </a:lnTo>
                <a:lnTo>
                  <a:pt x="28575" y="185738"/>
                </a:lnTo>
                <a:lnTo>
                  <a:pt x="28575" y="176213"/>
                </a:lnTo>
                <a:lnTo>
                  <a:pt x="23813" y="171450"/>
                </a:lnTo>
                <a:lnTo>
                  <a:pt x="19050" y="166688"/>
                </a:lnTo>
                <a:lnTo>
                  <a:pt x="19050" y="157163"/>
                </a:lnTo>
                <a:lnTo>
                  <a:pt x="14288" y="152400"/>
                </a:lnTo>
                <a:lnTo>
                  <a:pt x="9525" y="147638"/>
                </a:lnTo>
                <a:lnTo>
                  <a:pt x="9525" y="138113"/>
                </a:lnTo>
                <a:lnTo>
                  <a:pt x="9525" y="128588"/>
                </a:lnTo>
                <a:lnTo>
                  <a:pt x="9525" y="119063"/>
                </a:lnTo>
                <a:lnTo>
                  <a:pt x="4763" y="114300"/>
                </a:lnTo>
                <a:lnTo>
                  <a:pt x="0" y="109538"/>
                </a:lnTo>
                <a:lnTo>
                  <a:pt x="0" y="100013"/>
                </a:lnTo>
                <a:lnTo>
                  <a:pt x="0" y="90488"/>
                </a:lnTo>
                <a:lnTo>
                  <a:pt x="0" y="80963"/>
                </a:lnTo>
                <a:lnTo>
                  <a:pt x="0" y="71438"/>
                </a:lnTo>
                <a:lnTo>
                  <a:pt x="0" y="61913"/>
                </a:lnTo>
                <a:lnTo>
                  <a:pt x="0" y="52388"/>
                </a:lnTo>
                <a:lnTo>
                  <a:pt x="4763" y="47625"/>
                </a:lnTo>
                <a:lnTo>
                  <a:pt x="14288" y="47625"/>
                </a:lnTo>
                <a:lnTo>
                  <a:pt x="19050" y="42863"/>
                </a:lnTo>
                <a:lnTo>
                  <a:pt x="23813" y="38100"/>
                </a:lnTo>
                <a:lnTo>
                  <a:pt x="28575" y="33338"/>
                </a:lnTo>
                <a:lnTo>
                  <a:pt x="28575" y="23813"/>
                </a:lnTo>
                <a:lnTo>
                  <a:pt x="33338" y="19050"/>
                </a:lnTo>
                <a:lnTo>
                  <a:pt x="42863" y="19050"/>
                </a:lnTo>
                <a:lnTo>
                  <a:pt x="47625" y="14288"/>
                </a:lnTo>
                <a:lnTo>
                  <a:pt x="52388" y="9525"/>
                </a:lnTo>
                <a:lnTo>
                  <a:pt x="61913" y="9525"/>
                </a:lnTo>
                <a:lnTo>
                  <a:pt x="71438" y="9525"/>
                </a:lnTo>
                <a:lnTo>
                  <a:pt x="80963" y="9525"/>
                </a:lnTo>
                <a:lnTo>
                  <a:pt x="85725" y="4763"/>
                </a:lnTo>
                <a:close/>
              </a:path>
            </a:pathLst>
          </a:custGeom>
          <a:solidFill xmlns:a="http://schemas.openxmlformats.org/drawingml/2006/main">
            <a:srgbClr val="F2F2F2"/>
          </a:solidFill>
          <a:ln xmlns:a="http://schemas.openxmlformats.org/drawingml/2006/main" w="0">
            <a:noFill/>
            <a:prstDash val="solid"/>
          </a:ln>
        </p:spPr>
      </p:sp>
      <p:sp>
        <p:nvSpPr>
          <p:cNvPr id="105" name="deep-skill-chaining-source-component-1-gradient-244-0">
            <a:extLst xmlns:a="http://schemas.openxmlformats.org/drawingml/2006/main">
              <a:ext uri="{FF2B5EF4-FFF2-40B4-BE49-F238E27FC236}">
                <a16:creationId xmlns:a16="http://schemas.microsoft.com/office/drawing/2014/main" id="{982D7012-737C-427C-ADE4-91029777D8F0}"/>
              </a:ext>
            </a:extLst>
          </p:cNvPr>
          <p:cNvSpPr>
            <a:spLocks xmlns:a="http://schemas.openxmlformats.org/drawingml/2006/main" noGrp="1"/>
          </p:cNvSpPr>
          <p:nvPr/>
        </p:nvSpPr>
        <p:spPr>
          <a:xfrm xmlns:a="http://schemas.openxmlformats.org/drawingml/2006/main" rot="0">
            <a:off x="6877050" y="1352550"/>
            <a:ext cx="180975" cy="171450"/>
          </a:xfrm>
          <a:custGeom xmlns:a="http://schemas.openxmlformats.org/drawingml/2006/main">
            <a:pathLst>
              <a:path w="180975" h="171450">
                <a:moveTo>
                  <a:pt x="47625" y="4763"/>
                </a:moveTo>
                <a:lnTo>
                  <a:pt x="52388" y="0"/>
                </a:lnTo>
                <a:lnTo>
                  <a:pt x="61913" y="0"/>
                </a:lnTo>
                <a:lnTo>
                  <a:pt x="71438" y="0"/>
                </a:lnTo>
                <a:lnTo>
                  <a:pt x="80963" y="0"/>
                </a:lnTo>
                <a:lnTo>
                  <a:pt x="90488" y="0"/>
                </a:lnTo>
                <a:lnTo>
                  <a:pt x="100013" y="0"/>
                </a:lnTo>
                <a:lnTo>
                  <a:pt x="109538" y="0"/>
                </a:lnTo>
                <a:lnTo>
                  <a:pt x="114300" y="4763"/>
                </a:lnTo>
                <a:lnTo>
                  <a:pt x="119063" y="9525"/>
                </a:lnTo>
                <a:lnTo>
                  <a:pt x="128588" y="9525"/>
                </a:lnTo>
                <a:lnTo>
                  <a:pt x="133350" y="14288"/>
                </a:lnTo>
                <a:lnTo>
                  <a:pt x="138113" y="19050"/>
                </a:lnTo>
                <a:lnTo>
                  <a:pt x="142875" y="23813"/>
                </a:lnTo>
                <a:lnTo>
                  <a:pt x="147638" y="28575"/>
                </a:lnTo>
                <a:lnTo>
                  <a:pt x="152400" y="33338"/>
                </a:lnTo>
                <a:lnTo>
                  <a:pt x="152400" y="42863"/>
                </a:lnTo>
                <a:lnTo>
                  <a:pt x="152400" y="52388"/>
                </a:lnTo>
                <a:lnTo>
                  <a:pt x="157163" y="57150"/>
                </a:lnTo>
                <a:lnTo>
                  <a:pt x="161925" y="61913"/>
                </a:lnTo>
                <a:lnTo>
                  <a:pt x="161925" y="71438"/>
                </a:lnTo>
                <a:lnTo>
                  <a:pt x="166688" y="76200"/>
                </a:lnTo>
                <a:lnTo>
                  <a:pt x="171450" y="80963"/>
                </a:lnTo>
                <a:lnTo>
                  <a:pt x="176213" y="85725"/>
                </a:lnTo>
                <a:lnTo>
                  <a:pt x="180975" y="90488"/>
                </a:lnTo>
                <a:lnTo>
                  <a:pt x="176213" y="95250"/>
                </a:lnTo>
                <a:lnTo>
                  <a:pt x="171450" y="100013"/>
                </a:lnTo>
                <a:lnTo>
                  <a:pt x="166688" y="104775"/>
                </a:lnTo>
                <a:lnTo>
                  <a:pt x="161925" y="109538"/>
                </a:lnTo>
                <a:lnTo>
                  <a:pt x="161925" y="119063"/>
                </a:lnTo>
                <a:lnTo>
                  <a:pt x="157163" y="123825"/>
                </a:lnTo>
                <a:lnTo>
                  <a:pt x="152400" y="128588"/>
                </a:lnTo>
                <a:lnTo>
                  <a:pt x="147638" y="133350"/>
                </a:lnTo>
                <a:lnTo>
                  <a:pt x="142875" y="138113"/>
                </a:lnTo>
                <a:lnTo>
                  <a:pt x="142875" y="147638"/>
                </a:lnTo>
                <a:lnTo>
                  <a:pt x="138113" y="152400"/>
                </a:lnTo>
                <a:lnTo>
                  <a:pt x="128588" y="152400"/>
                </a:lnTo>
                <a:lnTo>
                  <a:pt x="123825" y="157163"/>
                </a:lnTo>
                <a:lnTo>
                  <a:pt x="119063" y="161925"/>
                </a:lnTo>
                <a:lnTo>
                  <a:pt x="109538" y="161925"/>
                </a:lnTo>
                <a:lnTo>
                  <a:pt x="100013" y="161925"/>
                </a:lnTo>
                <a:lnTo>
                  <a:pt x="90488" y="161925"/>
                </a:lnTo>
                <a:lnTo>
                  <a:pt x="85725" y="166688"/>
                </a:lnTo>
                <a:lnTo>
                  <a:pt x="80963" y="171450"/>
                </a:lnTo>
                <a:lnTo>
                  <a:pt x="76200" y="166688"/>
                </a:lnTo>
                <a:lnTo>
                  <a:pt x="71438" y="161925"/>
                </a:lnTo>
                <a:lnTo>
                  <a:pt x="61913" y="161925"/>
                </a:lnTo>
                <a:lnTo>
                  <a:pt x="52388" y="161925"/>
                </a:lnTo>
                <a:lnTo>
                  <a:pt x="42863" y="161925"/>
                </a:lnTo>
                <a:lnTo>
                  <a:pt x="38100" y="157163"/>
                </a:lnTo>
                <a:lnTo>
                  <a:pt x="33338" y="152400"/>
                </a:lnTo>
                <a:lnTo>
                  <a:pt x="23813" y="152400"/>
                </a:lnTo>
                <a:lnTo>
                  <a:pt x="19050" y="147638"/>
                </a:lnTo>
                <a:lnTo>
                  <a:pt x="19050" y="138113"/>
                </a:lnTo>
                <a:lnTo>
                  <a:pt x="19050" y="128588"/>
                </a:lnTo>
                <a:lnTo>
                  <a:pt x="14288" y="123825"/>
                </a:lnTo>
                <a:lnTo>
                  <a:pt x="9525" y="119063"/>
                </a:lnTo>
                <a:lnTo>
                  <a:pt x="9525" y="109538"/>
                </a:lnTo>
                <a:lnTo>
                  <a:pt x="9525" y="100013"/>
                </a:lnTo>
                <a:lnTo>
                  <a:pt x="9525" y="90488"/>
                </a:lnTo>
                <a:lnTo>
                  <a:pt x="9525" y="80963"/>
                </a:lnTo>
                <a:lnTo>
                  <a:pt x="9525" y="71438"/>
                </a:lnTo>
                <a:lnTo>
                  <a:pt x="4763" y="66675"/>
                </a:lnTo>
                <a:lnTo>
                  <a:pt x="0" y="61913"/>
                </a:lnTo>
                <a:lnTo>
                  <a:pt x="4763" y="57150"/>
                </a:lnTo>
                <a:lnTo>
                  <a:pt x="9525" y="52388"/>
                </a:lnTo>
                <a:lnTo>
                  <a:pt x="9525" y="42863"/>
                </a:lnTo>
                <a:lnTo>
                  <a:pt x="14288" y="38100"/>
                </a:lnTo>
                <a:lnTo>
                  <a:pt x="19050" y="33338"/>
                </a:lnTo>
                <a:lnTo>
                  <a:pt x="23813" y="28575"/>
                </a:lnTo>
                <a:lnTo>
                  <a:pt x="28575" y="23813"/>
                </a:lnTo>
                <a:lnTo>
                  <a:pt x="33338" y="19050"/>
                </a:lnTo>
                <a:lnTo>
                  <a:pt x="38100" y="14288"/>
                </a:lnTo>
                <a:lnTo>
                  <a:pt x="42863" y="9525"/>
                </a:lnTo>
                <a:lnTo>
                  <a:pt x="47625" y="4763"/>
                </a:lnTo>
                <a:close/>
              </a:path>
            </a:pathLst>
          </a:custGeom>
          <a:solidFill xmlns:a="http://schemas.openxmlformats.org/drawingml/2006/main">
            <a:srgbClr val="F4F4F4"/>
          </a:solidFill>
          <a:ln xmlns:a="http://schemas.openxmlformats.org/drawingml/2006/main" w="0">
            <a:noFill/>
            <a:prstDash val="solid"/>
          </a:ln>
        </p:spPr>
      </p:sp>
      <p:sp>
        <p:nvSpPr>
          <p:cNvPr id="106" name="deep-skill-chaining-source-component-1-gradient-246-0">
            <a:extLst xmlns:a="http://schemas.openxmlformats.org/drawingml/2006/main">
              <a:ext uri="{FF2B5EF4-FFF2-40B4-BE49-F238E27FC236}">
                <a16:creationId xmlns:a16="http://schemas.microsoft.com/office/drawing/2014/main" id="{4842172D-2735-4754-B3BD-5ACFAB408FB3}"/>
              </a:ext>
            </a:extLst>
          </p:cNvPr>
          <p:cNvSpPr>
            <a:spLocks xmlns:a="http://schemas.openxmlformats.org/drawingml/2006/main" noGrp="1"/>
          </p:cNvSpPr>
          <p:nvPr/>
        </p:nvSpPr>
        <p:spPr>
          <a:xfrm xmlns:a="http://schemas.openxmlformats.org/drawingml/2006/main" rot="0">
            <a:off x="6896100" y="1362075"/>
            <a:ext cx="142875" cy="142875"/>
          </a:xfrm>
          <a:custGeom xmlns:a="http://schemas.openxmlformats.org/drawingml/2006/main">
            <a:pathLst>
              <a:path w="142875" h="142875">
                <a:moveTo>
                  <a:pt x="57150" y="4763"/>
                </a:moveTo>
                <a:lnTo>
                  <a:pt x="61913" y="0"/>
                </a:lnTo>
                <a:lnTo>
                  <a:pt x="66675" y="4763"/>
                </a:lnTo>
                <a:lnTo>
                  <a:pt x="71438" y="9525"/>
                </a:lnTo>
                <a:lnTo>
                  <a:pt x="80963" y="9525"/>
                </a:lnTo>
                <a:lnTo>
                  <a:pt x="90488" y="9525"/>
                </a:lnTo>
                <a:lnTo>
                  <a:pt x="95250" y="14288"/>
                </a:lnTo>
                <a:lnTo>
                  <a:pt x="100013" y="19050"/>
                </a:lnTo>
                <a:lnTo>
                  <a:pt x="109538" y="19050"/>
                </a:lnTo>
                <a:lnTo>
                  <a:pt x="114300" y="23813"/>
                </a:lnTo>
                <a:lnTo>
                  <a:pt x="114300" y="33338"/>
                </a:lnTo>
                <a:lnTo>
                  <a:pt x="119063" y="38100"/>
                </a:lnTo>
                <a:lnTo>
                  <a:pt x="123825" y="42863"/>
                </a:lnTo>
                <a:lnTo>
                  <a:pt x="123825" y="52388"/>
                </a:lnTo>
                <a:lnTo>
                  <a:pt x="128588" y="57150"/>
                </a:lnTo>
                <a:lnTo>
                  <a:pt x="133350" y="61913"/>
                </a:lnTo>
                <a:lnTo>
                  <a:pt x="133350" y="71438"/>
                </a:lnTo>
                <a:lnTo>
                  <a:pt x="138113" y="76200"/>
                </a:lnTo>
                <a:lnTo>
                  <a:pt x="142875" y="80963"/>
                </a:lnTo>
                <a:lnTo>
                  <a:pt x="138113" y="85725"/>
                </a:lnTo>
                <a:lnTo>
                  <a:pt x="133350" y="90488"/>
                </a:lnTo>
                <a:lnTo>
                  <a:pt x="128588" y="95250"/>
                </a:lnTo>
                <a:lnTo>
                  <a:pt x="123825" y="100013"/>
                </a:lnTo>
                <a:lnTo>
                  <a:pt x="123825" y="109538"/>
                </a:lnTo>
                <a:lnTo>
                  <a:pt x="119063" y="114300"/>
                </a:lnTo>
                <a:lnTo>
                  <a:pt x="114300" y="119063"/>
                </a:lnTo>
                <a:lnTo>
                  <a:pt x="109538" y="123825"/>
                </a:lnTo>
                <a:lnTo>
                  <a:pt x="104775" y="128588"/>
                </a:lnTo>
                <a:lnTo>
                  <a:pt x="100013" y="133350"/>
                </a:lnTo>
                <a:lnTo>
                  <a:pt x="95250" y="138113"/>
                </a:lnTo>
                <a:lnTo>
                  <a:pt x="90488" y="142875"/>
                </a:lnTo>
                <a:lnTo>
                  <a:pt x="80963" y="142875"/>
                </a:lnTo>
                <a:lnTo>
                  <a:pt x="71438" y="142875"/>
                </a:lnTo>
                <a:lnTo>
                  <a:pt x="61913" y="142875"/>
                </a:lnTo>
                <a:lnTo>
                  <a:pt x="52388" y="142875"/>
                </a:lnTo>
                <a:lnTo>
                  <a:pt x="42863" y="142875"/>
                </a:lnTo>
                <a:lnTo>
                  <a:pt x="33338" y="142875"/>
                </a:lnTo>
                <a:lnTo>
                  <a:pt x="28575" y="138113"/>
                </a:lnTo>
                <a:lnTo>
                  <a:pt x="23813" y="133350"/>
                </a:lnTo>
                <a:lnTo>
                  <a:pt x="19050" y="128588"/>
                </a:lnTo>
                <a:lnTo>
                  <a:pt x="14288" y="123825"/>
                </a:lnTo>
                <a:lnTo>
                  <a:pt x="9525" y="119063"/>
                </a:lnTo>
                <a:lnTo>
                  <a:pt x="4763" y="114300"/>
                </a:lnTo>
                <a:lnTo>
                  <a:pt x="0" y="109538"/>
                </a:lnTo>
                <a:lnTo>
                  <a:pt x="0" y="100013"/>
                </a:lnTo>
                <a:lnTo>
                  <a:pt x="0" y="90488"/>
                </a:lnTo>
                <a:lnTo>
                  <a:pt x="0" y="80963"/>
                </a:lnTo>
                <a:lnTo>
                  <a:pt x="0" y="71438"/>
                </a:lnTo>
                <a:lnTo>
                  <a:pt x="0" y="61913"/>
                </a:lnTo>
                <a:lnTo>
                  <a:pt x="0" y="52388"/>
                </a:lnTo>
                <a:lnTo>
                  <a:pt x="0" y="42863"/>
                </a:lnTo>
                <a:lnTo>
                  <a:pt x="4763" y="38100"/>
                </a:lnTo>
                <a:lnTo>
                  <a:pt x="9525" y="33338"/>
                </a:lnTo>
                <a:lnTo>
                  <a:pt x="14288" y="28575"/>
                </a:lnTo>
                <a:lnTo>
                  <a:pt x="19050" y="23813"/>
                </a:lnTo>
                <a:lnTo>
                  <a:pt x="23813" y="19050"/>
                </a:lnTo>
                <a:lnTo>
                  <a:pt x="28575" y="14288"/>
                </a:lnTo>
                <a:lnTo>
                  <a:pt x="33338" y="9525"/>
                </a:lnTo>
                <a:lnTo>
                  <a:pt x="42863" y="9525"/>
                </a:lnTo>
                <a:lnTo>
                  <a:pt x="52388" y="9525"/>
                </a:lnTo>
                <a:lnTo>
                  <a:pt x="57150" y="4763"/>
                </a:lnTo>
                <a:close/>
              </a:path>
            </a:pathLst>
          </a:custGeom>
          <a:solidFill xmlns:a="http://schemas.openxmlformats.org/drawingml/2006/main">
            <a:srgbClr val="F6F6F6"/>
          </a:solidFill>
          <a:ln xmlns:a="http://schemas.openxmlformats.org/drawingml/2006/main" w="0">
            <a:noFill/>
            <a:prstDash val="solid"/>
          </a:ln>
        </p:spPr>
      </p:sp>
      <p:sp>
        <p:nvSpPr>
          <p:cNvPr id="107" name="deep-skill-chaining-source-component-1-gradient-248-0">
            <a:extLst xmlns:a="http://schemas.openxmlformats.org/drawingml/2006/main">
              <a:ext uri="{FF2B5EF4-FFF2-40B4-BE49-F238E27FC236}">
                <a16:creationId xmlns:a16="http://schemas.microsoft.com/office/drawing/2014/main" id="{819B39A0-7111-4AE6-AA52-3DAC640116A5}"/>
              </a:ext>
            </a:extLst>
          </p:cNvPr>
          <p:cNvSpPr>
            <a:spLocks xmlns:a="http://schemas.openxmlformats.org/drawingml/2006/main" noGrp="1"/>
          </p:cNvSpPr>
          <p:nvPr/>
        </p:nvSpPr>
        <p:spPr>
          <a:xfrm xmlns:a="http://schemas.openxmlformats.org/drawingml/2006/main" rot="0">
            <a:off x="6905625" y="1381125"/>
            <a:ext cx="114300" cy="104775"/>
          </a:xfrm>
          <a:custGeom xmlns:a="http://schemas.openxmlformats.org/drawingml/2006/main">
            <a:pathLst>
              <a:path w="114300" h="104775">
                <a:moveTo>
                  <a:pt x="19050" y="4763"/>
                </a:moveTo>
                <a:lnTo>
                  <a:pt x="23813" y="0"/>
                </a:lnTo>
                <a:lnTo>
                  <a:pt x="33338" y="0"/>
                </a:lnTo>
                <a:lnTo>
                  <a:pt x="42863" y="0"/>
                </a:lnTo>
                <a:lnTo>
                  <a:pt x="52388" y="0"/>
                </a:lnTo>
                <a:lnTo>
                  <a:pt x="61913" y="0"/>
                </a:lnTo>
                <a:lnTo>
                  <a:pt x="71438" y="0"/>
                </a:lnTo>
                <a:lnTo>
                  <a:pt x="80963" y="0"/>
                </a:lnTo>
                <a:lnTo>
                  <a:pt x="85725" y="4763"/>
                </a:lnTo>
                <a:lnTo>
                  <a:pt x="85725" y="14288"/>
                </a:lnTo>
                <a:lnTo>
                  <a:pt x="90488" y="19050"/>
                </a:lnTo>
                <a:lnTo>
                  <a:pt x="95250" y="23813"/>
                </a:lnTo>
                <a:lnTo>
                  <a:pt x="100013" y="28575"/>
                </a:lnTo>
                <a:lnTo>
                  <a:pt x="104775" y="33338"/>
                </a:lnTo>
                <a:lnTo>
                  <a:pt x="104775" y="42863"/>
                </a:lnTo>
                <a:lnTo>
                  <a:pt x="109538" y="47625"/>
                </a:lnTo>
                <a:lnTo>
                  <a:pt x="114300" y="52388"/>
                </a:lnTo>
                <a:lnTo>
                  <a:pt x="114300" y="61913"/>
                </a:lnTo>
                <a:lnTo>
                  <a:pt x="114300" y="71438"/>
                </a:lnTo>
                <a:lnTo>
                  <a:pt x="109538" y="76200"/>
                </a:lnTo>
                <a:lnTo>
                  <a:pt x="104775" y="80963"/>
                </a:lnTo>
                <a:lnTo>
                  <a:pt x="100013" y="85725"/>
                </a:lnTo>
                <a:lnTo>
                  <a:pt x="95250" y="90488"/>
                </a:lnTo>
                <a:lnTo>
                  <a:pt x="90488" y="95250"/>
                </a:lnTo>
                <a:lnTo>
                  <a:pt x="85725" y="100013"/>
                </a:lnTo>
                <a:lnTo>
                  <a:pt x="80963" y="104775"/>
                </a:lnTo>
                <a:lnTo>
                  <a:pt x="71438" y="104775"/>
                </a:lnTo>
                <a:lnTo>
                  <a:pt x="61913" y="104775"/>
                </a:lnTo>
                <a:lnTo>
                  <a:pt x="52388" y="104775"/>
                </a:lnTo>
                <a:lnTo>
                  <a:pt x="42863" y="104775"/>
                </a:lnTo>
                <a:lnTo>
                  <a:pt x="33338" y="104775"/>
                </a:lnTo>
                <a:lnTo>
                  <a:pt x="23813" y="104775"/>
                </a:lnTo>
                <a:lnTo>
                  <a:pt x="19050" y="100013"/>
                </a:lnTo>
                <a:lnTo>
                  <a:pt x="19050" y="90488"/>
                </a:lnTo>
                <a:lnTo>
                  <a:pt x="19050" y="80963"/>
                </a:lnTo>
                <a:lnTo>
                  <a:pt x="19050" y="71438"/>
                </a:lnTo>
                <a:lnTo>
                  <a:pt x="19050" y="61913"/>
                </a:lnTo>
                <a:lnTo>
                  <a:pt x="14288" y="57150"/>
                </a:lnTo>
                <a:lnTo>
                  <a:pt x="9525" y="52388"/>
                </a:lnTo>
                <a:lnTo>
                  <a:pt x="9525" y="42863"/>
                </a:lnTo>
                <a:lnTo>
                  <a:pt x="4763" y="38100"/>
                </a:lnTo>
                <a:lnTo>
                  <a:pt x="0" y="33338"/>
                </a:lnTo>
                <a:lnTo>
                  <a:pt x="4763" y="28575"/>
                </a:lnTo>
                <a:lnTo>
                  <a:pt x="9525" y="23813"/>
                </a:lnTo>
                <a:lnTo>
                  <a:pt x="14288" y="19050"/>
                </a:lnTo>
                <a:lnTo>
                  <a:pt x="19050" y="14288"/>
                </a:lnTo>
                <a:lnTo>
                  <a:pt x="19050" y="4763"/>
                </a:lnTo>
                <a:close/>
              </a:path>
            </a:pathLst>
          </a:custGeom>
          <a:solidFill xmlns:a="http://schemas.openxmlformats.org/drawingml/2006/main">
            <a:srgbClr val="F8F8F8"/>
          </a:solidFill>
          <a:ln xmlns:a="http://schemas.openxmlformats.org/drawingml/2006/main" w="0">
            <a:noFill/>
            <a:prstDash val="solid"/>
          </a:ln>
        </p:spPr>
      </p:sp>
      <p:sp>
        <p:nvSpPr>
          <p:cNvPr id="108" name="deep-skill-chaining-source-component-1-gradient-250-0">
            <a:extLst xmlns:a="http://schemas.openxmlformats.org/drawingml/2006/main">
              <a:ext uri="{FF2B5EF4-FFF2-40B4-BE49-F238E27FC236}">
                <a16:creationId xmlns:a16="http://schemas.microsoft.com/office/drawing/2014/main" id="{74A927FD-D63A-474D-85EC-5B34A93DAF03}"/>
              </a:ext>
            </a:extLst>
          </p:cNvPr>
          <p:cNvSpPr>
            <a:spLocks xmlns:a="http://schemas.openxmlformats.org/drawingml/2006/main" noGrp="1"/>
          </p:cNvSpPr>
          <p:nvPr/>
        </p:nvSpPr>
        <p:spPr>
          <a:xfrm xmlns:a="http://schemas.openxmlformats.org/drawingml/2006/main" rot="0">
            <a:off x="6924675" y="1400175"/>
            <a:ext cx="85725" cy="76200"/>
          </a:xfrm>
          <a:custGeom xmlns:a="http://schemas.openxmlformats.org/drawingml/2006/main">
            <a:pathLst>
              <a:path w="85725" h="76200">
                <a:moveTo>
                  <a:pt x="9525" y="4763"/>
                </a:moveTo>
                <a:lnTo>
                  <a:pt x="14288" y="0"/>
                </a:lnTo>
                <a:lnTo>
                  <a:pt x="23813" y="0"/>
                </a:lnTo>
                <a:lnTo>
                  <a:pt x="33338" y="0"/>
                </a:lnTo>
                <a:lnTo>
                  <a:pt x="42863" y="0"/>
                </a:lnTo>
                <a:lnTo>
                  <a:pt x="52388" y="0"/>
                </a:lnTo>
                <a:lnTo>
                  <a:pt x="61913" y="0"/>
                </a:lnTo>
                <a:lnTo>
                  <a:pt x="66675" y="4763"/>
                </a:lnTo>
                <a:lnTo>
                  <a:pt x="66675" y="14288"/>
                </a:lnTo>
                <a:lnTo>
                  <a:pt x="71438" y="19050"/>
                </a:lnTo>
                <a:lnTo>
                  <a:pt x="76200" y="23813"/>
                </a:lnTo>
                <a:lnTo>
                  <a:pt x="76200" y="33338"/>
                </a:lnTo>
                <a:lnTo>
                  <a:pt x="80963" y="38100"/>
                </a:lnTo>
                <a:lnTo>
                  <a:pt x="85725" y="42863"/>
                </a:lnTo>
                <a:lnTo>
                  <a:pt x="80963" y="47625"/>
                </a:lnTo>
                <a:lnTo>
                  <a:pt x="76200" y="52388"/>
                </a:lnTo>
                <a:lnTo>
                  <a:pt x="71438" y="57150"/>
                </a:lnTo>
                <a:lnTo>
                  <a:pt x="66675" y="61913"/>
                </a:lnTo>
                <a:lnTo>
                  <a:pt x="61913" y="66675"/>
                </a:lnTo>
                <a:lnTo>
                  <a:pt x="52388" y="66675"/>
                </a:lnTo>
                <a:lnTo>
                  <a:pt x="42863" y="66675"/>
                </a:lnTo>
                <a:lnTo>
                  <a:pt x="38100" y="71438"/>
                </a:lnTo>
                <a:lnTo>
                  <a:pt x="33338" y="76200"/>
                </a:lnTo>
                <a:lnTo>
                  <a:pt x="28575" y="71438"/>
                </a:lnTo>
                <a:lnTo>
                  <a:pt x="23813" y="66675"/>
                </a:lnTo>
                <a:lnTo>
                  <a:pt x="19050" y="61913"/>
                </a:lnTo>
                <a:lnTo>
                  <a:pt x="19050" y="52388"/>
                </a:lnTo>
                <a:lnTo>
                  <a:pt x="14288" y="47625"/>
                </a:lnTo>
                <a:lnTo>
                  <a:pt x="9525" y="42863"/>
                </a:lnTo>
                <a:lnTo>
                  <a:pt x="9525" y="33338"/>
                </a:lnTo>
                <a:lnTo>
                  <a:pt x="4763" y="28575"/>
                </a:lnTo>
                <a:lnTo>
                  <a:pt x="0" y="23813"/>
                </a:lnTo>
                <a:lnTo>
                  <a:pt x="0" y="14288"/>
                </a:lnTo>
                <a:lnTo>
                  <a:pt x="4763" y="9525"/>
                </a:lnTo>
                <a:lnTo>
                  <a:pt x="9525" y="4763"/>
                </a:lnTo>
                <a:close/>
              </a:path>
            </a:pathLst>
          </a:custGeom>
          <a:solidFill xmlns:a="http://schemas.openxmlformats.org/drawingml/2006/main">
            <a:srgbClr val="FAFAFA"/>
          </a:solidFill>
          <a:ln xmlns:a="http://schemas.openxmlformats.org/drawingml/2006/main" w="0">
            <a:noFill/>
            <a:prstDash val="solid"/>
          </a:ln>
        </p:spPr>
      </p:sp>
      <p:sp>
        <p:nvSpPr>
          <p:cNvPr id="109" name="deep-skill-chaining-source-component-1-gradient-252-0">
            <a:extLst xmlns:a="http://schemas.openxmlformats.org/drawingml/2006/main">
              <a:ext uri="{FF2B5EF4-FFF2-40B4-BE49-F238E27FC236}">
                <a16:creationId xmlns:a16="http://schemas.microsoft.com/office/drawing/2014/main" id="{8CCD3F1B-D8E5-46D7-85E2-C217860CFE5A}"/>
              </a:ext>
            </a:extLst>
          </p:cNvPr>
          <p:cNvSpPr>
            <a:spLocks xmlns:a="http://schemas.openxmlformats.org/drawingml/2006/main" noGrp="1"/>
          </p:cNvSpPr>
          <p:nvPr/>
        </p:nvSpPr>
        <p:spPr>
          <a:xfrm xmlns:a="http://schemas.openxmlformats.org/drawingml/2006/main" rot="0">
            <a:off x="6953250" y="1409700"/>
            <a:ext cx="38100" cy="47625"/>
          </a:xfrm>
          <a:custGeom xmlns:a="http://schemas.openxmlformats.org/drawingml/2006/main">
            <a:pathLst>
              <a:path w="38100" h="47625">
                <a:moveTo>
                  <a:pt x="0" y="4763"/>
                </a:moveTo>
                <a:lnTo>
                  <a:pt x="4763" y="0"/>
                </a:lnTo>
                <a:lnTo>
                  <a:pt x="9525" y="4763"/>
                </a:lnTo>
                <a:lnTo>
                  <a:pt x="14288" y="9525"/>
                </a:lnTo>
                <a:lnTo>
                  <a:pt x="19050" y="14288"/>
                </a:lnTo>
                <a:lnTo>
                  <a:pt x="23813" y="19050"/>
                </a:lnTo>
                <a:lnTo>
                  <a:pt x="28575" y="23813"/>
                </a:lnTo>
                <a:lnTo>
                  <a:pt x="33338" y="28575"/>
                </a:lnTo>
                <a:lnTo>
                  <a:pt x="38100" y="33338"/>
                </a:lnTo>
                <a:lnTo>
                  <a:pt x="33338" y="38100"/>
                </a:lnTo>
                <a:lnTo>
                  <a:pt x="23813" y="38100"/>
                </a:lnTo>
                <a:lnTo>
                  <a:pt x="14288" y="38100"/>
                </a:lnTo>
                <a:lnTo>
                  <a:pt x="9525" y="42863"/>
                </a:lnTo>
                <a:lnTo>
                  <a:pt x="4763" y="47625"/>
                </a:lnTo>
                <a:lnTo>
                  <a:pt x="0" y="42863"/>
                </a:lnTo>
                <a:lnTo>
                  <a:pt x="0" y="33338"/>
                </a:lnTo>
                <a:lnTo>
                  <a:pt x="0" y="23813"/>
                </a:lnTo>
                <a:lnTo>
                  <a:pt x="0" y="14288"/>
                </a:lnTo>
                <a:lnTo>
                  <a:pt x="0" y="4763"/>
                </a:lnTo>
                <a:close/>
              </a:path>
            </a:pathLst>
          </a:custGeom>
          <a:solidFill xmlns:a="http://schemas.openxmlformats.org/drawingml/2006/main">
            <a:srgbClr val="FCFCFC"/>
          </a:solidFill>
          <a:ln xmlns:a="http://schemas.openxmlformats.org/drawingml/2006/main" w="0">
            <a:noFill/>
            <a:prstDash val="solid"/>
          </a:ln>
        </p:spPr>
      </p:sp>
      <p:sp>
        <p:nvSpPr>
          <p:cNvPr id="110" name="pdf-path-5">
            <a:extLst xmlns:a="http://schemas.openxmlformats.org/drawingml/2006/main">
              <a:ext uri="{FF2B5EF4-FFF2-40B4-BE49-F238E27FC236}">
                <a16:creationId xmlns:a16="http://schemas.microsoft.com/office/drawing/2014/main" id="{ED5A742F-3A9F-4B12-8154-D9A18A8B9516}"/>
              </a:ext>
            </a:extLst>
          </p:cNvPr>
          <p:cNvSpPr>
            <a:spLocks xmlns:a="http://schemas.openxmlformats.org/drawingml/2006/main" noGrp="1"/>
          </p:cNvSpPr>
          <p:nvPr/>
        </p:nvSpPr>
        <p:spPr>
          <a:xfrm xmlns:a="http://schemas.openxmlformats.org/drawingml/2006/main" rot="0">
            <a:off x="6576788" y="863164"/>
            <a:ext cx="777090" cy="1115665"/>
          </a:xfrm>
          <a:custGeom xmlns:a="http://schemas.openxmlformats.org/drawingml/2006/main">
            <a:pathLst>
              <a:path w="777090" h="1115665">
                <a:moveTo>
                  <a:pt x="699310" y="186254"/>
                </a:moveTo>
                <a:cubicBezTo>
                  <a:pt x="777090" y="372522"/>
                  <a:pt x="700960" y="689849"/>
                  <a:pt x="529307" y="895088"/>
                </a:cubicBezTo>
                <a:cubicBezTo>
                  <a:pt x="357655" y="1100311"/>
                  <a:pt x="155497" y="1115665"/>
                  <a:pt x="77716" y="929396"/>
                </a:cubicBezTo>
                <a:cubicBezTo>
                  <a:pt x="0" y="743143"/>
                  <a:pt x="76113" y="425800"/>
                  <a:pt x="247767" y="220577"/>
                </a:cubicBezTo>
                <a:cubicBezTo>
                  <a:pt x="419420" y="15339"/>
                  <a:pt x="621578" y="0"/>
                  <a:pt x="699310" y="186254"/>
                </a:cubicBezTo>
              </a:path>
            </a:pathLst>
          </a:custGeom>
          <a:noFill xmlns:a="http://schemas.openxmlformats.org/drawingml/2006/main"/>
          <a:ln xmlns:a="http://schemas.openxmlformats.org/drawingml/2006/main" w="11787">
            <a:solidFill>
              <a:srgbClr val="000000"/>
            </a:solidFill>
            <a:prstDash val="solid"/>
          </a:ln>
        </p:spPr>
      </p:sp>
      <p:sp>
        <p:nvSpPr>
          <p:cNvPr id="111" name="pdf-path-6">
            <a:extLst xmlns:a="http://schemas.openxmlformats.org/drawingml/2006/main">
              <a:ext uri="{FF2B5EF4-FFF2-40B4-BE49-F238E27FC236}">
                <a16:creationId xmlns:a16="http://schemas.microsoft.com/office/drawing/2014/main" id="{D1114019-B68C-470B-8B8D-95DC24BCB5DB}"/>
              </a:ext>
            </a:extLst>
          </p:cNvPr>
          <p:cNvSpPr>
            <a:spLocks xmlns:a="http://schemas.openxmlformats.org/drawingml/2006/main" noGrp="1"/>
          </p:cNvSpPr>
          <p:nvPr/>
        </p:nvSpPr>
        <p:spPr>
          <a:xfrm xmlns:a="http://schemas.openxmlformats.org/drawingml/2006/main" rot="0">
            <a:off x="6241764" y="1561484"/>
            <a:ext cx="623008" cy="1177131"/>
          </a:xfrm>
          <a:custGeom xmlns:a="http://schemas.openxmlformats.org/drawingml/2006/main">
            <a:pathLst>
              <a:path w="623008" h="1177131">
                <a:moveTo>
                  <a:pt x="539146" y="115608"/>
                </a:moveTo>
                <a:cubicBezTo>
                  <a:pt x="623008" y="231202"/>
                  <a:pt x="589061" y="536631"/>
                  <a:pt x="463330" y="797851"/>
                </a:cubicBezTo>
                <a:cubicBezTo>
                  <a:pt x="337601" y="1059071"/>
                  <a:pt x="167725" y="1177131"/>
                  <a:pt x="83862" y="1061522"/>
                </a:cubicBezTo>
                <a:cubicBezTo>
                  <a:pt x="0" y="945929"/>
                  <a:pt x="33948" y="640500"/>
                  <a:pt x="159677" y="379280"/>
                </a:cubicBezTo>
                <a:cubicBezTo>
                  <a:pt x="285407" y="118060"/>
                  <a:pt x="455284" y="0"/>
                  <a:pt x="539146" y="115608"/>
                </a:cubicBezTo>
              </a:path>
            </a:pathLst>
          </a:custGeom>
          <a:noFill xmlns:a="http://schemas.openxmlformats.org/drawingml/2006/main"/>
          <a:ln xmlns:a="http://schemas.openxmlformats.org/drawingml/2006/main" w="11787">
            <a:solidFill>
              <a:srgbClr val="000000"/>
            </a:solidFill>
            <a:prstDash val="dash"/>
          </a:ln>
        </p:spPr>
      </p:sp>
      <p:sp>
        <p:nvSpPr>
          <p:cNvPr id="112" name="pdf-path-7">
            <a:extLst xmlns:a="http://schemas.openxmlformats.org/drawingml/2006/main">
              <a:ext uri="{FF2B5EF4-FFF2-40B4-BE49-F238E27FC236}">
                <a16:creationId xmlns:a16="http://schemas.microsoft.com/office/drawing/2014/main" id="{B1FD326B-9B65-4C60-B3A1-3D167FF6BE51}"/>
              </a:ext>
            </a:extLst>
          </p:cNvPr>
          <p:cNvSpPr>
            <a:spLocks xmlns:a="http://schemas.openxmlformats.org/drawingml/2006/main" noGrp="1"/>
          </p:cNvSpPr>
          <p:nvPr/>
        </p:nvSpPr>
        <p:spPr>
          <a:xfrm xmlns:a="http://schemas.openxmlformats.org/drawingml/2006/main" rot="0">
            <a:off x="5671313" y="3241284"/>
            <a:ext cx="77795" cy="107687"/>
          </a:xfrm>
          <a:custGeom xmlns:a="http://schemas.openxmlformats.org/drawingml/2006/main">
            <a:pathLst>
              <a:path w="77795" h="107687">
                <a:moveTo>
                  <a:pt x="0" y="12887"/>
                </a:moveTo>
                <a:lnTo>
                  <a:pt x="21798" y="0"/>
                </a:lnTo>
                <a:lnTo>
                  <a:pt x="38928" y="28918"/>
                </a:lnTo>
                <a:lnTo>
                  <a:pt x="55996" y="0"/>
                </a:lnTo>
                <a:lnTo>
                  <a:pt x="77795" y="12887"/>
                </a:lnTo>
                <a:lnTo>
                  <a:pt x="53592" y="53844"/>
                </a:lnTo>
                <a:lnTo>
                  <a:pt x="77795" y="94785"/>
                </a:lnTo>
                <a:lnTo>
                  <a:pt x="55996" y="107687"/>
                </a:lnTo>
                <a:lnTo>
                  <a:pt x="38928" y="78770"/>
                </a:lnTo>
                <a:lnTo>
                  <a:pt x="21798" y="107687"/>
                </a:lnTo>
                <a:lnTo>
                  <a:pt x="0" y="94785"/>
                </a:lnTo>
                <a:lnTo>
                  <a:pt x="24187" y="53844"/>
                </a:lnTo>
                <a:lnTo>
                  <a:pt x="0" y="12887"/>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113" name="pdf-path-9">
            <a:extLst xmlns:a="http://schemas.openxmlformats.org/drawingml/2006/main">
              <a:ext uri="{FF2B5EF4-FFF2-40B4-BE49-F238E27FC236}">
                <a16:creationId xmlns:a16="http://schemas.microsoft.com/office/drawing/2014/main" id="{29B6A22A-1ADB-4A03-9B1F-EC4C494287FC}"/>
              </a:ext>
            </a:extLst>
          </p:cNvPr>
          <p:cNvSpPr>
            <a:spLocks xmlns:a="http://schemas.openxmlformats.org/drawingml/2006/main" noGrp="1"/>
          </p:cNvSpPr>
          <p:nvPr/>
        </p:nvSpPr>
        <p:spPr>
          <a:xfrm xmlns:a="http://schemas.openxmlformats.org/drawingml/2006/main" rot="0">
            <a:off x="6230841" y="570135"/>
            <a:ext cx="734673" cy="812891"/>
          </a:xfrm>
          <a:custGeom xmlns:a="http://schemas.openxmlformats.org/drawingml/2006/main">
            <a:pathLst>
              <a:path w="734673" h="812891">
                <a:moveTo>
                  <a:pt x="39291" y="136716"/>
                </a:moveTo>
                <a:cubicBezTo>
                  <a:pt x="78581" y="0"/>
                  <a:pt x="257292" y="9823"/>
                  <a:pt x="438453" y="158765"/>
                </a:cubicBezTo>
                <a:cubicBezTo>
                  <a:pt x="619630" y="307692"/>
                  <a:pt x="734673" y="539335"/>
                  <a:pt x="695382" y="676113"/>
                </a:cubicBezTo>
                <a:cubicBezTo>
                  <a:pt x="656154" y="812891"/>
                  <a:pt x="477382" y="803006"/>
                  <a:pt x="296220" y="654063"/>
                </a:cubicBezTo>
                <a:cubicBezTo>
                  <a:pt x="115043" y="505136"/>
                  <a:pt x="0" y="273510"/>
                  <a:pt x="39291" y="136716"/>
                </a:cubicBezTo>
              </a:path>
            </a:pathLst>
          </a:custGeom>
          <a:noFill xmlns:a="http://schemas.openxmlformats.org/drawingml/2006/main"/>
          <a:ln xmlns:a="http://schemas.openxmlformats.org/drawingml/2006/main" w="11787">
            <a:solidFill>
              <a:srgbClr val="000000"/>
            </a:solidFill>
            <a:prstDash val="dash"/>
          </a:ln>
        </p:spPr>
      </p:sp>
      <p:sp>
        <p:nvSpPr>
          <p:cNvPr id="114" name="pdf-path-10">
            <a:extLst xmlns:a="http://schemas.openxmlformats.org/drawingml/2006/main">
              <a:ext uri="{FF2B5EF4-FFF2-40B4-BE49-F238E27FC236}">
                <a16:creationId xmlns:a16="http://schemas.microsoft.com/office/drawing/2014/main" id="{3B867CBD-618E-4EBB-B5A9-BE86D8361886}"/>
              </a:ext>
            </a:extLst>
          </p:cNvPr>
          <p:cNvSpPr>
            <a:spLocks xmlns:a="http://schemas.openxmlformats.org/drawingml/2006/main" noGrp="1"/>
          </p:cNvSpPr>
          <p:nvPr/>
        </p:nvSpPr>
        <p:spPr>
          <a:xfrm xmlns:a="http://schemas.openxmlformats.org/drawingml/2006/main" rot="0">
            <a:off x="5738168" y="2622944"/>
            <a:ext cx="587333" cy="624784"/>
          </a:xfrm>
          <a:custGeom xmlns:a="http://schemas.openxmlformats.org/drawingml/2006/main">
            <a:pathLst>
              <a:path w="587333" h="624784">
                <a:moveTo>
                  <a:pt x="0" y="624784"/>
                </a:moveTo>
                <a:cubicBezTo>
                  <a:pt x="0" y="478120"/>
                  <a:pt x="146853" y="409550"/>
                  <a:pt x="293706" y="331456"/>
                </a:cubicBezTo>
                <a:cubicBezTo>
                  <a:pt x="440495" y="253314"/>
                  <a:pt x="587333" y="165697"/>
                  <a:pt x="587333" y="0"/>
                </a:cubicBezTo>
              </a:path>
            </a:pathLst>
          </a:custGeom>
          <a:noFill xmlns:a="http://schemas.openxmlformats.org/drawingml/2006/main"/>
          <a:ln xmlns:a="http://schemas.openxmlformats.org/drawingml/2006/main" w="11787">
            <a:solidFill>
              <a:srgbClr val="B7B7B7"/>
            </a:solidFill>
            <a:prstDash val="dash"/>
          </a:ln>
        </p:spPr>
      </p:sp>
      <p:sp>
        <p:nvSpPr>
          <p:cNvPr id="115" name="pdf-path-11">
            <a:extLst xmlns:a="http://schemas.openxmlformats.org/drawingml/2006/main">
              <a:ext uri="{FF2B5EF4-FFF2-40B4-BE49-F238E27FC236}">
                <a16:creationId xmlns:a16="http://schemas.microsoft.com/office/drawing/2014/main" id="{2A64F61A-7A33-4CD1-A970-C5F070595E29}"/>
              </a:ext>
            </a:extLst>
          </p:cNvPr>
          <p:cNvSpPr>
            <a:spLocks xmlns:a="http://schemas.openxmlformats.org/drawingml/2006/main" noGrp="1"/>
          </p:cNvSpPr>
          <p:nvPr/>
        </p:nvSpPr>
        <p:spPr>
          <a:xfrm xmlns:a="http://schemas.openxmlformats.org/drawingml/2006/main" rot="0">
            <a:off x="5663830" y="431203"/>
            <a:ext cx="77781" cy="107625"/>
          </a:xfrm>
          <a:custGeom xmlns:a="http://schemas.openxmlformats.org/drawingml/2006/main">
            <a:pathLst>
              <a:path w="77781" h="107625">
                <a:moveTo>
                  <a:pt x="0" y="12903"/>
                </a:moveTo>
                <a:lnTo>
                  <a:pt x="21784" y="0"/>
                </a:lnTo>
                <a:lnTo>
                  <a:pt x="38851" y="28918"/>
                </a:lnTo>
                <a:lnTo>
                  <a:pt x="55919" y="0"/>
                </a:lnTo>
                <a:lnTo>
                  <a:pt x="77781" y="12903"/>
                </a:lnTo>
                <a:lnTo>
                  <a:pt x="53593" y="53844"/>
                </a:lnTo>
                <a:lnTo>
                  <a:pt x="77781" y="94738"/>
                </a:lnTo>
                <a:lnTo>
                  <a:pt x="55919" y="107625"/>
                </a:lnTo>
                <a:lnTo>
                  <a:pt x="38851" y="78707"/>
                </a:lnTo>
                <a:lnTo>
                  <a:pt x="21784" y="107625"/>
                </a:lnTo>
                <a:lnTo>
                  <a:pt x="0" y="94738"/>
                </a:lnTo>
                <a:lnTo>
                  <a:pt x="24125" y="53844"/>
                </a:lnTo>
                <a:lnTo>
                  <a:pt x="0" y="12903"/>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116" name="pdf-path-13">
            <a:extLst xmlns:a="http://schemas.openxmlformats.org/drawingml/2006/main">
              <a:ext uri="{FF2B5EF4-FFF2-40B4-BE49-F238E27FC236}">
                <a16:creationId xmlns:a16="http://schemas.microsoft.com/office/drawing/2014/main" id="{F5454478-F466-4009-8A5F-694542F593B2}"/>
              </a:ext>
            </a:extLst>
          </p:cNvPr>
          <p:cNvSpPr>
            <a:spLocks xmlns:a="http://schemas.openxmlformats.org/drawingml/2006/main" noGrp="1"/>
          </p:cNvSpPr>
          <p:nvPr/>
        </p:nvSpPr>
        <p:spPr>
          <a:xfrm xmlns:a="http://schemas.openxmlformats.org/drawingml/2006/main" rot="0">
            <a:off x="5730688" y="134449"/>
            <a:ext cx="539444" cy="572354"/>
          </a:xfrm>
          <a:custGeom xmlns:a="http://schemas.openxmlformats.org/drawingml/2006/main">
            <a:pathLst>
              <a:path w="539444" h="572354">
                <a:moveTo>
                  <a:pt x="0" y="303214"/>
                </a:moveTo>
                <a:cubicBezTo>
                  <a:pt x="0" y="152668"/>
                  <a:pt x="81285" y="4290"/>
                  <a:pt x="135663" y="2137"/>
                </a:cubicBezTo>
                <a:cubicBezTo>
                  <a:pt x="190009" y="0"/>
                  <a:pt x="217513" y="144134"/>
                  <a:pt x="271340" y="287246"/>
                </a:cubicBezTo>
                <a:cubicBezTo>
                  <a:pt x="325185" y="430342"/>
                  <a:pt x="405369" y="572354"/>
                  <a:pt x="539444" y="572354"/>
                </a:cubicBezTo>
              </a:path>
            </a:pathLst>
          </a:custGeom>
          <a:noFill xmlns:a="http://schemas.openxmlformats.org/drawingml/2006/main"/>
          <a:ln xmlns:a="http://schemas.openxmlformats.org/drawingml/2006/main" w="11787">
            <a:solidFill>
              <a:srgbClr val="B7B7B7"/>
            </a:solidFill>
            <a:prstDash val="dash"/>
          </a:ln>
        </p:spPr>
      </p:sp>
      <p:sp>
        <p:nvSpPr>
          <p:cNvPr id="117" name="deep-skill-chaining-source-component-2-gradient-base-0">
            <a:extLst xmlns:a="http://schemas.openxmlformats.org/drawingml/2006/main">
              <a:ext uri="{FF2B5EF4-FFF2-40B4-BE49-F238E27FC236}">
                <a16:creationId xmlns:a16="http://schemas.microsoft.com/office/drawing/2014/main" id="{BA52C14F-E9C4-4698-A689-BFA765FB2D72}"/>
              </a:ext>
            </a:extLst>
          </p:cNvPr>
          <p:cNvSpPr>
            <a:spLocks xmlns:a="http://schemas.openxmlformats.org/drawingml/2006/main" noGrp="1"/>
          </p:cNvSpPr>
          <p:nvPr/>
        </p:nvSpPr>
        <p:spPr>
          <a:xfrm xmlns:a="http://schemas.openxmlformats.org/drawingml/2006/main" rot="0">
            <a:off x="10193810" y="733085"/>
            <a:ext cx="1188330" cy="792647"/>
          </a:xfrm>
          <a:custGeom xmlns:a="http://schemas.openxmlformats.org/drawingml/2006/main">
            <a:pathLst>
              <a:path w="1188330" h="792647">
                <a:moveTo>
                  <a:pt x="498179" y="5103"/>
                </a:moveTo>
                <a:lnTo>
                  <a:pt x="507527" y="3464"/>
                </a:lnTo>
                <a:lnTo>
                  <a:pt x="517052" y="2362"/>
                </a:lnTo>
                <a:lnTo>
                  <a:pt x="526577" y="1473"/>
                </a:lnTo>
                <a:lnTo>
                  <a:pt x="536102" y="975"/>
                </a:lnTo>
                <a:lnTo>
                  <a:pt x="545627" y="680"/>
                </a:lnTo>
                <a:lnTo>
                  <a:pt x="555152" y="596"/>
                </a:lnTo>
                <a:lnTo>
                  <a:pt x="564677" y="340"/>
                </a:lnTo>
                <a:lnTo>
                  <a:pt x="574202" y="283"/>
                </a:lnTo>
                <a:lnTo>
                  <a:pt x="583727" y="0"/>
                </a:lnTo>
                <a:lnTo>
                  <a:pt x="593252" y="0"/>
                </a:lnTo>
                <a:lnTo>
                  <a:pt x="602777" y="0"/>
                </a:lnTo>
                <a:lnTo>
                  <a:pt x="612302" y="186"/>
                </a:lnTo>
                <a:lnTo>
                  <a:pt x="621827" y="340"/>
                </a:lnTo>
                <a:lnTo>
                  <a:pt x="631352" y="514"/>
                </a:lnTo>
                <a:lnTo>
                  <a:pt x="640877" y="680"/>
                </a:lnTo>
                <a:lnTo>
                  <a:pt x="650402" y="881"/>
                </a:lnTo>
                <a:lnTo>
                  <a:pt x="659927" y="1306"/>
                </a:lnTo>
                <a:lnTo>
                  <a:pt x="669452" y="2142"/>
                </a:lnTo>
                <a:lnTo>
                  <a:pt x="678977" y="3168"/>
                </a:lnTo>
                <a:lnTo>
                  <a:pt x="688502" y="4709"/>
                </a:lnTo>
                <a:lnTo>
                  <a:pt x="690685" y="5103"/>
                </a:lnTo>
                <a:lnTo>
                  <a:pt x="698027" y="6310"/>
                </a:lnTo>
                <a:lnTo>
                  <a:pt x="707552" y="7648"/>
                </a:lnTo>
                <a:lnTo>
                  <a:pt x="717077" y="8704"/>
                </a:lnTo>
                <a:lnTo>
                  <a:pt x="726602" y="9768"/>
                </a:lnTo>
                <a:lnTo>
                  <a:pt x="736127" y="10673"/>
                </a:lnTo>
                <a:lnTo>
                  <a:pt x="745652" y="12123"/>
                </a:lnTo>
                <a:lnTo>
                  <a:pt x="755177" y="14445"/>
                </a:lnTo>
                <a:lnTo>
                  <a:pt x="755706" y="14628"/>
                </a:lnTo>
                <a:lnTo>
                  <a:pt x="764702" y="17009"/>
                </a:lnTo>
                <a:lnTo>
                  <a:pt x="774227" y="18633"/>
                </a:lnTo>
                <a:lnTo>
                  <a:pt x="783752" y="19885"/>
                </a:lnTo>
                <a:lnTo>
                  <a:pt x="793277" y="21771"/>
                </a:lnTo>
                <a:lnTo>
                  <a:pt x="800139" y="24153"/>
                </a:lnTo>
                <a:lnTo>
                  <a:pt x="802802" y="25244"/>
                </a:lnTo>
                <a:lnTo>
                  <a:pt x="812327" y="27725"/>
                </a:lnTo>
                <a:lnTo>
                  <a:pt x="821852" y="29346"/>
                </a:lnTo>
                <a:lnTo>
                  <a:pt x="831377" y="31791"/>
                </a:lnTo>
                <a:lnTo>
                  <a:pt x="835036" y="33678"/>
                </a:lnTo>
                <a:lnTo>
                  <a:pt x="840902" y="36380"/>
                </a:lnTo>
                <a:lnTo>
                  <a:pt x="850427" y="38542"/>
                </a:lnTo>
                <a:lnTo>
                  <a:pt x="859952" y="40950"/>
                </a:lnTo>
                <a:lnTo>
                  <a:pt x="864541" y="43203"/>
                </a:lnTo>
                <a:lnTo>
                  <a:pt x="869477" y="45584"/>
                </a:lnTo>
                <a:lnTo>
                  <a:pt x="879002" y="48006"/>
                </a:lnTo>
                <a:lnTo>
                  <a:pt x="888527" y="51140"/>
                </a:lnTo>
                <a:lnTo>
                  <a:pt x="890863" y="52728"/>
                </a:lnTo>
                <a:lnTo>
                  <a:pt x="898052" y="56357"/>
                </a:lnTo>
                <a:lnTo>
                  <a:pt x="907577" y="58681"/>
                </a:lnTo>
                <a:lnTo>
                  <a:pt x="914721" y="62253"/>
                </a:lnTo>
                <a:lnTo>
                  <a:pt x="917102" y="63840"/>
                </a:lnTo>
                <a:lnTo>
                  <a:pt x="926627" y="67185"/>
                </a:lnTo>
                <a:lnTo>
                  <a:pt x="936152" y="71740"/>
                </a:lnTo>
                <a:lnTo>
                  <a:pt x="936194" y="71778"/>
                </a:lnTo>
                <a:lnTo>
                  <a:pt x="945677" y="76626"/>
                </a:lnTo>
                <a:lnTo>
                  <a:pt x="955202" y="81265"/>
                </a:lnTo>
                <a:lnTo>
                  <a:pt x="955244" y="81303"/>
                </a:lnTo>
                <a:lnTo>
                  <a:pt x="964727" y="86173"/>
                </a:lnTo>
                <a:lnTo>
                  <a:pt x="973052" y="90828"/>
                </a:lnTo>
                <a:lnTo>
                  <a:pt x="974252" y="91860"/>
                </a:lnTo>
                <a:lnTo>
                  <a:pt x="983777" y="96566"/>
                </a:lnTo>
                <a:lnTo>
                  <a:pt x="988953" y="100353"/>
                </a:lnTo>
                <a:lnTo>
                  <a:pt x="993302" y="103699"/>
                </a:lnTo>
                <a:lnTo>
                  <a:pt x="1002827" y="107849"/>
                </a:lnTo>
                <a:lnTo>
                  <a:pt x="1005175" y="109878"/>
                </a:lnTo>
                <a:lnTo>
                  <a:pt x="1012352" y="114595"/>
                </a:lnTo>
                <a:lnTo>
                  <a:pt x="1018833" y="119403"/>
                </a:lnTo>
                <a:lnTo>
                  <a:pt x="1021877" y="122105"/>
                </a:lnTo>
                <a:lnTo>
                  <a:pt x="1031402" y="127340"/>
                </a:lnTo>
                <a:lnTo>
                  <a:pt x="1033066" y="128928"/>
                </a:lnTo>
                <a:lnTo>
                  <a:pt x="1040927" y="134724"/>
                </a:lnTo>
                <a:lnTo>
                  <a:pt x="1045321" y="138453"/>
                </a:lnTo>
                <a:lnTo>
                  <a:pt x="1050452" y="142699"/>
                </a:lnTo>
                <a:lnTo>
                  <a:pt x="1056611" y="147978"/>
                </a:lnTo>
                <a:lnTo>
                  <a:pt x="1059977" y="151179"/>
                </a:lnTo>
                <a:lnTo>
                  <a:pt x="1067256" y="157503"/>
                </a:lnTo>
                <a:lnTo>
                  <a:pt x="1069502" y="159681"/>
                </a:lnTo>
                <a:lnTo>
                  <a:pt x="1079027" y="166990"/>
                </a:lnTo>
                <a:lnTo>
                  <a:pt x="1079065" y="167028"/>
                </a:lnTo>
                <a:lnTo>
                  <a:pt x="1088552" y="176515"/>
                </a:lnTo>
                <a:lnTo>
                  <a:pt x="1088590" y="176553"/>
                </a:lnTo>
                <a:lnTo>
                  <a:pt x="1097045" y="186078"/>
                </a:lnTo>
                <a:lnTo>
                  <a:pt x="1098077" y="187125"/>
                </a:lnTo>
                <a:lnTo>
                  <a:pt x="1105278" y="195603"/>
                </a:lnTo>
                <a:lnTo>
                  <a:pt x="1107602" y="197999"/>
                </a:lnTo>
                <a:lnTo>
                  <a:pt x="1113874" y="205128"/>
                </a:lnTo>
                <a:lnTo>
                  <a:pt x="1117127" y="208671"/>
                </a:lnTo>
                <a:lnTo>
                  <a:pt x="1121935" y="214653"/>
                </a:lnTo>
                <a:lnTo>
                  <a:pt x="1126652" y="220814"/>
                </a:lnTo>
                <a:lnTo>
                  <a:pt x="1129593" y="224178"/>
                </a:lnTo>
                <a:lnTo>
                  <a:pt x="1135145" y="233703"/>
                </a:lnTo>
                <a:lnTo>
                  <a:pt x="1136177" y="234788"/>
                </a:lnTo>
                <a:lnTo>
                  <a:pt x="1141669" y="243228"/>
                </a:lnTo>
                <a:lnTo>
                  <a:pt x="1145702" y="249472"/>
                </a:lnTo>
                <a:lnTo>
                  <a:pt x="1148248" y="252753"/>
                </a:lnTo>
                <a:lnTo>
                  <a:pt x="1151930" y="262278"/>
                </a:lnTo>
                <a:lnTo>
                  <a:pt x="1155227" y="266870"/>
                </a:lnTo>
                <a:lnTo>
                  <a:pt x="1158697" y="271803"/>
                </a:lnTo>
                <a:lnTo>
                  <a:pt x="1161757" y="281328"/>
                </a:lnTo>
                <a:lnTo>
                  <a:pt x="1164752" y="287014"/>
                </a:lnTo>
                <a:lnTo>
                  <a:pt x="1167005" y="290853"/>
                </a:lnTo>
                <a:lnTo>
                  <a:pt x="1169806" y="300378"/>
                </a:lnTo>
                <a:lnTo>
                  <a:pt x="1173070" y="309903"/>
                </a:lnTo>
                <a:lnTo>
                  <a:pt x="1174277" y="311905"/>
                </a:lnTo>
                <a:lnTo>
                  <a:pt x="1177638" y="319428"/>
                </a:lnTo>
                <a:lnTo>
                  <a:pt x="1179262" y="328953"/>
                </a:lnTo>
                <a:lnTo>
                  <a:pt x="1180950" y="338478"/>
                </a:lnTo>
                <a:lnTo>
                  <a:pt x="1183408" y="348003"/>
                </a:lnTo>
                <a:lnTo>
                  <a:pt x="1183802" y="349167"/>
                </a:lnTo>
                <a:lnTo>
                  <a:pt x="1186055" y="357528"/>
                </a:lnTo>
                <a:lnTo>
                  <a:pt x="1187163" y="367053"/>
                </a:lnTo>
                <a:lnTo>
                  <a:pt x="1187906" y="376578"/>
                </a:lnTo>
                <a:lnTo>
                  <a:pt x="1188159" y="386103"/>
                </a:lnTo>
                <a:lnTo>
                  <a:pt x="1188330" y="395628"/>
                </a:lnTo>
                <a:lnTo>
                  <a:pt x="1188203" y="405153"/>
                </a:lnTo>
                <a:lnTo>
                  <a:pt x="1187977" y="414678"/>
                </a:lnTo>
                <a:lnTo>
                  <a:pt x="1187315" y="424203"/>
                </a:lnTo>
                <a:lnTo>
                  <a:pt x="1186348" y="433728"/>
                </a:lnTo>
                <a:lnTo>
                  <a:pt x="1183985" y="443253"/>
                </a:lnTo>
                <a:lnTo>
                  <a:pt x="1183802" y="443749"/>
                </a:lnTo>
                <a:lnTo>
                  <a:pt x="1181297" y="452778"/>
                </a:lnTo>
                <a:lnTo>
                  <a:pt x="1179539" y="462303"/>
                </a:lnTo>
                <a:lnTo>
                  <a:pt x="1178047" y="471828"/>
                </a:lnTo>
                <a:lnTo>
                  <a:pt x="1174315" y="481353"/>
                </a:lnTo>
                <a:lnTo>
                  <a:pt x="1174277" y="481403"/>
                </a:lnTo>
                <a:lnTo>
                  <a:pt x="1170229" y="490878"/>
                </a:lnTo>
                <a:lnTo>
                  <a:pt x="1167748" y="500403"/>
                </a:lnTo>
                <a:lnTo>
                  <a:pt x="1164752" y="506089"/>
                </a:lnTo>
                <a:lnTo>
                  <a:pt x="1162499" y="509928"/>
                </a:lnTo>
                <a:lnTo>
                  <a:pt x="1159370" y="519453"/>
                </a:lnTo>
                <a:lnTo>
                  <a:pt x="1155227" y="525953"/>
                </a:lnTo>
                <a:lnTo>
                  <a:pt x="1152804" y="528978"/>
                </a:lnTo>
                <a:lnTo>
                  <a:pt x="1149203" y="538503"/>
                </a:lnTo>
                <a:lnTo>
                  <a:pt x="1145702" y="543503"/>
                </a:lnTo>
                <a:lnTo>
                  <a:pt x="1142420" y="548028"/>
                </a:lnTo>
                <a:lnTo>
                  <a:pt x="1137384" y="557553"/>
                </a:lnTo>
                <a:lnTo>
                  <a:pt x="1136177" y="558839"/>
                </a:lnTo>
                <a:lnTo>
                  <a:pt x="1130617" y="567078"/>
                </a:lnTo>
                <a:lnTo>
                  <a:pt x="1126652" y="571926"/>
                </a:lnTo>
                <a:lnTo>
                  <a:pt x="1122790" y="576603"/>
                </a:lnTo>
                <a:lnTo>
                  <a:pt x="1117127" y="584242"/>
                </a:lnTo>
                <a:lnTo>
                  <a:pt x="1115338" y="586128"/>
                </a:lnTo>
                <a:lnTo>
                  <a:pt x="1107602" y="595542"/>
                </a:lnTo>
                <a:lnTo>
                  <a:pt x="1107492" y="595653"/>
                </a:lnTo>
                <a:lnTo>
                  <a:pt x="1099560" y="605178"/>
                </a:lnTo>
                <a:lnTo>
                  <a:pt x="1098077" y="606690"/>
                </a:lnTo>
                <a:lnTo>
                  <a:pt x="1091019" y="614703"/>
                </a:lnTo>
                <a:lnTo>
                  <a:pt x="1088552" y="617199"/>
                </a:lnTo>
                <a:lnTo>
                  <a:pt x="1081120" y="624228"/>
                </a:lnTo>
                <a:lnTo>
                  <a:pt x="1079027" y="626269"/>
                </a:lnTo>
                <a:lnTo>
                  <a:pt x="1070660" y="633753"/>
                </a:lnTo>
                <a:lnTo>
                  <a:pt x="1069502" y="634902"/>
                </a:lnTo>
                <a:lnTo>
                  <a:pt x="1059977" y="641958"/>
                </a:lnTo>
                <a:lnTo>
                  <a:pt x="1058631" y="643278"/>
                </a:lnTo>
                <a:lnTo>
                  <a:pt x="1050452" y="649866"/>
                </a:lnTo>
                <a:lnTo>
                  <a:pt x="1047169" y="652803"/>
                </a:lnTo>
                <a:lnTo>
                  <a:pt x="1040927" y="657657"/>
                </a:lnTo>
                <a:lnTo>
                  <a:pt x="1035068" y="662328"/>
                </a:lnTo>
                <a:lnTo>
                  <a:pt x="1031402" y="665545"/>
                </a:lnTo>
                <a:lnTo>
                  <a:pt x="1021915" y="671853"/>
                </a:lnTo>
                <a:lnTo>
                  <a:pt x="1021877" y="671890"/>
                </a:lnTo>
                <a:lnTo>
                  <a:pt x="1012352" y="677812"/>
                </a:lnTo>
                <a:lnTo>
                  <a:pt x="1007653" y="681378"/>
                </a:lnTo>
                <a:lnTo>
                  <a:pt x="1002827" y="685003"/>
                </a:lnTo>
                <a:lnTo>
                  <a:pt x="993302" y="689811"/>
                </a:lnTo>
                <a:lnTo>
                  <a:pt x="992074" y="690903"/>
                </a:lnTo>
                <a:lnTo>
                  <a:pt x="983777" y="695797"/>
                </a:lnTo>
                <a:lnTo>
                  <a:pt x="976442" y="700428"/>
                </a:lnTo>
                <a:lnTo>
                  <a:pt x="974252" y="702315"/>
                </a:lnTo>
                <a:lnTo>
                  <a:pt x="964727" y="706259"/>
                </a:lnTo>
                <a:lnTo>
                  <a:pt x="958947" y="709953"/>
                </a:lnTo>
                <a:lnTo>
                  <a:pt x="955202" y="712693"/>
                </a:lnTo>
                <a:lnTo>
                  <a:pt x="945677" y="715784"/>
                </a:lnTo>
                <a:lnTo>
                  <a:pt x="939897" y="719478"/>
                </a:lnTo>
                <a:lnTo>
                  <a:pt x="936152" y="722218"/>
                </a:lnTo>
                <a:lnTo>
                  <a:pt x="926627" y="725038"/>
                </a:lnTo>
                <a:lnTo>
                  <a:pt x="918430" y="729003"/>
                </a:lnTo>
                <a:lnTo>
                  <a:pt x="917102" y="729975"/>
                </a:lnTo>
                <a:lnTo>
                  <a:pt x="907577" y="733597"/>
                </a:lnTo>
                <a:lnTo>
                  <a:pt x="898052" y="736940"/>
                </a:lnTo>
                <a:lnTo>
                  <a:pt x="895671" y="738528"/>
                </a:lnTo>
                <a:lnTo>
                  <a:pt x="888527" y="742100"/>
                </a:lnTo>
                <a:lnTo>
                  <a:pt x="879002" y="744311"/>
                </a:lnTo>
                <a:lnTo>
                  <a:pt x="870073" y="748053"/>
                </a:lnTo>
                <a:lnTo>
                  <a:pt x="869477" y="748447"/>
                </a:lnTo>
                <a:lnTo>
                  <a:pt x="859952" y="751929"/>
                </a:lnTo>
                <a:lnTo>
                  <a:pt x="850427" y="754006"/>
                </a:lnTo>
                <a:lnTo>
                  <a:pt x="840964" y="757578"/>
                </a:lnTo>
                <a:lnTo>
                  <a:pt x="840902" y="757615"/>
                </a:lnTo>
                <a:lnTo>
                  <a:pt x="831377" y="761401"/>
                </a:lnTo>
                <a:lnTo>
                  <a:pt x="821852" y="763024"/>
                </a:lnTo>
                <a:lnTo>
                  <a:pt x="812327" y="765515"/>
                </a:lnTo>
                <a:lnTo>
                  <a:pt x="808279" y="767103"/>
                </a:lnTo>
                <a:lnTo>
                  <a:pt x="802802" y="769131"/>
                </a:lnTo>
                <a:lnTo>
                  <a:pt x="793277" y="771132"/>
                </a:lnTo>
                <a:lnTo>
                  <a:pt x="783752" y="772315"/>
                </a:lnTo>
                <a:lnTo>
                  <a:pt x="774227" y="774163"/>
                </a:lnTo>
                <a:lnTo>
                  <a:pt x="766076" y="776628"/>
                </a:lnTo>
                <a:lnTo>
                  <a:pt x="764702" y="777157"/>
                </a:lnTo>
                <a:lnTo>
                  <a:pt x="755177" y="779330"/>
                </a:lnTo>
                <a:lnTo>
                  <a:pt x="745652" y="780682"/>
                </a:lnTo>
                <a:lnTo>
                  <a:pt x="736127" y="781607"/>
                </a:lnTo>
                <a:lnTo>
                  <a:pt x="726602" y="782670"/>
                </a:lnTo>
                <a:lnTo>
                  <a:pt x="717077" y="784413"/>
                </a:lnTo>
                <a:lnTo>
                  <a:pt x="708029" y="786153"/>
                </a:lnTo>
                <a:lnTo>
                  <a:pt x="707552" y="786263"/>
                </a:lnTo>
                <a:lnTo>
                  <a:pt x="698027" y="787942"/>
                </a:lnTo>
                <a:lnTo>
                  <a:pt x="688502" y="788968"/>
                </a:lnTo>
                <a:lnTo>
                  <a:pt x="678977" y="789895"/>
                </a:lnTo>
                <a:lnTo>
                  <a:pt x="669452" y="790488"/>
                </a:lnTo>
                <a:lnTo>
                  <a:pt x="659927" y="791050"/>
                </a:lnTo>
                <a:lnTo>
                  <a:pt x="650402" y="791343"/>
                </a:lnTo>
                <a:lnTo>
                  <a:pt x="640877" y="791648"/>
                </a:lnTo>
                <a:lnTo>
                  <a:pt x="631352" y="791775"/>
                </a:lnTo>
                <a:lnTo>
                  <a:pt x="621827" y="792106"/>
                </a:lnTo>
                <a:lnTo>
                  <a:pt x="612302" y="792286"/>
                </a:lnTo>
                <a:lnTo>
                  <a:pt x="602777" y="792647"/>
                </a:lnTo>
                <a:lnTo>
                  <a:pt x="593252" y="792647"/>
                </a:lnTo>
                <a:lnTo>
                  <a:pt x="583727" y="792647"/>
                </a:lnTo>
                <a:lnTo>
                  <a:pt x="574202" y="792165"/>
                </a:lnTo>
                <a:lnTo>
                  <a:pt x="564677" y="792106"/>
                </a:lnTo>
                <a:lnTo>
                  <a:pt x="555152" y="791673"/>
                </a:lnTo>
                <a:lnTo>
                  <a:pt x="545627" y="791648"/>
                </a:lnTo>
                <a:lnTo>
                  <a:pt x="536102" y="791255"/>
                </a:lnTo>
                <a:lnTo>
                  <a:pt x="526577" y="790915"/>
                </a:lnTo>
                <a:lnTo>
                  <a:pt x="517052" y="790374"/>
                </a:lnTo>
                <a:lnTo>
                  <a:pt x="507527" y="789666"/>
                </a:lnTo>
                <a:lnTo>
                  <a:pt x="498002" y="788816"/>
                </a:lnTo>
                <a:lnTo>
                  <a:pt x="488477" y="787527"/>
                </a:lnTo>
                <a:lnTo>
                  <a:pt x="479945" y="786153"/>
                </a:lnTo>
                <a:lnTo>
                  <a:pt x="478952" y="785970"/>
                </a:lnTo>
                <a:lnTo>
                  <a:pt x="469427" y="783856"/>
                </a:lnTo>
                <a:lnTo>
                  <a:pt x="459902" y="782383"/>
                </a:lnTo>
                <a:lnTo>
                  <a:pt x="450377" y="781390"/>
                </a:lnTo>
                <a:lnTo>
                  <a:pt x="440852" y="780397"/>
                </a:lnTo>
                <a:lnTo>
                  <a:pt x="431327" y="778924"/>
                </a:lnTo>
                <a:lnTo>
                  <a:pt x="422755" y="776628"/>
                </a:lnTo>
                <a:lnTo>
                  <a:pt x="421802" y="776303"/>
                </a:lnTo>
                <a:lnTo>
                  <a:pt x="412277" y="773632"/>
                </a:lnTo>
                <a:lnTo>
                  <a:pt x="402752" y="771946"/>
                </a:lnTo>
                <a:lnTo>
                  <a:pt x="393227" y="770133"/>
                </a:lnTo>
                <a:lnTo>
                  <a:pt x="383702" y="767140"/>
                </a:lnTo>
                <a:lnTo>
                  <a:pt x="383623" y="767103"/>
                </a:lnTo>
                <a:lnTo>
                  <a:pt x="374177" y="764072"/>
                </a:lnTo>
                <a:lnTo>
                  <a:pt x="364652" y="762480"/>
                </a:lnTo>
                <a:lnTo>
                  <a:pt x="355127" y="760318"/>
                </a:lnTo>
                <a:lnTo>
                  <a:pt x="349356" y="757578"/>
                </a:lnTo>
                <a:lnTo>
                  <a:pt x="345602" y="755596"/>
                </a:lnTo>
                <a:lnTo>
                  <a:pt x="336077" y="753183"/>
                </a:lnTo>
                <a:lnTo>
                  <a:pt x="326552" y="751350"/>
                </a:lnTo>
                <a:lnTo>
                  <a:pt x="318712" y="748053"/>
                </a:lnTo>
                <a:lnTo>
                  <a:pt x="317027" y="747080"/>
                </a:lnTo>
                <a:lnTo>
                  <a:pt x="307502" y="743737"/>
                </a:lnTo>
                <a:lnTo>
                  <a:pt x="297977" y="740909"/>
                </a:lnTo>
                <a:lnTo>
                  <a:pt x="294009" y="738528"/>
                </a:lnTo>
                <a:lnTo>
                  <a:pt x="288452" y="735497"/>
                </a:lnTo>
                <a:lnTo>
                  <a:pt x="278927" y="733001"/>
                </a:lnTo>
                <a:lnTo>
                  <a:pt x="270383" y="729003"/>
                </a:lnTo>
                <a:lnTo>
                  <a:pt x="269402" y="728278"/>
                </a:lnTo>
                <a:lnTo>
                  <a:pt x="259877" y="724326"/>
                </a:lnTo>
                <a:lnTo>
                  <a:pt x="250352" y="719515"/>
                </a:lnTo>
                <a:lnTo>
                  <a:pt x="250309" y="719478"/>
                </a:lnTo>
                <a:lnTo>
                  <a:pt x="240827" y="714801"/>
                </a:lnTo>
                <a:lnTo>
                  <a:pt x="231302" y="709990"/>
                </a:lnTo>
                <a:lnTo>
                  <a:pt x="231259" y="709953"/>
                </a:lnTo>
                <a:lnTo>
                  <a:pt x="221777" y="705339"/>
                </a:lnTo>
                <a:lnTo>
                  <a:pt x="212610" y="700428"/>
                </a:lnTo>
                <a:lnTo>
                  <a:pt x="212252" y="700103"/>
                </a:lnTo>
                <a:lnTo>
                  <a:pt x="202727" y="694837"/>
                </a:lnTo>
                <a:lnTo>
                  <a:pt x="197262" y="690903"/>
                </a:lnTo>
                <a:lnTo>
                  <a:pt x="193202" y="687736"/>
                </a:lnTo>
                <a:lnTo>
                  <a:pt x="183677" y="683631"/>
                </a:lnTo>
                <a:lnTo>
                  <a:pt x="181009" y="681378"/>
                </a:lnTo>
                <a:lnTo>
                  <a:pt x="174152" y="676774"/>
                </a:lnTo>
                <a:lnTo>
                  <a:pt x="167611" y="671853"/>
                </a:lnTo>
                <a:lnTo>
                  <a:pt x="164627" y="669174"/>
                </a:lnTo>
                <a:lnTo>
                  <a:pt x="155102" y="663477"/>
                </a:lnTo>
                <a:lnTo>
                  <a:pt x="153894" y="662328"/>
                </a:lnTo>
                <a:lnTo>
                  <a:pt x="145577" y="656560"/>
                </a:lnTo>
                <a:lnTo>
                  <a:pt x="141153" y="652803"/>
                </a:lnTo>
                <a:lnTo>
                  <a:pt x="136052" y="648449"/>
                </a:lnTo>
                <a:lnTo>
                  <a:pt x="130332" y="643278"/>
                </a:lnTo>
                <a:lnTo>
                  <a:pt x="126527" y="639693"/>
                </a:lnTo>
                <a:lnTo>
                  <a:pt x="119769" y="633753"/>
                </a:lnTo>
                <a:lnTo>
                  <a:pt x="117002" y="631067"/>
                </a:lnTo>
                <a:lnTo>
                  <a:pt x="109314" y="624228"/>
                </a:lnTo>
                <a:lnTo>
                  <a:pt x="107477" y="622438"/>
                </a:lnTo>
                <a:lnTo>
                  <a:pt x="99044" y="614703"/>
                </a:lnTo>
                <a:lnTo>
                  <a:pt x="97952" y="613596"/>
                </a:lnTo>
                <a:lnTo>
                  <a:pt x="90708" y="605178"/>
                </a:lnTo>
                <a:lnTo>
                  <a:pt x="88427" y="602826"/>
                </a:lnTo>
                <a:lnTo>
                  <a:pt x="82121" y="595653"/>
                </a:lnTo>
                <a:lnTo>
                  <a:pt x="78902" y="592343"/>
                </a:lnTo>
                <a:lnTo>
                  <a:pt x="73261" y="586128"/>
                </a:lnTo>
                <a:lnTo>
                  <a:pt x="69377" y="581593"/>
                </a:lnTo>
                <a:lnTo>
                  <a:pt x="65312" y="576603"/>
                </a:lnTo>
                <a:lnTo>
                  <a:pt x="59852" y="568884"/>
                </a:lnTo>
                <a:lnTo>
                  <a:pt x="58162" y="567078"/>
                </a:lnTo>
                <a:lnTo>
                  <a:pt x="52832" y="557553"/>
                </a:lnTo>
                <a:lnTo>
                  <a:pt x="50327" y="554738"/>
                </a:lnTo>
                <a:lnTo>
                  <a:pt x="45630" y="548028"/>
                </a:lnTo>
                <a:lnTo>
                  <a:pt x="40802" y="539251"/>
                </a:lnTo>
                <a:lnTo>
                  <a:pt x="40142" y="538503"/>
                </a:lnTo>
                <a:lnTo>
                  <a:pt x="35645" y="528978"/>
                </a:lnTo>
                <a:lnTo>
                  <a:pt x="31277" y="521905"/>
                </a:lnTo>
                <a:lnTo>
                  <a:pt x="29249" y="519453"/>
                </a:lnTo>
                <a:lnTo>
                  <a:pt x="25983" y="509928"/>
                </a:lnTo>
                <a:lnTo>
                  <a:pt x="21935" y="500403"/>
                </a:lnTo>
                <a:lnTo>
                  <a:pt x="21752" y="500152"/>
                </a:lnTo>
                <a:lnTo>
                  <a:pt x="17729" y="490878"/>
                </a:lnTo>
                <a:lnTo>
                  <a:pt x="15361" y="481353"/>
                </a:lnTo>
                <a:lnTo>
                  <a:pt x="12227" y="474180"/>
                </a:lnTo>
                <a:lnTo>
                  <a:pt x="10908" y="471828"/>
                </a:lnTo>
                <a:lnTo>
                  <a:pt x="8325" y="462303"/>
                </a:lnTo>
                <a:lnTo>
                  <a:pt x="7059" y="452778"/>
                </a:lnTo>
                <a:lnTo>
                  <a:pt x="5698" y="443253"/>
                </a:lnTo>
                <a:lnTo>
                  <a:pt x="3852" y="433728"/>
                </a:lnTo>
                <a:lnTo>
                  <a:pt x="2702" y="427980"/>
                </a:lnTo>
                <a:lnTo>
                  <a:pt x="1914" y="424203"/>
                </a:lnTo>
                <a:lnTo>
                  <a:pt x="628" y="414678"/>
                </a:lnTo>
                <a:lnTo>
                  <a:pt x="197" y="405153"/>
                </a:lnTo>
                <a:lnTo>
                  <a:pt x="0" y="395628"/>
                </a:lnTo>
                <a:lnTo>
                  <a:pt x="279" y="386103"/>
                </a:lnTo>
                <a:lnTo>
                  <a:pt x="768" y="376578"/>
                </a:lnTo>
                <a:lnTo>
                  <a:pt x="2240" y="367053"/>
                </a:lnTo>
                <a:lnTo>
                  <a:pt x="2702" y="365056"/>
                </a:lnTo>
                <a:lnTo>
                  <a:pt x="4238" y="357528"/>
                </a:lnTo>
                <a:lnTo>
                  <a:pt x="5999" y="348003"/>
                </a:lnTo>
                <a:lnTo>
                  <a:pt x="7247" y="338478"/>
                </a:lnTo>
                <a:lnTo>
                  <a:pt x="8655" y="328953"/>
                </a:lnTo>
                <a:lnTo>
                  <a:pt x="11765" y="319428"/>
                </a:lnTo>
                <a:lnTo>
                  <a:pt x="12227" y="318732"/>
                </a:lnTo>
                <a:lnTo>
                  <a:pt x="15969" y="309903"/>
                </a:lnTo>
                <a:lnTo>
                  <a:pt x="18180" y="300378"/>
                </a:lnTo>
                <a:lnTo>
                  <a:pt x="21752" y="292942"/>
                </a:lnTo>
                <a:lnTo>
                  <a:pt x="23127" y="290853"/>
                </a:lnTo>
                <a:lnTo>
                  <a:pt x="26370" y="281328"/>
                </a:lnTo>
                <a:lnTo>
                  <a:pt x="30617" y="271803"/>
                </a:lnTo>
                <a:lnTo>
                  <a:pt x="31277" y="271055"/>
                </a:lnTo>
                <a:lnTo>
                  <a:pt x="36127" y="262278"/>
                </a:lnTo>
                <a:lnTo>
                  <a:pt x="40802" y="253953"/>
                </a:lnTo>
                <a:lnTo>
                  <a:pt x="41835" y="252753"/>
                </a:lnTo>
                <a:lnTo>
                  <a:pt x="46287" y="243228"/>
                </a:lnTo>
                <a:lnTo>
                  <a:pt x="50327" y="238092"/>
                </a:lnTo>
                <a:lnTo>
                  <a:pt x="54007" y="233703"/>
                </a:lnTo>
                <a:lnTo>
                  <a:pt x="59852" y="224661"/>
                </a:lnTo>
                <a:lnTo>
                  <a:pt x="60314" y="224178"/>
                </a:lnTo>
                <a:lnTo>
                  <a:pt x="66245" y="214653"/>
                </a:lnTo>
                <a:lnTo>
                  <a:pt x="69377" y="211059"/>
                </a:lnTo>
                <a:lnTo>
                  <a:pt x="74211" y="205128"/>
                </a:lnTo>
                <a:lnTo>
                  <a:pt x="78902" y="200164"/>
                </a:lnTo>
                <a:lnTo>
                  <a:pt x="83300" y="195603"/>
                </a:lnTo>
                <a:lnTo>
                  <a:pt x="88427" y="189989"/>
                </a:lnTo>
                <a:lnTo>
                  <a:pt x="92131" y="186078"/>
                </a:lnTo>
                <a:lnTo>
                  <a:pt x="97952" y="179606"/>
                </a:lnTo>
                <a:lnTo>
                  <a:pt x="100919" y="176553"/>
                </a:lnTo>
                <a:lnTo>
                  <a:pt x="107477" y="170315"/>
                </a:lnTo>
                <a:lnTo>
                  <a:pt x="110914" y="167028"/>
                </a:lnTo>
                <a:lnTo>
                  <a:pt x="117002" y="161561"/>
                </a:lnTo>
                <a:lnTo>
                  <a:pt x="121348" y="157503"/>
                </a:lnTo>
                <a:lnTo>
                  <a:pt x="126527" y="152667"/>
                </a:lnTo>
                <a:lnTo>
                  <a:pt x="131550" y="147978"/>
                </a:lnTo>
                <a:lnTo>
                  <a:pt x="136052" y="143879"/>
                </a:lnTo>
                <a:lnTo>
                  <a:pt x="143275" y="138453"/>
                </a:lnTo>
                <a:lnTo>
                  <a:pt x="145577" y="136333"/>
                </a:lnTo>
                <a:lnTo>
                  <a:pt x="155102" y="130910"/>
                </a:lnTo>
                <a:lnTo>
                  <a:pt x="157230" y="128928"/>
                </a:lnTo>
                <a:lnTo>
                  <a:pt x="164627" y="123461"/>
                </a:lnTo>
                <a:lnTo>
                  <a:pt x="169532" y="119403"/>
                </a:lnTo>
                <a:lnTo>
                  <a:pt x="174152" y="115597"/>
                </a:lnTo>
                <a:lnTo>
                  <a:pt x="183677" y="110969"/>
                </a:lnTo>
                <a:lnTo>
                  <a:pt x="184877" y="109878"/>
                </a:lnTo>
                <a:lnTo>
                  <a:pt x="193202" y="104805"/>
                </a:lnTo>
                <a:lnTo>
                  <a:pt x="200293" y="100353"/>
                </a:lnTo>
                <a:lnTo>
                  <a:pt x="202727" y="98324"/>
                </a:lnTo>
                <a:lnTo>
                  <a:pt x="212252" y="93606"/>
                </a:lnTo>
                <a:lnTo>
                  <a:pt x="215850" y="90828"/>
                </a:lnTo>
                <a:lnTo>
                  <a:pt x="221777" y="86941"/>
                </a:lnTo>
                <a:lnTo>
                  <a:pt x="231302" y="84005"/>
                </a:lnTo>
                <a:lnTo>
                  <a:pt x="235002" y="81303"/>
                </a:lnTo>
                <a:lnTo>
                  <a:pt x="240827" y="77609"/>
                </a:lnTo>
                <a:lnTo>
                  <a:pt x="250352" y="74480"/>
                </a:lnTo>
                <a:lnTo>
                  <a:pt x="254052" y="71778"/>
                </a:lnTo>
                <a:lnTo>
                  <a:pt x="259877" y="68084"/>
                </a:lnTo>
                <a:lnTo>
                  <a:pt x="269402" y="65283"/>
                </a:lnTo>
                <a:lnTo>
                  <a:pt x="274959" y="62253"/>
                </a:lnTo>
                <a:lnTo>
                  <a:pt x="278927" y="59871"/>
                </a:lnTo>
                <a:lnTo>
                  <a:pt x="288452" y="57067"/>
                </a:lnTo>
                <a:lnTo>
                  <a:pt x="297977" y="53323"/>
                </a:lnTo>
                <a:lnTo>
                  <a:pt x="298756" y="52728"/>
                </a:lnTo>
                <a:lnTo>
                  <a:pt x="307502" y="48593"/>
                </a:lnTo>
                <a:lnTo>
                  <a:pt x="317027" y="46302"/>
                </a:lnTo>
                <a:lnTo>
                  <a:pt x="324171" y="43203"/>
                </a:lnTo>
                <a:lnTo>
                  <a:pt x="326552" y="41883"/>
                </a:lnTo>
                <a:lnTo>
                  <a:pt x="336077" y="38986"/>
                </a:lnTo>
                <a:lnTo>
                  <a:pt x="345602" y="37069"/>
                </a:lnTo>
                <a:lnTo>
                  <a:pt x="353791" y="33678"/>
                </a:lnTo>
                <a:lnTo>
                  <a:pt x="355127" y="32890"/>
                </a:lnTo>
                <a:lnTo>
                  <a:pt x="364652" y="29749"/>
                </a:lnTo>
                <a:lnTo>
                  <a:pt x="374177" y="28443"/>
                </a:lnTo>
                <a:lnTo>
                  <a:pt x="383702" y="26534"/>
                </a:lnTo>
                <a:lnTo>
                  <a:pt x="390449" y="24153"/>
                </a:lnTo>
                <a:lnTo>
                  <a:pt x="393227" y="23003"/>
                </a:lnTo>
                <a:lnTo>
                  <a:pt x="402752" y="20581"/>
                </a:lnTo>
                <a:lnTo>
                  <a:pt x="412277" y="18981"/>
                </a:lnTo>
                <a:lnTo>
                  <a:pt x="421802" y="17406"/>
                </a:lnTo>
                <a:lnTo>
                  <a:pt x="431327" y="15223"/>
                </a:lnTo>
                <a:lnTo>
                  <a:pt x="433167" y="14628"/>
                </a:lnTo>
                <a:lnTo>
                  <a:pt x="440852" y="12553"/>
                </a:lnTo>
                <a:lnTo>
                  <a:pt x="450377" y="10998"/>
                </a:lnTo>
                <a:lnTo>
                  <a:pt x="459902" y="9943"/>
                </a:lnTo>
                <a:lnTo>
                  <a:pt x="469427" y="9005"/>
                </a:lnTo>
                <a:lnTo>
                  <a:pt x="478952" y="7843"/>
                </a:lnTo>
                <a:lnTo>
                  <a:pt x="488477" y="6742"/>
                </a:lnTo>
                <a:lnTo>
                  <a:pt x="498002" y="5140"/>
                </a:lnTo>
                <a:lnTo>
                  <a:pt x="498179" y="5103"/>
                </a:lnTo>
                <a:close/>
              </a:path>
            </a:pathLst>
          </a:custGeom>
          <a:solidFill xmlns:a="http://schemas.openxmlformats.org/drawingml/2006/main">
            <a:srgbClr val="888888"/>
          </a:solidFill>
          <a:ln xmlns:a="http://schemas.openxmlformats.org/drawingml/2006/main" w="0">
            <a:noFill/>
            <a:prstDash val="solid"/>
          </a:ln>
        </p:spPr>
      </p:sp>
      <p:sp>
        <p:nvSpPr>
          <p:cNvPr id="118" name="deep-skill-chaining-source-component-2-gradient-144-0">
            <a:extLst xmlns:a="http://schemas.openxmlformats.org/drawingml/2006/main">
              <a:ext uri="{FF2B5EF4-FFF2-40B4-BE49-F238E27FC236}">
                <a16:creationId xmlns:a16="http://schemas.microsoft.com/office/drawing/2014/main" id="{CC6CEE5E-0887-480D-9963-A2BFBE3210B7}"/>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09090"/>
          </a:solidFill>
          <a:ln xmlns:a="http://schemas.openxmlformats.org/drawingml/2006/main" w="0">
            <a:noFill/>
            <a:prstDash val="solid"/>
          </a:ln>
        </p:spPr>
      </p:sp>
      <p:sp>
        <p:nvSpPr>
          <p:cNvPr id="119" name="deep-skill-chaining-source-component-2-gradient-146-0">
            <a:extLst xmlns:a="http://schemas.openxmlformats.org/drawingml/2006/main">
              <a:ext uri="{FF2B5EF4-FFF2-40B4-BE49-F238E27FC236}">
                <a16:creationId xmlns:a16="http://schemas.microsoft.com/office/drawing/2014/main" id="{33DDB716-192D-48AC-AAE4-9F6B4CD9AE64}"/>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29292"/>
          </a:solidFill>
          <a:ln xmlns:a="http://schemas.openxmlformats.org/drawingml/2006/main" w="0">
            <a:noFill/>
            <a:prstDash val="solid"/>
          </a:ln>
        </p:spPr>
      </p:sp>
      <p:sp>
        <p:nvSpPr>
          <p:cNvPr id="120" name="deep-skill-chaining-source-component-2-gradient-148-0">
            <a:extLst xmlns:a="http://schemas.openxmlformats.org/drawingml/2006/main">
              <a:ext uri="{FF2B5EF4-FFF2-40B4-BE49-F238E27FC236}">
                <a16:creationId xmlns:a16="http://schemas.microsoft.com/office/drawing/2014/main" id="{A05D0CB9-7F9D-4817-AACB-4CD6F832FE7C}"/>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49494"/>
          </a:solidFill>
          <a:ln xmlns:a="http://schemas.openxmlformats.org/drawingml/2006/main" w="0">
            <a:noFill/>
            <a:prstDash val="solid"/>
          </a:ln>
        </p:spPr>
      </p:sp>
      <p:sp>
        <p:nvSpPr>
          <p:cNvPr id="121" name="deep-skill-chaining-source-component-2-gradient-150-0">
            <a:extLst xmlns:a="http://schemas.openxmlformats.org/drawingml/2006/main">
              <a:ext uri="{FF2B5EF4-FFF2-40B4-BE49-F238E27FC236}">
                <a16:creationId xmlns:a16="http://schemas.microsoft.com/office/drawing/2014/main" id="{ABBFEC6B-0ACB-4C77-84D2-BEC937B9A37B}"/>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69696"/>
          </a:solidFill>
          <a:ln xmlns:a="http://schemas.openxmlformats.org/drawingml/2006/main" w="0">
            <a:noFill/>
            <a:prstDash val="solid"/>
          </a:ln>
        </p:spPr>
      </p:sp>
      <p:sp>
        <p:nvSpPr>
          <p:cNvPr id="122" name="deep-skill-chaining-source-component-2-gradient-152-0">
            <a:extLst xmlns:a="http://schemas.openxmlformats.org/drawingml/2006/main">
              <a:ext uri="{FF2B5EF4-FFF2-40B4-BE49-F238E27FC236}">
                <a16:creationId xmlns:a16="http://schemas.microsoft.com/office/drawing/2014/main" id="{8734364C-A47F-431E-BBC8-B5B3FC8C6E96}"/>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89898"/>
          </a:solidFill>
          <a:ln xmlns:a="http://schemas.openxmlformats.org/drawingml/2006/main" w="0">
            <a:noFill/>
            <a:prstDash val="solid"/>
          </a:ln>
        </p:spPr>
      </p:sp>
      <p:sp>
        <p:nvSpPr>
          <p:cNvPr id="123" name="deep-skill-chaining-source-component-2-gradient-154-0">
            <a:extLst xmlns:a="http://schemas.openxmlformats.org/drawingml/2006/main">
              <a:ext uri="{FF2B5EF4-FFF2-40B4-BE49-F238E27FC236}">
                <a16:creationId xmlns:a16="http://schemas.microsoft.com/office/drawing/2014/main" id="{F62D1904-A388-4D17-9366-73F770DED947}"/>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A9A9A"/>
          </a:solidFill>
          <a:ln xmlns:a="http://schemas.openxmlformats.org/drawingml/2006/main" w="0">
            <a:noFill/>
            <a:prstDash val="solid"/>
          </a:ln>
        </p:spPr>
      </p:sp>
      <p:sp>
        <p:nvSpPr>
          <p:cNvPr id="124" name="deep-skill-chaining-source-component-2-gradient-156-0">
            <a:extLst xmlns:a="http://schemas.openxmlformats.org/drawingml/2006/main">
              <a:ext uri="{FF2B5EF4-FFF2-40B4-BE49-F238E27FC236}">
                <a16:creationId xmlns:a16="http://schemas.microsoft.com/office/drawing/2014/main" id="{D579C569-C3D2-4344-AAD2-2454E7643CD8}"/>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C9C9C"/>
          </a:solidFill>
          <a:ln xmlns:a="http://schemas.openxmlformats.org/drawingml/2006/main" w="0">
            <a:noFill/>
            <a:prstDash val="solid"/>
          </a:ln>
        </p:spPr>
      </p:sp>
      <p:sp>
        <p:nvSpPr>
          <p:cNvPr id="125" name="deep-skill-chaining-source-component-2-gradient-158-0">
            <a:extLst xmlns:a="http://schemas.openxmlformats.org/drawingml/2006/main">
              <a:ext uri="{FF2B5EF4-FFF2-40B4-BE49-F238E27FC236}">
                <a16:creationId xmlns:a16="http://schemas.microsoft.com/office/drawing/2014/main" id="{D0769502-8E76-4966-829C-329C778A65AA}"/>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9E9E9E"/>
          </a:solidFill>
          <a:ln xmlns:a="http://schemas.openxmlformats.org/drawingml/2006/main" w="0">
            <a:noFill/>
            <a:prstDash val="solid"/>
          </a:ln>
        </p:spPr>
      </p:sp>
      <p:sp>
        <p:nvSpPr>
          <p:cNvPr id="126" name="deep-skill-chaining-source-component-2-gradient-160-0">
            <a:extLst xmlns:a="http://schemas.openxmlformats.org/drawingml/2006/main">
              <a:ext uri="{FF2B5EF4-FFF2-40B4-BE49-F238E27FC236}">
                <a16:creationId xmlns:a16="http://schemas.microsoft.com/office/drawing/2014/main" id="{0FE8A676-FD5F-4BC1-AEC8-66856A53F4AE}"/>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0A0A0"/>
          </a:solidFill>
          <a:ln xmlns:a="http://schemas.openxmlformats.org/drawingml/2006/main" w="0">
            <a:noFill/>
            <a:prstDash val="solid"/>
          </a:ln>
        </p:spPr>
      </p:sp>
      <p:sp>
        <p:nvSpPr>
          <p:cNvPr id="127" name="deep-skill-chaining-source-component-2-gradient-162-0">
            <a:extLst xmlns:a="http://schemas.openxmlformats.org/drawingml/2006/main">
              <a:ext uri="{FF2B5EF4-FFF2-40B4-BE49-F238E27FC236}">
                <a16:creationId xmlns:a16="http://schemas.microsoft.com/office/drawing/2014/main" id="{14119E92-BB4F-4DE9-85B8-3846470C2697}"/>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2A2A2"/>
          </a:solidFill>
          <a:ln xmlns:a="http://schemas.openxmlformats.org/drawingml/2006/main" w="0">
            <a:noFill/>
            <a:prstDash val="solid"/>
          </a:ln>
        </p:spPr>
      </p:sp>
      <p:sp>
        <p:nvSpPr>
          <p:cNvPr id="128" name="deep-skill-chaining-source-component-2-gradient-164-0">
            <a:extLst xmlns:a="http://schemas.openxmlformats.org/drawingml/2006/main">
              <a:ext uri="{FF2B5EF4-FFF2-40B4-BE49-F238E27FC236}">
                <a16:creationId xmlns:a16="http://schemas.microsoft.com/office/drawing/2014/main" id="{5FB5EA48-4CDE-4603-847D-566E73A57314}"/>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4A4A4"/>
          </a:solidFill>
          <a:ln xmlns:a="http://schemas.openxmlformats.org/drawingml/2006/main" w="0">
            <a:noFill/>
            <a:prstDash val="solid"/>
          </a:ln>
        </p:spPr>
      </p:sp>
      <p:sp>
        <p:nvSpPr>
          <p:cNvPr id="129" name="deep-skill-chaining-source-component-2-gradient-166-0">
            <a:extLst xmlns:a="http://schemas.openxmlformats.org/drawingml/2006/main">
              <a:ext uri="{FF2B5EF4-FFF2-40B4-BE49-F238E27FC236}">
                <a16:creationId xmlns:a16="http://schemas.microsoft.com/office/drawing/2014/main" id="{E5D6C350-F341-4CE6-A032-27CC998D844D}"/>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6A6A6"/>
          </a:solidFill>
          <a:ln xmlns:a="http://schemas.openxmlformats.org/drawingml/2006/main" w="0">
            <a:noFill/>
            <a:prstDash val="solid"/>
          </a:ln>
        </p:spPr>
      </p:sp>
      <p:sp>
        <p:nvSpPr>
          <p:cNvPr id="130" name="deep-skill-chaining-source-component-2-gradient-168-0">
            <a:extLst xmlns:a="http://schemas.openxmlformats.org/drawingml/2006/main">
              <a:ext uri="{FF2B5EF4-FFF2-40B4-BE49-F238E27FC236}">
                <a16:creationId xmlns:a16="http://schemas.microsoft.com/office/drawing/2014/main" id="{1B836EBF-2181-4B6B-B092-E2FD04A5EFDF}"/>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8A8A8"/>
          </a:solidFill>
          <a:ln xmlns:a="http://schemas.openxmlformats.org/drawingml/2006/main" w="0">
            <a:noFill/>
            <a:prstDash val="solid"/>
          </a:ln>
        </p:spPr>
      </p:sp>
      <p:sp>
        <p:nvSpPr>
          <p:cNvPr id="131" name="deep-skill-chaining-source-component-2-gradient-170-0">
            <a:extLst xmlns:a="http://schemas.openxmlformats.org/drawingml/2006/main">
              <a:ext uri="{FF2B5EF4-FFF2-40B4-BE49-F238E27FC236}">
                <a16:creationId xmlns:a16="http://schemas.microsoft.com/office/drawing/2014/main" id="{EC9F4348-DC04-41CC-B179-A8FCBAA2E339}"/>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AAAAA"/>
          </a:solidFill>
          <a:ln xmlns:a="http://schemas.openxmlformats.org/drawingml/2006/main" w="0">
            <a:noFill/>
            <a:prstDash val="solid"/>
          </a:ln>
        </p:spPr>
      </p:sp>
      <p:sp>
        <p:nvSpPr>
          <p:cNvPr id="132" name="deep-skill-chaining-source-component-2-gradient-172-0">
            <a:extLst xmlns:a="http://schemas.openxmlformats.org/drawingml/2006/main">
              <a:ext uri="{FF2B5EF4-FFF2-40B4-BE49-F238E27FC236}">
                <a16:creationId xmlns:a16="http://schemas.microsoft.com/office/drawing/2014/main" id="{46CE615E-6C04-4362-A6B5-2B0B8E82DAFB}"/>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CACAC"/>
          </a:solidFill>
          <a:ln xmlns:a="http://schemas.openxmlformats.org/drawingml/2006/main" w="0">
            <a:noFill/>
            <a:prstDash val="solid"/>
          </a:ln>
        </p:spPr>
      </p:sp>
      <p:sp>
        <p:nvSpPr>
          <p:cNvPr id="133" name="deep-skill-chaining-source-component-2-gradient-174-0">
            <a:extLst xmlns:a="http://schemas.openxmlformats.org/drawingml/2006/main">
              <a:ext uri="{FF2B5EF4-FFF2-40B4-BE49-F238E27FC236}">
                <a16:creationId xmlns:a16="http://schemas.microsoft.com/office/drawing/2014/main" id="{974962BC-D855-4173-BFA3-599630BFC7B0}"/>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AEAEAE"/>
          </a:solidFill>
          <a:ln xmlns:a="http://schemas.openxmlformats.org/drawingml/2006/main" w="0">
            <a:noFill/>
            <a:prstDash val="solid"/>
          </a:ln>
        </p:spPr>
      </p:sp>
      <p:sp>
        <p:nvSpPr>
          <p:cNvPr id="134" name="deep-skill-chaining-source-component-2-gradient-176-0">
            <a:extLst xmlns:a="http://schemas.openxmlformats.org/drawingml/2006/main">
              <a:ext uri="{FF2B5EF4-FFF2-40B4-BE49-F238E27FC236}">
                <a16:creationId xmlns:a16="http://schemas.microsoft.com/office/drawing/2014/main" id="{ADAEDA46-EDD2-4FC9-8B2D-27BBC43C5722}"/>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81100" y="328613"/>
                </a:lnTo>
                <a:lnTo>
                  <a:pt x="1181100" y="338138"/>
                </a:lnTo>
                <a:lnTo>
                  <a:pt x="1181100" y="347663"/>
                </a:lnTo>
                <a:lnTo>
                  <a:pt x="1185863" y="352425"/>
                </a:lnTo>
                <a:lnTo>
                  <a:pt x="1190625" y="357188"/>
                </a:lnTo>
                <a:lnTo>
                  <a:pt x="1190625" y="366713"/>
                </a:lnTo>
                <a:lnTo>
                  <a:pt x="1190625" y="376238"/>
                </a:lnTo>
                <a:lnTo>
                  <a:pt x="1190625" y="385763"/>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B0B0B0"/>
          </a:solidFill>
          <a:ln xmlns:a="http://schemas.openxmlformats.org/drawingml/2006/main" w="0">
            <a:noFill/>
            <a:prstDash val="solid"/>
          </a:ln>
        </p:spPr>
      </p:sp>
      <p:sp>
        <p:nvSpPr>
          <p:cNvPr id="135" name="deep-skill-chaining-source-component-2-gradient-178-0">
            <a:extLst xmlns:a="http://schemas.openxmlformats.org/drawingml/2006/main">
              <a:ext uri="{FF2B5EF4-FFF2-40B4-BE49-F238E27FC236}">
                <a16:creationId xmlns:a16="http://schemas.microsoft.com/office/drawing/2014/main" id="{5ECBB883-E8AE-4CC6-929B-45022366D97E}"/>
              </a:ext>
            </a:extLst>
          </p:cNvPr>
          <p:cNvSpPr>
            <a:spLocks xmlns:a="http://schemas.openxmlformats.org/drawingml/2006/main" noGrp="1"/>
          </p:cNvSpPr>
          <p:nvPr/>
        </p:nvSpPr>
        <p:spPr>
          <a:xfrm xmlns:a="http://schemas.openxmlformats.org/drawingml/2006/main" rot="0">
            <a:off x="10191750" y="733425"/>
            <a:ext cx="1190625" cy="790575"/>
          </a:xfrm>
          <a:custGeom xmlns:a="http://schemas.openxmlformats.org/drawingml/2006/main">
            <a:pathLst>
              <a:path w="1190625" h="790575">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695325" y="4763"/>
                </a:lnTo>
                <a:lnTo>
                  <a:pt x="700088" y="9525"/>
                </a:lnTo>
                <a:lnTo>
                  <a:pt x="709613" y="9525"/>
                </a:lnTo>
                <a:lnTo>
                  <a:pt x="719138" y="9525"/>
                </a:lnTo>
                <a:lnTo>
                  <a:pt x="728663" y="9525"/>
                </a:lnTo>
                <a:lnTo>
                  <a:pt x="738188" y="9525"/>
                </a:lnTo>
                <a:lnTo>
                  <a:pt x="747713" y="9525"/>
                </a:lnTo>
                <a:lnTo>
                  <a:pt x="757238" y="9525"/>
                </a:lnTo>
                <a:lnTo>
                  <a:pt x="762000" y="14288"/>
                </a:lnTo>
                <a:lnTo>
                  <a:pt x="766763" y="19050"/>
                </a:lnTo>
                <a:lnTo>
                  <a:pt x="776288" y="19050"/>
                </a:lnTo>
                <a:lnTo>
                  <a:pt x="785813" y="19050"/>
                </a:lnTo>
                <a:lnTo>
                  <a:pt x="795338" y="19050"/>
                </a:lnTo>
                <a:lnTo>
                  <a:pt x="800100" y="23813"/>
                </a:lnTo>
                <a:lnTo>
                  <a:pt x="804863" y="28575"/>
                </a:lnTo>
                <a:lnTo>
                  <a:pt x="814388" y="28575"/>
                </a:lnTo>
                <a:lnTo>
                  <a:pt x="823913" y="28575"/>
                </a:lnTo>
                <a:lnTo>
                  <a:pt x="833438" y="28575"/>
                </a:lnTo>
                <a:lnTo>
                  <a:pt x="838200" y="33338"/>
                </a:lnTo>
                <a:lnTo>
                  <a:pt x="842963" y="38100"/>
                </a:lnTo>
                <a:lnTo>
                  <a:pt x="852488" y="38100"/>
                </a:lnTo>
                <a:lnTo>
                  <a:pt x="862013" y="38100"/>
                </a:lnTo>
                <a:lnTo>
                  <a:pt x="866775" y="42863"/>
                </a:lnTo>
                <a:lnTo>
                  <a:pt x="871538" y="47625"/>
                </a:lnTo>
                <a:lnTo>
                  <a:pt x="881063" y="47625"/>
                </a:lnTo>
                <a:lnTo>
                  <a:pt x="890588" y="47625"/>
                </a:lnTo>
                <a:lnTo>
                  <a:pt x="895350" y="52388"/>
                </a:lnTo>
                <a:lnTo>
                  <a:pt x="900113" y="57150"/>
                </a:lnTo>
                <a:lnTo>
                  <a:pt x="909638" y="57150"/>
                </a:lnTo>
                <a:lnTo>
                  <a:pt x="914400" y="61913"/>
                </a:lnTo>
                <a:lnTo>
                  <a:pt x="919163" y="66675"/>
                </a:lnTo>
                <a:lnTo>
                  <a:pt x="928688" y="66675"/>
                </a:lnTo>
                <a:lnTo>
                  <a:pt x="938213" y="66675"/>
                </a:lnTo>
                <a:lnTo>
                  <a:pt x="942975" y="71438"/>
                </a:lnTo>
                <a:lnTo>
                  <a:pt x="947738" y="76200"/>
                </a:lnTo>
                <a:lnTo>
                  <a:pt x="957263" y="76200"/>
                </a:lnTo>
                <a:lnTo>
                  <a:pt x="962025" y="80963"/>
                </a:lnTo>
                <a:lnTo>
                  <a:pt x="966788" y="85725"/>
                </a:lnTo>
                <a:lnTo>
                  <a:pt x="971550" y="90488"/>
                </a:lnTo>
                <a:lnTo>
                  <a:pt x="976313" y="95250"/>
                </a:lnTo>
                <a:lnTo>
                  <a:pt x="985838" y="95250"/>
                </a:lnTo>
                <a:lnTo>
                  <a:pt x="990600" y="100013"/>
                </a:lnTo>
                <a:lnTo>
                  <a:pt x="995363" y="104775"/>
                </a:lnTo>
                <a:lnTo>
                  <a:pt x="1004888" y="104775"/>
                </a:lnTo>
                <a:lnTo>
                  <a:pt x="1009650" y="109538"/>
                </a:lnTo>
                <a:lnTo>
                  <a:pt x="1014413" y="114300"/>
                </a:lnTo>
                <a:lnTo>
                  <a:pt x="1019175" y="119063"/>
                </a:lnTo>
                <a:lnTo>
                  <a:pt x="1023938" y="123825"/>
                </a:lnTo>
                <a:lnTo>
                  <a:pt x="1033463" y="123825"/>
                </a:lnTo>
                <a:lnTo>
                  <a:pt x="1038225" y="128588"/>
                </a:lnTo>
                <a:lnTo>
                  <a:pt x="1042988" y="133350"/>
                </a:lnTo>
                <a:lnTo>
                  <a:pt x="1047750" y="138113"/>
                </a:lnTo>
                <a:lnTo>
                  <a:pt x="1052513" y="142875"/>
                </a:lnTo>
                <a:lnTo>
                  <a:pt x="1057275" y="147638"/>
                </a:lnTo>
                <a:lnTo>
                  <a:pt x="1062038" y="152400"/>
                </a:lnTo>
                <a:lnTo>
                  <a:pt x="1066800" y="157163"/>
                </a:lnTo>
                <a:lnTo>
                  <a:pt x="1071563" y="161925"/>
                </a:lnTo>
                <a:lnTo>
                  <a:pt x="1081088" y="161925"/>
                </a:lnTo>
                <a:lnTo>
                  <a:pt x="1085850" y="166688"/>
                </a:lnTo>
                <a:lnTo>
                  <a:pt x="1090613" y="171450"/>
                </a:lnTo>
                <a:lnTo>
                  <a:pt x="1095375" y="176213"/>
                </a:lnTo>
                <a:lnTo>
                  <a:pt x="1095375" y="185738"/>
                </a:lnTo>
                <a:lnTo>
                  <a:pt x="1100138" y="190500"/>
                </a:lnTo>
                <a:lnTo>
                  <a:pt x="1104900" y="195263"/>
                </a:lnTo>
                <a:lnTo>
                  <a:pt x="1109663" y="200025"/>
                </a:lnTo>
                <a:lnTo>
                  <a:pt x="1114425" y="204788"/>
                </a:lnTo>
                <a:lnTo>
                  <a:pt x="1119188" y="209550"/>
                </a:lnTo>
                <a:lnTo>
                  <a:pt x="1123950" y="214313"/>
                </a:lnTo>
                <a:lnTo>
                  <a:pt x="1128713" y="219075"/>
                </a:lnTo>
                <a:lnTo>
                  <a:pt x="1133475" y="223838"/>
                </a:lnTo>
                <a:lnTo>
                  <a:pt x="1133475" y="233363"/>
                </a:lnTo>
                <a:lnTo>
                  <a:pt x="1138238" y="238125"/>
                </a:lnTo>
                <a:lnTo>
                  <a:pt x="1143000" y="242888"/>
                </a:lnTo>
                <a:lnTo>
                  <a:pt x="1147763" y="247650"/>
                </a:lnTo>
                <a:lnTo>
                  <a:pt x="1152525" y="252413"/>
                </a:lnTo>
                <a:lnTo>
                  <a:pt x="1152525" y="261938"/>
                </a:lnTo>
                <a:lnTo>
                  <a:pt x="1157288" y="266700"/>
                </a:lnTo>
                <a:lnTo>
                  <a:pt x="1162050" y="271463"/>
                </a:lnTo>
                <a:lnTo>
                  <a:pt x="1162050" y="280988"/>
                </a:lnTo>
                <a:lnTo>
                  <a:pt x="1166813" y="285750"/>
                </a:lnTo>
                <a:lnTo>
                  <a:pt x="1171575" y="290513"/>
                </a:lnTo>
                <a:lnTo>
                  <a:pt x="1171575" y="300038"/>
                </a:lnTo>
                <a:lnTo>
                  <a:pt x="1171575" y="309563"/>
                </a:lnTo>
                <a:lnTo>
                  <a:pt x="1176338" y="314325"/>
                </a:lnTo>
                <a:lnTo>
                  <a:pt x="1181100" y="319088"/>
                </a:lnTo>
                <a:lnTo>
                  <a:pt x="1176338" y="323850"/>
                </a:lnTo>
                <a:lnTo>
                  <a:pt x="1171575" y="328613"/>
                </a:lnTo>
                <a:lnTo>
                  <a:pt x="1176338" y="333375"/>
                </a:lnTo>
                <a:lnTo>
                  <a:pt x="1181100" y="338138"/>
                </a:lnTo>
                <a:lnTo>
                  <a:pt x="1181100" y="347663"/>
                </a:lnTo>
                <a:lnTo>
                  <a:pt x="1185863" y="352425"/>
                </a:lnTo>
                <a:lnTo>
                  <a:pt x="1190625" y="357188"/>
                </a:lnTo>
                <a:lnTo>
                  <a:pt x="1190625" y="366713"/>
                </a:lnTo>
                <a:lnTo>
                  <a:pt x="1185863" y="371475"/>
                </a:lnTo>
                <a:lnTo>
                  <a:pt x="1181100" y="376238"/>
                </a:lnTo>
                <a:lnTo>
                  <a:pt x="1181100" y="385763"/>
                </a:lnTo>
                <a:lnTo>
                  <a:pt x="1185863" y="390525"/>
                </a:lnTo>
                <a:lnTo>
                  <a:pt x="1190625" y="395288"/>
                </a:lnTo>
                <a:lnTo>
                  <a:pt x="1190625" y="404813"/>
                </a:lnTo>
                <a:lnTo>
                  <a:pt x="1190625" y="414338"/>
                </a:lnTo>
                <a:lnTo>
                  <a:pt x="1190625" y="423863"/>
                </a:lnTo>
                <a:lnTo>
                  <a:pt x="1190625" y="433388"/>
                </a:lnTo>
                <a:lnTo>
                  <a:pt x="1190625" y="442913"/>
                </a:lnTo>
                <a:lnTo>
                  <a:pt x="1185863" y="447675"/>
                </a:lnTo>
                <a:lnTo>
                  <a:pt x="1181100" y="452438"/>
                </a:lnTo>
                <a:lnTo>
                  <a:pt x="1181100" y="461963"/>
                </a:lnTo>
                <a:lnTo>
                  <a:pt x="1181100" y="471488"/>
                </a:lnTo>
                <a:lnTo>
                  <a:pt x="1181100" y="481013"/>
                </a:lnTo>
                <a:lnTo>
                  <a:pt x="1176338" y="485775"/>
                </a:lnTo>
                <a:lnTo>
                  <a:pt x="1171575" y="490538"/>
                </a:lnTo>
                <a:lnTo>
                  <a:pt x="1171575" y="500063"/>
                </a:lnTo>
                <a:lnTo>
                  <a:pt x="1166813" y="504825"/>
                </a:lnTo>
                <a:lnTo>
                  <a:pt x="1162050" y="509588"/>
                </a:lnTo>
                <a:lnTo>
                  <a:pt x="1162050" y="519113"/>
                </a:lnTo>
                <a:lnTo>
                  <a:pt x="1157288" y="523875"/>
                </a:lnTo>
                <a:lnTo>
                  <a:pt x="1152525" y="528638"/>
                </a:lnTo>
                <a:lnTo>
                  <a:pt x="1152525" y="538163"/>
                </a:lnTo>
                <a:lnTo>
                  <a:pt x="1147763" y="542925"/>
                </a:lnTo>
                <a:lnTo>
                  <a:pt x="1143000" y="547688"/>
                </a:lnTo>
                <a:lnTo>
                  <a:pt x="1143000" y="557213"/>
                </a:lnTo>
                <a:lnTo>
                  <a:pt x="1138238" y="561975"/>
                </a:lnTo>
                <a:lnTo>
                  <a:pt x="1133475" y="566738"/>
                </a:lnTo>
                <a:lnTo>
                  <a:pt x="1128713" y="571500"/>
                </a:lnTo>
                <a:lnTo>
                  <a:pt x="1123950" y="576263"/>
                </a:lnTo>
                <a:lnTo>
                  <a:pt x="1119188" y="581025"/>
                </a:lnTo>
                <a:lnTo>
                  <a:pt x="1114425" y="585788"/>
                </a:lnTo>
                <a:lnTo>
                  <a:pt x="1109663" y="590550"/>
                </a:lnTo>
                <a:lnTo>
                  <a:pt x="1104900" y="595313"/>
                </a:lnTo>
                <a:lnTo>
                  <a:pt x="1104900" y="604838"/>
                </a:lnTo>
                <a:lnTo>
                  <a:pt x="1100138" y="609600"/>
                </a:lnTo>
                <a:lnTo>
                  <a:pt x="1095375" y="614363"/>
                </a:lnTo>
                <a:lnTo>
                  <a:pt x="1090613" y="619125"/>
                </a:lnTo>
                <a:lnTo>
                  <a:pt x="1085850" y="623888"/>
                </a:lnTo>
                <a:lnTo>
                  <a:pt x="1081088" y="628650"/>
                </a:lnTo>
                <a:lnTo>
                  <a:pt x="1076325" y="633413"/>
                </a:lnTo>
                <a:lnTo>
                  <a:pt x="1071563" y="638175"/>
                </a:lnTo>
                <a:lnTo>
                  <a:pt x="1062038" y="638175"/>
                </a:lnTo>
                <a:lnTo>
                  <a:pt x="1057275" y="642938"/>
                </a:lnTo>
                <a:lnTo>
                  <a:pt x="1052513" y="647700"/>
                </a:lnTo>
                <a:lnTo>
                  <a:pt x="1047750" y="652463"/>
                </a:lnTo>
                <a:lnTo>
                  <a:pt x="1042988" y="657225"/>
                </a:lnTo>
                <a:lnTo>
                  <a:pt x="1038225" y="661988"/>
                </a:lnTo>
                <a:lnTo>
                  <a:pt x="1033463" y="666750"/>
                </a:lnTo>
                <a:lnTo>
                  <a:pt x="1028700" y="671513"/>
                </a:lnTo>
                <a:lnTo>
                  <a:pt x="1023938" y="676275"/>
                </a:lnTo>
                <a:lnTo>
                  <a:pt x="1014413" y="676275"/>
                </a:lnTo>
                <a:lnTo>
                  <a:pt x="1009650" y="681038"/>
                </a:lnTo>
                <a:lnTo>
                  <a:pt x="1004888" y="685800"/>
                </a:lnTo>
                <a:lnTo>
                  <a:pt x="995363" y="685800"/>
                </a:lnTo>
                <a:lnTo>
                  <a:pt x="990600" y="690563"/>
                </a:lnTo>
                <a:lnTo>
                  <a:pt x="985838" y="695325"/>
                </a:lnTo>
                <a:lnTo>
                  <a:pt x="981075" y="700088"/>
                </a:lnTo>
                <a:lnTo>
                  <a:pt x="976313" y="704850"/>
                </a:lnTo>
                <a:lnTo>
                  <a:pt x="966788" y="704850"/>
                </a:lnTo>
                <a:lnTo>
                  <a:pt x="962025" y="709613"/>
                </a:lnTo>
                <a:lnTo>
                  <a:pt x="957263" y="714375"/>
                </a:lnTo>
                <a:lnTo>
                  <a:pt x="947738" y="714375"/>
                </a:lnTo>
                <a:lnTo>
                  <a:pt x="942975" y="719138"/>
                </a:lnTo>
                <a:lnTo>
                  <a:pt x="938213" y="723900"/>
                </a:lnTo>
                <a:lnTo>
                  <a:pt x="928688" y="723900"/>
                </a:lnTo>
                <a:lnTo>
                  <a:pt x="923925" y="728663"/>
                </a:lnTo>
                <a:lnTo>
                  <a:pt x="919163" y="733425"/>
                </a:lnTo>
                <a:lnTo>
                  <a:pt x="909638" y="733425"/>
                </a:lnTo>
                <a:lnTo>
                  <a:pt x="900113" y="733425"/>
                </a:lnTo>
                <a:lnTo>
                  <a:pt x="895350" y="738188"/>
                </a:lnTo>
                <a:lnTo>
                  <a:pt x="890588" y="742950"/>
                </a:lnTo>
                <a:lnTo>
                  <a:pt x="881063" y="742950"/>
                </a:lnTo>
                <a:lnTo>
                  <a:pt x="876300" y="747713"/>
                </a:lnTo>
                <a:lnTo>
                  <a:pt x="871538" y="752475"/>
                </a:lnTo>
                <a:lnTo>
                  <a:pt x="862013" y="752475"/>
                </a:lnTo>
                <a:lnTo>
                  <a:pt x="852488" y="752475"/>
                </a:lnTo>
                <a:lnTo>
                  <a:pt x="847725" y="757238"/>
                </a:lnTo>
                <a:lnTo>
                  <a:pt x="842963" y="762000"/>
                </a:lnTo>
                <a:lnTo>
                  <a:pt x="833438" y="762000"/>
                </a:lnTo>
                <a:lnTo>
                  <a:pt x="823913" y="762000"/>
                </a:lnTo>
                <a:lnTo>
                  <a:pt x="814388" y="762000"/>
                </a:lnTo>
                <a:lnTo>
                  <a:pt x="809625" y="766763"/>
                </a:lnTo>
                <a:lnTo>
                  <a:pt x="804863" y="771525"/>
                </a:lnTo>
                <a:lnTo>
                  <a:pt x="795338" y="771525"/>
                </a:lnTo>
                <a:lnTo>
                  <a:pt x="785813" y="771525"/>
                </a:lnTo>
                <a:lnTo>
                  <a:pt x="776288" y="771525"/>
                </a:lnTo>
                <a:lnTo>
                  <a:pt x="771525" y="776288"/>
                </a:lnTo>
                <a:lnTo>
                  <a:pt x="766763" y="781050"/>
                </a:lnTo>
                <a:lnTo>
                  <a:pt x="757238" y="781050"/>
                </a:lnTo>
                <a:lnTo>
                  <a:pt x="747713" y="781050"/>
                </a:lnTo>
                <a:lnTo>
                  <a:pt x="738188" y="781050"/>
                </a:lnTo>
                <a:lnTo>
                  <a:pt x="728663" y="781050"/>
                </a:lnTo>
                <a:lnTo>
                  <a:pt x="719138" y="781050"/>
                </a:lnTo>
                <a:lnTo>
                  <a:pt x="714375" y="785813"/>
                </a:lnTo>
                <a:lnTo>
                  <a:pt x="709613" y="790575"/>
                </a:lnTo>
                <a:lnTo>
                  <a:pt x="700088" y="790575"/>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5775" y="785813"/>
                </a:lnTo>
                <a:lnTo>
                  <a:pt x="481013" y="781050"/>
                </a:lnTo>
                <a:lnTo>
                  <a:pt x="471488" y="781050"/>
                </a:lnTo>
                <a:lnTo>
                  <a:pt x="461963" y="781050"/>
                </a:lnTo>
                <a:lnTo>
                  <a:pt x="452438" y="781050"/>
                </a:lnTo>
                <a:lnTo>
                  <a:pt x="442913" y="781050"/>
                </a:lnTo>
                <a:lnTo>
                  <a:pt x="433388" y="781050"/>
                </a:lnTo>
                <a:lnTo>
                  <a:pt x="428625" y="776288"/>
                </a:lnTo>
                <a:lnTo>
                  <a:pt x="423863" y="771525"/>
                </a:lnTo>
                <a:lnTo>
                  <a:pt x="414338" y="771525"/>
                </a:lnTo>
                <a:lnTo>
                  <a:pt x="404813" y="771525"/>
                </a:lnTo>
                <a:lnTo>
                  <a:pt x="395288" y="771525"/>
                </a:lnTo>
                <a:lnTo>
                  <a:pt x="385763" y="771525"/>
                </a:lnTo>
                <a:lnTo>
                  <a:pt x="381000" y="766763"/>
                </a:lnTo>
                <a:lnTo>
                  <a:pt x="376238" y="762000"/>
                </a:lnTo>
                <a:lnTo>
                  <a:pt x="366713" y="762000"/>
                </a:lnTo>
                <a:lnTo>
                  <a:pt x="357188" y="762000"/>
                </a:lnTo>
                <a:lnTo>
                  <a:pt x="352425" y="757238"/>
                </a:lnTo>
                <a:lnTo>
                  <a:pt x="347663" y="752475"/>
                </a:lnTo>
                <a:lnTo>
                  <a:pt x="338138" y="752475"/>
                </a:lnTo>
                <a:lnTo>
                  <a:pt x="328613" y="752475"/>
                </a:lnTo>
                <a:lnTo>
                  <a:pt x="323850" y="747713"/>
                </a:lnTo>
                <a:lnTo>
                  <a:pt x="319088" y="742950"/>
                </a:lnTo>
                <a:lnTo>
                  <a:pt x="309563" y="742950"/>
                </a:lnTo>
                <a:lnTo>
                  <a:pt x="300038" y="742950"/>
                </a:lnTo>
                <a:lnTo>
                  <a:pt x="295275" y="738188"/>
                </a:lnTo>
                <a:lnTo>
                  <a:pt x="290513" y="733425"/>
                </a:lnTo>
                <a:lnTo>
                  <a:pt x="280988" y="733425"/>
                </a:lnTo>
                <a:lnTo>
                  <a:pt x="276225" y="728663"/>
                </a:lnTo>
                <a:lnTo>
                  <a:pt x="271463" y="723900"/>
                </a:lnTo>
                <a:lnTo>
                  <a:pt x="261938" y="723900"/>
                </a:lnTo>
                <a:lnTo>
                  <a:pt x="252413" y="723900"/>
                </a:lnTo>
                <a:lnTo>
                  <a:pt x="247650" y="719138"/>
                </a:lnTo>
                <a:lnTo>
                  <a:pt x="242888" y="714375"/>
                </a:lnTo>
                <a:lnTo>
                  <a:pt x="233363" y="714375"/>
                </a:lnTo>
                <a:lnTo>
                  <a:pt x="228600" y="709613"/>
                </a:lnTo>
                <a:lnTo>
                  <a:pt x="223838" y="704850"/>
                </a:lnTo>
                <a:lnTo>
                  <a:pt x="219075" y="700088"/>
                </a:lnTo>
                <a:lnTo>
                  <a:pt x="214313" y="695325"/>
                </a:lnTo>
                <a:lnTo>
                  <a:pt x="204788" y="695325"/>
                </a:lnTo>
                <a:lnTo>
                  <a:pt x="200025" y="690563"/>
                </a:lnTo>
                <a:lnTo>
                  <a:pt x="195263" y="685800"/>
                </a:lnTo>
                <a:lnTo>
                  <a:pt x="185738" y="685800"/>
                </a:lnTo>
                <a:lnTo>
                  <a:pt x="180975" y="681038"/>
                </a:lnTo>
                <a:lnTo>
                  <a:pt x="176213" y="676275"/>
                </a:lnTo>
                <a:lnTo>
                  <a:pt x="171450" y="671513"/>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2863" y="542925"/>
                </a:lnTo>
                <a:lnTo>
                  <a:pt x="38100" y="538163"/>
                </a:lnTo>
                <a:lnTo>
                  <a:pt x="38100" y="528638"/>
                </a:lnTo>
                <a:lnTo>
                  <a:pt x="33338" y="523875"/>
                </a:lnTo>
                <a:lnTo>
                  <a:pt x="28575" y="519113"/>
                </a:lnTo>
                <a:lnTo>
                  <a:pt x="28575" y="509588"/>
                </a:lnTo>
                <a:lnTo>
                  <a:pt x="28575" y="500063"/>
                </a:lnTo>
                <a:lnTo>
                  <a:pt x="23813" y="495300"/>
                </a:lnTo>
                <a:lnTo>
                  <a:pt x="19050" y="490538"/>
                </a:lnTo>
                <a:lnTo>
                  <a:pt x="19050" y="481013"/>
                </a:lnTo>
                <a:lnTo>
                  <a:pt x="14288" y="476250"/>
                </a:lnTo>
                <a:lnTo>
                  <a:pt x="9525" y="471488"/>
                </a:lnTo>
                <a:lnTo>
                  <a:pt x="9525" y="461963"/>
                </a:lnTo>
                <a:lnTo>
                  <a:pt x="9525" y="452438"/>
                </a:lnTo>
                <a:lnTo>
                  <a:pt x="9525" y="442913"/>
                </a:lnTo>
                <a:lnTo>
                  <a:pt x="9525" y="433388"/>
                </a:lnTo>
                <a:lnTo>
                  <a:pt x="9525" y="423863"/>
                </a:lnTo>
                <a:lnTo>
                  <a:pt x="4763" y="419100"/>
                </a:lnTo>
                <a:lnTo>
                  <a:pt x="0" y="414338"/>
                </a:lnTo>
                <a:lnTo>
                  <a:pt x="0" y="404813"/>
                </a:lnTo>
                <a:lnTo>
                  <a:pt x="4763" y="400050"/>
                </a:lnTo>
                <a:lnTo>
                  <a:pt x="9525" y="395288"/>
                </a:lnTo>
                <a:lnTo>
                  <a:pt x="9525" y="385763"/>
                </a:lnTo>
                <a:lnTo>
                  <a:pt x="4763" y="381000"/>
                </a:lnTo>
                <a:lnTo>
                  <a:pt x="0" y="376238"/>
                </a:lnTo>
                <a:lnTo>
                  <a:pt x="4763" y="371475"/>
                </a:lnTo>
                <a:lnTo>
                  <a:pt x="9525" y="366713"/>
                </a:lnTo>
                <a:lnTo>
                  <a:pt x="9525" y="357188"/>
                </a:lnTo>
                <a:lnTo>
                  <a:pt x="9525" y="347663"/>
                </a:lnTo>
                <a:lnTo>
                  <a:pt x="9525" y="338138"/>
                </a:lnTo>
                <a:lnTo>
                  <a:pt x="14288" y="333375"/>
                </a:lnTo>
                <a:lnTo>
                  <a:pt x="19050" y="328613"/>
                </a:lnTo>
                <a:lnTo>
                  <a:pt x="14288" y="323850"/>
                </a:lnTo>
                <a:lnTo>
                  <a:pt x="9525" y="319088"/>
                </a:lnTo>
                <a:lnTo>
                  <a:pt x="14288" y="314325"/>
                </a:lnTo>
                <a:lnTo>
                  <a:pt x="19050" y="309563"/>
                </a:lnTo>
                <a:lnTo>
                  <a:pt x="19050" y="300038"/>
                </a:lnTo>
                <a:lnTo>
                  <a:pt x="23813" y="295275"/>
                </a:lnTo>
                <a:lnTo>
                  <a:pt x="28575" y="290513"/>
                </a:lnTo>
                <a:lnTo>
                  <a:pt x="28575" y="280988"/>
                </a:lnTo>
                <a:lnTo>
                  <a:pt x="28575" y="271463"/>
                </a:lnTo>
                <a:lnTo>
                  <a:pt x="33338" y="266700"/>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80963" y="200025"/>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7163" y="133350"/>
                </a:lnTo>
                <a:lnTo>
                  <a:pt x="161925" y="128588"/>
                </a:lnTo>
                <a:lnTo>
                  <a:pt x="166688" y="123825"/>
                </a:lnTo>
                <a:lnTo>
                  <a:pt x="171450" y="119063"/>
                </a:lnTo>
                <a:lnTo>
                  <a:pt x="176213" y="114300"/>
                </a:lnTo>
                <a:lnTo>
                  <a:pt x="185738" y="114300"/>
                </a:lnTo>
                <a:lnTo>
                  <a:pt x="190500" y="109538"/>
                </a:lnTo>
                <a:lnTo>
                  <a:pt x="195263" y="104775"/>
                </a:lnTo>
                <a:lnTo>
                  <a:pt x="200025" y="100013"/>
                </a:lnTo>
                <a:lnTo>
                  <a:pt x="204788" y="95250"/>
                </a:lnTo>
                <a:lnTo>
                  <a:pt x="214313" y="95250"/>
                </a:lnTo>
                <a:lnTo>
                  <a:pt x="219075" y="90488"/>
                </a:lnTo>
                <a:lnTo>
                  <a:pt x="223838" y="85725"/>
                </a:lnTo>
                <a:lnTo>
                  <a:pt x="233363" y="85725"/>
                </a:lnTo>
                <a:lnTo>
                  <a:pt x="238125" y="80963"/>
                </a:lnTo>
                <a:lnTo>
                  <a:pt x="242888" y="76200"/>
                </a:lnTo>
                <a:lnTo>
                  <a:pt x="252413" y="76200"/>
                </a:lnTo>
                <a:lnTo>
                  <a:pt x="257175" y="71438"/>
                </a:lnTo>
                <a:lnTo>
                  <a:pt x="261938" y="66675"/>
                </a:lnTo>
                <a:lnTo>
                  <a:pt x="271463" y="66675"/>
                </a:lnTo>
                <a:lnTo>
                  <a:pt x="276225" y="61913"/>
                </a:lnTo>
                <a:lnTo>
                  <a:pt x="280988" y="57150"/>
                </a:lnTo>
                <a:lnTo>
                  <a:pt x="290513" y="57150"/>
                </a:lnTo>
                <a:lnTo>
                  <a:pt x="300038" y="57150"/>
                </a:lnTo>
                <a:lnTo>
                  <a:pt x="304800" y="52388"/>
                </a:lnTo>
                <a:lnTo>
                  <a:pt x="309563" y="47625"/>
                </a:lnTo>
                <a:lnTo>
                  <a:pt x="319088" y="47625"/>
                </a:lnTo>
                <a:lnTo>
                  <a:pt x="323850" y="42863"/>
                </a:lnTo>
                <a:lnTo>
                  <a:pt x="328613" y="38100"/>
                </a:lnTo>
                <a:lnTo>
                  <a:pt x="338138" y="38100"/>
                </a:lnTo>
                <a:lnTo>
                  <a:pt x="347663" y="38100"/>
                </a:lnTo>
                <a:lnTo>
                  <a:pt x="352425" y="33338"/>
                </a:lnTo>
                <a:lnTo>
                  <a:pt x="357188" y="28575"/>
                </a:lnTo>
                <a:lnTo>
                  <a:pt x="366713" y="28575"/>
                </a:lnTo>
                <a:lnTo>
                  <a:pt x="376238" y="28575"/>
                </a:lnTo>
                <a:lnTo>
                  <a:pt x="385763" y="28575"/>
                </a:lnTo>
                <a:lnTo>
                  <a:pt x="390525" y="23813"/>
                </a:lnTo>
                <a:lnTo>
                  <a:pt x="395288" y="19050"/>
                </a:lnTo>
                <a:lnTo>
                  <a:pt x="404813" y="19050"/>
                </a:lnTo>
                <a:lnTo>
                  <a:pt x="414338" y="19050"/>
                </a:lnTo>
                <a:lnTo>
                  <a:pt x="423863" y="19050"/>
                </a:lnTo>
                <a:lnTo>
                  <a:pt x="433388" y="19050"/>
                </a:lnTo>
                <a:lnTo>
                  <a:pt x="438150" y="14288"/>
                </a:lnTo>
                <a:lnTo>
                  <a:pt x="442913" y="9525"/>
                </a:lnTo>
                <a:lnTo>
                  <a:pt x="452438" y="9525"/>
                </a:lnTo>
                <a:lnTo>
                  <a:pt x="461963" y="9525"/>
                </a:lnTo>
                <a:lnTo>
                  <a:pt x="471488" y="9525"/>
                </a:lnTo>
                <a:lnTo>
                  <a:pt x="481013" y="9525"/>
                </a:lnTo>
                <a:lnTo>
                  <a:pt x="490538" y="9525"/>
                </a:lnTo>
                <a:lnTo>
                  <a:pt x="500063" y="9525"/>
                </a:lnTo>
                <a:lnTo>
                  <a:pt x="504825" y="4763"/>
                </a:lnTo>
                <a:close/>
              </a:path>
            </a:pathLst>
          </a:custGeom>
          <a:solidFill xmlns:a="http://schemas.openxmlformats.org/drawingml/2006/main">
            <a:srgbClr val="B2B2B2"/>
          </a:solidFill>
          <a:ln xmlns:a="http://schemas.openxmlformats.org/drawingml/2006/main" w="0">
            <a:noFill/>
            <a:prstDash val="solid"/>
          </a:ln>
        </p:spPr>
      </p:sp>
      <p:sp>
        <p:nvSpPr>
          <p:cNvPr id="136" name="deep-skill-chaining-source-component-2-gradient-180-0">
            <a:extLst xmlns:a="http://schemas.openxmlformats.org/drawingml/2006/main">
              <a:ext uri="{FF2B5EF4-FFF2-40B4-BE49-F238E27FC236}">
                <a16:creationId xmlns:a16="http://schemas.microsoft.com/office/drawing/2014/main" id="{ED7E78AD-A8A9-40F9-9D9C-BE4E525324D5}"/>
              </a:ext>
            </a:extLst>
          </p:cNvPr>
          <p:cNvSpPr>
            <a:spLocks xmlns:a="http://schemas.openxmlformats.org/drawingml/2006/main" noGrp="1"/>
          </p:cNvSpPr>
          <p:nvPr/>
        </p:nvSpPr>
        <p:spPr>
          <a:xfrm xmlns:a="http://schemas.openxmlformats.org/drawingml/2006/main" rot="0">
            <a:off x="10210800" y="733425"/>
            <a:ext cx="1162050" cy="790575"/>
          </a:xfrm>
          <a:custGeom xmlns:a="http://schemas.openxmlformats.org/drawingml/2006/main">
            <a:pathLst>
              <a:path w="1162050" h="790575">
                <a:moveTo>
                  <a:pt x="485775" y="4763"/>
                </a:move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76275" y="4763"/>
                </a:lnTo>
                <a:lnTo>
                  <a:pt x="681038" y="9525"/>
                </a:lnTo>
                <a:lnTo>
                  <a:pt x="690563" y="9525"/>
                </a:lnTo>
                <a:lnTo>
                  <a:pt x="700088" y="9525"/>
                </a:lnTo>
                <a:lnTo>
                  <a:pt x="709613" y="9525"/>
                </a:lnTo>
                <a:lnTo>
                  <a:pt x="719138" y="9525"/>
                </a:lnTo>
                <a:lnTo>
                  <a:pt x="728663" y="9525"/>
                </a:lnTo>
                <a:lnTo>
                  <a:pt x="738188" y="9525"/>
                </a:lnTo>
                <a:lnTo>
                  <a:pt x="742950" y="14288"/>
                </a:lnTo>
                <a:lnTo>
                  <a:pt x="747713" y="19050"/>
                </a:lnTo>
                <a:lnTo>
                  <a:pt x="757238" y="19050"/>
                </a:lnTo>
                <a:lnTo>
                  <a:pt x="766763" y="19050"/>
                </a:lnTo>
                <a:lnTo>
                  <a:pt x="776288" y="19050"/>
                </a:lnTo>
                <a:lnTo>
                  <a:pt x="781050" y="23813"/>
                </a:lnTo>
                <a:lnTo>
                  <a:pt x="785813" y="28575"/>
                </a:lnTo>
                <a:lnTo>
                  <a:pt x="795338" y="28575"/>
                </a:lnTo>
                <a:lnTo>
                  <a:pt x="804863" y="28575"/>
                </a:lnTo>
                <a:lnTo>
                  <a:pt x="814388" y="28575"/>
                </a:lnTo>
                <a:lnTo>
                  <a:pt x="819150" y="33338"/>
                </a:lnTo>
                <a:lnTo>
                  <a:pt x="823913" y="38100"/>
                </a:lnTo>
                <a:lnTo>
                  <a:pt x="833438" y="38100"/>
                </a:lnTo>
                <a:lnTo>
                  <a:pt x="842963" y="38100"/>
                </a:lnTo>
                <a:lnTo>
                  <a:pt x="847725" y="42863"/>
                </a:lnTo>
                <a:lnTo>
                  <a:pt x="852488" y="47625"/>
                </a:lnTo>
                <a:lnTo>
                  <a:pt x="862013" y="47625"/>
                </a:lnTo>
                <a:lnTo>
                  <a:pt x="871538" y="47625"/>
                </a:lnTo>
                <a:lnTo>
                  <a:pt x="876300" y="52388"/>
                </a:lnTo>
                <a:lnTo>
                  <a:pt x="881063" y="57150"/>
                </a:lnTo>
                <a:lnTo>
                  <a:pt x="890588" y="57150"/>
                </a:lnTo>
                <a:lnTo>
                  <a:pt x="895350" y="61913"/>
                </a:lnTo>
                <a:lnTo>
                  <a:pt x="900113" y="66675"/>
                </a:lnTo>
                <a:lnTo>
                  <a:pt x="909638" y="66675"/>
                </a:lnTo>
                <a:lnTo>
                  <a:pt x="919163" y="66675"/>
                </a:lnTo>
                <a:lnTo>
                  <a:pt x="923925" y="71438"/>
                </a:lnTo>
                <a:lnTo>
                  <a:pt x="928688" y="76200"/>
                </a:lnTo>
                <a:lnTo>
                  <a:pt x="938213" y="76200"/>
                </a:lnTo>
                <a:lnTo>
                  <a:pt x="942975" y="80963"/>
                </a:lnTo>
                <a:lnTo>
                  <a:pt x="947738" y="85725"/>
                </a:lnTo>
                <a:lnTo>
                  <a:pt x="952500" y="90488"/>
                </a:lnTo>
                <a:lnTo>
                  <a:pt x="957263" y="95250"/>
                </a:lnTo>
                <a:lnTo>
                  <a:pt x="966788" y="95250"/>
                </a:lnTo>
                <a:lnTo>
                  <a:pt x="971550" y="100013"/>
                </a:lnTo>
                <a:lnTo>
                  <a:pt x="976313" y="104775"/>
                </a:lnTo>
                <a:lnTo>
                  <a:pt x="985838" y="104775"/>
                </a:lnTo>
                <a:lnTo>
                  <a:pt x="990600" y="109538"/>
                </a:lnTo>
                <a:lnTo>
                  <a:pt x="995363" y="114300"/>
                </a:lnTo>
                <a:lnTo>
                  <a:pt x="1000125" y="119063"/>
                </a:lnTo>
                <a:lnTo>
                  <a:pt x="1004888" y="123825"/>
                </a:lnTo>
                <a:lnTo>
                  <a:pt x="1014413" y="123825"/>
                </a:lnTo>
                <a:lnTo>
                  <a:pt x="1019175" y="128588"/>
                </a:lnTo>
                <a:lnTo>
                  <a:pt x="1023938" y="133350"/>
                </a:lnTo>
                <a:lnTo>
                  <a:pt x="1028700" y="138113"/>
                </a:lnTo>
                <a:lnTo>
                  <a:pt x="1033463" y="142875"/>
                </a:lnTo>
                <a:lnTo>
                  <a:pt x="1038225" y="147638"/>
                </a:lnTo>
                <a:lnTo>
                  <a:pt x="1042988" y="152400"/>
                </a:lnTo>
                <a:lnTo>
                  <a:pt x="1047750" y="157163"/>
                </a:lnTo>
                <a:lnTo>
                  <a:pt x="1052513" y="161925"/>
                </a:lnTo>
                <a:lnTo>
                  <a:pt x="1062038" y="161925"/>
                </a:lnTo>
                <a:lnTo>
                  <a:pt x="1066800" y="166688"/>
                </a:lnTo>
                <a:lnTo>
                  <a:pt x="1071563" y="171450"/>
                </a:lnTo>
                <a:lnTo>
                  <a:pt x="1076325" y="176213"/>
                </a:lnTo>
                <a:lnTo>
                  <a:pt x="1076325" y="185738"/>
                </a:lnTo>
                <a:lnTo>
                  <a:pt x="1081088" y="190500"/>
                </a:lnTo>
                <a:lnTo>
                  <a:pt x="1085850" y="195263"/>
                </a:lnTo>
                <a:lnTo>
                  <a:pt x="1090613" y="200025"/>
                </a:lnTo>
                <a:lnTo>
                  <a:pt x="1095375" y="204788"/>
                </a:lnTo>
                <a:lnTo>
                  <a:pt x="1100138" y="209550"/>
                </a:lnTo>
                <a:lnTo>
                  <a:pt x="1104900" y="214313"/>
                </a:lnTo>
                <a:lnTo>
                  <a:pt x="1109663" y="219075"/>
                </a:lnTo>
                <a:lnTo>
                  <a:pt x="1114425" y="223838"/>
                </a:lnTo>
                <a:lnTo>
                  <a:pt x="1114425" y="233363"/>
                </a:lnTo>
                <a:lnTo>
                  <a:pt x="1114425" y="242888"/>
                </a:lnTo>
                <a:lnTo>
                  <a:pt x="1119188" y="247650"/>
                </a:lnTo>
                <a:lnTo>
                  <a:pt x="1128713" y="247650"/>
                </a:lnTo>
                <a:lnTo>
                  <a:pt x="1133475" y="252413"/>
                </a:lnTo>
                <a:lnTo>
                  <a:pt x="1133475" y="261938"/>
                </a:lnTo>
                <a:lnTo>
                  <a:pt x="1133475" y="271463"/>
                </a:lnTo>
                <a:lnTo>
                  <a:pt x="1138238" y="276225"/>
                </a:lnTo>
                <a:lnTo>
                  <a:pt x="1143000" y="280988"/>
                </a:lnTo>
                <a:lnTo>
                  <a:pt x="1143000" y="290513"/>
                </a:lnTo>
                <a:lnTo>
                  <a:pt x="1143000" y="300038"/>
                </a:lnTo>
                <a:lnTo>
                  <a:pt x="1143000" y="309563"/>
                </a:lnTo>
                <a:lnTo>
                  <a:pt x="1143000" y="319088"/>
                </a:lnTo>
                <a:lnTo>
                  <a:pt x="1143000" y="328613"/>
                </a:lnTo>
                <a:lnTo>
                  <a:pt x="1147763" y="333375"/>
                </a:lnTo>
                <a:lnTo>
                  <a:pt x="1152525" y="338138"/>
                </a:lnTo>
                <a:lnTo>
                  <a:pt x="1152525" y="347663"/>
                </a:lnTo>
                <a:lnTo>
                  <a:pt x="1152525" y="357188"/>
                </a:lnTo>
                <a:lnTo>
                  <a:pt x="1152525" y="366713"/>
                </a:lnTo>
                <a:lnTo>
                  <a:pt x="1152525" y="376238"/>
                </a:lnTo>
                <a:lnTo>
                  <a:pt x="1152525" y="385763"/>
                </a:lnTo>
                <a:lnTo>
                  <a:pt x="1157288" y="390525"/>
                </a:lnTo>
                <a:lnTo>
                  <a:pt x="1162050" y="395288"/>
                </a:lnTo>
                <a:lnTo>
                  <a:pt x="1162050" y="404813"/>
                </a:lnTo>
                <a:lnTo>
                  <a:pt x="1162050" y="414338"/>
                </a:lnTo>
                <a:lnTo>
                  <a:pt x="1162050" y="423863"/>
                </a:lnTo>
                <a:lnTo>
                  <a:pt x="1162050" y="433388"/>
                </a:lnTo>
                <a:lnTo>
                  <a:pt x="1162050" y="442913"/>
                </a:lnTo>
                <a:lnTo>
                  <a:pt x="1162050" y="452438"/>
                </a:lnTo>
                <a:lnTo>
                  <a:pt x="1157288" y="457200"/>
                </a:lnTo>
                <a:lnTo>
                  <a:pt x="1152525" y="461963"/>
                </a:lnTo>
                <a:lnTo>
                  <a:pt x="1157288" y="466725"/>
                </a:lnTo>
                <a:lnTo>
                  <a:pt x="1162050" y="471488"/>
                </a:lnTo>
                <a:lnTo>
                  <a:pt x="1157288" y="476250"/>
                </a:lnTo>
                <a:lnTo>
                  <a:pt x="1152525" y="481013"/>
                </a:lnTo>
                <a:lnTo>
                  <a:pt x="1147763" y="485775"/>
                </a:lnTo>
                <a:lnTo>
                  <a:pt x="1143000" y="490538"/>
                </a:lnTo>
                <a:lnTo>
                  <a:pt x="1143000" y="500063"/>
                </a:lnTo>
                <a:lnTo>
                  <a:pt x="1143000" y="509588"/>
                </a:lnTo>
                <a:lnTo>
                  <a:pt x="1143000" y="519113"/>
                </a:lnTo>
                <a:lnTo>
                  <a:pt x="1138238" y="523875"/>
                </a:lnTo>
                <a:lnTo>
                  <a:pt x="1133475" y="528638"/>
                </a:lnTo>
                <a:lnTo>
                  <a:pt x="1133475" y="538163"/>
                </a:lnTo>
                <a:lnTo>
                  <a:pt x="1128713" y="542925"/>
                </a:lnTo>
                <a:lnTo>
                  <a:pt x="1123950" y="547688"/>
                </a:lnTo>
                <a:lnTo>
                  <a:pt x="1123950" y="557213"/>
                </a:lnTo>
                <a:lnTo>
                  <a:pt x="1119188" y="561975"/>
                </a:lnTo>
                <a:lnTo>
                  <a:pt x="1114425" y="566738"/>
                </a:lnTo>
                <a:lnTo>
                  <a:pt x="1109663" y="571500"/>
                </a:lnTo>
                <a:lnTo>
                  <a:pt x="1104900" y="576263"/>
                </a:lnTo>
                <a:lnTo>
                  <a:pt x="1100138" y="581025"/>
                </a:lnTo>
                <a:lnTo>
                  <a:pt x="1095375" y="585788"/>
                </a:lnTo>
                <a:lnTo>
                  <a:pt x="1090613" y="590550"/>
                </a:lnTo>
                <a:lnTo>
                  <a:pt x="1085850" y="595313"/>
                </a:lnTo>
                <a:lnTo>
                  <a:pt x="1085850" y="604838"/>
                </a:lnTo>
                <a:lnTo>
                  <a:pt x="1081088" y="609600"/>
                </a:lnTo>
                <a:lnTo>
                  <a:pt x="1076325" y="614363"/>
                </a:lnTo>
                <a:lnTo>
                  <a:pt x="1071563" y="619125"/>
                </a:lnTo>
                <a:lnTo>
                  <a:pt x="1066800" y="623888"/>
                </a:lnTo>
                <a:lnTo>
                  <a:pt x="1062038" y="628650"/>
                </a:lnTo>
                <a:lnTo>
                  <a:pt x="1057275" y="633413"/>
                </a:lnTo>
                <a:lnTo>
                  <a:pt x="1052513" y="638175"/>
                </a:lnTo>
                <a:lnTo>
                  <a:pt x="1042988" y="638175"/>
                </a:lnTo>
                <a:lnTo>
                  <a:pt x="1038225" y="642938"/>
                </a:lnTo>
                <a:lnTo>
                  <a:pt x="1033463" y="647700"/>
                </a:lnTo>
                <a:lnTo>
                  <a:pt x="1028700" y="652463"/>
                </a:lnTo>
                <a:lnTo>
                  <a:pt x="1023938" y="657225"/>
                </a:lnTo>
                <a:lnTo>
                  <a:pt x="1019175" y="661988"/>
                </a:lnTo>
                <a:lnTo>
                  <a:pt x="1014413" y="666750"/>
                </a:lnTo>
                <a:lnTo>
                  <a:pt x="1009650" y="671513"/>
                </a:lnTo>
                <a:lnTo>
                  <a:pt x="1004888" y="676275"/>
                </a:lnTo>
                <a:lnTo>
                  <a:pt x="995363" y="676275"/>
                </a:lnTo>
                <a:lnTo>
                  <a:pt x="990600" y="681038"/>
                </a:lnTo>
                <a:lnTo>
                  <a:pt x="985838" y="685800"/>
                </a:lnTo>
                <a:lnTo>
                  <a:pt x="976313" y="685800"/>
                </a:lnTo>
                <a:lnTo>
                  <a:pt x="971550" y="690563"/>
                </a:lnTo>
                <a:lnTo>
                  <a:pt x="966788" y="695325"/>
                </a:lnTo>
                <a:lnTo>
                  <a:pt x="962025" y="700088"/>
                </a:lnTo>
                <a:lnTo>
                  <a:pt x="957263" y="704850"/>
                </a:lnTo>
                <a:lnTo>
                  <a:pt x="947738" y="704850"/>
                </a:lnTo>
                <a:lnTo>
                  <a:pt x="942975" y="709613"/>
                </a:lnTo>
                <a:lnTo>
                  <a:pt x="938213" y="714375"/>
                </a:lnTo>
                <a:lnTo>
                  <a:pt x="928688" y="714375"/>
                </a:lnTo>
                <a:lnTo>
                  <a:pt x="923925" y="719138"/>
                </a:lnTo>
                <a:lnTo>
                  <a:pt x="919163" y="723900"/>
                </a:lnTo>
                <a:lnTo>
                  <a:pt x="909638" y="723900"/>
                </a:lnTo>
                <a:lnTo>
                  <a:pt x="904875" y="728663"/>
                </a:lnTo>
                <a:lnTo>
                  <a:pt x="900113" y="733425"/>
                </a:lnTo>
                <a:lnTo>
                  <a:pt x="890588" y="733425"/>
                </a:lnTo>
                <a:lnTo>
                  <a:pt x="881063" y="733425"/>
                </a:lnTo>
                <a:lnTo>
                  <a:pt x="876300" y="738188"/>
                </a:lnTo>
                <a:lnTo>
                  <a:pt x="871538" y="742950"/>
                </a:lnTo>
                <a:lnTo>
                  <a:pt x="862013" y="742950"/>
                </a:lnTo>
                <a:lnTo>
                  <a:pt x="857250" y="747713"/>
                </a:lnTo>
                <a:lnTo>
                  <a:pt x="852488" y="752475"/>
                </a:lnTo>
                <a:lnTo>
                  <a:pt x="842963" y="752475"/>
                </a:lnTo>
                <a:lnTo>
                  <a:pt x="833438" y="752475"/>
                </a:lnTo>
                <a:lnTo>
                  <a:pt x="828675" y="757238"/>
                </a:lnTo>
                <a:lnTo>
                  <a:pt x="823913" y="762000"/>
                </a:lnTo>
                <a:lnTo>
                  <a:pt x="814388" y="762000"/>
                </a:lnTo>
                <a:lnTo>
                  <a:pt x="804863" y="762000"/>
                </a:lnTo>
                <a:lnTo>
                  <a:pt x="795338" y="762000"/>
                </a:lnTo>
                <a:lnTo>
                  <a:pt x="790575" y="766763"/>
                </a:lnTo>
                <a:lnTo>
                  <a:pt x="785813" y="771525"/>
                </a:lnTo>
                <a:lnTo>
                  <a:pt x="776288" y="771525"/>
                </a:lnTo>
                <a:lnTo>
                  <a:pt x="766763" y="771525"/>
                </a:lnTo>
                <a:lnTo>
                  <a:pt x="757238" y="771525"/>
                </a:lnTo>
                <a:lnTo>
                  <a:pt x="752475" y="776288"/>
                </a:lnTo>
                <a:lnTo>
                  <a:pt x="747713" y="781050"/>
                </a:lnTo>
                <a:lnTo>
                  <a:pt x="738188" y="781050"/>
                </a:lnTo>
                <a:lnTo>
                  <a:pt x="728663" y="781050"/>
                </a:lnTo>
                <a:lnTo>
                  <a:pt x="719138" y="781050"/>
                </a:lnTo>
                <a:lnTo>
                  <a:pt x="709613" y="781050"/>
                </a:lnTo>
                <a:lnTo>
                  <a:pt x="700088" y="781050"/>
                </a:lnTo>
                <a:lnTo>
                  <a:pt x="695325" y="785813"/>
                </a:lnTo>
                <a:lnTo>
                  <a:pt x="690563" y="790575"/>
                </a:lnTo>
                <a:lnTo>
                  <a:pt x="681038" y="790575"/>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6725" y="785813"/>
                </a:lnTo>
                <a:lnTo>
                  <a:pt x="461963" y="781050"/>
                </a:lnTo>
                <a:lnTo>
                  <a:pt x="452438" y="781050"/>
                </a:lnTo>
                <a:lnTo>
                  <a:pt x="442913" y="781050"/>
                </a:lnTo>
                <a:lnTo>
                  <a:pt x="433388" y="781050"/>
                </a:lnTo>
                <a:lnTo>
                  <a:pt x="423863" y="781050"/>
                </a:lnTo>
                <a:lnTo>
                  <a:pt x="414338" y="781050"/>
                </a:lnTo>
                <a:lnTo>
                  <a:pt x="409575" y="776288"/>
                </a:lnTo>
                <a:lnTo>
                  <a:pt x="404813" y="771525"/>
                </a:lnTo>
                <a:lnTo>
                  <a:pt x="395288" y="771525"/>
                </a:lnTo>
                <a:lnTo>
                  <a:pt x="385763" y="771525"/>
                </a:lnTo>
                <a:lnTo>
                  <a:pt x="376238" y="771525"/>
                </a:lnTo>
                <a:lnTo>
                  <a:pt x="366713" y="771525"/>
                </a:lnTo>
                <a:lnTo>
                  <a:pt x="361950" y="766763"/>
                </a:lnTo>
                <a:lnTo>
                  <a:pt x="357188" y="762000"/>
                </a:lnTo>
                <a:lnTo>
                  <a:pt x="347663" y="762000"/>
                </a:lnTo>
                <a:lnTo>
                  <a:pt x="338138" y="762000"/>
                </a:lnTo>
                <a:lnTo>
                  <a:pt x="333375" y="757238"/>
                </a:lnTo>
                <a:lnTo>
                  <a:pt x="328613" y="752475"/>
                </a:lnTo>
                <a:lnTo>
                  <a:pt x="319088" y="752475"/>
                </a:lnTo>
                <a:lnTo>
                  <a:pt x="309563" y="752475"/>
                </a:lnTo>
                <a:lnTo>
                  <a:pt x="304800" y="747713"/>
                </a:lnTo>
                <a:lnTo>
                  <a:pt x="300038" y="742950"/>
                </a:lnTo>
                <a:lnTo>
                  <a:pt x="290513" y="742950"/>
                </a:lnTo>
                <a:lnTo>
                  <a:pt x="280988" y="742950"/>
                </a:lnTo>
                <a:lnTo>
                  <a:pt x="276225" y="738188"/>
                </a:lnTo>
                <a:lnTo>
                  <a:pt x="271463" y="733425"/>
                </a:lnTo>
                <a:lnTo>
                  <a:pt x="261938" y="733425"/>
                </a:lnTo>
                <a:lnTo>
                  <a:pt x="257175" y="728663"/>
                </a:lnTo>
                <a:lnTo>
                  <a:pt x="252413" y="723900"/>
                </a:lnTo>
                <a:lnTo>
                  <a:pt x="242888" y="723900"/>
                </a:lnTo>
                <a:lnTo>
                  <a:pt x="233363" y="723900"/>
                </a:lnTo>
                <a:lnTo>
                  <a:pt x="228600" y="719138"/>
                </a:lnTo>
                <a:lnTo>
                  <a:pt x="223838" y="714375"/>
                </a:lnTo>
                <a:lnTo>
                  <a:pt x="214313" y="714375"/>
                </a:lnTo>
                <a:lnTo>
                  <a:pt x="209550" y="709613"/>
                </a:lnTo>
                <a:lnTo>
                  <a:pt x="204788" y="704850"/>
                </a:lnTo>
                <a:lnTo>
                  <a:pt x="200025" y="700088"/>
                </a:lnTo>
                <a:lnTo>
                  <a:pt x="195263" y="695325"/>
                </a:lnTo>
                <a:lnTo>
                  <a:pt x="185738" y="695325"/>
                </a:lnTo>
                <a:lnTo>
                  <a:pt x="180975" y="690563"/>
                </a:lnTo>
                <a:lnTo>
                  <a:pt x="176213" y="685800"/>
                </a:lnTo>
                <a:lnTo>
                  <a:pt x="166688" y="685800"/>
                </a:lnTo>
                <a:lnTo>
                  <a:pt x="161925" y="681038"/>
                </a:lnTo>
                <a:lnTo>
                  <a:pt x="157163" y="676275"/>
                </a:lnTo>
                <a:lnTo>
                  <a:pt x="152400" y="671513"/>
                </a:lnTo>
                <a:lnTo>
                  <a:pt x="147638" y="666750"/>
                </a:lnTo>
                <a:lnTo>
                  <a:pt x="138113" y="666750"/>
                </a:lnTo>
                <a:lnTo>
                  <a:pt x="133350" y="661988"/>
                </a:lnTo>
                <a:lnTo>
                  <a:pt x="128588" y="657225"/>
                </a:lnTo>
                <a:lnTo>
                  <a:pt x="123825" y="652463"/>
                </a:lnTo>
                <a:lnTo>
                  <a:pt x="119063" y="647700"/>
                </a:lnTo>
                <a:lnTo>
                  <a:pt x="114300" y="642938"/>
                </a:lnTo>
                <a:lnTo>
                  <a:pt x="109538" y="638175"/>
                </a:lnTo>
                <a:lnTo>
                  <a:pt x="104775" y="633413"/>
                </a:lnTo>
                <a:lnTo>
                  <a:pt x="100013" y="628650"/>
                </a:lnTo>
                <a:lnTo>
                  <a:pt x="95250" y="623888"/>
                </a:lnTo>
                <a:lnTo>
                  <a:pt x="90488" y="619125"/>
                </a:lnTo>
                <a:lnTo>
                  <a:pt x="85725" y="614363"/>
                </a:lnTo>
                <a:lnTo>
                  <a:pt x="80963" y="609600"/>
                </a:lnTo>
                <a:lnTo>
                  <a:pt x="76200" y="604838"/>
                </a:lnTo>
                <a:lnTo>
                  <a:pt x="71438" y="600075"/>
                </a:lnTo>
                <a:lnTo>
                  <a:pt x="66675" y="595313"/>
                </a:lnTo>
                <a:lnTo>
                  <a:pt x="61913" y="590550"/>
                </a:lnTo>
                <a:lnTo>
                  <a:pt x="57150" y="585788"/>
                </a:lnTo>
                <a:lnTo>
                  <a:pt x="52388" y="581025"/>
                </a:lnTo>
                <a:lnTo>
                  <a:pt x="47625" y="576263"/>
                </a:lnTo>
                <a:lnTo>
                  <a:pt x="42863" y="571500"/>
                </a:lnTo>
                <a:lnTo>
                  <a:pt x="38100" y="566738"/>
                </a:lnTo>
                <a:lnTo>
                  <a:pt x="38100" y="557213"/>
                </a:lnTo>
                <a:lnTo>
                  <a:pt x="33338" y="552450"/>
                </a:lnTo>
                <a:lnTo>
                  <a:pt x="28575" y="547688"/>
                </a:lnTo>
                <a:lnTo>
                  <a:pt x="23813" y="542925"/>
                </a:lnTo>
                <a:lnTo>
                  <a:pt x="19050" y="538163"/>
                </a:lnTo>
                <a:lnTo>
                  <a:pt x="19050" y="528638"/>
                </a:lnTo>
                <a:lnTo>
                  <a:pt x="19050" y="519113"/>
                </a:lnTo>
                <a:lnTo>
                  <a:pt x="14288" y="514350"/>
                </a:lnTo>
                <a:lnTo>
                  <a:pt x="9525" y="509588"/>
                </a:lnTo>
                <a:lnTo>
                  <a:pt x="9525" y="500063"/>
                </a:lnTo>
                <a:lnTo>
                  <a:pt x="9525" y="490538"/>
                </a:lnTo>
                <a:lnTo>
                  <a:pt x="4763" y="485775"/>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4763" y="333375"/>
                </a:lnTo>
                <a:lnTo>
                  <a:pt x="9525" y="328613"/>
                </a:lnTo>
                <a:lnTo>
                  <a:pt x="9525" y="319088"/>
                </a:lnTo>
                <a:lnTo>
                  <a:pt x="14288" y="314325"/>
                </a:lnTo>
                <a:lnTo>
                  <a:pt x="19050" y="309563"/>
                </a:lnTo>
                <a:lnTo>
                  <a:pt x="14288" y="304800"/>
                </a:lnTo>
                <a:lnTo>
                  <a:pt x="9525" y="300038"/>
                </a:lnTo>
                <a:lnTo>
                  <a:pt x="9525" y="290513"/>
                </a:lnTo>
                <a:lnTo>
                  <a:pt x="9525" y="280988"/>
                </a:lnTo>
                <a:lnTo>
                  <a:pt x="9525" y="271463"/>
                </a:lnTo>
                <a:lnTo>
                  <a:pt x="14288" y="266700"/>
                </a:lnTo>
                <a:lnTo>
                  <a:pt x="19050" y="261938"/>
                </a:lnTo>
                <a:lnTo>
                  <a:pt x="23813" y="257175"/>
                </a:lnTo>
                <a:lnTo>
                  <a:pt x="28575" y="252413"/>
                </a:lnTo>
                <a:lnTo>
                  <a:pt x="33338" y="247650"/>
                </a:lnTo>
                <a:lnTo>
                  <a:pt x="38100" y="242888"/>
                </a:lnTo>
                <a:lnTo>
                  <a:pt x="38100" y="233363"/>
                </a:lnTo>
                <a:lnTo>
                  <a:pt x="42863" y="228600"/>
                </a:lnTo>
                <a:lnTo>
                  <a:pt x="47625" y="223838"/>
                </a:lnTo>
                <a:lnTo>
                  <a:pt x="47625" y="214313"/>
                </a:lnTo>
                <a:lnTo>
                  <a:pt x="52388" y="209550"/>
                </a:lnTo>
                <a:lnTo>
                  <a:pt x="57150" y="204788"/>
                </a:lnTo>
                <a:lnTo>
                  <a:pt x="61913" y="200025"/>
                </a:lnTo>
                <a:lnTo>
                  <a:pt x="66675" y="195263"/>
                </a:lnTo>
                <a:lnTo>
                  <a:pt x="71438" y="190500"/>
                </a:lnTo>
                <a:lnTo>
                  <a:pt x="76200" y="185738"/>
                </a:lnTo>
                <a:lnTo>
                  <a:pt x="80963" y="180975"/>
                </a:lnTo>
                <a:lnTo>
                  <a:pt x="85725" y="176213"/>
                </a:lnTo>
                <a:lnTo>
                  <a:pt x="90488" y="171450"/>
                </a:lnTo>
                <a:lnTo>
                  <a:pt x="95250" y="166688"/>
                </a:lnTo>
                <a:lnTo>
                  <a:pt x="100013" y="161925"/>
                </a:lnTo>
                <a:lnTo>
                  <a:pt x="104775" y="157163"/>
                </a:lnTo>
                <a:lnTo>
                  <a:pt x="109538" y="152400"/>
                </a:lnTo>
                <a:lnTo>
                  <a:pt x="114300" y="147638"/>
                </a:lnTo>
                <a:lnTo>
                  <a:pt x="119063" y="142875"/>
                </a:lnTo>
                <a:lnTo>
                  <a:pt x="123825" y="138113"/>
                </a:lnTo>
                <a:lnTo>
                  <a:pt x="128588" y="133350"/>
                </a:lnTo>
                <a:lnTo>
                  <a:pt x="138113" y="133350"/>
                </a:lnTo>
                <a:lnTo>
                  <a:pt x="142875" y="128588"/>
                </a:lnTo>
                <a:lnTo>
                  <a:pt x="147638" y="123825"/>
                </a:lnTo>
                <a:lnTo>
                  <a:pt x="152400" y="119063"/>
                </a:lnTo>
                <a:lnTo>
                  <a:pt x="157163" y="114300"/>
                </a:lnTo>
                <a:lnTo>
                  <a:pt x="166688" y="114300"/>
                </a:lnTo>
                <a:lnTo>
                  <a:pt x="171450" y="109538"/>
                </a:lnTo>
                <a:lnTo>
                  <a:pt x="176213" y="104775"/>
                </a:lnTo>
                <a:lnTo>
                  <a:pt x="180975" y="100013"/>
                </a:lnTo>
                <a:lnTo>
                  <a:pt x="185738" y="95250"/>
                </a:lnTo>
                <a:lnTo>
                  <a:pt x="195263" y="95250"/>
                </a:lnTo>
                <a:lnTo>
                  <a:pt x="200025" y="90488"/>
                </a:lnTo>
                <a:lnTo>
                  <a:pt x="204788" y="85725"/>
                </a:lnTo>
                <a:lnTo>
                  <a:pt x="214313" y="85725"/>
                </a:lnTo>
                <a:lnTo>
                  <a:pt x="219075" y="80963"/>
                </a:lnTo>
                <a:lnTo>
                  <a:pt x="223838" y="76200"/>
                </a:lnTo>
                <a:lnTo>
                  <a:pt x="233363" y="76200"/>
                </a:lnTo>
                <a:lnTo>
                  <a:pt x="238125" y="71438"/>
                </a:lnTo>
                <a:lnTo>
                  <a:pt x="242888" y="66675"/>
                </a:lnTo>
                <a:lnTo>
                  <a:pt x="252413" y="66675"/>
                </a:lnTo>
                <a:lnTo>
                  <a:pt x="257175" y="61913"/>
                </a:lnTo>
                <a:lnTo>
                  <a:pt x="261938" y="57150"/>
                </a:lnTo>
                <a:lnTo>
                  <a:pt x="271463" y="57150"/>
                </a:lnTo>
                <a:lnTo>
                  <a:pt x="280988" y="57150"/>
                </a:lnTo>
                <a:lnTo>
                  <a:pt x="285750" y="52388"/>
                </a:lnTo>
                <a:lnTo>
                  <a:pt x="290513" y="47625"/>
                </a:lnTo>
                <a:lnTo>
                  <a:pt x="300038" y="47625"/>
                </a:lnTo>
                <a:lnTo>
                  <a:pt x="304800" y="42863"/>
                </a:lnTo>
                <a:lnTo>
                  <a:pt x="309563" y="38100"/>
                </a:lnTo>
                <a:lnTo>
                  <a:pt x="319088" y="38100"/>
                </a:lnTo>
                <a:lnTo>
                  <a:pt x="328613" y="38100"/>
                </a:lnTo>
                <a:lnTo>
                  <a:pt x="333375" y="33338"/>
                </a:lnTo>
                <a:lnTo>
                  <a:pt x="338138" y="28575"/>
                </a:lnTo>
                <a:lnTo>
                  <a:pt x="347663" y="28575"/>
                </a:lnTo>
                <a:lnTo>
                  <a:pt x="357188" y="28575"/>
                </a:lnTo>
                <a:lnTo>
                  <a:pt x="366713" y="28575"/>
                </a:lnTo>
                <a:lnTo>
                  <a:pt x="371475" y="23813"/>
                </a:lnTo>
                <a:lnTo>
                  <a:pt x="376238" y="19050"/>
                </a:lnTo>
                <a:lnTo>
                  <a:pt x="385763" y="19050"/>
                </a:lnTo>
                <a:lnTo>
                  <a:pt x="395288" y="19050"/>
                </a:lnTo>
                <a:lnTo>
                  <a:pt x="404813" y="19050"/>
                </a:lnTo>
                <a:lnTo>
                  <a:pt x="414338" y="19050"/>
                </a:lnTo>
                <a:lnTo>
                  <a:pt x="419100" y="14288"/>
                </a:lnTo>
                <a:lnTo>
                  <a:pt x="423863" y="9525"/>
                </a:lnTo>
                <a:lnTo>
                  <a:pt x="433388" y="9525"/>
                </a:lnTo>
                <a:lnTo>
                  <a:pt x="442913" y="9525"/>
                </a:lnTo>
                <a:lnTo>
                  <a:pt x="452438" y="9525"/>
                </a:lnTo>
                <a:lnTo>
                  <a:pt x="461963" y="9525"/>
                </a:lnTo>
                <a:lnTo>
                  <a:pt x="471488" y="9525"/>
                </a:lnTo>
                <a:lnTo>
                  <a:pt x="481013" y="9525"/>
                </a:lnTo>
                <a:lnTo>
                  <a:pt x="485775" y="4763"/>
                </a:lnTo>
                <a:close/>
              </a:path>
            </a:pathLst>
          </a:custGeom>
          <a:solidFill xmlns:a="http://schemas.openxmlformats.org/drawingml/2006/main">
            <a:srgbClr val="B4B4B4"/>
          </a:solidFill>
          <a:ln xmlns:a="http://schemas.openxmlformats.org/drawingml/2006/main" w="0">
            <a:noFill/>
            <a:prstDash val="solid"/>
          </a:ln>
        </p:spPr>
      </p:sp>
      <p:sp>
        <p:nvSpPr>
          <p:cNvPr id="137" name="deep-skill-chaining-source-component-2-gradient-182-0">
            <a:extLst xmlns:a="http://schemas.openxmlformats.org/drawingml/2006/main">
              <a:ext uri="{FF2B5EF4-FFF2-40B4-BE49-F238E27FC236}">
                <a16:creationId xmlns:a16="http://schemas.microsoft.com/office/drawing/2014/main" id="{E02E37C6-4408-4FD1-86DE-9A8BF5831C06}"/>
              </a:ext>
            </a:extLst>
          </p:cNvPr>
          <p:cNvSpPr>
            <a:spLocks xmlns:a="http://schemas.openxmlformats.org/drawingml/2006/main" noGrp="1"/>
          </p:cNvSpPr>
          <p:nvPr/>
        </p:nvSpPr>
        <p:spPr>
          <a:xfrm xmlns:a="http://schemas.openxmlformats.org/drawingml/2006/main" rot="0">
            <a:off x="10229850" y="733425"/>
            <a:ext cx="1123950" cy="790575"/>
          </a:xfrm>
          <a:custGeom xmlns:a="http://schemas.openxmlformats.org/drawingml/2006/main">
            <a:pathLst>
              <a:path w="1123950" h="790575">
                <a:moveTo>
                  <a:pt x="466725" y="4763"/>
                </a:move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57225" y="4763"/>
                </a:lnTo>
                <a:lnTo>
                  <a:pt x="661988" y="9525"/>
                </a:lnTo>
                <a:lnTo>
                  <a:pt x="671513" y="9525"/>
                </a:lnTo>
                <a:lnTo>
                  <a:pt x="681038" y="9525"/>
                </a:lnTo>
                <a:lnTo>
                  <a:pt x="690563" y="9525"/>
                </a:lnTo>
                <a:lnTo>
                  <a:pt x="700088" y="9525"/>
                </a:lnTo>
                <a:lnTo>
                  <a:pt x="709613" y="9525"/>
                </a:lnTo>
                <a:lnTo>
                  <a:pt x="719138" y="9525"/>
                </a:lnTo>
                <a:lnTo>
                  <a:pt x="723900" y="14288"/>
                </a:lnTo>
                <a:lnTo>
                  <a:pt x="728663" y="19050"/>
                </a:lnTo>
                <a:lnTo>
                  <a:pt x="738188" y="19050"/>
                </a:lnTo>
                <a:lnTo>
                  <a:pt x="747713" y="19050"/>
                </a:lnTo>
                <a:lnTo>
                  <a:pt x="757238" y="19050"/>
                </a:lnTo>
                <a:lnTo>
                  <a:pt x="762000" y="23813"/>
                </a:lnTo>
                <a:lnTo>
                  <a:pt x="766763" y="28575"/>
                </a:lnTo>
                <a:lnTo>
                  <a:pt x="776288" y="28575"/>
                </a:lnTo>
                <a:lnTo>
                  <a:pt x="785813" y="28575"/>
                </a:lnTo>
                <a:lnTo>
                  <a:pt x="795338" y="28575"/>
                </a:lnTo>
                <a:lnTo>
                  <a:pt x="800100" y="33338"/>
                </a:lnTo>
                <a:lnTo>
                  <a:pt x="804863" y="38100"/>
                </a:lnTo>
                <a:lnTo>
                  <a:pt x="814388" y="38100"/>
                </a:lnTo>
                <a:lnTo>
                  <a:pt x="823913" y="38100"/>
                </a:lnTo>
                <a:lnTo>
                  <a:pt x="828675" y="42863"/>
                </a:lnTo>
                <a:lnTo>
                  <a:pt x="833438" y="47625"/>
                </a:lnTo>
                <a:lnTo>
                  <a:pt x="842963" y="47625"/>
                </a:lnTo>
                <a:lnTo>
                  <a:pt x="852488" y="47625"/>
                </a:lnTo>
                <a:lnTo>
                  <a:pt x="857250" y="52388"/>
                </a:lnTo>
                <a:lnTo>
                  <a:pt x="862013" y="57150"/>
                </a:lnTo>
                <a:lnTo>
                  <a:pt x="871538" y="57150"/>
                </a:lnTo>
                <a:lnTo>
                  <a:pt x="876300" y="61913"/>
                </a:lnTo>
                <a:lnTo>
                  <a:pt x="881063" y="66675"/>
                </a:lnTo>
                <a:lnTo>
                  <a:pt x="890588" y="66675"/>
                </a:lnTo>
                <a:lnTo>
                  <a:pt x="900113" y="66675"/>
                </a:lnTo>
                <a:lnTo>
                  <a:pt x="904875" y="71438"/>
                </a:lnTo>
                <a:lnTo>
                  <a:pt x="909638" y="76200"/>
                </a:lnTo>
                <a:lnTo>
                  <a:pt x="919163" y="76200"/>
                </a:lnTo>
                <a:lnTo>
                  <a:pt x="923925" y="80963"/>
                </a:lnTo>
                <a:lnTo>
                  <a:pt x="928688" y="85725"/>
                </a:lnTo>
                <a:lnTo>
                  <a:pt x="933450" y="90488"/>
                </a:lnTo>
                <a:lnTo>
                  <a:pt x="938213" y="95250"/>
                </a:lnTo>
                <a:lnTo>
                  <a:pt x="947738" y="95250"/>
                </a:lnTo>
                <a:lnTo>
                  <a:pt x="952500" y="100013"/>
                </a:lnTo>
                <a:lnTo>
                  <a:pt x="957263" y="104775"/>
                </a:lnTo>
                <a:lnTo>
                  <a:pt x="966788" y="104775"/>
                </a:lnTo>
                <a:lnTo>
                  <a:pt x="971550" y="109538"/>
                </a:lnTo>
                <a:lnTo>
                  <a:pt x="976313" y="114300"/>
                </a:lnTo>
                <a:lnTo>
                  <a:pt x="981075" y="119063"/>
                </a:lnTo>
                <a:lnTo>
                  <a:pt x="985838" y="123825"/>
                </a:lnTo>
                <a:lnTo>
                  <a:pt x="995363" y="123825"/>
                </a:lnTo>
                <a:lnTo>
                  <a:pt x="1000125" y="128588"/>
                </a:lnTo>
                <a:lnTo>
                  <a:pt x="1004888" y="133350"/>
                </a:lnTo>
                <a:lnTo>
                  <a:pt x="1009650" y="138113"/>
                </a:lnTo>
                <a:lnTo>
                  <a:pt x="1014413" y="142875"/>
                </a:lnTo>
                <a:lnTo>
                  <a:pt x="1019175" y="147638"/>
                </a:lnTo>
                <a:lnTo>
                  <a:pt x="1023938" y="152400"/>
                </a:lnTo>
                <a:lnTo>
                  <a:pt x="1028700" y="157163"/>
                </a:lnTo>
                <a:lnTo>
                  <a:pt x="1033463" y="161925"/>
                </a:lnTo>
                <a:lnTo>
                  <a:pt x="1042988" y="161925"/>
                </a:lnTo>
                <a:lnTo>
                  <a:pt x="1047750" y="166688"/>
                </a:lnTo>
                <a:lnTo>
                  <a:pt x="1052513" y="171450"/>
                </a:lnTo>
                <a:lnTo>
                  <a:pt x="1057275" y="176213"/>
                </a:lnTo>
                <a:lnTo>
                  <a:pt x="1057275" y="185738"/>
                </a:lnTo>
                <a:lnTo>
                  <a:pt x="1062038" y="190500"/>
                </a:lnTo>
                <a:lnTo>
                  <a:pt x="1066800" y="195263"/>
                </a:lnTo>
                <a:lnTo>
                  <a:pt x="1066800" y="204788"/>
                </a:lnTo>
                <a:lnTo>
                  <a:pt x="1071563" y="209550"/>
                </a:lnTo>
                <a:lnTo>
                  <a:pt x="1076325" y="214313"/>
                </a:lnTo>
                <a:lnTo>
                  <a:pt x="1081088" y="219075"/>
                </a:lnTo>
                <a:lnTo>
                  <a:pt x="1085850" y="223838"/>
                </a:lnTo>
                <a:lnTo>
                  <a:pt x="1085850" y="233363"/>
                </a:lnTo>
                <a:lnTo>
                  <a:pt x="1085850" y="242888"/>
                </a:lnTo>
                <a:lnTo>
                  <a:pt x="1090613" y="247650"/>
                </a:lnTo>
                <a:lnTo>
                  <a:pt x="1095375" y="252413"/>
                </a:lnTo>
                <a:lnTo>
                  <a:pt x="1095375" y="261938"/>
                </a:lnTo>
                <a:lnTo>
                  <a:pt x="1095375" y="271463"/>
                </a:lnTo>
                <a:lnTo>
                  <a:pt x="1100138" y="276225"/>
                </a:lnTo>
                <a:lnTo>
                  <a:pt x="1104900" y="280988"/>
                </a:lnTo>
                <a:lnTo>
                  <a:pt x="1104900" y="290513"/>
                </a:lnTo>
                <a:lnTo>
                  <a:pt x="1104900" y="300038"/>
                </a:lnTo>
                <a:lnTo>
                  <a:pt x="1104900" y="309563"/>
                </a:lnTo>
                <a:lnTo>
                  <a:pt x="1104900" y="319088"/>
                </a:lnTo>
                <a:lnTo>
                  <a:pt x="1104900" y="328613"/>
                </a:lnTo>
                <a:lnTo>
                  <a:pt x="1109663" y="333375"/>
                </a:lnTo>
                <a:lnTo>
                  <a:pt x="1114425" y="338138"/>
                </a:lnTo>
                <a:lnTo>
                  <a:pt x="1114425" y="347663"/>
                </a:lnTo>
                <a:lnTo>
                  <a:pt x="1114425" y="357188"/>
                </a:lnTo>
                <a:lnTo>
                  <a:pt x="1114425" y="366713"/>
                </a:lnTo>
                <a:lnTo>
                  <a:pt x="1114425" y="376238"/>
                </a:lnTo>
                <a:lnTo>
                  <a:pt x="1114425" y="385763"/>
                </a:lnTo>
                <a:lnTo>
                  <a:pt x="1119188" y="390525"/>
                </a:lnTo>
                <a:lnTo>
                  <a:pt x="1123950" y="395288"/>
                </a:lnTo>
                <a:lnTo>
                  <a:pt x="1123950" y="404813"/>
                </a:lnTo>
                <a:lnTo>
                  <a:pt x="1123950" y="414338"/>
                </a:lnTo>
                <a:lnTo>
                  <a:pt x="1123950" y="423863"/>
                </a:lnTo>
                <a:lnTo>
                  <a:pt x="1123950" y="433388"/>
                </a:lnTo>
                <a:lnTo>
                  <a:pt x="1123950" y="442913"/>
                </a:lnTo>
                <a:lnTo>
                  <a:pt x="1123950" y="452438"/>
                </a:lnTo>
                <a:lnTo>
                  <a:pt x="1123950" y="461963"/>
                </a:lnTo>
                <a:lnTo>
                  <a:pt x="1123950" y="471488"/>
                </a:lnTo>
                <a:lnTo>
                  <a:pt x="1123950" y="481013"/>
                </a:lnTo>
                <a:lnTo>
                  <a:pt x="1119188" y="485775"/>
                </a:lnTo>
                <a:lnTo>
                  <a:pt x="1114425" y="490538"/>
                </a:lnTo>
                <a:lnTo>
                  <a:pt x="1114425" y="500063"/>
                </a:lnTo>
                <a:lnTo>
                  <a:pt x="1114425" y="509588"/>
                </a:lnTo>
                <a:lnTo>
                  <a:pt x="1114425" y="519113"/>
                </a:lnTo>
                <a:lnTo>
                  <a:pt x="1114425" y="528638"/>
                </a:lnTo>
                <a:lnTo>
                  <a:pt x="1109663" y="533400"/>
                </a:lnTo>
                <a:lnTo>
                  <a:pt x="1104900" y="538163"/>
                </a:lnTo>
                <a:lnTo>
                  <a:pt x="1100138" y="542925"/>
                </a:lnTo>
                <a:lnTo>
                  <a:pt x="1095375" y="547688"/>
                </a:lnTo>
                <a:lnTo>
                  <a:pt x="1095375" y="557213"/>
                </a:lnTo>
                <a:lnTo>
                  <a:pt x="1090613" y="561975"/>
                </a:lnTo>
                <a:lnTo>
                  <a:pt x="1085850" y="566738"/>
                </a:lnTo>
                <a:lnTo>
                  <a:pt x="1085850" y="576263"/>
                </a:lnTo>
                <a:lnTo>
                  <a:pt x="1081088" y="581025"/>
                </a:lnTo>
                <a:lnTo>
                  <a:pt x="1076325" y="585788"/>
                </a:lnTo>
                <a:lnTo>
                  <a:pt x="1071563" y="590550"/>
                </a:lnTo>
                <a:lnTo>
                  <a:pt x="1066800" y="595313"/>
                </a:lnTo>
                <a:lnTo>
                  <a:pt x="1066800" y="604838"/>
                </a:lnTo>
                <a:lnTo>
                  <a:pt x="1062038" y="609600"/>
                </a:lnTo>
                <a:lnTo>
                  <a:pt x="1057275" y="614363"/>
                </a:lnTo>
                <a:lnTo>
                  <a:pt x="1052513" y="619125"/>
                </a:lnTo>
                <a:lnTo>
                  <a:pt x="1047750" y="623888"/>
                </a:lnTo>
                <a:lnTo>
                  <a:pt x="1042988" y="628650"/>
                </a:lnTo>
                <a:lnTo>
                  <a:pt x="1038225" y="633413"/>
                </a:lnTo>
                <a:lnTo>
                  <a:pt x="1033463" y="638175"/>
                </a:lnTo>
                <a:lnTo>
                  <a:pt x="1023938" y="638175"/>
                </a:lnTo>
                <a:lnTo>
                  <a:pt x="1019175" y="642938"/>
                </a:lnTo>
                <a:lnTo>
                  <a:pt x="1014413" y="647700"/>
                </a:lnTo>
                <a:lnTo>
                  <a:pt x="1009650" y="652463"/>
                </a:lnTo>
                <a:lnTo>
                  <a:pt x="1004888" y="657225"/>
                </a:lnTo>
                <a:lnTo>
                  <a:pt x="1000125" y="661988"/>
                </a:lnTo>
                <a:lnTo>
                  <a:pt x="995363" y="666750"/>
                </a:lnTo>
                <a:lnTo>
                  <a:pt x="990600" y="671513"/>
                </a:lnTo>
                <a:lnTo>
                  <a:pt x="985838" y="676275"/>
                </a:lnTo>
                <a:lnTo>
                  <a:pt x="976313" y="676275"/>
                </a:lnTo>
                <a:lnTo>
                  <a:pt x="971550" y="681038"/>
                </a:lnTo>
                <a:lnTo>
                  <a:pt x="966788" y="685800"/>
                </a:lnTo>
                <a:lnTo>
                  <a:pt x="957263" y="685800"/>
                </a:lnTo>
                <a:lnTo>
                  <a:pt x="952500" y="690563"/>
                </a:lnTo>
                <a:lnTo>
                  <a:pt x="947738" y="695325"/>
                </a:lnTo>
                <a:lnTo>
                  <a:pt x="942975" y="700088"/>
                </a:lnTo>
                <a:lnTo>
                  <a:pt x="938213" y="704850"/>
                </a:lnTo>
                <a:lnTo>
                  <a:pt x="928688" y="704850"/>
                </a:lnTo>
                <a:lnTo>
                  <a:pt x="923925" y="709613"/>
                </a:lnTo>
                <a:lnTo>
                  <a:pt x="919163" y="714375"/>
                </a:lnTo>
                <a:lnTo>
                  <a:pt x="909638" y="714375"/>
                </a:lnTo>
                <a:lnTo>
                  <a:pt x="904875" y="719138"/>
                </a:lnTo>
                <a:lnTo>
                  <a:pt x="900113" y="723900"/>
                </a:lnTo>
                <a:lnTo>
                  <a:pt x="890588" y="723900"/>
                </a:lnTo>
                <a:lnTo>
                  <a:pt x="885825" y="728663"/>
                </a:lnTo>
                <a:lnTo>
                  <a:pt x="881063" y="733425"/>
                </a:lnTo>
                <a:lnTo>
                  <a:pt x="871538" y="733425"/>
                </a:lnTo>
                <a:lnTo>
                  <a:pt x="862013" y="733425"/>
                </a:lnTo>
                <a:lnTo>
                  <a:pt x="857250" y="738188"/>
                </a:lnTo>
                <a:lnTo>
                  <a:pt x="852488" y="742950"/>
                </a:lnTo>
                <a:lnTo>
                  <a:pt x="842963" y="742950"/>
                </a:lnTo>
                <a:lnTo>
                  <a:pt x="838200" y="747713"/>
                </a:lnTo>
                <a:lnTo>
                  <a:pt x="833438" y="752475"/>
                </a:lnTo>
                <a:lnTo>
                  <a:pt x="823913" y="752475"/>
                </a:lnTo>
                <a:lnTo>
                  <a:pt x="814388" y="752475"/>
                </a:lnTo>
                <a:lnTo>
                  <a:pt x="809625" y="757238"/>
                </a:lnTo>
                <a:lnTo>
                  <a:pt x="804863" y="762000"/>
                </a:lnTo>
                <a:lnTo>
                  <a:pt x="795338" y="762000"/>
                </a:lnTo>
                <a:lnTo>
                  <a:pt x="785813" y="762000"/>
                </a:lnTo>
                <a:lnTo>
                  <a:pt x="776288" y="762000"/>
                </a:lnTo>
                <a:lnTo>
                  <a:pt x="771525" y="766763"/>
                </a:lnTo>
                <a:lnTo>
                  <a:pt x="766763" y="771525"/>
                </a:lnTo>
                <a:lnTo>
                  <a:pt x="757238" y="771525"/>
                </a:lnTo>
                <a:lnTo>
                  <a:pt x="747713" y="771525"/>
                </a:lnTo>
                <a:lnTo>
                  <a:pt x="738188" y="771525"/>
                </a:lnTo>
                <a:lnTo>
                  <a:pt x="733425" y="776288"/>
                </a:lnTo>
                <a:lnTo>
                  <a:pt x="728663" y="781050"/>
                </a:lnTo>
                <a:lnTo>
                  <a:pt x="719138" y="781050"/>
                </a:lnTo>
                <a:lnTo>
                  <a:pt x="709613" y="781050"/>
                </a:lnTo>
                <a:lnTo>
                  <a:pt x="700088" y="781050"/>
                </a:lnTo>
                <a:lnTo>
                  <a:pt x="690563" y="781050"/>
                </a:lnTo>
                <a:lnTo>
                  <a:pt x="681038" y="781050"/>
                </a:lnTo>
                <a:lnTo>
                  <a:pt x="676275" y="785813"/>
                </a:lnTo>
                <a:lnTo>
                  <a:pt x="671513" y="790575"/>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7675" y="785813"/>
                </a:lnTo>
                <a:lnTo>
                  <a:pt x="442913" y="781050"/>
                </a:lnTo>
                <a:lnTo>
                  <a:pt x="433388" y="781050"/>
                </a:lnTo>
                <a:lnTo>
                  <a:pt x="423863" y="781050"/>
                </a:lnTo>
                <a:lnTo>
                  <a:pt x="414338" y="781050"/>
                </a:lnTo>
                <a:lnTo>
                  <a:pt x="404813" y="781050"/>
                </a:lnTo>
                <a:lnTo>
                  <a:pt x="395288" y="781050"/>
                </a:lnTo>
                <a:lnTo>
                  <a:pt x="390525" y="776288"/>
                </a:lnTo>
                <a:lnTo>
                  <a:pt x="385763" y="771525"/>
                </a:lnTo>
                <a:lnTo>
                  <a:pt x="376238" y="771525"/>
                </a:lnTo>
                <a:lnTo>
                  <a:pt x="366713" y="771525"/>
                </a:lnTo>
                <a:lnTo>
                  <a:pt x="357188" y="771525"/>
                </a:lnTo>
                <a:lnTo>
                  <a:pt x="347663" y="771525"/>
                </a:lnTo>
                <a:lnTo>
                  <a:pt x="342900" y="766763"/>
                </a:lnTo>
                <a:lnTo>
                  <a:pt x="338138" y="762000"/>
                </a:lnTo>
                <a:lnTo>
                  <a:pt x="328613" y="762000"/>
                </a:lnTo>
                <a:lnTo>
                  <a:pt x="319088" y="762000"/>
                </a:lnTo>
                <a:lnTo>
                  <a:pt x="314325" y="757238"/>
                </a:lnTo>
                <a:lnTo>
                  <a:pt x="309563" y="752475"/>
                </a:lnTo>
                <a:lnTo>
                  <a:pt x="300038" y="752475"/>
                </a:lnTo>
                <a:lnTo>
                  <a:pt x="290513" y="752475"/>
                </a:lnTo>
                <a:lnTo>
                  <a:pt x="285750" y="747713"/>
                </a:lnTo>
                <a:lnTo>
                  <a:pt x="280988" y="742950"/>
                </a:lnTo>
                <a:lnTo>
                  <a:pt x="271463" y="742950"/>
                </a:lnTo>
                <a:lnTo>
                  <a:pt x="261938" y="742950"/>
                </a:lnTo>
                <a:lnTo>
                  <a:pt x="257175" y="738188"/>
                </a:lnTo>
                <a:lnTo>
                  <a:pt x="252413" y="733425"/>
                </a:lnTo>
                <a:lnTo>
                  <a:pt x="242888" y="733425"/>
                </a:lnTo>
                <a:lnTo>
                  <a:pt x="238125" y="728663"/>
                </a:lnTo>
                <a:lnTo>
                  <a:pt x="233363" y="723900"/>
                </a:lnTo>
                <a:lnTo>
                  <a:pt x="223838" y="723900"/>
                </a:lnTo>
                <a:lnTo>
                  <a:pt x="214313" y="723900"/>
                </a:lnTo>
                <a:lnTo>
                  <a:pt x="209550" y="719138"/>
                </a:lnTo>
                <a:lnTo>
                  <a:pt x="204788" y="714375"/>
                </a:lnTo>
                <a:lnTo>
                  <a:pt x="195263" y="714375"/>
                </a:lnTo>
                <a:lnTo>
                  <a:pt x="190500" y="709613"/>
                </a:lnTo>
                <a:lnTo>
                  <a:pt x="185738" y="704850"/>
                </a:lnTo>
                <a:lnTo>
                  <a:pt x="180975" y="700088"/>
                </a:lnTo>
                <a:lnTo>
                  <a:pt x="176213" y="695325"/>
                </a:lnTo>
                <a:lnTo>
                  <a:pt x="166688" y="695325"/>
                </a:lnTo>
                <a:lnTo>
                  <a:pt x="161925" y="690563"/>
                </a:lnTo>
                <a:lnTo>
                  <a:pt x="157163" y="685800"/>
                </a:lnTo>
                <a:lnTo>
                  <a:pt x="147638" y="685800"/>
                </a:lnTo>
                <a:lnTo>
                  <a:pt x="142875" y="681038"/>
                </a:lnTo>
                <a:lnTo>
                  <a:pt x="138113" y="676275"/>
                </a:lnTo>
                <a:lnTo>
                  <a:pt x="133350" y="671513"/>
                </a:lnTo>
                <a:lnTo>
                  <a:pt x="128588" y="666750"/>
                </a:lnTo>
                <a:lnTo>
                  <a:pt x="119063" y="666750"/>
                </a:lnTo>
                <a:lnTo>
                  <a:pt x="114300" y="661988"/>
                </a:lnTo>
                <a:lnTo>
                  <a:pt x="109538" y="657225"/>
                </a:lnTo>
                <a:lnTo>
                  <a:pt x="104775" y="652463"/>
                </a:lnTo>
                <a:lnTo>
                  <a:pt x="100013" y="647700"/>
                </a:lnTo>
                <a:lnTo>
                  <a:pt x="95250" y="642938"/>
                </a:lnTo>
                <a:lnTo>
                  <a:pt x="90488" y="638175"/>
                </a:lnTo>
                <a:lnTo>
                  <a:pt x="85725" y="633413"/>
                </a:lnTo>
                <a:lnTo>
                  <a:pt x="80963" y="628650"/>
                </a:lnTo>
                <a:lnTo>
                  <a:pt x="76200" y="623888"/>
                </a:lnTo>
                <a:lnTo>
                  <a:pt x="71438" y="619125"/>
                </a:lnTo>
                <a:lnTo>
                  <a:pt x="66675" y="614363"/>
                </a:lnTo>
                <a:lnTo>
                  <a:pt x="61913" y="609600"/>
                </a:lnTo>
                <a:lnTo>
                  <a:pt x="57150" y="604838"/>
                </a:lnTo>
                <a:lnTo>
                  <a:pt x="52388" y="600075"/>
                </a:lnTo>
                <a:lnTo>
                  <a:pt x="47625" y="595313"/>
                </a:lnTo>
                <a:lnTo>
                  <a:pt x="42863" y="590550"/>
                </a:lnTo>
                <a:lnTo>
                  <a:pt x="38100" y="585788"/>
                </a:lnTo>
                <a:lnTo>
                  <a:pt x="38100" y="576263"/>
                </a:lnTo>
                <a:lnTo>
                  <a:pt x="33338" y="571500"/>
                </a:lnTo>
                <a:lnTo>
                  <a:pt x="28575" y="566738"/>
                </a:lnTo>
                <a:lnTo>
                  <a:pt x="23813" y="561975"/>
                </a:lnTo>
                <a:lnTo>
                  <a:pt x="19050" y="557213"/>
                </a:lnTo>
                <a:lnTo>
                  <a:pt x="19050" y="547688"/>
                </a:lnTo>
                <a:lnTo>
                  <a:pt x="14288" y="542925"/>
                </a:lnTo>
                <a:lnTo>
                  <a:pt x="9525" y="538163"/>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9525" y="357188"/>
                </a:lnTo>
                <a:lnTo>
                  <a:pt x="9525" y="347663"/>
                </a:lnTo>
                <a:lnTo>
                  <a:pt x="9525" y="338138"/>
                </a:lnTo>
                <a:lnTo>
                  <a:pt x="9525" y="328613"/>
                </a:lnTo>
                <a:lnTo>
                  <a:pt x="9525" y="319088"/>
                </a:lnTo>
                <a:lnTo>
                  <a:pt x="9525" y="309563"/>
                </a:lnTo>
                <a:lnTo>
                  <a:pt x="9525" y="300038"/>
                </a:lnTo>
                <a:lnTo>
                  <a:pt x="9525" y="290513"/>
                </a:lnTo>
                <a:lnTo>
                  <a:pt x="9525" y="280988"/>
                </a:lnTo>
                <a:lnTo>
                  <a:pt x="14288" y="276225"/>
                </a:lnTo>
                <a:lnTo>
                  <a:pt x="19050" y="271463"/>
                </a:lnTo>
                <a:lnTo>
                  <a:pt x="19050" y="261938"/>
                </a:lnTo>
                <a:lnTo>
                  <a:pt x="23813" y="257175"/>
                </a:lnTo>
                <a:lnTo>
                  <a:pt x="28575" y="252413"/>
                </a:lnTo>
                <a:lnTo>
                  <a:pt x="28575" y="242888"/>
                </a:lnTo>
                <a:lnTo>
                  <a:pt x="28575" y="233363"/>
                </a:lnTo>
                <a:lnTo>
                  <a:pt x="33338" y="228600"/>
                </a:lnTo>
                <a:lnTo>
                  <a:pt x="38100" y="223838"/>
                </a:lnTo>
                <a:lnTo>
                  <a:pt x="38100" y="214313"/>
                </a:lnTo>
                <a:lnTo>
                  <a:pt x="42863" y="209550"/>
                </a:lnTo>
                <a:lnTo>
                  <a:pt x="47625" y="204788"/>
                </a:lnTo>
                <a:lnTo>
                  <a:pt x="52388" y="200025"/>
                </a:lnTo>
                <a:lnTo>
                  <a:pt x="57150" y="195263"/>
                </a:lnTo>
                <a:lnTo>
                  <a:pt x="57150" y="185738"/>
                </a:lnTo>
                <a:lnTo>
                  <a:pt x="61913" y="180975"/>
                </a:lnTo>
                <a:lnTo>
                  <a:pt x="66675" y="176213"/>
                </a:lnTo>
                <a:lnTo>
                  <a:pt x="71438" y="171450"/>
                </a:lnTo>
                <a:lnTo>
                  <a:pt x="76200" y="166688"/>
                </a:lnTo>
                <a:lnTo>
                  <a:pt x="80963" y="161925"/>
                </a:lnTo>
                <a:lnTo>
                  <a:pt x="85725" y="157163"/>
                </a:lnTo>
                <a:lnTo>
                  <a:pt x="90488" y="152400"/>
                </a:lnTo>
                <a:lnTo>
                  <a:pt x="95250" y="147638"/>
                </a:lnTo>
                <a:lnTo>
                  <a:pt x="100013" y="142875"/>
                </a:lnTo>
                <a:lnTo>
                  <a:pt x="104775" y="138113"/>
                </a:lnTo>
                <a:lnTo>
                  <a:pt x="109538" y="133350"/>
                </a:lnTo>
                <a:lnTo>
                  <a:pt x="119063" y="133350"/>
                </a:lnTo>
                <a:lnTo>
                  <a:pt x="123825" y="128588"/>
                </a:lnTo>
                <a:lnTo>
                  <a:pt x="128588" y="123825"/>
                </a:lnTo>
                <a:lnTo>
                  <a:pt x="133350" y="119063"/>
                </a:lnTo>
                <a:lnTo>
                  <a:pt x="138113" y="114300"/>
                </a:lnTo>
                <a:lnTo>
                  <a:pt x="147638" y="114300"/>
                </a:lnTo>
                <a:lnTo>
                  <a:pt x="152400" y="109538"/>
                </a:lnTo>
                <a:lnTo>
                  <a:pt x="157163" y="104775"/>
                </a:lnTo>
                <a:lnTo>
                  <a:pt x="161925" y="100013"/>
                </a:lnTo>
                <a:lnTo>
                  <a:pt x="166688" y="95250"/>
                </a:lnTo>
                <a:lnTo>
                  <a:pt x="176213" y="95250"/>
                </a:lnTo>
                <a:lnTo>
                  <a:pt x="180975" y="90488"/>
                </a:lnTo>
                <a:lnTo>
                  <a:pt x="185738" y="85725"/>
                </a:lnTo>
                <a:lnTo>
                  <a:pt x="195263" y="85725"/>
                </a:lnTo>
                <a:lnTo>
                  <a:pt x="200025" y="80963"/>
                </a:lnTo>
                <a:lnTo>
                  <a:pt x="204788" y="76200"/>
                </a:lnTo>
                <a:lnTo>
                  <a:pt x="214313" y="76200"/>
                </a:lnTo>
                <a:lnTo>
                  <a:pt x="219075" y="71438"/>
                </a:lnTo>
                <a:lnTo>
                  <a:pt x="223838" y="66675"/>
                </a:lnTo>
                <a:lnTo>
                  <a:pt x="233363" y="66675"/>
                </a:lnTo>
                <a:lnTo>
                  <a:pt x="238125" y="61913"/>
                </a:lnTo>
                <a:lnTo>
                  <a:pt x="242888" y="57150"/>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7663" y="28575"/>
                </a:lnTo>
                <a:lnTo>
                  <a:pt x="352425" y="23813"/>
                </a:lnTo>
                <a:lnTo>
                  <a:pt x="357188" y="19050"/>
                </a:lnTo>
                <a:lnTo>
                  <a:pt x="366713" y="19050"/>
                </a:lnTo>
                <a:lnTo>
                  <a:pt x="376238" y="19050"/>
                </a:lnTo>
                <a:lnTo>
                  <a:pt x="385763" y="19050"/>
                </a:lnTo>
                <a:lnTo>
                  <a:pt x="395288" y="19050"/>
                </a:lnTo>
                <a:lnTo>
                  <a:pt x="400050" y="14288"/>
                </a:lnTo>
                <a:lnTo>
                  <a:pt x="404813" y="9525"/>
                </a:lnTo>
                <a:lnTo>
                  <a:pt x="414338" y="9525"/>
                </a:lnTo>
                <a:lnTo>
                  <a:pt x="423863" y="9525"/>
                </a:lnTo>
                <a:lnTo>
                  <a:pt x="433388" y="9525"/>
                </a:lnTo>
                <a:lnTo>
                  <a:pt x="442913" y="9525"/>
                </a:lnTo>
                <a:lnTo>
                  <a:pt x="452438" y="9525"/>
                </a:lnTo>
                <a:lnTo>
                  <a:pt x="461963" y="9525"/>
                </a:lnTo>
                <a:lnTo>
                  <a:pt x="466725" y="4763"/>
                </a:lnTo>
                <a:close/>
              </a:path>
            </a:pathLst>
          </a:custGeom>
          <a:solidFill xmlns:a="http://schemas.openxmlformats.org/drawingml/2006/main">
            <a:srgbClr val="B6B6B6"/>
          </a:solidFill>
          <a:ln xmlns:a="http://schemas.openxmlformats.org/drawingml/2006/main" w="0">
            <a:noFill/>
            <a:prstDash val="solid"/>
          </a:ln>
        </p:spPr>
      </p:sp>
      <p:sp>
        <p:nvSpPr>
          <p:cNvPr id="138" name="deep-skill-chaining-source-component-2-gradient-184-0">
            <a:extLst xmlns:a="http://schemas.openxmlformats.org/drawingml/2006/main">
              <a:ext uri="{FF2B5EF4-FFF2-40B4-BE49-F238E27FC236}">
                <a16:creationId xmlns:a16="http://schemas.microsoft.com/office/drawing/2014/main" id="{3DBCFAB2-515B-4A27-81FC-C377DCB64DF1}"/>
              </a:ext>
            </a:extLst>
          </p:cNvPr>
          <p:cNvSpPr>
            <a:spLocks xmlns:a="http://schemas.openxmlformats.org/drawingml/2006/main" noGrp="1"/>
          </p:cNvSpPr>
          <p:nvPr/>
        </p:nvSpPr>
        <p:spPr>
          <a:xfrm xmlns:a="http://schemas.openxmlformats.org/drawingml/2006/main" rot="0">
            <a:off x="10239375" y="733425"/>
            <a:ext cx="1095375" cy="790575"/>
          </a:xfrm>
          <a:custGeom xmlns:a="http://schemas.openxmlformats.org/drawingml/2006/main">
            <a:pathLst>
              <a:path w="1095375" h="790575">
                <a:moveTo>
                  <a:pt x="457200" y="4763"/>
                </a:move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47700" y="4763"/>
                </a:lnTo>
                <a:lnTo>
                  <a:pt x="652463" y="9525"/>
                </a:lnTo>
                <a:lnTo>
                  <a:pt x="661988" y="9525"/>
                </a:lnTo>
                <a:lnTo>
                  <a:pt x="671513" y="9525"/>
                </a:lnTo>
                <a:lnTo>
                  <a:pt x="681038" y="9525"/>
                </a:lnTo>
                <a:lnTo>
                  <a:pt x="690563" y="9525"/>
                </a:lnTo>
                <a:lnTo>
                  <a:pt x="700088" y="9525"/>
                </a:lnTo>
                <a:lnTo>
                  <a:pt x="709613" y="9525"/>
                </a:lnTo>
                <a:lnTo>
                  <a:pt x="714375" y="14288"/>
                </a:lnTo>
                <a:lnTo>
                  <a:pt x="719138" y="19050"/>
                </a:lnTo>
                <a:lnTo>
                  <a:pt x="728663" y="19050"/>
                </a:lnTo>
                <a:lnTo>
                  <a:pt x="738188" y="19050"/>
                </a:lnTo>
                <a:lnTo>
                  <a:pt x="747713" y="19050"/>
                </a:lnTo>
                <a:lnTo>
                  <a:pt x="752475" y="23813"/>
                </a:lnTo>
                <a:lnTo>
                  <a:pt x="757238" y="28575"/>
                </a:lnTo>
                <a:lnTo>
                  <a:pt x="766763" y="28575"/>
                </a:lnTo>
                <a:lnTo>
                  <a:pt x="776288" y="28575"/>
                </a:lnTo>
                <a:lnTo>
                  <a:pt x="785813" y="28575"/>
                </a:lnTo>
                <a:lnTo>
                  <a:pt x="790575" y="33338"/>
                </a:lnTo>
                <a:lnTo>
                  <a:pt x="795338" y="38100"/>
                </a:lnTo>
                <a:lnTo>
                  <a:pt x="804863" y="38100"/>
                </a:lnTo>
                <a:lnTo>
                  <a:pt x="814388" y="38100"/>
                </a:lnTo>
                <a:lnTo>
                  <a:pt x="819150" y="42863"/>
                </a:lnTo>
                <a:lnTo>
                  <a:pt x="823913" y="47625"/>
                </a:lnTo>
                <a:lnTo>
                  <a:pt x="833438" y="47625"/>
                </a:lnTo>
                <a:lnTo>
                  <a:pt x="842963" y="47625"/>
                </a:lnTo>
                <a:lnTo>
                  <a:pt x="847725" y="52388"/>
                </a:lnTo>
                <a:lnTo>
                  <a:pt x="852488" y="57150"/>
                </a:lnTo>
                <a:lnTo>
                  <a:pt x="862013" y="57150"/>
                </a:lnTo>
                <a:lnTo>
                  <a:pt x="866775" y="61913"/>
                </a:lnTo>
                <a:lnTo>
                  <a:pt x="871538" y="66675"/>
                </a:lnTo>
                <a:lnTo>
                  <a:pt x="881063" y="66675"/>
                </a:lnTo>
                <a:lnTo>
                  <a:pt x="890588" y="66675"/>
                </a:lnTo>
                <a:lnTo>
                  <a:pt x="895350" y="71438"/>
                </a:lnTo>
                <a:lnTo>
                  <a:pt x="900113" y="76200"/>
                </a:lnTo>
                <a:lnTo>
                  <a:pt x="909638" y="76200"/>
                </a:lnTo>
                <a:lnTo>
                  <a:pt x="914400" y="80963"/>
                </a:lnTo>
                <a:lnTo>
                  <a:pt x="919163" y="85725"/>
                </a:lnTo>
                <a:lnTo>
                  <a:pt x="923925" y="90488"/>
                </a:lnTo>
                <a:lnTo>
                  <a:pt x="928688" y="95250"/>
                </a:lnTo>
                <a:lnTo>
                  <a:pt x="938213" y="95250"/>
                </a:lnTo>
                <a:lnTo>
                  <a:pt x="942975" y="100013"/>
                </a:lnTo>
                <a:lnTo>
                  <a:pt x="947738" y="104775"/>
                </a:lnTo>
                <a:lnTo>
                  <a:pt x="957263" y="104775"/>
                </a:lnTo>
                <a:lnTo>
                  <a:pt x="962025" y="109538"/>
                </a:lnTo>
                <a:lnTo>
                  <a:pt x="966788" y="114300"/>
                </a:lnTo>
                <a:lnTo>
                  <a:pt x="971550" y="119063"/>
                </a:lnTo>
                <a:lnTo>
                  <a:pt x="976313" y="123825"/>
                </a:lnTo>
                <a:lnTo>
                  <a:pt x="985838" y="123825"/>
                </a:lnTo>
                <a:lnTo>
                  <a:pt x="990600" y="128588"/>
                </a:lnTo>
                <a:lnTo>
                  <a:pt x="995363" y="133350"/>
                </a:lnTo>
                <a:lnTo>
                  <a:pt x="1000125" y="138113"/>
                </a:lnTo>
                <a:lnTo>
                  <a:pt x="1004888" y="142875"/>
                </a:lnTo>
                <a:lnTo>
                  <a:pt x="1009650" y="147638"/>
                </a:lnTo>
                <a:lnTo>
                  <a:pt x="1014413" y="152400"/>
                </a:lnTo>
                <a:lnTo>
                  <a:pt x="1019175" y="157163"/>
                </a:lnTo>
                <a:lnTo>
                  <a:pt x="1023938" y="161925"/>
                </a:lnTo>
                <a:lnTo>
                  <a:pt x="1033463" y="161925"/>
                </a:lnTo>
                <a:lnTo>
                  <a:pt x="1038225" y="166688"/>
                </a:lnTo>
                <a:lnTo>
                  <a:pt x="1038225" y="176213"/>
                </a:lnTo>
                <a:lnTo>
                  <a:pt x="1042988" y="180975"/>
                </a:lnTo>
                <a:lnTo>
                  <a:pt x="1047750" y="185738"/>
                </a:lnTo>
                <a:lnTo>
                  <a:pt x="1047750" y="195263"/>
                </a:lnTo>
                <a:lnTo>
                  <a:pt x="1047750" y="204788"/>
                </a:lnTo>
                <a:lnTo>
                  <a:pt x="1047750" y="214313"/>
                </a:lnTo>
                <a:lnTo>
                  <a:pt x="1052513" y="219075"/>
                </a:lnTo>
                <a:lnTo>
                  <a:pt x="1057275" y="223838"/>
                </a:lnTo>
                <a:lnTo>
                  <a:pt x="1057275" y="233363"/>
                </a:lnTo>
                <a:lnTo>
                  <a:pt x="1057275" y="242888"/>
                </a:lnTo>
                <a:lnTo>
                  <a:pt x="1062038" y="247650"/>
                </a:lnTo>
                <a:lnTo>
                  <a:pt x="1066800" y="252413"/>
                </a:lnTo>
                <a:lnTo>
                  <a:pt x="1066800" y="261938"/>
                </a:lnTo>
                <a:lnTo>
                  <a:pt x="1066800" y="271463"/>
                </a:lnTo>
                <a:lnTo>
                  <a:pt x="1071563" y="276225"/>
                </a:lnTo>
                <a:lnTo>
                  <a:pt x="1076325" y="280988"/>
                </a:lnTo>
                <a:lnTo>
                  <a:pt x="1076325" y="290513"/>
                </a:lnTo>
                <a:lnTo>
                  <a:pt x="1076325" y="300038"/>
                </a:lnTo>
                <a:lnTo>
                  <a:pt x="1076325" y="309563"/>
                </a:lnTo>
                <a:lnTo>
                  <a:pt x="1076325" y="319088"/>
                </a:lnTo>
                <a:lnTo>
                  <a:pt x="1076325" y="328613"/>
                </a:lnTo>
                <a:lnTo>
                  <a:pt x="1081088" y="333375"/>
                </a:lnTo>
                <a:lnTo>
                  <a:pt x="1085850" y="338138"/>
                </a:lnTo>
                <a:lnTo>
                  <a:pt x="1085850" y="347663"/>
                </a:lnTo>
                <a:lnTo>
                  <a:pt x="1085850" y="357188"/>
                </a:lnTo>
                <a:lnTo>
                  <a:pt x="1085850" y="366713"/>
                </a:lnTo>
                <a:lnTo>
                  <a:pt x="1085850" y="376238"/>
                </a:lnTo>
                <a:lnTo>
                  <a:pt x="1085850" y="385763"/>
                </a:lnTo>
                <a:lnTo>
                  <a:pt x="1090613" y="390525"/>
                </a:lnTo>
                <a:lnTo>
                  <a:pt x="1095375" y="395288"/>
                </a:lnTo>
                <a:lnTo>
                  <a:pt x="1095375" y="404813"/>
                </a:lnTo>
                <a:lnTo>
                  <a:pt x="1095375" y="414338"/>
                </a:lnTo>
                <a:lnTo>
                  <a:pt x="1095375" y="423863"/>
                </a:lnTo>
                <a:lnTo>
                  <a:pt x="1095375" y="433388"/>
                </a:lnTo>
                <a:lnTo>
                  <a:pt x="1095375" y="442913"/>
                </a:lnTo>
                <a:lnTo>
                  <a:pt x="1095375" y="452438"/>
                </a:lnTo>
                <a:lnTo>
                  <a:pt x="1095375" y="461963"/>
                </a:lnTo>
                <a:lnTo>
                  <a:pt x="1095375" y="471488"/>
                </a:lnTo>
                <a:lnTo>
                  <a:pt x="1095375" y="481013"/>
                </a:lnTo>
                <a:lnTo>
                  <a:pt x="1090613" y="485775"/>
                </a:lnTo>
                <a:lnTo>
                  <a:pt x="1085850" y="490538"/>
                </a:lnTo>
                <a:lnTo>
                  <a:pt x="1085850" y="500063"/>
                </a:lnTo>
                <a:lnTo>
                  <a:pt x="1085850" y="509588"/>
                </a:lnTo>
                <a:lnTo>
                  <a:pt x="1081088" y="514350"/>
                </a:lnTo>
                <a:lnTo>
                  <a:pt x="1076325" y="519113"/>
                </a:lnTo>
                <a:lnTo>
                  <a:pt x="1076325" y="528638"/>
                </a:lnTo>
                <a:lnTo>
                  <a:pt x="1076325" y="538163"/>
                </a:lnTo>
                <a:lnTo>
                  <a:pt x="1071563" y="542925"/>
                </a:lnTo>
                <a:lnTo>
                  <a:pt x="1066800" y="547688"/>
                </a:lnTo>
                <a:lnTo>
                  <a:pt x="1066800" y="557213"/>
                </a:lnTo>
                <a:lnTo>
                  <a:pt x="1066800" y="566738"/>
                </a:lnTo>
                <a:lnTo>
                  <a:pt x="1066800" y="576263"/>
                </a:lnTo>
                <a:lnTo>
                  <a:pt x="1066800" y="585788"/>
                </a:lnTo>
                <a:lnTo>
                  <a:pt x="1062038" y="590550"/>
                </a:lnTo>
                <a:lnTo>
                  <a:pt x="1057275" y="595313"/>
                </a:lnTo>
                <a:lnTo>
                  <a:pt x="1057275" y="604838"/>
                </a:lnTo>
                <a:lnTo>
                  <a:pt x="1052513" y="609600"/>
                </a:lnTo>
                <a:lnTo>
                  <a:pt x="1047750" y="614363"/>
                </a:lnTo>
                <a:lnTo>
                  <a:pt x="1042988" y="619125"/>
                </a:lnTo>
                <a:lnTo>
                  <a:pt x="1038225" y="623888"/>
                </a:lnTo>
                <a:lnTo>
                  <a:pt x="1033463" y="628650"/>
                </a:lnTo>
                <a:lnTo>
                  <a:pt x="1028700" y="633413"/>
                </a:lnTo>
                <a:lnTo>
                  <a:pt x="1023938" y="638175"/>
                </a:lnTo>
                <a:lnTo>
                  <a:pt x="1014413" y="638175"/>
                </a:lnTo>
                <a:lnTo>
                  <a:pt x="1009650" y="642938"/>
                </a:lnTo>
                <a:lnTo>
                  <a:pt x="1004888" y="647700"/>
                </a:lnTo>
                <a:lnTo>
                  <a:pt x="1000125" y="652463"/>
                </a:lnTo>
                <a:lnTo>
                  <a:pt x="995363" y="657225"/>
                </a:lnTo>
                <a:lnTo>
                  <a:pt x="990600" y="661988"/>
                </a:lnTo>
                <a:lnTo>
                  <a:pt x="985838" y="666750"/>
                </a:lnTo>
                <a:lnTo>
                  <a:pt x="981075" y="671513"/>
                </a:lnTo>
                <a:lnTo>
                  <a:pt x="976313" y="676275"/>
                </a:lnTo>
                <a:lnTo>
                  <a:pt x="966788" y="676275"/>
                </a:lnTo>
                <a:lnTo>
                  <a:pt x="962025" y="681038"/>
                </a:lnTo>
                <a:lnTo>
                  <a:pt x="957263" y="685800"/>
                </a:lnTo>
                <a:lnTo>
                  <a:pt x="947738" y="685800"/>
                </a:lnTo>
                <a:lnTo>
                  <a:pt x="942975" y="690563"/>
                </a:lnTo>
                <a:lnTo>
                  <a:pt x="938213" y="695325"/>
                </a:lnTo>
                <a:lnTo>
                  <a:pt x="933450" y="700088"/>
                </a:lnTo>
                <a:lnTo>
                  <a:pt x="928688" y="704850"/>
                </a:lnTo>
                <a:lnTo>
                  <a:pt x="919163" y="704850"/>
                </a:lnTo>
                <a:lnTo>
                  <a:pt x="914400" y="709613"/>
                </a:lnTo>
                <a:lnTo>
                  <a:pt x="909638" y="714375"/>
                </a:lnTo>
                <a:lnTo>
                  <a:pt x="900113" y="714375"/>
                </a:lnTo>
                <a:lnTo>
                  <a:pt x="895350" y="719138"/>
                </a:lnTo>
                <a:lnTo>
                  <a:pt x="890588" y="723900"/>
                </a:lnTo>
                <a:lnTo>
                  <a:pt x="881063" y="723900"/>
                </a:lnTo>
                <a:lnTo>
                  <a:pt x="876300" y="728663"/>
                </a:lnTo>
                <a:lnTo>
                  <a:pt x="871538" y="733425"/>
                </a:lnTo>
                <a:lnTo>
                  <a:pt x="862013" y="733425"/>
                </a:lnTo>
                <a:lnTo>
                  <a:pt x="852488" y="733425"/>
                </a:lnTo>
                <a:lnTo>
                  <a:pt x="847725" y="738188"/>
                </a:lnTo>
                <a:lnTo>
                  <a:pt x="842963" y="742950"/>
                </a:lnTo>
                <a:lnTo>
                  <a:pt x="833438" y="742950"/>
                </a:lnTo>
                <a:lnTo>
                  <a:pt x="828675" y="747713"/>
                </a:lnTo>
                <a:lnTo>
                  <a:pt x="823913" y="752475"/>
                </a:lnTo>
                <a:lnTo>
                  <a:pt x="814388" y="752475"/>
                </a:lnTo>
                <a:lnTo>
                  <a:pt x="804863" y="752475"/>
                </a:lnTo>
                <a:lnTo>
                  <a:pt x="800100" y="757238"/>
                </a:lnTo>
                <a:lnTo>
                  <a:pt x="795338" y="762000"/>
                </a:lnTo>
                <a:lnTo>
                  <a:pt x="785813" y="762000"/>
                </a:lnTo>
                <a:lnTo>
                  <a:pt x="776288" y="762000"/>
                </a:lnTo>
                <a:lnTo>
                  <a:pt x="766763" y="762000"/>
                </a:lnTo>
                <a:lnTo>
                  <a:pt x="762000" y="766763"/>
                </a:lnTo>
                <a:lnTo>
                  <a:pt x="757238" y="771525"/>
                </a:lnTo>
                <a:lnTo>
                  <a:pt x="747713" y="771525"/>
                </a:lnTo>
                <a:lnTo>
                  <a:pt x="738188" y="771525"/>
                </a:lnTo>
                <a:lnTo>
                  <a:pt x="728663" y="771525"/>
                </a:lnTo>
                <a:lnTo>
                  <a:pt x="723900" y="776288"/>
                </a:lnTo>
                <a:lnTo>
                  <a:pt x="719138" y="781050"/>
                </a:lnTo>
                <a:lnTo>
                  <a:pt x="709613" y="781050"/>
                </a:lnTo>
                <a:lnTo>
                  <a:pt x="700088" y="781050"/>
                </a:lnTo>
                <a:lnTo>
                  <a:pt x="690563" y="781050"/>
                </a:lnTo>
                <a:lnTo>
                  <a:pt x="681038" y="781050"/>
                </a:lnTo>
                <a:lnTo>
                  <a:pt x="671513" y="781050"/>
                </a:lnTo>
                <a:lnTo>
                  <a:pt x="666750" y="785813"/>
                </a:lnTo>
                <a:lnTo>
                  <a:pt x="661988" y="790575"/>
                </a:lnTo>
                <a:lnTo>
                  <a:pt x="652463" y="790575"/>
                </a:lnTo>
                <a:lnTo>
                  <a:pt x="642938" y="790575"/>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8150" y="785813"/>
                </a:lnTo>
                <a:lnTo>
                  <a:pt x="433388" y="781050"/>
                </a:lnTo>
                <a:lnTo>
                  <a:pt x="423863" y="781050"/>
                </a:lnTo>
                <a:lnTo>
                  <a:pt x="414338" y="781050"/>
                </a:lnTo>
                <a:lnTo>
                  <a:pt x="404813" y="781050"/>
                </a:lnTo>
                <a:lnTo>
                  <a:pt x="395288" y="781050"/>
                </a:lnTo>
                <a:lnTo>
                  <a:pt x="385763" y="781050"/>
                </a:lnTo>
                <a:lnTo>
                  <a:pt x="381000" y="776288"/>
                </a:lnTo>
                <a:lnTo>
                  <a:pt x="376238" y="771525"/>
                </a:lnTo>
                <a:lnTo>
                  <a:pt x="366713" y="771525"/>
                </a:lnTo>
                <a:lnTo>
                  <a:pt x="357188" y="771525"/>
                </a:lnTo>
                <a:lnTo>
                  <a:pt x="347663" y="771525"/>
                </a:lnTo>
                <a:lnTo>
                  <a:pt x="338138" y="771525"/>
                </a:lnTo>
                <a:lnTo>
                  <a:pt x="333375" y="766763"/>
                </a:lnTo>
                <a:lnTo>
                  <a:pt x="328613" y="762000"/>
                </a:lnTo>
                <a:lnTo>
                  <a:pt x="319088" y="762000"/>
                </a:lnTo>
                <a:lnTo>
                  <a:pt x="309563" y="762000"/>
                </a:lnTo>
                <a:lnTo>
                  <a:pt x="304800" y="757238"/>
                </a:lnTo>
                <a:lnTo>
                  <a:pt x="300038" y="752475"/>
                </a:lnTo>
                <a:lnTo>
                  <a:pt x="290513" y="752475"/>
                </a:lnTo>
                <a:lnTo>
                  <a:pt x="280988" y="752475"/>
                </a:lnTo>
                <a:lnTo>
                  <a:pt x="276225" y="747713"/>
                </a:lnTo>
                <a:lnTo>
                  <a:pt x="271463" y="742950"/>
                </a:lnTo>
                <a:lnTo>
                  <a:pt x="261938" y="742950"/>
                </a:lnTo>
                <a:lnTo>
                  <a:pt x="252413" y="742950"/>
                </a:lnTo>
                <a:lnTo>
                  <a:pt x="247650" y="738188"/>
                </a:lnTo>
                <a:lnTo>
                  <a:pt x="242888" y="733425"/>
                </a:lnTo>
                <a:lnTo>
                  <a:pt x="233363" y="733425"/>
                </a:lnTo>
                <a:lnTo>
                  <a:pt x="228600" y="728663"/>
                </a:lnTo>
                <a:lnTo>
                  <a:pt x="223838" y="723900"/>
                </a:lnTo>
                <a:lnTo>
                  <a:pt x="214313" y="723900"/>
                </a:lnTo>
                <a:lnTo>
                  <a:pt x="204788" y="723900"/>
                </a:lnTo>
                <a:lnTo>
                  <a:pt x="200025" y="719138"/>
                </a:lnTo>
                <a:lnTo>
                  <a:pt x="195263" y="714375"/>
                </a:lnTo>
                <a:lnTo>
                  <a:pt x="185738" y="714375"/>
                </a:lnTo>
                <a:lnTo>
                  <a:pt x="180975" y="709613"/>
                </a:lnTo>
                <a:lnTo>
                  <a:pt x="176213" y="704850"/>
                </a:lnTo>
                <a:lnTo>
                  <a:pt x="171450" y="700088"/>
                </a:lnTo>
                <a:lnTo>
                  <a:pt x="166688" y="695325"/>
                </a:lnTo>
                <a:lnTo>
                  <a:pt x="157163" y="695325"/>
                </a:lnTo>
                <a:lnTo>
                  <a:pt x="152400" y="690563"/>
                </a:lnTo>
                <a:lnTo>
                  <a:pt x="147638" y="685800"/>
                </a:lnTo>
                <a:lnTo>
                  <a:pt x="138113" y="685800"/>
                </a:lnTo>
                <a:lnTo>
                  <a:pt x="133350" y="681038"/>
                </a:lnTo>
                <a:lnTo>
                  <a:pt x="128588" y="676275"/>
                </a:lnTo>
                <a:lnTo>
                  <a:pt x="123825" y="671513"/>
                </a:lnTo>
                <a:lnTo>
                  <a:pt x="119063" y="666750"/>
                </a:lnTo>
                <a:lnTo>
                  <a:pt x="109538" y="666750"/>
                </a:lnTo>
                <a:lnTo>
                  <a:pt x="104775" y="661988"/>
                </a:lnTo>
                <a:lnTo>
                  <a:pt x="100013" y="657225"/>
                </a:lnTo>
                <a:lnTo>
                  <a:pt x="95250" y="652463"/>
                </a:lnTo>
                <a:lnTo>
                  <a:pt x="90488" y="647700"/>
                </a:lnTo>
                <a:lnTo>
                  <a:pt x="85725" y="642938"/>
                </a:lnTo>
                <a:lnTo>
                  <a:pt x="80963" y="638175"/>
                </a:lnTo>
                <a:lnTo>
                  <a:pt x="76200" y="633413"/>
                </a:lnTo>
                <a:lnTo>
                  <a:pt x="71438" y="628650"/>
                </a:lnTo>
                <a:lnTo>
                  <a:pt x="66675" y="623888"/>
                </a:lnTo>
                <a:lnTo>
                  <a:pt x="61913" y="619125"/>
                </a:lnTo>
                <a:lnTo>
                  <a:pt x="57150" y="614363"/>
                </a:lnTo>
                <a:lnTo>
                  <a:pt x="52388" y="609600"/>
                </a:lnTo>
                <a:lnTo>
                  <a:pt x="47625" y="604838"/>
                </a:lnTo>
                <a:lnTo>
                  <a:pt x="42863" y="600075"/>
                </a:lnTo>
                <a:lnTo>
                  <a:pt x="38100" y="595313"/>
                </a:lnTo>
                <a:lnTo>
                  <a:pt x="38100" y="585788"/>
                </a:lnTo>
                <a:lnTo>
                  <a:pt x="33338" y="581025"/>
                </a:lnTo>
                <a:lnTo>
                  <a:pt x="28575" y="576263"/>
                </a:lnTo>
                <a:lnTo>
                  <a:pt x="28575" y="566738"/>
                </a:lnTo>
                <a:lnTo>
                  <a:pt x="28575" y="557213"/>
                </a:lnTo>
                <a:lnTo>
                  <a:pt x="28575" y="547688"/>
                </a:lnTo>
                <a:lnTo>
                  <a:pt x="23813" y="542925"/>
                </a:lnTo>
                <a:lnTo>
                  <a:pt x="19050" y="538163"/>
                </a:lnTo>
                <a:lnTo>
                  <a:pt x="19050" y="528638"/>
                </a:lnTo>
                <a:lnTo>
                  <a:pt x="19050" y="519113"/>
                </a:lnTo>
                <a:lnTo>
                  <a:pt x="19050" y="509588"/>
                </a:lnTo>
                <a:lnTo>
                  <a:pt x="14288" y="504825"/>
                </a:lnTo>
                <a:lnTo>
                  <a:pt x="9525" y="500063"/>
                </a:lnTo>
                <a:lnTo>
                  <a:pt x="9525" y="490538"/>
                </a:lnTo>
                <a:lnTo>
                  <a:pt x="4763" y="485775"/>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14288" y="371475"/>
                </a:lnTo>
                <a:lnTo>
                  <a:pt x="19050" y="366713"/>
                </a:lnTo>
                <a:lnTo>
                  <a:pt x="19050" y="357188"/>
                </a:lnTo>
                <a:lnTo>
                  <a:pt x="19050" y="347663"/>
                </a:lnTo>
                <a:lnTo>
                  <a:pt x="19050" y="338138"/>
                </a:lnTo>
                <a:lnTo>
                  <a:pt x="19050" y="328613"/>
                </a:lnTo>
                <a:lnTo>
                  <a:pt x="19050" y="319088"/>
                </a:lnTo>
                <a:lnTo>
                  <a:pt x="23813" y="314325"/>
                </a:lnTo>
                <a:lnTo>
                  <a:pt x="28575" y="309563"/>
                </a:lnTo>
                <a:lnTo>
                  <a:pt x="28575" y="300038"/>
                </a:lnTo>
                <a:lnTo>
                  <a:pt x="28575" y="290513"/>
                </a:lnTo>
                <a:lnTo>
                  <a:pt x="28575" y="280988"/>
                </a:lnTo>
                <a:lnTo>
                  <a:pt x="28575" y="271463"/>
                </a:lnTo>
                <a:lnTo>
                  <a:pt x="28575" y="261938"/>
                </a:lnTo>
                <a:lnTo>
                  <a:pt x="28575" y="252413"/>
                </a:lnTo>
                <a:lnTo>
                  <a:pt x="33338" y="247650"/>
                </a:lnTo>
                <a:lnTo>
                  <a:pt x="38100" y="242888"/>
                </a:lnTo>
                <a:lnTo>
                  <a:pt x="38100" y="233363"/>
                </a:lnTo>
                <a:lnTo>
                  <a:pt x="42863" y="228600"/>
                </a:lnTo>
                <a:lnTo>
                  <a:pt x="47625" y="223838"/>
                </a:lnTo>
                <a:lnTo>
                  <a:pt x="47625" y="214313"/>
                </a:lnTo>
                <a:lnTo>
                  <a:pt x="47625" y="204788"/>
                </a:lnTo>
                <a:lnTo>
                  <a:pt x="52388" y="200025"/>
                </a:lnTo>
                <a:lnTo>
                  <a:pt x="57150" y="195263"/>
                </a:lnTo>
                <a:lnTo>
                  <a:pt x="57150" y="185738"/>
                </a:lnTo>
                <a:lnTo>
                  <a:pt x="57150" y="176213"/>
                </a:lnTo>
                <a:lnTo>
                  <a:pt x="61913" y="171450"/>
                </a:lnTo>
                <a:lnTo>
                  <a:pt x="71438" y="171450"/>
                </a:lnTo>
                <a:lnTo>
                  <a:pt x="76200" y="166688"/>
                </a:lnTo>
                <a:lnTo>
                  <a:pt x="76200" y="157163"/>
                </a:lnTo>
                <a:lnTo>
                  <a:pt x="80963" y="152400"/>
                </a:lnTo>
                <a:lnTo>
                  <a:pt x="85725" y="147638"/>
                </a:lnTo>
                <a:lnTo>
                  <a:pt x="90488" y="142875"/>
                </a:lnTo>
                <a:lnTo>
                  <a:pt x="95250" y="138113"/>
                </a:lnTo>
                <a:lnTo>
                  <a:pt x="100013" y="133350"/>
                </a:lnTo>
                <a:lnTo>
                  <a:pt x="109538" y="133350"/>
                </a:lnTo>
                <a:lnTo>
                  <a:pt x="114300" y="128588"/>
                </a:lnTo>
                <a:lnTo>
                  <a:pt x="119063" y="123825"/>
                </a:lnTo>
                <a:lnTo>
                  <a:pt x="123825" y="119063"/>
                </a:lnTo>
                <a:lnTo>
                  <a:pt x="128588" y="114300"/>
                </a:lnTo>
                <a:lnTo>
                  <a:pt x="138113" y="114300"/>
                </a:lnTo>
                <a:lnTo>
                  <a:pt x="142875" y="109538"/>
                </a:lnTo>
                <a:lnTo>
                  <a:pt x="147638" y="104775"/>
                </a:lnTo>
                <a:lnTo>
                  <a:pt x="152400" y="100013"/>
                </a:lnTo>
                <a:lnTo>
                  <a:pt x="157163" y="95250"/>
                </a:lnTo>
                <a:lnTo>
                  <a:pt x="166688" y="95250"/>
                </a:lnTo>
                <a:lnTo>
                  <a:pt x="171450" y="90488"/>
                </a:lnTo>
                <a:lnTo>
                  <a:pt x="176213" y="85725"/>
                </a:lnTo>
                <a:lnTo>
                  <a:pt x="185738" y="85725"/>
                </a:lnTo>
                <a:lnTo>
                  <a:pt x="190500" y="80963"/>
                </a:lnTo>
                <a:lnTo>
                  <a:pt x="195263" y="76200"/>
                </a:lnTo>
                <a:lnTo>
                  <a:pt x="204788" y="76200"/>
                </a:lnTo>
                <a:lnTo>
                  <a:pt x="209550" y="71438"/>
                </a:lnTo>
                <a:lnTo>
                  <a:pt x="214313" y="66675"/>
                </a:lnTo>
                <a:lnTo>
                  <a:pt x="223838" y="66675"/>
                </a:lnTo>
                <a:lnTo>
                  <a:pt x="228600" y="61913"/>
                </a:lnTo>
                <a:lnTo>
                  <a:pt x="233363" y="57150"/>
                </a:lnTo>
                <a:lnTo>
                  <a:pt x="242888" y="57150"/>
                </a:lnTo>
                <a:lnTo>
                  <a:pt x="252413" y="57150"/>
                </a:lnTo>
                <a:lnTo>
                  <a:pt x="257175" y="52388"/>
                </a:lnTo>
                <a:lnTo>
                  <a:pt x="261938" y="47625"/>
                </a:lnTo>
                <a:lnTo>
                  <a:pt x="271463" y="47625"/>
                </a:lnTo>
                <a:lnTo>
                  <a:pt x="276225" y="42863"/>
                </a:lnTo>
                <a:lnTo>
                  <a:pt x="280988" y="38100"/>
                </a:lnTo>
                <a:lnTo>
                  <a:pt x="290513" y="38100"/>
                </a:lnTo>
                <a:lnTo>
                  <a:pt x="300038" y="38100"/>
                </a:lnTo>
                <a:lnTo>
                  <a:pt x="304800" y="33338"/>
                </a:lnTo>
                <a:lnTo>
                  <a:pt x="309563" y="28575"/>
                </a:lnTo>
                <a:lnTo>
                  <a:pt x="319088" y="28575"/>
                </a:lnTo>
                <a:lnTo>
                  <a:pt x="328613" y="28575"/>
                </a:lnTo>
                <a:lnTo>
                  <a:pt x="338138" y="28575"/>
                </a:lnTo>
                <a:lnTo>
                  <a:pt x="342900" y="23813"/>
                </a:lnTo>
                <a:lnTo>
                  <a:pt x="347663" y="19050"/>
                </a:lnTo>
                <a:lnTo>
                  <a:pt x="357188" y="19050"/>
                </a:lnTo>
                <a:lnTo>
                  <a:pt x="366713" y="19050"/>
                </a:lnTo>
                <a:lnTo>
                  <a:pt x="376238" y="19050"/>
                </a:lnTo>
                <a:lnTo>
                  <a:pt x="385763" y="19050"/>
                </a:lnTo>
                <a:lnTo>
                  <a:pt x="390525" y="14288"/>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8B8B8"/>
          </a:solidFill>
          <a:ln xmlns:a="http://schemas.openxmlformats.org/drawingml/2006/main" w="0">
            <a:noFill/>
            <a:prstDash val="solid"/>
          </a:ln>
        </p:spPr>
      </p:sp>
      <p:sp>
        <p:nvSpPr>
          <p:cNvPr id="139" name="deep-skill-chaining-source-component-2-gradient-186-0">
            <a:extLst xmlns:a="http://schemas.openxmlformats.org/drawingml/2006/main">
              <a:ext uri="{FF2B5EF4-FFF2-40B4-BE49-F238E27FC236}">
                <a16:creationId xmlns:a16="http://schemas.microsoft.com/office/drawing/2014/main" id="{B31EFCE0-60D3-411B-8B0E-9AE01899FA5A}"/>
              </a:ext>
            </a:extLst>
          </p:cNvPr>
          <p:cNvSpPr>
            <a:spLocks xmlns:a="http://schemas.openxmlformats.org/drawingml/2006/main" noGrp="1"/>
          </p:cNvSpPr>
          <p:nvPr/>
        </p:nvSpPr>
        <p:spPr>
          <a:xfrm xmlns:a="http://schemas.openxmlformats.org/drawingml/2006/main" rot="0">
            <a:off x="10267950" y="733425"/>
            <a:ext cx="1047750" cy="790575"/>
          </a:xfrm>
          <a:custGeom xmlns:a="http://schemas.openxmlformats.org/drawingml/2006/main">
            <a:pathLst>
              <a:path w="1047750" h="790575">
                <a:moveTo>
                  <a:pt x="428625" y="4763"/>
                </a:move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19125" y="4763"/>
                </a:lnTo>
                <a:lnTo>
                  <a:pt x="623888" y="9525"/>
                </a:lnTo>
                <a:lnTo>
                  <a:pt x="633413" y="9525"/>
                </a:lnTo>
                <a:lnTo>
                  <a:pt x="642938" y="9525"/>
                </a:lnTo>
                <a:lnTo>
                  <a:pt x="652463" y="9525"/>
                </a:lnTo>
                <a:lnTo>
                  <a:pt x="661988" y="9525"/>
                </a:lnTo>
                <a:lnTo>
                  <a:pt x="671513" y="9525"/>
                </a:lnTo>
                <a:lnTo>
                  <a:pt x="681038" y="9525"/>
                </a:lnTo>
                <a:lnTo>
                  <a:pt x="685800" y="14288"/>
                </a:lnTo>
                <a:lnTo>
                  <a:pt x="690563" y="19050"/>
                </a:lnTo>
                <a:lnTo>
                  <a:pt x="700088" y="19050"/>
                </a:lnTo>
                <a:lnTo>
                  <a:pt x="709613" y="19050"/>
                </a:lnTo>
                <a:lnTo>
                  <a:pt x="719138" y="19050"/>
                </a:lnTo>
                <a:lnTo>
                  <a:pt x="723900" y="23813"/>
                </a:lnTo>
                <a:lnTo>
                  <a:pt x="728663" y="28575"/>
                </a:lnTo>
                <a:lnTo>
                  <a:pt x="738188" y="28575"/>
                </a:lnTo>
                <a:lnTo>
                  <a:pt x="747713" y="28575"/>
                </a:lnTo>
                <a:lnTo>
                  <a:pt x="757238" y="28575"/>
                </a:lnTo>
                <a:lnTo>
                  <a:pt x="762000" y="33338"/>
                </a:lnTo>
                <a:lnTo>
                  <a:pt x="766763" y="38100"/>
                </a:lnTo>
                <a:lnTo>
                  <a:pt x="776288" y="38100"/>
                </a:lnTo>
                <a:lnTo>
                  <a:pt x="785813" y="38100"/>
                </a:lnTo>
                <a:lnTo>
                  <a:pt x="790575" y="42863"/>
                </a:lnTo>
                <a:lnTo>
                  <a:pt x="795338" y="47625"/>
                </a:lnTo>
                <a:lnTo>
                  <a:pt x="804863" y="47625"/>
                </a:lnTo>
                <a:lnTo>
                  <a:pt x="814388" y="47625"/>
                </a:lnTo>
                <a:lnTo>
                  <a:pt x="819150" y="52388"/>
                </a:lnTo>
                <a:lnTo>
                  <a:pt x="823913" y="57150"/>
                </a:lnTo>
                <a:lnTo>
                  <a:pt x="833438" y="57150"/>
                </a:lnTo>
                <a:lnTo>
                  <a:pt x="838200" y="61913"/>
                </a:lnTo>
                <a:lnTo>
                  <a:pt x="842963" y="66675"/>
                </a:lnTo>
                <a:lnTo>
                  <a:pt x="852488" y="66675"/>
                </a:lnTo>
                <a:lnTo>
                  <a:pt x="862013" y="66675"/>
                </a:lnTo>
                <a:lnTo>
                  <a:pt x="866775" y="71438"/>
                </a:lnTo>
                <a:lnTo>
                  <a:pt x="871538" y="76200"/>
                </a:lnTo>
                <a:lnTo>
                  <a:pt x="881063" y="76200"/>
                </a:lnTo>
                <a:lnTo>
                  <a:pt x="885825" y="80963"/>
                </a:lnTo>
                <a:lnTo>
                  <a:pt x="890588" y="85725"/>
                </a:lnTo>
                <a:lnTo>
                  <a:pt x="895350" y="90488"/>
                </a:lnTo>
                <a:lnTo>
                  <a:pt x="900113" y="95250"/>
                </a:lnTo>
                <a:lnTo>
                  <a:pt x="909638" y="95250"/>
                </a:lnTo>
                <a:lnTo>
                  <a:pt x="914400" y="100013"/>
                </a:lnTo>
                <a:lnTo>
                  <a:pt x="919163" y="104775"/>
                </a:lnTo>
                <a:lnTo>
                  <a:pt x="928688" y="104775"/>
                </a:lnTo>
                <a:lnTo>
                  <a:pt x="933450" y="109538"/>
                </a:lnTo>
                <a:lnTo>
                  <a:pt x="938213" y="114300"/>
                </a:lnTo>
                <a:lnTo>
                  <a:pt x="942975" y="119063"/>
                </a:lnTo>
                <a:lnTo>
                  <a:pt x="947738" y="123825"/>
                </a:lnTo>
                <a:lnTo>
                  <a:pt x="957263" y="123825"/>
                </a:lnTo>
                <a:lnTo>
                  <a:pt x="962025" y="128588"/>
                </a:lnTo>
                <a:lnTo>
                  <a:pt x="966788" y="133350"/>
                </a:lnTo>
                <a:lnTo>
                  <a:pt x="971550" y="138113"/>
                </a:lnTo>
                <a:lnTo>
                  <a:pt x="971550" y="147638"/>
                </a:lnTo>
                <a:lnTo>
                  <a:pt x="976313" y="152400"/>
                </a:lnTo>
                <a:lnTo>
                  <a:pt x="981075" y="157163"/>
                </a:lnTo>
                <a:lnTo>
                  <a:pt x="985838" y="161925"/>
                </a:lnTo>
                <a:lnTo>
                  <a:pt x="990600" y="166688"/>
                </a:lnTo>
                <a:lnTo>
                  <a:pt x="990600" y="176213"/>
                </a:lnTo>
                <a:lnTo>
                  <a:pt x="990600" y="185738"/>
                </a:lnTo>
                <a:lnTo>
                  <a:pt x="995363" y="190500"/>
                </a:lnTo>
                <a:lnTo>
                  <a:pt x="1000125" y="195263"/>
                </a:lnTo>
                <a:lnTo>
                  <a:pt x="1000125" y="204788"/>
                </a:lnTo>
                <a:lnTo>
                  <a:pt x="1000125" y="214313"/>
                </a:lnTo>
                <a:lnTo>
                  <a:pt x="1004888" y="219075"/>
                </a:lnTo>
                <a:lnTo>
                  <a:pt x="1009650" y="223838"/>
                </a:lnTo>
                <a:lnTo>
                  <a:pt x="1009650" y="233363"/>
                </a:lnTo>
                <a:lnTo>
                  <a:pt x="1009650" y="242888"/>
                </a:lnTo>
                <a:lnTo>
                  <a:pt x="1014413" y="247650"/>
                </a:lnTo>
                <a:lnTo>
                  <a:pt x="1019175" y="252413"/>
                </a:lnTo>
                <a:lnTo>
                  <a:pt x="1019175" y="261938"/>
                </a:lnTo>
                <a:lnTo>
                  <a:pt x="1019175" y="271463"/>
                </a:lnTo>
                <a:lnTo>
                  <a:pt x="1023938" y="276225"/>
                </a:lnTo>
                <a:lnTo>
                  <a:pt x="1028700" y="280988"/>
                </a:lnTo>
                <a:lnTo>
                  <a:pt x="1028700" y="290513"/>
                </a:lnTo>
                <a:lnTo>
                  <a:pt x="1028700" y="300038"/>
                </a:lnTo>
                <a:lnTo>
                  <a:pt x="1028700" y="309563"/>
                </a:lnTo>
                <a:lnTo>
                  <a:pt x="1028700" y="319088"/>
                </a:lnTo>
                <a:lnTo>
                  <a:pt x="1028700" y="328613"/>
                </a:lnTo>
                <a:lnTo>
                  <a:pt x="1033463" y="333375"/>
                </a:lnTo>
                <a:lnTo>
                  <a:pt x="1038225" y="338138"/>
                </a:lnTo>
                <a:lnTo>
                  <a:pt x="1038225" y="347663"/>
                </a:lnTo>
                <a:lnTo>
                  <a:pt x="1038225" y="357188"/>
                </a:lnTo>
                <a:lnTo>
                  <a:pt x="1038225" y="366713"/>
                </a:lnTo>
                <a:lnTo>
                  <a:pt x="1038225" y="376238"/>
                </a:lnTo>
                <a:lnTo>
                  <a:pt x="1038225" y="385763"/>
                </a:lnTo>
                <a:lnTo>
                  <a:pt x="1042988" y="390525"/>
                </a:lnTo>
                <a:lnTo>
                  <a:pt x="1047750" y="395288"/>
                </a:lnTo>
                <a:lnTo>
                  <a:pt x="1047750" y="404813"/>
                </a:lnTo>
                <a:lnTo>
                  <a:pt x="1047750" y="414338"/>
                </a:lnTo>
                <a:lnTo>
                  <a:pt x="1047750" y="423863"/>
                </a:lnTo>
                <a:lnTo>
                  <a:pt x="1047750" y="433388"/>
                </a:lnTo>
                <a:lnTo>
                  <a:pt x="1047750" y="442913"/>
                </a:lnTo>
                <a:lnTo>
                  <a:pt x="1047750" y="452438"/>
                </a:lnTo>
                <a:lnTo>
                  <a:pt x="1047750" y="461963"/>
                </a:lnTo>
                <a:lnTo>
                  <a:pt x="1047750" y="471488"/>
                </a:lnTo>
                <a:lnTo>
                  <a:pt x="1047750" y="481013"/>
                </a:lnTo>
                <a:lnTo>
                  <a:pt x="1042988" y="485775"/>
                </a:lnTo>
                <a:lnTo>
                  <a:pt x="1038225" y="490538"/>
                </a:lnTo>
                <a:lnTo>
                  <a:pt x="1038225" y="500063"/>
                </a:lnTo>
                <a:lnTo>
                  <a:pt x="1038225" y="509588"/>
                </a:lnTo>
                <a:lnTo>
                  <a:pt x="1033463" y="514350"/>
                </a:lnTo>
                <a:lnTo>
                  <a:pt x="1028700" y="519113"/>
                </a:lnTo>
                <a:lnTo>
                  <a:pt x="1028700" y="528638"/>
                </a:lnTo>
                <a:lnTo>
                  <a:pt x="1028700" y="538163"/>
                </a:lnTo>
                <a:lnTo>
                  <a:pt x="1023938" y="542925"/>
                </a:lnTo>
                <a:lnTo>
                  <a:pt x="1019175" y="547688"/>
                </a:lnTo>
                <a:lnTo>
                  <a:pt x="1019175" y="557213"/>
                </a:lnTo>
                <a:lnTo>
                  <a:pt x="1019175" y="566738"/>
                </a:lnTo>
                <a:lnTo>
                  <a:pt x="1019175" y="576263"/>
                </a:lnTo>
                <a:lnTo>
                  <a:pt x="1019175" y="585788"/>
                </a:lnTo>
                <a:lnTo>
                  <a:pt x="1019175" y="595313"/>
                </a:lnTo>
                <a:lnTo>
                  <a:pt x="1014413" y="600075"/>
                </a:lnTo>
                <a:lnTo>
                  <a:pt x="1009650" y="604838"/>
                </a:lnTo>
                <a:lnTo>
                  <a:pt x="1009650" y="614363"/>
                </a:lnTo>
                <a:lnTo>
                  <a:pt x="1004888" y="619125"/>
                </a:lnTo>
                <a:lnTo>
                  <a:pt x="1000125" y="623888"/>
                </a:lnTo>
                <a:lnTo>
                  <a:pt x="1000125" y="633413"/>
                </a:lnTo>
                <a:lnTo>
                  <a:pt x="995363" y="638175"/>
                </a:lnTo>
                <a:lnTo>
                  <a:pt x="985838" y="638175"/>
                </a:lnTo>
                <a:lnTo>
                  <a:pt x="981075" y="642938"/>
                </a:lnTo>
                <a:lnTo>
                  <a:pt x="976313" y="647700"/>
                </a:lnTo>
                <a:lnTo>
                  <a:pt x="971550" y="652463"/>
                </a:lnTo>
                <a:lnTo>
                  <a:pt x="966788" y="657225"/>
                </a:lnTo>
                <a:lnTo>
                  <a:pt x="962025" y="661988"/>
                </a:lnTo>
                <a:lnTo>
                  <a:pt x="957263" y="666750"/>
                </a:lnTo>
                <a:lnTo>
                  <a:pt x="952500" y="671513"/>
                </a:lnTo>
                <a:lnTo>
                  <a:pt x="947738" y="676275"/>
                </a:lnTo>
                <a:lnTo>
                  <a:pt x="938213" y="676275"/>
                </a:lnTo>
                <a:lnTo>
                  <a:pt x="933450" y="681038"/>
                </a:lnTo>
                <a:lnTo>
                  <a:pt x="928688" y="685800"/>
                </a:lnTo>
                <a:lnTo>
                  <a:pt x="919163" y="685800"/>
                </a:lnTo>
                <a:lnTo>
                  <a:pt x="914400" y="690563"/>
                </a:lnTo>
                <a:lnTo>
                  <a:pt x="909638" y="695325"/>
                </a:lnTo>
                <a:lnTo>
                  <a:pt x="904875" y="700088"/>
                </a:lnTo>
                <a:lnTo>
                  <a:pt x="900113" y="704850"/>
                </a:lnTo>
                <a:lnTo>
                  <a:pt x="890588" y="704850"/>
                </a:lnTo>
                <a:lnTo>
                  <a:pt x="885825" y="709613"/>
                </a:lnTo>
                <a:lnTo>
                  <a:pt x="881063" y="714375"/>
                </a:lnTo>
                <a:lnTo>
                  <a:pt x="871538" y="714375"/>
                </a:lnTo>
                <a:lnTo>
                  <a:pt x="866775" y="719138"/>
                </a:lnTo>
                <a:lnTo>
                  <a:pt x="862013" y="723900"/>
                </a:lnTo>
                <a:lnTo>
                  <a:pt x="852488" y="723900"/>
                </a:lnTo>
                <a:lnTo>
                  <a:pt x="847725" y="728663"/>
                </a:lnTo>
                <a:lnTo>
                  <a:pt x="842963" y="733425"/>
                </a:lnTo>
                <a:lnTo>
                  <a:pt x="833438" y="733425"/>
                </a:lnTo>
                <a:lnTo>
                  <a:pt x="823913" y="733425"/>
                </a:lnTo>
                <a:lnTo>
                  <a:pt x="819150" y="738188"/>
                </a:lnTo>
                <a:lnTo>
                  <a:pt x="814388" y="742950"/>
                </a:lnTo>
                <a:lnTo>
                  <a:pt x="804863" y="742950"/>
                </a:lnTo>
                <a:lnTo>
                  <a:pt x="800100" y="747713"/>
                </a:lnTo>
                <a:lnTo>
                  <a:pt x="795338" y="752475"/>
                </a:lnTo>
                <a:lnTo>
                  <a:pt x="785813" y="752475"/>
                </a:lnTo>
                <a:lnTo>
                  <a:pt x="776288" y="752475"/>
                </a:lnTo>
                <a:lnTo>
                  <a:pt x="771525" y="757238"/>
                </a:lnTo>
                <a:lnTo>
                  <a:pt x="766763" y="762000"/>
                </a:lnTo>
                <a:lnTo>
                  <a:pt x="757238" y="762000"/>
                </a:lnTo>
                <a:lnTo>
                  <a:pt x="747713" y="762000"/>
                </a:lnTo>
                <a:lnTo>
                  <a:pt x="738188" y="762000"/>
                </a:lnTo>
                <a:lnTo>
                  <a:pt x="733425" y="766763"/>
                </a:lnTo>
                <a:lnTo>
                  <a:pt x="728663" y="771525"/>
                </a:lnTo>
                <a:lnTo>
                  <a:pt x="719138" y="771525"/>
                </a:lnTo>
                <a:lnTo>
                  <a:pt x="709613" y="771525"/>
                </a:lnTo>
                <a:lnTo>
                  <a:pt x="700088" y="771525"/>
                </a:lnTo>
                <a:lnTo>
                  <a:pt x="695325" y="776288"/>
                </a:lnTo>
                <a:lnTo>
                  <a:pt x="690563" y="781050"/>
                </a:lnTo>
                <a:lnTo>
                  <a:pt x="681038" y="781050"/>
                </a:lnTo>
                <a:lnTo>
                  <a:pt x="671513" y="781050"/>
                </a:lnTo>
                <a:lnTo>
                  <a:pt x="661988" y="781050"/>
                </a:lnTo>
                <a:lnTo>
                  <a:pt x="652463" y="781050"/>
                </a:lnTo>
                <a:lnTo>
                  <a:pt x="642938" y="781050"/>
                </a:lnTo>
                <a:lnTo>
                  <a:pt x="638175" y="785813"/>
                </a:lnTo>
                <a:lnTo>
                  <a:pt x="633413" y="790575"/>
                </a:lnTo>
                <a:lnTo>
                  <a:pt x="623888" y="790575"/>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9575" y="785813"/>
                </a:lnTo>
                <a:lnTo>
                  <a:pt x="404813" y="781050"/>
                </a:lnTo>
                <a:lnTo>
                  <a:pt x="395288" y="781050"/>
                </a:lnTo>
                <a:lnTo>
                  <a:pt x="385763" y="781050"/>
                </a:lnTo>
                <a:lnTo>
                  <a:pt x="376238" y="781050"/>
                </a:lnTo>
                <a:lnTo>
                  <a:pt x="366713" y="781050"/>
                </a:lnTo>
                <a:lnTo>
                  <a:pt x="357188" y="781050"/>
                </a:lnTo>
                <a:lnTo>
                  <a:pt x="352425" y="776288"/>
                </a:lnTo>
                <a:lnTo>
                  <a:pt x="347663" y="771525"/>
                </a:lnTo>
                <a:lnTo>
                  <a:pt x="338138" y="771525"/>
                </a:lnTo>
                <a:lnTo>
                  <a:pt x="328613" y="771525"/>
                </a:lnTo>
                <a:lnTo>
                  <a:pt x="319088" y="771525"/>
                </a:lnTo>
                <a:lnTo>
                  <a:pt x="309563" y="771525"/>
                </a:lnTo>
                <a:lnTo>
                  <a:pt x="304800" y="766763"/>
                </a:lnTo>
                <a:lnTo>
                  <a:pt x="300038" y="762000"/>
                </a:lnTo>
                <a:lnTo>
                  <a:pt x="290513" y="762000"/>
                </a:lnTo>
                <a:lnTo>
                  <a:pt x="280988" y="762000"/>
                </a:lnTo>
                <a:lnTo>
                  <a:pt x="276225" y="757238"/>
                </a:lnTo>
                <a:lnTo>
                  <a:pt x="271463" y="752475"/>
                </a:lnTo>
                <a:lnTo>
                  <a:pt x="261938" y="752475"/>
                </a:lnTo>
                <a:lnTo>
                  <a:pt x="252413" y="752475"/>
                </a:lnTo>
                <a:lnTo>
                  <a:pt x="247650" y="747713"/>
                </a:lnTo>
                <a:lnTo>
                  <a:pt x="242888" y="742950"/>
                </a:lnTo>
                <a:lnTo>
                  <a:pt x="233363" y="742950"/>
                </a:lnTo>
                <a:lnTo>
                  <a:pt x="223838" y="742950"/>
                </a:lnTo>
                <a:lnTo>
                  <a:pt x="219075" y="738188"/>
                </a:lnTo>
                <a:lnTo>
                  <a:pt x="214313" y="733425"/>
                </a:lnTo>
                <a:lnTo>
                  <a:pt x="204788" y="733425"/>
                </a:lnTo>
                <a:lnTo>
                  <a:pt x="200025" y="728663"/>
                </a:lnTo>
                <a:lnTo>
                  <a:pt x="195263" y="723900"/>
                </a:lnTo>
                <a:lnTo>
                  <a:pt x="185738" y="723900"/>
                </a:lnTo>
                <a:lnTo>
                  <a:pt x="176213" y="723900"/>
                </a:lnTo>
                <a:lnTo>
                  <a:pt x="171450" y="719138"/>
                </a:lnTo>
                <a:lnTo>
                  <a:pt x="166688" y="714375"/>
                </a:lnTo>
                <a:lnTo>
                  <a:pt x="157163" y="714375"/>
                </a:lnTo>
                <a:lnTo>
                  <a:pt x="152400" y="709613"/>
                </a:lnTo>
                <a:lnTo>
                  <a:pt x="147638" y="704850"/>
                </a:lnTo>
                <a:lnTo>
                  <a:pt x="142875" y="700088"/>
                </a:lnTo>
                <a:lnTo>
                  <a:pt x="138113" y="695325"/>
                </a:lnTo>
                <a:lnTo>
                  <a:pt x="128588" y="695325"/>
                </a:lnTo>
                <a:lnTo>
                  <a:pt x="123825" y="690563"/>
                </a:lnTo>
                <a:lnTo>
                  <a:pt x="119063" y="685800"/>
                </a:lnTo>
                <a:lnTo>
                  <a:pt x="109538" y="685800"/>
                </a:lnTo>
                <a:lnTo>
                  <a:pt x="104775" y="681038"/>
                </a:lnTo>
                <a:lnTo>
                  <a:pt x="100013" y="676275"/>
                </a:lnTo>
                <a:lnTo>
                  <a:pt x="95250" y="671513"/>
                </a:lnTo>
                <a:lnTo>
                  <a:pt x="90488" y="666750"/>
                </a:lnTo>
                <a:lnTo>
                  <a:pt x="80963" y="666750"/>
                </a:lnTo>
                <a:lnTo>
                  <a:pt x="76200" y="661988"/>
                </a:lnTo>
                <a:lnTo>
                  <a:pt x="71438" y="657225"/>
                </a:lnTo>
                <a:lnTo>
                  <a:pt x="66675" y="652463"/>
                </a:lnTo>
                <a:lnTo>
                  <a:pt x="61913" y="647700"/>
                </a:lnTo>
                <a:lnTo>
                  <a:pt x="57150" y="642938"/>
                </a:lnTo>
                <a:lnTo>
                  <a:pt x="52388" y="638175"/>
                </a:lnTo>
                <a:lnTo>
                  <a:pt x="47625" y="633413"/>
                </a:lnTo>
                <a:lnTo>
                  <a:pt x="47625" y="623888"/>
                </a:lnTo>
                <a:lnTo>
                  <a:pt x="42863" y="619125"/>
                </a:lnTo>
                <a:lnTo>
                  <a:pt x="33338" y="619125"/>
                </a:lnTo>
                <a:lnTo>
                  <a:pt x="28575" y="614363"/>
                </a:lnTo>
                <a:lnTo>
                  <a:pt x="28575" y="604838"/>
                </a:lnTo>
                <a:lnTo>
                  <a:pt x="28575" y="595313"/>
                </a:lnTo>
                <a:lnTo>
                  <a:pt x="28575" y="585788"/>
                </a:lnTo>
                <a:lnTo>
                  <a:pt x="28575" y="576263"/>
                </a:lnTo>
                <a:lnTo>
                  <a:pt x="23813" y="571500"/>
                </a:lnTo>
                <a:lnTo>
                  <a:pt x="19050" y="566738"/>
                </a:lnTo>
                <a:lnTo>
                  <a:pt x="19050" y="557213"/>
                </a:lnTo>
                <a:lnTo>
                  <a:pt x="19050" y="547688"/>
                </a:lnTo>
                <a:lnTo>
                  <a:pt x="19050" y="538163"/>
                </a:lnTo>
                <a:lnTo>
                  <a:pt x="14288" y="533400"/>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4763" y="333375"/>
                </a:lnTo>
                <a:lnTo>
                  <a:pt x="9525" y="328613"/>
                </a:lnTo>
                <a:lnTo>
                  <a:pt x="9525" y="319088"/>
                </a:lnTo>
                <a:lnTo>
                  <a:pt x="14288" y="314325"/>
                </a:lnTo>
                <a:lnTo>
                  <a:pt x="19050" y="309563"/>
                </a:lnTo>
                <a:lnTo>
                  <a:pt x="19050" y="300038"/>
                </a:lnTo>
                <a:lnTo>
                  <a:pt x="19050" y="290513"/>
                </a:lnTo>
                <a:lnTo>
                  <a:pt x="19050" y="280988"/>
                </a:lnTo>
                <a:lnTo>
                  <a:pt x="19050" y="271463"/>
                </a:lnTo>
                <a:lnTo>
                  <a:pt x="19050" y="261938"/>
                </a:lnTo>
                <a:lnTo>
                  <a:pt x="23813" y="257175"/>
                </a:lnTo>
                <a:lnTo>
                  <a:pt x="28575" y="252413"/>
                </a:lnTo>
                <a:lnTo>
                  <a:pt x="28575" y="242888"/>
                </a:lnTo>
                <a:lnTo>
                  <a:pt x="28575" y="233363"/>
                </a:lnTo>
                <a:lnTo>
                  <a:pt x="28575" y="223838"/>
                </a:lnTo>
                <a:lnTo>
                  <a:pt x="33338" y="219075"/>
                </a:lnTo>
                <a:lnTo>
                  <a:pt x="38100" y="214313"/>
                </a:lnTo>
                <a:lnTo>
                  <a:pt x="38100" y="204788"/>
                </a:lnTo>
                <a:lnTo>
                  <a:pt x="42863" y="200025"/>
                </a:lnTo>
                <a:lnTo>
                  <a:pt x="47625" y="195263"/>
                </a:lnTo>
                <a:lnTo>
                  <a:pt x="47625" y="185738"/>
                </a:lnTo>
                <a:lnTo>
                  <a:pt x="47625" y="176213"/>
                </a:lnTo>
                <a:lnTo>
                  <a:pt x="52388" y="171450"/>
                </a:lnTo>
                <a:lnTo>
                  <a:pt x="57150" y="166688"/>
                </a:lnTo>
                <a:lnTo>
                  <a:pt x="57150" y="157163"/>
                </a:lnTo>
                <a:lnTo>
                  <a:pt x="61913" y="152400"/>
                </a:lnTo>
                <a:lnTo>
                  <a:pt x="66675" y="147638"/>
                </a:lnTo>
                <a:lnTo>
                  <a:pt x="71438" y="142875"/>
                </a:lnTo>
                <a:lnTo>
                  <a:pt x="76200" y="138113"/>
                </a:lnTo>
                <a:lnTo>
                  <a:pt x="80963" y="133350"/>
                </a:lnTo>
                <a:lnTo>
                  <a:pt x="85725" y="128588"/>
                </a:lnTo>
                <a:lnTo>
                  <a:pt x="90488" y="123825"/>
                </a:lnTo>
                <a:lnTo>
                  <a:pt x="100013" y="123825"/>
                </a:lnTo>
                <a:lnTo>
                  <a:pt x="104775" y="119063"/>
                </a:lnTo>
                <a:lnTo>
                  <a:pt x="109538" y="114300"/>
                </a:lnTo>
                <a:lnTo>
                  <a:pt x="114300" y="109538"/>
                </a:lnTo>
                <a:lnTo>
                  <a:pt x="119063" y="104775"/>
                </a:lnTo>
                <a:lnTo>
                  <a:pt x="123825" y="100013"/>
                </a:lnTo>
                <a:lnTo>
                  <a:pt x="128588" y="95250"/>
                </a:lnTo>
                <a:lnTo>
                  <a:pt x="138113" y="95250"/>
                </a:lnTo>
                <a:lnTo>
                  <a:pt x="142875" y="90488"/>
                </a:lnTo>
                <a:lnTo>
                  <a:pt x="147638" y="85725"/>
                </a:lnTo>
                <a:lnTo>
                  <a:pt x="157163" y="85725"/>
                </a:lnTo>
                <a:lnTo>
                  <a:pt x="161925" y="80963"/>
                </a:lnTo>
                <a:lnTo>
                  <a:pt x="166688" y="76200"/>
                </a:lnTo>
                <a:lnTo>
                  <a:pt x="176213" y="76200"/>
                </a:lnTo>
                <a:lnTo>
                  <a:pt x="180975" y="71438"/>
                </a:lnTo>
                <a:lnTo>
                  <a:pt x="185738" y="66675"/>
                </a:lnTo>
                <a:lnTo>
                  <a:pt x="195263" y="66675"/>
                </a:lnTo>
                <a:lnTo>
                  <a:pt x="200025" y="61913"/>
                </a:lnTo>
                <a:lnTo>
                  <a:pt x="204788" y="57150"/>
                </a:lnTo>
                <a:lnTo>
                  <a:pt x="214313" y="57150"/>
                </a:lnTo>
                <a:lnTo>
                  <a:pt x="223838" y="57150"/>
                </a:lnTo>
                <a:lnTo>
                  <a:pt x="228600" y="52388"/>
                </a:lnTo>
                <a:lnTo>
                  <a:pt x="233363" y="47625"/>
                </a:lnTo>
                <a:lnTo>
                  <a:pt x="242888" y="47625"/>
                </a:lnTo>
                <a:lnTo>
                  <a:pt x="247650" y="42863"/>
                </a:lnTo>
                <a:lnTo>
                  <a:pt x="252413" y="38100"/>
                </a:lnTo>
                <a:lnTo>
                  <a:pt x="261938" y="38100"/>
                </a:lnTo>
                <a:lnTo>
                  <a:pt x="271463" y="38100"/>
                </a:lnTo>
                <a:lnTo>
                  <a:pt x="276225" y="33338"/>
                </a:lnTo>
                <a:lnTo>
                  <a:pt x="280988" y="28575"/>
                </a:lnTo>
                <a:lnTo>
                  <a:pt x="290513" y="28575"/>
                </a:lnTo>
                <a:lnTo>
                  <a:pt x="300038" y="28575"/>
                </a:lnTo>
                <a:lnTo>
                  <a:pt x="309563" y="28575"/>
                </a:lnTo>
                <a:lnTo>
                  <a:pt x="314325" y="23813"/>
                </a:lnTo>
                <a:lnTo>
                  <a:pt x="319088" y="19050"/>
                </a:lnTo>
                <a:lnTo>
                  <a:pt x="328613" y="19050"/>
                </a:lnTo>
                <a:lnTo>
                  <a:pt x="338138" y="19050"/>
                </a:lnTo>
                <a:lnTo>
                  <a:pt x="347663" y="19050"/>
                </a:lnTo>
                <a:lnTo>
                  <a:pt x="357188" y="19050"/>
                </a:lnTo>
                <a:lnTo>
                  <a:pt x="361950" y="14288"/>
                </a:lnTo>
                <a:lnTo>
                  <a:pt x="366713" y="9525"/>
                </a:lnTo>
                <a:lnTo>
                  <a:pt x="376238" y="9525"/>
                </a:lnTo>
                <a:lnTo>
                  <a:pt x="385763" y="9525"/>
                </a:lnTo>
                <a:lnTo>
                  <a:pt x="395288" y="9525"/>
                </a:lnTo>
                <a:lnTo>
                  <a:pt x="404813" y="9525"/>
                </a:lnTo>
                <a:lnTo>
                  <a:pt x="414338" y="9525"/>
                </a:lnTo>
                <a:lnTo>
                  <a:pt x="423863" y="9525"/>
                </a:lnTo>
                <a:lnTo>
                  <a:pt x="428625" y="4763"/>
                </a:lnTo>
                <a:close/>
              </a:path>
            </a:pathLst>
          </a:custGeom>
          <a:solidFill xmlns:a="http://schemas.openxmlformats.org/drawingml/2006/main">
            <a:srgbClr val="BABABA"/>
          </a:solidFill>
          <a:ln xmlns:a="http://schemas.openxmlformats.org/drawingml/2006/main" w="0">
            <a:noFill/>
            <a:prstDash val="solid"/>
          </a:ln>
        </p:spPr>
      </p:sp>
      <p:sp>
        <p:nvSpPr>
          <p:cNvPr id="140" name="deep-skill-chaining-source-component-2-gradient-188-0">
            <a:extLst xmlns:a="http://schemas.openxmlformats.org/drawingml/2006/main">
              <a:ext uri="{FF2B5EF4-FFF2-40B4-BE49-F238E27FC236}">
                <a16:creationId xmlns:a16="http://schemas.microsoft.com/office/drawing/2014/main" id="{03B851CC-CB03-404B-9AA7-E790D44A4443}"/>
              </a:ext>
            </a:extLst>
          </p:cNvPr>
          <p:cNvSpPr>
            <a:spLocks xmlns:a="http://schemas.openxmlformats.org/drawingml/2006/main" noGrp="1"/>
          </p:cNvSpPr>
          <p:nvPr/>
        </p:nvSpPr>
        <p:spPr>
          <a:xfrm xmlns:a="http://schemas.openxmlformats.org/drawingml/2006/main" rot="0">
            <a:off x="10287000" y="733425"/>
            <a:ext cx="1009650" cy="790575"/>
          </a:xfrm>
          <a:custGeom xmlns:a="http://schemas.openxmlformats.org/drawingml/2006/main">
            <a:pathLst>
              <a:path w="1009650" h="790575">
                <a:moveTo>
                  <a:pt x="409575" y="4763"/>
                </a:move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0075" y="4763"/>
                </a:lnTo>
                <a:lnTo>
                  <a:pt x="604838" y="9525"/>
                </a:lnTo>
                <a:lnTo>
                  <a:pt x="614363" y="9525"/>
                </a:lnTo>
                <a:lnTo>
                  <a:pt x="623888" y="9525"/>
                </a:lnTo>
                <a:lnTo>
                  <a:pt x="633413" y="9525"/>
                </a:lnTo>
                <a:lnTo>
                  <a:pt x="642938" y="9525"/>
                </a:lnTo>
                <a:lnTo>
                  <a:pt x="652463" y="9525"/>
                </a:lnTo>
                <a:lnTo>
                  <a:pt x="661988" y="9525"/>
                </a:lnTo>
                <a:lnTo>
                  <a:pt x="666750" y="14288"/>
                </a:lnTo>
                <a:lnTo>
                  <a:pt x="671513" y="19050"/>
                </a:lnTo>
                <a:lnTo>
                  <a:pt x="681038" y="19050"/>
                </a:lnTo>
                <a:lnTo>
                  <a:pt x="690563" y="19050"/>
                </a:lnTo>
                <a:lnTo>
                  <a:pt x="700088" y="19050"/>
                </a:lnTo>
                <a:lnTo>
                  <a:pt x="704850" y="23813"/>
                </a:lnTo>
                <a:lnTo>
                  <a:pt x="709613" y="28575"/>
                </a:lnTo>
                <a:lnTo>
                  <a:pt x="719138" y="28575"/>
                </a:lnTo>
                <a:lnTo>
                  <a:pt x="728663" y="28575"/>
                </a:lnTo>
                <a:lnTo>
                  <a:pt x="738188" y="28575"/>
                </a:lnTo>
                <a:lnTo>
                  <a:pt x="742950" y="33338"/>
                </a:lnTo>
                <a:lnTo>
                  <a:pt x="747713" y="38100"/>
                </a:lnTo>
                <a:lnTo>
                  <a:pt x="757238" y="38100"/>
                </a:lnTo>
                <a:lnTo>
                  <a:pt x="766763" y="38100"/>
                </a:lnTo>
                <a:lnTo>
                  <a:pt x="771525" y="42863"/>
                </a:lnTo>
                <a:lnTo>
                  <a:pt x="776288" y="47625"/>
                </a:lnTo>
                <a:lnTo>
                  <a:pt x="785813" y="47625"/>
                </a:lnTo>
                <a:lnTo>
                  <a:pt x="795338" y="47625"/>
                </a:lnTo>
                <a:lnTo>
                  <a:pt x="800100" y="52388"/>
                </a:lnTo>
                <a:lnTo>
                  <a:pt x="804863" y="57150"/>
                </a:lnTo>
                <a:lnTo>
                  <a:pt x="814388" y="57150"/>
                </a:lnTo>
                <a:lnTo>
                  <a:pt x="819150" y="61913"/>
                </a:lnTo>
                <a:lnTo>
                  <a:pt x="823913" y="66675"/>
                </a:lnTo>
                <a:lnTo>
                  <a:pt x="833438" y="66675"/>
                </a:lnTo>
                <a:lnTo>
                  <a:pt x="842963" y="66675"/>
                </a:lnTo>
                <a:lnTo>
                  <a:pt x="847725" y="71438"/>
                </a:lnTo>
                <a:lnTo>
                  <a:pt x="852488" y="76200"/>
                </a:lnTo>
                <a:lnTo>
                  <a:pt x="862013" y="76200"/>
                </a:lnTo>
                <a:lnTo>
                  <a:pt x="866775" y="80963"/>
                </a:lnTo>
                <a:lnTo>
                  <a:pt x="871538" y="85725"/>
                </a:lnTo>
                <a:lnTo>
                  <a:pt x="876300" y="90488"/>
                </a:lnTo>
                <a:lnTo>
                  <a:pt x="881063" y="95250"/>
                </a:lnTo>
                <a:lnTo>
                  <a:pt x="890588" y="95250"/>
                </a:lnTo>
                <a:lnTo>
                  <a:pt x="895350" y="100013"/>
                </a:lnTo>
                <a:lnTo>
                  <a:pt x="900113" y="104775"/>
                </a:lnTo>
                <a:lnTo>
                  <a:pt x="909638" y="104775"/>
                </a:lnTo>
                <a:lnTo>
                  <a:pt x="914400" y="109538"/>
                </a:lnTo>
                <a:lnTo>
                  <a:pt x="914400" y="119063"/>
                </a:lnTo>
                <a:lnTo>
                  <a:pt x="919163" y="123825"/>
                </a:lnTo>
                <a:lnTo>
                  <a:pt x="923925" y="128588"/>
                </a:lnTo>
                <a:lnTo>
                  <a:pt x="928688" y="133350"/>
                </a:lnTo>
                <a:lnTo>
                  <a:pt x="933450" y="138113"/>
                </a:lnTo>
                <a:lnTo>
                  <a:pt x="933450" y="147638"/>
                </a:lnTo>
                <a:lnTo>
                  <a:pt x="938213" y="152400"/>
                </a:lnTo>
                <a:lnTo>
                  <a:pt x="942975" y="157163"/>
                </a:lnTo>
                <a:lnTo>
                  <a:pt x="947738" y="161925"/>
                </a:lnTo>
                <a:lnTo>
                  <a:pt x="952500" y="166688"/>
                </a:lnTo>
                <a:lnTo>
                  <a:pt x="952500" y="176213"/>
                </a:lnTo>
                <a:lnTo>
                  <a:pt x="952500" y="185738"/>
                </a:lnTo>
                <a:lnTo>
                  <a:pt x="957263" y="190500"/>
                </a:lnTo>
                <a:lnTo>
                  <a:pt x="962025" y="195263"/>
                </a:lnTo>
                <a:lnTo>
                  <a:pt x="962025" y="204788"/>
                </a:lnTo>
                <a:lnTo>
                  <a:pt x="962025" y="214313"/>
                </a:lnTo>
                <a:lnTo>
                  <a:pt x="966788" y="219075"/>
                </a:lnTo>
                <a:lnTo>
                  <a:pt x="971550" y="223838"/>
                </a:lnTo>
                <a:lnTo>
                  <a:pt x="971550" y="233363"/>
                </a:lnTo>
                <a:lnTo>
                  <a:pt x="971550" y="242888"/>
                </a:lnTo>
                <a:lnTo>
                  <a:pt x="976313" y="247650"/>
                </a:lnTo>
                <a:lnTo>
                  <a:pt x="981075" y="252413"/>
                </a:lnTo>
                <a:lnTo>
                  <a:pt x="981075" y="261938"/>
                </a:lnTo>
                <a:lnTo>
                  <a:pt x="981075" y="271463"/>
                </a:lnTo>
                <a:lnTo>
                  <a:pt x="985838" y="276225"/>
                </a:lnTo>
                <a:lnTo>
                  <a:pt x="990600" y="280988"/>
                </a:lnTo>
                <a:lnTo>
                  <a:pt x="990600" y="290513"/>
                </a:lnTo>
                <a:lnTo>
                  <a:pt x="990600" y="300038"/>
                </a:lnTo>
                <a:lnTo>
                  <a:pt x="990600" y="309563"/>
                </a:lnTo>
                <a:lnTo>
                  <a:pt x="990600" y="319088"/>
                </a:lnTo>
                <a:lnTo>
                  <a:pt x="990600" y="328613"/>
                </a:lnTo>
                <a:lnTo>
                  <a:pt x="995363" y="333375"/>
                </a:lnTo>
                <a:lnTo>
                  <a:pt x="1000125" y="338138"/>
                </a:lnTo>
                <a:lnTo>
                  <a:pt x="1000125" y="347663"/>
                </a:lnTo>
                <a:lnTo>
                  <a:pt x="1000125" y="357188"/>
                </a:lnTo>
                <a:lnTo>
                  <a:pt x="1000125" y="366713"/>
                </a:lnTo>
                <a:lnTo>
                  <a:pt x="1000125" y="376238"/>
                </a:lnTo>
                <a:lnTo>
                  <a:pt x="1000125" y="385763"/>
                </a:lnTo>
                <a:lnTo>
                  <a:pt x="1004888" y="390525"/>
                </a:lnTo>
                <a:lnTo>
                  <a:pt x="1009650" y="395288"/>
                </a:lnTo>
                <a:lnTo>
                  <a:pt x="1009650" y="404813"/>
                </a:lnTo>
                <a:lnTo>
                  <a:pt x="1009650" y="414338"/>
                </a:lnTo>
                <a:lnTo>
                  <a:pt x="1009650" y="423863"/>
                </a:lnTo>
                <a:lnTo>
                  <a:pt x="1009650" y="433388"/>
                </a:lnTo>
                <a:lnTo>
                  <a:pt x="1009650" y="442913"/>
                </a:lnTo>
                <a:lnTo>
                  <a:pt x="1009650" y="452438"/>
                </a:lnTo>
                <a:lnTo>
                  <a:pt x="1009650" y="461963"/>
                </a:lnTo>
                <a:lnTo>
                  <a:pt x="1009650" y="471488"/>
                </a:lnTo>
                <a:lnTo>
                  <a:pt x="1009650" y="481013"/>
                </a:lnTo>
                <a:lnTo>
                  <a:pt x="1004888" y="485775"/>
                </a:lnTo>
                <a:lnTo>
                  <a:pt x="1000125" y="490538"/>
                </a:lnTo>
                <a:lnTo>
                  <a:pt x="1000125" y="500063"/>
                </a:lnTo>
                <a:lnTo>
                  <a:pt x="1000125" y="509588"/>
                </a:lnTo>
                <a:lnTo>
                  <a:pt x="995363" y="514350"/>
                </a:lnTo>
                <a:lnTo>
                  <a:pt x="990600" y="519113"/>
                </a:lnTo>
                <a:lnTo>
                  <a:pt x="990600" y="528638"/>
                </a:lnTo>
                <a:lnTo>
                  <a:pt x="990600" y="538163"/>
                </a:lnTo>
                <a:lnTo>
                  <a:pt x="985838" y="542925"/>
                </a:lnTo>
                <a:lnTo>
                  <a:pt x="981075" y="547688"/>
                </a:lnTo>
                <a:lnTo>
                  <a:pt x="981075" y="557213"/>
                </a:lnTo>
                <a:lnTo>
                  <a:pt x="981075" y="566738"/>
                </a:lnTo>
                <a:lnTo>
                  <a:pt x="981075" y="576263"/>
                </a:lnTo>
                <a:lnTo>
                  <a:pt x="976313" y="581025"/>
                </a:lnTo>
                <a:lnTo>
                  <a:pt x="971550" y="585788"/>
                </a:lnTo>
                <a:lnTo>
                  <a:pt x="971550" y="595313"/>
                </a:lnTo>
                <a:lnTo>
                  <a:pt x="971550" y="604838"/>
                </a:lnTo>
                <a:lnTo>
                  <a:pt x="966788" y="609600"/>
                </a:lnTo>
                <a:lnTo>
                  <a:pt x="962025" y="614363"/>
                </a:lnTo>
                <a:lnTo>
                  <a:pt x="962025" y="623888"/>
                </a:lnTo>
                <a:lnTo>
                  <a:pt x="962025" y="633413"/>
                </a:lnTo>
                <a:lnTo>
                  <a:pt x="962025" y="642938"/>
                </a:lnTo>
                <a:lnTo>
                  <a:pt x="957263" y="647700"/>
                </a:lnTo>
                <a:lnTo>
                  <a:pt x="952500" y="652463"/>
                </a:lnTo>
                <a:lnTo>
                  <a:pt x="947738" y="657225"/>
                </a:lnTo>
                <a:lnTo>
                  <a:pt x="942975" y="661988"/>
                </a:lnTo>
                <a:lnTo>
                  <a:pt x="938213" y="666750"/>
                </a:lnTo>
                <a:lnTo>
                  <a:pt x="928688" y="666750"/>
                </a:lnTo>
                <a:lnTo>
                  <a:pt x="923925" y="671513"/>
                </a:lnTo>
                <a:lnTo>
                  <a:pt x="919163" y="676275"/>
                </a:lnTo>
                <a:lnTo>
                  <a:pt x="914400" y="681038"/>
                </a:lnTo>
                <a:lnTo>
                  <a:pt x="909638" y="685800"/>
                </a:lnTo>
                <a:lnTo>
                  <a:pt x="900113" y="685800"/>
                </a:lnTo>
                <a:lnTo>
                  <a:pt x="895350" y="690563"/>
                </a:lnTo>
                <a:lnTo>
                  <a:pt x="890588" y="695325"/>
                </a:lnTo>
                <a:lnTo>
                  <a:pt x="885825" y="700088"/>
                </a:lnTo>
                <a:lnTo>
                  <a:pt x="881063" y="704850"/>
                </a:lnTo>
                <a:lnTo>
                  <a:pt x="871538" y="704850"/>
                </a:lnTo>
                <a:lnTo>
                  <a:pt x="866775" y="709613"/>
                </a:lnTo>
                <a:lnTo>
                  <a:pt x="862013" y="714375"/>
                </a:lnTo>
                <a:lnTo>
                  <a:pt x="852488" y="714375"/>
                </a:lnTo>
                <a:lnTo>
                  <a:pt x="847725" y="719138"/>
                </a:lnTo>
                <a:lnTo>
                  <a:pt x="842963" y="723900"/>
                </a:lnTo>
                <a:lnTo>
                  <a:pt x="833438" y="723900"/>
                </a:lnTo>
                <a:lnTo>
                  <a:pt x="828675" y="728663"/>
                </a:lnTo>
                <a:lnTo>
                  <a:pt x="823913" y="733425"/>
                </a:lnTo>
                <a:lnTo>
                  <a:pt x="814388" y="733425"/>
                </a:lnTo>
                <a:lnTo>
                  <a:pt x="804863" y="733425"/>
                </a:lnTo>
                <a:lnTo>
                  <a:pt x="800100" y="738188"/>
                </a:lnTo>
                <a:lnTo>
                  <a:pt x="795338" y="742950"/>
                </a:lnTo>
                <a:lnTo>
                  <a:pt x="785813" y="742950"/>
                </a:lnTo>
                <a:lnTo>
                  <a:pt x="781050" y="747713"/>
                </a:lnTo>
                <a:lnTo>
                  <a:pt x="776288" y="752475"/>
                </a:lnTo>
                <a:lnTo>
                  <a:pt x="766763" y="752475"/>
                </a:lnTo>
                <a:lnTo>
                  <a:pt x="757238" y="752475"/>
                </a:lnTo>
                <a:lnTo>
                  <a:pt x="752475" y="757238"/>
                </a:lnTo>
                <a:lnTo>
                  <a:pt x="747713" y="762000"/>
                </a:lnTo>
                <a:lnTo>
                  <a:pt x="738188" y="762000"/>
                </a:lnTo>
                <a:lnTo>
                  <a:pt x="728663" y="762000"/>
                </a:lnTo>
                <a:lnTo>
                  <a:pt x="719138" y="762000"/>
                </a:lnTo>
                <a:lnTo>
                  <a:pt x="714375" y="766763"/>
                </a:lnTo>
                <a:lnTo>
                  <a:pt x="709613" y="771525"/>
                </a:lnTo>
                <a:lnTo>
                  <a:pt x="700088" y="771525"/>
                </a:lnTo>
                <a:lnTo>
                  <a:pt x="690563" y="771525"/>
                </a:lnTo>
                <a:lnTo>
                  <a:pt x="681038" y="771525"/>
                </a:lnTo>
                <a:lnTo>
                  <a:pt x="676275" y="776288"/>
                </a:lnTo>
                <a:lnTo>
                  <a:pt x="671513" y="781050"/>
                </a:lnTo>
                <a:lnTo>
                  <a:pt x="661988" y="781050"/>
                </a:lnTo>
                <a:lnTo>
                  <a:pt x="652463" y="781050"/>
                </a:lnTo>
                <a:lnTo>
                  <a:pt x="642938" y="781050"/>
                </a:lnTo>
                <a:lnTo>
                  <a:pt x="633413" y="781050"/>
                </a:lnTo>
                <a:lnTo>
                  <a:pt x="623888" y="781050"/>
                </a:lnTo>
                <a:lnTo>
                  <a:pt x="619125" y="785813"/>
                </a:lnTo>
                <a:lnTo>
                  <a:pt x="614363" y="790575"/>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4813" y="790575"/>
                </a:lnTo>
                <a:lnTo>
                  <a:pt x="395288" y="790575"/>
                </a:lnTo>
                <a:lnTo>
                  <a:pt x="390525" y="785813"/>
                </a:lnTo>
                <a:lnTo>
                  <a:pt x="385763" y="781050"/>
                </a:lnTo>
                <a:lnTo>
                  <a:pt x="376238" y="781050"/>
                </a:lnTo>
                <a:lnTo>
                  <a:pt x="366713" y="781050"/>
                </a:lnTo>
                <a:lnTo>
                  <a:pt x="357188" y="781050"/>
                </a:lnTo>
                <a:lnTo>
                  <a:pt x="347663" y="781050"/>
                </a:lnTo>
                <a:lnTo>
                  <a:pt x="338138" y="781050"/>
                </a:lnTo>
                <a:lnTo>
                  <a:pt x="333375" y="776288"/>
                </a:lnTo>
                <a:lnTo>
                  <a:pt x="328613" y="771525"/>
                </a:lnTo>
                <a:lnTo>
                  <a:pt x="319088" y="771525"/>
                </a:lnTo>
                <a:lnTo>
                  <a:pt x="309563" y="771525"/>
                </a:lnTo>
                <a:lnTo>
                  <a:pt x="300038" y="771525"/>
                </a:lnTo>
                <a:lnTo>
                  <a:pt x="290513" y="771525"/>
                </a:lnTo>
                <a:lnTo>
                  <a:pt x="285750" y="766763"/>
                </a:lnTo>
                <a:lnTo>
                  <a:pt x="280988" y="762000"/>
                </a:lnTo>
                <a:lnTo>
                  <a:pt x="271463" y="762000"/>
                </a:lnTo>
                <a:lnTo>
                  <a:pt x="261938" y="762000"/>
                </a:lnTo>
                <a:lnTo>
                  <a:pt x="257175" y="757238"/>
                </a:lnTo>
                <a:lnTo>
                  <a:pt x="252413" y="752475"/>
                </a:lnTo>
                <a:lnTo>
                  <a:pt x="242888" y="752475"/>
                </a:lnTo>
                <a:lnTo>
                  <a:pt x="233363" y="752475"/>
                </a:lnTo>
                <a:lnTo>
                  <a:pt x="228600" y="747713"/>
                </a:lnTo>
                <a:lnTo>
                  <a:pt x="223838" y="742950"/>
                </a:lnTo>
                <a:lnTo>
                  <a:pt x="214313" y="742950"/>
                </a:lnTo>
                <a:lnTo>
                  <a:pt x="204788" y="742950"/>
                </a:lnTo>
                <a:lnTo>
                  <a:pt x="200025" y="738188"/>
                </a:lnTo>
                <a:lnTo>
                  <a:pt x="195263" y="733425"/>
                </a:lnTo>
                <a:lnTo>
                  <a:pt x="185738" y="733425"/>
                </a:lnTo>
                <a:lnTo>
                  <a:pt x="180975" y="728663"/>
                </a:lnTo>
                <a:lnTo>
                  <a:pt x="176213" y="723900"/>
                </a:lnTo>
                <a:lnTo>
                  <a:pt x="166688" y="723900"/>
                </a:lnTo>
                <a:lnTo>
                  <a:pt x="157163" y="723900"/>
                </a:lnTo>
                <a:lnTo>
                  <a:pt x="152400" y="719138"/>
                </a:lnTo>
                <a:lnTo>
                  <a:pt x="147638" y="714375"/>
                </a:lnTo>
                <a:lnTo>
                  <a:pt x="138113" y="714375"/>
                </a:lnTo>
                <a:lnTo>
                  <a:pt x="133350" y="709613"/>
                </a:lnTo>
                <a:lnTo>
                  <a:pt x="128588" y="704850"/>
                </a:lnTo>
                <a:lnTo>
                  <a:pt x="123825" y="700088"/>
                </a:lnTo>
                <a:lnTo>
                  <a:pt x="119063" y="695325"/>
                </a:lnTo>
                <a:lnTo>
                  <a:pt x="109538" y="695325"/>
                </a:lnTo>
                <a:lnTo>
                  <a:pt x="104775" y="690563"/>
                </a:lnTo>
                <a:lnTo>
                  <a:pt x="100013" y="685800"/>
                </a:lnTo>
                <a:lnTo>
                  <a:pt x="95250" y="681038"/>
                </a:lnTo>
                <a:lnTo>
                  <a:pt x="90488" y="676275"/>
                </a:lnTo>
                <a:lnTo>
                  <a:pt x="80963" y="676275"/>
                </a:lnTo>
                <a:lnTo>
                  <a:pt x="76200" y="671513"/>
                </a:lnTo>
                <a:lnTo>
                  <a:pt x="71438" y="666750"/>
                </a:lnTo>
                <a:lnTo>
                  <a:pt x="61913" y="666750"/>
                </a:lnTo>
                <a:lnTo>
                  <a:pt x="57150" y="661988"/>
                </a:lnTo>
                <a:lnTo>
                  <a:pt x="52388" y="657225"/>
                </a:lnTo>
                <a:lnTo>
                  <a:pt x="47625" y="652463"/>
                </a:lnTo>
                <a:lnTo>
                  <a:pt x="47625" y="642938"/>
                </a:lnTo>
                <a:lnTo>
                  <a:pt x="42863" y="638175"/>
                </a:lnTo>
                <a:lnTo>
                  <a:pt x="38100" y="633413"/>
                </a:lnTo>
                <a:lnTo>
                  <a:pt x="38100" y="623888"/>
                </a:lnTo>
                <a:lnTo>
                  <a:pt x="38100" y="614363"/>
                </a:lnTo>
                <a:lnTo>
                  <a:pt x="33338" y="609600"/>
                </a:lnTo>
                <a:lnTo>
                  <a:pt x="28575" y="604838"/>
                </a:lnTo>
                <a:lnTo>
                  <a:pt x="28575" y="595313"/>
                </a:lnTo>
                <a:lnTo>
                  <a:pt x="28575" y="585788"/>
                </a:lnTo>
                <a:lnTo>
                  <a:pt x="23813" y="581025"/>
                </a:lnTo>
                <a:lnTo>
                  <a:pt x="19050" y="576263"/>
                </a:lnTo>
                <a:lnTo>
                  <a:pt x="19050" y="566738"/>
                </a:lnTo>
                <a:lnTo>
                  <a:pt x="19050" y="557213"/>
                </a:lnTo>
                <a:lnTo>
                  <a:pt x="19050" y="547688"/>
                </a:lnTo>
                <a:lnTo>
                  <a:pt x="14288" y="542925"/>
                </a:lnTo>
                <a:lnTo>
                  <a:pt x="9525" y="538163"/>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9525" y="357188"/>
                </a:lnTo>
                <a:lnTo>
                  <a:pt x="9525" y="347663"/>
                </a:lnTo>
                <a:lnTo>
                  <a:pt x="9525" y="338138"/>
                </a:lnTo>
                <a:lnTo>
                  <a:pt x="9525" y="328613"/>
                </a:lnTo>
                <a:lnTo>
                  <a:pt x="9525" y="319088"/>
                </a:lnTo>
                <a:lnTo>
                  <a:pt x="9525" y="309563"/>
                </a:lnTo>
                <a:lnTo>
                  <a:pt x="9525" y="300038"/>
                </a:lnTo>
                <a:lnTo>
                  <a:pt x="9525" y="290513"/>
                </a:lnTo>
                <a:lnTo>
                  <a:pt x="9525" y="280988"/>
                </a:lnTo>
                <a:lnTo>
                  <a:pt x="14288" y="276225"/>
                </a:lnTo>
                <a:lnTo>
                  <a:pt x="19050" y="271463"/>
                </a:lnTo>
                <a:lnTo>
                  <a:pt x="19050" y="261938"/>
                </a:lnTo>
                <a:lnTo>
                  <a:pt x="23813" y="257175"/>
                </a:lnTo>
                <a:lnTo>
                  <a:pt x="28575" y="252413"/>
                </a:lnTo>
                <a:lnTo>
                  <a:pt x="28575" y="242888"/>
                </a:lnTo>
                <a:lnTo>
                  <a:pt x="28575" y="233363"/>
                </a:lnTo>
                <a:lnTo>
                  <a:pt x="33338" y="228600"/>
                </a:lnTo>
                <a:lnTo>
                  <a:pt x="38100" y="223838"/>
                </a:lnTo>
                <a:lnTo>
                  <a:pt x="38100" y="214313"/>
                </a:lnTo>
                <a:lnTo>
                  <a:pt x="38100" y="204788"/>
                </a:lnTo>
                <a:lnTo>
                  <a:pt x="38100" y="195263"/>
                </a:lnTo>
                <a:lnTo>
                  <a:pt x="42863" y="190500"/>
                </a:lnTo>
                <a:lnTo>
                  <a:pt x="47625" y="185738"/>
                </a:lnTo>
                <a:lnTo>
                  <a:pt x="47625" y="176213"/>
                </a:lnTo>
                <a:lnTo>
                  <a:pt x="52388" y="171450"/>
                </a:lnTo>
                <a:lnTo>
                  <a:pt x="57150" y="166688"/>
                </a:lnTo>
                <a:lnTo>
                  <a:pt x="57150" y="157163"/>
                </a:lnTo>
                <a:lnTo>
                  <a:pt x="61913" y="152400"/>
                </a:lnTo>
                <a:lnTo>
                  <a:pt x="66675" y="147638"/>
                </a:lnTo>
                <a:lnTo>
                  <a:pt x="66675" y="138113"/>
                </a:lnTo>
                <a:lnTo>
                  <a:pt x="71438" y="133350"/>
                </a:lnTo>
                <a:lnTo>
                  <a:pt x="80963" y="133350"/>
                </a:lnTo>
                <a:lnTo>
                  <a:pt x="85725" y="128588"/>
                </a:lnTo>
                <a:lnTo>
                  <a:pt x="90488" y="123825"/>
                </a:lnTo>
                <a:lnTo>
                  <a:pt x="100013" y="123825"/>
                </a:lnTo>
                <a:lnTo>
                  <a:pt x="104775" y="119063"/>
                </a:lnTo>
                <a:lnTo>
                  <a:pt x="109538" y="114300"/>
                </a:lnTo>
                <a:lnTo>
                  <a:pt x="114300" y="109538"/>
                </a:lnTo>
                <a:lnTo>
                  <a:pt x="114300" y="100013"/>
                </a:lnTo>
                <a:lnTo>
                  <a:pt x="119063" y="95250"/>
                </a:lnTo>
                <a:lnTo>
                  <a:pt x="123825" y="90488"/>
                </a:lnTo>
                <a:lnTo>
                  <a:pt x="128588" y="85725"/>
                </a:lnTo>
                <a:lnTo>
                  <a:pt x="138113" y="85725"/>
                </a:lnTo>
                <a:lnTo>
                  <a:pt x="142875" y="80963"/>
                </a:lnTo>
                <a:lnTo>
                  <a:pt x="147638" y="76200"/>
                </a:lnTo>
                <a:lnTo>
                  <a:pt x="157163" y="76200"/>
                </a:lnTo>
                <a:lnTo>
                  <a:pt x="161925" y="71438"/>
                </a:lnTo>
                <a:lnTo>
                  <a:pt x="166688" y="66675"/>
                </a:lnTo>
                <a:lnTo>
                  <a:pt x="176213" y="66675"/>
                </a:lnTo>
                <a:lnTo>
                  <a:pt x="180975" y="61913"/>
                </a:lnTo>
                <a:lnTo>
                  <a:pt x="185738" y="57150"/>
                </a:lnTo>
                <a:lnTo>
                  <a:pt x="195263" y="57150"/>
                </a:lnTo>
                <a:lnTo>
                  <a:pt x="204788" y="57150"/>
                </a:lnTo>
                <a:lnTo>
                  <a:pt x="209550" y="52388"/>
                </a:lnTo>
                <a:lnTo>
                  <a:pt x="214313" y="47625"/>
                </a:lnTo>
                <a:lnTo>
                  <a:pt x="223838" y="47625"/>
                </a:lnTo>
                <a:lnTo>
                  <a:pt x="228600" y="42863"/>
                </a:lnTo>
                <a:lnTo>
                  <a:pt x="233363" y="38100"/>
                </a:lnTo>
                <a:lnTo>
                  <a:pt x="242888" y="38100"/>
                </a:lnTo>
                <a:lnTo>
                  <a:pt x="252413" y="38100"/>
                </a:lnTo>
                <a:lnTo>
                  <a:pt x="257175" y="33338"/>
                </a:lnTo>
                <a:lnTo>
                  <a:pt x="261938" y="28575"/>
                </a:lnTo>
                <a:lnTo>
                  <a:pt x="271463" y="28575"/>
                </a:lnTo>
                <a:lnTo>
                  <a:pt x="280988" y="28575"/>
                </a:lnTo>
                <a:lnTo>
                  <a:pt x="290513" y="28575"/>
                </a:lnTo>
                <a:lnTo>
                  <a:pt x="295275" y="23813"/>
                </a:lnTo>
                <a:lnTo>
                  <a:pt x="300038" y="19050"/>
                </a:lnTo>
                <a:lnTo>
                  <a:pt x="309563" y="19050"/>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5288" y="9525"/>
                </a:lnTo>
                <a:lnTo>
                  <a:pt x="404813" y="9525"/>
                </a:lnTo>
                <a:lnTo>
                  <a:pt x="409575" y="4763"/>
                </a:lnTo>
                <a:close/>
              </a:path>
            </a:pathLst>
          </a:custGeom>
          <a:solidFill xmlns:a="http://schemas.openxmlformats.org/drawingml/2006/main">
            <a:srgbClr val="BCBCBC"/>
          </a:solidFill>
          <a:ln xmlns:a="http://schemas.openxmlformats.org/drawingml/2006/main" w="0">
            <a:noFill/>
            <a:prstDash val="solid"/>
          </a:ln>
        </p:spPr>
      </p:sp>
      <p:sp>
        <p:nvSpPr>
          <p:cNvPr id="141" name="deep-skill-chaining-source-component-2-gradient-190-0">
            <a:extLst xmlns:a="http://schemas.openxmlformats.org/drawingml/2006/main">
              <a:ext uri="{FF2B5EF4-FFF2-40B4-BE49-F238E27FC236}">
                <a16:creationId xmlns:a16="http://schemas.microsoft.com/office/drawing/2014/main" id="{2CDD1A4C-23C3-4FDA-8A41-3A14C1D1C6D7}"/>
              </a:ext>
            </a:extLst>
          </p:cNvPr>
          <p:cNvSpPr>
            <a:spLocks xmlns:a="http://schemas.openxmlformats.org/drawingml/2006/main" noGrp="1"/>
          </p:cNvSpPr>
          <p:nvPr/>
        </p:nvSpPr>
        <p:spPr>
          <a:xfrm xmlns:a="http://schemas.openxmlformats.org/drawingml/2006/main" rot="0">
            <a:off x="10296525" y="733425"/>
            <a:ext cx="981075" cy="790575"/>
          </a:xfrm>
          <a:custGeom xmlns:a="http://schemas.openxmlformats.org/drawingml/2006/main">
            <a:pathLst>
              <a:path w="981075" h="790575">
                <a:moveTo>
                  <a:pt x="400050" y="4763"/>
                </a:move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0550" y="4763"/>
                </a:lnTo>
                <a:lnTo>
                  <a:pt x="595313" y="9525"/>
                </a:lnTo>
                <a:lnTo>
                  <a:pt x="604838" y="9525"/>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90563" y="19050"/>
                </a:lnTo>
                <a:lnTo>
                  <a:pt x="695325" y="23813"/>
                </a:lnTo>
                <a:lnTo>
                  <a:pt x="700088" y="28575"/>
                </a:lnTo>
                <a:lnTo>
                  <a:pt x="709613" y="28575"/>
                </a:lnTo>
                <a:lnTo>
                  <a:pt x="719138" y="28575"/>
                </a:lnTo>
                <a:lnTo>
                  <a:pt x="728663" y="28575"/>
                </a:lnTo>
                <a:lnTo>
                  <a:pt x="733425" y="33338"/>
                </a:lnTo>
                <a:lnTo>
                  <a:pt x="738188" y="38100"/>
                </a:lnTo>
                <a:lnTo>
                  <a:pt x="747713" y="38100"/>
                </a:lnTo>
                <a:lnTo>
                  <a:pt x="757238" y="38100"/>
                </a:lnTo>
                <a:lnTo>
                  <a:pt x="762000" y="42863"/>
                </a:lnTo>
                <a:lnTo>
                  <a:pt x="766763" y="47625"/>
                </a:lnTo>
                <a:lnTo>
                  <a:pt x="776288" y="47625"/>
                </a:lnTo>
                <a:lnTo>
                  <a:pt x="785813" y="47625"/>
                </a:lnTo>
                <a:lnTo>
                  <a:pt x="790575" y="52388"/>
                </a:lnTo>
                <a:lnTo>
                  <a:pt x="795338" y="57150"/>
                </a:lnTo>
                <a:lnTo>
                  <a:pt x="804863" y="57150"/>
                </a:lnTo>
                <a:lnTo>
                  <a:pt x="809625" y="61913"/>
                </a:lnTo>
                <a:lnTo>
                  <a:pt x="814388" y="66675"/>
                </a:lnTo>
                <a:lnTo>
                  <a:pt x="823913" y="66675"/>
                </a:lnTo>
                <a:lnTo>
                  <a:pt x="833438" y="66675"/>
                </a:lnTo>
                <a:lnTo>
                  <a:pt x="838200" y="71438"/>
                </a:lnTo>
                <a:lnTo>
                  <a:pt x="842963" y="76200"/>
                </a:lnTo>
                <a:lnTo>
                  <a:pt x="847725" y="80963"/>
                </a:lnTo>
                <a:lnTo>
                  <a:pt x="852488" y="85725"/>
                </a:lnTo>
                <a:lnTo>
                  <a:pt x="857250" y="90488"/>
                </a:lnTo>
                <a:lnTo>
                  <a:pt x="862013" y="95250"/>
                </a:lnTo>
                <a:lnTo>
                  <a:pt x="871538" y="95250"/>
                </a:lnTo>
                <a:lnTo>
                  <a:pt x="876300" y="100013"/>
                </a:lnTo>
                <a:lnTo>
                  <a:pt x="881063" y="104775"/>
                </a:lnTo>
                <a:lnTo>
                  <a:pt x="885825" y="109538"/>
                </a:lnTo>
                <a:lnTo>
                  <a:pt x="890588" y="114300"/>
                </a:lnTo>
                <a:lnTo>
                  <a:pt x="895350" y="119063"/>
                </a:lnTo>
                <a:lnTo>
                  <a:pt x="895350" y="128588"/>
                </a:lnTo>
                <a:lnTo>
                  <a:pt x="895350" y="138113"/>
                </a:lnTo>
                <a:lnTo>
                  <a:pt x="900113" y="142875"/>
                </a:lnTo>
                <a:lnTo>
                  <a:pt x="904875" y="147638"/>
                </a:lnTo>
                <a:lnTo>
                  <a:pt x="909638" y="152400"/>
                </a:lnTo>
                <a:lnTo>
                  <a:pt x="914400" y="157163"/>
                </a:lnTo>
                <a:lnTo>
                  <a:pt x="919163" y="161925"/>
                </a:lnTo>
                <a:lnTo>
                  <a:pt x="923925" y="166688"/>
                </a:lnTo>
                <a:lnTo>
                  <a:pt x="923925" y="176213"/>
                </a:lnTo>
                <a:lnTo>
                  <a:pt x="923925" y="185738"/>
                </a:lnTo>
                <a:lnTo>
                  <a:pt x="928688" y="190500"/>
                </a:lnTo>
                <a:lnTo>
                  <a:pt x="933450" y="195263"/>
                </a:lnTo>
                <a:lnTo>
                  <a:pt x="933450" y="204788"/>
                </a:lnTo>
                <a:lnTo>
                  <a:pt x="933450" y="214313"/>
                </a:lnTo>
                <a:lnTo>
                  <a:pt x="938213" y="219075"/>
                </a:lnTo>
                <a:lnTo>
                  <a:pt x="942975" y="223838"/>
                </a:lnTo>
                <a:lnTo>
                  <a:pt x="942975" y="233363"/>
                </a:lnTo>
                <a:lnTo>
                  <a:pt x="942975" y="242888"/>
                </a:lnTo>
                <a:lnTo>
                  <a:pt x="947738" y="247650"/>
                </a:lnTo>
                <a:lnTo>
                  <a:pt x="952500" y="252413"/>
                </a:lnTo>
                <a:lnTo>
                  <a:pt x="952500" y="261938"/>
                </a:lnTo>
                <a:lnTo>
                  <a:pt x="952500" y="271463"/>
                </a:lnTo>
                <a:lnTo>
                  <a:pt x="957263" y="276225"/>
                </a:lnTo>
                <a:lnTo>
                  <a:pt x="962025" y="280988"/>
                </a:lnTo>
                <a:lnTo>
                  <a:pt x="962025" y="290513"/>
                </a:lnTo>
                <a:lnTo>
                  <a:pt x="962025" y="300038"/>
                </a:lnTo>
                <a:lnTo>
                  <a:pt x="962025" y="309563"/>
                </a:lnTo>
                <a:lnTo>
                  <a:pt x="962025" y="319088"/>
                </a:lnTo>
                <a:lnTo>
                  <a:pt x="962025" y="328613"/>
                </a:lnTo>
                <a:lnTo>
                  <a:pt x="966788" y="333375"/>
                </a:lnTo>
                <a:lnTo>
                  <a:pt x="971550" y="338138"/>
                </a:lnTo>
                <a:lnTo>
                  <a:pt x="971550" y="347663"/>
                </a:lnTo>
                <a:lnTo>
                  <a:pt x="971550" y="357188"/>
                </a:lnTo>
                <a:lnTo>
                  <a:pt x="971550" y="366713"/>
                </a:lnTo>
                <a:lnTo>
                  <a:pt x="971550" y="376238"/>
                </a:lnTo>
                <a:lnTo>
                  <a:pt x="971550" y="385763"/>
                </a:lnTo>
                <a:lnTo>
                  <a:pt x="976313" y="390525"/>
                </a:lnTo>
                <a:lnTo>
                  <a:pt x="981075" y="395288"/>
                </a:lnTo>
                <a:lnTo>
                  <a:pt x="981075" y="404813"/>
                </a:lnTo>
                <a:lnTo>
                  <a:pt x="981075" y="414338"/>
                </a:lnTo>
                <a:lnTo>
                  <a:pt x="981075" y="423863"/>
                </a:lnTo>
                <a:lnTo>
                  <a:pt x="981075" y="433388"/>
                </a:lnTo>
                <a:lnTo>
                  <a:pt x="981075" y="442913"/>
                </a:lnTo>
                <a:lnTo>
                  <a:pt x="981075" y="452438"/>
                </a:lnTo>
                <a:lnTo>
                  <a:pt x="981075" y="461963"/>
                </a:lnTo>
                <a:lnTo>
                  <a:pt x="981075" y="471488"/>
                </a:lnTo>
                <a:lnTo>
                  <a:pt x="981075" y="481013"/>
                </a:lnTo>
                <a:lnTo>
                  <a:pt x="976313" y="485775"/>
                </a:lnTo>
                <a:lnTo>
                  <a:pt x="971550" y="490538"/>
                </a:lnTo>
                <a:lnTo>
                  <a:pt x="971550" y="500063"/>
                </a:lnTo>
                <a:lnTo>
                  <a:pt x="971550" y="509588"/>
                </a:lnTo>
                <a:lnTo>
                  <a:pt x="966788" y="514350"/>
                </a:lnTo>
                <a:lnTo>
                  <a:pt x="962025" y="519113"/>
                </a:lnTo>
                <a:lnTo>
                  <a:pt x="962025" y="528638"/>
                </a:lnTo>
                <a:lnTo>
                  <a:pt x="962025" y="538163"/>
                </a:lnTo>
                <a:lnTo>
                  <a:pt x="957263" y="542925"/>
                </a:lnTo>
                <a:lnTo>
                  <a:pt x="952500" y="547688"/>
                </a:lnTo>
                <a:lnTo>
                  <a:pt x="952500" y="557213"/>
                </a:lnTo>
                <a:lnTo>
                  <a:pt x="952500" y="566738"/>
                </a:lnTo>
                <a:lnTo>
                  <a:pt x="952500" y="576263"/>
                </a:lnTo>
                <a:lnTo>
                  <a:pt x="947738" y="581025"/>
                </a:lnTo>
                <a:lnTo>
                  <a:pt x="942975" y="585788"/>
                </a:lnTo>
                <a:lnTo>
                  <a:pt x="942975" y="595313"/>
                </a:lnTo>
                <a:lnTo>
                  <a:pt x="938213" y="600075"/>
                </a:lnTo>
                <a:lnTo>
                  <a:pt x="933450" y="604838"/>
                </a:lnTo>
                <a:lnTo>
                  <a:pt x="933450" y="614363"/>
                </a:lnTo>
                <a:lnTo>
                  <a:pt x="933450" y="623888"/>
                </a:lnTo>
                <a:lnTo>
                  <a:pt x="928688" y="628650"/>
                </a:lnTo>
                <a:lnTo>
                  <a:pt x="923925" y="633413"/>
                </a:lnTo>
                <a:lnTo>
                  <a:pt x="923925" y="642938"/>
                </a:lnTo>
                <a:lnTo>
                  <a:pt x="923925" y="652463"/>
                </a:lnTo>
                <a:lnTo>
                  <a:pt x="919163" y="657225"/>
                </a:lnTo>
                <a:lnTo>
                  <a:pt x="914400" y="661988"/>
                </a:lnTo>
                <a:lnTo>
                  <a:pt x="909638" y="666750"/>
                </a:lnTo>
                <a:lnTo>
                  <a:pt x="904875" y="671513"/>
                </a:lnTo>
                <a:lnTo>
                  <a:pt x="900113" y="676275"/>
                </a:lnTo>
                <a:lnTo>
                  <a:pt x="895350" y="681038"/>
                </a:lnTo>
                <a:lnTo>
                  <a:pt x="890588" y="685800"/>
                </a:lnTo>
                <a:lnTo>
                  <a:pt x="881063" y="685800"/>
                </a:lnTo>
                <a:lnTo>
                  <a:pt x="876300" y="690563"/>
                </a:lnTo>
                <a:lnTo>
                  <a:pt x="871538" y="695325"/>
                </a:lnTo>
                <a:lnTo>
                  <a:pt x="866775" y="700088"/>
                </a:lnTo>
                <a:lnTo>
                  <a:pt x="862013" y="704850"/>
                </a:lnTo>
                <a:lnTo>
                  <a:pt x="857250" y="709613"/>
                </a:lnTo>
                <a:lnTo>
                  <a:pt x="852488" y="714375"/>
                </a:lnTo>
                <a:lnTo>
                  <a:pt x="842963" y="714375"/>
                </a:lnTo>
                <a:lnTo>
                  <a:pt x="838200" y="719138"/>
                </a:lnTo>
                <a:lnTo>
                  <a:pt x="833438" y="723900"/>
                </a:lnTo>
                <a:lnTo>
                  <a:pt x="823913" y="723900"/>
                </a:lnTo>
                <a:lnTo>
                  <a:pt x="819150" y="728663"/>
                </a:lnTo>
                <a:lnTo>
                  <a:pt x="814388" y="733425"/>
                </a:lnTo>
                <a:lnTo>
                  <a:pt x="804863" y="733425"/>
                </a:lnTo>
                <a:lnTo>
                  <a:pt x="795338" y="733425"/>
                </a:lnTo>
                <a:lnTo>
                  <a:pt x="790575" y="738188"/>
                </a:lnTo>
                <a:lnTo>
                  <a:pt x="785813" y="742950"/>
                </a:lnTo>
                <a:lnTo>
                  <a:pt x="776288" y="742950"/>
                </a:lnTo>
                <a:lnTo>
                  <a:pt x="771525" y="747713"/>
                </a:lnTo>
                <a:lnTo>
                  <a:pt x="766763" y="752475"/>
                </a:lnTo>
                <a:lnTo>
                  <a:pt x="757238" y="752475"/>
                </a:lnTo>
                <a:lnTo>
                  <a:pt x="747713" y="752475"/>
                </a:lnTo>
                <a:lnTo>
                  <a:pt x="742950" y="757238"/>
                </a:lnTo>
                <a:lnTo>
                  <a:pt x="738188" y="762000"/>
                </a:lnTo>
                <a:lnTo>
                  <a:pt x="728663" y="762000"/>
                </a:lnTo>
                <a:lnTo>
                  <a:pt x="719138" y="762000"/>
                </a:lnTo>
                <a:lnTo>
                  <a:pt x="709613" y="762000"/>
                </a:lnTo>
                <a:lnTo>
                  <a:pt x="704850" y="766763"/>
                </a:lnTo>
                <a:lnTo>
                  <a:pt x="700088" y="771525"/>
                </a:lnTo>
                <a:lnTo>
                  <a:pt x="690563" y="771525"/>
                </a:lnTo>
                <a:lnTo>
                  <a:pt x="681038" y="771525"/>
                </a:lnTo>
                <a:lnTo>
                  <a:pt x="671513" y="771525"/>
                </a:lnTo>
                <a:lnTo>
                  <a:pt x="666750" y="776288"/>
                </a:lnTo>
                <a:lnTo>
                  <a:pt x="661988" y="781050"/>
                </a:lnTo>
                <a:lnTo>
                  <a:pt x="652463" y="781050"/>
                </a:lnTo>
                <a:lnTo>
                  <a:pt x="642938" y="781050"/>
                </a:lnTo>
                <a:lnTo>
                  <a:pt x="633413" y="781050"/>
                </a:lnTo>
                <a:lnTo>
                  <a:pt x="623888" y="781050"/>
                </a:lnTo>
                <a:lnTo>
                  <a:pt x="614363" y="781050"/>
                </a:lnTo>
                <a:lnTo>
                  <a:pt x="609600" y="785813"/>
                </a:lnTo>
                <a:lnTo>
                  <a:pt x="604838" y="790575"/>
                </a:lnTo>
                <a:lnTo>
                  <a:pt x="595313" y="790575"/>
                </a:lnTo>
                <a:lnTo>
                  <a:pt x="585788" y="790575"/>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4813" y="790575"/>
                </a:lnTo>
                <a:lnTo>
                  <a:pt x="395288" y="790575"/>
                </a:lnTo>
                <a:lnTo>
                  <a:pt x="385763" y="790575"/>
                </a:lnTo>
                <a:lnTo>
                  <a:pt x="381000" y="785813"/>
                </a:lnTo>
                <a:lnTo>
                  <a:pt x="376238" y="781050"/>
                </a:lnTo>
                <a:lnTo>
                  <a:pt x="366713" y="781050"/>
                </a:lnTo>
                <a:lnTo>
                  <a:pt x="357188" y="781050"/>
                </a:lnTo>
                <a:lnTo>
                  <a:pt x="347663" y="781050"/>
                </a:lnTo>
                <a:lnTo>
                  <a:pt x="338138" y="781050"/>
                </a:lnTo>
                <a:lnTo>
                  <a:pt x="328613" y="781050"/>
                </a:lnTo>
                <a:lnTo>
                  <a:pt x="323850" y="776288"/>
                </a:lnTo>
                <a:lnTo>
                  <a:pt x="319088" y="771525"/>
                </a:lnTo>
                <a:lnTo>
                  <a:pt x="309563" y="771525"/>
                </a:lnTo>
                <a:lnTo>
                  <a:pt x="300038" y="771525"/>
                </a:lnTo>
                <a:lnTo>
                  <a:pt x="290513" y="771525"/>
                </a:lnTo>
                <a:lnTo>
                  <a:pt x="280988" y="771525"/>
                </a:lnTo>
                <a:lnTo>
                  <a:pt x="276225" y="766763"/>
                </a:lnTo>
                <a:lnTo>
                  <a:pt x="271463" y="762000"/>
                </a:lnTo>
                <a:lnTo>
                  <a:pt x="261938" y="762000"/>
                </a:lnTo>
                <a:lnTo>
                  <a:pt x="252413" y="762000"/>
                </a:lnTo>
                <a:lnTo>
                  <a:pt x="247650" y="757238"/>
                </a:lnTo>
                <a:lnTo>
                  <a:pt x="242888" y="752475"/>
                </a:lnTo>
                <a:lnTo>
                  <a:pt x="233363" y="752475"/>
                </a:lnTo>
                <a:lnTo>
                  <a:pt x="223838" y="752475"/>
                </a:lnTo>
                <a:lnTo>
                  <a:pt x="219075" y="747713"/>
                </a:lnTo>
                <a:lnTo>
                  <a:pt x="214313" y="742950"/>
                </a:lnTo>
                <a:lnTo>
                  <a:pt x="204788" y="742950"/>
                </a:lnTo>
                <a:lnTo>
                  <a:pt x="195263" y="742950"/>
                </a:lnTo>
                <a:lnTo>
                  <a:pt x="190500" y="738188"/>
                </a:lnTo>
                <a:lnTo>
                  <a:pt x="185738" y="733425"/>
                </a:lnTo>
                <a:lnTo>
                  <a:pt x="176213" y="733425"/>
                </a:lnTo>
                <a:lnTo>
                  <a:pt x="171450" y="728663"/>
                </a:lnTo>
                <a:lnTo>
                  <a:pt x="166688" y="723900"/>
                </a:lnTo>
                <a:lnTo>
                  <a:pt x="157163" y="723900"/>
                </a:lnTo>
                <a:lnTo>
                  <a:pt x="147638" y="723900"/>
                </a:lnTo>
                <a:lnTo>
                  <a:pt x="142875" y="719138"/>
                </a:lnTo>
                <a:lnTo>
                  <a:pt x="138113" y="714375"/>
                </a:lnTo>
                <a:lnTo>
                  <a:pt x="128588" y="714375"/>
                </a:lnTo>
                <a:lnTo>
                  <a:pt x="123825" y="709613"/>
                </a:lnTo>
                <a:lnTo>
                  <a:pt x="123825" y="700088"/>
                </a:lnTo>
                <a:lnTo>
                  <a:pt x="119063" y="695325"/>
                </a:lnTo>
                <a:lnTo>
                  <a:pt x="109538" y="695325"/>
                </a:lnTo>
                <a:lnTo>
                  <a:pt x="104775" y="690563"/>
                </a:lnTo>
                <a:lnTo>
                  <a:pt x="100013" y="685800"/>
                </a:lnTo>
                <a:lnTo>
                  <a:pt x="95250" y="681038"/>
                </a:lnTo>
                <a:lnTo>
                  <a:pt x="90488" y="676275"/>
                </a:lnTo>
                <a:lnTo>
                  <a:pt x="85725" y="671513"/>
                </a:lnTo>
                <a:lnTo>
                  <a:pt x="80963" y="666750"/>
                </a:lnTo>
                <a:lnTo>
                  <a:pt x="76200" y="661988"/>
                </a:lnTo>
                <a:lnTo>
                  <a:pt x="71438" y="657225"/>
                </a:lnTo>
                <a:lnTo>
                  <a:pt x="61913" y="657225"/>
                </a:lnTo>
                <a:lnTo>
                  <a:pt x="57150" y="652463"/>
                </a:lnTo>
                <a:lnTo>
                  <a:pt x="57150" y="642938"/>
                </a:lnTo>
                <a:lnTo>
                  <a:pt x="57150" y="633413"/>
                </a:lnTo>
                <a:lnTo>
                  <a:pt x="52388" y="628650"/>
                </a:lnTo>
                <a:lnTo>
                  <a:pt x="47625" y="623888"/>
                </a:lnTo>
                <a:lnTo>
                  <a:pt x="47625" y="614363"/>
                </a:lnTo>
                <a:lnTo>
                  <a:pt x="47625" y="604838"/>
                </a:lnTo>
                <a:lnTo>
                  <a:pt x="47625" y="595313"/>
                </a:lnTo>
                <a:lnTo>
                  <a:pt x="42863" y="590550"/>
                </a:lnTo>
                <a:lnTo>
                  <a:pt x="38100" y="585788"/>
                </a:lnTo>
                <a:lnTo>
                  <a:pt x="33338" y="581025"/>
                </a:lnTo>
                <a:lnTo>
                  <a:pt x="28575" y="576263"/>
                </a:lnTo>
                <a:lnTo>
                  <a:pt x="28575" y="566738"/>
                </a:lnTo>
                <a:lnTo>
                  <a:pt x="28575" y="557213"/>
                </a:lnTo>
                <a:lnTo>
                  <a:pt x="28575" y="547688"/>
                </a:lnTo>
                <a:lnTo>
                  <a:pt x="23813" y="542925"/>
                </a:lnTo>
                <a:lnTo>
                  <a:pt x="19050" y="538163"/>
                </a:lnTo>
                <a:lnTo>
                  <a:pt x="19050" y="528638"/>
                </a:lnTo>
                <a:lnTo>
                  <a:pt x="19050" y="519113"/>
                </a:lnTo>
                <a:lnTo>
                  <a:pt x="19050" y="509588"/>
                </a:lnTo>
                <a:lnTo>
                  <a:pt x="14288" y="504825"/>
                </a:lnTo>
                <a:lnTo>
                  <a:pt x="9525" y="500063"/>
                </a:lnTo>
                <a:lnTo>
                  <a:pt x="9525" y="490538"/>
                </a:lnTo>
                <a:lnTo>
                  <a:pt x="4763" y="485775"/>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14288" y="371475"/>
                </a:lnTo>
                <a:lnTo>
                  <a:pt x="19050" y="366713"/>
                </a:lnTo>
                <a:lnTo>
                  <a:pt x="19050" y="357188"/>
                </a:lnTo>
                <a:lnTo>
                  <a:pt x="19050" y="347663"/>
                </a:lnTo>
                <a:lnTo>
                  <a:pt x="19050" y="338138"/>
                </a:lnTo>
                <a:lnTo>
                  <a:pt x="19050" y="328613"/>
                </a:lnTo>
                <a:lnTo>
                  <a:pt x="19050" y="319088"/>
                </a:lnTo>
                <a:lnTo>
                  <a:pt x="23813" y="314325"/>
                </a:lnTo>
                <a:lnTo>
                  <a:pt x="28575" y="309563"/>
                </a:lnTo>
                <a:lnTo>
                  <a:pt x="28575" y="300038"/>
                </a:lnTo>
                <a:lnTo>
                  <a:pt x="28575" y="290513"/>
                </a:lnTo>
                <a:lnTo>
                  <a:pt x="28575" y="280988"/>
                </a:lnTo>
                <a:lnTo>
                  <a:pt x="28575" y="271463"/>
                </a:lnTo>
                <a:lnTo>
                  <a:pt x="28575" y="261938"/>
                </a:lnTo>
                <a:lnTo>
                  <a:pt x="28575" y="252413"/>
                </a:lnTo>
                <a:lnTo>
                  <a:pt x="33338" y="247650"/>
                </a:lnTo>
                <a:lnTo>
                  <a:pt x="38100" y="242888"/>
                </a:lnTo>
                <a:lnTo>
                  <a:pt x="38100" y="233363"/>
                </a:lnTo>
                <a:lnTo>
                  <a:pt x="42863" y="228600"/>
                </a:lnTo>
                <a:lnTo>
                  <a:pt x="47625" y="223838"/>
                </a:lnTo>
                <a:lnTo>
                  <a:pt x="47625" y="214313"/>
                </a:lnTo>
                <a:lnTo>
                  <a:pt x="47625" y="204788"/>
                </a:lnTo>
                <a:lnTo>
                  <a:pt x="52388" y="200025"/>
                </a:lnTo>
                <a:lnTo>
                  <a:pt x="57150" y="195263"/>
                </a:lnTo>
                <a:lnTo>
                  <a:pt x="57150" y="185738"/>
                </a:lnTo>
                <a:lnTo>
                  <a:pt x="57150" y="176213"/>
                </a:lnTo>
                <a:lnTo>
                  <a:pt x="57150" y="166688"/>
                </a:lnTo>
                <a:lnTo>
                  <a:pt x="61913" y="161925"/>
                </a:lnTo>
                <a:lnTo>
                  <a:pt x="71438" y="161925"/>
                </a:lnTo>
                <a:lnTo>
                  <a:pt x="76200" y="157163"/>
                </a:lnTo>
                <a:lnTo>
                  <a:pt x="80963" y="152400"/>
                </a:lnTo>
                <a:lnTo>
                  <a:pt x="85725" y="147638"/>
                </a:lnTo>
                <a:lnTo>
                  <a:pt x="85725" y="138113"/>
                </a:lnTo>
                <a:lnTo>
                  <a:pt x="90488" y="133350"/>
                </a:lnTo>
                <a:lnTo>
                  <a:pt x="100013" y="133350"/>
                </a:lnTo>
                <a:lnTo>
                  <a:pt x="104775" y="128588"/>
                </a:lnTo>
                <a:lnTo>
                  <a:pt x="109538" y="123825"/>
                </a:lnTo>
                <a:lnTo>
                  <a:pt x="114300" y="119063"/>
                </a:lnTo>
                <a:lnTo>
                  <a:pt x="114300" y="109538"/>
                </a:lnTo>
                <a:lnTo>
                  <a:pt x="119063" y="104775"/>
                </a:lnTo>
                <a:lnTo>
                  <a:pt x="123825" y="100013"/>
                </a:lnTo>
                <a:lnTo>
                  <a:pt x="123825" y="90488"/>
                </a:lnTo>
                <a:lnTo>
                  <a:pt x="128588" y="85725"/>
                </a:lnTo>
                <a:lnTo>
                  <a:pt x="138113" y="85725"/>
                </a:lnTo>
                <a:lnTo>
                  <a:pt x="142875" y="80963"/>
                </a:lnTo>
                <a:lnTo>
                  <a:pt x="147638" y="76200"/>
                </a:lnTo>
                <a:lnTo>
                  <a:pt x="152400" y="71438"/>
                </a:lnTo>
                <a:lnTo>
                  <a:pt x="157163" y="66675"/>
                </a:lnTo>
                <a:lnTo>
                  <a:pt x="166688" y="66675"/>
                </a:lnTo>
                <a:lnTo>
                  <a:pt x="171450" y="61913"/>
                </a:lnTo>
                <a:lnTo>
                  <a:pt x="176213" y="57150"/>
                </a:lnTo>
                <a:lnTo>
                  <a:pt x="185738" y="57150"/>
                </a:lnTo>
                <a:lnTo>
                  <a:pt x="195263" y="57150"/>
                </a:lnTo>
                <a:lnTo>
                  <a:pt x="200025" y="52388"/>
                </a:lnTo>
                <a:lnTo>
                  <a:pt x="204788" y="47625"/>
                </a:lnTo>
                <a:lnTo>
                  <a:pt x="214313" y="47625"/>
                </a:lnTo>
                <a:lnTo>
                  <a:pt x="219075" y="42863"/>
                </a:lnTo>
                <a:lnTo>
                  <a:pt x="223838" y="38100"/>
                </a:lnTo>
                <a:lnTo>
                  <a:pt x="233363" y="38100"/>
                </a:lnTo>
                <a:lnTo>
                  <a:pt x="242888" y="38100"/>
                </a:lnTo>
                <a:lnTo>
                  <a:pt x="247650" y="33338"/>
                </a:lnTo>
                <a:lnTo>
                  <a:pt x="252413" y="28575"/>
                </a:lnTo>
                <a:lnTo>
                  <a:pt x="261938" y="28575"/>
                </a:lnTo>
                <a:lnTo>
                  <a:pt x="271463" y="28575"/>
                </a:lnTo>
                <a:lnTo>
                  <a:pt x="280988" y="28575"/>
                </a:lnTo>
                <a:lnTo>
                  <a:pt x="285750" y="23813"/>
                </a:lnTo>
                <a:lnTo>
                  <a:pt x="290513" y="19050"/>
                </a:lnTo>
                <a:lnTo>
                  <a:pt x="300038" y="19050"/>
                </a:lnTo>
                <a:lnTo>
                  <a:pt x="309563" y="19050"/>
                </a:lnTo>
                <a:lnTo>
                  <a:pt x="319088" y="19050"/>
                </a:lnTo>
                <a:lnTo>
                  <a:pt x="328613" y="19050"/>
                </a:lnTo>
                <a:lnTo>
                  <a:pt x="333375" y="14288"/>
                </a:lnTo>
                <a:lnTo>
                  <a:pt x="338138" y="9525"/>
                </a:lnTo>
                <a:lnTo>
                  <a:pt x="347663" y="9525"/>
                </a:lnTo>
                <a:lnTo>
                  <a:pt x="357188" y="9525"/>
                </a:lnTo>
                <a:lnTo>
                  <a:pt x="366713" y="9525"/>
                </a:lnTo>
                <a:lnTo>
                  <a:pt x="376238" y="9525"/>
                </a:lnTo>
                <a:lnTo>
                  <a:pt x="385763" y="9525"/>
                </a:lnTo>
                <a:lnTo>
                  <a:pt x="395288" y="9525"/>
                </a:lnTo>
                <a:lnTo>
                  <a:pt x="400050" y="4763"/>
                </a:lnTo>
                <a:close/>
              </a:path>
            </a:pathLst>
          </a:custGeom>
          <a:solidFill xmlns:a="http://schemas.openxmlformats.org/drawingml/2006/main">
            <a:srgbClr val="BEBEBE"/>
          </a:solidFill>
          <a:ln xmlns:a="http://schemas.openxmlformats.org/drawingml/2006/main" w="0">
            <a:noFill/>
            <a:prstDash val="solid"/>
          </a:ln>
        </p:spPr>
      </p:sp>
      <p:sp>
        <p:nvSpPr>
          <p:cNvPr id="142" name="deep-skill-chaining-source-component-2-gradient-192-0">
            <a:extLst xmlns:a="http://schemas.openxmlformats.org/drawingml/2006/main">
              <a:ext uri="{FF2B5EF4-FFF2-40B4-BE49-F238E27FC236}">
                <a16:creationId xmlns:a16="http://schemas.microsoft.com/office/drawing/2014/main" id="{E30B0ABA-8816-440C-B74A-C977463474ED}"/>
              </a:ext>
            </a:extLst>
          </p:cNvPr>
          <p:cNvSpPr>
            <a:spLocks xmlns:a="http://schemas.openxmlformats.org/drawingml/2006/main" noGrp="1"/>
          </p:cNvSpPr>
          <p:nvPr/>
        </p:nvSpPr>
        <p:spPr>
          <a:xfrm xmlns:a="http://schemas.openxmlformats.org/drawingml/2006/main" rot="0">
            <a:off x="10325100" y="733425"/>
            <a:ext cx="933450" cy="790575"/>
          </a:xfrm>
          <a:custGeom xmlns:a="http://schemas.openxmlformats.org/drawingml/2006/main">
            <a:pathLst>
              <a:path w="933450" h="790575">
                <a:moveTo>
                  <a:pt x="371475" y="4763"/>
                </a:move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1975" y="4763"/>
                </a:lnTo>
                <a:lnTo>
                  <a:pt x="566738" y="9525"/>
                </a:lnTo>
                <a:lnTo>
                  <a:pt x="576263" y="9525"/>
                </a:lnTo>
                <a:lnTo>
                  <a:pt x="585788" y="9525"/>
                </a:lnTo>
                <a:lnTo>
                  <a:pt x="595313" y="9525"/>
                </a:lnTo>
                <a:lnTo>
                  <a:pt x="604838" y="9525"/>
                </a:lnTo>
                <a:lnTo>
                  <a:pt x="614363" y="9525"/>
                </a:lnTo>
                <a:lnTo>
                  <a:pt x="623888" y="9525"/>
                </a:lnTo>
                <a:lnTo>
                  <a:pt x="628650" y="14288"/>
                </a:lnTo>
                <a:lnTo>
                  <a:pt x="633413" y="19050"/>
                </a:lnTo>
                <a:lnTo>
                  <a:pt x="642938" y="19050"/>
                </a:lnTo>
                <a:lnTo>
                  <a:pt x="652463" y="19050"/>
                </a:lnTo>
                <a:lnTo>
                  <a:pt x="661988" y="19050"/>
                </a:lnTo>
                <a:lnTo>
                  <a:pt x="666750" y="23813"/>
                </a:lnTo>
                <a:lnTo>
                  <a:pt x="671513" y="28575"/>
                </a:lnTo>
                <a:lnTo>
                  <a:pt x="681038" y="28575"/>
                </a:lnTo>
                <a:lnTo>
                  <a:pt x="690563" y="28575"/>
                </a:lnTo>
                <a:lnTo>
                  <a:pt x="700088" y="28575"/>
                </a:lnTo>
                <a:lnTo>
                  <a:pt x="704850" y="33338"/>
                </a:lnTo>
                <a:lnTo>
                  <a:pt x="709613" y="38100"/>
                </a:lnTo>
                <a:lnTo>
                  <a:pt x="719138" y="38100"/>
                </a:lnTo>
                <a:lnTo>
                  <a:pt x="728663" y="38100"/>
                </a:lnTo>
                <a:lnTo>
                  <a:pt x="733425" y="42863"/>
                </a:lnTo>
                <a:lnTo>
                  <a:pt x="738188" y="47625"/>
                </a:lnTo>
                <a:lnTo>
                  <a:pt x="747713" y="47625"/>
                </a:lnTo>
                <a:lnTo>
                  <a:pt x="752475" y="52388"/>
                </a:lnTo>
                <a:lnTo>
                  <a:pt x="757238" y="57150"/>
                </a:lnTo>
                <a:lnTo>
                  <a:pt x="766763" y="57150"/>
                </a:lnTo>
                <a:lnTo>
                  <a:pt x="776288" y="57150"/>
                </a:lnTo>
                <a:lnTo>
                  <a:pt x="781050" y="61913"/>
                </a:lnTo>
                <a:lnTo>
                  <a:pt x="785813" y="66675"/>
                </a:lnTo>
                <a:lnTo>
                  <a:pt x="790575" y="71438"/>
                </a:lnTo>
                <a:lnTo>
                  <a:pt x="795338" y="76200"/>
                </a:lnTo>
                <a:lnTo>
                  <a:pt x="804863" y="76200"/>
                </a:lnTo>
                <a:lnTo>
                  <a:pt x="809625" y="80963"/>
                </a:lnTo>
                <a:lnTo>
                  <a:pt x="809625" y="90488"/>
                </a:lnTo>
                <a:lnTo>
                  <a:pt x="814388" y="95250"/>
                </a:lnTo>
                <a:lnTo>
                  <a:pt x="819150" y="100013"/>
                </a:lnTo>
                <a:lnTo>
                  <a:pt x="823913" y="104775"/>
                </a:lnTo>
                <a:lnTo>
                  <a:pt x="833438" y="104775"/>
                </a:lnTo>
                <a:lnTo>
                  <a:pt x="838200" y="109538"/>
                </a:lnTo>
                <a:lnTo>
                  <a:pt x="838200" y="119063"/>
                </a:lnTo>
                <a:lnTo>
                  <a:pt x="838200" y="128588"/>
                </a:lnTo>
                <a:lnTo>
                  <a:pt x="838200" y="138113"/>
                </a:lnTo>
                <a:lnTo>
                  <a:pt x="842963" y="142875"/>
                </a:lnTo>
                <a:lnTo>
                  <a:pt x="847725" y="147638"/>
                </a:lnTo>
                <a:lnTo>
                  <a:pt x="852488" y="152400"/>
                </a:lnTo>
                <a:lnTo>
                  <a:pt x="857250" y="157163"/>
                </a:lnTo>
                <a:lnTo>
                  <a:pt x="862013" y="161925"/>
                </a:lnTo>
                <a:lnTo>
                  <a:pt x="866775" y="166688"/>
                </a:lnTo>
                <a:lnTo>
                  <a:pt x="866775" y="176213"/>
                </a:lnTo>
                <a:lnTo>
                  <a:pt x="871538" y="180975"/>
                </a:lnTo>
                <a:lnTo>
                  <a:pt x="876300" y="185738"/>
                </a:lnTo>
                <a:lnTo>
                  <a:pt x="881063" y="190500"/>
                </a:lnTo>
                <a:lnTo>
                  <a:pt x="885825" y="195263"/>
                </a:lnTo>
                <a:lnTo>
                  <a:pt x="885825" y="204788"/>
                </a:lnTo>
                <a:lnTo>
                  <a:pt x="885825" y="214313"/>
                </a:lnTo>
                <a:lnTo>
                  <a:pt x="890588" y="219075"/>
                </a:lnTo>
                <a:lnTo>
                  <a:pt x="895350" y="223838"/>
                </a:lnTo>
                <a:lnTo>
                  <a:pt x="895350" y="233363"/>
                </a:lnTo>
                <a:lnTo>
                  <a:pt x="895350" y="242888"/>
                </a:lnTo>
                <a:lnTo>
                  <a:pt x="900113" y="247650"/>
                </a:lnTo>
                <a:lnTo>
                  <a:pt x="904875" y="252413"/>
                </a:lnTo>
                <a:lnTo>
                  <a:pt x="904875" y="261938"/>
                </a:lnTo>
                <a:lnTo>
                  <a:pt x="904875" y="271463"/>
                </a:lnTo>
                <a:lnTo>
                  <a:pt x="909638" y="276225"/>
                </a:lnTo>
                <a:lnTo>
                  <a:pt x="914400" y="280988"/>
                </a:lnTo>
                <a:lnTo>
                  <a:pt x="914400" y="290513"/>
                </a:lnTo>
                <a:lnTo>
                  <a:pt x="914400" y="300038"/>
                </a:lnTo>
                <a:lnTo>
                  <a:pt x="914400" y="309563"/>
                </a:lnTo>
                <a:lnTo>
                  <a:pt x="914400" y="319088"/>
                </a:lnTo>
                <a:lnTo>
                  <a:pt x="914400" y="328613"/>
                </a:lnTo>
                <a:lnTo>
                  <a:pt x="919163" y="333375"/>
                </a:lnTo>
                <a:lnTo>
                  <a:pt x="923925" y="338138"/>
                </a:lnTo>
                <a:lnTo>
                  <a:pt x="923925" y="347663"/>
                </a:lnTo>
                <a:lnTo>
                  <a:pt x="923925" y="357188"/>
                </a:lnTo>
                <a:lnTo>
                  <a:pt x="923925" y="366713"/>
                </a:lnTo>
                <a:lnTo>
                  <a:pt x="923925" y="376238"/>
                </a:lnTo>
                <a:lnTo>
                  <a:pt x="923925" y="385763"/>
                </a:lnTo>
                <a:lnTo>
                  <a:pt x="928688" y="390525"/>
                </a:lnTo>
                <a:lnTo>
                  <a:pt x="933450" y="395288"/>
                </a:lnTo>
                <a:lnTo>
                  <a:pt x="933450" y="404813"/>
                </a:lnTo>
                <a:lnTo>
                  <a:pt x="933450" y="414338"/>
                </a:lnTo>
                <a:lnTo>
                  <a:pt x="933450" y="423863"/>
                </a:lnTo>
                <a:lnTo>
                  <a:pt x="933450" y="433388"/>
                </a:lnTo>
                <a:lnTo>
                  <a:pt x="933450" y="442913"/>
                </a:lnTo>
                <a:lnTo>
                  <a:pt x="933450" y="452438"/>
                </a:lnTo>
                <a:lnTo>
                  <a:pt x="933450" y="461963"/>
                </a:lnTo>
                <a:lnTo>
                  <a:pt x="933450" y="471488"/>
                </a:lnTo>
                <a:lnTo>
                  <a:pt x="933450" y="481013"/>
                </a:lnTo>
                <a:lnTo>
                  <a:pt x="928688" y="485775"/>
                </a:lnTo>
                <a:lnTo>
                  <a:pt x="923925" y="490538"/>
                </a:lnTo>
                <a:lnTo>
                  <a:pt x="923925" y="500063"/>
                </a:lnTo>
                <a:lnTo>
                  <a:pt x="923925" y="509588"/>
                </a:lnTo>
                <a:lnTo>
                  <a:pt x="919163" y="514350"/>
                </a:lnTo>
                <a:lnTo>
                  <a:pt x="914400" y="519113"/>
                </a:lnTo>
                <a:lnTo>
                  <a:pt x="914400" y="528638"/>
                </a:lnTo>
                <a:lnTo>
                  <a:pt x="914400" y="538163"/>
                </a:lnTo>
                <a:lnTo>
                  <a:pt x="909638" y="542925"/>
                </a:lnTo>
                <a:lnTo>
                  <a:pt x="904875" y="547688"/>
                </a:lnTo>
                <a:lnTo>
                  <a:pt x="904875" y="557213"/>
                </a:lnTo>
                <a:lnTo>
                  <a:pt x="904875" y="566738"/>
                </a:lnTo>
                <a:lnTo>
                  <a:pt x="900113" y="571500"/>
                </a:lnTo>
                <a:lnTo>
                  <a:pt x="895350" y="576263"/>
                </a:lnTo>
                <a:lnTo>
                  <a:pt x="895350" y="585788"/>
                </a:lnTo>
                <a:lnTo>
                  <a:pt x="895350" y="595313"/>
                </a:lnTo>
                <a:lnTo>
                  <a:pt x="890588" y="600075"/>
                </a:lnTo>
                <a:lnTo>
                  <a:pt x="885825" y="604838"/>
                </a:lnTo>
                <a:lnTo>
                  <a:pt x="885825" y="614363"/>
                </a:lnTo>
                <a:lnTo>
                  <a:pt x="885825" y="623888"/>
                </a:lnTo>
                <a:lnTo>
                  <a:pt x="881063" y="628650"/>
                </a:lnTo>
                <a:lnTo>
                  <a:pt x="876300" y="633413"/>
                </a:lnTo>
                <a:lnTo>
                  <a:pt x="871538" y="638175"/>
                </a:lnTo>
                <a:lnTo>
                  <a:pt x="866775" y="642938"/>
                </a:lnTo>
                <a:lnTo>
                  <a:pt x="866775" y="652463"/>
                </a:lnTo>
                <a:lnTo>
                  <a:pt x="862013" y="657225"/>
                </a:lnTo>
                <a:lnTo>
                  <a:pt x="857250" y="661988"/>
                </a:lnTo>
                <a:lnTo>
                  <a:pt x="852488" y="666750"/>
                </a:lnTo>
                <a:lnTo>
                  <a:pt x="847725" y="671513"/>
                </a:lnTo>
                <a:lnTo>
                  <a:pt x="847725" y="681038"/>
                </a:lnTo>
                <a:lnTo>
                  <a:pt x="842963" y="685800"/>
                </a:lnTo>
                <a:lnTo>
                  <a:pt x="838200" y="690563"/>
                </a:lnTo>
                <a:lnTo>
                  <a:pt x="833438" y="695325"/>
                </a:lnTo>
                <a:lnTo>
                  <a:pt x="823913" y="695325"/>
                </a:lnTo>
                <a:lnTo>
                  <a:pt x="819150" y="700088"/>
                </a:lnTo>
                <a:lnTo>
                  <a:pt x="814388" y="704850"/>
                </a:lnTo>
                <a:lnTo>
                  <a:pt x="809625" y="709613"/>
                </a:lnTo>
                <a:lnTo>
                  <a:pt x="809625" y="719138"/>
                </a:lnTo>
                <a:lnTo>
                  <a:pt x="804863" y="723900"/>
                </a:lnTo>
                <a:lnTo>
                  <a:pt x="795338" y="723900"/>
                </a:lnTo>
                <a:lnTo>
                  <a:pt x="790575" y="728663"/>
                </a:lnTo>
                <a:lnTo>
                  <a:pt x="785813" y="733425"/>
                </a:lnTo>
                <a:lnTo>
                  <a:pt x="776288" y="733425"/>
                </a:lnTo>
                <a:lnTo>
                  <a:pt x="766763" y="733425"/>
                </a:lnTo>
                <a:lnTo>
                  <a:pt x="762000" y="738188"/>
                </a:lnTo>
                <a:lnTo>
                  <a:pt x="757238" y="742950"/>
                </a:lnTo>
                <a:lnTo>
                  <a:pt x="747713" y="742950"/>
                </a:lnTo>
                <a:lnTo>
                  <a:pt x="742950" y="747713"/>
                </a:lnTo>
                <a:lnTo>
                  <a:pt x="738188" y="752475"/>
                </a:lnTo>
                <a:lnTo>
                  <a:pt x="728663" y="752475"/>
                </a:lnTo>
                <a:lnTo>
                  <a:pt x="719138" y="752475"/>
                </a:lnTo>
                <a:lnTo>
                  <a:pt x="714375" y="757238"/>
                </a:lnTo>
                <a:lnTo>
                  <a:pt x="709613" y="762000"/>
                </a:lnTo>
                <a:lnTo>
                  <a:pt x="700088" y="762000"/>
                </a:lnTo>
                <a:lnTo>
                  <a:pt x="690563" y="762000"/>
                </a:lnTo>
                <a:lnTo>
                  <a:pt x="681038" y="762000"/>
                </a:lnTo>
                <a:lnTo>
                  <a:pt x="676275" y="766763"/>
                </a:lnTo>
                <a:lnTo>
                  <a:pt x="671513" y="771525"/>
                </a:lnTo>
                <a:lnTo>
                  <a:pt x="661988" y="771525"/>
                </a:lnTo>
                <a:lnTo>
                  <a:pt x="652463" y="771525"/>
                </a:lnTo>
                <a:lnTo>
                  <a:pt x="642938" y="771525"/>
                </a:lnTo>
                <a:lnTo>
                  <a:pt x="638175" y="776288"/>
                </a:lnTo>
                <a:lnTo>
                  <a:pt x="633413" y="781050"/>
                </a:lnTo>
                <a:lnTo>
                  <a:pt x="623888" y="781050"/>
                </a:lnTo>
                <a:lnTo>
                  <a:pt x="614363" y="781050"/>
                </a:lnTo>
                <a:lnTo>
                  <a:pt x="604838" y="781050"/>
                </a:lnTo>
                <a:lnTo>
                  <a:pt x="595313" y="781050"/>
                </a:lnTo>
                <a:lnTo>
                  <a:pt x="585788" y="781050"/>
                </a:lnTo>
                <a:lnTo>
                  <a:pt x="581025" y="785813"/>
                </a:lnTo>
                <a:lnTo>
                  <a:pt x="576263" y="790575"/>
                </a:lnTo>
                <a:lnTo>
                  <a:pt x="566738" y="790575"/>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4813" y="790575"/>
                </a:lnTo>
                <a:lnTo>
                  <a:pt x="395288" y="790575"/>
                </a:lnTo>
                <a:lnTo>
                  <a:pt x="385763" y="790575"/>
                </a:lnTo>
                <a:lnTo>
                  <a:pt x="376238" y="790575"/>
                </a:lnTo>
                <a:lnTo>
                  <a:pt x="366713" y="790575"/>
                </a:lnTo>
                <a:lnTo>
                  <a:pt x="357188" y="790575"/>
                </a:lnTo>
                <a:lnTo>
                  <a:pt x="352425" y="785813"/>
                </a:lnTo>
                <a:lnTo>
                  <a:pt x="347663" y="781050"/>
                </a:lnTo>
                <a:lnTo>
                  <a:pt x="338138" y="781050"/>
                </a:lnTo>
                <a:lnTo>
                  <a:pt x="328613" y="781050"/>
                </a:lnTo>
                <a:lnTo>
                  <a:pt x="319088" y="781050"/>
                </a:lnTo>
                <a:lnTo>
                  <a:pt x="309563" y="781050"/>
                </a:lnTo>
                <a:lnTo>
                  <a:pt x="300038" y="781050"/>
                </a:lnTo>
                <a:lnTo>
                  <a:pt x="295275" y="776288"/>
                </a:lnTo>
                <a:lnTo>
                  <a:pt x="290513" y="771525"/>
                </a:lnTo>
                <a:lnTo>
                  <a:pt x="280988" y="771525"/>
                </a:lnTo>
                <a:lnTo>
                  <a:pt x="271463" y="771525"/>
                </a:lnTo>
                <a:lnTo>
                  <a:pt x="261938" y="771525"/>
                </a:lnTo>
                <a:lnTo>
                  <a:pt x="252413" y="771525"/>
                </a:lnTo>
                <a:lnTo>
                  <a:pt x="247650" y="766763"/>
                </a:lnTo>
                <a:lnTo>
                  <a:pt x="242888" y="762000"/>
                </a:lnTo>
                <a:lnTo>
                  <a:pt x="233363" y="762000"/>
                </a:lnTo>
                <a:lnTo>
                  <a:pt x="223838" y="762000"/>
                </a:lnTo>
                <a:lnTo>
                  <a:pt x="219075" y="757238"/>
                </a:lnTo>
                <a:lnTo>
                  <a:pt x="214313" y="752475"/>
                </a:lnTo>
                <a:lnTo>
                  <a:pt x="204788" y="752475"/>
                </a:lnTo>
                <a:lnTo>
                  <a:pt x="195263" y="752475"/>
                </a:lnTo>
                <a:lnTo>
                  <a:pt x="190500" y="747713"/>
                </a:lnTo>
                <a:lnTo>
                  <a:pt x="185738" y="742950"/>
                </a:lnTo>
                <a:lnTo>
                  <a:pt x="176213" y="742950"/>
                </a:lnTo>
                <a:lnTo>
                  <a:pt x="166688" y="742950"/>
                </a:lnTo>
                <a:lnTo>
                  <a:pt x="161925" y="738188"/>
                </a:lnTo>
                <a:lnTo>
                  <a:pt x="157163" y="733425"/>
                </a:lnTo>
                <a:lnTo>
                  <a:pt x="147638" y="733425"/>
                </a:lnTo>
                <a:lnTo>
                  <a:pt x="142875" y="728663"/>
                </a:lnTo>
                <a:lnTo>
                  <a:pt x="138113" y="723900"/>
                </a:lnTo>
                <a:lnTo>
                  <a:pt x="128588" y="723900"/>
                </a:lnTo>
                <a:lnTo>
                  <a:pt x="123825" y="719138"/>
                </a:lnTo>
                <a:lnTo>
                  <a:pt x="119063" y="714375"/>
                </a:lnTo>
                <a:lnTo>
                  <a:pt x="109538" y="714375"/>
                </a:lnTo>
                <a:lnTo>
                  <a:pt x="104775" y="709613"/>
                </a:lnTo>
                <a:lnTo>
                  <a:pt x="104775" y="700088"/>
                </a:lnTo>
                <a:lnTo>
                  <a:pt x="100013" y="695325"/>
                </a:lnTo>
                <a:lnTo>
                  <a:pt x="95250" y="690563"/>
                </a:lnTo>
                <a:lnTo>
                  <a:pt x="90488" y="685800"/>
                </a:lnTo>
                <a:lnTo>
                  <a:pt x="85725" y="681038"/>
                </a:lnTo>
                <a:lnTo>
                  <a:pt x="80963" y="676275"/>
                </a:lnTo>
                <a:lnTo>
                  <a:pt x="76200" y="671513"/>
                </a:lnTo>
                <a:lnTo>
                  <a:pt x="71438" y="666750"/>
                </a:lnTo>
                <a:lnTo>
                  <a:pt x="66675" y="661988"/>
                </a:lnTo>
                <a:lnTo>
                  <a:pt x="61913" y="657225"/>
                </a:lnTo>
                <a:lnTo>
                  <a:pt x="57150" y="652463"/>
                </a:lnTo>
                <a:lnTo>
                  <a:pt x="57150" y="642938"/>
                </a:lnTo>
                <a:lnTo>
                  <a:pt x="52388" y="638175"/>
                </a:lnTo>
                <a:lnTo>
                  <a:pt x="47625" y="633413"/>
                </a:lnTo>
                <a:lnTo>
                  <a:pt x="47625" y="623888"/>
                </a:lnTo>
                <a:lnTo>
                  <a:pt x="42863" y="619125"/>
                </a:lnTo>
                <a:lnTo>
                  <a:pt x="38100" y="614363"/>
                </a:lnTo>
                <a:lnTo>
                  <a:pt x="38100" y="604838"/>
                </a:lnTo>
                <a:lnTo>
                  <a:pt x="33338" y="600075"/>
                </a:lnTo>
                <a:lnTo>
                  <a:pt x="28575" y="595313"/>
                </a:lnTo>
                <a:lnTo>
                  <a:pt x="28575" y="585788"/>
                </a:lnTo>
                <a:lnTo>
                  <a:pt x="28575" y="576263"/>
                </a:lnTo>
                <a:lnTo>
                  <a:pt x="23813" y="571500"/>
                </a:lnTo>
                <a:lnTo>
                  <a:pt x="19050" y="566738"/>
                </a:lnTo>
                <a:lnTo>
                  <a:pt x="19050" y="557213"/>
                </a:lnTo>
                <a:lnTo>
                  <a:pt x="19050" y="547688"/>
                </a:lnTo>
                <a:lnTo>
                  <a:pt x="19050" y="538163"/>
                </a:lnTo>
                <a:lnTo>
                  <a:pt x="14288" y="533400"/>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4763" y="333375"/>
                </a:lnTo>
                <a:lnTo>
                  <a:pt x="9525" y="328613"/>
                </a:lnTo>
                <a:lnTo>
                  <a:pt x="9525" y="319088"/>
                </a:lnTo>
                <a:lnTo>
                  <a:pt x="14288" y="314325"/>
                </a:lnTo>
                <a:lnTo>
                  <a:pt x="19050" y="309563"/>
                </a:lnTo>
                <a:lnTo>
                  <a:pt x="19050" y="300038"/>
                </a:lnTo>
                <a:lnTo>
                  <a:pt x="19050" y="290513"/>
                </a:lnTo>
                <a:lnTo>
                  <a:pt x="19050" y="280988"/>
                </a:lnTo>
                <a:lnTo>
                  <a:pt x="19050" y="271463"/>
                </a:lnTo>
                <a:lnTo>
                  <a:pt x="19050" y="261938"/>
                </a:lnTo>
                <a:lnTo>
                  <a:pt x="23813" y="257175"/>
                </a:lnTo>
                <a:lnTo>
                  <a:pt x="28575" y="252413"/>
                </a:lnTo>
                <a:lnTo>
                  <a:pt x="28575" y="242888"/>
                </a:lnTo>
                <a:lnTo>
                  <a:pt x="28575" y="233363"/>
                </a:lnTo>
                <a:lnTo>
                  <a:pt x="28575" y="223838"/>
                </a:lnTo>
                <a:lnTo>
                  <a:pt x="33338" y="219075"/>
                </a:lnTo>
                <a:lnTo>
                  <a:pt x="38100" y="214313"/>
                </a:lnTo>
                <a:lnTo>
                  <a:pt x="38100" y="204788"/>
                </a:lnTo>
                <a:lnTo>
                  <a:pt x="42863" y="200025"/>
                </a:lnTo>
                <a:lnTo>
                  <a:pt x="47625" y="195263"/>
                </a:lnTo>
                <a:lnTo>
                  <a:pt x="47625" y="185738"/>
                </a:lnTo>
                <a:lnTo>
                  <a:pt x="52388" y="180975"/>
                </a:lnTo>
                <a:lnTo>
                  <a:pt x="57150" y="176213"/>
                </a:lnTo>
                <a:lnTo>
                  <a:pt x="57150" y="166688"/>
                </a:lnTo>
                <a:lnTo>
                  <a:pt x="61913" y="161925"/>
                </a:lnTo>
                <a:lnTo>
                  <a:pt x="71438" y="161925"/>
                </a:lnTo>
                <a:lnTo>
                  <a:pt x="76200" y="157163"/>
                </a:lnTo>
                <a:lnTo>
                  <a:pt x="80963" y="152400"/>
                </a:lnTo>
                <a:lnTo>
                  <a:pt x="85725" y="147638"/>
                </a:lnTo>
                <a:lnTo>
                  <a:pt x="85725" y="138113"/>
                </a:lnTo>
                <a:lnTo>
                  <a:pt x="90488" y="133350"/>
                </a:lnTo>
                <a:lnTo>
                  <a:pt x="100013" y="133350"/>
                </a:lnTo>
                <a:lnTo>
                  <a:pt x="104775" y="128588"/>
                </a:lnTo>
                <a:lnTo>
                  <a:pt x="109538" y="123825"/>
                </a:lnTo>
                <a:lnTo>
                  <a:pt x="114300" y="119063"/>
                </a:lnTo>
                <a:lnTo>
                  <a:pt x="114300" y="109538"/>
                </a:lnTo>
                <a:lnTo>
                  <a:pt x="114300" y="100013"/>
                </a:lnTo>
                <a:lnTo>
                  <a:pt x="114300" y="90488"/>
                </a:lnTo>
                <a:lnTo>
                  <a:pt x="114300" y="80963"/>
                </a:lnTo>
                <a:lnTo>
                  <a:pt x="119063" y="76200"/>
                </a:lnTo>
                <a:lnTo>
                  <a:pt x="128588" y="76200"/>
                </a:lnTo>
                <a:lnTo>
                  <a:pt x="138113" y="76200"/>
                </a:lnTo>
                <a:lnTo>
                  <a:pt x="142875" y="71438"/>
                </a:lnTo>
                <a:lnTo>
                  <a:pt x="147638" y="66675"/>
                </a:lnTo>
                <a:lnTo>
                  <a:pt x="157163" y="66675"/>
                </a:lnTo>
                <a:lnTo>
                  <a:pt x="161925" y="61913"/>
                </a:lnTo>
                <a:lnTo>
                  <a:pt x="166688" y="57150"/>
                </a:lnTo>
                <a:lnTo>
                  <a:pt x="171450" y="52388"/>
                </a:lnTo>
                <a:lnTo>
                  <a:pt x="176213" y="47625"/>
                </a:lnTo>
                <a:lnTo>
                  <a:pt x="185738" y="47625"/>
                </a:lnTo>
                <a:lnTo>
                  <a:pt x="195263" y="47625"/>
                </a:lnTo>
                <a:lnTo>
                  <a:pt x="200025" y="42863"/>
                </a:lnTo>
                <a:lnTo>
                  <a:pt x="204788" y="38100"/>
                </a:lnTo>
                <a:lnTo>
                  <a:pt x="214313" y="38100"/>
                </a:lnTo>
                <a:lnTo>
                  <a:pt x="219075" y="33338"/>
                </a:lnTo>
                <a:lnTo>
                  <a:pt x="223838" y="28575"/>
                </a:lnTo>
                <a:lnTo>
                  <a:pt x="233363" y="28575"/>
                </a:lnTo>
                <a:lnTo>
                  <a:pt x="242888" y="28575"/>
                </a:lnTo>
                <a:lnTo>
                  <a:pt x="252413" y="28575"/>
                </a:lnTo>
                <a:lnTo>
                  <a:pt x="257175" y="23813"/>
                </a:lnTo>
                <a:lnTo>
                  <a:pt x="261938" y="19050"/>
                </a:lnTo>
                <a:lnTo>
                  <a:pt x="271463" y="19050"/>
                </a:lnTo>
                <a:lnTo>
                  <a:pt x="280988" y="19050"/>
                </a:lnTo>
                <a:lnTo>
                  <a:pt x="290513" y="19050"/>
                </a:lnTo>
                <a:lnTo>
                  <a:pt x="300038" y="19050"/>
                </a:lnTo>
                <a:lnTo>
                  <a:pt x="304800" y="14288"/>
                </a:lnTo>
                <a:lnTo>
                  <a:pt x="309563" y="9525"/>
                </a:lnTo>
                <a:lnTo>
                  <a:pt x="319088" y="9525"/>
                </a:lnTo>
                <a:lnTo>
                  <a:pt x="328613" y="9525"/>
                </a:lnTo>
                <a:lnTo>
                  <a:pt x="338138" y="9525"/>
                </a:lnTo>
                <a:lnTo>
                  <a:pt x="347663" y="9525"/>
                </a:lnTo>
                <a:lnTo>
                  <a:pt x="357188" y="9525"/>
                </a:lnTo>
                <a:lnTo>
                  <a:pt x="366713" y="9525"/>
                </a:lnTo>
                <a:lnTo>
                  <a:pt x="371475" y="4763"/>
                </a:lnTo>
                <a:close/>
              </a:path>
            </a:pathLst>
          </a:custGeom>
          <a:solidFill xmlns:a="http://schemas.openxmlformats.org/drawingml/2006/main">
            <a:srgbClr val="C0C0C0"/>
          </a:solidFill>
          <a:ln xmlns:a="http://schemas.openxmlformats.org/drawingml/2006/main" w="0">
            <a:noFill/>
            <a:prstDash val="solid"/>
          </a:ln>
        </p:spPr>
      </p:sp>
      <p:sp>
        <p:nvSpPr>
          <p:cNvPr id="143" name="deep-skill-chaining-source-component-2-gradient-194-0">
            <a:extLst xmlns:a="http://schemas.openxmlformats.org/drawingml/2006/main">
              <a:ext uri="{FF2B5EF4-FFF2-40B4-BE49-F238E27FC236}">
                <a16:creationId xmlns:a16="http://schemas.microsoft.com/office/drawing/2014/main" id="{1C970C2F-B771-4237-BB8B-E3B963255C98}"/>
              </a:ext>
            </a:extLst>
          </p:cNvPr>
          <p:cNvSpPr>
            <a:spLocks xmlns:a="http://schemas.openxmlformats.org/drawingml/2006/main" noGrp="1"/>
          </p:cNvSpPr>
          <p:nvPr/>
        </p:nvSpPr>
        <p:spPr>
          <a:xfrm xmlns:a="http://schemas.openxmlformats.org/drawingml/2006/main" rot="0">
            <a:off x="10344150" y="733425"/>
            <a:ext cx="895350" cy="790575"/>
          </a:xfrm>
          <a:custGeom xmlns:a="http://schemas.openxmlformats.org/drawingml/2006/main">
            <a:pathLst>
              <a:path w="895350" h="790575">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2925" y="4763"/>
                </a:lnTo>
                <a:lnTo>
                  <a:pt x="547688" y="9525"/>
                </a:lnTo>
                <a:lnTo>
                  <a:pt x="557213" y="9525"/>
                </a:lnTo>
                <a:lnTo>
                  <a:pt x="566738" y="9525"/>
                </a:lnTo>
                <a:lnTo>
                  <a:pt x="576263" y="9525"/>
                </a:lnTo>
                <a:lnTo>
                  <a:pt x="585788" y="9525"/>
                </a:lnTo>
                <a:lnTo>
                  <a:pt x="595313" y="9525"/>
                </a:lnTo>
                <a:lnTo>
                  <a:pt x="604838" y="9525"/>
                </a:lnTo>
                <a:lnTo>
                  <a:pt x="609600" y="14288"/>
                </a:lnTo>
                <a:lnTo>
                  <a:pt x="614363" y="19050"/>
                </a:lnTo>
                <a:lnTo>
                  <a:pt x="623888" y="19050"/>
                </a:lnTo>
                <a:lnTo>
                  <a:pt x="633413" y="19050"/>
                </a:lnTo>
                <a:lnTo>
                  <a:pt x="642938" y="19050"/>
                </a:lnTo>
                <a:lnTo>
                  <a:pt x="647700" y="23813"/>
                </a:lnTo>
                <a:lnTo>
                  <a:pt x="652463" y="28575"/>
                </a:lnTo>
                <a:lnTo>
                  <a:pt x="661988" y="28575"/>
                </a:lnTo>
                <a:lnTo>
                  <a:pt x="666750" y="33338"/>
                </a:lnTo>
                <a:lnTo>
                  <a:pt x="671513" y="38100"/>
                </a:lnTo>
                <a:lnTo>
                  <a:pt x="676275" y="33338"/>
                </a:lnTo>
                <a:lnTo>
                  <a:pt x="681038" y="28575"/>
                </a:lnTo>
                <a:lnTo>
                  <a:pt x="685800" y="33338"/>
                </a:lnTo>
                <a:lnTo>
                  <a:pt x="690563" y="38100"/>
                </a:lnTo>
                <a:lnTo>
                  <a:pt x="695325" y="42863"/>
                </a:lnTo>
                <a:lnTo>
                  <a:pt x="700088" y="47625"/>
                </a:lnTo>
                <a:lnTo>
                  <a:pt x="709613" y="47625"/>
                </a:lnTo>
                <a:lnTo>
                  <a:pt x="714375" y="52388"/>
                </a:lnTo>
                <a:lnTo>
                  <a:pt x="719138" y="57150"/>
                </a:lnTo>
                <a:lnTo>
                  <a:pt x="728663" y="57150"/>
                </a:lnTo>
                <a:lnTo>
                  <a:pt x="733425" y="61913"/>
                </a:lnTo>
                <a:lnTo>
                  <a:pt x="738188" y="66675"/>
                </a:lnTo>
                <a:lnTo>
                  <a:pt x="742950" y="71438"/>
                </a:lnTo>
                <a:lnTo>
                  <a:pt x="747713" y="76200"/>
                </a:lnTo>
                <a:lnTo>
                  <a:pt x="757238" y="76200"/>
                </a:lnTo>
                <a:lnTo>
                  <a:pt x="762000" y="80963"/>
                </a:lnTo>
                <a:lnTo>
                  <a:pt x="766763" y="85725"/>
                </a:lnTo>
                <a:lnTo>
                  <a:pt x="771525" y="90488"/>
                </a:lnTo>
                <a:lnTo>
                  <a:pt x="776288" y="95250"/>
                </a:lnTo>
                <a:lnTo>
                  <a:pt x="781050" y="100013"/>
                </a:lnTo>
                <a:lnTo>
                  <a:pt x="785813" y="104775"/>
                </a:lnTo>
                <a:lnTo>
                  <a:pt x="790575" y="109538"/>
                </a:lnTo>
                <a:lnTo>
                  <a:pt x="790575" y="119063"/>
                </a:lnTo>
                <a:lnTo>
                  <a:pt x="790575" y="128588"/>
                </a:lnTo>
                <a:lnTo>
                  <a:pt x="790575" y="138113"/>
                </a:lnTo>
                <a:lnTo>
                  <a:pt x="795338" y="142875"/>
                </a:lnTo>
                <a:lnTo>
                  <a:pt x="800100" y="147638"/>
                </a:lnTo>
                <a:lnTo>
                  <a:pt x="804863" y="152400"/>
                </a:lnTo>
                <a:lnTo>
                  <a:pt x="809625" y="157163"/>
                </a:lnTo>
                <a:lnTo>
                  <a:pt x="814388" y="161925"/>
                </a:lnTo>
                <a:lnTo>
                  <a:pt x="819150" y="166688"/>
                </a:lnTo>
                <a:lnTo>
                  <a:pt x="823913" y="171450"/>
                </a:lnTo>
                <a:lnTo>
                  <a:pt x="828675" y="176213"/>
                </a:lnTo>
                <a:lnTo>
                  <a:pt x="833438" y="180975"/>
                </a:lnTo>
                <a:lnTo>
                  <a:pt x="838200" y="185738"/>
                </a:lnTo>
                <a:lnTo>
                  <a:pt x="842963" y="190500"/>
                </a:lnTo>
                <a:lnTo>
                  <a:pt x="847725" y="195263"/>
                </a:lnTo>
                <a:lnTo>
                  <a:pt x="847725" y="204788"/>
                </a:lnTo>
                <a:lnTo>
                  <a:pt x="847725" y="214313"/>
                </a:lnTo>
                <a:lnTo>
                  <a:pt x="847725" y="223838"/>
                </a:lnTo>
                <a:lnTo>
                  <a:pt x="847725" y="233363"/>
                </a:lnTo>
                <a:lnTo>
                  <a:pt x="852488" y="238125"/>
                </a:lnTo>
                <a:lnTo>
                  <a:pt x="857250" y="242888"/>
                </a:lnTo>
                <a:lnTo>
                  <a:pt x="857250" y="252413"/>
                </a:lnTo>
                <a:lnTo>
                  <a:pt x="862013" y="257175"/>
                </a:lnTo>
                <a:lnTo>
                  <a:pt x="866775" y="261938"/>
                </a:lnTo>
                <a:lnTo>
                  <a:pt x="866775" y="271463"/>
                </a:lnTo>
                <a:lnTo>
                  <a:pt x="871538" y="276225"/>
                </a:lnTo>
                <a:lnTo>
                  <a:pt x="876300" y="280988"/>
                </a:lnTo>
                <a:lnTo>
                  <a:pt x="876300" y="290513"/>
                </a:lnTo>
                <a:lnTo>
                  <a:pt x="876300" y="300038"/>
                </a:lnTo>
                <a:lnTo>
                  <a:pt x="876300" y="309563"/>
                </a:lnTo>
                <a:lnTo>
                  <a:pt x="876300" y="319088"/>
                </a:lnTo>
                <a:lnTo>
                  <a:pt x="876300" y="328613"/>
                </a:lnTo>
                <a:lnTo>
                  <a:pt x="881063" y="333375"/>
                </a:lnTo>
                <a:lnTo>
                  <a:pt x="885825" y="338138"/>
                </a:lnTo>
                <a:lnTo>
                  <a:pt x="885825" y="347663"/>
                </a:lnTo>
                <a:lnTo>
                  <a:pt x="885825" y="357188"/>
                </a:lnTo>
                <a:lnTo>
                  <a:pt x="885825" y="366713"/>
                </a:lnTo>
                <a:lnTo>
                  <a:pt x="885825" y="376238"/>
                </a:lnTo>
                <a:lnTo>
                  <a:pt x="885825" y="385763"/>
                </a:lnTo>
                <a:lnTo>
                  <a:pt x="890588" y="390525"/>
                </a:lnTo>
                <a:lnTo>
                  <a:pt x="895350" y="395288"/>
                </a:lnTo>
                <a:lnTo>
                  <a:pt x="895350" y="404813"/>
                </a:lnTo>
                <a:lnTo>
                  <a:pt x="895350" y="414338"/>
                </a:lnTo>
                <a:lnTo>
                  <a:pt x="895350" y="423863"/>
                </a:lnTo>
                <a:lnTo>
                  <a:pt x="895350" y="433388"/>
                </a:lnTo>
                <a:lnTo>
                  <a:pt x="895350" y="442913"/>
                </a:lnTo>
                <a:lnTo>
                  <a:pt x="895350" y="452438"/>
                </a:lnTo>
                <a:lnTo>
                  <a:pt x="895350" y="461963"/>
                </a:lnTo>
                <a:lnTo>
                  <a:pt x="895350" y="471488"/>
                </a:lnTo>
                <a:lnTo>
                  <a:pt x="895350" y="481013"/>
                </a:lnTo>
                <a:lnTo>
                  <a:pt x="890588" y="485775"/>
                </a:lnTo>
                <a:lnTo>
                  <a:pt x="885825" y="490538"/>
                </a:lnTo>
                <a:lnTo>
                  <a:pt x="885825" y="500063"/>
                </a:lnTo>
                <a:lnTo>
                  <a:pt x="885825" y="509588"/>
                </a:lnTo>
                <a:lnTo>
                  <a:pt x="881063" y="514350"/>
                </a:lnTo>
                <a:lnTo>
                  <a:pt x="876300" y="519113"/>
                </a:lnTo>
                <a:lnTo>
                  <a:pt x="876300" y="528638"/>
                </a:lnTo>
                <a:lnTo>
                  <a:pt x="876300" y="538163"/>
                </a:lnTo>
                <a:lnTo>
                  <a:pt x="871538" y="542925"/>
                </a:lnTo>
                <a:lnTo>
                  <a:pt x="866775" y="547688"/>
                </a:lnTo>
                <a:lnTo>
                  <a:pt x="866775" y="557213"/>
                </a:lnTo>
                <a:lnTo>
                  <a:pt x="866775" y="566738"/>
                </a:lnTo>
                <a:lnTo>
                  <a:pt x="862013" y="571500"/>
                </a:lnTo>
                <a:lnTo>
                  <a:pt x="857250" y="576263"/>
                </a:lnTo>
                <a:lnTo>
                  <a:pt x="857250" y="585788"/>
                </a:lnTo>
                <a:lnTo>
                  <a:pt x="857250" y="595313"/>
                </a:lnTo>
                <a:lnTo>
                  <a:pt x="852488" y="600075"/>
                </a:lnTo>
                <a:lnTo>
                  <a:pt x="847725" y="604838"/>
                </a:lnTo>
                <a:lnTo>
                  <a:pt x="847725" y="614363"/>
                </a:lnTo>
                <a:lnTo>
                  <a:pt x="847725" y="623888"/>
                </a:lnTo>
                <a:lnTo>
                  <a:pt x="842963" y="628650"/>
                </a:lnTo>
                <a:lnTo>
                  <a:pt x="838200" y="633413"/>
                </a:lnTo>
                <a:lnTo>
                  <a:pt x="833438" y="638175"/>
                </a:lnTo>
                <a:lnTo>
                  <a:pt x="828675" y="642938"/>
                </a:lnTo>
                <a:lnTo>
                  <a:pt x="828675" y="652463"/>
                </a:lnTo>
                <a:lnTo>
                  <a:pt x="823913" y="657225"/>
                </a:lnTo>
                <a:lnTo>
                  <a:pt x="819150" y="661988"/>
                </a:lnTo>
                <a:lnTo>
                  <a:pt x="814388" y="666750"/>
                </a:lnTo>
                <a:lnTo>
                  <a:pt x="809625" y="671513"/>
                </a:lnTo>
                <a:lnTo>
                  <a:pt x="804863" y="676275"/>
                </a:lnTo>
                <a:lnTo>
                  <a:pt x="800100" y="681038"/>
                </a:lnTo>
                <a:lnTo>
                  <a:pt x="795338" y="685800"/>
                </a:lnTo>
                <a:lnTo>
                  <a:pt x="790575" y="690563"/>
                </a:lnTo>
                <a:lnTo>
                  <a:pt x="785813" y="695325"/>
                </a:lnTo>
                <a:lnTo>
                  <a:pt x="781050" y="700088"/>
                </a:lnTo>
                <a:lnTo>
                  <a:pt x="781050" y="709613"/>
                </a:lnTo>
                <a:lnTo>
                  <a:pt x="776288" y="714375"/>
                </a:lnTo>
                <a:lnTo>
                  <a:pt x="771525" y="719138"/>
                </a:lnTo>
                <a:lnTo>
                  <a:pt x="766763" y="723900"/>
                </a:lnTo>
                <a:lnTo>
                  <a:pt x="757238" y="723900"/>
                </a:lnTo>
                <a:lnTo>
                  <a:pt x="752475" y="728663"/>
                </a:lnTo>
                <a:lnTo>
                  <a:pt x="747713" y="733425"/>
                </a:lnTo>
                <a:lnTo>
                  <a:pt x="742950" y="738188"/>
                </a:lnTo>
                <a:lnTo>
                  <a:pt x="738188" y="742950"/>
                </a:lnTo>
                <a:lnTo>
                  <a:pt x="728663" y="742950"/>
                </a:lnTo>
                <a:lnTo>
                  <a:pt x="723900" y="747713"/>
                </a:lnTo>
                <a:lnTo>
                  <a:pt x="719138" y="752475"/>
                </a:lnTo>
                <a:lnTo>
                  <a:pt x="709613" y="752475"/>
                </a:lnTo>
                <a:lnTo>
                  <a:pt x="700088" y="752475"/>
                </a:lnTo>
                <a:lnTo>
                  <a:pt x="695325" y="757238"/>
                </a:lnTo>
                <a:lnTo>
                  <a:pt x="690563" y="762000"/>
                </a:lnTo>
                <a:lnTo>
                  <a:pt x="681038" y="762000"/>
                </a:lnTo>
                <a:lnTo>
                  <a:pt x="671513" y="762000"/>
                </a:lnTo>
                <a:lnTo>
                  <a:pt x="661988" y="762000"/>
                </a:lnTo>
                <a:lnTo>
                  <a:pt x="657225" y="766763"/>
                </a:lnTo>
                <a:lnTo>
                  <a:pt x="652463" y="771525"/>
                </a:lnTo>
                <a:lnTo>
                  <a:pt x="642938" y="771525"/>
                </a:lnTo>
                <a:lnTo>
                  <a:pt x="633413" y="771525"/>
                </a:lnTo>
                <a:lnTo>
                  <a:pt x="623888" y="771525"/>
                </a:lnTo>
                <a:lnTo>
                  <a:pt x="619125" y="776288"/>
                </a:lnTo>
                <a:lnTo>
                  <a:pt x="614363" y="781050"/>
                </a:lnTo>
                <a:lnTo>
                  <a:pt x="604838" y="781050"/>
                </a:lnTo>
                <a:lnTo>
                  <a:pt x="595313" y="781050"/>
                </a:lnTo>
                <a:lnTo>
                  <a:pt x="585788" y="781050"/>
                </a:lnTo>
                <a:lnTo>
                  <a:pt x="576263" y="781050"/>
                </a:lnTo>
                <a:lnTo>
                  <a:pt x="566738" y="781050"/>
                </a:lnTo>
                <a:lnTo>
                  <a:pt x="561975" y="785813"/>
                </a:lnTo>
                <a:lnTo>
                  <a:pt x="557213" y="790575"/>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4813" y="790575"/>
                </a:lnTo>
                <a:lnTo>
                  <a:pt x="395288" y="790575"/>
                </a:lnTo>
                <a:lnTo>
                  <a:pt x="385763" y="790575"/>
                </a:lnTo>
                <a:lnTo>
                  <a:pt x="376238" y="790575"/>
                </a:lnTo>
                <a:lnTo>
                  <a:pt x="366713" y="790575"/>
                </a:lnTo>
                <a:lnTo>
                  <a:pt x="357188" y="790575"/>
                </a:lnTo>
                <a:lnTo>
                  <a:pt x="347663" y="790575"/>
                </a:lnTo>
                <a:lnTo>
                  <a:pt x="338138" y="790575"/>
                </a:lnTo>
                <a:lnTo>
                  <a:pt x="333375" y="785813"/>
                </a:lnTo>
                <a:lnTo>
                  <a:pt x="328613" y="781050"/>
                </a:lnTo>
                <a:lnTo>
                  <a:pt x="319088" y="781050"/>
                </a:lnTo>
                <a:lnTo>
                  <a:pt x="309563" y="781050"/>
                </a:lnTo>
                <a:lnTo>
                  <a:pt x="300038" y="781050"/>
                </a:lnTo>
                <a:lnTo>
                  <a:pt x="290513" y="781050"/>
                </a:lnTo>
                <a:lnTo>
                  <a:pt x="280988" y="781050"/>
                </a:lnTo>
                <a:lnTo>
                  <a:pt x="276225" y="776288"/>
                </a:lnTo>
                <a:lnTo>
                  <a:pt x="271463" y="771525"/>
                </a:lnTo>
                <a:lnTo>
                  <a:pt x="261938" y="771525"/>
                </a:lnTo>
                <a:lnTo>
                  <a:pt x="252413" y="771525"/>
                </a:lnTo>
                <a:lnTo>
                  <a:pt x="242888" y="771525"/>
                </a:lnTo>
                <a:lnTo>
                  <a:pt x="233363" y="771525"/>
                </a:lnTo>
                <a:lnTo>
                  <a:pt x="228600" y="766763"/>
                </a:lnTo>
                <a:lnTo>
                  <a:pt x="223838" y="762000"/>
                </a:lnTo>
                <a:lnTo>
                  <a:pt x="214313" y="762000"/>
                </a:lnTo>
                <a:lnTo>
                  <a:pt x="204788" y="762000"/>
                </a:lnTo>
                <a:lnTo>
                  <a:pt x="200025" y="757238"/>
                </a:lnTo>
                <a:lnTo>
                  <a:pt x="195263" y="752475"/>
                </a:lnTo>
                <a:lnTo>
                  <a:pt x="185738" y="752475"/>
                </a:lnTo>
                <a:lnTo>
                  <a:pt x="176213" y="752475"/>
                </a:lnTo>
                <a:lnTo>
                  <a:pt x="171450" y="747713"/>
                </a:lnTo>
                <a:lnTo>
                  <a:pt x="166688" y="742950"/>
                </a:lnTo>
                <a:lnTo>
                  <a:pt x="157163" y="742950"/>
                </a:lnTo>
                <a:lnTo>
                  <a:pt x="147638" y="742950"/>
                </a:lnTo>
                <a:lnTo>
                  <a:pt x="142875" y="738188"/>
                </a:lnTo>
                <a:lnTo>
                  <a:pt x="138113" y="733425"/>
                </a:lnTo>
                <a:lnTo>
                  <a:pt x="128588" y="733425"/>
                </a:lnTo>
                <a:lnTo>
                  <a:pt x="123825" y="728663"/>
                </a:lnTo>
                <a:lnTo>
                  <a:pt x="119063" y="723900"/>
                </a:lnTo>
                <a:lnTo>
                  <a:pt x="114300" y="719138"/>
                </a:lnTo>
                <a:lnTo>
                  <a:pt x="114300" y="709613"/>
                </a:lnTo>
                <a:lnTo>
                  <a:pt x="109538" y="704850"/>
                </a:lnTo>
                <a:lnTo>
                  <a:pt x="104775" y="700088"/>
                </a:lnTo>
                <a:lnTo>
                  <a:pt x="100013" y="695325"/>
                </a:lnTo>
                <a:lnTo>
                  <a:pt x="95250" y="690563"/>
                </a:lnTo>
                <a:lnTo>
                  <a:pt x="90488" y="685800"/>
                </a:lnTo>
                <a:lnTo>
                  <a:pt x="85725" y="681038"/>
                </a:lnTo>
                <a:lnTo>
                  <a:pt x="85725" y="671513"/>
                </a:lnTo>
                <a:lnTo>
                  <a:pt x="80963" y="666750"/>
                </a:lnTo>
                <a:lnTo>
                  <a:pt x="71438" y="666750"/>
                </a:lnTo>
                <a:lnTo>
                  <a:pt x="66675" y="661988"/>
                </a:lnTo>
                <a:lnTo>
                  <a:pt x="61913" y="657225"/>
                </a:lnTo>
                <a:lnTo>
                  <a:pt x="57150" y="652463"/>
                </a:lnTo>
                <a:lnTo>
                  <a:pt x="57150" y="642938"/>
                </a:lnTo>
                <a:lnTo>
                  <a:pt x="52388" y="638175"/>
                </a:lnTo>
                <a:lnTo>
                  <a:pt x="47625" y="633413"/>
                </a:lnTo>
                <a:lnTo>
                  <a:pt x="42863" y="628650"/>
                </a:lnTo>
                <a:lnTo>
                  <a:pt x="38100" y="623888"/>
                </a:lnTo>
                <a:lnTo>
                  <a:pt x="38100" y="614363"/>
                </a:lnTo>
                <a:lnTo>
                  <a:pt x="38100" y="604838"/>
                </a:lnTo>
                <a:lnTo>
                  <a:pt x="33338" y="600075"/>
                </a:lnTo>
                <a:lnTo>
                  <a:pt x="28575" y="595313"/>
                </a:lnTo>
                <a:lnTo>
                  <a:pt x="28575" y="585788"/>
                </a:lnTo>
                <a:lnTo>
                  <a:pt x="28575" y="576263"/>
                </a:lnTo>
                <a:lnTo>
                  <a:pt x="28575" y="566738"/>
                </a:lnTo>
                <a:lnTo>
                  <a:pt x="23813" y="561975"/>
                </a:lnTo>
                <a:lnTo>
                  <a:pt x="19050" y="557213"/>
                </a:lnTo>
                <a:lnTo>
                  <a:pt x="19050" y="547688"/>
                </a:lnTo>
                <a:lnTo>
                  <a:pt x="14288" y="542925"/>
                </a:lnTo>
                <a:lnTo>
                  <a:pt x="9525" y="538163"/>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9525" y="357188"/>
                </a:lnTo>
                <a:lnTo>
                  <a:pt x="9525" y="347663"/>
                </a:lnTo>
                <a:lnTo>
                  <a:pt x="9525" y="338138"/>
                </a:lnTo>
                <a:lnTo>
                  <a:pt x="9525" y="328613"/>
                </a:lnTo>
                <a:lnTo>
                  <a:pt x="9525" y="319088"/>
                </a:lnTo>
                <a:lnTo>
                  <a:pt x="9525" y="309563"/>
                </a:lnTo>
                <a:lnTo>
                  <a:pt x="9525" y="300038"/>
                </a:lnTo>
                <a:lnTo>
                  <a:pt x="9525" y="290513"/>
                </a:lnTo>
                <a:lnTo>
                  <a:pt x="9525" y="280988"/>
                </a:lnTo>
                <a:lnTo>
                  <a:pt x="14288" y="276225"/>
                </a:lnTo>
                <a:lnTo>
                  <a:pt x="19050" y="271463"/>
                </a:lnTo>
                <a:lnTo>
                  <a:pt x="23813" y="266700"/>
                </a:lnTo>
                <a:lnTo>
                  <a:pt x="28575" y="261938"/>
                </a:lnTo>
                <a:lnTo>
                  <a:pt x="28575" y="252413"/>
                </a:lnTo>
                <a:lnTo>
                  <a:pt x="33338" y="247650"/>
                </a:lnTo>
                <a:lnTo>
                  <a:pt x="38100" y="242888"/>
                </a:lnTo>
                <a:lnTo>
                  <a:pt x="38100" y="233363"/>
                </a:lnTo>
                <a:lnTo>
                  <a:pt x="38100" y="223838"/>
                </a:lnTo>
                <a:lnTo>
                  <a:pt x="38100" y="214313"/>
                </a:lnTo>
                <a:lnTo>
                  <a:pt x="38100" y="204788"/>
                </a:lnTo>
                <a:lnTo>
                  <a:pt x="38100" y="195263"/>
                </a:lnTo>
                <a:lnTo>
                  <a:pt x="42863" y="190500"/>
                </a:lnTo>
                <a:lnTo>
                  <a:pt x="52388" y="190500"/>
                </a:lnTo>
                <a:lnTo>
                  <a:pt x="57150" y="185738"/>
                </a:lnTo>
                <a:lnTo>
                  <a:pt x="61913" y="180975"/>
                </a:lnTo>
                <a:lnTo>
                  <a:pt x="66675" y="176213"/>
                </a:lnTo>
                <a:lnTo>
                  <a:pt x="66675" y="166688"/>
                </a:lnTo>
                <a:lnTo>
                  <a:pt x="71438" y="161925"/>
                </a:lnTo>
                <a:lnTo>
                  <a:pt x="76200" y="157163"/>
                </a:lnTo>
                <a:lnTo>
                  <a:pt x="80963" y="152400"/>
                </a:lnTo>
                <a:lnTo>
                  <a:pt x="85725" y="147638"/>
                </a:lnTo>
                <a:lnTo>
                  <a:pt x="90488" y="142875"/>
                </a:lnTo>
                <a:lnTo>
                  <a:pt x="95250" y="138113"/>
                </a:lnTo>
                <a:lnTo>
                  <a:pt x="100013" y="133350"/>
                </a:lnTo>
                <a:lnTo>
                  <a:pt x="104775" y="128588"/>
                </a:lnTo>
                <a:lnTo>
                  <a:pt x="109538" y="123825"/>
                </a:lnTo>
                <a:lnTo>
                  <a:pt x="114300" y="119063"/>
                </a:lnTo>
                <a:lnTo>
                  <a:pt x="119063" y="114300"/>
                </a:lnTo>
                <a:lnTo>
                  <a:pt x="123825" y="109538"/>
                </a:lnTo>
                <a:lnTo>
                  <a:pt x="123825" y="100013"/>
                </a:lnTo>
                <a:lnTo>
                  <a:pt x="123825" y="90488"/>
                </a:lnTo>
                <a:lnTo>
                  <a:pt x="123825" y="80963"/>
                </a:lnTo>
                <a:lnTo>
                  <a:pt x="128588" y="76200"/>
                </a:lnTo>
                <a:lnTo>
                  <a:pt x="138113" y="76200"/>
                </a:lnTo>
                <a:lnTo>
                  <a:pt x="147638" y="76200"/>
                </a:lnTo>
                <a:lnTo>
                  <a:pt x="157163" y="76200"/>
                </a:lnTo>
                <a:lnTo>
                  <a:pt x="161925" y="71438"/>
                </a:lnTo>
                <a:lnTo>
                  <a:pt x="166688" y="66675"/>
                </a:lnTo>
                <a:lnTo>
                  <a:pt x="171450" y="61913"/>
                </a:lnTo>
                <a:lnTo>
                  <a:pt x="176213" y="57150"/>
                </a:lnTo>
                <a:lnTo>
                  <a:pt x="180975" y="52388"/>
                </a:lnTo>
                <a:lnTo>
                  <a:pt x="185738" y="47625"/>
                </a:lnTo>
                <a:lnTo>
                  <a:pt x="190500" y="42863"/>
                </a:lnTo>
                <a:lnTo>
                  <a:pt x="195263" y="38100"/>
                </a:lnTo>
                <a:lnTo>
                  <a:pt x="200025" y="33338"/>
                </a:lnTo>
                <a:lnTo>
                  <a:pt x="204788" y="28575"/>
                </a:lnTo>
                <a:lnTo>
                  <a:pt x="209550" y="33338"/>
                </a:lnTo>
                <a:lnTo>
                  <a:pt x="214313" y="38100"/>
                </a:lnTo>
                <a:lnTo>
                  <a:pt x="219075" y="33338"/>
                </a:lnTo>
                <a:lnTo>
                  <a:pt x="223838" y="28575"/>
                </a:lnTo>
                <a:lnTo>
                  <a:pt x="233363" y="28575"/>
                </a:lnTo>
                <a:lnTo>
                  <a:pt x="238125" y="23813"/>
                </a:lnTo>
                <a:lnTo>
                  <a:pt x="242888" y="19050"/>
                </a:lnTo>
                <a:lnTo>
                  <a:pt x="252413" y="19050"/>
                </a:lnTo>
                <a:lnTo>
                  <a:pt x="261938" y="19050"/>
                </a:lnTo>
                <a:lnTo>
                  <a:pt x="271463" y="19050"/>
                </a:lnTo>
                <a:lnTo>
                  <a:pt x="280988" y="19050"/>
                </a:lnTo>
                <a:lnTo>
                  <a:pt x="285750" y="14288"/>
                </a:lnTo>
                <a:lnTo>
                  <a:pt x="290513" y="9525"/>
                </a:lnTo>
                <a:lnTo>
                  <a:pt x="300038" y="9525"/>
                </a:lnTo>
                <a:lnTo>
                  <a:pt x="309563" y="9525"/>
                </a:lnTo>
                <a:lnTo>
                  <a:pt x="319088" y="9525"/>
                </a:lnTo>
                <a:lnTo>
                  <a:pt x="328613" y="9525"/>
                </a:lnTo>
                <a:lnTo>
                  <a:pt x="338138" y="9525"/>
                </a:lnTo>
                <a:lnTo>
                  <a:pt x="347663" y="9525"/>
                </a:lnTo>
                <a:lnTo>
                  <a:pt x="352425" y="4763"/>
                </a:lnTo>
                <a:close/>
              </a:path>
            </a:pathLst>
          </a:custGeom>
          <a:solidFill xmlns:a="http://schemas.openxmlformats.org/drawingml/2006/main">
            <a:srgbClr val="C2C2C2"/>
          </a:solidFill>
          <a:ln xmlns:a="http://schemas.openxmlformats.org/drawingml/2006/main" w="0">
            <a:noFill/>
            <a:prstDash val="solid"/>
          </a:ln>
        </p:spPr>
      </p:sp>
      <p:sp>
        <p:nvSpPr>
          <p:cNvPr id="144" name="deep-skill-chaining-source-component-2-gradient-196-0">
            <a:extLst xmlns:a="http://schemas.openxmlformats.org/drawingml/2006/main">
              <a:ext uri="{FF2B5EF4-FFF2-40B4-BE49-F238E27FC236}">
                <a16:creationId xmlns:a16="http://schemas.microsoft.com/office/drawing/2014/main" id="{D9F99989-959D-4362-83F1-72E8E0359351}"/>
              </a:ext>
            </a:extLst>
          </p:cNvPr>
          <p:cNvSpPr>
            <a:spLocks xmlns:a="http://schemas.openxmlformats.org/drawingml/2006/main" noGrp="1"/>
          </p:cNvSpPr>
          <p:nvPr/>
        </p:nvSpPr>
        <p:spPr>
          <a:xfrm xmlns:a="http://schemas.openxmlformats.org/drawingml/2006/main" rot="0">
            <a:off x="10353675" y="733425"/>
            <a:ext cx="866775" cy="790575"/>
          </a:xfrm>
          <a:custGeom xmlns:a="http://schemas.openxmlformats.org/drawingml/2006/main">
            <a:pathLst>
              <a:path w="866775" h="790575">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3875" y="4763"/>
                </a:lnTo>
                <a:lnTo>
                  <a:pt x="528638" y="9525"/>
                </a:lnTo>
                <a:lnTo>
                  <a:pt x="538163" y="9525"/>
                </a:lnTo>
                <a:lnTo>
                  <a:pt x="547688" y="9525"/>
                </a:lnTo>
                <a:lnTo>
                  <a:pt x="557213" y="9525"/>
                </a:lnTo>
                <a:lnTo>
                  <a:pt x="566738" y="9525"/>
                </a:lnTo>
                <a:lnTo>
                  <a:pt x="576263" y="9525"/>
                </a:lnTo>
                <a:lnTo>
                  <a:pt x="585788" y="9525"/>
                </a:lnTo>
                <a:lnTo>
                  <a:pt x="595313" y="9525"/>
                </a:lnTo>
                <a:lnTo>
                  <a:pt x="600075" y="14288"/>
                </a:lnTo>
                <a:lnTo>
                  <a:pt x="604838" y="19050"/>
                </a:lnTo>
                <a:lnTo>
                  <a:pt x="614363" y="19050"/>
                </a:lnTo>
                <a:lnTo>
                  <a:pt x="619125" y="23813"/>
                </a:lnTo>
                <a:lnTo>
                  <a:pt x="623888" y="28575"/>
                </a:lnTo>
                <a:lnTo>
                  <a:pt x="633413" y="28575"/>
                </a:lnTo>
                <a:lnTo>
                  <a:pt x="638175" y="33338"/>
                </a:lnTo>
                <a:lnTo>
                  <a:pt x="642938" y="38100"/>
                </a:lnTo>
                <a:lnTo>
                  <a:pt x="647700" y="42863"/>
                </a:lnTo>
                <a:lnTo>
                  <a:pt x="652463" y="47625"/>
                </a:lnTo>
                <a:lnTo>
                  <a:pt x="661988" y="47625"/>
                </a:lnTo>
                <a:lnTo>
                  <a:pt x="666750" y="52388"/>
                </a:lnTo>
                <a:lnTo>
                  <a:pt x="671513" y="57150"/>
                </a:lnTo>
                <a:lnTo>
                  <a:pt x="681038" y="57150"/>
                </a:lnTo>
                <a:lnTo>
                  <a:pt x="685800" y="61913"/>
                </a:lnTo>
                <a:lnTo>
                  <a:pt x="690563" y="66675"/>
                </a:lnTo>
                <a:lnTo>
                  <a:pt x="700088" y="66675"/>
                </a:lnTo>
                <a:lnTo>
                  <a:pt x="704850" y="71438"/>
                </a:lnTo>
                <a:lnTo>
                  <a:pt x="709613" y="76200"/>
                </a:lnTo>
                <a:lnTo>
                  <a:pt x="719138" y="76200"/>
                </a:lnTo>
                <a:lnTo>
                  <a:pt x="723900" y="80963"/>
                </a:lnTo>
                <a:lnTo>
                  <a:pt x="728663" y="85725"/>
                </a:lnTo>
                <a:lnTo>
                  <a:pt x="733425" y="90488"/>
                </a:lnTo>
                <a:lnTo>
                  <a:pt x="738188" y="95250"/>
                </a:lnTo>
                <a:lnTo>
                  <a:pt x="742950" y="100013"/>
                </a:lnTo>
                <a:lnTo>
                  <a:pt x="747713" y="104775"/>
                </a:lnTo>
                <a:lnTo>
                  <a:pt x="752475" y="109538"/>
                </a:lnTo>
                <a:lnTo>
                  <a:pt x="752475" y="119063"/>
                </a:lnTo>
                <a:lnTo>
                  <a:pt x="752475" y="128588"/>
                </a:lnTo>
                <a:lnTo>
                  <a:pt x="757238" y="133350"/>
                </a:lnTo>
                <a:lnTo>
                  <a:pt x="762000" y="138113"/>
                </a:lnTo>
                <a:lnTo>
                  <a:pt x="762000" y="147638"/>
                </a:lnTo>
                <a:lnTo>
                  <a:pt x="766763" y="152400"/>
                </a:lnTo>
                <a:lnTo>
                  <a:pt x="776288" y="152400"/>
                </a:lnTo>
                <a:lnTo>
                  <a:pt x="781050" y="157163"/>
                </a:lnTo>
                <a:lnTo>
                  <a:pt x="785813" y="161925"/>
                </a:lnTo>
                <a:lnTo>
                  <a:pt x="790575" y="166688"/>
                </a:lnTo>
                <a:lnTo>
                  <a:pt x="790575" y="176213"/>
                </a:lnTo>
                <a:lnTo>
                  <a:pt x="795338" y="180975"/>
                </a:lnTo>
                <a:lnTo>
                  <a:pt x="800100" y="185738"/>
                </a:lnTo>
                <a:lnTo>
                  <a:pt x="804863" y="190500"/>
                </a:lnTo>
                <a:lnTo>
                  <a:pt x="809625" y="195263"/>
                </a:lnTo>
                <a:lnTo>
                  <a:pt x="809625" y="204788"/>
                </a:lnTo>
                <a:lnTo>
                  <a:pt x="809625" y="214313"/>
                </a:lnTo>
                <a:lnTo>
                  <a:pt x="814388" y="219075"/>
                </a:lnTo>
                <a:lnTo>
                  <a:pt x="819150" y="223838"/>
                </a:lnTo>
                <a:lnTo>
                  <a:pt x="819150" y="233363"/>
                </a:lnTo>
                <a:lnTo>
                  <a:pt x="819150" y="242888"/>
                </a:lnTo>
                <a:lnTo>
                  <a:pt x="823913" y="247650"/>
                </a:lnTo>
                <a:lnTo>
                  <a:pt x="828675" y="252413"/>
                </a:lnTo>
                <a:lnTo>
                  <a:pt x="828675" y="261938"/>
                </a:lnTo>
                <a:lnTo>
                  <a:pt x="828675" y="271463"/>
                </a:lnTo>
                <a:lnTo>
                  <a:pt x="833438" y="276225"/>
                </a:lnTo>
                <a:lnTo>
                  <a:pt x="838200" y="280988"/>
                </a:lnTo>
                <a:lnTo>
                  <a:pt x="838200" y="290513"/>
                </a:lnTo>
                <a:lnTo>
                  <a:pt x="838200" y="300038"/>
                </a:lnTo>
                <a:lnTo>
                  <a:pt x="842963" y="304800"/>
                </a:lnTo>
                <a:lnTo>
                  <a:pt x="847725" y="309563"/>
                </a:lnTo>
                <a:lnTo>
                  <a:pt x="847725" y="319088"/>
                </a:lnTo>
                <a:lnTo>
                  <a:pt x="847725" y="328613"/>
                </a:lnTo>
                <a:lnTo>
                  <a:pt x="852488" y="333375"/>
                </a:lnTo>
                <a:lnTo>
                  <a:pt x="857250" y="338138"/>
                </a:lnTo>
                <a:lnTo>
                  <a:pt x="857250" y="347663"/>
                </a:lnTo>
                <a:lnTo>
                  <a:pt x="857250" y="357188"/>
                </a:lnTo>
                <a:lnTo>
                  <a:pt x="857250" y="366713"/>
                </a:lnTo>
                <a:lnTo>
                  <a:pt x="857250" y="376238"/>
                </a:lnTo>
                <a:lnTo>
                  <a:pt x="857250" y="385763"/>
                </a:lnTo>
                <a:lnTo>
                  <a:pt x="862013" y="390525"/>
                </a:lnTo>
                <a:lnTo>
                  <a:pt x="866775" y="395288"/>
                </a:lnTo>
                <a:lnTo>
                  <a:pt x="866775" y="404813"/>
                </a:lnTo>
                <a:lnTo>
                  <a:pt x="866775" y="414338"/>
                </a:lnTo>
                <a:lnTo>
                  <a:pt x="866775" y="423863"/>
                </a:lnTo>
                <a:lnTo>
                  <a:pt x="866775" y="433388"/>
                </a:lnTo>
                <a:lnTo>
                  <a:pt x="866775" y="442913"/>
                </a:lnTo>
                <a:lnTo>
                  <a:pt x="866775" y="452438"/>
                </a:lnTo>
                <a:lnTo>
                  <a:pt x="866775" y="461963"/>
                </a:lnTo>
                <a:lnTo>
                  <a:pt x="866775" y="471488"/>
                </a:lnTo>
                <a:lnTo>
                  <a:pt x="866775" y="481013"/>
                </a:lnTo>
                <a:lnTo>
                  <a:pt x="862013" y="485775"/>
                </a:lnTo>
                <a:lnTo>
                  <a:pt x="857250" y="490538"/>
                </a:lnTo>
                <a:lnTo>
                  <a:pt x="857250" y="500063"/>
                </a:lnTo>
                <a:lnTo>
                  <a:pt x="857250" y="509588"/>
                </a:lnTo>
                <a:lnTo>
                  <a:pt x="852488" y="514350"/>
                </a:lnTo>
                <a:lnTo>
                  <a:pt x="847725" y="519113"/>
                </a:lnTo>
                <a:lnTo>
                  <a:pt x="847725" y="528638"/>
                </a:lnTo>
                <a:lnTo>
                  <a:pt x="847725" y="538163"/>
                </a:lnTo>
                <a:lnTo>
                  <a:pt x="842963" y="542925"/>
                </a:lnTo>
                <a:lnTo>
                  <a:pt x="838200" y="547688"/>
                </a:lnTo>
                <a:lnTo>
                  <a:pt x="838200" y="557213"/>
                </a:lnTo>
                <a:lnTo>
                  <a:pt x="838200" y="566738"/>
                </a:lnTo>
                <a:lnTo>
                  <a:pt x="833438" y="571500"/>
                </a:lnTo>
                <a:lnTo>
                  <a:pt x="828675" y="576263"/>
                </a:lnTo>
                <a:lnTo>
                  <a:pt x="828675" y="585788"/>
                </a:lnTo>
                <a:lnTo>
                  <a:pt x="828675" y="595313"/>
                </a:lnTo>
                <a:lnTo>
                  <a:pt x="823913" y="600075"/>
                </a:lnTo>
                <a:lnTo>
                  <a:pt x="819150" y="604838"/>
                </a:lnTo>
                <a:lnTo>
                  <a:pt x="814388" y="609600"/>
                </a:lnTo>
                <a:lnTo>
                  <a:pt x="809625" y="614363"/>
                </a:lnTo>
                <a:lnTo>
                  <a:pt x="809625" y="623888"/>
                </a:lnTo>
                <a:lnTo>
                  <a:pt x="804863" y="628650"/>
                </a:lnTo>
                <a:lnTo>
                  <a:pt x="800100" y="633413"/>
                </a:lnTo>
                <a:lnTo>
                  <a:pt x="800100" y="642938"/>
                </a:lnTo>
                <a:lnTo>
                  <a:pt x="795338" y="647700"/>
                </a:lnTo>
                <a:lnTo>
                  <a:pt x="790575" y="652463"/>
                </a:lnTo>
                <a:lnTo>
                  <a:pt x="785813" y="657225"/>
                </a:lnTo>
                <a:lnTo>
                  <a:pt x="781050" y="661988"/>
                </a:lnTo>
                <a:lnTo>
                  <a:pt x="776288" y="666750"/>
                </a:lnTo>
                <a:lnTo>
                  <a:pt x="771525" y="671513"/>
                </a:lnTo>
                <a:lnTo>
                  <a:pt x="766763" y="676275"/>
                </a:lnTo>
                <a:lnTo>
                  <a:pt x="762000" y="681038"/>
                </a:lnTo>
                <a:lnTo>
                  <a:pt x="757238" y="685800"/>
                </a:lnTo>
                <a:lnTo>
                  <a:pt x="752475" y="690563"/>
                </a:lnTo>
                <a:lnTo>
                  <a:pt x="752475" y="700088"/>
                </a:lnTo>
                <a:lnTo>
                  <a:pt x="752475" y="709613"/>
                </a:lnTo>
                <a:lnTo>
                  <a:pt x="747713" y="714375"/>
                </a:lnTo>
                <a:lnTo>
                  <a:pt x="742950" y="719138"/>
                </a:lnTo>
                <a:lnTo>
                  <a:pt x="738188" y="723900"/>
                </a:lnTo>
                <a:lnTo>
                  <a:pt x="733425" y="728663"/>
                </a:lnTo>
                <a:lnTo>
                  <a:pt x="728663" y="733425"/>
                </a:lnTo>
                <a:lnTo>
                  <a:pt x="723900" y="738188"/>
                </a:lnTo>
                <a:lnTo>
                  <a:pt x="719138" y="742950"/>
                </a:lnTo>
                <a:lnTo>
                  <a:pt x="709613" y="742950"/>
                </a:lnTo>
                <a:lnTo>
                  <a:pt x="700088" y="742950"/>
                </a:lnTo>
                <a:lnTo>
                  <a:pt x="695325" y="747713"/>
                </a:lnTo>
                <a:lnTo>
                  <a:pt x="690563" y="752475"/>
                </a:lnTo>
                <a:lnTo>
                  <a:pt x="681038" y="752475"/>
                </a:lnTo>
                <a:lnTo>
                  <a:pt x="676275" y="757238"/>
                </a:lnTo>
                <a:lnTo>
                  <a:pt x="671513" y="762000"/>
                </a:lnTo>
                <a:lnTo>
                  <a:pt x="661988" y="762000"/>
                </a:lnTo>
                <a:lnTo>
                  <a:pt x="652463" y="762000"/>
                </a:lnTo>
                <a:lnTo>
                  <a:pt x="647700" y="766763"/>
                </a:lnTo>
                <a:lnTo>
                  <a:pt x="642938" y="771525"/>
                </a:lnTo>
                <a:lnTo>
                  <a:pt x="633413" y="771525"/>
                </a:lnTo>
                <a:lnTo>
                  <a:pt x="623888" y="771525"/>
                </a:lnTo>
                <a:lnTo>
                  <a:pt x="614363" y="771525"/>
                </a:lnTo>
                <a:lnTo>
                  <a:pt x="609600" y="776288"/>
                </a:lnTo>
                <a:lnTo>
                  <a:pt x="604838" y="781050"/>
                </a:lnTo>
                <a:lnTo>
                  <a:pt x="595313" y="781050"/>
                </a:lnTo>
                <a:lnTo>
                  <a:pt x="585788" y="781050"/>
                </a:lnTo>
                <a:lnTo>
                  <a:pt x="576263" y="781050"/>
                </a:lnTo>
                <a:lnTo>
                  <a:pt x="566738" y="781050"/>
                </a:lnTo>
                <a:lnTo>
                  <a:pt x="557213" y="781050"/>
                </a:lnTo>
                <a:lnTo>
                  <a:pt x="552450" y="785813"/>
                </a:lnTo>
                <a:lnTo>
                  <a:pt x="547688" y="790575"/>
                </a:lnTo>
                <a:lnTo>
                  <a:pt x="538163" y="790575"/>
                </a:lnTo>
                <a:lnTo>
                  <a:pt x="528638" y="790575"/>
                </a:lnTo>
                <a:lnTo>
                  <a:pt x="519113" y="790575"/>
                </a:lnTo>
                <a:lnTo>
                  <a:pt x="509588" y="790575"/>
                </a:lnTo>
                <a:lnTo>
                  <a:pt x="500063" y="790575"/>
                </a:lnTo>
                <a:lnTo>
                  <a:pt x="490538" y="790575"/>
                </a:lnTo>
                <a:lnTo>
                  <a:pt x="481013" y="790575"/>
                </a:lnTo>
                <a:lnTo>
                  <a:pt x="471488" y="790575"/>
                </a:lnTo>
                <a:lnTo>
                  <a:pt x="461963" y="790575"/>
                </a:lnTo>
                <a:lnTo>
                  <a:pt x="452438" y="790575"/>
                </a:lnTo>
                <a:lnTo>
                  <a:pt x="442913" y="790575"/>
                </a:lnTo>
                <a:lnTo>
                  <a:pt x="433388" y="790575"/>
                </a:lnTo>
                <a:lnTo>
                  <a:pt x="423863" y="790575"/>
                </a:lnTo>
                <a:lnTo>
                  <a:pt x="414338" y="790575"/>
                </a:lnTo>
                <a:lnTo>
                  <a:pt x="404813" y="790575"/>
                </a:lnTo>
                <a:lnTo>
                  <a:pt x="395288" y="790575"/>
                </a:lnTo>
                <a:lnTo>
                  <a:pt x="385763" y="790575"/>
                </a:lnTo>
                <a:lnTo>
                  <a:pt x="376238" y="790575"/>
                </a:lnTo>
                <a:lnTo>
                  <a:pt x="366713" y="790575"/>
                </a:lnTo>
                <a:lnTo>
                  <a:pt x="357188" y="790575"/>
                </a:lnTo>
                <a:lnTo>
                  <a:pt x="347663" y="790575"/>
                </a:lnTo>
                <a:lnTo>
                  <a:pt x="338138" y="790575"/>
                </a:lnTo>
                <a:lnTo>
                  <a:pt x="328613" y="790575"/>
                </a:lnTo>
                <a:lnTo>
                  <a:pt x="323850" y="785813"/>
                </a:lnTo>
                <a:lnTo>
                  <a:pt x="319088" y="781050"/>
                </a:lnTo>
                <a:lnTo>
                  <a:pt x="309563" y="781050"/>
                </a:lnTo>
                <a:lnTo>
                  <a:pt x="300038" y="781050"/>
                </a:lnTo>
                <a:lnTo>
                  <a:pt x="290513" y="781050"/>
                </a:lnTo>
                <a:lnTo>
                  <a:pt x="280988" y="781050"/>
                </a:lnTo>
                <a:lnTo>
                  <a:pt x="271463" y="781050"/>
                </a:lnTo>
                <a:lnTo>
                  <a:pt x="266700" y="776288"/>
                </a:lnTo>
                <a:lnTo>
                  <a:pt x="261938" y="771525"/>
                </a:lnTo>
                <a:lnTo>
                  <a:pt x="252413" y="771525"/>
                </a:lnTo>
                <a:lnTo>
                  <a:pt x="242888" y="771525"/>
                </a:lnTo>
                <a:lnTo>
                  <a:pt x="233363" y="771525"/>
                </a:lnTo>
                <a:lnTo>
                  <a:pt x="223838" y="771525"/>
                </a:lnTo>
                <a:lnTo>
                  <a:pt x="219075" y="766763"/>
                </a:lnTo>
                <a:lnTo>
                  <a:pt x="214313" y="762000"/>
                </a:lnTo>
                <a:lnTo>
                  <a:pt x="204788" y="762000"/>
                </a:lnTo>
                <a:lnTo>
                  <a:pt x="195263" y="762000"/>
                </a:lnTo>
                <a:lnTo>
                  <a:pt x="190500" y="757238"/>
                </a:lnTo>
                <a:lnTo>
                  <a:pt x="185738" y="752475"/>
                </a:lnTo>
                <a:lnTo>
                  <a:pt x="180975" y="747713"/>
                </a:lnTo>
                <a:lnTo>
                  <a:pt x="176213" y="742950"/>
                </a:lnTo>
                <a:lnTo>
                  <a:pt x="166688" y="742950"/>
                </a:lnTo>
                <a:lnTo>
                  <a:pt x="157163" y="742950"/>
                </a:lnTo>
                <a:lnTo>
                  <a:pt x="152400" y="738188"/>
                </a:lnTo>
                <a:lnTo>
                  <a:pt x="147638" y="733425"/>
                </a:lnTo>
                <a:lnTo>
                  <a:pt x="138113" y="733425"/>
                </a:lnTo>
                <a:lnTo>
                  <a:pt x="133350" y="728663"/>
                </a:lnTo>
                <a:lnTo>
                  <a:pt x="128588" y="723900"/>
                </a:lnTo>
                <a:lnTo>
                  <a:pt x="123825" y="719138"/>
                </a:lnTo>
                <a:lnTo>
                  <a:pt x="119063" y="714375"/>
                </a:lnTo>
                <a:lnTo>
                  <a:pt x="114300" y="709613"/>
                </a:lnTo>
                <a:lnTo>
                  <a:pt x="114300" y="700088"/>
                </a:lnTo>
                <a:lnTo>
                  <a:pt x="114300" y="690563"/>
                </a:lnTo>
                <a:lnTo>
                  <a:pt x="109538" y="685800"/>
                </a:lnTo>
                <a:lnTo>
                  <a:pt x="104775" y="681038"/>
                </a:lnTo>
                <a:lnTo>
                  <a:pt x="100013" y="676275"/>
                </a:lnTo>
                <a:lnTo>
                  <a:pt x="95250" y="671513"/>
                </a:lnTo>
                <a:lnTo>
                  <a:pt x="90488" y="666750"/>
                </a:lnTo>
                <a:lnTo>
                  <a:pt x="85725" y="661988"/>
                </a:lnTo>
                <a:lnTo>
                  <a:pt x="80963" y="657225"/>
                </a:lnTo>
                <a:lnTo>
                  <a:pt x="76200" y="652463"/>
                </a:lnTo>
                <a:lnTo>
                  <a:pt x="71438" y="647700"/>
                </a:lnTo>
                <a:lnTo>
                  <a:pt x="66675" y="642938"/>
                </a:lnTo>
                <a:lnTo>
                  <a:pt x="66675" y="633413"/>
                </a:lnTo>
                <a:lnTo>
                  <a:pt x="61913" y="628650"/>
                </a:lnTo>
                <a:lnTo>
                  <a:pt x="57150" y="623888"/>
                </a:lnTo>
                <a:lnTo>
                  <a:pt x="57150" y="614363"/>
                </a:lnTo>
                <a:lnTo>
                  <a:pt x="52388" y="609600"/>
                </a:lnTo>
                <a:lnTo>
                  <a:pt x="47625" y="604838"/>
                </a:lnTo>
                <a:lnTo>
                  <a:pt x="47625" y="595313"/>
                </a:lnTo>
                <a:lnTo>
                  <a:pt x="42863" y="590550"/>
                </a:lnTo>
                <a:lnTo>
                  <a:pt x="38100" y="585788"/>
                </a:lnTo>
                <a:lnTo>
                  <a:pt x="38100" y="576263"/>
                </a:lnTo>
                <a:lnTo>
                  <a:pt x="33338" y="571500"/>
                </a:lnTo>
                <a:lnTo>
                  <a:pt x="28575" y="566738"/>
                </a:lnTo>
                <a:lnTo>
                  <a:pt x="28575" y="557213"/>
                </a:lnTo>
                <a:lnTo>
                  <a:pt x="28575" y="547688"/>
                </a:lnTo>
                <a:lnTo>
                  <a:pt x="23813" y="542925"/>
                </a:lnTo>
                <a:lnTo>
                  <a:pt x="19050" y="538163"/>
                </a:lnTo>
                <a:lnTo>
                  <a:pt x="19050" y="528638"/>
                </a:lnTo>
                <a:lnTo>
                  <a:pt x="19050" y="519113"/>
                </a:lnTo>
                <a:lnTo>
                  <a:pt x="19050" y="509588"/>
                </a:lnTo>
                <a:lnTo>
                  <a:pt x="14288" y="504825"/>
                </a:lnTo>
                <a:lnTo>
                  <a:pt x="9525" y="500063"/>
                </a:lnTo>
                <a:lnTo>
                  <a:pt x="9525" y="490538"/>
                </a:lnTo>
                <a:lnTo>
                  <a:pt x="4763" y="485775"/>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14288" y="371475"/>
                </a:lnTo>
                <a:lnTo>
                  <a:pt x="19050" y="366713"/>
                </a:lnTo>
                <a:lnTo>
                  <a:pt x="19050" y="357188"/>
                </a:lnTo>
                <a:lnTo>
                  <a:pt x="19050" y="347663"/>
                </a:lnTo>
                <a:lnTo>
                  <a:pt x="19050" y="338138"/>
                </a:lnTo>
                <a:lnTo>
                  <a:pt x="19050" y="328613"/>
                </a:lnTo>
                <a:lnTo>
                  <a:pt x="19050" y="319088"/>
                </a:lnTo>
                <a:lnTo>
                  <a:pt x="23813" y="314325"/>
                </a:lnTo>
                <a:lnTo>
                  <a:pt x="28575" y="309563"/>
                </a:lnTo>
                <a:lnTo>
                  <a:pt x="28575" y="300038"/>
                </a:lnTo>
                <a:lnTo>
                  <a:pt x="28575" y="290513"/>
                </a:lnTo>
                <a:lnTo>
                  <a:pt x="28575" y="280988"/>
                </a:lnTo>
                <a:lnTo>
                  <a:pt x="33338" y="276225"/>
                </a:lnTo>
                <a:lnTo>
                  <a:pt x="38100" y="271463"/>
                </a:lnTo>
                <a:lnTo>
                  <a:pt x="38100" y="261938"/>
                </a:lnTo>
                <a:lnTo>
                  <a:pt x="42863" y="257175"/>
                </a:lnTo>
                <a:lnTo>
                  <a:pt x="47625" y="252413"/>
                </a:lnTo>
                <a:lnTo>
                  <a:pt x="47625" y="242888"/>
                </a:lnTo>
                <a:lnTo>
                  <a:pt x="47625" y="233363"/>
                </a:lnTo>
                <a:lnTo>
                  <a:pt x="52388" y="228600"/>
                </a:lnTo>
                <a:lnTo>
                  <a:pt x="57150" y="223838"/>
                </a:lnTo>
                <a:lnTo>
                  <a:pt x="57150" y="214313"/>
                </a:lnTo>
                <a:lnTo>
                  <a:pt x="57150" y="204788"/>
                </a:lnTo>
                <a:lnTo>
                  <a:pt x="57150" y="195263"/>
                </a:lnTo>
                <a:lnTo>
                  <a:pt x="61913" y="190500"/>
                </a:lnTo>
                <a:lnTo>
                  <a:pt x="66675" y="185738"/>
                </a:lnTo>
                <a:lnTo>
                  <a:pt x="71438" y="180975"/>
                </a:lnTo>
                <a:lnTo>
                  <a:pt x="76200" y="176213"/>
                </a:lnTo>
                <a:lnTo>
                  <a:pt x="80963" y="171450"/>
                </a:lnTo>
                <a:lnTo>
                  <a:pt x="85725" y="166688"/>
                </a:lnTo>
                <a:lnTo>
                  <a:pt x="90488" y="161925"/>
                </a:lnTo>
                <a:lnTo>
                  <a:pt x="95250" y="157163"/>
                </a:lnTo>
                <a:lnTo>
                  <a:pt x="100013" y="152400"/>
                </a:lnTo>
                <a:lnTo>
                  <a:pt x="104775" y="147638"/>
                </a:lnTo>
                <a:lnTo>
                  <a:pt x="109538" y="142875"/>
                </a:lnTo>
                <a:lnTo>
                  <a:pt x="114300" y="138113"/>
                </a:lnTo>
                <a:lnTo>
                  <a:pt x="114300" y="128588"/>
                </a:lnTo>
                <a:lnTo>
                  <a:pt x="119063" y="123825"/>
                </a:lnTo>
                <a:lnTo>
                  <a:pt x="123825" y="119063"/>
                </a:lnTo>
                <a:lnTo>
                  <a:pt x="128588" y="114300"/>
                </a:lnTo>
                <a:lnTo>
                  <a:pt x="133350" y="109538"/>
                </a:lnTo>
                <a:lnTo>
                  <a:pt x="133350" y="100013"/>
                </a:lnTo>
                <a:lnTo>
                  <a:pt x="138113" y="95250"/>
                </a:lnTo>
                <a:lnTo>
                  <a:pt x="147638" y="95250"/>
                </a:lnTo>
                <a:lnTo>
                  <a:pt x="152400" y="90488"/>
                </a:lnTo>
                <a:lnTo>
                  <a:pt x="157163" y="85725"/>
                </a:lnTo>
                <a:lnTo>
                  <a:pt x="161925" y="80963"/>
                </a:lnTo>
                <a:lnTo>
                  <a:pt x="166688" y="76200"/>
                </a:lnTo>
                <a:lnTo>
                  <a:pt x="176213" y="76200"/>
                </a:lnTo>
                <a:lnTo>
                  <a:pt x="180975" y="71438"/>
                </a:lnTo>
                <a:lnTo>
                  <a:pt x="185738" y="66675"/>
                </a:lnTo>
                <a:lnTo>
                  <a:pt x="190500" y="61913"/>
                </a:lnTo>
                <a:lnTo>
                  <a:pt x="195263" y="57150"/>
                </a:lnTo>
                <a:lnTo>
                  <a:pt x="200025" y="52388"/>
                </a:lnTo>
                <a:lnTo>
                  <a:pt x="204788" y="47625"/>
                </a:lnTo>
                <a:lnTo>
                  <a:pt x="214313" y="47625"/>
                </a:lnTo>
                <a:lnTo>
                  <a:pt x="223838" y="47625"/>
                </a:lnTo>
                <a:lnTo>
                  <a:pt x="228600" y="42863"/>
                </a:lnTo>
                <a:lnTo>
                  <a:pt x="233363" y="38100"/>
                </a:lnTo>
                <a:lnTo>
                  <a:pt x="238125" y="33338"/>
                </a:lnTo>
                <a:lnTo>
                  <a:pt x="242888" y="28575"/>
                </a:lnTo>
                <a:lnTo>
                  <a:pt x="252413" y="28575"/>
                </a:lnTo>
                <a:lnTo>
                  <a:pt x="257175" y="23813"/>
                </a:lnTo>
                <a:lnTo>
                  <a:pt x="261938" y="19050"/>
                </a:lnTo>
                <a:lnTo>
                  <a:pt x="271463" y="19050"/>
                </a:lnTo>
                <a:lnTo>
                  <a:pt x="280988" y="19050"/>
                </a:lnTo>
                <a:lnTo>
                  <a:pt x="290513" y="19050"/>
                </a:lnTo>
                <a:lnTo>
                  <a:pt x="295275" y="14288"/>
                </a:lnTo>
                <a:lnTo>
                  <a:pt x="300038" y="9525"/>
                </a:lnTo>
                <a:lnTo>
                  <a:pt x="309563" y="9525"/>
                </a:lnTo>
                <a:lnTo>
                  <a:pt x="319088" y="9525"/>
                </a:lnTo>
                <a:lnTo>
                  <a:pt x="328613" y="9525"/>
                </a:lnTo>
                <a:lnTo>
                  <a:pt x="338138" y="9525"/>
                </a:lnTo>
                <a:lnTo>
                  <a:pt x="347663" y="9525"/>
                </a:lnTo>
                <a:lnTo>
                  <a:pt x="352425" y="4763"/>
                </a:lnTo>
                <a:close/>
              </a:path>
            </a:pathLst>
          </a:custGeom>
          <a:solidFill xmlns:a="http://schemas.openxmlformats.org/drawingml/2006/main">
            <a:srgbClr val="C4C4C4"/>
          </a:solidFill>
          <a:ln xmlns:a="http://schemas.openxmlformats.org/drawingml/2006/main" w="0">
            <a:noFill/>
            <a:prstDash val="solid"/>
          </a:ln>
        </p:spPr>
      </p:sp>
      <p:sp>
        <p:nvSpPr>
          <p:cNvPr id="145" name="deep-skill-chaining-source-component-2-gradient-198-0">
            <a:extLst xmlns:a="http://schemas.openxmlformats.org/drawingml/2006/main">
              <a:ext uri="{FF2B5EF4-FFF2-40B4-BE49-F238E27FC236}">
                <a16:creationId xmlns:a16="http://schemas.microsoft.com/office/drawing/2014/main" id="{A2BAD576-BE16-4500-B48A-3C182607CB30}"/>
              </a:ext>
            </a:extLst>
          </p:cNvPr>
          <p:cNvSpPr>
            <a:spLocks xmlns:a="http://schemas.openxmlformats.org/drawingml/2006/main" noGrp="1"/>
          </p:cNvSpPr>
          <p:nvPr/>
        </p:nvSpPr>
        <p:spPr>
          <a:xfrm xmlns:a="http://schemas.openxmlformats.org/drawingml/2006/main" rot="0">
            <a:off x="10382250" y="742950"/>
            <a:ext cx="819150" cy="781050"/>
          </a:xfrm>
          <a:custGeom xmlns:a="http://schemas.openxmlformats.org/drawingml/2006/main">
            <a:pathLst>
              <a:path w="819150" h="781050">
                <a:moveTo>
                  <a:pt x="323850" y="4763"/>
                </a:move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495300" y="4763"/>
                </a:lnTo>
                <a:lnTo>
                  <a:pt x="500063" y="9525"/>
                </a:lnTo>
                <a:lnTo>
                  <a:pt x="509588" y="9525"/>
                </a:lnTo>
                <a:lnTo>
                  <a:pt x="519113" y="9525"/>
                </a:lnTo>
                <a:lnTo>
                  <a:pt x="528638" y="9525"/>
                </a:lnTo>
                <a:lnTo>
                  <a:pt x="538163" y="9525"/>
                </a:lnTo>
                <a:lnTo>
                  <a:pt x="547688" y="9525"/>
                </a:lnTo>
                <a:lnTo>
                  <a:pt x="552450" y="14288"/>
                </a:lnTo>
                <a:lnTo>
                  <a:pt x="557213" y="19050"/>
                </a:lnTo>
                <a:lnTo>
                  <a:pt x="566738" y="19050"/>
                </a:lnTo>
                <a:lnTo>
                  <a:pt x="571500" y="23813"/>
                </a:lnTo>
                <a:lnTo>
                  <a:pt x="576263" y="28575"/>
                </a:lnTo>
                <a:lnTo>
                  <a:pt x="585788" y="28575"/>
                </a:lnTo>
                <a:lnTo>
                  <a:pt x="590550" y="33338"/>
                </a:lnTo>
                <a:lnTo>
                  <a:pt x="595313" y="38100"/>
                </a:lnTo>
                <a:lnTo>
                  <a:pt x="604838" y="38100"/>
                </a:lnTo>
                <a:lnTo>
                  <a:pt x="609600" y="42863"/>
                </a:lnTo>
                <a:lnTo>
                  <a:pt x="614363" y="47625"/>
                </a:lnTo>
                <a:lnTo>
                  <a:pt x="619125" y="52388"/>
                </a:lnTo>
                <a:lnTo>
                  <a:pt x="623888" y="57150"/>
                </a:lnTo>
                <a:lnTo>
                  <a:pt x="633413" y="57150"/>
                </a:lnTo>
                <a:lnTo>
                  <a:pt x="642938" y="57150"/>
                </a:lnTo>
                <a:lnTo>
                  <a:pt x="647700" y="61913"/>
                </a:lnTo>
                <a:lnTo>
                  <a:pt x="652463" y="66675"/>
                </a:lnTo>
                <a:lnTo>
                  <a:pt x="661988" y="66675"/>
                </a:lnTo>
                <a:lnTo>
                  <a:pt x="666750" y="71438"/>
                </a:lnTo>
                <a:lnTo>
                  <a:pt x="671513" y="76200"/>
                </a:lnTo>
                <a:lnTo>
                  <a:pt x="676275" y="80963"/>
                </a:lnTo>
                <a:lnTo>
                  <a:pt x="681038" y="85725"/>
                </a:lnTo>
                <a:lnTo>
                  <a:pt x="685800" y="90488"/>
                </a:lnTo>
                <a:lnTo>
                  <a:pt x="690563" y="95250"/>
                </a:lnTo>
                <a:lnTo>
                  <a:pt x="695325" y="100013"/>
                </a:lnTo>
                <a:lnTo>
                  <a:pt x="695325" y="109538"/>
                </a:lnTo>
                <a:lnTo>
                  <a:pt x="700088" y="114300"/>
                </a:lnTo>
                <a:lnTo>
                  <a:pt x="704850" y="119063"/>
                </a:lnTo>
                <a:lnTo>
                  <a:pt x="709613" y="123825"/>
                </a:lnTo>
                <a:lnTo>
                  <a:pt x="714375" y="128588"/>
                </a:lnTo>
                <a:lnTo>
                  <a:pt x="714375" y="138113"/>
                </a:lnTo>
                <a:lnTo>
                  <a:pt x="719138" y="142875"/>
                </a:lnTo>
                <a:lnTo>
                  <a:pt x="723900" y="147638"/>
                </a:lnTo>
                <a:lnTo>
                  <a:pt x="728663" y="152400"/>
                </a:lnTo>
                <a:lnTo>
                  <a:pt x="733425" y="157163"/>
                </a:lnTo>
                <a:lnTo>
                  <a:pt x="738188" y="161925"/>
                </a:lnTo>
                <a:lnTo>
                  <a:pt x="742950" y="166688"/>
                </a:lnTo>
                <a:lnTo>
                  <a:pt x="747713" y="171450"/>
                </a:lnTo>
                <a:lnTo>
                  <a:pt x="752475" y="176213"/>
                </a:lnTo>
                <a:lnTo>
                  <a:pt x="757238" y="180975"/>
                </a:lnTo>
                <a:lnTo>
                  <a:pt x="762000" y="185738"/>
                </a:lnTo>
                <a:lnTo>
                  <a:pt x="762000" y="195263"/>
                </a:lnTo>
                <a:lnTo>
                  <a:pt x="762000" y="204788"/>
                </a:lnTo>
                <a:lnTo>
                  <a:pt x="766763" y="209550"/>
                </a:lnTo>
                <a:lnTo>
                  <a:pt x="771525" y="214313"/>
                </a:lnTo>
                <a:lnTo>
                  <a:pt x="771525" y="223838"/>
                </a:lnTo>
                <a:lnTo>
                  <a:pt x="771525" y="233363"/>
                </a:lnTo>
                <a:lnTo>
                  <a:pt x="776288" y="238125"/>
                </a:lnTo>
                <a:lnTo>
                  <a:pt x="781050" y="242888"/>
                </a:lnTo>
                <a:lnTo>
                  <a:pt x="781050" y="252413"/>
                </a:lnTo>
                <a:lnTo>
                  <a:pt x="781050" y="261938"/>
                </a:lnTo>
                <a:lnTo>
                  <a:pt x="785813" y="266700"/>
                </a:lnTo>
                <a:lnTo>
                  <a:pt x="790575" y="271463"/>
                </a:lnTo>
                <a:lnTo>
                  <a:pt x="790575" y="280988"/>
                </a:lnTo>
                <a:lnTo>
                  <a:pt x="790575" y="290513"/>
                </a:lnTo>
                <a:lnTo>
                  <a:pt x="795338" y="295275"/>
                </a:lnTo>
                <a:lnTo>
                  <a:pt x="800100" y="300038"/>
                </a:lnTo>
                <a:lnTo>
                  <a:pt x="800100" y="309563"/>
                </a:lnTo>
                <a:lnTo>
                  <a:pt x="800100" y="319088"/>
                </a:lnTo>
                <a:lnTo>
                  <a:pt x="804863" y="323850"/>
                </a:lnTo>
                <a:lnTo>
                  <a:pt x="809625" y="328613"/>
                </a:lnTo>
                <a:lnTo>
                  <a:pt x="809625" y="338138"/>
                </a:lnTo>
                <a:lnTo>
                  <a:pt x="809625" y="347663"/>
                </a:lnTo>
                <a:lnTo>
                  <a:pt x="809625" y="357188"/>
                </a:lnTo>
                <a:lnTo>
                  <a:pt x="809625" y="366713"/>
                </a:lnTo>
                <a:lnTo>
                  <a:pt x="809625" y="376238"/>
                </a:lnTo>
                <a:lnTo>
                  <a:pt x="814388" y="381000"/>
                </a:lnTo>
                <a:lnTo>
                  <a:pt x="819150" y="385763"/>
                </a:lnTo>
                <a:lnTo>
                  <a:pt x="819150" y="395288"/>
                </a:lnTo>
                <a:lnTo>
                  <a:pt x="819150" y="404813"/>
                </a:lnTo>
                <a:lnTo>
                  <a:pt x="819150" y="414338"/>
                </a:lnTo>
                <a:lnTo>
                  <a:pt x="819150" y="423863"/>
                </a:lnTo>
                <a:lnTo>
                  <a:pt x="819150" y="433388"/>
                </a:lnTo>
                <a:lnTo>
                  <a:pt x="819150" y="442913"/>
                </a:lnTo>
                <a:lnTo>
                  <a:pt x="819150" y="452438"/>
                </a:lnTo>
                <a:lnTo>
                  <a:pt x="819150" y="461963"/>
                </a:lnTo>
                <a:lnTo>
                  <a:pt x="819150" y="471488"/>
                </a:lnTo>
                <a:lnTo>
                  <a:pt x="814388" y="476250"/>
                </a:lnTo>
                <a:lnTo>
                  <a:pt x="809625" y="481013"/>
                </a:lnTo>
                <a:lnTo>
                  <a:pt x="809625" y="490538"/>
                </a:lnTo>
                <a:lnTo>
                  <a:pt x="809625" y="500063"/>
                </a:lnTo>
                <a:lnTo>
                  <a:pt x="804863" y="504825"/>
                </a:lnTo>
                <a:lnTo>
                  <a:pt x="800100" y="509588"/>
                </a:lnTo>
                <a:lnTo>
                  <a:pt x="800100" y="519113"/>
                </a:lnTo>
                <a:lnTo>
                  <a:pt x="800100" y="528638"/>
                </a:lnTo>
                <a:lnTo>
                  <a:pt x="795338" y="533400"/>
                </a:lnTo>
                <a:lnTo>
                  <a:pt x="790575" y="538163"/>
                </a:lnTo>
                <a:lnTo>
                  <a:pt x="790575" y="547688"/>
                </a:lnTo>
                <a:lnTo>
                  <a:pt x="790575" y="557213"/>
                </a:lnTo>
                <a:lnTo>
                  <a:pt x="785813" y="561975"/>
                </a:lnTo>
                <a:lnTo>
                  <a:pt x="781050" y="566738"/>
                </a:lnTo>
                <a:lnTo>
                  <a:pt x="781050" y="576263"/>
                </a:lnTo>
                <a:lnTo>
                  <a:pt x="781050" y="585788"/>
                </a:lnTo>
                <a:lnTo>
                  <a:pt x="776288" y="590550"/>
                </a:lnTo>
                <a:lnTo>
                  <a:pt x="771525" y="595313"/>
                </a:lnTo>
                <a:lnTo>
                  <a:pt x="766763" y="600075"/>
                </a:lnTo>
                <a:lnTo>
                  <a:pt x="762000" y="604838"/>
                </a:lnTo>
                <a:lnTo>
                  <a:pt x="762000" y="614363"/>
                </a:lnTo>
                <a:lnTo>
                  <a:pt x="757238" y="619125"/>
                </a:lnTo>
                <a:lnTo>
                  <a:pt x="752475" y="623888"/>
                </a:lnTo>
                <a:lnTo>
                  <a:pt x="747713" y="628650"/>
                </a:lnTo>
                <a:lnTo>
                  <a:pt x="742950" y="633413"/>
                </a:lnTo>
                <a:lnTo>
                  <a:pt x="742950" y="642938"/>
                </a:lnTo>
                <a:lnTo>
                  <a:pt x="738188" y="647700"/>
                </a:lnTo>
                <a:lnTo>
                  <a:pt x="733425" y="652463"/>
                </a:lnTo>
                <a:lnTo>
                  <a:pt x="728663" y="657225"/>
                </a:lnTo>
                <a:lnTo>
                  <a:pt x="723900" y="661988"/>
                </a:lnTo>
                <a:lnTo>
                  <a:pt x="719138" y="666750"/>
                </a:lnTo>
                <a:lnTo>
                  <a:pt x="714375" y="671513"/>
                </a:lnTo>
                <a:lnTo>
                  <a:pt x="709613" y="676275"/>
                </a:lnTo>
                <a:lnTo>
                  <a:pt x="704850" y="681038"/>
                </a:lnTo>
                <a:lnTo>
                  <a:pt x="700088" y="685800"/>
                </a:lnTo>
                <a:lnTo>
                  <a:pt x="695325" y="690563"/>
                </a:lnTo>
                <a:lnTo>
                  <a:pt x="695325" y="700088"/>
                </a:lnTo>
                <a:lnTo>
                  <a:pt x="690563" y="704850"/>
                </a:lnTo>
                <a:lnTo>
                  <a:pt x="685800" y="709613"/>
                </a:lnTo>
                <a:lnTo>
                  <a:pt x="681038" y="714375"/>
                </a:lnTo>
                <a:lnTo>
                  <a:pt x="676275" y="719138"/>
                </a:lnTo>
                <a:lnTo>
                  <a:pt x="671513" y="723900"/>
                </a:lnTo>
                <a:lnTo>
                  <a:pt x="666750" y="728663"/>
                </a:lnTo>
                <a:lnTo>
                  <a:pt x="661988" y="733425"/>
                </a:lnTo>
                <a:lnTo>
                  <a:pt x="652463" y="733425"/>
                </a:lnTo>
                <a:lnTo>
                  <a:pt x="647700" y="738188"/>
                </a:lnTo>
                <a:lnTo>
                  <a:pt x="642938" y="742950"/>
                </a:lnTo>
                <a:lnTo>
                  <a:pt x="633413" y="742950"/>
                </a:lnTo>
                <a:lnTo>
                  <a:pt x="623888" y="742950"/>
                </a:lnTo>
                <a:lnTo>
                  <a:pt x="619125" y="747713"/>
                </a:lnTo>
                <a:lnTo>
                  <a:pt x="614363" y="752475"/>
                </a:lnTo>
                <a:lnTo>
                  <a:pt x="609600" y="757238"/>
                </a:lnTo>
                <a:lnTo>
                  <a:pt x="604838" y="762000"/>
                </a:lnTo>
                <a:lnTo>
                  <a:pt x="595313" y="762000"/>
                </a:lnTo>
                <a:lnTo>
                  <a:pt x="585788" y="762000"/>
                </a:lnTo>
                <a:lnTo>
                  <a:pt x="581025" y="766763"/>
                </a:lnTo>
                <a:lnTo>
                  <a:pt x="576263" y="771525"/>
                </a:lnTo>
                <a:lnTo>
                  <a:pt x="566738" y="771525"/>
                </a:lnTo>
                <a:lnTo>
                  <a:pt x="557213" y="771525"/>
                </a:lnTo>
                <a:lnTo>
                  <a:pt x="547688" y="771525"/>
                </a:lnTo>
                <a:lnTo>
                  <a:pt x="538163" y="771525"/>
                </a:lnTo>
                <a:lnTo>
                  <a:pt x="528638" y="771525"/>
                </a:lnTo>
                <a:lnTo>
                  <a:pt x="523875" y="776288"/>
                </a:lnTo>
                <a:lnTo>
                  <a:pt x="519113" y="781050"/>
                </a:lnTo>
                <a:lnTo>
                  <a:pt x="509588" y="781050"/>
                </a:lnTo>
                <a:lnTo>
                  <a:pt x="500063" y="781050"/>
                </a:lnTo>
                <a:lnTo>
                  <a:pt x="490538" y="781050"/>
                </a:lnTo>
                <a:lnTo>
                  <a:pt x="481013" y="781050"/>
                </a:lnTo>
                <a:lnTo>
                  <a:pt x="471488" y="781050"/>
                </a:lnTo>
                <a:lnTo>
                  <a:pt x="461963" y="781050"/>
                </a:lnTo>
                <a:lnTo>
                  <a:pt x="452438" y="781050"/>
                </a:lnTo>
                <a:lnTo>
                  <a:pt x="442913" y="781050"/>
                </a:lnTo>
                <a:lnTo>
                  <a:pt x="433388" y="781050"/>
                </a:lnTo>
                <a:lnTo>
                  <a:pt x="423863" y="781050"/>
                </a:lnTo>
                <a:lnTo>
                  <a:pt x="414338" y="781050"/>
                </a:lnTo>
                <a:lnTo>
                  <a:pt x="404813" y="781050"/>
                </a:lnTo>
                <a:lnTo>
                  <a:pt x="395288" y="781050"/>
                </a:lnTo>
                <a:lnTo>
                  <a:pt x="385763" y="781050"/>
                </a:lnTo>
                <a:lnTo>
                  <a:pt x="376238" y="781050"/>
                </a:lnTo>
                <a:lnTo>
                  <a:pt x="366713" y="781050"/>
                </a:lnTo>
                <a:lnTo>
                  <a:pt x="357188" y="781050"/>
                </a:lnTo>
                <a:lnTo>
                  <a:pt x="347663" y="781050"/>
                </a:lnTo>
                <a:lnTo>
                  <a:pt x="338138" y="781050"/>
                </a:lnTo>
                <a:lnTo>
                  <a:pt x="328613" y="781050"/>
                </a:lnTo>
                <a:lnTo>
                  <a:pt x="319088" y="781050"/>
                </a:lnTo>
                <a:lnTo>
                  <a:pt x="309563" y="781050"/>
                </a:lnTo>
                <a:lnTo>
                  <a:pt x="300038" y="781050"/>
                </a:lnTo>
                <a:lnTo>
                  <a:pt x="295275" y="776288"/>
                </a:lnTo>
                <a:lnTo>
                  <a:pt x="290513" y="771525"/>
                </a:lnTo>
                <a:lnTo>
                  <a:pt x="280988" y="771525"/>
                </a:lnTo>
                <a:lnTo>
                  <a:pt x="271463" y="771525"/>
                </a:lnTo>
                <a:lnTo>
                  <a:pt x="261938" y="771525"/>
                </a:lnTo>
                <a:lnTo>
                  <a:pt x="252413" y="771525"/>
                </a:lnTo>
                <a:lnTo>
                  <a:pt x="247650" y="766763"/>
                </a:lnTo>
                <a:lnTo>
                  <a:pt x="242888" y="762000"/>
                </a:lnTo>
                <a:lnTo>
                  <a:pt x="233363" y="762000"/>
                </a:lnTo>
                <a:lnTo>
                  <a:pt x="223838" y="762000"/>
                </a:lnTo>
                <a:lnTo>
                  <a:pt x="214313" y="762000"/>
                </a:lnTo>
                <a:lnTo>
                  <a:pt x="209550" y="757238"/>
                </a:lnTo>
                <a:lnTo>
                  <a:pt x="204788" y="752475"/>
                </a:lnTo>
                <a:lnTo>
                  <a:pt x="195263" y="752475"/>
                </a:lnTo>
                <a:lnTo>
                  <a:pt x="190500" y="747713"/>
                </a:lnTo>
                <a:lnTo>
                  <a:pt x="185738" y="742950"/>
                </a:lnTo>
                <a:lnTo>
                  <a:pt x="176213" y="742950"/>
                </a:lnTo>
                <a:lnTo>
                  <a:pt x="171450" y="738188"/>
                </a:lnTo>
                <a:lnTo>
                  <a:pt x="166688" y="733425"/>
                </a:lnTo>
                <a:lnTo>
                  <a:pt x="161925" y="728663"/>
                </a:lnTo>
                <a:lnTo>
                  <a:pt x="157163" y="723900"/>
                </a:lnTo>
                <a:lnTo>
                  <a:pt x="147638" y="723900"/>
                </a:lnTo>
                <a:lnTo>
                  <a:pt x="142875" y="719138"/>
                </a:lnTo>
                <a:lnTo>
                  <a:pt x="138113" y="714375"/>
                </a:lnTo>
                <a:lnTo>
                  <a:pt x="133350" y="709613"/>
                </a:lnTo>
                <a:lnTo>
                  <a:pt x="128588" y="704850"/>
                </a:lnTo>
                <a:lnTo>
                  <a:pt x="119063" y="704850"/>
                </a:lnTo>
                <a:lnTo>
                  <a:pt x="114300" y="700088"/>
                </a:lnTo>
                <a:lnTo>
                  <a:pt x="114300" y="690563"/>
                </a:lnTo>
                <a:lnTo>
                  <a:pt x="109538" y="685800"/>
                </a:lnTo>
                <a:lnTo>
                  <a:pt x="104775" y="681038"/>
                </a:lnTo>
                <a:lnTo>
                  <a:pt x="100013" y="676275"/>
                </a:lnTo>
                <a:lnTo>
                  <a:pt x="95250" y="671513"/>
                </a:lnTo>
                <a:lnTo>
                  <a:pt x="90488" y="666750"/>
                </a:lnTo>
                <a:lnTo>
                  <a:pt x="85725" y="661988"/>
                </a:lnTo>
                <a:lnTo>
                  <a:pt x="80963" y="657225"/>
                </a:lnTo>
                <a:lnTo>
                  <a:pt x="76200" y="652463"/>
                </a:lnTo>
                <a:lnTo>
                  <a:pt x="71438" y="647700"/>
                </a:lnTo>
                <a:lnTo>
                  <a:pt x="66675" y="642938"/>
                </a:lnTo>
                <a:lnTo>
                  <a:pt x="66675" y="633413"/>
                </a:lnTo>
                <a:lnTo>
                  <a:pt x="61913" y="628650"/>
                </a:lnTo>
                <a:lnTo>
                  <a:pt x="57150" y="623888"/>
                </a:lnTo>
                <a:lnTo>
                  <a:pt x="52388" y="619125"/>
                </a:lnTo>
                <a:lnTo>
                  <a:pt x="47625" y="614363"/>
                </a:lnTo>
                <a:lnTo>
                  <a:pt x="47625" y="604838"/>
                </a:lnTo>
                <a:lnTo>
                  <a:pt x="42863" y="600075"/>
                </a:lnTo>
                <a:lnTo>
                  <a:pt x="38100" y="595313"/>
                </a:lnTo>
                <a:lnTo>
                  <a:pt x="33338" y="590550"/>
                </a:lnTo>
                <a:lnTo>
                  <a:pt x="28575" y="585788"/>
                </a:lnTo>
                <a:lnTo>
                  <a:pt x="28575" y="576263"/>
                </a:lnTo>
                <a:lnTo>
                  <a:pt x="28575" y="566738"/>
                </a:lnTo>
                <a:lnTo>
                  <a:pt x="23813" y="561975"/>
                </a:lnTo>
                <a:lnTo>
                  <a:pt x="19050" y="557213"/>
                </a:lnTo>
                <a:lnTo>
                  <a:pt x="19050" y="547688"/>
                </a:lnTo>
                <a:lnTo>
                  <a:pt x="19050" y="538163"/>
                </a:lnTo>
                <a:lnTo>
                  <a:pt x="19050" y="528638"/>
                </a:lnTo>
                <a:lnTo>
                  <a:pt x="14288" y="523875"/>
                </a:lnTo>
                <a:lnTo>
                  <a:pt x="9525" y="519113"/>
                </a:lnTo>
                <a:lnTo>
                  <a:pt x="9525" y="509588"/>
                </a:lnTo>
                <a:lnTo>
                  <a:pt x="4763" y="504825"/>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4763" y="323850"/>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28575" y="252413"/>
                </a:lnTo>
                <a:lnTo>
                  <a:pt x="28575" y="242888"/>
                </a:lnTo>
                <a:lnTo>
                  <a:pt x="33338" y="238125"/>
                </a:lnTo>
                <a:lnTo>
                  <a:pt x="38100" y="233363"/>
                </a:lnTo>
                <a:lnTo>
                  <a:pt x="38100" y="223838"/>
                </a:lnTo>
                <a:lnTo>
                  <a:pt x="42863" y="219075"/>
                </a:lnTo>
                <a:lnTo>
                  <a:pt x="47625" y="214313"/>
                </a:lnTo>
                <a:lnTo>
                  <a:pt x="47625" y="204788"/>
                </a:lnTo>
                <a:lnTo>
                  <a:pt x="47625" y="195263"/>
                </a:lnTo>
                <a:lnTo>
                  <a:pt x="52388" y="190500"/>
                </a:lnTo>
                <a:lnTo>
                  <a:pt x="57150" y="185738"/>
                </a:lnTo>
                <a:lnTo>
                  <a:pt x="57150" y="176213"/>
                </a:lnTo>
                <a:lnTo>
                  <a:pt x="61913" y="171450"/>
                </a:lnTo>
                <a:lnTo>
                  <a:pt x="66675" y="166688"/>
                </a:lnTo>
                <a:lnTo>
                  <a:pt x="71438" y="161925"/>
                </a:lnTo>
                <a:lnTo>
                  <a:pt x="76200" y="157163"/>
                </a:lnTo>
                <a:lnTo>
                  <a:pt x="80963" y="152400"/>
                </a:lnTo>
                <a:lnTo>
                  <a:pt x="85725" y="147638"/>
                </a:lnTo>
                <a:lnTo>
                  <a:pt x="90488" y="142875"/>
                </a:lnTo>
                <a:lnTo>
                  <a:pt x="95250" y="138113"/>
                </a:lnTo>
                <a:lnTo>
                  <a:pt x="100013" y="133350"/>
                </a:lnTo>
                <a:lnTo>
                  <a:pt x="104775" y="128588"/>
                </a:lnTo>
                <a:lnTo>
                  <a:pt x="104775" y="119063"/>
                </a:lnTo>
                <a:lnTo>
                  <a:pt x="109538" y="114300"/>
                </a:lnTo>
                <a:lnTo>
                  <a:pt x="114300" y="109538"/>
                </a:lnTo>
                <a:lnTo>
                  <a:pt x="114300" y="100013"/>
                </a:lnTo>
                <a:lnTo>
                  <a:pt x="119063" y="95250"/>
                </a:lnTo>
                <a:lnTo>
                  <a:pt x="128588" y="95250"/>
                </a:lnTo>
                <a:lnTo>
                  <a:pt x="133350" y="90488"/>
                </a:lnTo>
                <a:lnTo>
                  <a:pt x="138113" y="85725"/>
                </a:lnTo>
                <a:lnTo>
                  <a:pt x="147638" y="85725"/>
                </a:lnTo>
                <a:lnTo>
                  <a:pt x="152400" y="80963"/>
                </a:lnTo>
                <a:lnTo>
                  <a:pt x="157163" y="76200"/>
                </a:lnTo>
                <a:lnTo>
                  <a:pt x="166688" y="76200"/>
                </a:lnTo>
                <a:lnTo>
                  <a:pt x="171450" y="71438"/>
                </a:lnTo>
                <a:lnTo>
                  <a:pt x="176213" y="66675"/>
                </a:lnTo>
                <a:lnTo>
                  <a:pt x="185738" y="66675"/>
                </a:lnTo>
                <a:lnTo>
                  <a:pt x="190500" y="61913"/>
                </a:lnTo>
                <a:lnTo>
                  <a:pt x="195263" y="57150"/>
                </a:lnTo>
                <a:lnTo>
                  <a:pt x="204788" y="57150"/>
                </a:lnTo>
                <a:lnTo>
                  <a:pt x="209550" y="52388"/>
                </a:lnTo>
                <a:lnTo>
                  <a:pt x="214313" y="47625"/>
                </a:lnTo>
                <a:lnTo>
                  <a:pt x="219075" y="42863"/>
                </a:lnTo>
                <a:lnTo>
                  <a:pt x="223838" y="38100"/>
                </a:lnTo>
                <a:lnTo>
                  <a:pt x="228600" y="33338"/>
                </a:lnTo>
                <a:lnTo>
                  <a:pt x="233363" y="28575"/>
                </a:lnTo>
                <a:lnTo>
                  <a:pt x="242888" y="28575"/>
                </a:lnTo>
                <a:lnTo>
                  <a:pt x="247650" y="23813"/>
                </a:lnTo>
                <a:lnTo>
                  <a:pt x="252413" y="19050"/>
                </a:lnTo>
                <a:lnTo>
                  <a:pt x="257175" y="14288"/>
                </a:lnTo>
                <a:lnTo>
                  <a:pt x="261938" y="9525"/>
                </a:lnTo>
                <a:lnTo>
                  <a:pt x="271463" y="9525"/>
                </a:lnTo>
                <a:lnTo>
                  <a:pt x="280988" y="9525"/>
                </a:lnTo>
                <a:lnTo>
                  <a:pt x="290513" y="9525"/>
                </a:lnTo>
                <a:lnTo>
                  <a:pt x="300038" y="9525"/>
                </a:lnTo>
                <a:lnTo>
                  <a:pt x="309563" y="9525"/>
                </a:lnTo>
                <a:lnTo>
                  <a:pt x="319088" y="9525"/>
                </a:lnTo>
                <a:lnTo>
                  <a:pt x="323850" y="4763"/>
                </a:lnTo>
                <a:close/>
              </a:path>
            </a:pathLst>
          </a:custGeom>
          <a:solidFill xmlns:a="http://schemas.openxmlformats.org/drawingml/2006/main">
            <a:srgbClr val="C6C6C6"/>
          </a:solidFill>
          <a:ln xmlns:a="http://schemas.openxmlformats.org/drawingml/2006/main" w="0">
            <a:noFill/>
            <a:prstDash val="solid"/>
          </a:ln>
        </p:spPr>
      </p:sp>
      <p:sp>
        <p:nvSpPr>
          <p:cNvPr id="146" name="deep-skill-chaining-source-component-2-gradient-200-0">
            <a:extLst xmlns:a="http://schemas.openxmlformats.org/drawingml/2006/main">
              <a:ext uri="{FF2B5EF4-FFF2-40B4-BE49-F238E27FC236}">
                <a16:creationId xmlns:a16="http://schemas.microsoft.com/office/drawing/2014/main" id="{84EB1D65-CF3E-4462-BAB2-C53758B3D38C}"/>
              </a:ext>
            </a:extLst>
          </p:cNvPr>
          <p:cNvSpPr>
            <a:spLocks xmlns:a="http://schemas.openxmlformats.org/drawingml/2006/main" noGrp="1"/>
          </p:cNvSpPr>
          <p:nvPr/>
        </p:nvSpPr>
        <p:spPr>
          <a:xfrm xmlns:a="http://schemas.openxmlformats.org/drawingml/2006/main" rot="0">
            <a:off x="10401300" y="752475"/>
            <a:ext cx="781050" cy="771525"/>
          </a:xfrm>
          <a:custGeom xmlns:a="http://schemas.openxmlformats.org/drawingml/2006/main">
            <a:pathLst>
              <a:path w="781050" h="771525">
                <a:moveTo>
                  <a:pt x="323850" y="4763"/>
                </a:move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47675" y="4763"/>
                </a:lnTo>
                <a:lnTo>
                  <a:pt x="452438" y="9525"/>
                </a:lnTo>
                <a:lnTo>
                  <a:pt x="461963" y="9525"/>
                </a:lnTo>
                <a:lnTo>
                  <a:pt x="466725" y="14288"/>
                </a:lnTo>
                <a:lnTo>
                  <a:pt x="471488" y="19050"/>
                </a:lnTo>
                <a:lnTo>
                  <a:pt x="481013" y="19050"/>
                </a:lnTo>
                <a:lnTo>
                  <a:pt x="490538" y="19050"/>
                </a:lnTo>
                <a:lnTo>
                  <a:pt x="500063" y="19050"/>
                </a:lnTo>
                <a:lnTo>
                  <a:pt x="509588" y="19050"/>
                </a:lnTo>
                <a:lnTo>
                  <a:pt x="519113" y="19050"/>
                </a:lnTo>
                <a:lnTo>
                  <a:pt x="523875" y="23813"/>
                </a:lnTo>
                <a:lnTo>
                  <a:pt x="528638" y="28575"/>
                </a:lnTo>
                <a:lnTo>
                  <a:pt x="538163" y="28575"/>
                </a:lnTo>
                <a:lnTo>
                  <a:pt x="547688" y="28575"/>
                </a:lnTo>
                <a:lnTo>
                  <a:pt x="557213" y="28575"/>
                </a:lnTo>
                <a:lnTo>
                  <a:pt x="561975" y="33338"/>
                </a:lnTo>
                <a:lnTo>
                  <a:pt x="566738" y="38100"/>
                </a:lnTo>
                <a:lnTo>
                  <a:pt x="571500" y="42863"/>
                </a:lnTo>
                <a:lnTo>
                  <a:pt x="576263" y="47625"/>
                </a:lnTo>
                <a:lnTo>
                  <a:pt x="585788" y="47625"/>
                </a:lnTo>
                <a:lnTo>
                  <a:pt x="590550" y="52388"/>
                </a:lnTo>
                <a:lnTo>
                  <a:pt x="595313" y="57150"/>
                </a:lnTo>
                <a:lnTo>
                  <a:pt x="604838" y="57150"/>
                </a:lnTo>
                <a:lnTo>
                  <a:pt x="614363" y="57150"/>
                </a:lnTo>
                <a:lnTo>
                  <a:pt x="619125" y="61913"/>
                </a:lnTo>
                <a:lnTo>
                  <a:pt x="623888" y="66675"/>
                </a:lnTo>
                <a:lnTo>
                  <a:pt x="628650" y="71438"/>
                </a:lnTo>
                <a:lnTo>
                  <a:pt x="633413" y="76200"/>
                </a:lnTo>
                <a:lnTo>
                  <a:pt x="638175" y="80963"/>
                </a:lnTo>
                <a:lnTo>
                  <a:pt x="642938" y="85725"/>
                </a:lnTo>
                <a:lnTo>
                  <a:pt x="647700" y="90488"/>
                </a:lnTo>
                <a:lnTo>
                  <a:pt x="652463" y="95250"/>
                </a:lnTo>
                <a:lnTo>
                  <a:pt x="657225" y="100013"/>
                </a:lnTo>
                <a:lnTo>
                  <a:pt x="661988" y="104775"/>
                </a:lnTo>
                <a:lnTo>
                  <a:pt x="666750" y="109538"/>
                </a:lnTo>
                <a:lnTo>
                  <a:pt x="671513" y="114300"/>
                </a:lnTo>
                <a:lnTo>
                  <a:pt x="676275" y="119063"/>
                </a:lnTo>
                <a:lnTo>
                  <a:pt x="676275" y="128588"/>
                </a:lnTo>
                <a:lnTo>
                  <a:pt x="681038" y="133350"/>
                </a:lnTo>
                <a:lnTo>
                  <a:pt x="685800" y="138113"/>
                </a:lnTo>
                <a:lnTo>
                  <a:pt x="690563" y="142875"/>
                </a:lnTo>
                <a:lnTo>
                  <a:pt x="695325" y="147638"/>
                </a:lnTo>
                <a:lnTo>
                  <a:pt x="700088" y="152400"/>
                </a:lnTo>
                <a:lnTo>
                  <a:pt x="704850" y="157163"/>
                </a:lnTo>
                <a:lnTo>
                  <a:pt x="709613" y="161925"/>
                </a:lnTo>
                <a:lnTo>
                  <a:pt x="714375" y="166688"/>
                </a:lnTo>
                <a:lnTo>
                  <a:pt x="719138" y="171450"/>
                </a:lnTo>
                <a:lnTo>
                  <a:pt x="723900" y="176213"/>
                </a:lnTo>
                <a:lnTo>
                  <a:pt x="723900" y="185738"/>
                </a:lnTo>
                <a:lnTo>
                  <a:pt x="723900" y="195263"/>
                </a:lnTo>
                <a:lnTo>
                  <a:pt x="728663" y="200025"/>
                </a:lnTo>
                <a:lnTo>
                  <a:pt x="733425" y="204788"/>
                </a:lnTo>
                <a:lnTo>
                  <a:pt x="733425" y="214313"/>
                </a:lnTo>
                <a:lnTo>
                  <a:pt x="733425" y="223838"/>
                </a:lnTo>
                <a:lnTo>
                  <a:pt x="738188" y="228600"/>
                </a:lnTo>
                <a:lnTo>
                  <a:pt x="742950" y="233363"/>
                </a:lnTo>
                <a:lnTo>
                  <a:pt x="742950" y="242888"/>
                </a:lnTo>
                <a:lnTo>
                  <a:pt x="742950" y="252413"/>
                </a:lnTo>
                <a:lnTo>
                  <a:pt x="747713" y="257175"/>
                </a:lnTo>
                <a:lnTo>
                  <a:pt x="752475" y="261938"/>
                </a:lnTo>
                <a:lnTo>
                  <a:pt x="752475" y="271463"/>
                </a:lnTo>
                <a:lnTo>
                  <a:pt x="752475" y="280988"/>
                </a:lnTo>
                <a:lnTo>
                  <a:pt x="757238" y="285750"/>
                </a:lnTo>
                <a:lnTo>
                  <a:pt x="762000" y="290513"/>
                </a:lnTo>
                <a:lnTo>
                  <a:pt x="762000" y="300038"/>
                </a:lnTo>
                <a:lnTo>
                  <a:pt x="762000" y="309563"/>
                </a:lnTo>
                <a:lnTo>
                  <a:pt x="766763" y="314325"/>
                </a:lnTo>
                <a:lnTo>
                  <a:pt x="771525" y="319088"/>
                </a:lnTo>
                <a:lnTo>
                  <a:pt x="771525" y="328613"/>
                </a:lnTo>
                <a:lnTo>
                  <a:pt x="771525" y="338138"/>
                </a:lnTo>
                <a:lnTo>
                  <a:pt x="771525" y="347663"/>
                </a:lnTo>
                <a:lnTo>
                  <a:pt x="771525" y="357188"/>
                </a:lnTo>
                <a:lnTo>
                  <a:pt x="771525" y="366713"/>
                </a:lnTo>
                <a:lnTo>
                  <a:pt x="776288" y="371475"/>
                </a:lnTo>
                <a:lnTo>
                  <a:pt x="781050" y="376238"/>
                </a:lnTo>
                <a:lnTo>
                  <a:pt x="781050" y="385763"/>
                </a:lnTo>
                <a:lnTo>
                  <a:pt x="781050" y="395288"/>
                </a:lnTo>
                <a:lnTo>
                  <a:pt x="781050" y="404813"/>
                </a:lnTo>
                <a:lnTo>
                  <a:pt x="781050" y="414338"/>
                </a:lnTo>
                <a:lnTo>
                  <a:pt x="781050" y="423863"/>
                </a:lnTo>
                <a:lnTo>
                  <a:pt x="781050" y="433388"/>
                </a:lnTo>
                <a:lnTo>
                  <a:pt x="781050" y="442913"/>
                </a:lnTo>
                <a:lnTo>
                  <a:pt x="781050" y="452438"/>
                </a:lnTo>
                <a:lnTo>
                  <a:pt x="781050" y="461963"/>
                </a:lnTo>
                <a:lnTo>
                  <a:pt x="776288" y="466725"/>
                </a:lnTo>
                <a:lnTo>
                  <a:pt x="771525" y="471488"/>
                </a:lnTo>
                <a:lnTo>
                  <a:pt x="771525" y="481013"/>
                </a:lnTo>
                <a:lnTo>
                  <a:pt x="771525" y="490538"/>
                </a:lnTo>
                <a:lnTo>
                  <a:pt x="766763" y="495300"/>
                </a:lnTo>
                <a:lnTo>
                  <a:pt x="762000" y="500063"/>
                </a:lnTo>
                <a:lnTo>
                  <a:pt x="762000" y="509588"/>
                </a:lnTo>
                <a:lnTo>
                  <a:pt x="762000" y="519113"/>
                </a:lnTo>
                <a:lnTo>
                  <a:pt x="757238" y="523875"/>
                </a:lnTo>
                <a:lnTo>
                  <a:pt x="752475" y="528638"/>
                </a:lnTo>
                <a:lnTo>
                  <a:pt x="752475" y="538163"/>
                </a:lnTo>
                <a:lnTo>
                  <a:pt x="747713" y="542925"/>
                </a:lnTo>
                <a:lnTo>
                  <a:pt x="742950" y="547688"/>
                </a:lnTo>
                <a:lnTo>
                  <a:pt x="742950" y="557213"/>
                </a:lnTo>
                <a:lnTo>
                  <a:pt x="738188" y="561975"/>
                </a:lnTo>
                <a:lnTo>
                  <a:pt x="733425" y="566738"/>
                </a:lnTo>
                <a:lnTo>
                  <a:pt x="733425" y="576263"/>
                </a:lnTo>
                <a:lnTo>
                  <a:pt x="728663" y="581025"/>
                </a:lnTo>
                <a:lnTo>
                  <a:pt x="723900" y="585788"/>
                </a:lnTo>
                <a:lnTo>
                  <a:pt x="723900" y="595313"/>
                </a:lnTo>
                <a:lnTo>
                  <a:pt x="723900" y="604838"/>
                </a:lnTo>
                <a:lnTo>
                  <a:pt x="719138" y="609600"/>
                </a:lnTo>
                <a:lnTo>
                  <a:pt x="714375" y="614363"/>
                </a:lnTo>
                <a:lnTo>
                  <a:pt x="709613" y="619125"/>
                </a:lnTo>
                <a:lnTo>
                  <a:pt x="704850" y="623888"/>
                </a:lnTo>
                <a:lnTo>
                  <a:pt x="704850" y="633413"/>
                </a:lnTo>
                <a:lnTo>
                  <a:pt x="700088" y="638175"/>
                </a:lnTo>
                <a:lnTo>
                  <a:pt x="690563" y="638175"/>
                </a:lnTo>
                <a:lnTo>
                  <a:pt x="685800" y="642938"/>
                </a:lnTo>
                <a:lnTo>
                  <a:pt x="681038" y="647700"/>
                </a:lnTo>
                <a:lnTo>
                  <a:pt x="676275" y="652463"/>
                </a:lnTo>
                <a:lnTo>
                  <a:pt x="676275" y="661988"/>
                </a:lnTo>
                <a:lnTo>
                  <a:pt x="671513" y="666750"/>
                </a:lnTo>
                <a:lnTo>
                  <a:pt x="666750" y="671513"/>
                </a:lnTo>
                <a:lnTo>
                  <a:pt x="661988" y="676275"/>
                </a:lnTo>
                <a:lnTo>
                  <a:pt x="657225" y="681038"/>
                </a:lnTo>
                <a:lnTo>
                  <a:pt x="652463" y="685800"/>
                </a:lnTo>
                <a:lnTo>
                  <a:pt x="647700" y="690563"/>
                </a:lnTo>
                <a:lnTo>
                  <a:pt x="642938" y="695325"/>
                </a:lnTo>
                <a:lnTo>
                  <a:pt x="638175" y="700088"/>
                </a:lnTo>
                <a:lnTo>
                  <a:pt x="633413" y="704850"/>
                </a:lnTo>
                <a:lnTo>
                  <a:pt x="628650" y="709613"/>
                </a:lnTo>
                <a:lnTo>
                  <a:pt x="623888" y="714375"/>
                </a:lnTo>
                <a:lnTo>
                  <a:pt x="619125" y="719138"/>
                </a:lnTo>
                <a:lnTo>
                  <a:pt x="614363" y="723900"/>
                </a:lnTo>
                <a:lnTo>
                  <a:pt x="604838" y="723900"/>
                </a:lnTo>
                <a:lnTo>
                  <a:pt x="595313" y="723900"/>
                </a:lnTo>
                <a:lnTo>
                  <a:pt x="590550" y="728663"/>
                </a:lnTo>
                <a:lnTo>
                  <a:pt x="585788" y="733425"/>
                </a:lnTo>
                <a:lnTo>
                  <a:pt x="576263" y="733425"/>
                </a:lnTo>
                <a:lnTo>
                  <a:pt x="571500" y="738188"/>
                </a:lnTo>
                <a:lnTo>
                  <a:pt x="566738" y="742950"/>
                </a:lnTo>
                <a:lnTo>
                  <a:pt x="561975" y="747713"/>
                </a:lnTo>
                <a:lnTo>
                  <a:pt x="557213" y="752475"/>
                </a:lnTo>
                <a:lnTo>
                  <a:pt x="547688" y="752475"/>
                </a:lnTo>
                <a:lnTo>
                  <a:pt x="538163" y="752475"/>
                </a:lnTo>
                <a:lnTo>
                  <a:pt x="528638" y="752475"/>
                </a:lnTo>
                <a:lnTo>
                  <a:pt x="523875" y="757238"/>
                </a:lnTo>
                <a:lnTo>
                  <a:pt x="519113" y="762000"/>
                </a:lnTo>
                <a:lnTo>
                  <a:pt x="509588" y="762000"/>
                </a:lnTo>
                <a:lnTo>
                  <a:pt x="500063" y="762000"/>
                </a:lnTo>
                <a:lnTo>
                  <a:pt x="490538" y="762000"/>
                </a:lnTo>
                <a:lnTo>
                  <a:pt x="485775" y="766763"/>
                </a:lnTo>
                <a:lnTo>
                  <a:pt x="481013" y="771525"/>
                </a:lnTo>
                <a:lnTo>
                  <a:pt x="471488" y="771525"/>
                </a:lnTo>
                <a:lnTo>
                  <a:pt x="461963" y="771525"/>
                </a:lnTo>
                <a:lnTo>
                  <a:pt x="452438" y="771525"/>
                </a:lnTo>
                <a:lnTo>
                  <a:pt x="442913" y="771525"/>
                </a:lnTo>
                <a:lnTo>
                  <a:pt x="433388" y="771525"/>
                </a:lnTo>
                <a:lnTo>
                  <a:pt x="423863" y="771525"/>
                </a:lnTo>
                <a:lnTo>
                  <a:pt x="414338" y="771525"/>
                </a:lnTo>
                <a:lnTo>
                  <a:pt x="404813" y="771525"/>
                </a:lnTo>
                <a:lnTo>
                  <a:pt x="395288" y="771525"/>
                </a:lnTo>
                <a:lnTo>
                  <a:pt x="385763" y="771525"/>
                </a:lnTo>
                <a:lnTo>
                  <a:pt x="376238" y="771525"/>
                </a:lnTo>
                <a:lnTo>
                  <a:pt x="366713" y="771525"/>
                </a:lnTo>
                <a:lnTo>
                  <a:pt x="357188" y="771525"/>
                </a:lnTo>
                <a:lnTo>
                  <a:pt x="347663" y="771525"/>
                </a:lnTo>
                <a:lnTo>
                  <a:pt x="338138" y="771525"/>
                </a:lnTo>
                <a:lnTo>
                  <a:pt x="328613" y="771525"/>
                </a:lnTo>
                <a:lnTo>
                  <a:pt x="319088" y="771525"/>
                </a:lnTo>
                <a:lnTo>
                  <a:pt x="309563" y="771525"/>
                </a:lnTo>
                <a:lnTo>
                  <a:pt x="304800" y="766763"/>
                </a:lnTo>
                <a:lnTo>
                  <a:pt x="300038" y="762000"/>
                </a:lnTo>
                <a:lnTo>
                  <a:pt x="290513" y="762000"/>
                </a:lnTo>
                <a:lnTo>
                  <a:pt x="280988" y="762000"/>
                </a:lnTo>
                <a:lnTo>
                  <a:pt x="271463" y="762000"/>
                </a:lnTo>
                <a:lnTo>
                  <a:pt x="261938" y="762000"/>
                </a:lnTo>
                <a:lnTo>
                  <a:pt x="257175" y="757238"/>
                </a:lnTo>
                <a:lnTo>
                  <a:pt x="252413" y="752475"/>
                </a:lnTo>
                <a:lnTo>
                  <a:pt x="242888" y="752475"/>
                </a:lnTo>
                <a:lnTo>
                  <a:pt x="238125" y="747713"/>
                </a:lnTo>
                <a:lnTo>
                  <a:pt x="233363" y="742950"/>
                </a:lnTo>
                <a:lnTo>
                  <a:pt x="223838" y="742950"/>
                </a:lnTo>
                <a:lnTo>
                  <a:pt x="214313" y="742950"/>
                </a:lnTo>
                <a:lnTo>
                  <a:pt x="209550" y="738188"/>
                </a:lnTo>
                <a:lnTo>
                  <a:pt x="204788" y="733425"/>
                </a:lnTo>
                <a:lnTo>
                  <a:pt x="200025" y="728663"/>
                </a:lnTo>
                <a:lnTo>
                  <a:pt x="195263" y="723900"/>
                </a:lnTo>
                <a:lnTo>
                  <a:pt x="185738" y="723900"/>
                </a:lnTo>
                <a:lnTo>
                  <a:pt x="180975" y="719138"/>
                </a:lnTo>
                <a:lnTo>
                  <a:pt x="176213" y="714375"/>
                </a:lnTo>
                <a:lnTo>
                  <a:pt x="166688" y="714375"/>
                </a:lnTo>
                <a:lnTo>
                  <a:pt x="157163" y="714375"/>
                </a:lnTo>
                <a:lnTo>
                  <a:pt x="152400" y="709613"/>
                </a:lnTo>
                <a:lnTo>
                  <a:pt x="147638" y="704850"/>
                </a:lnTo>
                <a:lnTo>
                  <a:pt x="142875" y="700088"/>
                </a:lnTo>
                <a:lnTo>
                  <a:pt x="138113" y="695325"/>
                </a:lnTo>
                <a:lnTo>
                  <a:pt x="128588" y="695325"/>
                </a:lnTo>
                <a:lnTo>
                  <a:pt x="123825" y="690563"/>
                </a:lnTo>
                <a:lnTo>
                  <a:pt x="119063" y="685800"/>
                </a:lnTo>
                <a:lnTo>
                  <a:pt x="114300" y="681038"/>
                </a:lnTo>
                <a:lnTo>
                  <a:pt x="109538" y="676275"/>
                </a:lnTo>
                <a:lnTo>
                  <a:pt x="104775" y="671513"/>
                </a:lnTo>
                <a:lnTo>
                  <a:pt x="100013" y="666750"/>
                </a:lnTo>
                <a:lnTo>
                  <a:pt x="95250" y="661988"/>
                </a:lnTo>
                <a:lnTo>
                  <a:pt x="95250" y="652463"/>
                </a:lnTo>
                <a:lnTo>
                  <a:pt x="90488" y="647700"/>
                </a:lnTo>
                <a:lnTo>
                  <a:pt x="85725" y="642938"/>
                </a:lnTo>
                <a:lnTo>
                  <a:pt x="80963" y="638175"/>
                </a:lnTo>
                <a:lnTo>
                  <a:pt x="71438" y="638175"/>
                </a:lnTo>
                <a:lnTo>
                  <a:pt x="66675" y="633413"/>
                </a:lnTo>
                <a:lnTo>
                  <a:pt x="66675" y="623888"/>
                </a:lnTo>
                <a:lnTo>
                  <a:pt x="61913" y="619125"/>
                </a:lnTo>
                <a:lnTo>
                  <a:pt x="57150" y="614363"/>
                </a:lnTo>
                <a:lnTo>
                  <a:pt x="57150" y="604838"/>
                </a:lnTo>
                <a:lnTo>
                  <a:pt x="52388" y="600075"/>
                </a:lnTo>
                <a:lnTo>
                  <a:pt x="47625" y="595313"/>
                </a:lnTo>
                <a:lnTo>
                  <a:pt x="47625" y="585788"/>
                </a:lnTo>
                <a:lnTo>
                  <a:pt x="42863" y="581025"/>
                </a:lnTo>
                <a:lnTo>
                  <a:pt x="38100" y="576263"/>
                </a:lnTo>
                <a:lnTo>
                  <a:pt x="38100" y="566738"/>
                </a:lnTo>
                <a:lnTo>
                  <a:pt x="33338" y="561975"/>
                </a:lnTo>
                <a:lnTo>
                  <a:pt x="28575" y="557213"/>
                </a:lnTo>
                <a:lnTo>
                  <a:pt x="28575" y="547688"/>
                </a:lnTo>
                <a:lnTo>
                  <a:pt x="28575" y="538163"/>
                </a:lnTo>
                <a:lnTo>
                  <a:pt x="23813" y="533400"/>
                </a:lnTo>
                <a:lnTo>
                  <a:pt x="19050" y="528638"/>
                </a:lnTo>
                <a:lnTo>
                  <a:pt x="14288" y="523875"/>
                </a:lnTo>
                <a:lnTo>
                  <a:pt x="9525" y="519113"/>
                </a:lnTo>
                <a:lnTo>
                  <a:pt x="9525" y="509588"/>
                </a:lnTo>
                <a:lnTo>
                  <a:pt x="9525" y="500063"/>
                </a:lnTo>
                <a:lnTo>
                  <a:pt x="4763" y="495300"/>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4763" y="352425"/>
                </a:lnTo>
                <a:lnTo>
                  <a:pt x="9525" y="347663"/>
                </a:lnTo>
                <a:lnTo>
                  <a:pt x="9525" y="338138"/>
                </a:lnTo>
                <a:lnTo>
                  <a:pt x="9525" y="328613"/>
                </a:lnTo>
                <a:lnTo>
                  <a:pt x="9525" y="319088"/>
                </a:lnTo>
                <a:lnTo>
                  <a:pt x="9525" y="309563"/>
                </a:lnTo>
                <a:lnTo>
                  <a:pt x="9525" y="300038"/>
                </a:lnTo>
                <a:lnTo>
                  <a:pt x="9525" y="290513"/>
                </a:lnTo>
                <a:lnTo>
                  <a:pt x="14288" y="285750"/>
                </a:lnTo>
                <a:lnTo>
                  <a:pt x="19050" y="280988"/>
                </a:lnTo>
                <a:lnTo>
                  <a:pt x="19050" y="271463"/>
                </a:lnTo>
                <a:lnTo>
                  <a:pt x="23813" y="266700"/>
                </a:lnTo>
                <a:lnTo>
                  <a:pt x="28575" y="261938"/>
                </a:lnTo>
                <a:lnTo>
                  <a:pt x="28575" y="252413"/>
                </a:lnTo>
                <a:lnTo>
                  <a:pt x="28575" y="242888"/>
                </a:lnTo>
                <a:lnTo>
                  <a:pt x="33338" y="238125"/>
                </a:lnTo>
                <a:lnTo>
                  <a:pt x="38100" y="233363"/>
                </a:lnTo>
                <a:lnTo>
                  <a:pt x="38100" y="223838"/>
                </a:lnTo>
                <a:lnTo>
                  <a:pt x="38100" y="214313"/>
                </a:lnTo>
                <a:lnTo>
                  <a:pt x="38100" y="204788"/>
                </a:lnTo>
                <a:lnTo>
                  <a:pt x="42863" y="200025"/>
                </a:lnTo>
                <a:lnTo>
                  <a:pt x="47625" y="195263"/>
                </a:lnTo>
                <a:lnTo>
                  <a:pt x="47625" y="185738"/>
                </a:lnTo>
                <a:lnTo>
                  <a:pt x="52388" y="180975"/>
                </a:lnTo>
                <a:lnTo>
                  <a:pt x="57150" y="176213"/>
                </a:lnTo>
                <a:lnTo>
                  <a:pt x="57150" y="166688"/>
                </a:lnTo>
                <a:lnTo>
                  <a:pt x="61913" y="161925"/>
                </a:lnTo>
                <a:lnTo>
                  <a:pt x="71438" y="161925"/>
                </a:lnTo>
                <a:lnTo>
                  <a:pt x="76200" y="157163"/>
                </a:lnTo>
                <a:lnTo>
                  <a:pt x="80963" y="152400"/>
                </a:lnTo>
                <a:lnTo>
                  <a:pt x="85725" y="147638"/>
                </a:lnTo>
                <a:lnTo>
                  <a:pt x="85725" y="138113"/>
                </a:lnTo>
                <a:lnTo>
                  <a:pt x="90488" y="133350"/>
                </a:lnTo>
                <a:lnTo>
                  <a:pt x="95250" y="128588"/>
                </a:lnTo>
                <a:lnTo>
                  <a:pt x="95250" y="119063"/>
                </a:lnTo>
                <a:lnTo>
                  <a:pt x="100013" y="114300"/>
                </a:lnTo>
                <a:lnTo>
                  <a:pt x="109538" y="114300"/>
                </a:lnTo>
                <a:lnTo>
                  <a:pt x="114300" y="109538"/>
                </a:lnTo>
                <a:lnTo>
                  <a:pt x="119063" y="104775"/>
                </a:lnTo>
                <a:lnTo>
                  <a:pt x="123825" y="100013"/>
                </a:lnTo>
                <a:lnTo>
                  <a:pt x="123825" y="90488"/>
                </a:lnTo>
                <a:lnTo>
                  <a:pt x="128588" y="85725"/>
                </a:lnTo>
                <a:lnTo>
                  <a:pt x="138113" y="85725"/>
                </a:lnTo>
                <a:lnTo>
                  <a:pt x="142875" y="80963"/>
                </a:lnTo>
                <a:lnTo>
                  <a:pt x="147638" y="76200"/>
                </a:lnTo>
                <a:lnTo>
                  <a:pt x="157163" y="76200"/>
                </a:lnTo>
                <a:lnTo>
                  <a:pt x="166688" y="76200"/>
                </a:lnTo>
                <a:lnTo>
                  <a:pt x="171450" y="71438"/>
                </a:lnTo>
                <a:lnTo>
                  <a:pt x="176213" y="66675"/>
                </a:lnTo>
                <a:lnTo>
                  <a:pt x="180975" y="61913"/>
                </a:lnTo>
                <a:lnTo>
                  <a:pt x="185738" y="57150"/>
                </a:lnTo>
                <a:lnTo>
                  <a:pt x="195263" y="57150"/>
                </a:lnTo>
                <a:lnTo>
                  <a:pt x="200025" y="52388"/>
                </a:lnTo>
                <a:lnTo>
                  <a:pt x="204788" y="47625"/>
                </a:lnTo>
                <a:lnTo>
                  <a:pt x="214313" y="47625"/>
                </a:lnTo>
                <a:lnTo>
                  <a:pt x="219075" y="42863"/>
                </a:lnTo>
                <a:lnTo>
                  <a:pt x="223838" y="38100"/>
                </a:lnTo>
                <a:lnTo>
                  <a:pt x="233363" y="38100"/>
                </a:lnTo>
                <a:lnTo>
                  <a:pt x="238125" y="33338"/>
                </a:lnTo>
                <a:lnTo>
                  <a:pt x="242888" y="28575"/>
                </a:lnTo>
                <a:lnTo>
                  <a:pt x="252413" y="28575"/>
                </a:lnTo>
                <a:lnTo>
                  <a:pt x="261938" y="28575"/>
                </a:lnTo>
                <a:lnTo>
                  <a:pt x="271463" y="28575"/>
                </a:lnTo>
                <a:lnTo>
                  <a:pt x="276225" y="23813"/>
                </a:lnTo>
                <a:lnTo>
                  <a:pt x="280988" y="19050"/>
                </a:lnTo>
                <a:lnTo>
                  <a:pt x="290513" y="19050"/>
                </a:lnTo>
                <a:lnTo>
                  <a:pt x="300038" y="19050"/>
                </a:lnTo>
                <a:lnTo>
                  <a:pt x="304800" y="14288"/>
                </a:lnTo>
                <a:lnTo>
                  <a:pt x="309563" y="9525"/>
                </a:lnTo>
                <a:lnTo>
                  <a:pt x="319088" y="9525"/>
                </a:lnTo>
                <a:lnTo>
                  <a:pt x="323850" y="4763"/>
                </a:lnTo>
                <a:close/>
              </a:path>
            </a:pathLst>
          </a:custGeom>
          <a:solidFill xmlns:a="http://schemas.openxmlformats.org/drawingml/2006/main">
            <a:srgbClr val="C8C8C8"/>
          </a:solidFill>
          <a:ln xmlns:a="http://schemas.openxmlformats.org/drawingml/2006/main" w="0">
            <a:noFill/>
            <a:prstDash val="solid"/>
          </a:ln>
        </p:spPr>
      </p:sp>
      <p:sp>
        <p:nvSpPr>
          <p:cNvPr id="147" name="deep-skill-chaining-source-component-2-gradient-202-0">
            <a:extLst xmlns:a="http://schemas.openxmlformats.org/drawingml/2006/main">
              <a:ext uri="{FF2B5EF4-FFF2-40B4-BE49-F238E27FC236}">
                <a16:creationId xmlns:a16="http://schemas.microsoft.com/office/drawing/2014/main" id="{F6F0186F-9883-4946-A54D-158F34F20870}"/>
              </a:ext>
            </a:extLst>
          </p:cNvPr>
          <p:cNvSpPr>
            <a:spLocks xmlns:a="http://schemas.openxmlformats.org/drawingml/2006/main" noGrp="1"/>
          </p:cNvSpPr>
          <p:nvPr/>
        </p:nvSpPr>
        <p:spPr>
          <a:xfrm xmlns:a="http://schemas.openxmlformats.org/drawingml/2006/main" rot="0">
            <a:off x="10410825" y="781050"/>
            <a:ext cx="752475" cy="742950"/>
          </a:xfrm>
          <a:custGeom xmlns:a="http://schemas.openxmlformats.org/drawingml/2006/main">
            <a:pathLst>
              <a:path w="752475" h="742950">
                <a:moveTo>
                  <a:pt x="285750" y="4763"/>
                </a:move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495300" y="4763"/>
                </a:lnTo>
                <a:lnTo>
                  <a:pt x="500063" y="9525"/>
                </a:lnTo>
                <a:lnTo>
                  <a:pt x="509588" y="9525"/>
                </a:lnTo>
                <a:lnTo>
                  <a:pt x="514350" y="14288"/>
                </a:lnTo>
                <a:lnTo>
                  <a:pt x="519113" y="19050"/>
                </a:lnTo>
                <a:lnTo>
                  <a:pt x="528638" y="19050"/>
                </a:lnTo>
                <a:lnTo>
                  <a:pt x="533400" y="23813"/>
                </a:lnTo>
                <a:lnTo>
                  <a:pt x="538163" y="28575"/>
                </a:lnTo>
                <a:lnTo>
                  <a:pt x="547688" y="28575"/>
                </a:lnTo>
                <a:lnTo>
                  <a:pt x="552450" y="33338"/>
                </a:lnTo>
                <a:lnTo>
                  <a:pt x="557213" y="38100"/>
                </a:lnTo>
                <a:lnTo>
                  <a:pt x="566738" y="38100"/>
                </a:lnTo>
                <a:lnTo>
                  <a:pt x="571500" y="42863"/>
                </a:lnTo>
                <a:lnTo>
                  <a:pt x="576263" y="47625"/>
                </a:lnTo>
                <a:lnTo>
                  <a:pt x="585788" y="47625"/>
                </a:lnTo>
                <a:lnTo>
                  <a:pt x="590550" y="52388"/>
                </a:lnTo>
                <a:lnTo>
                  <a:pt x="595313" y="57150"/>
                </a:lnTo>
                <a:lnTo>
                  <a:pt x="604838" y="57150"/>
                </a:lnTo>
                <a:lnTo>
                  <a:pt x="609600" y="61913"/>
                </a:lnTo>
                <a:lnTo>
                  <a:pt x="614363" y="66675"/>
                </a:lnTo>
                <a:lnTo>
                  <a:pt x="619125" y="71438"/>
                </a:lnTo>
                <a:lnTo>
                  <a:pt x="623888" y="76200"/>
                </a:lnTo>
                <a:lnTo>
                  <a:pt x="628650" y="80963"/>
                </a:lnTo>
                <a:lnTo>
                  <a:pt x="633413" y="85725"/>
                </a:lnTo>
                <a:lnTo>
                  <a:pt x="638175" y="90488"/>
                </a:lnTo>
                <a:lnTo>
                  <a:pt x="642938" y="95250"/>
                </a:lnTo>
                <a:lnTo>
                  <a:pt x="647700" y="100013"/>
                </a:lnTo>
                <a:lnTo>
                  <a:pt x="652463" y="104775"/>
                </a:lnTo>
                <a:lnTo>
                  <a:pt x="657225" y="109538"/>
                </a:lnTo>
                <a:lnTo>
                  <a:pt x="661988" y="114300"/>
                </a:lnTo>
                <a:lnTo>
                  <a:pt x="666750" y="119063"/>
                </a:lnTo>
                <a:lnTo>
                  <a:pt x="666750" y="128588"/>
                </a:lnTo>
                <a:lnTo>
                  <a:pt x="671513" y="133350"/>
                </a:lnTo>
                <a:lnTo>
                  <a:pt x="676275" y="138113"/>
                </a:lnTo>
                <a:lnTo>
                  <a:pt x="681038" y="142875"/>
                </a:lnTo>
                <a:lnTo>
                  <a:pt x="690563" y="142875"/>
                </a:lnTo>
                <a:lnTo>
                  <a:pt x="695325" y="147638"/>
                </a:lnTo>
                <a:lnTo>
                  <a:pt x="695325" y="157163"/>
                </a:lnTo>
                <a:lnTo>
                  <a:pt x="695325" y="166688"/>
                </a:lnTo>
                <a:lnTo>
                  <a:pt x="695325" y="176213"/>
                </a:lnTo>
                <a:lnTo>
                  <a:pt x="695325" y="185738"/>
                </a:lnTo>
                <a:lnTo>
                  <a:pt x="700088" y="190500"/>
                </a:lnTo>
                <a:lnTo>
                  <a:pt x="704850" y="195263"/>
                </a:lnTo>
                <a:lnTo>
                  <a:pt x="709613" y="200025"/>
                </a:lnTo>
                <a:lnTo>
                  <a:pt x="714375" y="204788"/>
                </a:lnTo>
                <a:lnTo>
                  <a:pt x="714375" y="214313"/>
                </a:lnTo>
                <a:lnTo>
                  <a:pt x="714375" y="223838"/>
                </a:lnTo>
                <a:lnTo>
                  <a:pt x="719138" y="228600"/>
                </a:lnTo>
                <a:lnTo>
                  <a:pt x="723900" y="233363"/>
                </a:lnTo>
                <a:lnTo>
                  <a:pt x="723900" y="242888"/>
                </a:lnTo>
                <a:lnTo>
                  <a:pt x="723900" y="252413"/>
                </a:lnTo>
                <a:lnTo>
                  <a:pt x="728663" y="257175"/>
                </a:lnTo>
                <a:lnTo>
                  <a:pt x="733425" y="261938"/>
                </a:lnTo>
                <a:lnTo>
                  <a:pt x="733425" y="271463"/>
                </a:lnTo>
                <a:lnTo>
                  <a:pt x="733425" y="280988"/>
                </a:lnTo>
                <a:lnTo>
                  <a:pt x="738188" y="285750"/>
                </a:lnTo>
                <a:lnTo>
                  <a:pt x="742950" y="290513"/>
                </a:lnTo>
                <a:lnTo>
                  <a:pt x="742950" y="300038"/>
                </a:lnTo>
                <a:lnTo>
                  <a:pt x="742950" y="309563"/>
                </a:lnTo>
                <a:lnTo>
                  <a:pt x="742950" y="319088"/>
                </a:lnTo>
                <a:lnTo>
                  <a:pt x="742950" y="328613"/>
                </a:lnTo>
                <a:lnTo>
                  <a:pt x="742950" y="338138"/>
                </a:lnTo>
                <a:lnTo>
                  <a:pt x="747713" y="342900"/>
                </a:lnTo>
                <a:lnTo>
                  <a:pt x="752475" y="347663"/>
                </a:lnTo>
                <a:lnTo>
                  <a:pt x="752475" y="357188"/>
                </a:lnTo>
                <a:lnTo>
                  <a:pt x="752475" y="366713"/>
                </a:lnTo>
                <a:lnTo>
                  <a:pt x="752475" y="376238"/>
                </a:lnTo>
                <a:lnTo>
                  <a:pt x="752475" y="385763"/>
                </a:lnTo>
                <a:lnTo>
                  <a:pt x="752475" y="395288"/>
                </a:lnTo>
                <a:lnTo>
                  <a:pt x="752475" y="404813"/>
                </a:lnTo>
                <a:lnTo>
                  <a:pt x="752475" y="414338"/>
                </a:lnTo>
                <a:lnTo>
                  <a:pt x="752475" y="423863"/>
                </a:lnTo>
                <a:lnTo>
                  <a:pt x="752475" y="433388"/>
                </a:lnTo>
                <a:lnTo>
                  <a:pt x="747713" y="438150"/>
                </a:lnTo>
                <a:lnTo>
                  <a:pt x="742950" y="442913"/>
                </a:lnTo>
                <a:lnTo>
                  <a:pt x="742950" y="452438"/>
                </a:lnTo>
                <a:lnTo>
                  <a:pt x="738188" y="457200"/>
                </a:lnTo>
                <a:lnTo>
                  <a:pt x="733425" y="461963"/>
                </a:lnTo>
                <a:lnTo>
                  <a:pt x="733425" y="471488"/>
                </a:lnTo>
                <a:lnTo>
                  <a:pt x="728663" y="476250"/>
                </a:lnTo>
                <a:lnTo>
                  <a:pt x="723900" y="481013"/>
                </a:lnTo>
                <a:lnTo>
                  <a:pt x="723900" y="490538"/>
                </a:lnTo>
                <a:lnTo>
                  <a:pt x="719138" y="495300"/>
                </a:lnTo>
                <a:lnTo>
                  <a:pt x="714375" y="500063"/>
                </a:lnTo>
                <a:lnTo>
                  <a:pt x="714375" y="509588"/>
                </a:lnTo>
                <a:lnTo>
                  <a:pt x="714375" y="519113"/>
                </a:lnTo>
                <a:lnTo>
                  <a:pt x="709613" y="523875"/>
                </a:lnTo>
                <a:lnTo>
                  <a:pt x="704850" y="528638"/>
                </a:lnTo>
                <a:lnTo>
                  <a:pt x="704850" y="538163"/>
                </a:lnTo>
                <a:lnTo>
                  <a:pt x="704850" y="547688"/>
                </a:lnTo>
                <a:lnTo>
                  <a:pt x="700088" y="552450"/>
                </a:lnTo>
                <a:lnTo>
                  <a:pt x="695325" y="557213"/>
                </a:lnTo>
                <a:lnTo>
                  <a:pt x="695325" y="566738"/>
                </a:lnTo>
                <a:lnTo>
                  <a:pt x="695325" y="576263"/>
                </a:lnTo>
                <a:lnTo>
                  <a:pt x="690563" y="581025"/>
                </a:lnTo>
                <a:lnTo>
                  <a:pt x="685800" y="585788"/>
                </a:lnTo>
                <a:lnTo>
                  <a:pt x="681038" y="590550"/>
                </a:lnTo>
                <a:lnTo>
                  <a:pt x="676275" y="595313"/>
                </a:lnTo>
                <a:lnTo>
                  <a:pt x="671513" y="600075"/>
                </a:lnTo>
                <a:lnTo>
                  <a:pt x="666750" y="604838"/>
                </a:lnTo>
                <a:lnTo>
                  <a:pt x="661988" y="609600"/>
                </a:lnTo>
                <a:lnTo>
                  <a:pt x="657225" y="614363"/>
                </a:lnTo>
                <a:lnTo>
                  <a:pt x="652463" y="619125"/>
                </a:lnTo>
                <a:lnTo>
                  <a:pt x="647700" y="623888"/>
                </a:lnTo>
                <a:lnTo>
                  <a:pt x="642938" y="628650"/>
                </a:lnTo>
                <a:lnTo>
                  <a:pt x="638175" y="633413"/>
                </a:lnTo>
                <a:lnTo>
                  <a:pt x="633413" y="638175"/>
                </a:lnTo>
                <a:lnTo>
                  <a:pt x="628650" y="642938"/>
                </a:lnTo>
                <a:lnTo>
                  <a:pt x="623888" y="647700"/>
                </a:lnTo>
                <a:lnTo>
                  <a:pt x="619125" y="652463"/>
                </a:lnTo>
                <a:lnTo>
                  <a:pt x="614363" y="657225"/>
                </a:lnTo>
                <a:lnTo>
                  <a:pt x="609600" y="661988"/>
                </a:lnTo>
                <a:lnTo>
                  <a:pt x="604838" y="666750"/>
                </a:lnTo>
                <a:lnTo>
                  <a:pt x="595313" y="666750"/>
                </a:lnTo>
                <a:lnTo>
                  <a:pt x="590550" y="671513"/>
                </a:lnTo>
                <a:lnTo>
                  <a:pt x="585788" y="676275"/>
                </a:lnTo>
                <a:lnTo>
                  <a:pt x="581025" y="681038"/>
                </a:lnTo>
                <a:lnTo>
                  <a:pt x="576263" y="685800"/>
                </a:lnTo>
                <a:lnTo>
                  <a:pt x="566738" y="685800"/>
                </a:lnTo>
                <a:lnTo>
                  <a:pt x="557213" y="685800"/>
                </a:lnTo>
                <a:lnTo>
                  <a:pt x="552450" y="690563"/>
                </a:lnTo>
                <a:lnTo>
                  <a:pt x="547688" y="695325"/>
                </a:lnTo>
                <a:lnTo>
                  <a:pt x="538163" y="695325"/>
                </a:lnTo>
                <a:lnTo>
                  <a:pt x="533400" y="700088"/>
                </a:lnTo>
                <a:lnTo>
                  <a:pt x="528638" y="704850"/>
                </a:lnTo>
                <a:lnTo>
                  <a:pt x="523875" y="709613"/>
                </a:lnTo>
                <a:lnTo>
                  <a:pt x="519113" y="714375"/>
                </a:lnTo>
                <a:lnTo>
                  <a:pt x="509588" y="714375"/>
                </a:lnTo>
                <a:lnTo>
                  <a:pt x="500063" y="714375"/>
                </a:lnTo>
                <a:lnTo>
                  <a:pt x="495300" y="719138"/>
                </a:lnTo>
                <a:lnTo>
                  <a:pt x="490538" y="723900"/>
                </a:lnTo>
                <a:lnTo>
                  <a:pt x="481013" y="723900"/>
                </a:lnTo>
                <a:lnTo>
                  <a:pt x="471488" y="723900"/>
                </a:lnTo>
                <a:lnTo>
                  <a:pt x="461963" y="723900"/>
                </a:lnTo>
                <a:lnTo>
                  <a:pt x="452438" y="723900"/>
                </a:lnTo>
                <a:lnTo>
                  <a:pt x="442913" y="723900"/>
                </a:lnTo>
                <a:lnTo>
                  <a:pt x="438150" y="728663"/>
                </a:lnTo>
                <a:lnTo>
                  <a:pt x="433388" y="733425"/>
                </a:lnTo>
                <a:lnTo>
                  <a:pt x="423863" y="733425"/>
                </a:lnTo>
                <a:lnTo>
                  <a:pt x="414338" y="733425"/>
                </a:lnTo>
                <a:lnTo>
                  <a:pt x="409575" y="738188"/>
                </a:lnTo>
                <a:lnTo>
                  <a:pt x="404813" y="742950"/>
                </a:lnTo>
                <a:lnTo>
                  <a:pt x="395288" y="742950"/>
                </a:lnTo>
                <a:lnTo>
                  <a:pt x="385763" y="742950"/>
                </a:lnTo>
                <a:lnTo>
                  <a:pt x="376238" y="742950"/>
                </a:lnTo>
                <a:lnTo>
                  <a:pt x="366713" y="742950"/>
                </a:lnTo>
                <a:lnTo>
                  <a:pt x="357188" y="742950"/>
                </a:lnTo>
                <a:lnTo>
                  <a:pt x="347663" y="742950"/>
                </a:lnTo>
                <a:lnTo>
                  <a:pt x="342900" y="738188"/>
                </a:lnTo>
                <a:lnTo>
                  <a:pt x="338138" y="733425"/>
                </a:lnTo>
                <a:lnTo>
                  <a:pt x="328613" y="733425"/>
                </a:lnTo>
                <a:lnTo>
                  <a:pt x="319088" y="733425"/>
                </a:lnTo>
                <a:lnTo>
                  <a:pt x="314325" y="728663"/>
                </a:lnTo>
                <a:lnTo>
                  <a:pt x="309563" y="723900"/>
                </a:lnTo>
                <a:lnTo>
                  <a:pt x="300038" y="723900"/>
                </a:lnTo>
                <a:lnTo>
                  <a:pt x="290513" y="723900"/>
                </a:lnTo>
                <a:lnTo>
                  <a:pt x="285750" y="719138"/>
                </a:lnTo>
                <a:lnTo>
                  <a:pt x="280988" y="714375"/>
                </a:lnTo>
                <a:lnTo>
                  <a:pt x="271463" y="714375"/>
                </a:lnTo>
                <a:lnTo>
                  <a:pt x="261938" y="714375"/>
                </a:lnTo>
                <a:lnTo>
                  <a:pt x="252413" y="714375"/>
                </a:lnTo>
                <a:lnTo>
                  <a:pt x="247650" y="709613"/>
                </a:lnTo>
                <a:lnTo>
                  <a:pt x="242888" y="704850"/>
                </a:lnTo>
                <a:lnTo>
                  <a:pt x="233363" y="704850"/>
                </a:lnTo>
                <a:lnTo>
                  <a:pt x="223838" y="704850"/>
                </a:lnTo>
                <a:lnTo>
                  <a:pt x="219075" y="700088"/>
                </a:lnTo>
                <a:lnTo>
                  <a:pt x="214313" y="695325"/>
                </a:lnTo>
                <a:lnTo>
                  <a:pt x="204788" y="695325"/>
                </a:lnTo>
                <a:lnTo>
                  <a:pt x="200025" y="690563"/>
                </a:lnTo>
                <a:lnTo>
                  <a:pt x="195263" y="685800"/>
                </a:lnTo>
                <a:lnTo>
                  <a:pt x="190500" y="681038"/>
                </a:lnTo>
                <a:lnTo>
                  <a:pt x="185738" y="676275"/>
                </a:lnTo>
                <a:lnTo>
                  <a:pt x="176213" y="676275"/>
                </a:lnTo>
                <a:lnTo>
                  <a:pt x="166688" y="676275"/>
                </a:lnTo>
                <a:lnTo>
                  <a:pt x="161925" y="671513"/>
                </a:lnTo>
                <a:lnTo>
                  <a:pt x="157163" y="666750"/>
                </a:lnTo>
                <a:lnTo>
                  <a:pt x="147638" y="666750"/>
                </a:lnTo>
                <a:lnTo>
                  <a:pt x="142875" y="661988"/>
                </a:lnTo>
                <a:lnTo>
                  <a:pt x="138113" y="657225"/>
                </a:lnTo>
                <a:lnTo>
                  <a:pt x="133350" y="652463"/>
                </a:lnTo>
                <a:lnTo>
                  <a:pt x="128588" y="647700"/>
                </a:lnTo>
                <a:lnTo>
                  <a:pt x="123825" y="642938"/>
                </a:lnTo>
                <a:lnTo>
                  <a:pt x="119063" y="638175"/>
                </a:lnTo>
                <a:lnTo>
                  <a:pt x="114300" y="633413"/>
                </a:lnTo>
                <a:lnTo>
                  <a:pt x="109538" y="628650"/>
                </a:lnTo>
                <a:lnTo>
                  <a:pt x="104775" y="623888"/>
                </a:lnTo>
                <a:lnTo>
                  <a:pt x="100013" y="619125"/>
                </a:lnTo>
                <a:lnTo>
                  <a:pt x="95250" y="614363"/>
                </a:lnTo>
                <a:lnTo>
                  <a:pt x="90488" y="609600"/>
                </a:lnTo>
                <a:lnTo>
                  <a:pt x="85725" y="604838"/>
                </a:lnTo>
                <a:lnTo>
                  <a:pt x="80963" y="600075"/>
                </a:lnTo>
                <a:lnTo>
                  <a:pt x="76200" y="595313"/>
                </a:lnTo>
                <a:lnTo>
                  <a:pt x="71438" y="590550"/>
                </a:lnTo>
                <a:lnTo>
                  <a:pt x="66675" y="585788"/>
                </a:lnTo>
                <a:lnTo>
                  <a:pt x="61913" y="581025"/>
                </a:lnTo>
                <a:lnTo>
                  <a:pt x="57150" y="576263"/>
                </a:lnTo>
                <a:lnTo>
                  <a:pt x="57150" y="566738"/>
                </a:lnTo>
                <a:lnTo>
                  <a:pt x="57150" y="557213"/>
                </a:lnTo>
                <a:lnTo>
                  <a:pt x="52388" y="552450"/>
                </a:lnTo>
                <a:lnTo>
                  <a:pt x="47625" y="547688"/>
                </a:lnTo>
                <a:lnTo>
                  <a:pt x="47625" y="538163"/>
                </a:lnTo>
                <a:lnTo>
                  <a:pt x="47625" y="528638"/>
                </a:lnTo>
                <a:lnTo>
                  <a:pt x="47625" y="519113"/>
                </a:lnTo>
                <a:lnTo>
                  <a:pt x="42863" y="514350"/>
                </a:lnTo>
                <a:lnTo>
                  <a:pt x="38100" y="509588"/>
                </a:lnTo>
                <a:lnTo>
                  <a:pt x="38100" y="500063"/>
                </a:lnTo>
                <a:lnTo>
                  <a:pt x="33338" y="495300"/>
                </a:lnTo>
                <a:lnTo>
                  <a:pt x="28575" y="490538"/>
                </a:lnTo>
                <a:lnTo>
                  <a:pt x="28575" y="481013"/>
                </a:lnTo>
                <a:lnTo>
                  <a:pt x="23813" y="476250"/>
                </a:lnTo>
                <a:lnTo>
                  <a:pt x="19050" y="471488"/>
                </a:lnTo>
                <a:lnTo>
                  <a:pt x="19050" y="461963"/>
                </a:lnTo>
                <a:lnTo>
                  <a:pt x="14288" y="457200"/>
                </a:lnTo>
                <a:lnTo>
                  <a:pt x="9525" y="452438"/>
                </a:lnTo>
                <a:lnTo>
                  <a:pt x="9525" y="442913"/>
                </a:lnTo>
                <a:lnTo>
                  <a:pt x="4763" y="438150"/>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4763" y="342900"/>
                </a:lnTo>
                <a:lnTo>
                  <a:pt x="9525" y="338138"/>
                </a:lnTo>
                <a:lnTo>
                  <a:pt x="9525" y="328613"/>
                </a:lnTo>
                <a:lnTo>
                  <a:pt x="14288" y="323850"/>
                </a:lnTo>
                <a:lnTo>
                  <a:pt x="19050" y="319088"/>
                </a:lnTo>
                <a:lnTo>
                  <a:pt x="19050" y="309563"/>
                </a:lnTo>
                <a:lnTo>
                  <a:pt x="19050" y="300038"/>
                </a:lnTo>
                <a:lnTo>
                  <a:pt x="19050" y="290513"/>
                </a:lnTo>
                <a:lnTo>
                  <a:pt x="19050" y="280988"/>
                </a:lnTo>
                <a:lnTo>
                  <a:pt x="19050" y="271463"/>
                </a:lnTo>
                <a:lnTo>
                  <a:pt x="23813" y="266700"/>
                </a:lnTo>
                <a:lnTo>
                  <a:pt x="28575" y="261938"/>
                </a:lnTo>
                <a:lnTo>
                  <a:pt x="28575" y="252413"/>
                </a:lnTo>
                <a:lnTo>
                  <a:pt x="28575" y="242888"/>
                </a:lnTo>
                <a:lnTo>
                  <a:pt x="28575" y="233363"/>
                </a:lnTo>
                <a:lnTo>
                  <a:pt x="33338" y="228600"/>
                </a:lnTo>
                <a:lnTo>
                  <a:pt x="38100" y="223838"/>
                </a:lnTo>
                <a:lnTo>
                  <a:pt x="38100" y="214313"/>
                </a:lnTo>
                <a:lnTo>
                  <a:pt x="42863" y="209550"/>
                </a:lnTo>
                <a:lnTo>
                  <a:pt x="47625" y="204788"/>
                </a:lnTo>
                <a:lnTo>
                  <a:pt x="47625" y="195263"/>
                </a:lnTo>
                <a:lnTo>
                  <a:pt x="52388" y="190500"/>
                </a:lnTo>
                <a:lnTo>
                  <a:pt x="57150" y="185738"/>
                </a:lnTo>
                <a:lnTo>
                  <a:pt x="57150" y="176213"/>
                </a:lnTo>
                <a:lnTo>
                  <a:pt x="57150" y="166688"/>
                </a:lnTo>
                <a:lnTo>
                  <a:pt x="57150" y="157163"/>
                </a:lnTo>
                <a:lnTo>
                  <a:pt x="57150" y="147638"/>
                </a:lnTo>
                <a:lnTo>
                  <a:pt x="61913" y="142875"/>
                </a:lnTo>
                <a:lnTo>
                  <a:pt x="71438" y="142875"/>
                </a:lnTo>
                <a:lnTo>
                  <a:pt x="76200" y="138113"/>
                </a:lnTo>
                <a:lnTo>
                  <a:pt x="80963" y="133350"/>
                </a:lnTo>
                <a:lnTo>
                  <a:pt x="85725" y="128588"/>
                </a:lnTo>
                <a:lnTo>
                  <a:pt x="85725" y="119063"/>
                </a:lnTo>
                <a:lnTo>
                  <a:pt x="90488" y="114300"/>
                </a:lnTo>
                <a:lnTo>
                  <a:pt x="100013" y="114300"/>
                </a:lnTo>
                <a:lnTo>
                  <a:pt x="104775" y="109538"/>
                </a:lnTo>
                <a:lnTo>
                  <a:pt x="109538" y="104775"/>
                </a:lnTo>
                <a:lnTo>
                  <a:pt x="114300" y="100013"/>
                </a:lnTo>
                <a:lnTo>
                  <a:pt x="114300" y="90488"/>
                </a:lnTo>
                <a:lnTo>
                  <a:pt x="119063" y="85725"/>
                </a:lnTo>
                <a:lnTo>
                  <a:pt x="128588" y="85725"/>
                </a:lnTo>
                <a:lnTo>
                  <a:pt x="133350" y="80963"/>
                </a:lnTo>
                <a:lnTo>
                  <a:pt x="138113" y="76200"/>
                </a:lnTo>
                <a:lnTo>
                  <a:pt x="142875" y="71438"/>
                </a:lnTo>
                <a:lnTo>
                  <a:pt x="142875" y="61913"/>
                </a:lnTo>
                <a:lnTo>
                  <a:pt x="147638" y="57150"/>
                </a:lnTo>
                <a:lnTo>
                  <a:pt x="157163" y="57150"/>
                </a:lnTo>
                <a:lnTo>
                  <a:pt x="166688" y="57150"/>
                </a:lnTo>
                <a:lnTo>
                  <a:pt x="176213" y="57150"/>
                </a:lnTo>
                <a:lnTo>
                  <a:pt x="180975" y="52388"/>
                </a:lnTo>
                <a:lnTo>
                  <a:pt x="185738" y="47625"/>
                </a:lnTo>
                <a:lnTo>
                  <a:pt x="190500" y="42863"/>
                </a:lnTo>
                <a:lnTo>
                  <a:pt x="195263" y="38100"/>
                </a:lnTo>
                <a:lnTo>
                  <a:pt x="200025" y="33338"/>
                </a:lnTo>
                <a:lnTo>
                  <a:pt x="204788" y="28575"/>
                </a:lnTo>
                <a:lnTo>
                  <a:pt x="214313" y="28575"/>
                </a:lnTo>
                <a:lnTo>
                  <a:pt x="223838" y="28575"/>
                </a:lnTo>
                <a:lnTo>
                  <a:pt x="233363" y="28575"/>
                </a:lnTo>
                <a:lnTo>
                  <a:pt x="238125" y="23813"/>
                </a:lnTo>
                <a:lnTo>
                  <a:pt x="242888" y="19050"/>
                </a:lnTo>
                <a:lnTo>
                  <a:pt x="252413" y="19050"/>
                </a:lnTo>
                <a:lnTo>
                  <a:pt x="257175" y="14288"/>
                </a:lnTo>
                <a:lnTo>
                  <a:pt x="261938" y="9525"/>
                </a:lnTo>
                <a:lnTo>
                  <a:pt x="271463" y="9525"/>
                </a:lnTo>
                <a:lnTo>
                  <a:pt x="280988" y="9525"/>
                </a:lnTo>
                <a:lnTo>
                  <a:pt x="285750" y="4763"/>
                </a:lnTo>
                <a:close/>
              </a:path>
            </a:pathLst>
          </a:custGeom>
          <a:solidFill xmlns:a="http://schemas.openxmlformats.org/drawingml/2006/main">
            <a:srgbClr val="CACACA"/>
          </a:solidFill>
          <a:ln xmlns:a="http://schemas.openxmlformats.org/drawingml/2006/main" w="0">
            <a:noFill/>
            <a:prstDash val="solid"/>
          </a:ln>
        </p:spPr>
      </p:sp>
      <p:sp>
        <p:nvSpPr>
          <p:cNvPr id="148" name="deep-skill-chaining-source-component-2-gradient-204-0">
            <a:extLst xmlns:a="http://schemas.openxmlformats.org/drawingml/2006/main">
              <a:ext uri="{FF2B5EF4-FFF2-40B4-BE49-F238E27FC236}">
                <a16:creationId xmlns:a16="http://schemas.microsoft.com/office/drawing/2014/main" id="{E609D8F1-2773-4AD4-BC8B-BDE8B21E7621}"/>
              </a:ext>
            </a:extLst>
          </p:cNvPr>
          <p:cNvSpPr>
            <a:spLocks xmlns:a="http://schemas.openxmlformats.org/drawingml/2006/main" noGrp="1"/>
          </p:cNvSpPr>
          <p:nvPr/>
        </p:nvSpPr>
        <p:spPr>
          <a:xfrm xmlns:a="http://schemas.openxmlformats.org/drawingml/2006/main" rot="0">
            <a:off x="10439400" y="800100"/>
            <a:ext cx="704850" cy="704850"/>
          </a:xfrm>
          <a:custGeom xmlns:a="http://schemas.openxmlformats.org/drawingml/2006/main">
            <a:pathLst>
              <a:path w="704850" h="70485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42913" y="9525"/>
                </a:lnTo>
                <a:lnTo>
                  <a:pt x="452438" y="9525"/>
                </a:lnTo>
                <a:lnTo>
                  <a:pt x="461963" y="9525"/>
                </a:lnTo>
                <a:lnTo>
                  <a:pt x="471488" y="9525"/>
                </a:lnTo>
                <a:lnTo>
                  <a:pt x="476250" y="14288"/>
                </a:lnTo>
                <a:lnTo>
                  <a:pt x="481013" y="19050"/>
                </a:lnTo>
                <a:lnTo>
                  <a:pt x="490538" y="19050"/>
                </a:lnTo>
                <a:lnTo>
                  <a:pt x="495300" y="23813"/>
                </a:lnTo>
                <a:lnTo>
                  <a:pt x="500063" y="28575"/>
                </a:lnTo>
                <a:lnTo>
                  <a:pt x="509588" y="28575"/>
                </a:lnTo>
                <a:lnTo>
                  <a:pt x="519113" y="28575"/>
                </a:lnTo>
                <a:lnTo>
                  <a:pt x="523875" y="33338"/>
                </a:lnTo>
                <a:lnTo>
                  <a:pt x="528638" y="38100"/>
                </a:lnTo>
                <a:lnTo>
                  <a:pt x="533400" y="42863"/>
                </a:lnTo>
                <a:lnTo>
                  <a:pt x="538163" y="47625"/>
                </a:lnTo>
                <a:lnTo>
                  <a:pt x="542925" y="52388"/>
                </a:lnTo>
                <a:lnTo>
                  <a:pt x="547688" y="57150"/>
                </a:lnTo>
                <a:lnTo>
                  <a:pt x="557213" y="57150"/>
                </a:lnTo>
                <a:lnTo>
                  <a:pt x="561975" y="61913"/>
                </a:lnTo>
                <a:lnTo>
                  <a:pt x="566738" y="66675"/>
                </a:lnTo>
                <a:lnTo>
                  <a:pt x="576263" y="66675"/>
                </a:lnTo>
                <a:lnTo>
                  <a:pt x="581025" y="71438"/>
                </a:lnTo>
                <a:lnTo>
                  <a:pt x="585788" y="76200"/>
                </a:lnTo>
                <a:lnTo>
                  <a:pt x="590550" y="80963"/>
                </a:lnTo>
                <a:lnTo>
                  <a:pt x="595313" y="85725"/>
                </a:lnTo>
                <a:lnTo>
                  <a:pt x="600075" y="90488"/>
                </a:lnTo>
                <a:lnTo>
                  <a:pt x="604838" y="95250"/>
                </a:lnTo>
                <a:lnTo>
                  <a:pt x="609600" y="100013"/>
                </a:lnTo>
                <a:lnTo>
                  <a:pt x="614363" y="104775"/>
                </a:lnTo>
                <a:lnTo>
                  <a:pt x="619125" y="109538"/>
                </a:lnTo>
                <a:lnTo>
                  <a:pt x="623888" y="114300"/>
                </a:lnTo>
                <a:lnTo>
                  <a:pt x="628650" y="119063"/>
                </a:lnTo>
                <a:lnTo>
                  <a:pt x="633413" y="123825"/>
                </a:lnTo>
                <a:lnTo>
                  <a:pt x="638175" y="128588"/>
                </a:lnTo>
                <a:lnTo>
                  <a:pt x="638175" y="138113"/>
                </a:lnTo>
                <a:lnTo>
                  <a:pt x="638175" y="147638"/>
                </a:lnTo>
                <a:lnTo>
                  <a:pt x="642938" y="152400"/>
                </a:lnTo>
                <a:lnTo>
                  <a:pt x="647700" y="157163"/>
                </a:lnTo>
                <a:lnTo>
                  <a:pt x="647700" y="166688"/>
                </a:lnTo>
                <a:lnTo>
                  <a:pt x="652463" y="171450"/>
                </a:lnTo>
                <a:lnTo>
                  <a:pt x="657225" y="176213"/>
                </a:lnTo>
                <a:lnTo>
                  <a:pt x="661988" y="180975"/>
                </a:lnTo>
                <a:lnTo>
                  <a:pt x="666750" y="185738"/>
                </a:lnTo>
                <a:lnTo>
                  <a:pt x="666750" y="195263"/>
                </a:lnTo>
                <a:lnTo>
                  <a:pt x="666750" y="204788"/>
                </a:lnTo>
                <a:lnTo>
                  <a:pt x="671513" y="209550"/>
                </a:lnTo>
                <a:lnTo>
                  <a:pt x="676275" y="214313"/>
                </a:lnTo>
                <a:lnTo>
                  <a:pt x="676275" y="223838"/>
                </a:lnTo>
                <a:lnTo>
                  <a:pt x="676275" y="233363"/>
                </a:lnTo>
                <a:lnTo>
                  <a:pt x="681038" y="238125"/>
                </a:lnTo>
                <a:lnTo>
                  <a:pt x="685800" y="242888"/>
                </a:lnTo>
                <a:lnTo>
                  <a:pt x="685800" y="252413"/>
                </a:lnTo>
                <a:lnTo>
                  <a:pt x="685800" y="261938"/>
                </a:lnTo>
                <a:lnTo>
                  <a:pt x="690563" y="266700"/>
                </a:lnTo>
                <a:lnTo>
                  <a:pt x="695325" y="271463"/>
                </a:lnTo>
                <a:lnTo>
                  <a:pt x="695325" y="280988"/>
                </a:lnTo>
                <a:lnTo>
                  <a:pt x="695325" y="290513"/>
                </a:lnTo>
                <a:lnTo>
                  <a:pt x="695325" y="300038"/>
                </a:lnTo>
                <a:lnTo>
                  <a:pt x="695325" y="309563"/>
                </a:lnTo>
                <a:lnTo>
                  <a:pt x="695325" y="319088"/>
                </a:lnTo>
                <a:lnTo>
                  <a:pt x="700088" y="323850"/>
                </a:lnTo>
                <a:lnTo>
                  <a:pt x="704850" y="328613"/>
                </a:lnTo>
                <a:lnTo>
                  <a:pt x="704850" y="338138"/>
                </a:lnTo>
                <a:lnTo>
                  <a:pt x="704850" y="347663"/>
                </a:lnTo>
                <a:lnTo>
                  <a:pt x="704850" y="357188"/>
                </a:lnTo>
                <a:lnTo>
                  <a:pt x="704850" y="366713"/>
                </a:lnTo>
                <a:lnTo>
                  <a:pt x="704850" y="376238"/>
                </a:lnTo>
                <a:lnTo>
                  <a:pt x="704850" y="385763"/>
                </a:lnTo>
                <a:lnTo>
                  <a:pt x="704850" y="395288"/>
                </a:lnTo>
                <a:lnTo>
                  <a:pt x="704850" y="404813"/>
                </a:lnTo>
                <a:lnTo>
                  <a:pt x="704850" y="414338"/>
                </a:lnTo>
                <a:lnTo>
                  <a:pt x="700088" y="419100"/>
                </a:lnTo>
                <a:lnTo>
                  <a:pt x="695325" y="423863"/>
                </a:lnTo>
                <a:lnTo>
                  <a:pt x="690563" y="428625"/>
                </a:lnTo>
                <a:lnTo>
                  <a:pt x="685800" y="433388"/>
                </a:lnTo>
                <a:lnTo>
                  <a:pt x="685800" y="442913"/>
                </a:lnTo>
                <a:lnTo>
                  <a:pt x="681038" y="447675"/>
                </a:lnTo>
                <a:lnTo>
                  <a:pt x="676275" y="452438"/>
                </a:lnTo>
                <a:lnTo>
                  <a:pt x="676275" y="461963"/>
                </a:lnTo>
                <a:lnTo>
                  <a:pt x="676275" y="471488"/>
                </a:lnTo>
                <a:lnTo>
                  <a:pt x="671513" y="476250"/>
                </a:lnTo>
                <a:lnTo>
                  <a:pt x="666750" y="481013"/>
                </a:lnTo>
                <a:lnTo>
                  <a:pt x="666750" y="490538"/>
                </a:lnTo>
                <a:lnTo>
                  <a:pt x="666750" y="500063"/>
                </a:lnTo>
                <a:lnTo>
                  <a:pt x="661988" y="504825"/>
                </a:lnTo>
                <a:lnTo>
                  <a:pt x="657225" y="509588"/>
                </a:lnTo>
                <a:lnTo>
                  <a:pt x="657225" y="519113"/>
                </a:lnTo>
                <a:lnTo>
                  <a:pt x="652463" y="523875"/>
                </a:lnTo>
                <a:lnTo>
                  <a:pt x="647700" y="528638"/>
                </a:lnTo>
                <a:lnTo>
                  <a:pt x="647700" y="538163"/>
                </a:lnTo>
                <a:lnTo>
                  <a:pt x="647700" y="547688"/>
                </a:lnTo>
                <a:lnTo>
                  <a:pt x="647700" y="557213"/>
                </a:lnTo>
                <a:lnTo>
                  <a:pt x="642938" y="561975"/>
                </a:lnTo>
                <a:lnTo>
                  <a:pt x="638175" y="566738"/>
                </a:lnTo>
                <a:lnTo>
                  <a:pt x="633413" y="571500"/>
                </a:lnTo>
                <a:lnTo>
                  <a:pt x="623888" y="571500"/>
                </a:lnTo>
                <a:lnTo>
                  <a:pt x="619125" y="576263"/>
                </a:lnTo>
                <a:lnTo>
                  <a:pt x="614363" y="581025"/>
                </a:lnTo>
                <a:lnTo>
                  <a:pt x="609600" y="585788"/>
                </a:lnTo>
                <a:lnTo>
                  <a:pt x="604838" y="590550"/>
                </a:lnTo>
                <a:lnTo>
                  <a:pt x="600075" y="595313"/>
                </a:lnTo>
                <a:lnTo>
                  <a:pt x="595313" y="600075"/>
                </a:lnTo>
                <a:lnTo>
                  <a:pt x="590550" y="604838"/>
                </a:lnTo>
                <a:lnTo>
                  <a:pt x="585788" y="609600"/>
                </a:lnTo>
                <a:lnTo>
                  <a:pt x="581025" y="614363"/>
                </a:lnTo>
                <a:lnTo>
                  <a:pt x="576263" y="619125"/>
                </a:lnTo>
                <a:lnTo>
                  <a:pt x="571500" y="623888"/>
                </a:lnTo>
                <a:lnTo>
                  <a:pt x="566738" y="628650"/>
                </a:lnTo>
                <a:lnTo>
                  <a:pt x="561975" y="633413"/>
                </a:lnTo>
                <a:lnTo>
                  <a:pt x="557213" y="638175"/>
                </a:lnTo>
                <a:lnTo>
                  <a:pt x="552450" y="642938"/>
                </a:lnTo>
                <a:lnTo>
                  <a:pt x="547688" y="647700"/>
                </a:lnTo>
                <a:lnTo>
                  <a:pt x="538163" y="647700"/>
                </a:lnTo>
                <a:lnTo>
                  <a:pt x="528638" y="647700"/>
                </a:lnTo>
                <a:lnTo>
                  <a:pt x="523875" y="652463"/>
                </a:lnTo>
                <a:lnTo>
                  <a:pt x="519113" y="657225"/>
                </a:lnTo>
                <a:lnTo>
                  <a:pt x="509588" y="657225"/>
                </a:lnTo>
                <a:lnTo>
                  <a:pt x="504825" y="661988"/>
                </a:lnTo>
                <a:lnTo>
                  <a:pt x="500063" y="666750"/>
                </a:lnTo>
                <a:lnTo>
                  <a:pt x="495300" y="671513"/>
                </a:lnTo>
                <a:lnTo>
                  <a:pt x="490538" y="676275"/>
                </a:lnTo>
                <a:lnTo>
                  <a:pt x="481013" y="676275"/>
                </a:lnTo>
                <a:lnTo>
                  <a:pt x="471488" y="676275"/>
                </a:lnTo>
                <a:lnTo>
                  <a:pt x="466725" y="681038"/>
                </a:lnTo>
                <a:lnTo>
                  <a:pt x="461963" y="685800"/>
                </a:lnTo>
                <a:lnTo>
                  <a:pt x="452438" y="685800"/>
                </a:lnTo>
                <a:lnTo>
                  <a:pt x="442913" y="685800"/>
                </a:lnTo>
                <a:lnTo>
                  <a:pt x="433388" y="685800"/>
                </a:lnTo>
                <a:lnTo>
                  <a:pt x="423863" y="685800"/>
                </a:lnTo>
                <a:lnTo>
                  <a:pt x="414338" y="685800"/>
                </a:lnTo>
                <a:lnTo>
                  <a:pt x="409575" y="690563"/>
                </a:lnTo>
                <a:lnTo>
                  <a:pt x="404813" y="695325"/>
                </a:lnTo>
                <a:lnTo>
                  <a:pt x="395288" y="695325"/>
                </a:lnTo>
                <a:lnTo>
                  <a:pt x="385763" y="695325"/>
                </a:lnTo>
                <a:lnTo>
                  <a:pt x="381000" y="700088"/>
                </a:lnTo>
                <a:lnTo>
                  <a:pt x="376238" y="704850"/>
                </a:lnTo>
                <a:lnTo>
                  <a:pt x="366713" y="704850"/>
                </a:lnTo>
                <a:lnTo>
                  <a:pt x="357188" y="704850"/>
                </a:lnTo>
                <a:lnTo>
                  <a:pt x="347663" y="704850"/>
                </a:lnTo>
                <a:lnTo>
                  <a:pt x="338138" y="704850"/>
                </a:lnTo>
                <a:lnTo>
                  <a:pt x="328613" y="704850"/>
                </a:lnTo>
                <a:lnTo>
                  <a:pt x="319088" y="704850"/>
                </a:lnTo>
                <a:lnTo>
                  <a:pt x="314325" y="700088"/>
                </a:lnTo>
                <a:lnTo>
                  <a:pt x="309563" y="695325"/>
                </a:lnTo>
                <a:lnTo>
                  <a:pt x="300038" y="695325"/>
                </a:lnTo>
                <a:lnTo>
                  <a:pt x="290513" y="695325"/>
                </a:lnTo>
                <a:lnTo>
                  <a:pt x="285750" y="690563"/>
                </a:lnTo>
                <a:lnTo>
                  <a:pt x="280988" y="685800"/>
                </a:lnTo>
                <a:lnTo>
                  <a:pt x="271463" y="685800"/>
                </a:lnTo>
                <a:lnTo>
                  <a:pt x="261938" y="685800"/>
                </a:lnTo>
                <a:lnTo>
                  <a:pt x="252413" y="685800"/>
                </a:lnTo>
                <a:lnTo>
                  <a:pt x="242888" y="685800"/>
                </a:lnTo>
                <a:lnTo>
                  <a:pt x="238125" y="681038"/>
                </a:lnTo>
                <a:lnTo>
                  <a:pt x="233363" y="676275"/>
                </a:lnTo>
                <a:lnTo>
                  <a:pt x="223838" y="676275"/>
                </a:lnTo>
                <a:lnTo>
                  <a:pt x="214313" y="676275"/>
                </a:lnTo>
                <a:lnTo>
                  <a:pt x="204788" y="676275"/>
                </a:lnTo>
                <a:lnTo>
                  <a:pt x="200025" y="671513"/>
                </a:lnTo>
                <a:lnTo>
                  <a:pt x="195263" y="666750"/>
                </a:lnTo>
                <a:lnTo>
                  <a:pt x="190500" y="661988"/>
                </a:lnTo>
                <a:lnTo>
                  <a:pt x="185738" y="657225"/>
                </a:lnTo>
                <a:lnTo>
                  <a:pt x="176213" y="657225"/>
                </a:lnTo>
                <a:lnTo>
                  <a:pt x="171450" y="652463"/>
                </a:lnTo>
                <a:lnTo>
                  <a:pt x="166688" y="647700"/>
                </a:lnTo>
                <a:lnTo>
                  <a:pt x="157163" y="647700"/>
                </a:lnTo>
                <a:lnTo>
                  <a:pt x="147638" y="647700"/>
                </a:lnTo>
                <a:lnTo>
                  <a:pt x="142875" y="642938"/>
                </a:lnTo>
                <a:lnTo>
                  <a:pt x="138113" y="638175"/>
                </a:lnTo>
                <a:lnTo>
                  <a:pt x="133350" y="633413"/>
                </a:lnTo>
                <a:lnTo>
                  <a:pt x="128588" y="628650"/>
                </a:lnTo>
                <a:lnTo>
                  <a:pt x="123825" y="623888"/>
                </a:lnTo>
                <a:lnTo>
                  <a:pt x="119063" y="619125"/>
                </a:lnTo>
                <a:lnTo>
                  <a:pt x="114300" y="614363"/>
                </a:lnTo>
                <a:lnTo>
                  <a:pt x="109538" y="609600"/>
                </a:lnTo>
                <a:lnTo>
                  <a:pt x="104775" y="604838"/>
                </a:lnTo>
                <a:lnTo>
                  <a:pt x="100013" y="600075"/>
                </a:lnTo>
                <a:lnTo>
                  <a:pt x="95250" y="595313"/>
                </a:lnTo>
                <a:lnTo>
                  <a:pt x="90488" y="590550"/>
                </a:lnTo>
                <a:lnTo>
                  <a:pt x="85725" y="585788"/>
                </a:lnTo>
                <a:lnTo>
                  <a:pt x="80963" y="581025"/>
                </a:lnTo>
                <a:lnTo>
                  <a:pt x="76200" y="576263"/>
                </a:lnTo>
                <a:lnTo>
                  <a:pt x="71438" y="571500"/>
                </a:lnTo>
                <a:lnTo>
                  <a:pt x="61913" y="571500"/>
                </a:lnTo>
                <a:lnTo>
                  <a:pt x="57150" y="566738"/>
                </a:lnTo>
                <a:lnTo>
                  <a:pt x="57150" y="557213"/>
                </a:lnTo>
                <a:lnTo>
                  <a:pt x="52388" y="552450"/>
                </a:lnTo>
                <a:lnTo>
                  <a:pt x="47625" y="547688"/>
                </a:lnTo>
                <a:lnTo>
                  <a:pt x="47625" y="538163"/>
                </a:lnTo>
                <a:lnTo>
                  <a:pt x="47625" y="528638"/>
                </a:lnTo>
                <a:lnTo>
                  <a:pt x="42863" y="523875"/>
                </a:lnTo>
                <a:lnTo>
                  <a:pt x="38100" y="519113"/>
                </a:lnTo>
                <a:lnTo>
                  <a:pt x="38100" y="509588"/>
                </a:lnTo>
                <a:lnTo>
                  <a:pt x="33338" y="504825"/>
                </a:lnTo>
                <a:lnTo>
                  <a:pt x="28575" y="500063"/>
                </a:lnTo>
                <a:lnTo>
                  <a:pt x="28575" y="490538"/>
                </a:lnTo>
                <a:lnTo>
                  <a:pt x="28575" y="481013"/>
                </a:lnTo>
                <a:lnTo>
                  <a:pt x="23813" y="476250"/>
                </a:lnTo>
                <a:lnTo>
                  <a:pt x="19050" y="471488"/>
                </a:lnTo>
                <a:lnTo>
                  <a:pt x="19050" y="461963"/>
                </a:lnTo>
                <a:lnTo>
                  <a:pt x="19050" y="452438"/>
                </a:lnTo>
                <a:lnTo>
                  <a:pt x="19050" y="442913"/>
                </a:lnTo>
                <a:lnTo>
                  <a:pt x="14288" y="438150"/>
                </a:lnTo>
                <a:lnTo>
                  <a:pt x="9525" y="433388"/>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4763" y="266700"/>
                </a:lnTo>
                <a:lnTo>
                  <a:pt x="9525" y="261938"/>
                </a:lnTo>
                <a:lnTo>
                  <a:pt x="9525" y="252413"/>
                </a:lnTo>
                <a:lnTo>
                  <a:pt x="14288" y="247650"/>
                </a:lnTo>
                <a:lnTo>
                  <a:pt x="19050" y="242888"/>
                </a:lnTo>
                <a:lnTo>
                  <a:pt x="19050" y="233363"/>
                </a:lnTo>
                <a:lnTo>
                  <a:pt x="19050" y="223838"/>
                </a:lnTo>
                <a:lnTo>
                  <a:pt x="23813" y="219075"/>
                </a:lnTo>
                <a:lnTo>
                  <a:pt x="28575" y="214313"/>
                </a:lnTo>
                <a:lnTo>
                  <a:pt x="28575" y="204788"/>
                </a:lnTo>
                <a:lnTo>
                  <a:pt x="28575" y="195263"/>
                </a:lnTo>
                <a:lnTo>
                  <a:pt x="28575" y="185738"/>
                </a:lnTo>
                <a:lnTo>
                  <a:pt x="33338" y="180975"/>
                </a:lnTo>
                <a:lnTo>
                  <a:pt x="38100" y="176213"/>
                </a:lnTo>
                <a:lnTo>
                  <a:pt x="42863" y="171450"/>
                </a:lnTo>
                <a:lnTo>
                  <a:pt x="47625" y="166688"/>
                </a:lnTo>
                <a:lnTo>
                  <a:pt x="52388" y="161925"/>
                </a:lnTo>
                <a:lnTo>
                  <a:pt x="57150" y="157163"/>
                </a:lnTo>
                <a:lnTo>
                  <a:pt x="57150" y="147638"/>
                </a:lnTo>
                <a:lnTo>
                  <a:pt x="57150" y="138113"/>
                </a:lnTo>
                <a:lnTo>
                  <a:pt x="57150" y="128588"/>
                </a:lnTo>
                <a:lnTo>
                  <a:pt x="61913" y="123825"/>
                </a:lnTo>
                <a:lnTo>
                  <a:pt x="71438" y="123825"/>
                </a:lnTo>
                <a:lnTo>
                  <a:pt x="76200" y="119063"/>
                </a:lnTo>
                <a:lnTo>
                  <a:pt x="80963" y="114300"/>
                </a:lnTo>
                <a:lnTo>
                  <a:pt x="85725" y="109538"/>
                </a:lnTo>
                <a:lnTo>
                  <a:pt x="85725" y="100013"/>
                </a:lnTo>
                <a:lnTo>
                  <a:pt x="90488" y="95250"/>
                </a:lnTo>
                <a:lnTo>
                  <a:pt x="100013" y="95250"/>
                </a:lnTo>
                <a:lnTo>
                  <a:pt x="104775" y="90488"/>
                </a:lnTo>
                <a:lnTo>
                  <a:pt x="109538" y="85725"/>
                </a:lnTo>
                <a:lnTo>
                  <a:pt x="114300" y="80963"/>
                </a:lnTo>
                <a:lnTo>
                  <a:pt x="114300" y="71438"/>
                </a:lnTo>
                <a:lnTo>
                  <a:pt x="119063" y="66675"/>
                </a:lnTo>
                <a:lnTo>
                  <a:pt x="128588" y="66675"/>
                </a:lnTo>
                <a:lnTo>
                  <a:pt x="138113" y="66675"/>
                </a:lnTo>
                <a:lnTo>
                  <a:pt x="142875" y="61913"/>
                </a:lnTo>
                <a:lnTo>
                  <a:pt x="147638" y="57150"/>
                </a:lnTo>
                <a:lnTo>
                  <a:pt x="152400" y="52388"/>
                </a:lnTo>
                <a:lnTo>
                  <a:pt x="157163" y="47625"/>
                </a:lnTo>
                <a:lnTo>
                  <a:pt x="161925" y="42863"/>
                </a:lnTo>
                <a:lnTo>
                  <a:pt x="166688" y="38100"/>
                </a:lnTo>
                <a:lnTo>
                  <a:pt x="176213" y="38100"/>
                </a:lnTo>
                <a:lnTo>
                  <a:pt x="180975" y="33338"/>
                </a:lnTo>
                <a:lnTo>
                  <a:pt x="185738" y="28575"/>
                </a:lnTo>
                <a:lnTo>
                  <a:pt x="195263" y="28575"/>
                </a:lnTo>
                <a:lnTo>
                  <a:pt x="200025" y="23813"/>
                </a:lnTo>
                <a:lnTo>
                  <a:pt x="204788" y="19050"/>
                </a:lnTo>
                <a:lnTo>
                  <a:pt x="214313" y="19050"/>
                </a:lnTo>
                <a:lnTo>
                  <a:pt x="219075" y="14288"/>
                </a:lnTo>
                <a:lnTo>
                  <a:pt x="223838" y="9525"/>
                </a:lnTo>
                <a:lnTo>
                  <a:pt x="233363" y="9525"/>
                </a:lnTo>
                <a:lnTo>
                  <a:pt x="242888" y="9525"/>
                </a:lnTo>
                <a:lnTo>
                  <a:pt x="252413" y="9525"/>
                </a:lnTo>
                <a:lnTo>
                  <a:pt x="261938" y="9525"/>
                </a:lnTo>
                <a:lnTo>
                  <a:pt x="266700" y="4763"/>
                </a:lnTo>
                <a:close/>
              </a:path>
            </a:pathLst>
          </a:custGeom>
          <a:solidFill xmlns:a="http://schemas.openxmlformats.org/drawingml/2006/main">
            <a:srgbClr val="CCCCCC"/>
          </a:solidFill>
          <a:ln xmlns:a="http://schemas.openxmlformats.org/drawingml/2006/main" w="0">
            <a:noFill/>
            <a:prstDash val="solid"/>
          </a:ln>
        </p:spPr>
      </p:sp>
      <p:sp>
        <p:nvSpPr>
          <p:cNvPr id="149" name="deep-skill-chaining-source-component-2-gradient-206-0">
            <a:extLst xmlns:a="http://schemas.openxmlformats.org/drawingml/2006/main">
              <a:ext uri="{FF2B5EF4-FFF2-40B4-BE49-F238E27FC236}">
                <a16:creationId xmlns:a16="http://schemas.microsoft.com/office/drawing/2014/main" id="{F91D9B98-A86A-466C-B9A0-281D01174BBE}"/>
              </a:ext>
            </a:extLst>
          </p:cNvPr>
          <p:cNvSpPr>
            <a:spLocks xmlns:a="http://schemas.openxmlformats.org/drawingml/2006/main" noGrp="1"/>
          </p:cNvSpPr>
          <p:nvPr/>
        </p:nvSpPr>
        <p:spPr>
          <a:xfrm xmlns:a="http://schemas.openxmlformats.org/drawingml/2006/main" rot="0">
            <a:off x="10458450" y="809625"/>
            <a:ext cx="666750" cy="676275"/>
          </a:xfrm>
          <a:custGeom xmlns:a="http://schemas.openxmlformats.org/drawingml/2006/main">
            <a:pathLst>
              <a:path w="666750" h="676275">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0525" y="4763"/>
                </a:lnTo>
                <a:lnTo>
                  <a:pt x="395288" y="9525"/>
                </a:lnTo>
                <a:lnTo>
                  <a:pt x="404813" y="9525"/>
                </a:lnTo>
                <a:lnTo>
                  <a:pt x="414338" y="9525"/>
                </a:lnTo>
                <a:lnTo>
                  <a:pt x="423863" y="9525"/>
                </a:lnTo>
                <a:lnTo>
                  <a:pt x="433388" y="9525"/>
                </a:lnTo>
                <a:lnTo>
                  <a:pt x="438150" y="14288"/>
                </a:lnTo>
                <a:lnTo>
                  <a:pt x="442913" y="19050"/>
                </a:lnTo>
                <a:lnTo>
                  <a:pt x="452438" y="19050"/>
                </a:lnTo>
                <a:lnTo>
                  <a:pt x="461963" y="19050"/>
                </a:lnTo>
                <a:lnTo>
                  <a:pt x="466725" y="23813"/>
                </a:lnTo>
                <a:lnTo>
                  <a:pt x="471488" y="28575"/>
                </a:lnTo>
                <a:lnTo>
                  <a:pt x="481013" y="28575"/>
                </a:lnTo>
                <a:lnTo>
                  <a:pt x="485775" y="33338"/>
                </a:lnTo>
                <a:lnTo>
                  <a:pt x="490538" y="38100"/>
                </a:lnTo>
                <a:lnTo>
                  <a:pt x="495300" y="42863"/>
                </a:lnTo>
                <a:lnTo>
                  <a:pt x="500063" y="47625"/>
                </a:lnTo>
                <a:lnTo>
                  <a:pt x="504825" y="52388"/>
                </a:lnTo>
                <a:lnTo>
                  <a:pt x="509588" y="57150"/>
                </a:lnTo>
                <a:lnTo>
                  <a:pt x="514350" y="61913"/>
                </a:lnTo>
                <a:lnTo>
                  <a:pt x="519113" y="66675"/>
                </a:lnTo>
                <a:lnTo>
                  <a:pt x="528638" y="66675"/>
                </a:lnTo>
                <a:lnTo>
                  <a:pt x="533400" y="71438"/>
                </a:lnTo>
                <a:lnTo>
                  <a:pt x="538163" y="76200"/>
                </a:lnTo>
                <a:lnTo>
                  <a:pt x="542925" y="80963"/>
                </a:lnTo>
                <a:lnTo>
                  <a:pt x="547688" y="85725"/>
                </a:lnTo>
                <a:lnTo>
                  <a:pt x="557213" y="85725"/>
                </a:lnTo>
                <a:lnTo>
                  <a:pt x="561975" y="90488"/>
                </a:lnTo>
                <a:lnTo>
                  <a:pt x="566738" y="95250"/>
                </a:lnTo>
                <a:lnTo>
                  <a:pt x="571500" y="100013"/>
                </a:lnTo>
                <a:lnTo>
                  <a:pt x="576263" y="104775"/>
                </a:lnTo>
                <a:lnTo>
                  <a:pt x="581025" y="109538"/>
                </a:lnTo>
                <a:lnTo>
                  <a:pt x="585788" y="114300"/>
                </a:lnTo>
                <a:lnTo>
                  <a:pt x="590550" y="119063"/>
                </a:lnTo>
                <a:lnTo>
                  <a:pt x="590550" y="128588"/>
                </a:lnTo>
                <a:lnTo>
                  <a:pt x="595313" y="133350"/>
                </a:lnTo>
                <a:lnTo>
                  <a:pt x="600075" y="138113"/>
                </a:lnTo>
                <a:lnTo>
                  <a:pt x="600075" y="147638"/>
                </a:lnTo>
                <a:lnTo>
                  <a:pt x="604838" y="152400"/>
                </a:lnTo>
                <a:lnTo>
                  <a:pt x="609600" y="157163"/>
                </a:lnTo>
                <a:lnTo>
                  <a:pt x="609600" y="166688"/>
                </a:lnTo>
                <a:lnTo>
                  <a:pt x="614363" y="171450"/>
                </a:lnTo>
                <a:lnTo>
                  <a:pt x="619125" y="176213"/>
                </a:lnTo>
                <a:lnTo>
                  <a:pt x="619125" y="185738"/>
                </a:lnTo>
                <a:lnTo>
                  <a:pt x="623888" y="190500"/>
                </a:lnTo>
                <a:lnTo>
                  <a:pt x="628650" y="195263"/>
                </a:lnTo>
                <a:lnTo>
                  <a:pt x="628650" y="204788"/>
                </a:lnTo>
                <a:lnTo>
                  <a:pt x="633413" y="209550"/>
                </a:lnTo>
                <a:lnTo>
                  <a:pt x="638175" y="214313"/>
                </a:lnTo>
                <a:lnTo>
                  <a:pt x="638175" y="223838"/>
                </a:lnTo>
                <a:lnTo>
                  <a:pt x="642938" y="228600"/>
                </a:lnTo>
                <a:lnTo>
                  <a:pt x="647700" y="233363"/>
                </a:lnTo>
                <a:lnTo>
                  <a:pt x="647700" y="242888"/>
                </a:lnTo>
                <a:lnTo>
                  <a:pt x="647700" y="252413"/>
                </a:lnTo>
                <a:lnTo>
                  <a:pt x="647700" y="261938"/>
                </a:lnTo>
                <a:lnTo>
                  <a:pt x="647700" y="271463"/>
                </a:lnTo>
                <a:lnTo>
                  <a:pt x="647700" y="280988"/>
                </a:lnTo>
                <a:lnTo>
                  <a:pt x="652463" y="285750"/>
                </a:lnTo>
                <a:lnTo>
                  <a:pt x="657225" y="290513"/>
                </a:lnTo>
                <a:lnTo>
                  <a:pt x="657225" y="300038"/>
                </a:lnTo>
                <a:lnTo>
                  <a:pt x="657225" y="309563"/>
                </a:lnTo>
                <a:lnTo>
                  <a:pt x="661988" y="314325"/>
                </a:lnTo>
                <a:lnTo>
                  <a:pt x="666750" y="319088"/>
                </a:lnTo>
                <a:lnTo>
                  <a:pt x="666750" y="328613"/>
                </a:lnTo>
                <a:lnTo>
                  <a:pt x="666750" y="338138"/>
                </a:lnTo>
                <a:lnTo>
                  <a:pt x="666750" y="347663"/>
                </a:lnTo>
                <a:lnTo>
                  <a:pt x="666750" y="357188"/>
                </a:lnTo>
                <a:lnTo>
                  <a:pt x="666750" y="366713"/>
                </a:lnTo>
                <a:lnTo>
                  <a:pt x="666750" y="376238"/>
                </a:lnTo>
                <a:lnTo>
                  <a:pt x="661988" y="381000"/>
                </a:lnTo>
                <a:lnTo>
                  <a:pt x="657225" y="385763"/>
                </a:lnTo>
                <a:lnTo>
                  <a:pt x="657225" y="395288"/>
                </a:lnTo>
                <a:lnTo>
                  <a:pt x="657225" y="404813"/>
                </a:lnTo>
                <a:lnTo>
                  <a:pt x="652463" y="409575"/>
                </a:lnTo>
                <a:lnTo>
                  <a:pt x="647700" y="414338"/>
                </a:lnTo>
                <a:lnTo>
                  <a:pt x="647700" y="423863"/>
                </a:lnTo>
                <a:lnTo>
                  <a:pt x="647700" y="433388"/>
                </a:lnTo>
                <a:lnTo>
                  <a:pt x="642938" y="438150"/>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4363" y="504825"/>
                </a:lnTo>
                <a:lnTo>
                  <a:pt x="609600" y="509588"/>
                </a:lnTo>
                <a:lnTo>
                  <a:pt x="604838" y="514350"/>
                </a:lnTo>
                <a:lnTo>
                  <a:pt x="600075" y="519113"/>
                </a:lnTo>
                <a:lnTo>
                  <a:pt x="600075" y="528638"/>
                </a:lnTo>
                <a:lnTo>
                  <a:pt x="600075" y="538163"/>
                </a:lnTo>
                <a:lnTo>
                  <a:pt x="600075" y="547688"/>
                </a:lnTo>
                <a:lnTo>
                  <a:pt x="595313" y="552450"/>
                </a:lnTo>
                <a:lnTo>
                  <a:pt x="590550" y="557213"/>
                </a:lnTo>
                <a:lnTo>
                  <a:pt x="585788" y="561975"/>
                </a:lnTo>
                <a:lnTo>
                  <a:pt x="576263" y="561975"/>
                </a:lnTo>
                <a:lnTo>
                  <a:pt x="571500" y="566738"/>
                </a:lnTo>
                <a:lnTo>
                  <a:pt x="571500" y="576263"/>
                </a:lnTo>
                <a:lnTo>
                  <a:pt x="566738" y="581025"/>
                </a:lnTo>
                <a:lnTo>
                  <a:pt x="561975" y="585788"/>
                </a:lnTo>
                <a:lnTo>
                  <a:pt x="557213" y="590550"/>
                </a:lnTo>
                <a:lnTo>
                  <a:pt x="547688" y="590550"/>
                </a:lnTo>
                <a:lnTo>
                  <a:pt x="542925" y="595313"/>
                </a:lnTo>
                <a:lnTo>
                  <a:pt x="538163" y="600075"/>
                </a:lnTo>
                <a:lnTo>
                  <a:pt x="533400" y="604838"/>
                </a:lnTo>
                <a:lnTo>
                  <a:pt x="528638" y="609600"/>
                </a:lnTo>
                <a:lnTo>
                  <a:pt x="519113" y="609600"/>
                </a:lnTo>
                <a:lnTo>
                  <a:pt x="514350" y="614363"/>
                </a:lnTo>
                <a:lnTo>
                  <a:pt x="509588" y="619125"/>
                </a:lnTo>
                <a:lnTo>
                  <a:pt x="500063" y="619125"/>
                </a:lnTo>
                <a:lnTo>
                  <a:pt x="495300" y="623888"/>
                </a:lnTo>
                <a:lnTo>
                  <a:pt x="490538" y="628650"/>
                </a:lnTo>
                <a:lnTo>
                  <a:pt x="485775" y="633413"/>
                </a:lnTo>
                <a:lnTo>
                  <a:pt x="481013" y="638175"/>
                </a:lnTo>
                <a:lnTo>
                  <a:pt x="476250" y="642938"/>
                </a:lnTo>
                <a:lnTo>
                  <a:pt x="471488" y="647700"/>
                </a:lnTo>
                <a:lnTo>
                  <a:pt x="461963" y="647700"/>
                </a:lnTo>
                <a:lnTo>
                  <a:pt x="452438" y="647700"/>
                </a:lnTo>
                <a:lnTo>
                  <a:pt x="447675" y="652463"/>
                </a:lnTo>
                <a:lnTo>
                  <a:pt x="442913" y="657225"/>
                </a:lnTo>
                <a:lnTo>
                  <a:pt x="433388" y="657225"/>
                </a:lnTo>
                <a:lnTo>
                  <a:pt x="423863" y="657225"/>
                </a:lnTo>
                <a:lnTo>
                  <a:pt x="419100" y="661988"/>
                </a:lnTo>
                <a:lnTo>
                  <a:pt x="414338" y="666750"/>
                </a:lnTo>
                <a:lnTo>
                  <a:pt x="404813" y="666750"/>
                </a:lnTo>
                <a:lnTo>
                  <a:pt x="395288" y="666750"/>
                </a:lnTo>
                <a:lnTo>
                  <a:pt x="385763" y="666750"/>
                </a:lnTo>
                <a:lnTo>
                  <a:pt x="376238" y="666750"/>
                </a:lnTo>
                <a:lnTo>
                  <a:pt x="366713" y="666750"/>
                </a:lnTo>
                <a:lnTo>
                  <a:pt x="361950" y="671513"/>
                </a:lnTo>
                <a:lnTo>
                  <a:pt x="357188" y="676275"/>
                </a:lnTo>
                <a:lnTo>
                  <a:pt x="347663" y="676275"/>
                </a:lnTo>
                <a:lnTo>
                  <a:pt x="338138" y="676275"/>
                </a:lnTo>
                <a:lnTo>
                  <a:pt x="328613" y="676275"/>
                </a:lnTo>
                <a:lnTo>
                  <a:pt x="319088" y="676275"/>
                </a:lnTo>
                <a:lnTo>
                  <a:pt x="309563" y="676275"/>
                </a:lnTo>
                <a:lnTo>
                  <a:pt x="300038" y="676275"/>
                </a:lnTo>
                <a:lnTo>
                  <a:pt x="295275" y="671513"/>
                </a:lnTo>
                <a:lnTo>
                  <a:pt x="290513" y="666750"/>
                </a:lnTo>
                <a:lnTo>
                  <a:pt x="280988" y="666750"/>
                </a:lnTo>
                <a:lnTo>
                  <a:pt x="271463" y="666750"/>
                </a:lnTo>
                <a:lnTo>
                  <a:pt x="261938" y="666750"/>
                </a:lnTo>
                <a:lnTo>
                  <a:pt x="252413" y="666750"/>
                </a:lnTo>
                <a:lnTo>
                  <a:pt x="242888" y="666750"/>
                </a:lnTo>
                <a:lnTo>
                  <a:pt x="238125" y="661988"/>
                </a:lnTo>
                <a:lnTo>
                  <a:pt x="233363" y="657225"/>
                </a:lnTo>
                <a:lnTo>
                  <a:pt x="223838" y="657225"/>
                </a:lnTo>
                <a:lnTo>
                  <a:pt x="214313" y="657225"/>
                </a:lnTo>
                <a:lnTo>
                  <a:pt x="209550" y="652463"/>
                </a:lnTo>
                <a:lnTo>
                  <a:pt x="204788" y="647700"/>
                </a:lnTo>
                <a:lnTo>
                  <a:pt x="195263" y="647700"/>
                </a:lnTo>
                <a:lnTo>
                  <a:pt x="185738" y="647700"/>
                </a:lnTo>
                <a:lnTo>
                  <a:pt x="180975" y="642938"/>
                </a:lnTo>
                <a:lnTo>
                  <a:pt x="176213" y="638175"/>
                </a:lnTo>
                <a:lnTo>
                  <a:pt x="171450" y="633413"/>
                </a:lnTo>
                <a:lnTo>
                  <a:pt x="166688" y="628650"/>
                </a:lnTo>
                <a:lnTo>
                  <a:pt x="161925" y="623888"/>
                </a:lnTo>
                <a:lnTo>
                  <a:pt x="157163" y="619125"/>
                </a:lnTo>
                <a:lnTo>
                  <a:pt x="147638" y="619125"/>
                </a:lnTo>
                <a:lnTo>
                  <a:pt x="142875" y="614363"/>
                </a:lnTo>
                <a:lnTo>
                  <a:pt x="138113" y="609600"/>
                </a:lnTo>
                <a:lnTo>
                  <a:pt x="128588" y="609600"/>
                </a:lnTo>
                <a:lnTo>
                  <a:pt x="123825" y="604838"/>
                </a:lnTo>
                <a:lnTo>
                  <a:pt x="119063" y="600075"/>
                </a:lnTo>
                <a:lnTo>
                  <a:pt x="114300" y="595313"/>
                </a:lnTo>
                <a:lnTo>
                  <a:pt x="109538" y="590550"/>
                </a:lnTo>
                <a:lnTo>
                  <a:pt x="100013" y="590550"/>
                </a:lnTo>
                <a:lnTo>
                  <a:pt x="95250" y="585788"/>
                </a:lnTo>
                <a:lnTo>
                  <a:pt x="90488" y="581025"/>
                </a:lnTo>
                <a:lnTo>
                  <a:pt x="85725" y="576263"/>
                </a:lnTo>
                <a:lnTo>
                  <a:pt x="85725" y="566738"/>
                </a:lnTo>
                <a:lnTo>
                  <a:pt x="80963" y="561975"/>
                </a:lnTo>
                <a:lnTo>
                  <a:pt x="71438" y="561975"/>
                </a:lnTo>
                <a:lnTo>
                  <a:pt x="66675" y="557213"/>
                </a:lnTo>
                <a:lnTo>
                  <a:pt x="61913" y="552450"/>
                </a:lnTo>
                <a:lnTo>
                  <a:pt x="57150" y="547688"/>
                </a:lnTo>
                <a:lnTo>
                  <a:pt x="57150" y="538163"/>
                </a:lnTo>
                <a:lnTo>
                  <a:pt x="57150" y="528638"/>
                </a:lnTo>
                <a:lnTo>
                  <a:pt x="57150" y="519113"/>
                </a:lnTo>
                <a:lnTo>
                  <a:pt x="52388" y="514350"/>
                </a:lnTo>
                <a:lnTo>
                  <a:pt x="47625" y="509588"/>
                </a:lnTo>
                <a:lnTo>
                  <a:pt x="42863" y="504825"/>
                </a:lnTo>
                <a:lnTo>
                  <a:pt x="38100" y="500063"/>
                </a:lnTo>
                <a:lnTo>
                  <a:pt x="33338" y="495300"/>
                </a:lnTo>
                <a:lnTo>
                  <a:pt x="28575" y="490538"/>
                </a:lnTo>
                <a:lnTo>
                  <a:pt x="28575" y="481013"/>
                </a:lnTo>
                <a:lnTo>
                  <a:pt x="28575" y="471488"/>
                </a:lnTo>
                <a:lnTo>
                  <a:pt x="28575" y="461963"/>
                </a:lnTo>
                <a:lnTo>
                  <a:pt x="23813" y="457200"/>
                </a:lnTo>
                <a:lnTo>
                  <a:pt x="19050" y="452438"/>
                </a:lnTo>
                <a:lnTo>
                  <a:pt x="19050" y="442913"/>
                </a:lnTo>
                <a:lnTo>
                  <a:pt x="14288" y="438150"/>
                </a:lnTo>
                <a:lnTo>
                  <a:pt x="9525" y="433388"/>
                </a:lnTo>
                <a:lnTo>
                  <a:pt x="9525" y="423863"/>
                </a:lnTo>
                <a:lnTo>
                  <a:pt x="9525" y="414338"/>
                </a:lnTo>
                <a:lnTo>
                  <a:pt x="4763" y="409575"/>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9525" y="271463"/>
                </a:lnTo>
                <a:lnTo>
                  <a:pt x="9525" y="261938"/>
                </a:lnTo>
                <a:lnTo>
                  <a:pt x="9525" y="252413"/>
                </a:lnTo>
                <a:lnTo>
                  <a:pt x="9525" y="242888"/>
                </a:lnTo>
                <a:lnTo>
                  <a:pt x="9525" y="233363"/>
                </a:lnTo>
                <a:lnTo>
                  <a:pt x="14288" y="228600"/>
                </a:lnTo>
                <a:lnTo>
                  <a:pt x="19050" y="223838"/>
                </a:lnTo>
                <a:lnTo>
                  <a:pt x="19050" y="214313"/>
                </a:lnTo>
                <a:lnTo>
                  <a:pt x="23813" y="209550"/>
                </a:lnTo>
                <a:lnTo>
                  <a:pt x="28575" y="204788"/>
                </a:lnTo>
                <a:lnTo>
                  <a:pt x="33338" y="200025"/>
                </a:lnTo>
                <a:lnTo>
                  <a:pt x="38100" y="195263"/>
                </a:lnTo>
                <a:lnTo>
                  <a:pt x="38100" y="185738"/>
                </a:lnTo>
                <a:lnTo>
                  <a:pt x="38100" y="176213"/>
                </a:lnTo>
                <a:lnTo>
                  <a:pt x="42863" y="171450"/>
                </a:lnTo>
                <a:lnTo>
                  <a:pt x="47625" y="166688"/>
                </a:lnTo>
                <a:lnTo>
                  <a:pt x="47625" y="157163"/>
                </a:lnTo>
                <a:lnTo>
                  <a:pt x="52388" y="152400"/>
                </a:lnTo>
                <a:lnTo>
                  <a:pt x="57150" y="147638"/>
                </a:lnTo>
                <a:lnTo>
                  <a:pt x="61913" y="142875"/>
                </a:lnTo>
                <a:lnTo>
                  <a:pt x="66675" y="138113"/>
                </a:lnTo>
                <a:lnTo>
                  <a:pt x="66675" y="128588"/>
                </a:lnTo>
                <a:lnTo>
                  <a:pt x="66675" y="119063"/>
                </a:lnTo>
                <a:lnTo>
                  <a:pt x="71438" y="114300"/>
                </a:lnTo>
                <a:lnTo>
                  <a:pt x="80963" y="114300"/>
                </a:lnTo>
                <a:lnTo>
                  <a:pt x="85725" y="109538"/>
                </a:lnTo>
                <a:lnTo>
                  <a:pt x="90488" y="104775"/>
                </a:lnTo>
                <a:lnTo>
                  <a:pt x="95250" y="100013"/>
                </a:lnTo>
                <a:lnTo>
                  <a:pt x="95250" y="90488"/>
                </a:lnTo>
                <a:lnTo>
                  <a:pt x="100013" y="85725"/>
                </a:lnTo>
                <a:lnTo>
                  <a:pt x="109538" y="85725"/>
                </a:lnTo>
                <a:lnTo>
                  <a:pt x="114300" y="80963"/>
                </a:lnTo>
                <a:lnTo>
                  <a:pt x="119063" y="76200"/>
                </a:lnTo>
                <a:lnTo>
                  <a:pt x="128588" y="76200"/>
                </a:lnTo>
                <a:lnTo>
                  <a:pt x="133350" y="71438"/>
                </a:lnTo>
                <a:lnTo>
                  <a:pt x="138113" y="66675"/>
                </a:lnTo>
                <a:lnTo>
                  <a:pt x="142875" y="61913"/>
                </a:lnTo>
                <a:lnTo>
                  <a:pt x="147638" y="57150"/>
                </a:lnTo>
                <a:lnTo>
                  <a:pt x="152400" y="52388"/>
                </a:lnTo>
                <a:lnTo>
                  <a:pt x="157163" y="47625"/>
                </a:lnTo>
                <a:lnTo>
                  <a:pt x="161925" y="42863"/>
                </a:lnTo>
                <a:lnTo>
                  <a:pt x="166688" y="38100"/>
                </a:lnTo>
                <a:lnTo>
                  <a:pt x="171450" y="33338"/>
                </a:lnTo>
                <a:lnTo>
                  <a:pt x="176213" y="28575"/>
                </a:lnTo>
                <a:lnTo>
                  <a:pt x="185738" y="28575"/>
                </a:lnTo>
                <a:lnTo>
                  <a:pt x="190500" y="23813"/>
                </a:lnTo>
                <a:lnTo>
                  <a:pt x="195263" y="19050"/>
                </a:lnTo>
                <a:lnTo>
                  <a:pt x="204788" y="19050"/>
                </a:lnTo>
                <a:lnTo>
                  <a:pt x="214313" y="19050"/>
                </a:lnTo>
                <a:lnTo>
                  <a:pt x="219075" y="14288"/>
                </a:lnTo>
                <a:lnTo>
                  <a:pt x="223838" y="9525"/>
                </a:lnTo>
                <a:lnTo>
                  <a:pt x="233363" y="9525"/>
                </a:lnTo>
                <a:lnTo>
                  <a:pt x="242888" y="9525"/>
                </a:lnTo>
                <a:lnTo>
                  <a:pt x="252413" y="9525"/>
                </a:lnTo>
                <a:lnTo>
                  <a:pt x="261938" y="9525"/>
                </a:lnTo>
                <a:lnTo>
                  <a:pt x="266700" y="4763"/>
                </a:lnTo>
                <a:close/>
              </a:path>
            </a:pathLst>
          </a:custGeom>
          <a:solidFill xmlns:a="http://schemas.openxmlformats.org/drawingml/2006/main">
            <a:srgbClr val="CECECE"/>
          </a:solidFill>
          <a:ln xmlns:a="http://schemas.openxmlformats.org/drawingml/2006/main" w="0">
            <a:noFill/>
            <a:prstDash val="solid"/>
          </a:ln>
        </p:spPr>
      </p:sp>
      <p:sp>
        <p:nvSpPr>
          <p:cNvPr id="150" name="deep-skill-chaining-source-component-2-gradient-208-0">
            <a:extLst xmlns:a="http://schemas.openxmlformats.org/drawingml/2006/main">
              <a:ext uri="{FF2B5EF4-FFF2-40B4-BE49-F238E27FC236}">
                <a16:creationId xmlns:a16="http://schemas.microsoft.com/office/drawing/2014/main" id="{EEFA89D0-1F29-442B-BD12-B7BA604494B6}"/>
              </a:ext>
            </a:extLst>
          </p:cNvPr>
          <p:cNvSpPr>
            <a:spLocks xmlns:a="http://schemas.openxmlformats.org/drawingml/2006/main" noGrp="1"/>
          </p:cNvSpPr>
          <p:nvPr/>
        </p:nvSpPr>
        <p:spPr>
          <a:xfrm xmlns:a="http://schemas.openxmlformats.org/drawingml/2006/main" rot="0">
            <a:off x="10467975" y="828675"/>
            <a:ext cx="638175" cy="638175"/>
          </a:xfrm>
          <a:custGeom xmlns:a="http://schemas.openxmlformats.org/drawingml/2006/main">
            <a:pathLst>
              <a:path w="638175" h="638175">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1475" y="4763"/>
                </a:lnTo>
                <a:lnTo>
                  <a:pt x="376238" y="9525"/>
                </a:lnTo>
                <a:lnTo>
                  <a:pt x="385763" y="9525"/>
                </a:lnTo>
                <a:lnTo>
                  <a:pt x="395288" y="9525"/>
                </a:lnTo>
                <a:lnTo>
                  <a:pt x="404813" y="9525"/>
                </a:lnTo>
                <a:lnTo>
                  <a:pt x="414338" y="9525"/>
                </a:lnTo>
                <a:lnTo>
                  <a:pt x="423863" y="9525"/>
                </a:lnTo>
                <a:lnTo>
                  <a:pt x="433388" y="9525"/>
                </a:lnTo>
                <a:lnTo>
                  <a:pt x="438150" y="14288"/>
                </a:lnTo>
                <a:lnTo>
                  <a:pt x="442913" y="19050"/>
                </a:lnTo>
                <a:lnTo>
                  <a:pt x="447675" y="23813"/>
                </a:lnTo>
                <a:lnTo>
                  <a:pt x="452438" y="28575"/>
                </a:lnTo>
                <a:lnTo>
                  <a:pt x="457200" y="33338"/>
                </a:lnTo>
                <a:lnTo>
                  <a:pt x="461963" y="38100"/>
                </a:lnTo>
                <a:lnTo>
                  <a:pt x="466725" y="42863"/>
                </a:lnTo>
                <a:lnTo>
                  <a:pt x="471488" y="47625"/>
                </a:lnTo>
                <a:lnTo>
                  <a:pt x="481013" y="47625"/>
                </a:lnTo>
                <a:lnTo>
                  <a:pt x="490538" y="47625"/>
                </a:lnTo>
                <a:lnTo>
                  <a:pt x="495300" y="52388"/>
                </a:lnTo>
                <a:lnTo>
                  <a:pt x="500063" y="57150"/>
                </a:lnTo>
                <a:lnTo>
                  <a:pt x="504825" y="61913"/>
                </a:lnTo>
                <a:lnTo>
                  <a:pt x="509588" y="66675"/>
                </a:lnTo>
                <a:lnTo>
                  <a:pt x="519113" y="66675"/>
                </a:lnTo>
                <a:lnTo>
                  <a:pt x="523875" y="71438"/>
                </a:lnTo>
                <a:lnTo>
                  <a:pt x="528638" y="76200"/>
                </a:lnTo>
                <a:lnTo>
                  <a:pt x="533400" y="80963"/>
                </a:lnTo>
                <a:lnTo>
                  <a:pt x="538163" y="85725"/>
                </a:lnTo>
                <a:lnTo>
                  <a:pt x="542925" y="90488"/>
                </a:lnTo>
                <a:lnTo>
                  <a:pt x="547688" y="95250"/>
                </a:lnTo>
                <a:lnTo>
                  <a:pt x="552450" y="100013"/>
                </a:lnTo>
                <a:lnTo>
                  <a:pt x="552450" y="109538"/>
                </a:lnTo>
                <a:lnTo>
                  <a:pt x="557213" y="114300"/>
                </a:lnTo>
                <a:lnTo>
                  <a:pt x="561975" y="119063"/>
                </a:lnTo>
                <a:lnTo>
                  <a:pt x="561975" y="128588"/>
                </a:lnTo>
                <a:lnTo>
                  <a:pt x="566738" y="133350"/>
                </a:lnTo>
                <a:lnTo>
                  <a:pt x="571500" y="138113"/>
                </a:lnTo>
                <a:lnTo>
                  <a:pt x="576263" y="142875"/>
                </a:lnTo>
                <a:lnTo>
                  <a:pt x="581025" y="147638"/>
                </a:lnTo>
                <a:lnTo>
                  <a:pt x="585788" y="152400"/>
                </a:lnTo>
                <a:lnTo>
                  <a:pt x="590550" y="157163"/>
                </a:lnTo>
                <a:lnTo>
                  <a:pt x="590550" y="166688"/>
                </a:lnTo>
                <a:lnTo>
                  <a:pt x="590550" y="176213"/>
                </a:lnTo>
                <a:lnTo>
                  <a:pt x="595313" y="180975"/>
                </a:lnTo>
                <a:lnTo>
                  <a:pt x="600075" y="185738"/>
                </a:lnTo>
                <a:lnTo>
                  <a:pt x="600075" y="195263"/>
                </a:lnTo>
                <a:lnTo>
                  <a:pt x="604838" y="200025"/>
                </a:lnTo>
                <a:lnTo>
                  <a:pt x="609600" y="204788"/>
                </a:lnTo>
                <a:lnTo>
                  <a:pt x="614363" y="209550"/>
                </a:lnTo>
                <a:lnTo>
                  <a:pt x="619125" y="214313"/>
                </a:lnTo>
                <a:lnTo>
                  <a:pt x="619125" y="223838"/>
                </a:lnTo>
                <a:lnTo>
                  <a:pt x="619125" y="233363"/>
                </a:lnTo>
                <a:lnTo>
                  <a:pt x="619125" y="242888"/>
                </a:lnTo>
                <a:lnTo>
                  <a:pt x="619125" y="252413"/>
                </a:lnTo>
                <a:lnTo>
                  <a:pt x="619125" y="261938"/>
                </a:lnTo>
                <a:lnTo>
                  <a:pt x="623888" y="266700"/>
                </a:lnTo>
                <a:lnTo>
                  <a:pt x="628650" y="271463"/>
                </a:lnTo>
                <a:lnTo>
                  <a:pt x="628650" y="280988"/>
                </a:lnTo>
                <a:lnTo>
                  <a:pt x="628650" y="290513"/>
                </a:lnTo>
                <a:lnTo>
                  <a:pt x="633413" y="295275"/>
                </a:lnTo>
                <a:lnTo>
                  <a:pt x="638175" y="300038"/>
                </a:lnTo>
                <a:lnTo>
                  <a:pt x="638175" y="309563"/>
                </a:lnTo>
                <a:lnTo>
                  <a:pt x="638175" y="319088"/>
                </a:lnTo>
                <a:lnTo>
                  <a:pt x="638175" y="328613"/>
                </a:lnTo>
                <a:lnTo>
                  <a:pt x="638175" y="338138"/>
                </a:lnTo>
                <a:lnTo>
                  <a:pt x="638175" y="347663"/>
                </a:lnTo>
                <a:lnTo>
                  <a:pt x="638175" y="357188"/>
                </a:lnTo>
                <a:lnTo>
                  <a:pt x="633413" y="361950"/>
                </a:lnTo>
                <a:lnTo>
                  <a:pt x="628650" y="366713"/>
                </a:lnTo>
                <a:lnTo>
                  <a:pt x="628650" y="376238"/>
                </a:lnTo>
                <a:lnTo>
                  <a:pt x="628650" y="385763"/>
                </a:lnTo>
                <a:lnTo>
                  <a:pt x="623888" y="390525"/>
                </a:lnTo>
                <a:lnTo>
                  <a:pt x="619125" y="395288"/>
                </a:lnTo>
                <a:lnTo>
                  <a:pt x="619125" y="404813"/>
                </a:lnTo>
                <a:lnTo>
                  <a:pt x="619125" y="414338"/>
                </a:lnTo>
                <a:lnTo>
                  <a:pt x="614363" y="419100"/>
                </a:lnTo>
                <a:lnTo>
                  <a:pt x="609600" y="423863"/>
                </a:lnTo>
                <a:lnTo>
                  <a:pt x="609600" y="433388"/>
                </a:lnTo>
                <a:lnTo>
                  <a:pt x="609600" y="442913"/>
                </a:lnTo>
                <a:lnTo>
                  <a:pt x="604838" y="447675"/>
                </a:lnTo>
                <a:lnTo>
                  <a:pt x="600075" y="452438"/>
                </a:lnTo>
                <a:lnTo>
                  <a:pt x="600075" y="461963"/>
                </a:lnTo>
                <a:lnTo>
                  <a:pt x="595313" y="466725"/>
                </a:lnTo>
                <a:lnTo>
                  <a:pt x="590550" y="471488"/>
                </a:lnTo>
                <a:lnTo>
                  <a:pt x="585788" y="476250"/>
                </a:lnTo>
                <a:lnTo>
                  <a:pt x="581025" y="481013"/>
                </a:lnTo>
                <a:lnTo>
                  <a:pt x="576263" y="485775"/>
                </a:lnTo>
                <a:lnTo>
                  <a:pt x="571500" y="490538"/>
                </a:lnTo>
                <a:lnTo>
                  <a:pt x="571500" y="500063"/>
                </a:lnTo>
                <a:lnTo>
                  <a:pt x="566738" y="504825"/>
                </a:lnTo>
                <a:lnTo>
                  <a:pt x="561975" y="509588"/>
                </a:lnTo>
                <a:lnTo>
                  <a:pt x="561975" y="519113"/>
                </a:lnTo>
                <a:lnTo>
                  <a:pt x="561975" y="528638"/>
                </a:lnTo>
                <a:lnTo>
                  <a:pt x="557213" y="533400"/>
                </a:lnTo>
                <a:lnTo>
                  <a:pt x="552450" y="538163"/>
                </a:lnTo>
                <a:lnTo>
                  <a:pt x="547688" y="542925"/>
                </a:lnTo>
                <a:lnTo>
                  <a:pt x="542925" y="547688"/>
                </a:lnTo>
                <a:lnTo>
                  <a:pt x="538163" y="552450"/>
                </a:lnTo>
                <a:lnTo>
                  <a:pt x="533400" y="557213"/>
                </a:lnTo>
                <a:lnTo>
                  <a:pt x="528638" y="561975"/>
                </a:lnTo>
                <a:lnTo>
                  <a:pt x="523875" y="566738"/>
                </a:lnTo>
                <a:lnTo>
                  <a:pt x="519113" y="571500"/>
                </a:lnTo>
                <a:lnTo>
                  <a:pt x="509588" y="571500"/>
                </a:lnTo>
                <a:lnTo>
                  <a:pt x="500063" y="571500"/>
                </a:lnTo>
                <a:lnTo>
                  <a:pt x="495300" y="576263"/>
                </a:lnTo>
                <a:lnTo>
                  <a:pt x="490538" y="581025"/>
                </a:lnTo>
                <a:lnTo>
                  <a:pt x="481013" y="581025"/>
                </a:lnTo>
                <a:lnTo>
                  <a:pt x="476250" y="585788"/>
                </a:lnTo>
                <a:lnTo>
                  <a:pt x="471488" y="590550"/>
                </a:lnTo>
                <a:lnTo>
                  <a:pt x="466725" y="595313"/>
                </a:lnTo>
                <a:lnTo>
                  <a:pt x="461963" y="600075"/>
                </a:lnTo>
                <a:lnTo>
                  <a:pt x="457200" y="604838"/>
                </a:lnTo>
                <a:lnTo>
                  <a:pt x="452438" y="609600"/>
                </a:lnTo>
                <a:lnTo>
                  <a:pt x="442913" y="609600"/>
                </a:lnTo>
                <a:lnTo>
                  <a:pt x="438150" y="614363"/>
                </a:lnTo>
                <a:lnTo>
                  <a:pt x="433388" y="619125"/>
                </a:lnTo>
                <a:lnTo>
                  <a:pt x="423863" y="619125"/>
                </a:lnTo>
                <a:lnTo>
                  <a:pt x="414338" y="619125"/>
                </a:lnTo>
                <a:lnTo>
                  <a:pt x="409575" y="623888"/>
                </a:lnTo>
                <a:lnTo>
                  <a:pt x="404813" y="628650"/>
                </a:lnTo>
                <a:lnTo>
                  <a:pt x="395288" y="628650"/>
                </a:lnTo>
                <a:lnTo>
                  <a:pt x="385763" y="628650"/>
                </a:lnTo>
                <a:lnTo>
                  <a:pt x="376238" y="628650"/>
                </a:lnTo>
                <a:lnTo>
                  <a:pt x="366713" y="628650"/>
                </a:lnTo>
                <a:lnTo>
                  <a:pt x="357188" y="628650"/>
                </a:lnTo>
                <a:lnTo>
                  <a:pt x="352425" y="633413"/>
                </a:lnTo>
                <a:lnTo>
                  <a:pt x="347663" y="638175"/>
                </a:lnTo>
                <a:lnTo>
                  <a:pt x="338138" y="638175"/>
                </a:lnTo>
                <a:lnTo>
                  <a:pt x="328613" y="638175"/>
                </a:lnTo>
                <a:lnTo>
                  <a:pt x="319088" y="638175"/>
                </a:lnTo>
                <a:lnTo>
                  <a:pt x="309563" y="638175"/>
                </a:lnTo>
                <a:lnTo>
                  <a:pt x="300038" y="638175"/>
                </a:lnTo>
                <a:lnTo>
                  <a:pt x="290513" y="638175"/>
                </a:lnTo>
                <a:lnTo>
                  <a:pt x="285750" y="633413"/>
                </a:lnTo>
                <a:lnTo>
                  <a:pt x="280988" y="628650"/>
                </a:lnTo>
                <a:lnTo>
                  <a:pt x="271463" y="628650"/>
                </a:lnTo>
                <a:lnTo>
                  <a:pt x="261938" y="628650"/>
                </a:lnTo>
                <a:lnTo>
                  <a:pt x="252413" y="628650"/>
                </a:lnTo>
                <a:lnTo>
                  <a:pt x="242888" y="628650"/>
                </a:lnTo>
                <a:lnTo>
                  <a:pt x="233363" y="628650"/>
                </a:lnTo>
                <a:lnTo>
                  <a:pt x="228600" y="623888"/>
                </a:lnTo>
                <a:lnTo>
                  <a:pt x="223838" y="619125"/>
                </a:lnTo>
                <a:lnTo>
                  <a:pt x="214313" y="619125"/>
                </a:lnTo>
                <a:lnTo>
                  <a:pt x="204788" y="619125"/>
                </a:lnTo>
                <a:lnTo>
                  <a:pt x="200025" y="614363"/>
                </a:lnTo>
                <a:lnTo>
                  <a:pt x="195263" y="609600"/>
                </a:lnTo>
                <a:lnTo>
                  <a:pt x="185738" y="609600"/>
                </a:lnTo>
                <a:lnTo>
                  <a:pt x="180975" y="604838"/>
                </a:lnTo>
                <a:lnTo>
                  <a:pt x="176213" y="600075"/>
                </a:lnTo>
                <a:lnTo>
                  <a:pt x="171450" y="595313"/>
                </a:lnTo>
                <a:lnTo>
                  <a:pt x="166688" y="590550"/>
                </a:lnTo>
                <a:lnTo>
                  <a:pt x="161925" y="585788"/>
                </a:lnTo>
                <a:lnTo>
                  <a:pt x="157163" y="581025"/>
                </a:lnTo>
                <a:lnTo>
                  <a:pt x="147638" y="581025"/>
                </a:lnTo>
                <a:lnTo>
                  <a:pt x="142875" y="576263"/>
                </a:lnTo>
                <a:lnTo>
                  <a:pt x="138113" y="571500"/>
                </a:lnTo>
                <a:lnTo>
                  <a:pt x="133350" y="566738"/>
                </a:lnTo>
                <a:lnTo>
                  <a:pt x="128588" y="561975"/>
                </a:lnTo>
                <a:lnTo>
                  <a:pt x="119063" y="561975"/>
                </a:lnTo>
                <a:lnTo>
                  <a:pt x="114300" y="557213"/>
                </a:lnTo>
                <a:lnTo>
                  <a:pt x="109538" y="552450"/>
                </a:lnTo>
                <a:lnTo>
                  <a:pt x="100013" y="552450"/>
                </a:lnTo>
                <a:lnTo>
                  <a:pt x="95250" y="547688"/>
                </a:lnTo>
                <a:lnTo>
                  <a:pt x="90488" y="542925"/>
                </a:lnTo>
                <a:lnTo>
                  <a:pt x="85725" y="538163"/>
                </a:lnTo>
                <a:lnTo>
                  <a:pt x="80963" y="533400"/>
                </a:lnTo>
                <a:lnTo>
                  <a:pt x="76200" y="528638"/>
                </a:lnTo>
                <a:lnTo>
                  <a:pt x="76200" y="519113"/>
                </a:lnTo>
                <a:lnTo>
                  <a:pt x="76200" y="509588"/>
                </a:lnTo>
                <a:lnTo>
                  <a:pt x="71438" y="504825"/>
                </a:lnTo>
                <a:lnTo>
                  <a:pt x="66675" y="500063"/>
                </a:lnTo>
                <a:lnTo>
                  <a:pt x="66675" y="490538"/>
                </a:lnTo>
                <a:lnTo>
                  <a:pt x="61913" y="485775"/>
                </a:lnTo>
                <a:lnTo>
                  <a:pt x="57150" y="481013"/>
                </a:lnTo>
                <a:lnTo>
                  <a:pt x="52388" y="476250"/>
                </a:lnTo>
                <a:lnTo>
                  <a:pt x="47625" y="471488"/>
                </a:lnTo>
                <a:lnTo>
                  <a:pt x="42863" y="466725"/>
                </a:lnTo>
                <a:lnTo>
                  <a:pt x="38100" y="461963"/>
                </a:lnTo>
                <a:lnTo>
                  <a:pt x="38100" y="452438"/>
                </a:lnTo>
                <a:lnTo>
                  <a:pt x="33338" y="447675"/>
                </a:lnTo>
                <a:lnTo>
                  <a:pt x="28575" y="442913"/>
                </a:lnTo>
                <a:lnTo>
                  <a:pt x="28575" y="433388"/>
                </a:lnTo>
                <a:lnTo>
                  <a:pt x="28575" y="423863"/>
                </a:lnTo>
                <a:lnTo>
                  <a:pt x="23813" y="419100"/>
                </a:lnTo>
                <a:lnTo>
                  <a:pt x="19050" y="414338"/>
                </a:lnTo>
                <a:lnTo>
                  <a:pt x="19050" y="404813"/>
                </a:lnTo>
                <a:lnTo>
                  <a:pt x="19050" y="395288"/>
                </a:lnTo>
                <a:lnTo>
                  <a:pt x="19050" y="385763"/>
                </a:lnTo>
                <a:lnTo>
                  <a:pt x="14288" y="381000"/>
                </a:lnTo>
                <a:lnTo>
                  <a:pt x="9525" y="376238"/>
                </a:lnTo>
                <a:lnTo>
                  <a:pt x="9525" y="366713"/>
                </a:lnTo>
                <a:lnTo>
                  <a:pt x="4763" y="361950"/>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14288" y="276225"/>
                </a:lnTo>
                <a:lnTo>
                  <a:pt x="19050" y="271463"/>
                </a:lnTo>
                <a:lnTo>
                  <a:pt x="19050" y="261938"/>
                </a:lnTo>
                <a:lnTo>
                  <a:pt x="19050" y="252413"/>
                </a:lnTo>
                <a:lnTo>
                  <a:pt x="23813" y="247650"/>
                </a:lnTo>
                <a:lnTo>
                  <a:pt x="28575" y="242888"/>
                </a:lnTo>
                <a:lnTo>
                  <a:pt x="28575" y="233363"/>
                </a:lnTo>
                <a:lnTo>
                  <a:pt x="28575" y="223838"/>
                </a:lnTo>
                <a:lnTo>
                  <a:pt x="28575" y="214313"/>
                </a:lnTo>
                <a:lnTo>
                  <a:pt x="28575" y="204788"/>
                </a:lnTo>
                <a:lnTo>
                  <a:pt x="33338" y="200025"/>
                </a:lnTo>
                <a:lnTo>
                  <a:pt x="38100" y="195263"/>
                </a:lnTo>
                <a:lnTo>
                  <a:pt x="42863" y="190500"/>
                </a:lnTo>
                <a:lnTo>
                  <a:pt x="47625" y="185738"/>
                </a:lnTo>
                <a:lnTo>
                  <a:pt x="47625" y="176213"/>
                </a:lnTo>
                <a:lnTo>
                  <a:pt x="47625" y="166688"/>
                </a:lnTo>
                <a:lnTo>
                  <a:pt x="52388" y="161925"/>
                </a:lnTo>
                <a:lnTo>
                  <a:pt x="57150" y="157163"/>
                </a:lnTo>
                <a:lnTo>
                  <a:pt x="57150" y="147638"/>
                </a:lnTo>
                <a:lnTo>
                  <a:pt x="61913" y="142875"/>
                </a:lnTo>
                <a:lnTo>
                  <a:pt x="66675" y="138113"/>
                </a:lnTo>
                <a:lnTo>
                  <a:pt x="71438" y="133350"/>
                </a:lnTo>
                <a:lnTo>
                  <a:pt x="76200" y="128588"/>
                </a:lnTo>
                <a:lnTo>
                  <a:pt x="80963" y="123825"/>
                </a:lnTo>
                <a:lnTo>
                  <a:pt x="85725" y="119063"/>
                </a:lnTo>
                <a:lnTo>
                  <a:pt x="85725" y="109538"/>
                </a:lnTo>
                <a:lnTo>
                  <a:pt x="85725" y="100013"/>
                </a:lnTo>
                <a:lnTo>
                  <a:pt x="90488" y="95250"/>
                </a:lnTo>
                <a:lnTo>
                  <a:pt x="95250" y="90488"/>
                </a:lnTo>
                <a:lnTo>
                  <a:pt x="100013" y="85725"/>
                </a:lnTo>
                <a:lnTo>
                  <a:pt x="104775" y="80963"/>
                </a:lnTo>
                <a:lnTo>
                  <a:pt x="109538" y="76200"/>
                </a:lnTo>
                <a:lnTo>
                  <a:pt x="114300" y="71438"/>
                </a:lnTo>
                <a:lnTo>
                  <a:pt x="119063" y="66675"/>
                </a:lnTo>
                <a:lnTo>
                  <a:pt x="128588" y="66675"/>
                </a:lnTo>
                <a:lnTo>
                  <a:pt x="133350" y="61913"/>
                </a:lnTo>
                <a:lnTo>
                  <a:pt x="138113" y="57150"/>
                </a:lnTo>
                <a:lnTo>
                  <a:pt x="142875" y="52388"/>
                </a:lnTo>
                <a:lnTo>
                  <a:pt x="147638" y="47625"/>
                </a:lnTo>
                <a:lnTo>
                  <a:pt x="157163" y="47625"/>
                </a:lnTo>
                <a:lnTo>
                  <a:pt x="166688" y="47625"/>
                </a:lnTo>
                <a:lnTo>
                  <a:pt x="171450" y="42863"/>
                </a:lnTo>
                <a:lnTo>
                  <a:pt x="176213" y="38100"/>
                </a:lnTo>
                <a:lnTo>
                  <a:pt x="180975" y="33338"/>
                </a:lnTo>
                <a:lnTo>
                  <a:pt x="185738" y="28575"/>
                </a:lnTo>
                <a:lnTo>
                  <a:pt x="190500" y="23813"/>
                </a:lnTo>
                <a:lnTo>
                  <a:pt x="195263" y="19050"/>
                </a:lnTo>
                <a:lnTo>
                  <a:pt x="200025" y="14288"/>
                </a:lnTo>
                <a:lnTo>
                  <a:pt x="204788" y="9525"/>
                </a:lnTo>
                <a:lnTo>
                  <a:pt x="214313" y="9525"/>
                </a:lnTo>
                <a:lnTo>
                  <a:pt x="223838" y="9525"/>
                </a:lnTo>
                <a:lnTo>
                  <a:pt x="233363" y="9525"/>
                </a:lnTo>
                <a:lnTo>
                  <a:pt x="242888" y="9525"/>
                </a:lnTo>
                <a:lnTo>
                  <a:pt x="252413" y="9525"/>
                </a:lnTo>
                <a:lnTo>
                  <a:pt x="261938" y="9525"/>
                </a:lnTo>
                <a:lnTo>
                  <a:pt x="266700" y="4763"/>
                </a:lnTo>
                <a:close/>
              </a:path>
            </a:pathLst>
          </a:custGeom>
          <a:solidFill xmlns:a="http://schemas.openxmlformats.org/drawingml/2006/main">
            <a:srgbClr val="D0D0D0"/>
          </a:solidFill>
          <a:ln xmlns:a="http://schemas.openxmlformats.org/drawingml/2006/main" w="0">
            <a:noFill/>
            <a:prstDash val="solid"/>
          </a:ln>
        </p:spPr>
      </p:sp>
      <p:sp>
        <p:nvSpPr>
          <p:cNvPr id="151" name="deep-skill-chaining-source-component-2-gradient-210-0">
            <a:extLst xmlns:a="http://schemas.openxmlformats.org/drawingml/2006/main">
              <a:ext uri="{FF2B5EF4-FFF2-40B4-BE49-F238E27FC236}">
                <a16:creationId xmlns:a16="http://schemas.microsoft.com/office/drawing/2014/main" id="{5D938112-59E0-43E9-8F3D-975FDCFF67EF}"/>
              </a:ext>
            </a:extLst>
          </p:cNvPr>
          <p:cNvSpPr>
            <a:spLocks xmlns:a="http://schemas.openxmlformats.org/drawingml/2006/main" noGrp="1"/>
          </p:cNvSpPr>
          <p:nvPr/>
        </p:nvSpPr>
        <p:spPr>
          <a:xfrm xmlns:a="http://schemas.openxmlformats.org/drawingml/2006/main" rot="0">
            <a:off x="10487025" y="838200"/>
            <a:ext cx="600075" cy="609600"/>
          </a:xfrm>
          <a:custGeom xmlns:a="http://schemas.openxmlformats.org/drawingml/2006/main">
            <a:pathLst>
              <a:path w="600075" h="609600">
                <a:moveTo>
                  <a:pt x="266700" y="4763"/>
                </a:moveTo>
                <a:lnTo>
                  <a:pt x="271463" y="0"/>
                </a:lnTo>
                <a:lnTo>
                  <a:pt x="280988" y="0"/>
                </a:lnTo>
                <a:lnTo>
                  <a:pt x="290513" y="0"/>
                </a:lnTo>
                <a:lnTo>
                  <a:pt x="300038" y="0"/>
                </a:lnTo>
                <a:lnTo>
                  <a:pt x="309563" y="0"/>
                </a:lnTo>
                <a:lnTo>
                  <a:pt x="319088" y="0"/>
                </a:lnTo>
                <a:lnTo>
                  <a:pt x="328613" y="0"/>
                </a:lnTo>
                <a:lnTo>
                  <a:pt x="333375" y="4763"/>
                </a:lnTo>
                <a:lnTo>
                  <a:pt x="338138" y="9525"/>
                </a:lnTo>
                <a:lnTo>
                  <a:pt x="347663" y="9525"/>
                </a:lnTo>
                <a:lnTo>
                  <a:pt x="352425" y="14288"/>
                </a:lnTo>
                <a:lnTo>
                  <a:pt x="357188" y="19050"/>
                </a:lnTo>
                <a:lnTo>
                  <a:pt x="366713" y="19050"/>
                </a:lnTo>
                <a:lnTo>
                  <a:pt x="376238" y="19050"/>
                </a:lnTo>
                <a:lnTo>
                  <a:pt x="385763" y="19050"/>
                </a:lnTo>
                <a:lnTo>
                  <a:pt x="395288" y="19050"/>
                </a:lnTo>
                <a:lnTo>
                  <a:pt x="400050" y="23813"/>
                </a:lnTo>
                <a:lnTo>
                  <a:pt x="404813" y="28575"/>
                </a:lnTo>
                <a:lnTo>
                  <a:pt x="414338" y="28575"/>
                </a:lnTo>
                <a:lnTo>
                  <a:pt x="419100" y="33338"/>
                </a:lnTo>
                <a:lnTo>
                  <a:pt x="423863" y="38100"/>
                </a:lnTo>
                <a:lnTo>
                  <a:pt x="428625" y="42863"/>
                </a:lnTo>
                <a:lnTo>
                  <a:pt x="433388" y="47625"/>
                </a:lnTo>
                <a:lnTo>
                  <a:pt x="442913" y="47625"/>
                </a:lnTo>
                <a:lnTo>
                  <a:pt x="452438" y="47625"/>
                </a:lnTo>
                <a:lnTo>
                  <a:pt x="457200" y="52388"/>
                </a:lnTo>
                <a:lnTo>
                  <a:pt x="461963" y="57150"/>
                </a:lnTo>
                <a:lnTo>
                  <a:pt x="471488" y="57150"/>
                </a:lnTo>
                <a:lnTo>
                  <a:pt x="481013" y="57150"/>
                </a:lnTo>
                <a:lnTo>
                  <a:pt x="485775" y="61913"/>
                </a:lnTo>
                <a:lnTo>
                  <a:pt x="485775" y="71438"/>
                </a:lnTo>
                <a:lnTo>
                  <a:pt x="490538" y="76200"/>
                </a:lnTo>
                <a:lnTo>
                  <a:pt x="500063" y="76200"/>
                </a:lnTo>
                <a:lnTo>
                  <a:pt x="504825" y="80963"/>
                </a:lnTo>
                <a:lnTo>
                  <a:pt x="509588" y="85725"/>
                </a:lnTo>
                <a:lnTo>
                  <a:pt x="514350" y="90488"/>
                </a:lnTo>
                <a:lnTo>
                  <a:pt x="514350" y="100013"/>
                </a:lnTo>
                <a:lnTo>
                  <a:pt x="514350" y="109538"/>
                </a:lnTo>
                <a:lnTo>
                  <a:pt x="519113" y="114300"/>
                </a:lnTo>
                <a:lnTo>
                  <a:pt x="523875" y="119063"/>
                </a:lnTo>
                <a:lnTo>
                  <a:pt x="528638" y="123825"/>
                </a:lnTo>
                <a:lnTo>
                  <a:pt x="533400" y="128588"/>
                </a:lnTo>
                <a:lnTo>
                  <a:pt x="538163" y="133350"/>
                </a:lnTo>
                <a:lnTo>
                  <a:pt x="542925" y="138113"/>
                </a:lnTo>
                <a:lnTo>
                  <a:pt x="547688" y="142875"/>
                </a:lnTo>
                <a:lnTo>
                  <a:pt x="552450" y="147638"/>
                </a:lnTo>
                <a:lnTo>
                  <a:pt x="552450" y="157163"/>
                </a:lnTo>
                <a:lnTo>
                  <a:pt x="552450" y="166688"/>
                </a:lnTo>
                <a:lnTo>
                  <a:pt x="557213" y="171450"/>
                </a:lnTo>
                <a:lnTo>
                  <a:pt x="561975" y="176213"/>
                </a:lnTo>
                <a:lnTo>
                  <a:pt x="561975" y="185738"/>
                </a:lnTo>
                <a:lnTo>
                  <a:pt x="566738" y="190500"/>
                </a:lnTo>
                <a:lnTo>
                  <a:pt x="571500" y="195263"/>
                </a:lnTo>
                <a:lnTo>
                  <a:pt x="576263" y="200025"/>
                </a:lnTo>
                <a:lnTo>
                  <a:pt x="581025" y="204788"/>
                </a:lnTo>
                <a:lnTo>
                  <a:pt x="581025" y="214313"/>
                </a:lnTo>
                <a:lnTo>
                  <a:pt x="581025" y="223838"/>
                </a:lnTo>
                <a:lnTo>
                  <a:pt x="581025" y="233363"/>
                </a:lnTo>
                <a:lnTo>
                  <a:pt x="581025" y="242888"/>
                </a:lnTo>
                <a:lnTo>
                  <a:pt x="581025" y="252413"/>
                </a:lnTo>
                <a:lnTo>
                  <a:pt x="585788" y="257175"/>
                </a:lnTo>
                <a:lnTo>
                  <a:pt x="590550" y="261938"/>
                </a:lnTo>
                <a:lnTo>
                  <a:pt x="590550" y="271463"/>
                </a:lnTo>
                <a:lnTo>
                  <a:pt x="590550" y="280988"/>
                </a:lnTo>
                <a:lnTo>
                  <a:pt x="595313" y="285750"/>
                </a:lnTo>
                <a:lnTo>
                  <a:pt x="600075" y="290513"/>
                </a:lnTo>
                <a:lnTo>
                  <a:pt x="600075" y="300038"/>
                </a:lnTo>
                <a:lnTo>
                  <a:pt x="600075" y="309563"/>
                </a:lnTo>
                <a:lnTo>
                  <a:pt x="600075" y="319088"/>
                </a:lnTo>
                <a:lnTo>
                  <a:pt x="600075" y="328613"/>
                </a:lnTo>
                <a:lnTo>
                  <a:pt x="600075" y="338138"/>
                </a:lnTo>
                <a:lnTo>
                  <a:pt x="600075" y="347663"/>
                </a:lnTo>
                <a:lnTo>
                  <a:pt x="595313" y="352425"/>
                </a:lnTo>
                <a:lnTo>
                  <a:pt x="590550" y="357188"/>
                </a:lnTo>
                <a:lnTo>
                  <a:pt x="590550" y="366713"/>
                </a:lnTo>
                <a:lnTo>
                  <a:pt x="590550" y="376238"/>
                </a:lnTo>
                <a:lnTo>
                  <a:pt x="585788" y="381000"/>
                </a:lnTo>
                <a:lnTo>
                  <a:pt x="581025" y="385763"/>
                </a:lnTo>
                <a:lnTo>
                  <a:pt x="581025" y="395288"/>
                </a:lnTo>
                <a:lnTo>
                  <a:pt x="581025" y="404813"/>
                </a:lnTo>
                <a:lnTo>
                  <a:pt x="576263" y="409575"/>
                </a:lnTo>
                <a:lnTo>
                  <a:pt x="571500" y="414338"/>
                </a:lnTo>
                <a:lnTo>
                  <a:pt x="571500" y="423863"/>
                </a:lnTo>
                <a:lnTo>
                  <a:pt x="571500" y="433388"/>
                </a:lnTo>
                <a:lnTo>
                  <a:pt x="566738" y="438150"/>
                </a:lnTo>
                <a:lnTo>
                  <a:pt x="561975" y="442913"/>
                </a:lnTo>
                <a:lnTo>
                  <a:pt x="557213" y="447675"/>
                </a:lnTo>
                <a:lnTo>
                  <a:pt x="552450" y="452438"/>
                </a:lnTo>
                <a:lnTo>
                  <a:pt x="552450" y="461963"/>
                </a:lnTo>
                <a:lnTo>
                  <a:pt x="547688" y="466725"/>
                </a:lnTo>
                <a:lnTo>
                  <a:pt x="542925" y="471488"/>
                </a:lnTo>
                <a:lnTo>
                  <a:pt x="538163" y="476250"/>
                </a:lnTo>
                <a:lnTo>
                  <a:pt x="533400" y="481013"/>
                </a:lnTo>
                <a:lnTo>
                  <a:pt x="533400" y="490538"/>
                </a:lnTo>
                <a:lnTo>
                  <a:pt x="528638" y="495300"/>
                </a:lnTo>
                <a:lnTo>
                  <a:pt x="523875" y="500063"/>
                </a:lnTo>
                <a:lnTo>
                  <a:pt x="523875" y="509588"/>
                </a:lnTo>
                <a:lnTo>
                  <a:pt x="519113" y="514350"/>
                </a:lnTo>
                <a:lnTo>
                  <a:pt x="514350" y="519113"/>
                </a:lnTo>
                <a:lnTo>
                  <a:pt x="509588" y="523875"/>
                </a:lnTo>
                <a:lnTo>
                  <a:pt x="504825" y="528638"/>
                </a:lnTo>
                <a:lnTo>
                  <a:pt x="500063" y="533400"/>
                </a:lnTo>
                <a:lnTo>
                  <a:pt x="495300" y="538163"/>
                </a:lnTo>
                <a:lnTo>
                  <a:pt x="490538" y="542925"/>
                </a:lnTo>
                <a:lnTo>
                  <a:pt x="485775" y="547688"/>
                </a:lnTo>
                <a:lnTo>
                  <a:pt x="481013" y="552450"/>
                </a:lnTo>
                <a:lnTo>
                  <a:pt x="471488" y="552450"/>
                </a:lnTo>
                <a:lnTo>
                  <a:pt x="466725" y="557213"/>
                </a:lnTo>
                <a:lnTo>
                  <a:pt x="461963" y="561975"/>
                </a:lnTo>
                <a:lnTo>
                  <a:pt x="452438" y="561975"/>
                </a:lnTo>
                <a:lnTo>
                  <a:pt x="447675" y="566738"/>
                </a:lnTo>
                <a:lnTo>
                  <a:pt x="442913" y="571500"/>
                </a:lnTo>
                <a:lnTo>
                  <a:pt x="433388" y="571500"/>
                </a:lnTo>
                <a:lnTo>
                  <a:pt x="423863" y="571500"/>
                </a:lnTo>
                <a:lnTo>
                  <a:pt x="419100" y="576263"/>
                </a:lnTo>
                <a:lnTo>
                  <a:pt x="414338" y="581025"/>
                </a:lnTo>
                <a:lnTo>
                  <a:pt x="404813" y="581025"/>
                </a:lnTo>
                <a:lnTo>
                  <a:pt x="400050" y="585788"/>
                </a:lnTo>
                <a:lnTo>
                  <a:pt x="395288" y="590550"/>
                </a:lnTo>
                <a:lnTo>
                  <a:pt x="385763" y="590550"/>
                </a:lnTo>
                <a:lnTo>
                  <a:pt x="376238" y="590550"/>
                </a:lnTo>
                <a:lnTo>
                  <a:pt x="366713" y="590550"/>
                </a:lnTo>
                <a:lnTo>
                  <a:pt x="361950" y="595313"/>
                </a:lnTo>
                <a:lnTo>
                  <a:pt x="357188" y="600075"/>
                </a:lnTo>
                <a:lnTo>
                  <a:pt x="347663" y="600075"/>
                </a:lnTo>
                <a:lnTo>
                  <a:pt x="338138" y="600075"/>
                </a:lnTo>
                <a:lnTo>
                  <a:pt x="333375" y="604838"/>
                </a:lnTo>
                <a:lnTo>
                  <a:pt x="328613" y="609600"/>
                </a:lnTo>
                <a:lnTo>
                  <a:pt x="319088" y="609600"/>
                </a:lnTo>
                <a:lnTo>
                  <a:pt x="309563" y="609600"/>
                </a:lnTo>
                <a:lnTo>
                  <a:pt x="300038" y="609600"/>
                </a:lnTo>
                <a:lnTo>
                  <a:pt x="290513" y="609600"/>
                </a:lnTo>
                <a:lnTo>
                  <a:pt x="280988" y="609600"/>
                </a:lnTo>
                <a:lnTo>
                  <a:pt x="271463" y="609600"/>
                </a:lnTo>
                <a:lnTo>
                  <a:pt x="266700" y="604838"/>
                </a:lnTo>
                <a:lnTo>
                  <a:pt x="261938" y="600075"/>
                </a:lnTo>
                <a:lnTo>
                  <a:pt x="252413" y="600075"/>
                </a:lnTo>
                <a:lnTo>
                  <a:pt x="242888" y="600075"/>
                </a:lnTo>
                <a:lnTo>
                  <a:pt x="238125" y="595313"/>
                </a:lnTo>
                <a:lnTo>
                  <a:pt x="233363" y="590550"/>
                </a:lnTo>
                <a:lnTo>
                  <a:pt x="223838" y="590550"/>
                </a:lnTo>
                <a:lnTo>
                  <a:pt x="214313" y="590550"/>
                </a:lnTo>
                <a:lnTo>
                  <a:pt x="204788" y="590550"/>
                </a:lnTo>
                <a:lnTo>
                  <a:pt x="200025" y="585788"/>
                </a:lnTo>
                <a:lnTo>
                  <a:pt x="195263" y="581025"/>
                </a:lnTo>
                <a:lnTo>
                  <a:pt x="185738" y="581025"/>
                </a:lnTo>
                <a:lnTo>
                  <a:pt x="180975" y="576263"/>
                </a:lnTo>
                <a:lnTo>
                  <a:pt x="176213" y="571500"/>
                </a:lnTo>
                <a:lnTo>
                  <a:pt x="166688" y="571500"/>
                </a:lnTo>
                <a:lnTo>
                  <a:pt x="161925" y="566738"/>
                </a:lnTo>
                <a:lnTo>
                  <a:pt x="157163" y="561975"/>
                </a:lnTo>
                <a:lnTo>
                  <a:pt x="152400" y="557213"/>
                </a:lnTo>
                <a:lnTo>
                  <a:pt x="147638" y="552450"/>
                </a:lnTo>
                <a:lnTo>
                  <a:pt x="138113" y="552450"/>
                </a:lnTo>
                <a:lnTo>
                  <a:pt x="128588" y="552450"/>
                </a:lnTo>
                <a:lnTo>
                  <a:pt x="123825" y="547688"/>
                </a:lnTo>
                <a:lnTo>
                  <a:pt x="119063" y="542925"/>
                </a:lnTo>
                <a:lnTo>
                  <a:pt x="114300" y="538163"/>
                </a:lnTo>
                <a:lnTo>
                  <a:pt x="109538" y="533400"/>
                </a:lnTo>
                <a:lnTo>
                  <a:pt x="100013" y="533400"/>
                </a:lnTo>
                <a:lnTo>
                  <a:pt x="95250" y="528638"/>
                </a:lnTo>
                <a:lnTo>
                  <a:pt x="90488" y="523875"/>
                </a:lnTo>
                <a:lnTo>
                  <a:pt x="85725" y="519113"/>
                </a:lnTo>
                <a:lnTo>
                  <a:pt x="85725" y="509588"/>
                </a:lnTo>
                <a:lnTo>
                  <a:pt x="80963" y="504825"/>
                </a:lnTo>
                <a:lnTo>
                  <a:pt x="76200" y="500063"/>
                </a:lnTo>
                <a:lnTo>
                  <a:pt x="71438" y="495300"/>
                </a:lnTo>
                <a:lnTo>
                  <a:pt x="66675" y="490538"/>
                </a:lnTo>
                <a:lnTo>
                  <a:pt x="66675" y="481013"/>
                </a:lnTo>
                <a:lnTo>
                  <a:pt x="61913" y="476250"/>
                </a:lnTo>
                <a:lnTo>
                  <a:pt x="57150" y="471488"/>
                </a:lnTo>
                <a:lnTo>
                  <a:pt x="57150" y="461963"/>
                </a:lnTo>
                <a:lnTo>
                  <a:pt x="52388" y="457200"/>
                </a:lnTo>
                <a:lnTo>
                  <a:pt x="47625" y="452438"/>
                </a:lnTo>
                <a:lnTo>
                  <a:pt x="42863" y="447675"/>
                </a:lnTo>
                <a:lnTo>
                  <a:pt x="38100" y="442913"/>
                </a:lnTo>
                <a:lnTo>
                  <a:pt x="33338" y="438150"/>
                </a:lnTo>
                <a:lnTo>
                  <a:pt x="28575" y="433388"/>
                </a:lnTo>
                <a:lnTo>
                  <a:pt x="28575" y="423863"/>
                </a:lnTo>
                <a:lnTo>
                  <a:pt x="28575" y="414338"/>
                </a:lnTo>
                <a:lnTo>
                  <a:pt x="28575" y="404813"/>
                </a:lnTo>
                <a:lnTo>
                  <a:pt x="23813" y="400050"/>
                </a:lnTo>
                <a:lnTo>
                  <a:pt x="19050" y="395288"/>
                </a:lnTo>
                <a:lnTo>
                  <a:pt x="19050" y="385763"/>
                </a:lnTo>
                <a:lnTo>
                  <a:pt x="14288" y="381000"/>
                </a:lnTo>
                <a:lnTo>
                  <a:pt x="9525" y="376238"/>
                </a:lnTo>
                <a:lnTo>
                  <a:pt x="9525" y="366713"/>
                </a:lnTo>
                <a:lnTo>
                  <a:pt x="9525" y="357188"/>
                </a:lnTo>
                <a:lnTo>
                  <a:pt x="9525" y="347663"/>
                </a:lnTo>
                <a:lnTo>
                  <a:pt x="4763" y="342900"/>
                </a:lnTo>
                <a:lnTo>
                  <a:pt x="0" y="338138"/>
                </a:lnTo>
                <a:lnTo>
                  <a:pt x="0" y="328613"/>
                </a:lnTo>
                <a:lnTo>
                  <a:pt x="0" y="319088"/>
                </a:lnTo>
                <a:lnTo>
                  <a:pt x="0" y="309563"/>
                </a:lnTo>
                <a:lnTo>
                  <a:pt x="0" y="300038"/>
                </a:lnTo>
                <a:lnTo>
                  <a:pt x="4763" y="295275"/>
                </a:lnTo>
                <a:lnTo>
                  <a:pt x="9525" y="290513"/>
                </a:lnTo>
                <a:lnTo>
                  <a:pt x="9525" y="280988"/>
                </a:lnTo>
                <a:lnTo>
                  <a:pt x="9525" y="271463"/>
                </a:lnTo>
                <a:lnTo>
                  <a:pt x="9525" y="261938"/>
                </a:lnTo>
                <a:lnTo>
                  <a:pt x="14288" y="257175"/>
                </a:lnTo>
                <a:lnTo>
                  <a:pt x="19050" y="252413"/>
                </a:lnTo>
                <a:lnTo>
                  <a:pt x="19050" y="242888"/>
                </a:lnTo>
                <a:lnTo>
                  <a:pt x="23813" y="238125"/>
                </a:lnTo>
                <a:lnTo>
                  <a:pt x="28575" y="233363"/>
                </a:lnTo>
                <a:lnTo>
                  <a:pt x="28575" y="223838"/>
                </a:lnTo>
                <a:lnTo>
                  <a:pt x="28575" y="214313"/>
                </a:lnTo>
                <a:lnTo>
                  <a:pt x="28575" y="204788"/>
                </a:lnTo>
                <a:lnTo>
                  <a:pt x="33338" y="200025"/>
                </a:lnTo>
                <a:lnTo>
                  <a:pt x="38100" y="195263"/>
                </a:lnTo>
                <a:lnTo>
                  <a:pt x="38100" y="185738"/>
                </a:lnTo>
                <a:lnTo>
                  <a:pt x="38100" y="176213"/>
                </a:lnTo>
                <a:lnTo>
                  <a:pt x="42863" y="171450"/>
                </a:lnTo>
                <a:lnTo>
                  <a:pt x="47625" y="166688"/>
                </a:lnTo>
                <a:lnTo>
                  <a:pt x="47625" y="157163"/>
                </a:lnTo>
                <a:lnTo>
                  <a:pt x="52388" y="152400"/>
                </a:lnTo>
                <a:lnTo>
                  <a:pt x="57150" y="147638"/>
                </a:lnTo>
                <a:lnTo>
                  <a:pt x="57150" y="138113"/>
                </a:lnTo>
                <a:lnTo>
                  <a:pt x="61913" y="133350"/>
                </a:lnTo>
                <a:lnTo>
                  <a:pt x="71438" y="133350"/>
                </a:lnTo>
                <a:lnTo>
                  <a:pt x="76200" y="128588"/>
                </a:lnTo>
                <a:lnTo>
                  <a:pt x="80963" y="123825"/>
                </a:lnTo>
                <a:lnTo>
                  <a:pt x="85725" y="119063"/>
                </a:lnTo>
                <a:lnTo>
                  <a:pt x="85725" y="109538"/>
                </a:lnTo>
                <a:lnTo>
                  <a:pt x="85725" y="100013"/>
                </a:lnTo>
                <a:lnTo>
                  <a:pt x="90488" y="95250"/>
                </a:lnTo>
                <a:lnTo>
                  <a:pt x="95250" y="90488"/>
                </a:lnTo>
                <a:lnTo>
                  <a:pt x="100013" y="85725"/>
                </a:lnTo>
                <a:lnTo>
                  <a:pt x="104775" y="80963"/>
                </a:lnTo>
                <a:lnTo>
                  <a:pt x="109538" y="76200"/>
                </a:lnTo>
                <a:lnTo>
                  <a:pt x="114300" y="71438"/>
                </a:lnTo>
                <a:lnTo>
                  <a:pt x="119063" y="66675"/>
                </a:lnTo>
                <a:lnTo>
                  <a:pt x="123825" y="61913"/>
                </a:lnTo>
                <a:lnTo>
                  <a:pt x="128588" y="57150"/>
                </a:lnTo>
                <a:lnTo>
                  <a:pt x="138113" y="57150"/>
                </a:lnTo>
                <a:lnTo>
                  <a:pt x="142875" y="52388"/>
                </a:lnTo>
                <a:lnTo>
                  <a:pt x="147638" y="47625"/>
                </a:lnTo>
                <a:lnTo>
                  <a:pt x="157163" y="47625"/>
                </a:lnTo>
                <a:lnTo>
                  <a:pt x="166688" y="47625"/>
                </a:lnTo>
                <a:lnTo>
                  <a:pt x="171450" y="42863"/>
                </a:lnTo>
                <a:lnTo>
                  <a:pt x="176213" y="38100"/>
                </a:lnTo>
                <a:lnTo>
                  <a:pt x="180975" y="33338"/>
                </a:lnTo>
                <a:lnTo>
                  <a:pt x="185738" y="28575"/>
                </a:lnTo>
                <a:lnTo>
                  <a:pt x="195263" y="28575"/>
                </a:lnTo>
                <a:lnTo>
                  <a:pt x="204788" y="28575"/>
                </a:lnTo>
                <a:lnTo>
                  <a:pt x="209550" y="23813"/>
                </a:lnTo>
                <a:lnTo>
                  <a:pt x="214313" y="19050"/>
                </a:lnTo>
                <a:lnTo>
                  <a:pt x="223838" y="19050"/>
                </a:lnTo>
                <a:lnTo>
                  <a:pt x="233363" y="19050"/>
                </a:lnTo>
                <a:lnTo>
                  <a:pt x="242888" y="19050"/>
                </a:lnTo>
                <a:lnTo>
                  <a:pt x="247650" y="14288"/>
                </a:lnTo>
                <a:lnTo>
                  <a:pt x="252413" y="9525"/>
                </a:lnTo>
                <a:lnTo>
                  <a:pt x="261938" y="9525"/>
                </a:lnTo>
                <a:lnTo>
                  <a:pt x="266700" y="4763"/>
                </a:lnTo>
                <a:close/>
              </a:path>
            </a:pathLst>
          </a:custGeom>
          <a:solidFill xmlns:a="http://schemas.openxmlformats.org/drawingml/2006/main">
            <a:srgbClr val="D2D2D2"/>
          </a:solidFill>
          <a:ln xmlns:a="http://schemas.openxmlformats.org/drawingml/2006/main" w="0">
            <a:noFill/>
            <a:prstDash val="solid"/>
          </a:ln>
        </p:spPr>
      </p:sp>
      <p:sp>
        <p:nvSpPr>
          <p:cNvPr id="152" name="deep-skill-chaining-source-component-2-gradient-212-0">
            <a:extLst xmlns:a="http://schemas.openxmlformats.org/drawingml/2006/main">
              <a:ext uri="{FF2B5EF4-FFF2-40B4-BE49-F238E27FC236}">
                <a16:creationId xmlns:a16="http://schemas.microsoft.com/office/drawing/2014/main" id="{AA1EB53A-B681-4E4B-AF62-D0C200F2CFD6}"/>
              </a:ext>
            </a:extLst>
          </p:cNvPr>
          <p:cNvSpPr>
            <a:spLocks xmlns:a="http://schemas.openxmlformats.org/drawingml/2006/main" noGrp="1"/>
          </p:cNvSpPr>
          <p:nvPr/>
        </p:nvSpPr>
        <p:spPr>
          <a:xfrm xmlns:a="http://schemas.openxmlformats.org/drawingml/2006/main" rot="0">
            <a:off x="10506075" y="866775"/>
            <a:ext cx="571500" cy="561975"/>
          </a:xfrm>
          <a:custGeom xmlns:a="http://schemas.openxmlformats.org/drawingml/2006/main">
            <a:pathLst>
              <a:path w="571500" h="561975">
                <a:moveTo>
                  <a:pt x="219075" y="4763"/>
                </a:move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1950" y="14288"/>
                </a:lnTo>
                <a:lnTo>
                  <a:pt x="366713" y="19050"/>
                </a:lnTo>
                <a:lnTo>
                  <a:pt x="376238" y="19050"/>
                </a:lnTo>
                <a:lnTo>
                  <a:pt x="385763" y="19050"/>
                </a:lnTo>
                <a:lnTo>
                  <a:pt x="395288" y="19050"/>
                </a:lnTo>
                <a:lnTo>
                  <a:pt x="400050" y="23813"/>
                </a:lnTo>
                <a:lnTo>
                  <a:pt x="404813" y="28575"/>
                </a:lnTo>
                <a:lnTo>
                  <a:pt x="414338" y="28575"/>
                </a:lnTo>
                <a:lnTo>
                  <a:pt x="423863" y="28575"/>
                </a:lnTo>
                <a:lnTo>
                  <a:pt x="428625" y="33338"/>
                </a:lnTo>
                <a:lnTo>
                  <a:pt x="433388" y="38100"/>
                </a:lnTo>
                <a:lnTo>
                  <a:pt x="438150" y="42863"/>
                </a:lnTo>
                <a:lnTo>
                  <a:pt x="442913" y="47625"/>
                </a:lnTo>
                <a:lnTo>
                  <a:pt x="447675" y="52388"/>
                </a:lnTo>
                <a:lnTo>
                  <a:pt x="452438" y="57150"/>
                </a:lnTo>
                <a:lnTo>
                  <a:pt x="457200" y="61913"/>
                </a:lnTo>
                <a:lnTo>
                  <a:pt x="461963" y="66675"/>
                </a:lnTo>
                <a:lnTo>
                  <a:pt x="466725" y="71438"/>
                </a:lnTo>
                <a:lnTo>
                  <a:pt x="471488" y="76200"/>
                </a:lnTo>
                <a:lnTo>
                  <a:pt x="476250" y="80963"/>
                </a:lnTo>
                <a:lnTo>
                  <a:pt x="481013" y="85725"/>
                </a:lnTo>
                <a:lnTo>
                  <a:pt x="485775" y="90488"/>
                </a:lnTo>
                <a:lnTo>
                  <a:pt x="485775" y="100013"/>
                </a:lnTo>
                <a:lnTo>
                  <a:pt x="490538" y="104775"/>
                </a:lnTo>
                <a:lnTo>
                  <a:pt x="495300" y="109538"/>
                </a:lnTo>
                <a:lnTo>
                  <a:pt x="500063" y="114300"/>
                </a:lnTo>
                <a:lnTo>
                  <a:pt x="509588" y="114300"/>
                </a:lnTo>
                <a:lnTo>
                  <a:pt x="514350" y="119063"/>
                </a:lnTo>
                <a:lnTo>
                  <a:pt x="514350" y="128588"/>
                </a:lnTo>
                <a:lnTo>
                  <a:pt x="514350" y="138113"/>
                </a:lnTo>
                <a:lnTo>
                  <a:pt x="519113" y="142875"/>
                </a:lnTo>
                <a:lnTo>
                  <a:pt x="523875" y="147638"/>
                </a:lnTo>
                <a:lnTo>
                  <a:pt x="523875" y="157163"/>
                </a:lnTo>
                <a:lnTo>
                  <a:pt x="528638" y="161925"/>
                </a:lnTo>
                <a:lnTo>
                  <a:pt x="533400" y="166688"/>
                </a:lnTo>
                <a:lnTo>
                  <a:pt x="538163" y="171450"/>
                </a:lnTo>
                <a:lnTo>
                  <a:pt x="542925" y="176213"/>
                </a:lnTo>
                <a:lnTo>
                  <a:pt x="542925" y="185738"/>
                </a:lnTo>
                <a:lnTo>
                  <a:pt x="542925" y="195263"/>
                </a:lnTo>
                <a:lnTo>
                  <a:pt x="542925" y="204788"/>
                </a:lnTo>
                <a:lnTo>
                  <a:pt x="542925" y="214313"/>
                </a:lnTo>
                <a:lnTo>
                  <a:pt x="542925" y="223838"/>
                </a:lnTo>
                <a:lnTo>
                  <a:pt x="547688" y="228600"/>
                </a:lnTo>
                <a:lnTo>
                  <a:pt x="552450" y="233363"/>
                </a:lnTo>
                <a:lnTo>
                  <a:pt x="552450" y="242888"/>
                </a:lnTo>
                <a:lnTo>
                  <a:pt x="552450" y="252413"/>
                </a:lnTo>
                <a:lnTo>
                  <a:pt x="557213" y="257175"/>
                </a:lnTo>
                <a:lnTo>
                  <a:pt x="561975" y="261938"/>
                </a:lnTo>
                <a:lnTo>
                  <a:pt x="561975" y="271463"/>
                </a:lnTo>
                <a:lnTo>
                  <a:pt x="561975" y="280988"/>
                </a:lnTo>
                <a:lnTo>
                  <a:pt x="566738" y="285750"/>
                </a:lnTo>
                <a:lnTo>
                  <a:pt x="571500" y="290513"/>
                </a:lnTo>
                <a:lnTo>
                  <a:pt x="566738" y="295275"/>
                </a:lnTo>
                <a:lnTo>
                  <a:pt x="561975" y="300038"/>
                </a:lnTo>
                <a:lnTo>
                  <a:pt x="561975" y="309563"/>
                </a:lnTo>
                <a:lnTo>
                  <a:pt x="561975" y="319088"/>
                </a:lnTo>
                <a:lnTo>
                  <a:pt x="557213" y="323850"/>
                </a:lnTo>
                <a:lnTo>
                  <a:pt x="552450" y="328613"/>
                </a:lnTo>
                <a:lnTo>
                  <a:pt x="552450" y="338138"/>
                </a:lnTo>
                <a:lnTo>
                  <a:pt x="552450" y="347663"/>
                </a:lnTo>
                <a:lnTo>
                  <a:pt x="547688" y="352425"/>
                </a:lnTo>
                <a:lnTo>
                  <a:pt x="542925" y="357188"/>
                </a:lnTo>
                <a:lnTo>
                  <a:pt x="542925" y="366713"/>
                </a:lnTo>
                <a:lnTo>
                  <a:pt x="542925" y="376238"/>
                </a:lnTo>
                <a:lnTo>
                  <a:pt x="538163" y="381000"/>
                </a:lnTo>
                <a:lnTo>
                  <a:pt x="533400" y="385763"/>
                </a:lnTo>
                <a:lnTo>
                  <a:pt x="533400" y="395288"/>
                </a:lnTo>
                <a:lnTo>
                  <a:pt x="528638" y="400050"/>
                </a:lnTo>
                <a:lnTo>
                  <a:pt x="523875" y="404813"/>
                </a:lnTo>
                <a:lnTo>
                  <a:pt x="519113" y="409575"/>
                </a:lnTo>
                <a:lnTo>
                  <a:pt x="514350" y="414338"/>
                </a:lnTo>
                <a:lnTo>
                  <a:pt x="514350" y="423863"/>
                </a:lnTo>
                <a:lnTo>
                  <a:pt x="514350" y="433388"/>
                </a:lnTo>
                <a:lnTo>
                  <a:pt x="509588" y="438150"/>
                </a:lnTo>
                <a:lnTo>
                  <a:pt x="504825" y="442913"/>
                </a:lnTo>
                <a:lnTo>
                  <a:pt x="500063" y="447675"/>
                </a:lnTo>
                <a:lnTo>
                  <a:pt x="495300" y="452438"/>
                </a:lnTo>
                <a:lnTo>
                  <a:pt x="490538" y="457200"/>
                </a:lnTo>
                <a:lnTo>
                  <a:pt x="485775" y="461963"/>
                </a:lnTo>
                <a:lnTo>
                  <a:pt x="481013" y="466725"/>
                </a:lnTo>
                <a:lnTo>
                  <a:pt x="476250" y="471488"/>
                </a:lnTo>
                <a:lnTo>
                  <a:pt x="476250" y="481013"/>
                </a:lnTo>
                <a:lnTo>
                  <a:pt x="471488" y="485775"/>
                </a:lnTo>
                <a:lnTo>
                  <a:pt x="466725" y="490538"/>
                </a:lnTo>
                <a:lnTo>
                  <a:pt x="461963" y="495300"/>
                </a:lnTo>
                <a:lnTo>
                  <a:pt x="457200" y="500063"/>
                </a:lnTo>
                <a:lnTo>
                  <a:pt x="452438" y="504825"/>
                </a:lnTo>
                <a:lnTo>
                  <a:pt x="447675" y="509588"/>
                </a:lnTo>
                <a:lnTo>
                  <a:pt x="442913" y="514350"/>
                </a:lnTo>
                <a:lnTo>
                  <a:pt x="433388" y="514350"/>
                </a:lnTo>
                <a:lnTo>
                  <a:pt x="428625" y="519113"/>
                </a:lnTo>
                <a:lnTo>
                  <a:pt x="423863" y="523875"/>
                </a:lnTo>
                <a:lnTo>
                  <a:pt x="414338" y="523875"/>
                </a:lnTo>
                <a:lnTo>
                  <a:pt x="404813" y="523875"/>
                </a:lnTo>
                <a:lnTo>
                  <a:pt x="400050" y="528638"/>
                </a:lnTo>
                <a:lnTo>
                  <a:pt x="395288" y="533400"/>
                </a:lnTo>
                <a:lnTo>
                  <a:pt x="385763" y="533400"/>
                </a:lnTo>
                <a:lnTo>
                  <a:pt x="376238" y="533400"/>
                </a:lnTo>
                <a:lnTo>
                  <a:pt x="371475" y="538163"/>
                </a:lnTo>
                <a:lnTo>
                  <a:pt x="366713" y="542925"/>
                </a:lnTo>
                <a:lnTo>
                  <a:pt x="357188" y="542925"/>
                </a:lnTo>
                <a:lnTo>
                  <a:pt x="347663" y="542925"/>
                </a:lnTo>
                <a:lnTo>
                  <a:pt x="342900" y="547688"/>
                </a:lnTo>
                <a:lnTo>
                  <a:pt x="338138" y="552450"/>
                </a:lnTo>
                <a:lnTo>
                  <a:pt x="328613" y="552450"/>
                </a:lnTo>
                <a:lnTo>
                  <a:pt x="319088" y="552450"/>
                </a:lnTo>
                <a:lnTo>
                  <a:pt x="314325" y="557213"/>
                </a:lnTo>
                <a:lnTo>
                  <a:pt x="309563" y="561975"/>
                </a:lnTo>
                <a:lnTo>
                  <a:pt x="300038" y="561975"/>
                </a:lnTo>
                <a:lnTo>
                  <a:pt x="290513" y="561975"/>
                </a:lnTo>
                <a:lnTo>
                  <a:pt x="280988" y="561975"/>
                </a:lnTo>
                <a:lnTo>
                  <a:pt x="271463" y="561975"/>
                </a:lnTo>
                <a:lnTo>
                  <a:pt x="261938" y="561975"/>
                </a:lnTo>
                <a:lnTo>
                  <a:pt x="252413" y="561975"/>
                </a:lnTo>
                <a:lnTo>
                  <a:pt x="247650" y="557213"/>
                </a:lnTo>
                <a:lnTo>
                  <a:pt x="242888" y="552450"/>
                </a:lnTo>
                <a:lnTo>
                  <a:pt x="233363" y="552450"/>
                </a:lnTo>
                <a:lnTo>
                  <a:pt x="223838" y="552450"/>
                </a:lnTo>
                <a:lnTo>
                  <a:pt x="219075" y="547688"/>
                </a:lnTo>
                <a:lnTo>
                  <a:pt x="214313" y="542925"/>
                </a:lnTo>
                <a:lnTo>
                  <a:pt x="204788" y="542925"/>
                </a:lnTo>
                <a:lnTo>
                  <a:pt x="195263" y="542925"/>
                </a:lnTo>
                <a:lnTo>
                  <a:pt x="190500" y="538163"/>
                </a:lnTo>
                <a:lnTo>
                  <a:pt x="185738" y="533400"/>
                </a:lnTo>
                <a:lnTo>
                  <a:pt x="176213" y="533400"/>
                </a:lnTo>
                <a:lnTo>
                  <a:pt x="166688" y="533400"/>
                </a:lnTo>
                <a:lnTo>
                  <a:pt x="161925" y="528638"/>
                </a:lnTo>
                <a:lnTo>
                  <a:pt x="157163" y="523875"/>
                </a:lnTo>
                <a:lnTo>
                  <a:pt x="152400" y="519113"/>
                </a:lnTo>
                <a:lnTo>
                  <a:pt x="147638" y="514350"/>
                </a:lnTo>
                <a:lnTo>
                  <a:pt x="138113" y="514350"/>
                </a:lnTo>
                <a:lnTo>
                  <a:pt x="133350" y="509588"/>
                </a:lnTo>
                <a:lnTo>
                  <a:pt x="128588" y="504825"/>
                </a:lnTo>
                <a:lnTo>
                  <a:pt x="119063" y="504825"/>
                </a:lnTo>
                <a:lnTo>
                  <a:pt x="109538" y="504825"/>
                </a:lnTo>
                <a:lnTo>
                  <a:pt x="104775" y="500063"/>
                </a:lnTo>
                <a:lnTo>
                  <a:pt x="100013" y="495300"/>
                </a:lnTo>
                <a:lnTo>
                  <a:pt x="95250" y="490538"/>
                </a:lnTo>
                <a:lnTo>
                  <a:pt x="90488" y="485775"/>
                </a:lnTo>
                <a:lnTo>
                  <a:pt x="85725" y="481013"/>
                </a:lnTo>
                <a:lnTo>
                  <a:pt x="85725" y="471488"/>
                </a:lnTo>
                <a:lnTo>
                  <a:pt x="80963" y="466725"/>
                </a:lnTo>
                <a:lnTo>
                  <a:pt x="76200" y="461963"/>
                </a:lnTo>
                <a:lnTo>
                  <a:pt x="71438" y="457200"/>
                </a:lnTo>
                <a:lnTo>
                  <a:pt x="66675" y="452438"/>
                </a:lnTo>
                <a:lnTo>
                  <a:pt x="61913" y="447675"/>
                </a:lnTo>
                <a:lnTo>
                  <a:pt x="57150" y="442913"/>
                </a:lnTo>
                <a:lnTo>
                  <a:pt x="52388" y="438150"/>
                </a:lnTo>
                <a:lnTo>
                  <a:pt x="47625" y="433388"/>
                </a:lnTo>
                <a:lnTo>
                  <a:pt x="47625" y="423863"/>
                </a:lnTo>
                <a:lnTo>
                  <a:pt x="47625" y="414338"/>
                </a:lnTo>
                <a:lnTo>
                  <a:pt x="42863" y="409575"/>
                </a:lnTo>
                <a:lnTo>
                  <a:pt x="38100" y="404813"/>
                </a:lnTo>
                <a:lnTo>
                  <a:pt x="38100" y="395288"/>
                </a:lnTo>
                <a:lnTo>
                  <a:pt x="33338" y="390525"/>
                </a:lnTo>
                <a:lnTo>
                  <a:pt x="28575" y="385763"/>
                </a:lnTo>
                <a:lnTo>
                  <a:pt x="23813" y="381000"/>
                </a:lnTo>
                <a:lnTo>
                  <a:pt x="19050" y="376238"/>
                </a:lnTo>
                <a:lnTo>
                  <a:pt x="19050" y="366713"/>
                </a:lnTo>
                <a:lnTo>
                  <a:pt x="19050" y="357188"/>
                </a:lnTo>
                <a:lnTo>
                  <a:pt x="14288" y="352425"/>
                </a:lnTo>
                <a:lnTo>
                  <a:pt x="9525" y="347663"/>
                </a:lnTo>
                <a:lnTo>
                  <a:pt x="9525" y="338138"/>
                </a:lnTo>
                <a:lnTo>
                  <a:pt x="9525" y="328613"/>
                </a:lnTo>
                <a:lnTo>
                  <a:pt x="4763" y="323850"/>
                </a:lnTo>
                <a:lnTo>
                  <a:pt x="0" y="319088"/>
                </a:lnTo>
                <a:lnTo>
                  <a:pt x="0" y="309563"/>
                </a:lnTo>
                <a:lnTo>
                  <a:pt x="0" y="300038"/>
                </a:lnTo>
                <a:lnTo>
                  <a:pt x="0" y="290513"/>
                </a:lnTo>
                <a:lnTo>
                  <a:pt x="0" y="280988"/>
                </a:lnTo>
                <a:lnTo>
                  <a:pt x="0" y="271463"/>
                </a:lnTo>
                <a:lnTo>
                  <a:pt x="4763" y="266700"/>
                </a:lnTo>
                <a:lnTo>
                  <a:pt x="9525" y="261938"/>
                </a:lnTo>
                <a:lnTo>
                  <a:pt x="9525" y="252413"/>
                </a:lnTo>
                <a:lnTo>
                  <a:pt x="9525" y="242888"/>
                </a:lnTo>
                <a:lnTo>
                  <a:pt x="14288" y="238125"/>
                </a:lnTo>
                <a:lnTo>
                  <a:pt x="19050" y="233363"/>
                </a:lnTo>
                <a:lnTo>
                  <a:pt x="19050" y="223838"/>
                </a:lnTo>
                <a:lnTo>
                  <a:pt x="19050" y="214313"/>
                </a:lnTo>
                <a:lnTo>
                  <a:pt x="19050" y="204788"/>
                </a:lnTo>
                <a:lnTo>
                  <a:pt x="23813" y="200025"/>
                </a:lnTo>
                <a:lnTo>
                  <a:pt x="28575" y="195263"/>
                </a:lnTo>
                <a:lnTo>
                  <a:pt x="28575" y="185738"/>
                </a:lnTo>
                <a:lnTo>
                  <a:pt x="33338" y="180975"/>
                </a:lnTo>
                <a:lnTo>
                  <a:pt x="38100" y="176213"/>
                </a:lnTo>
                <a:lnTo>
                  <a:pt x="38100" y="166688"/>
                </a:lnTo>
                <a:lnTo>
                  <a:pt x="38100" y="157163"/>
                </a:lnTo>
                <a:lnTo>
                  <a:pt x="42863" y="152400"/>
                </a:lnTo>
                <a:lnTo>
                  <a:pt x="47625" y="147638"/>
                </a:lnTo>
                <a:lnTo>
                  <a:pt x="47625" y="138113"/>
                </a:lnTo>
                <a:lnTo>
                  <a:pt x="47625" y="128588"/>
                </a:lnTo>
                <a:lnTo>
                  <a:pt x="47625" y="119063"/>
                </a:lnTo>
                <a:lnTo>
                  <a:pt x="52388" y="114300"/>
                </a:lnTo>
                <a:lnTo>
                  <a:pt x="61913" y="114300"/>
                </a:lnTo>
                <a:lnTo>
                  <a:pt x="66675" y="109538"/>
                </a:lnTo>
                <a:lnTo>
                  <a:pt x="71438" y="104775"/>
                </a:lnTo>
                <a:lnTo>
                  <a:pt x="76200" y="100013"/>
                </a:lnTo>
                <a:lnTo>
                  <a:pt x="76200" y="90488"/>
                </a:lnTo>
                <a:lnTo>
                  <a:pt x="80963" y="85725"/>
                </a:lnTo>
                <a:lnTo>
                  <a:pt x="85725" y="80963"/>
                </a:lnTo>
                <a:lnTo>
                  <a:pt x="90488" y="76200"/>
                </a:lnTo>
                <a:lnTo>
                  <a:pt x="95250" y="71438"/>
                </a:lnTo>
                <a:lnTo>
                  <a:pt x="100013" y="66675"/>
                </a:lnTo>
                <a:lnTo>
                  <a:pt x="104775" y="61913"/>
                </a:lnTo>
                <a:lnTo>
                  <a:pt x="109538" y="57150"/>
                </a:lnTo>
                <a:lnTo>
                  <a:pt x="114300" y="52388"/>
                </a:lnTo>
                <a:lnTo>
                  <a:pt x="119063" y="47625"/>
                </a:lnTo>
                <a:lnTo>
                  <a:pt x="123825" y="42863"/>
                </a:lnTo>
                <a:lnTo>
                  <a:pt x="128588" y="38100"/>
                </a:lnTo>
                <a:lnTo>
                  <a:pt x="133350" y="33338"/>
                </a:lnTo>
                <a:lnTo>
                  <a:pt x="138113" y="28575"/>
                </a:lnTo>
                <a:lnTo>
                  <a:pt x="147638" y="28575"/>
                </a:lnTo>
                <a:lnTo>
                  <a:pt x="157163" y="28575"/>
                </a:lnTo>
                <a:lnTo>
                  <a:pt x="166688" y="28575"/>
                </a:lnTo>
                <a:lnTo>
                  <a:pt x="171450" y="23813"/>
                </a:lnTo>
                <a:lnTo>
                  <a:pt x="176213" y="19050"/>
                </a:lnTo>
                <a:lnTo>
                  <a:pt x="185738" y="19050"/>
                </a:lnTo>
                <a:lnTo>
                  <a:pt x="195263" y="19050"/>
                </a:lnTo>
                <a:lnTo>
                  <a:pt x="200025" y="14288"/>
                </a:lnTo>
                <a:lnTo>
                  <a:pt x="204788" y="9525"/>
                </a:lnTo>
                <a:lnTo>
                  <a:pt x="214313" y="9525"/>
                </a:lnTo>
                <a:lnTo>
                  <a:pt x="219075" y="4763"/>
                </a:lnTo>
                <a:close/>
              </a:path>
            </a:pathLst>
          </a:custGeom>
          <a:solidFill xmlns:a="http://schemas.openxmlformats.org/drawingml/2006/main">
            <a:srgbClr val="D4D4D4"/>
          </a:solidFill>
          <a:ln xmlns:a="http://schemas.openxmlformats.org/drawingml/2006/main" w="0">
            <a:noFill/>
            <a:prstDash val="solid"/>
          </a:ln>
        </p:spPr>
      </p:sp>
      <p:sp>
        <p:nvSpPr>
          <p:cNvPr id="153" name="deep-skill-chaining-source-component-2-gradient-214-0">
            <a:extLst xmlns:a="http://schemas.openxmlformats.org/drawingml/2006/main">
              <a:ext uri="{FF2B5EF4-FFF2-40B4-BE49-F238E27FC236}">
                <a16:creationId xmlns:a16="http://schemas.microsoft.com/office/drawing/2014/main" id="{D02FE351-4720-412E-9803-E1C5C4868C4E}"/>
              </a:ext>
            </a:extLst>
          </p:cNvPr>
          <p:cNvSpPr>
            <a:spLocks xmlns:a="http://schemas.openxmlformats.org/drawingml/2006/main" noGrp="1"/>
          </p:cNvSpPr>
          <p:nvPr/>
        </p:nvSpPr>
        <p:spPr>
          <a:xfrm xmlns:a="http://schemas.openxmlformats.org/drawingml/2006/main" rot="0">
            <a:off x="10525125" y="885825"/>
            <a:ext cx="533400" cy="523875"/>
          </a:xfrm>
          <a:custGeom xmlns:a="http://schemas.openxmlformats.org/drawingml/2006/main">
            <a:pathLst>
              <a:path w="533400" h="523875">
                <a:moveTo>
                  <a:pt x="209550" y="4763"/>
                </a:move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2425" y="14288"/>
                </a:lnTo>
                <a:lnTo>
                  <a:pt x="357188" y="19050"/>
                </a:lnTo>
                <a:lnTo>
                  <a:pt x="366713" y="19050"/>
                </a:lnTo>
                <a:lnTo>
                  <a:pt x="371475" y="23813"/>
                </a:lnTo>
                <a:lnTo>
                  <a:pt x="376238" y="28575"/>
                </a:lnTo>
                <a:lnTo>
                  <a:pt x="385763" y="28575"/>
                </a:lnTo>
                <a:lnTo>
                  <a:pt x="390525" y="33338"/>
                </a:lnTo>
                <a:lnTo>
                  <a:pt x="395288" y="38100"/>
                </a:lnTo>
                <a:lnTo>
                  <a:pt x="404813" y="38100"/>
                </a:lnTo>
                <a:lnTo>
                  <a:pt x="409575" y="42863"/>
                </a:lnTo>
                <a:lnTo>
                  <a:pt x="414338" y="47625"/>
                </a:lnTo>
                <a:lnTo>
                  <a:pt x="419100" y="52388"/>
                </a:lnTo>
                <a:lnTo>
                  <a:pt x="423863" y="57150"/>
                </a:lnTo>
                <a:lnTo>
                  <a:pt x="433388" y="57150"/>
                </a:lnTo>
                <a:lnTo>
                  <a:pt x="438150" y="61913"/>
                </a:lnTo>
                <a:lnTo>
                  <a:pt x="442913" y="66675"/>
                </a:lnTo>
                <a:lnTo>
                  <a:pt x="447675" y="71438"/>
                </a:lnTo>
                <a:lnTo>
                  <a:pt x="447675" y="80963"/>
                </a:lnTo>
                <a:lnTo>
                  <a:pt x="452438" y="85725"/>
                </a:lnTo>
                <a:lnTo>
                  <a:pt x="457200" y="90488"/>
                </a:lnTo>
                <a:lnTo>
                  <a:pt x="461963" y="95250"/>
                </a:lnTo>
                <a:lnTo>
                  <a:pt x="466725" y="100013"/>
                </a:lnTo>
                <a:lnTo>
                  <a:pt x="466725" y="109538"/>
                </a:lnTo>
                <a:lnTo>
                  <a:pt x="471488" y="114300"/>
                </a:lnTo>
                <a:lnTo>
                  <a:pt x="476250" y="119063"/>
                </a:lnTo>
                <a:lnTo>
                  <a:pt x="481013" y="123825"/>
                </a:lnTo>
                <a:lnTo>
                  <a:pt x="485775" y="128588"/>
                </a:lnTo>
                <a:lnTo>
                  <a:pt x="490538" y="133350"/>
                </a:lnTo>
                <a:lnTo>
                  <a:pt x="495300" y="138113"/>
                </a:lnTo>
                <a:lnTo>
                  <a:pt x="495300" y="147638"/>
                </a:lnTo>
                <a:lnTo>
                  <a:pt x="500063" y="152400"/>
                </a:lnTo>
                <a:lnTo>
                  <a:pt x="504825" y="157163"/>
                </a:lnTo>
                <a:lnTo>
                  <a:pt x="504825" y="166688"/>
                </a:lnTo>
                <a:lnTo>
                  <a:pt x="504825" y="176213"/>
                </a:lnTo>
                <a:lnTo>
                  <a:pt x="504825" y="185738"/>
                </a:lnTo>
                <a:lnTo>
                  <a:pt x="504825" y="195263"/>
                </a:lnTo>
                <a:lnTo>
                  <a:pt x="504825" y="204788"/>
                </a:lnTo>
                <a:lnTo>
                  <a:pt x="509588" y="209550"/>
                </a:lnTo>
                <a:lnTo>
                  <a:pt x="514350" y="214313"/>
                </a:lnTo>
                <a:lnTo>
                  <a:pt x="514350" y="223838"/>
                </a:lnTo>
                <a:lnTo>
                  <a:pt x="514350" y="233363"/>
                </a:lnTo>
                <a:lnTo>
                  <a:pt x="519113" y="238125"/>
                </a:lnTo>
                <a:lnTo>
                  <a:pt x="523875" y="242888"/>
                </a:lnTo>
                <a:lnTo>
                  <a:pt x="523875" y="252413"/>
                </a:lnTo>
                <a:lnTo>
                  <a:pt x="523875" y="261938"/>
                </a:lnTo>
                <a:lnTo>
                  <a:pt x="528638" y="266700"/>
                </a:lnTo>
                <a:lnTo>
                  <a:pt x="533400" y="271463"/>
                </a:lnTo>
                <a:lnTo>
                  <a:pt x="528638" y="276225"/>
                </a:lnTo>
                <a:lnTo>
                  <a:pt x="523875" y="280988"/>
                </a:lnTo>
                <a:lnTo>
                  <a:pt x="523875" y="290513"/>
                </a:lnTo>
                <a:lnTo>
                  <a:pt x="523875" y="300038"/>
                </a:lnTo>
                <a:lnTo>
                  <a:pt x="523875" y="309563"/>
                </a:lnTo>
                <a:lnTo>
                  <a:pt x="519113" y="314325"/>
                </a:lnTo>
                <a:lnTo>
                  <a:pt x="514350" y="319088"/>
                </a:lnTo>
                <a:lnTo>
                  <a:pt x="514350" y="328613"/>
                </a:lnTo>
                <a:lnTo>
                  <a:pt x="509588" y="333375"/>
                </a:lnTo>
                <a:lnTo>
                  <a:pt x="504825" y="338138"/>
                </a:lnTo>
                <a:lnTo>
                  <a:pt x="500063" y="342900"/>
                </a:lnTo>
                <a:lnTo>
                  <a:pt x="495300" y="347663"/>
                </a:lnTo>
                <a:lnTo>
                  <a:pt x="495300" y="357188"/>
                </a:lnTo>
                <a:lnTo>
                  <a:pt x="490538" y="361950"/>
                </a:lnTo>
                <a:lnTo>
                  <a:pt x="485775" y="366713"/>
                </a:lnTo>
                <a:lnTo>
                  <a:pt x="485775" y="376238"/>
                </a:lnTo>
                <a:lnTo>
                  <a:pt x="485775" y="385763"/>
                </a:lnTo>
                <a:lnTo>
                  <a:pt x="481013" y="390525"/>
                </a:lnTo>
                <a:lnTo>
                  <a:pt x="476250" y="395288"/>
                </a:lnTo>
                <a:lnTo>
                  <a:pt x="476250" y="404813"/>
                </a:lnTo>
                <a:lnTo>
                  <a:pt x="476250" y="414338"/>
                </a:lnTo>
                <a:lnTo>
                  <a:pt x="471488" y="419100"/>
                </a:lnTo>
                <a:lnTo>
                  <a:pt x="466725" y="423863"/>
                </a:lnTo>
                <a:lnTo>
                  <a:pt x="461963" y="428625"/>
                </a:lnTo>
                <a:lnTo>
                  <a:pt x="452438" y="428625"/>
                </a:lnTo>
                <a:lnTo>
                  <a:pt x="447675" y="433388"/>
                </a:lnTo>
                <a:lnTo>
                  <a:pt x="447675" y="442913"/>
                </a:lnTo>
                <a:lnTo>
                  <a:pt x="442913" y="447675"/>
                </a:lnTo>
                <a:lnTo>
                  <a:pt x="438150" y="452438"/>
                </a:lnTo>
                <a:lnTo>
                  <a:pt x="433388" y="457200"/>
                </a:lnTo>
                <a:lnTo>
                  <a:pt x="428625" y="461963"/>
                </a:lnTo>
                <a:lnTo>
                  <a:pt x="423863" y="466725"/>
                </a:lnTo>
                <a:lnTo>
                  <a:pt x="419100" y="471488"/>
                </a:lnTo>
                <a:lnTo>
                  <a:pt x="414338" y="476250"/>
                </a:lnTo>
                <a:lnTo>
                  <a:pt x="409575" y="481013"/>
                </a:lnTo>
                <a:lnTo>
                  <a:pt x="404813" y="485775"/>
                </a:lnTo>
                <a:lnTo>
                  <a:pt x="395288" y="485775"/>
                </a:lnTo>
                <a:lnTo>
                  <a:pt x="385763" y="485775"/>
                </a:lnTo>
                <a:lnTo>
                  <a:pt x="381000" y="490538"/>
                </a:lnTo>
                <a:lnTo>
                  <a:pt x="376238" y="495300"/>
                </a:lnTo>
                <a:lnTo>
                  <a:pt x="366713" y="495300"/>
                </a:lnTo>
                <a:lnTo>
                  <a:pt x="357188" y="495300"/>
                </a:lnTo>
                <a:lnTo>
                  <a:pt x="352425" y="500063"/>
                </a:lnTo>
                <a:lnTo>
                  <a:pt x="347663" y="504825"/>
                </a:lnTo>
                <a:lnTo>
                  <a:pt x="338138" y="504825"/>
                </a:lnTo>
                <a:lnTo>
                  <a:pt x="328613" y="504825"/>
                </a:lnTo>
                <a:lnTo>
                  <a:pt x="323850" y="509588"/>
                </a:lnTo>
                <a:lnTo>
                  <a:pt x="319088" y="514350"/>
                </a:lnTo>
                <a:lnTo>
                  <a:pt x="309563" y="514350"/>
                </a:lnTo>
                <a:lnTo>
                  <a:pt x="300038" y="514350"/>
                </a:lnTo>
                <a:lnTo>
                  <a:pt x="295275" y="519113"/>
                </a:lnTo>
                <a:lnTo>
                  <a:pt x="290513" y="523875"/>
                </a:lnTo>
                <a:lnTo>
                  <a:pt x="280988" y="523875"/>
                </a:lnTo>
                <a:lnTo>
                  <a:pt x="271463" y="523875"/>
                </a:lnTo>
                <a:lnTo>
                  <a:pt x="261938" y="523875"/>
                </a:lnTo>
                <a:lnTo>
                  <a:pt x="252413" y="523875"/>
                </a:lnTo>
                <a:lnTo>
                  <a:pt x="242888" y="523875"/>
                </a:lnTo>
                <a:lnTo>
                  <a:pt x="233363" y="523875"/>
                </a:lnTo>
                <a:lnTo>
                  <a:pt x="228600" y="519113"/>
                </a:lnTo>
                <a:lnTo>
                  <a:pt x="223838" y="514350"/>
                </a:lnTo>
                <a:lnTo>
                  <a:pt x="214313" y="514350"/>
                </a:lnTo>
                <a:lnTo>
                  <a:pt x="204788" y="514350"/>
                </a:lnTo>
                <a:lnTo>
                  <a:pt x="200025" y="509588"/>
                </a:lnTo>
                <a:lnTo>
                  <a:pt x="195263" y="504825"/>
                </a:lnTo>
                <a:lnTo>
                  <a:pt x="185738" y="504825"/>
                </a:lnTo>
                <a:lnTo>
                  <a:pt x="176213" y="504825"/>
                </a:lnTo>
                <a:lnTo>
                  <a:pt x="171450" y="500063"/>
                </a:lnTo>
                <a:lnTo>
                  <a:pt x="166688" y="495300"/>
                </a:lnTo>
                <a:lnTo>
                  <a:pt x="157163" y="495300"/>
                </a:lnTo>
                <a:lnTo>
                  <a:pt x="147638" y="495300"/>
                </a:lnTo>
                <a:lnTo>
                  <a:pt x="142875" y="490538"/>
                </a:lnTo>
                <a:lnTo>
                  <a:pt x="138113" y="485775"/>
                </a:lnTo>
                <a:lnTo>
                  <a:pt x="128588" y="485775"/>
                </a:lnTo>
                <a:lnTo>
                  <a:pt x="123825" y="481013"/>
                </a:lnTo>
                <a:lnTo>
                  <a:pt x="119063" y="476250"/>
                </a:lnTo>
                <a:lnTo>
                  <a:pt x="109538" y="476250"/>
                </a:lnTo>
                <a:lnTo>
                  <a:pt x="104775" y="471488"/>
                </a:lnTo>
                <a:lnTo>
                  <a:pt x="100013" y="466725"/>
                </a:lnTo>
                <a:lnTo>
                  <a:pt x="95250" y="461963"/>
                </a:lnTo>
                <a:lnTo>
                  <a:pt x="90488" y="457200"/>
                </a:lnTo>
                <a:lnTo>
                  <a:pt x="85725" y="452438"/>
                </a:lnTo>
                <a:lnTo>
                  <a:pt x="80963" y="447675"/>
                </a:lnTo>
                <a:lnTo>
                  <a:pt x="76200" y="442913"/>
                </a:lnTo>
                <a:lnTo>
                  <a:pt x="76200" y="433388"/>
                </a:lnTo>
                <a:lnTo>
                  <a:pt x="71438" y="428625"/>
                </a:lnTo>
                <a:lnTo>
                  <a:pt x="61913" y="428625"/>
                </a:lnTo>
                <a:lnTo>
                  <a:pt x="57150" y="423863"/>
                </a:lnTo>
                <a:lnTo>
                  <a:pt x="52388" y="419100"/>
                </a:lnTo>
                <a:lnTo>
                  <a:pt x="47625" y="414338"/>
                </a:lnTo>
                <a:lnTo>
                  <a:pt x="47625" y="404813"/>
                </a:lnTo>
                <a:lnTo>
                  <a:pt x="47625" y="395288"/>
                </a:lnTo>
                <a:lnTo>
                  <a:pt x="47625" y="385763"/>
                </a:lnTo>
                <a:lnTo>
                  <a:pt x="42863" y="381000"/>
                </a:lnTo>
                <a:lnTo>
                  <a:pt x="38100" y="376238"/>
                </a:lnTo>
                <a:lnTo>
                  <a:pt x="38100" y="366713"/>
                </a:lnTo>
                <a:lnTo>
                  <a:pt x="33338" y="361950"/>
                </a:lnTo>
                <a:lnTo>
                  <a:pt x="28575" y="357188"/>
                </a:lnTo>
                <a:lnTo>
                  <a:pt x="28575" y="347663"/>
                </a:lnTo>
                <a:lnTo>
                  <a:pt x="23813" y="342900"/>
                </a:lnTo>
                <a:lnTo>
                  <a:pt x="19050" y="338138"/>
                </a:lnTo>
                <a:lnTo>
                  <a:pt x="19050" y="328613"/>
                </a:lnTo>
                <a:lnTo>
                  <a:pt x="14288" y="323850"/>
                </a:lnTo>
                <a:lnTo>
                  <a:pt x="9525" y="319088"/>
                </a:lnTo>
                <a:lnTo>
                  <a:pt x="4763" y="314325"/>
                </a:lnTo>
                <a:lnTo>
                  <a:pt x="0" y="309563"/>
                </a:lnTo>
                <a:lnTo>
                  <a:pt x="0" y="300038"/>
                </a:lnTo>
                <a:lnTo>
                  <a:pt x="0" y="290513"/>
                </a:lnTo>
                <a:lnTo>
                  <a:pt x="0" y="280988"/>
                </a:lnTo>
                <a:lnTo>
                  <a:pt x="0" y="271463"/>
                </a:lnTo>
                <a:lnTo>
                  <a:pt x="0" y="261938"/>
                </a:lnTo>
                <a:lnTo>
                  <a:pt x="0" y="252413"/>
                </a:lnTo>
                <a:lnTo>
                  <a:pt x="0" y="242888"/>
                </a:lnTo>
                <a:lnTo>
                  <a:pt x="4763" y="238125"/>
                </a:lnTo>
                <a:lnTo>
                  <a:pt x="9525" y="233363"/>
                </a:lnTo>
                <a:lnTo>
                  <a:pt x="9525" y="223838"/>
                </a:lnTo>
                <a:lnTo>
                  <a:pt x="14288" y="219075"/>
                </a:lnTo>
                <a:lnTo>
                  <a:pt x="19050" y="214313"/>
                </a:lnTo>
                <a:lnTo>
                  <a:pt x="19050" y="204788"/>
                </a:lnTo>
                <a:lnTo>
                  <a:pt x="19050" y="195263"/>
                </a:lnTo>
                <a:lnTo>
                  <a:pt x="23813" y="190500"/>
                </a:lnTo>
                <a:lnTo>
                  <a:pt x="28575" y="185738"/>
                </a:lnTo>
                <a:lnTo>
                  <a:pt x="28575" y="176213"/>
                </a:lnTo>
                <a:lnTo>
                  <a:pt x="28575" y="166688"/>
                </a:lnTo>
                <a:lnTo>
                  <a:pt x="28575" y="157163"/>
                </a:lnTo>
                <a:lnTo>
                  <a:pt x="33338" y="152400"/>
                </a:lnTo>
                <a:lnTo>
                  <a:pt x="38100" y="147638"/>
                </a:lnTo>
                <a:lnTo>
                  <a:pt x="38100" y="138113"/>
                </a:lnTo>
                <a:lnTo>
                  <a:pt x="42863" y="133350"/>
                </a:lnTo>
                <a:lnTo>
                  <a:pt x="47625" y="128588"/>
                </a:lnTo>
                <a:lnTo>
                  <a:pt x="47625" y="119063"/>
                </a:lnTo>
                <a:lnTo>
                  <a:pt x="52388" y="114300"/>
                </a:lnTo>
                <a:lnTo>
                  <a:pt x="57150" y="109538"/>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100013" y="57150"/>
                </a:lnTo>
                <a:lnTo>
                  <a:pt x="104775" y="52388"/>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1450" y="14288"/>
                </a:lnTo>
                <a:lnTo>
                  <a:pt x="176213" y="9525"/>
                </a:lnTo>
                <a:lnTo>
                  <a:pt x="185738" y="9525"/>
                </a:lnTo>
                <a:lnTo>
                  <a:pt x="195263" y="9525"/>
                </a:lnTo>
                <a:lnTo>
                  <a:pt x="204788" y="9525"/>
                </a:lnTo>
                <a:lnTo>
                  <a:pt x="209550" y="4763"/>
                </a:lnTo>
                <a:close/>
              </a:path>
            </a:pathLst>
          </a:custGeom>
          <a:solidFill xmlns:a="http://schemas.openxmlformats.org/drawingml/2006/main">
            <a:srgbClr val="D6D6D6"/>
          </a:solidFill>
          <a:ln xmlns:a="http://schemas.openxmlformats.org/drawingml/2006/main" w="0">
            <a:noFill/>
            <a:prstDash val="solid"/>
          </a:ln>
        </p:spPr>
      </p:sp>
      <p:sp>
        <p:nvSpPr>
          <p:cNvPr id="154" name="deep-skill-chaining-source-component-2-gradient-216-0">
            <a:extLst xmlns:a="http://schemas.openxmlformats.org/drawingml/2006/main">
              <a:ext uri="{FF2B5EF4-FFF2-40B4-BE49-F238E27FC236}">
                <a16:creationId xmlns:a16="http://schemas.microsoft.com/office/drawing/2014/main" id="{F355C316-794E-464C-9372-6DAC7D729D7F}"/>
              </a:ext>
            </a:extLst>
          </p:cNvPr>
          <p:cNvSpPr>
            <a:spLocks xmlns:a="http://schemas.openxmlformats.org/drawingml/2006/main" noGrp="1"/>
          </p:cNvSpPr>
          <p:nvPr/>
        </p:nvSpPr>
        <p:spPr>
          <a:xfrm xmlns:a="http://schemas.openxmlformats.org/drawingml/2006/main" rot="0">
            <a:off x="10544175" y="895350"/>
            <a:ext cx="495300" cy="495300"/>
          </a:xfrm>
          <a:custGeom xmlns:a="http://schemas.openxmlformats.org/drawingml/2006/main">
            <a:pathLst>
              <a:path w="495300" h="495300">
                <a:moveTo>
                  <a:pt x="209550" y="4763"/>
                </a:moveTo>
                <a:lnTo>
                  <a:pt x="214313" y="0"/>
                </a:lnTo>
                <a:lnTo>
                  <a:pt x="223838" y="0"/>
                </a:lnTo>
                <a:lnTo>
                  <a:pt x="233363" y="0"/>
                </a:lnTo>
                <a:lnTo>
                  <a:pt x="242888" y="0"/>
                </a:lnTo>
                <a:lnTo>
                  <a:pt x="252413" y="0"/>
                </a:lnTo>
                <a:lnTo>
                  <a:pt x="261938" y="0"/>
                </a:lnTo>
                <a:lnTo>
                  <a:pt x="271463" y="0"/>
                </a:lnTo>
                <a:lnTo>
                  <a:pt x="276225" y="4763"/>
                </a:lnTo>
                <a:lnTo>
                  <a:pt x="280988" y="9525"/>
                </a:lnTo>
                <a:lnTo>
                  <a:pt x="290513" y="9525"/>
                </a:lnTo>
                <a:lnTo>
                  <a:pt x="295275" y="14288"/>
                </a:lnTo>
                <a:lnTo>
                  <a:pt x="300038" y="19050"/>
                </a:lnTo>
                <a:lnTo>
                  <a:pt x="309563" y="19050"/>
                </a:lnTo>
                <a:lnTo>
                  <a:pt x="319088" y="19050"/>
                </a:lnTo>
                <a:lnTo>
                  <a:pt x="328613" y="19050"/>
                </a:lnTo>
                <a:lnTo>
                  <a:pt x="333375" y="23813"/>
                </a:lnTo>
                <a:lnTo>
                  <a:pt x="338138" y="28575"/>
                </a:lnTo>
                <a:lnTo>
                  <a:pt x="347663" y="28575"/>
                </a:lnTo>
                <a:lnTo>
                  <a:pt x="357188" y="28575"/>
                </a:lnTo>
                <a:lnTo>
                  <a:pt x="361950" y="33338"/>
                </a:lnTo>
                <a:lnTo>
                  <a:pt x="366713" y="38100"/>
                </a:lnTo>
                <a:lnTo>
                  <a:pt x="371475" y="42863"/>
                </a:lnTo>
                <a:lnTo>
                  <a:pt x="376238" y="47625"/>
                </a:lnTo>
                <a:lnTo>
                  <a:pt x="381000" y="52388"/>
                </a:lnTo>
                <a:lnTo>
                  <a:pt x="385763" y="57150"/>
                </a:lnTo>
                <a:lnTo>
                  <a:pt x="390525" y="61913"/>
                </a:lnTo>
                <a:lnTo>
                  <a:pt x="395288" y="66675"/>
                </a:lnTo>
                <a:lnTo>
                  <a:pt x="400050" y="71438"/>
                </a:lnTo>
                <a:lnTo>
                  <a:pt x="404813" y="76200"/>
                </a:lnTo>
                <a:lnTo>
                  <a:pt x="409575" y="80963"/>
                </a:lnTo>
                <a:lnTo>
                  <a:pt x="414338" y="85725"/>
                </a:lnTo>
                <a:lnTo>
                  <a:pt x="419100" y="90488"/>
                </a:lnTo>
                <a:lnTo>
                  <a:pt x="423863" y="95250"/>
                </a:lnTo>
                <a:lnTo>
                  <a:pt x="428625" y="100013"/>
                </a:lnTo>
                <a:lnTo>
                  <a:pt x="433388" y="104775"/>
                </a:lnTo>
                <a:lnTo>
                  <a:pt x="438150" y="109538"/>
                </a:lnTo>
                <a:lnTo>
                  <a:pt x="442913" y="114300"/>
                </a:lnTo>
                <a:lnTo>
                  <a:pt x="447675" y="119063"/>
                </a:lnTo>
                <a:lnTo>
                  <a:pt x="452438" y="123825"/>
                </a:lnTo>
                <a:lnTo>
                  <a:pt x="457200" y="128588"/>
                </a:lnTo>
                <a:lnTo>
                  <a:pt x="461963" y="133350"/>
                </a:lnTo>
                <a:lnTo>
                  <a:pt x="466725" y="138113"/>
                </a:lnTo>
                <a:lnTo>
                  <a:pt x="471488" y="142875"/>
                </a:lnTo>
                <a:lnTo>
                  <a:pt x="476250" y="147638"/>
                </a:lnTo>
                <a:lnTo>
                  <a:pt x="471488" y="152400"/>
                </a:lnTo>
                <a:lnTo>
                  <a:pt x="466725" y="157163"/>
                </a:lnTo>
                <a:lnTo>
                  <a:pt x="466725" y="166688"/>
                </a:lnTo>
                <a:lnTo>
                  <a:pt x="466725" y="176213"/>
                </a:lnTo>
                <a:lnTo>
                  <a:pt x="466725" y="185738"/>
                </a:lnTo>
                <a:lnTo>
                  <a:pt x="471488" y="190500"/>
                </a:lnTo>
                <a:lnTo>
                  <a:pt x="476250" y="195263"/>
                </a:lnTo>
                <a:lnTo>
                  <a:pt x="476250" y="204788"/>
                </a:lnTo>
                <a:lnTo>
                  <a:pt x="476250" y="214313"/>
                </a:lnTo>
                <a:lnTo>
                  <a:pt x="476250" y="223838"/>
                </a:lnTo>
                <a:lnTo>
                  <a:pt x="481013" y="228600"/>
                </a:lnTo>
                <a:lnTo>
                  <a:pt x="485775" y="233363"/>
                </a:lnTo>
                <a:lnTo>
                  <a:pt x="485775" y="242888"/>
                </a:lnTo>
                <a:lnTo>
                  <a:pt x="485775" y="252413"/>
                </a:lnTo>
                <a:lnTo>
                  <a:pt x="490538" y="257175"/>
                </a:lnTo>
                <a:lnTo>
                  <a:pt x="495300" y="261938"/>
                </a:lnTo>
                <a:lnTo>
                  <a:pt x="490538" y="266700"/>
                </a:lnTo>
                <a:lnTo>
                  <a:pt x="485775" y="271463"/>
                </a:lnTo>
                <a:lnTo>
                  <a:pt x="485775" y="280988"/>
                </a:lnTo>
                <a:lnTo>
                  <a:pt x="485775" y="290513"/>
                </a:lnTo>
                <a:lnTo>
                  <a:pt x="481013" y="295275"/>
                </a:lnTo>
                <a:lnTo>
                  <a:pt x="476250" y="300038"/>
                </a:lnTo>
                <a:lnTo>
                  <a:pt x="476250" y="309563"/>
                </a:lnTo>
                <a:lnTo>
                  <a:pt x="476250" y="319088"/>
                </a:lnTo>
                <a:lnTo>
                  <a:pt x="471488" y="323850"/>
                </a:lnTo>
                <a:lnTo>
                  <a:pt x="466725" y="328613"/>
                </a:lnTo>
                <a:lnTo>
                  <a:pt x="461963" y="333375"/>
                </a:lnTo>
                <a:lnTo>
                  <a:pt x="457200" y="338138"/>
                </a:lnTo>
                <a:lnTo>
                  <a:pt x="457200" y="347663"/>
                </a:lnTo>
                <a:lnTo>
                  <a:pt x="452438" y="352425"/>
                </a:lnTo>
                <a:lnTo>
                  <a:pt x="447675" y="357188"/>
                </a:lnTo>
                <a:lnTo>
                  <a:pt x="447675" y="366713"/>
                </a:lnTo>
                <a:lnTo>
                  <a:pt x="447675" y="376238"/>
                </a:lnTo>
                <a:lnTo>
                  <a:pt x="442913" y="381000"/>
                </a:lnTo>
                <a:lnTo>
                  <a:pt x="438150" y="385763"/>
                </a:lnTo>
                <a:lnTo>
                  <a:pt x="438150" y="395288"/>
                </a:lnTo>
                <a:lnTo>
                  <a:pt x="433388" y="400050"/>
                </a:lnTo>
                <a:lnTo>
                  <a:pt x="428625" y="404813"/>
                </a:lnTo>
                <a:lnTo>
                  <a:pt x="423863" y="409575"/>
                </a:lnTo>
                <a:lnTo>
                  <a:pt x="419100" y="414338"/>
                </a:lnTo>
                <a:lnTo>
                  <a:pt x="414338" y="419100"/>
                </a:lnTo>
                <a:lnTo>
                  <a:pt x="409575" y="423863"/>
                </a:lnTo>
                <a:lnTo>
                  <a:pt x="404813" y="428625"/>
                </a:lnTo>
                <a:lnTo>
                  <a:pt x="395288" y="428625"/>
                </a:lnTo>
                <a:lnTo>
                  <a:pt x="390525" y="433388"/>
                </a:lnTo>
                <a:lnTo>
                  <a:pt x="385763" y="438150"/>
                </a:lnTo>
                <a:lnTo>
                  <a:pt x="381000" y="442913"/>
                </a:lnTo>
                <a:lnTo>
                  <a:pt x="376238" y="447675"/>
                </a:lnTo>
                <a:lnTo>
                  <a:pt x="371475" y="452438"/>
                </a:lnTo>
                <a:lnTo>
                  <a:pt x="366713" y="457200"/>
                </a:lnTo>
                <a:lnTo>
                  <a:pt x="361950" y="461963"/>
                </a:lnTo>
                <a:lnTo>
                  <a:pt x="357188" y="466725"/>
                </a:lnTo>
                <a:lnTo>
                  <a:pt x="347663" y="466725"/>
                </a:lnTo>
                <a:lnTo>
                  <a:pt x="338138" y="466725"/>
                </a:lnTo>
                <a:lnTo>
                  <a:pt x="333375" y="471488"/>
                </a:lnTo>
                <a:lnTo>
                  <a:pt x="328613" y="476250"/>
                </a:lnTo>
                <a:lnTo>
                  <a:pt x="319088" y="476250"/>
                </a:lnTo>
                <a:lnTo>
                  <a:pt x="309563" y="476250"/>
                </a:lnTo>
                <a:lnTo>
                  <a:pt x="304800" y="481013"/>
                </a:lnTo>
                <a:lnTo>
                  <a:pt x="300038" y="485775"/>
                </a:lnTo>
                <a:lnTo>
                  <a:pt x="290513" y="485775"/>
                </a:lnTo>
                <a:lnTo>
                  <a:pt x="280988" y="485775"/>
                </a:lnTo>
                <a:lnTo>
                  <a:pt x="276225" y="490538"/>
                </a:lnTo>
                <a:lnTo>
                  <a:pt x="271463" y="495300"/>
                </a:lnTo>
                <a:lnTo>
                  <a:pt x="261938" y="495300"/>
                </a:lnTo>
                <a:lnTo>
                  <a:pt x="252413" y="495300"/>
                </a:lnTo>
                <a:lnTo>
                  <a:pt x="242888" y="495300"/>
                </a:lnTo>
                <a:lnTo>
                  <a:pt x="233363" y="495300"/>
                </a:lnTo>
                <a:lnTo>
                  <a:pt x="223838" y="495300"/>
                </a:lnTo>
                <a:lnTo>
                  <a:pt x="214313" y="495300"/>
                </a:lnTo>
                <a:lnTo>
                  <a:pt x="209550" y="490538"/>
                </a:lnTo>
                <a:lnTo>
                  <a:pt x="204788" y="485775"/>
                </a:lnTo>
                <a:lnTo>
                  <a:pt x="195263" y="485775"/>
                </a:lnTo>
                <a:lnTo>
                  <a:pt x="185738" y="485775"/>
                </a:lnTo>
                <a:lnTo>
                  <a:pt x="180975" y="481013"/>
                </a:lnTo>
                <a:lnTo>
                  <a:pt x="176213" y="476250"/>
                </a:lnTo>
                <a:lnTo>
                  <a:pt x="166688" y="476250"/>
                </a:lnTo>
                <a:lnTo>
                  <a:pt x="157163" y="476250"/>
                </a:lnTo>
                <a:lnTo>
                  <a:pt x="152400" y="471488"/>
                </a:lnTo>
                <a:lnTo>
                  <a:pt x="147638" y="466725"/>
                </a:lnTo>
                <a:lnTo>
                  <a:pt x="138113" y="466725"/>
                </a:lnTo>
                <a:lnTo>
                  <a:pt x="128588" y="466725"/>
                </a:lnTo>
                <a:lnTo>
                  <a:pt x="123825" y="461963"/>
                </a:lnTo>
                <a:lnTo>
                  <a:pt x="119063" y="457200"/>
                </a:lnTo>
                <a:lnTo>
                  <a:pt x="114300" y="452438"/>
                </a:lnTo>
                <a:lnTo>
                  <a:pt x="109538" y="447675"/>
                </a:lnTo>
                <a:lnTo>
                  <a:pt x="104775" y="442913"/>
                </a:lnTo>
                <a:lnTo>
                  <a:pt x="100013" y="438150"/>
                </a:lnTo>
                <a:lnTo>
                  <a:pt x="95250" y="433388"/>
                </a:lnTo>
                <a:lnTo>
                  <a:pt x="90488" y="428625"/>
                </a:lnTo>
                <a:lnTo>
                  <a:pt x="80963" y="428625"/>
                </a:lnTo>
                <a:lnTo>
                  <a:pt x="76200" y="423863"/>
                </a:lnTo>
                <a:lnTo>
                  <a:pt x="71438" y="419100"/>
                </a:lnTo>
                <a:lnTo>
                  <a:pt x="66675" y="414338"/>
                </a:lnTo>
                <a:lnTo>
                  <a:pt x="61913" y="409575"/>
                </a:lnTo>
                <a:lnTo>
                  <a:pt x="57150" y="404813"/>
                </a:lnTo>
                <a:lnTo>
                  <a:pt x="52388" y="400050"/>
                </a:lnTo>
                <a:lnTo>
                  <a:pt x="47625" y="395288"/>
                </a:lnTo>
                <a:lnTo>
                  <a:pt x="47625" y="385763"/>
                </a:lnTo>
                <a:lnTo>
                  <a:pt x="42863" y="381000"/>
                </a:lnTo>
                <a:lnTo>
                  <a:pt x="38100" y="376238"/>
                </a:lnTo>
                <a:lnTo>
                  <a:pt x="38100" y="366713"/>
                </a:lnTo>
                <a:lnTo>
                  <a:pt x="38100" y="357188"/>
                </a:lnTo>
                <a:lnTo>
                  <a:pt x="33338" y="352425"/>
                </a:lnTo>
                <a:lnTo>
                  <a:pt x="28575" y="347663"/>
                </a:lnTo>
                <a:lnTo>
                  <a:pt x="28575" y="338138"/>
                </a:lnTo>
                <a:lnTo>
                  <a:pt x="23813" y="333375"/>
                </a:lnTo>
                <a:lnTo>
                  <a:pt x="19050" y="328613"/>
                </a:lnTo>
                <a:lnTo>
                  <a:pt x="14288" y="323850"/>
                </a:lnTo>
                <a:lnTo>
                  <a:pt x="9525" y="319088"/>
                </a:lnTo>
                <a:lnTo>
                  <a:pt x="9525" y="309563"/>
                </a:lnTo>
                <a:lnTo>
                  <a:pt x="9525" y="300038"/>
                </a:lnTo>
                <a:lnTo>
                  <a:pt x="4763" y="295275"/>
                </a:lnTo>
                <a:lnTo>
                  <a:pt x="0" y="290513"/>
                </a:lnTo>
                <a:lnTo>
                  <a:pt x="0" y="280988"/>
                </a:lnTo>
                <a:lnTo>
                  <a:pt x="0" y="271463"/>
                </a:lnTo>
                <a:lnTo>
                  <a:pt x="0" y="261938"/>
                </a:lnTo>
                <a:lnTo>
                  <a:pt x="0" y="252413"/>
                </a:lnTo>
                <a:lnTo>
                  <a:pt x="0" y="242888"/>
                </a:lnTo>
                <a:lnTo>
                  <a:pt x="4763" y="238125"/>
                </a:lnTo>
                <a:lnTo>
                  <a:pt x="9525" y="233363"/>
                </a:lnTo>
                <a:lnTo>
                  <a:pt x="9525" y="223838"/>
                </a:lnTo>
                <a:lnTo>
                  <a:pt x="9525" y="214313"/>
                </a:lnTo>
                <a:lnTo>
                  <a:pt x="9525" y="204788"/>
                </a:lnTo>
                <a:lnTo>
                  <a:pt x="14288" y="200025"/>
                </a:lnTo>
                <a:lnTo>
                  <a:pt x="19050" y="195263"/>
                </a:lnTo>
                <a:lnTo>
                  <a:pt x="19050" y="185738"/>
                </a:lnTo>
                <a:lnTo>
                  <a:pt x="23813" y="180975"/>
                </a:lnTo>
                <a:lnTo>
                  <a:pt x="28575" y="176213"/>
                </a:lnTo>
                <a:lnTo>
                  <a:pt x="28575" y="166688"/>
                </a:lnTo>
                <a:lnTo>
                  <a:pt x="33338" y="161925"/>
                </a:lnTo>
                <a:lnTo>
                  <a:pt x="38100" y="157163"/>
                </a:lnTo>
                <a:lnTo>
                  <a:pt x="38100" y="147638"/>
                </a:lnTo>
                <a:lnTo>
                  <a:pt x="38100" y="138113"/>
                </a:lnTo>
                <a:lnTo>
                  <a:pt x="38100" y="128588"/>
                </a:lnTo>
                <a:lnTo>
                  <a:pt x="38100" y="119063"/>
                </a:lnTo>
                <a:lnTo>
                  <a:pt x="42863" y="114300"/>
                </a:lnTo>
                <a:lnTo>
                  <a:pt x="47625" y="109538"/>
                </a:lnTo>
                <a:lnTo>
                  <a:pt x="52388" y="104775"/>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100013" y="57150"/>
                </a:lnTo>
                <a:lnTo>
                  <a:pt x="109538" y="57150"/>
                </a:lnTo>
                <a:lnTo>
                  <a:pt x="114300" y="52388"/>
                </a:lnTo>
                <a:lnTo>
                  <a:pt x="119063" y="47625"/>
                </a:lnTo>
                <a:lnTo>
                  <a:pt x="123825" y="42863"/>
                </a:lnTo>
                <a:lnTo>
                  <a:pt x="123825" y="33338"/>
                </a:lnTo>
                <a:lnTo>
                  <a:pt x="128588" y="28575"/>
                </a:lnTo>
                <a:lnTo>
                  <a:pt x="138113" y="28575"/>
                </a:lnTo>
                <a:lnTo>
                  <a:pt x="147638" y="28575"/>
                </a:lnTo>
                <a:lnTo>
                  <a:pt x="157163" y="28575"/>
                </a:lnTo>
                <a:lnTo>
                  <a:pt x="161925" y="23813"/>
                </a:lnTo>
                <a:lnTo>
                  <a:pt x="166688" y="19050"/>
                </a:lnTo>
                <a:lnTo>
                  <a:pt x="176213" y="19050"/>
                </a:lnTo>
                <a:lnTo>
                  <a:pt x="185738" y="19050"/>
                </a:lnTo>
                <a:lnTo>
                  <a:pt x="190500" y="14288"/>
                </a:lnTo>
                <a:lnTo>
                  <a:pt x="195263" y="9525"/>
                </a:lnTo>
                <a:lnTo>
                  <a:pt x="204788" y="9525"/>
                </a:lnTo>
                <a:lnTo>
                  <a:pt x="209550" y="4763"/>
                </a:lnTo>
                <a:close/>
              </a:path>
            </a:pathLst>
          </a:custGeom>
          <a:solidFill xmlns:a="http://schemas.openxmlformats.org/drawingml/2006/main">
            <a:srgbClr val="D8D8D8"/>
          </a:solidFill>
          <a:ln xmlns:a="http://schemas.openxmlformats.org/drawingml/2006/main" w="0">
            <a:noFill/>
            <a:prstDash val="solid"/>
          </a:ln>
        </p:spPr>
      </p:sp>
      <p:sp>
        <p:nvSpPr>
          <p:cNvPr id="155" name="deep-skill-chaining-source-component-2-gradient-218-0">
            <a:extLst xmlns:a="http://schemas.openxmlformats.org/drawingml/2006/main">
              <a:ext uri="{FF2B5EF4-FFF2-40B4-BE49-F238E27FC236}">
                <a16:creationId xmlns:a16="http://schemas.microsoft.com/office/drawing/2014/main" id="{9703BCDB-F879-4915-9ABE-F65EF5DEEB93}"/>
              </a:ext>
            </a:extLst>
          </p:cNvPr>
          <p:cNvSpPr>
            <a:spLocks xmlns:a="http://schemas.openxmlformats.org/drawingml/2006/main" noGrp="1"/>
          </p:cNvSpPr>
          <p:nvPr/>
        </p:nvSpPr>
        <p:spPr>
          <a:xfrm xmlns:a="http://schemas.openxmlformats.org/drawingml/2006/main" rot="0">
            <a:off x="10563225" y="923925"/>
            <a:ext cx="457200" cy="447675"/>
          </a:xfrm>
          <a:custGeom xmlns:a="http://schemas.openxmlformats.org/drawingml/2006/main">
            <a:pathLst>
              <a:path w="457200" h="447675">
                <a:moveTo>
                  <a:pt x="161925" y="4763"/>
                </a:move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85750" y="4763"/>
                </a:lnTo>
                <a:lnTo>
                  <a:pt x="290513" y="9525"/>
                </a:lnTo>
                <a:lnTo>
                  <a:pt x="300038" y="9525"/>
                </a:lnTo>
                <a:lnTo>
                  <a:pt x="304800" y="14288"/>
                </a:lnTo>
                <a:lnTo>
                  <a:pt x="309563" y="19050"/>
                </a:lnTo>
                <a:lnTo>
                  <a:pt x="319088" y="19050"/>
                </a:lnTo>
                <a:lnTo>
                  <a:pt x="323850" y="23813"/>
                </a:lnTo>
                <a:lnTo>
                  <a:pt x="328613" y="28575"/>
                </a:lnTo>
                <a:lnTo>
                  <a:pt x="338138" y="28575"/>
                </a:lnTo>
                <a:lnTo>
                  <a:pt x="342900" y="33338"/>
                </a:lnTo>
                <a:lnTo>
                  <a:pt x="347663" y="38100"/>
                </a:lnTo>
                <a:lnTo>
                  <a:pt x="352425" y="42863"/>
                </a:lnTo>
                <a:lnTo>
                  <a:pt x="357188" y="47625"/>
                </a:lnTo>
                <a:lnTo>
                  <a:pt x="366713" y="47625"/>
                </a:lnTo>
                <a:lnTo>
                  <a:pt x="371475" y="52388"/>
                </a:lnTo>
                <a:lnTo>
                  <a:pt x="376238" y="57150"/>
                </a:lnTo>
                <a:lnTo>
                  <a:pt x="381000" y="61913"/>
                </a:lnTo>
                <a:lnTo>
                  <a:pt x="381000" y="71438"/>
                </a:lnTo>
                <a:lnTo>
                  <a:pt x="385763" y="76200"/>
                </a:lnTo>
                <a:lnTo>
                  <a:pt x="395288" y="76200"/>
                </a:lnTo>
                <a:lnTo>
                  <a:pt x="400050" y="80963"/>
                </a:lnTo>
                <a:lnTo>
                  <a:pt x="404813" y="85725"/>
                </a:lnTo>
                <a:lnTo>
                  <a:pt x="409575" y="90488"/>
                </a:lnTo>
                <a:lnTo>
                  <a:pt x="409575" y="100013"/>
                </a:lnTo>
                <a:lnTo>
                  <a:pt x="414338" y="104775"/>
                </a:lnTo>
                <a:lnTo>
                  <a:pt x="423863" y="104775"/>
                </a:lnTo>
                <a:lnTo>
                  <a:pt x="428625" y="109538"/>
                </a:lnTo>
                <a:lnTo>
                  <a:pt x="433388" y="114300"/>
                </a:lnTo>
                <a:lnTo>
                  <a:pt x="438150" y="119063"/>
                </a:lnTo>
                <a:lnTo>
                  <a:pt x="433388" y="123825"/>
                </a:lnTo>
                <a:lnTo>
                  <a:pt x="428625" y="128588"/>
                </a:lnTo>
                <a:lnTo>
                  <a:pt x="428625" y="138113"/>
                </a:lnTo>
                <a:lnTo>
                  <a:pt x="428625" y="147638"/>
                </a:lnTo>
                <a:lnTo>
                  <a:pt x="428625" y="157163"/>
                </a:lnTo>
                <a:lnTo>
                  <a:pt x="433388" y="161925"/>
                </a:lnTo>
                <a:lnTo>
                  <a:pt x="438150" y="166688"/>
                </a:lnTo>
                <a:lnTo>
                  <a:pt x="442913" y="171450"/>
                </a:lnTo>
                <a:lnTo>
                  <a:pt x="447675" y="176213"/>
                </a:lnTo>
                <a:lnTo>
                  <a:pt x="447675" y="185738"/>
                </a:lnTo>
                <a:lnTo>
                  <a:pt x="447675" y="195263"/>
                </a:lnTo>
                <a:lnTo>
                  <a:pt x="447675" y="204788"/>
                </a:lnTo>
                <a:lnTo>
                  <a:pt x="447675" y="214313"/>
                </a:lnTo>
                <a:lnTo>
                  <a:pt x="447675" y="223838"/>
                </a:lnTo>
                <a:lnTo>
                  <a:pt x="452438" y="228600"/>
                </a:lnTo>
                <a:lnTo>
                  <a:pt x="457200" y="233363"/>
                </a:lnTo>
                <a:lnTo>
                  <a:pt x="452438" y="238125"/>
                </a:lnTo>
                <a:lnTo>
                  <a:pt x="447675" y="242888"/>
                </a:lnTo>
                <a:lnTo>
                  <a:pt x="447675" y="252413"/>
                </a:lnTo>
                <a:lnTo>
                  <a:pt x="447675" y="261938"/>
                </a:lnTo>
                <a:lnTo>
                  <a:pt x="442913" y="266700"/>
                </a:lnTo>
                <a:lnTo>
                  <a:pt x="438150" y="271463"/>
                </a:lnTo>
                <a:lnTo>
                  <a:pt x="438150" y="280988"/>
                </a:lnTo>
                <a:lnTo>
                  <a:pt x="438150" y="290513"/>
                </a:lnTo>
                <a:lnTo>
                  <a:pt x="433388" y="295275"/>
                </a:lnTo>
                <a:lnTo>
                  <a:pt x="428625" y="300038"/>
                </a:lnTo>
                <a:lnTo>
                  <a:pt x="423863" y="304800"/>
                </a:lnTo>
                <a:lnTo>
                  <a:pt x="419100" y="309563"/>
                </a:lnTo>
                <a:lnTo>
                  <a:pt x="414338" y="314325"/>
                </a:lnTo>
                <a:lnTo>
                  <a:pt x="409575" y="319088"/>
                </a:lnTo>
                <a:lnTo>
                  <a:pt x="409575" y="328613"/>
                </a:lnTo>
                <a:lnTo>
                  <a:pt x="409575" y="338138"/>
                </a:lnTo>
                <a:lnTo>
                  <a:pt x="409575" y="347663"/>
                </a:lnTo>
                <a:lnTo>
                  <a:pt x="404813" y="352425"/>
                </a:lnTo>
                <a:lnTo>
                  <a:pt x="400050" y="357188"/>
                </a:lnTo>
                <a:lnTo>
                  <a:pt x="395288" y="361950"/>
                </a:lnTo>
                <a:lnTo>
                  <a:pt x="390525" y="366713"/>
                </a:lnTo>
                <a:lnTo>
                  <a:pt x="385763" y="371475"/>
                </a:lnTo>
                <a:lnTo>
                  <a:pt x="381000" y="376238"/>
                </a:lnTo>
                <a:lnTo>
                  <a:pt x="376238" y="381000"/>
                </a:lnTo>
                <a:lnTo>
                  <a:pt x="371475" y="385763"/>
                </a:lnTo>
                <a:lnTo>
                  <a:pt x="366713" y="390525"/>
                </a:lnTo>
                <a:lnTo>
                  <a:pt x="357188" y="390525"/>
                </a:lnTo>
                <a:lnTo>
                  <a:pt x="352425" y="395288"/>
                </a:lnTo>
                <a:lnTo>
                  <a:pt x="347663" y="400050"/>
                </a:lnTo>
                <a:lnTo>
                  <a:pt x="342900" y="404813"/>
                </a:lnTo>
                <a:lnTo>
                  <a:pt x="338138" y="409575"/>
                </a:lnTo>
                <a:lnTo>
                  <a:pt x="328613" y="409575"/>
                </a:lnTo>
                <a:lnTo>
                  <a:pt x="323850" y="414338"/>
                </a:lnTo>
                <a:lnTo>
                  <a:pt x="319088" y="419100"/>
                </a:lnTo>
                <a:lnTo>
                  <a:pt x="314325" y="423863"/>
                </a:lnTo>
                <a:lnTo>
                  <a:pt x="309563" y="428625"/>
                </a:lnTo>
                <a:lnTo>
                  <a:pt x="300038" y="428625"/>
                </a:lnTo>
                <a:lnTo>
                  <a:pt x="290513" y="428625"/>
                </a:lnTo>
                <a:lnTo>
                  <a:pt x="285750" y="433388"/>
                </a:lnTo>
                <a:lnTo>
                  <a:pt x="280988" y="438150"/>
                </a:lnTo>
                <a:lnTo>
                  <a:pt x="271463" y="438150"/>
                </a:lnTo>
                <a:lnTo>
                  <a:pt x="261938" y="438150"/>
                </a:lnTo>
                <a:lnTo>
                  <a:pt x="257175" y="442913"/>
                </a:lnTo>
                <a:lnTo>
                  <a:pt x="252413" y="447675"/>
                </a:lnTo>
                <a:lnTo>
                  <a:pt x="242888" y="447675"/>
                </a:lnTo>
                <a:lnTo>
                  <a:pt x="233363" y="447675"/>
                </a:lnTo>
                <a:lnTo>
                  <a:pt x="223838" y="447675"/>
                </a:lnTo>
                <a:lnTo>
                  <a:pt x="214313" y="447675"/>
                </a:lnTo>
                <a:lnTo>
                  <a:pt x="204788" y="447675"/>
                </a:lnTo>
                <a:lnTo>
                  <a:pt x="195263" y="447675"/>
                </a:lnTo>
                <a:lnTo>
                  <a:pt x="190500" y="442913"/>
                </a:lnTo>
                <a:lnTo>
                  <a:pt x="185738" y="438150"/>
                </a:lnTo>
                <a:lnTo>
                  <a:pt x="176213" y="438150"/>
                </a:lnTo>
                <a:lnTo>
                  <a:pt x="166688" y="438150"/>
                </a:lnTo>
                <a:lnTo>
                  <a:pt x="161925" y="433388"/>
                </a:lnTo>
                <a:lnTo>
                  <a:pt x="157163" y="428625"/>
                </a:lnTo>
                <a:lnTo>
                  <a:pt x="147638" y="428625"/>
                </a:lnTo>
                <a:lnTo>
                  <a:pt x="138113" y="428625"/>
                </a:lnTo>
                <a:lnTo>
                  <a:pt x="133350" y="423863"/>
                </a:lnTo>
                <a:lnTo>
                  <a:pt x="128588" y="419100"/>
                </a:lnTo>
                <a:lnTo>
                  <a:pt x="123825" y="414338"/>
                </a:lnTo>
                <a:lnTo>
                  <a:pt x="119063" y="409575"/>
                </a:lnTo>
                <a:lnTo>
                  <a:pt x="109538" y="409575"/>
                </a:lnTo>
                <a:lnTo>
                  <a:pt x="104775" y="404813"/>
                </a:lnTo>
                <a:lnTo>
                  <a:pt x="100013" y="400050"/>
                </a:lnTo>
                <a:lnTo>
                  <a:pt x="95250" y="395288"/>
                </a:lnTo>
                <a:lnTo>
                  <a:pt x="90488" y="390525"/>
                </a:lnTo>
                <a:lnTo>
                  <a:pt x="80963" y="390525"/>
                </a:lnTo>
                <a:lnTo>
                  <a:pt x="76200" y="385763"/>
                </a:lnTo>
                <a:lnTo>
                  <a:pt x="71438" y="381000"/>
                </a:lnTo>
                <a:lnTo>
                  <a:pt x="66675" y="376238"/>
                </a:lnTo>
                <a:lnTo>
                  <a:pt x="61913" y="371475"/>
                </a:lnTo>
                <a:lnTo>
                  <a:pt x="57150" y="366713"/>
                </a:lnTo>
                <a:lnTo>
                  <a:pt x="52388" y="361950"/>
                </a:lnTo>
                <a:lnTo>
                  <a:pt x="47625" y="357188"/>
                </a:lnTo>
                <a:lnTo>
                  <a:pt x="47625" y="347663"/>
                </a:lnTo>
                <a:lnTo>
                  <a:pt x="42863" y="342900"/>
                </a:lnTo>
                <a:lnTo>
                  <a:pt x="38100" y="338138"/>
                </a:lnTo>
                <a:lnTo>
                  <a:pt x="38100" y="328613"/>
                </a:lnTo>
                <a:lnTo>
                  <a:pt x="38100" y="319088"/>
                </a:lnTo>
                <a:lnTo>
                  <a:pt x="33338" y="314325"/>
                </a:lnTo>
                <a:lnTo>
                  <a:pt x="28575" y="309563"/>
                </a:lnTo>
                <a:lnTo>
                  <a:pt x="23813" y="304800"/>
                </a:lnTo>
                <a:lnTo>
                  <a:pt x="19050" y="300038"/>
                </a:lnTo>
                <a:lnTo>
                  <a:pt x="14288" y="295275"/>
                </a:lnTo>
                <a:lnTo>
                  <a:pt x="9525" y="290513"/>
                </a:lnTo>
                <a:lnTo>
                  <a:pt x="9525" y="280988"/>
                </a:lnTo>
                <a:lnTo>
                  <a:pt x="9525" y="271463"/>
                </a:lnTo>
                <a:lnTo>
                  <a:pt x="9525" y="261938"/>
                </a:lnTo>
                <a:lnTo>
                  <a:pt x="4763" y="257175"/>
                </a:lnTo>
                <a:lnTo>
                  <a:pt x="0" y="252413"/>
                </a:lnTo>
                <a:lnTo>
                  <a:pt x="0" y="242888"/>
                </a:lnTo>
                <a:lnTo>
                  <a:pt x="0" y="233363"/>
                </a:lnTo>
                <a:lnTo>
                  <a:pt x="0" y="223838"/>
                </a:lnTo>
                <a:lnTo>
                  <a:pt x="0" y="214313"/>
                </a:lnTo>
                <a:lnTo>
                  <a:pt x="4763" y="209550"/>
                </a:lnTo>
                <a:lnTo>
                  <a:pt x="9525" y="204788"/>
                </a:lnTo>
                <a:lnTo>
                  <a:pt x="9525" y="195263"/>
                </a:lnTo>
                <a:lnTo>
                  <a:pt x="9525" y="185738"/>
                </a:lnTo>
                <a:lnTo>
                  <a:pt x="14288" y="180975"/>
                </a:lnTo>
                <a:lnTo>
                  <a:pt x="19050" y="176213"/>
                </a:lnTo>
                <a:lnTo>
                  <a:pt x="19050" y="166688"/>
                </a:lnTo>
                <a:lnTo>
                  <a:pt x="19050" y="157163"/>
                </a:lnTo>
                <a:lnTo>
                  <a:pt x="19050" y="147638"/>
                </a:lnTo>
                <a:lnTo>
                  <a:pt x="23813" y="142875"/>
                </a:lnTo>
                <a:lnTo>
                  <a:pt x="28575" y="138113"/>
                </a:lnTo>
                <a:lnTo>
                  <a:pt x="33338" y="133350"/>
                </a:lnTo>
                <a:lnTo>
                  <a:pt x="38100" y="128588"/>
                </a:lnTo>
                <a:lnTo>
                  <a:pt x="42863" y="123825"/>
                </a:lnTo>
                <a:lnTo>
                  <a:pt x="47625" y="119063"/>
                </a:lnTo>
                <a:lnTo>
                  <a:pt x="47625" y="109538"/>
                </a:lnTo>
                <a:lnTo>
                  <a:pt x="47625" y="100013"/>
                </a:lnTo>
                <a:lnTo>
                  <a:pt x="47625" y="90488"/>
                </a:lnTo>
                <a:lnTo>
                  <a:pt x="52388" y="85725"/>
                </a:lnTo>
                <a:lnTo>
                  <a:pt x="57150" y="80963"/>
                </a:lnTo>
                <a:lnTo>
                  <a:pt x="61913" y="76200"/>
                </a:lnTo>
                <a:lnTo>
                  <a:pt x="66675" y="71438"/>
                </a:lnTo>
                <a:lnTo>
                  <a:pt x="71438" y="66675"/>
                </a:lnTo>
                <a:lnTo>
                  <a:pt x="76200" y="61913"/>
                </a:lnTo>
                <a:lnTo>
                  <a:pt x="80963" y="57150"/>
                </a:lnTo>
                <a:lnTo>
                  <a:pt x="85725" y="52388"/>
                </a:lnTo>
                <a:lnTo>
                  <a:pt x="90488" y="47625"/>
                </a:lnTo>
                <a:lnTo>
                  <a:pt x="95250" y="42863"/>
                </a:lnTo>
                <a:lnTo>
                  <a:pt x="100013" y="38100"/>
                </a:lnTo>
                <a:lnTo>
                  <a:pt x="104775" y="33338"/>
                </a:lnTo>
                <a:lnTo>
                  <a:pt x="109538" y="28575"/>
                </a:lnTo>
                <a:lnTo>
                  <a:pt x="119063" y="28575"/>
                </a:lnTo>
                <a:lnTo>
                  <a:pt x="123825" y="23813"/>
                </a:lnTo>
                <a:lnTo>
                  <a:pt x="128588" y="19050"/>
                </a:lnTo>
                <a:lnTo>
                  <a:pt x="138113" y="19050"/>
                </a:lnTo>
                <a:lnTo>
                  <a:pt x="142875" y="14288"/>
                </a:lnTo>
                <a:lnTo>
                  <a:pt x="147638" y="9525"/>
                </a:lnTo>
                <a:lnTo>
                  <a:pt x="157163" y="9525"/>
                </a:lnTo>
                <a:lnTo>
                  <a:pt x="161925" y="4763"/>
                </a:lnTo>
                <a:close/>
              </a:path>
            </a:pathLst>
          </a:custGeom>
          <a:solidFill xmlns:a="http://schemas.openxmlformats.org/drawingml/2006/main">
            <a:srgbClr val="DADADA"/>
          </a:solidFill>
          <a:ln xmlns:a="http://schemas.openxmlformats.org/drawingml/2006/main" w="0">
            <a:noFill/>
            <a:prstDash val="solid"/>
          </a:ln>
        </p:spPr>
      </p:sp>
      <p:sp>
        <p:nvSpPr>
          <p:cNvPr id="156" name="deep-skill-chaining-source-component-2-gradient-220-0">
            <a:extLst xmlns:a="http://schemas.openxmlformats.org/drawingml/2006/main">
              <a:ext uri="{FF2B5EF4-FFF2-40B4-BE49-F238E27FC236}">
                <a16:creationId xmlns:a16="http://schemas.microsoft.com/office/drawing/2014/main" id="{C3A85F42-24B2-4D47-A9EF-5D41CE03DF89}"/>
              </a:ext>
            </a:extLst>
          </p:cNvPr>
          <p:cNvSpPr>
            <a:spLocks xmlns:a="http://schemas.openxmlformats.org/drawingml/2006/main" noGrp="1"/>
          </p:cNvSpPr>
          <p:nvPr/>
        </p:nvSpPr>
        <p:spPr>
          <a:xfrm xmlns:a="http://schemas.openxmlformats.org/drawingml/2006/main" rot="0">
            <a:off x="10582275" y="942975"/>
            <a:ext cx="419100" cy="409575"/>
          </a:xfrm>
          <a:custGeom xmlns:a="http://schemas.openxmlformats.org/drawingml/2006/main">
            <a:pathLst>
              <a:path w="419100" h="409575">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71463" y="9525"/>
                </a:lnTo>
                <a:lnTo>
                  <a:pt x="280988" y="9525"/>
                </a:lnTo>
                <a:lnTo>
                  <a:pt x="290513" y="9525"/>
                </a:lnTo>
                <a:lnTo>
                  <a:pt x="295275" y="14288"/>
                </a:lnTo>
                <a:lnTo>
                  <a:pt x="300038" y="19050"/>
                </a:lnTo>
                <a:lnTo>
                  <a:pt x="304800" y="23813"/>
                </a:lnTo>
                <a:lnTo>
                  <a:pt x="309563" y="28575"/>
                </a:lnTo>
                <a:lnTo>
                  <a:pt x="319088" y="28575"/>
                </a:lnTo>
                <a:lnTo>
                  <a:pt x="323850" y="33338"/>
                </a:lnTo>
                <a:lnTo>
                  <a:pt x="328613" y="38100"/>
                </a:lnTo>
                <a:lnTo>
                  <a:pt x="338138" y="38100"/>
                </a:lnTo>
                <a:lnTo>
                  <a:pt x="342900" y="42863"/>
                </a:lnTo>
                <a:lnTo>
                  <a:pt x="342900" y="52388"/>
                </a:lnTo>
                <a:lnTo>
                  <a:pt x="347663" y="57150"/>
                </a:lnTo>
                <a:lnTo>
                  <a:pt x="352425" y="61913"/>
                </a:lnTo>
                <a:lnTo>
                  <a:pt x="357188" y="66675"/>
                </a:lnTo>
                <a:lnTo>
                  <a:pt x="361950" y="71438"/>
                </a:lnTo>
                <a:lnTo>
                  <a:pt x="366713" y="76200"/>
                </a:lnTo>
                <a:lnTo>
                  <a:pt x="376238" y="76200"/>
                </a:lnTo>
                <a:lnTo>
                  <a:pt x="381000" y="80963"/>
                </a:lnTo>
                <a:lnTo>
                  <a:pt x="385763" y="85725"/>
                </a:lnTo>
                <a:lnTo>
                  <a:pt x="390525" y="90488"/>
                </a:lnTo>
                <a:lnTo>
                  <a:pt x="395288" y="95250"/>
                </a:lnTo>
                <a:lnTo>
                  <a:pt x="400050" y="100013"/>
                </a:lnTo>
                <a:lnTo>
                  <a:pt x="395288" y="104775"/>
                </a:lnTo>
                <a:lnTo>
                  <a:pt x="390525" y="109538"/>
                </a:lnTo>
                <a:lnTo>
                  <a:pt x="390525" y="119063"/>
                </a:lnTo>
                <a:lnTo>
                  <a:pt x="390525" y="128588"/>
                </a:lnTo>
                <a:lnTo>
                  <a:pt x="395288" y="133350"/>
                </a:lnTo>
                <a:lnTo>
                  <a:pt x="400050" y="138113"/>
                </a:lnTo>
                <a:lnTo>
                  <a:pt x="400050" y="147638"/>
                </a:lnTo>
                <a:lnTo>
                  <a:pt x="404813" y="152400"/>
                </a:lnTo>
                <a:lnTo>
                  <a:pt x="409575" y="157163"/>
                </a:lnTo>
                <a:lnTo>
                  <a:pt x="409575" y="166688"/>
                </a:lnTo>
                <a:lnTo>
                  <a:pt x="409575" y="176213"/>
                </a:lnTo>
                <a:lnTo>
                  <a:pt x="409575" y="185738"/>
                </a:lnTo>
                <a:lnTo>
                  <a:pt x="409575" y="195263"/>
                </a:lnTo>
                <a:lnTo>
                  <a:pt x="409575" y="204788"/>
                </a:lnTo>
                <a:lnTo>
                  <a:pt x="414338" y="209550"/>
                </a:lnTo>
                <a:lnTo>
                  <a:pt x="419100" y="214313"/>
                </a:lnTo>
                <a:lnTo>
                  <a:pt x="414338" y="219075"/>
                </a:lnTo>
                <a:lnTo>
                  <a:pt x="409575" y="223838"/>
                </a:lnTo>
                <a:lnTo>
                  <a:pt x="409575" y="233363"/>
                </a:lnTo>
                <a:lnTo>
                  <a:pt x="409575" y="242888"/>
                </a:lnTo>
                <a:lnTo>
                  <a:pt x="404813" y="247650"/>
                </a:lnTo>
                <a:lnTo>
                  <a:pt x="400050" y="252413"/>
                </a:lnTo>
                <a:lnTo>
                  <a:pt x="400050" y="261938"/>
                </a:lnTo>
                <a:lnTo>
                  <a:pt x="400050" y="271463"/>
                </a:lnTo>
                <a:lnTo>
                  <a:pt x="395288" y="276225"/>
                </a:lnTo>
                <a:lnTo>
                  <a:pt x="390525" y="280988"/>
                </a:lnTo>
                <a:lnTo>
                  <a:pt x="385763" y="285750"/>
                </a:lnTo>
                <a:lnTo>
                  <a:pt x="381000" y="290513"/>
                </a:lnTo>
                <a:lnTo>
                  <a:pt x="376238" y="295275"/>
                </a:lnTo>
                <a:lnTo>
                  <a:pt x="371475" y="300038"/>
                </a:lnTo>
                <a:lnTo>
                  <a:pt x="366713" y="304800"/>
                </a:lnTo>
                <a:lnTo>
                  <a:pt x="361950" y="309563"/>
                </a:lnTo>
                <a:lnTo>
                  <a:pt x="361950" y="319088"/>
                </a:lnTo>
                <a:lnTo>
                  <a:pt x="361950" y="328613"/>
                </a:lnTo>
                <a:lnTo>
                  <a:pt x="357188" y="333375"/>
                </a:lnTo>
                <a:lnTo>
                  <a:pt x="352425" y="338138"/>
                </a:lnTo>
                <a:lnTo>
                  <a:pt x="347663" y="342900"/>
                </a:lnTo>
                <a:lnTo>
                  <a:pt x="342900" y="347663"/>
                </a:lnTo>
                <a:lnTo>
                  <a:pt x="342900" y="357188"/>
                </a:lnTo>
                <a:lnTo>
                  <a:pt x="338138" y="361950"/>
                </a:lnTo>
                <a:lnTo>
                  <a:pt x="328613" y="361950"/>
                </a:lnTo>
                <a:lnTo>
                  <a:pt x="323850" y="366713"/>
                </a:lnTo>
                <a:lnTo>
                  <a:pt x="319088" y="371475"/>
                </a:lnTo>
                <a:lnTo>
                  <a:pt x="309563" y="371475"/>
                </a:lnTo>
                <a:lnTo>
                  <a:pt x="304800" y="376238"/>
                </a:lnTo>
                <a:lnTo>
                  <a:pt x="300038" y="381000"/>
                </a:lnTo>
                <a:lnTo>
                  <a:pt x="295275" y="385763"/>
                </a:lnTo>
                <a:lnTo>
                  <a:pt x="290513" y="390525"/>
                </a:lnTo>
                <a:lnTo>
                  <a:pt x="280988" y="390525"/>
                </a:lnTo>
                <a:lnTo>
                  <a:pt x="271463" y="390525"/>
                </a:lnTo>
                <a:lnTo>
                  <a:pt x="266700" y="395288"/>
                </a:lnTo>
                <a:lnTo>
                  <a:pt x="261938" y="400050"/>
                </a:lnTo>
                <a:lnTo>
                  <a:pt x="252413" y="400050"/>
                </a:lnTo>
                <a:lnTo>
                  <a:pt x="242888" y="400050"/>
                </a:lnTo>
                <a:lnTo>
                  <a:pt x="238125" y="404813"/>
                </a:lnTo>
                <a:lnTo>
                  <a:pt x="233363" y="409575"/>
                </a:lnTo>
                <a:lnTo>
                  <a:pt x="223838" y="409575"/>
                </a:lnTo>
                <a:lnTo>
                  <a:pt x="214313" y="409575"/>
                </a:lnTo>
                <a:lnTo>
                  <a:pt x="204788" y="409575"/>
                </a:lnTo>
                <a:lnTo>
                  <a:pt x="195263" y="409575"/>
                </a:lnTo>
                <a:lnTo>
                  <a:pt x="185738" y="409575"/>
                </a:lnTo>
                <a:lnTo>
                  <a:pt x="176213" y="409575"/>
                </a:lnTo>
                <a:lnTo>
                  <a:pt x="171450" y="404813"/>
                </a:lnTo>
                <a:lnTo>
                  <a:pt x="166688" y="400050"/>
                </a:lnTo>
                <a:lnTo>
                  <a:pt x="157163" y="400050"/>
                </a:lnTo>
                <a:lnTo>
                  <a:pt x="147638" y="400050"/>
                </a:lnTo>
                <a:lnTo>
                  <a:pt x="142875" y="395288"/>
                </a:lnTo>
                <a:lnTo>
                  <a:pt x="138113" y="390525"/>
                </a:lnTo>
                <a:lnTo>
                  <a:pt x="128588" y="390525"/>
                </a:lnTo>
                <a:lnTo>
                  <a:pt x="119063" y="390525"/>
                </a:lnTo>
                <a:lnTo>
                  <a:pt x="114300" y="385763"/>
                </a:lnTo>
                <a:lnTo>
                  <a:pt x="109538" y="381000"/>
                </a:lnTo>
                <a:lnTo>
                  <a:pt x="104775" y="376238"/>
                </a:lnTo>
                <a:lnTo>
                  <a:pt x="100013" y="371475"/>
                </a:lnTo>
                <a:lnTo>
                  <a:pt x="90488" y="371475"/>
                </a:lnTo>
                <a:lnTo>
                  <a:pt x="85725" y="366713"/>
                </a:lnTo>
                <a:lnTo>
                  <a:pt x="80963" y="361950"/>
                </a:lnTo>
                <a:lnTo>
                  <a:pt x="76200" y="357188"/>
                </a:lnTo>
                <a:lnTo>
                  <a:pt x="71438" y="352425"/>
                </a:lnTo>
                <a:lnTo>
                  <a:pt x="66675" y="347663"/>
                </a:lnTo>
                <a:lnTo>
                  <a:pt x="61913" y="342900"/>
                </a:lnTo>
                <a:lnTo>
                  <a:pt x="57150" y="338138"/>
                </a:lnTo>
                <a:lnTo>
                  <a:pt x="52388" y="333375"/>
                </a:lnTo>
                <a:lnTo>
                  <a:pt x="47625" y="328613"/>
                </a:lnTo>
                <a:lnTo>
                  <a:pt x="47625" y="319088"/>
                </a:lnTo>
                <a:lnTo>
                  <a:pt x="47625" y="309563"/>
                </a:lnTo>
                <a:lnTo>
                  <a:pt x="42863" y="304800"/>
                </a:lnTo>
                <a:lnTo>
                  <a:pt x="38100" y="300038"/>
                </a:lnTo>
                <a:lnTo>
                  <a:pt x="33338" y="295275"/>
                </a:lnTo>
                <a:lnTo>
                  <a:pt x="28575" y="290513"/>
                </a:lnTo>
                <a:lnTo>
                  <a:pt x="23813" y="285750"/>
                </a:lnTo>
                <a:lnTo>
                  <a:pt x="19050" y="280988"/>
                </a:lnTo>
                <a:lnTo>
                  <a:pt x="19050" y="271463"/>
                </a:lnTo>
                <a:lnTo>
                  <a:pt x="14288" y="266700"/>
                </a:lnTo>
                <a:lnTo>
                  <a:pt x="9525" y="261938"/>
                </a:lnTo>
                <a:lnTo>
                  <a:pt x="9525" y="252413"/>
                </a:lnTo>
                <a:lnTo>
                  <a:pt x="4763" y="247650"/>
                </a:lnTo>
                <a:lnTo>
                  <a:pt x="0" y="242888"/>
                </a:lnTo>
                <a:lnTo>
                  <a:pt x="0" y="233363"/>
                </a:lnTo>
                <a:lnTo>
                  <a:pt x="0" y="223838"/>
                </a:lnTo>
                <a:lnTo>
                  <a:pt x="0" y="214313"/>
                </a:lnTo>
                <a:lnTo>
                  <a:pt x="0" y="204788"/>
                </a:lnTo>
                <a:lnTo>
                  <a:pt x="0" y="195263"/>
                </a:lnTo>
                <a:lnTo>
                  <a:pt x="0" y="185738"/>
                </a:lnTo>
                <a:lnTo>
                  <a:pt x="4763" y="180975"/>
                </a:lnTo>
                <a:lnTo>
                  <a:pt x="9525" y="176213"/>
                </a:lnTo>
                <a:lnTo>
                  <a:pt x="9525" y="166688"/>
                </a:lnTo>
                <a:lnTo>
                  <a:pt x="14288" y="161925"/>
                </a:lnTo>
                <a:lnTo>
                  <a:pt x="19050" y="157163"/>
                </a:lnTo>
                <a:lnTo>
                  <a:pt x="19050" y="147638"/>
                </a:lnTo>
                <a:lnTo>
                  <a:pt x="19050" y="138113"/>
                </a:lnTo>
                <a:lnTo>
                  <a:pt x="19050" y="128588"/>
                </a:lnTo>
                <a:lnTo>
                  <a:pt x="23813" y="123825"/>
                </a:lnTo>
                <a:lnTo>
                  <a:pt x="28575" y="119063"/>
                </a:lnTo>
                <a:lnTo>
                  <a:pt x="33338" y="114300"/>
                </a:lnTo>
                <a:lnTo>
                  <a:pt x="38100" y="109538"/>
                </a:lnTo>
                <a:lnTo>
                  <a:pt x="42863" y="104775"/>
                </a:lnTo>
                <a:lnTo>
                  <a:pt x="47625" y="100013"/>
                </a:lnTo>
                <a:lnTo>
                  <a:pt x="47625" y="90488"/>
                </a:lnTo>
                <a:lnTo>
                  <a:pt x="47625" y="80963"/>
                </a:lnTo>
                <a:lnTo>
                  <a:pt x="47625" y="71438"/>
                </a:lnTo>
                <a:lnTo>
                  <a:pt x="52388" y="66675"/>
                </a:lnTo>
                <a:lnTo>
                  <a:pt x="57150" y="61913"/>
                </a:lnTo>
                <a:lnTo>
                  <a:pt x="61913" y="57150"/>
                </a:lnTo>
                <a:lnTo>
                  <a:pt x="66675" y="52388"/>
                </a:lnTo>
                <a:lnTo>
                  <a:pt x="71438" y="47625"/>
                </a:lnTo>
                <a:lnTo>
                  <a:pt x="76200" y="42863"/>
                </a:lnTo>
                <a:lnTo>
                  <a:pt x="80963" y="38100"/>
                </a:lnTo>
                <a:lnTo>
                  <a:pt x="85725" y="33338"/>
                </a:lnTo>
                <a:lnTo>
                  <a:pt x="90488" y="28575"/>
                </a:lnTo>
                <a:lnTo>
                  <a:pt x="100013" y="28575"/>
                </a:lnTo>
                <a:lnTo>
                  <a:pt x="104775" y="23813"/>
                </a:lnTo>
                <a:lnTo>
                  <a:pt x="109538" y="19050"/>
                </a:lnTo>
                <a:lnTo>
                  <a:pt x="114300" y="14288"/>
                </a:lnTo>
                <a:lnTo>
                  <a:pt x="119063" y="9525"/>
                </a:lnTo>
                <a:lnTo>
                  <a:pt x="128588" y="9525"/>
                </a:lnTo>
                <a:lnTo>
                  <a:pt x="138113" y="9525"/>
                </a:lnTo>
                <a:lnTo>
                  <a:pt x="147638" y="9525"/>
                </a:lnTo>
                <a:lnTo>
                  <a:pt x="152400" y="4763"/>
                </a:lnTo>
                <a:close/>
              </a:path>
            </a:pathLst>
          </a:custGeom>
          <a:solidFill xmlns:a="http://schemas.openxmlformats.org/drawingml/2006/main">
            <a:srgbClr val="DCDCDC"/>
          </a:solidFill>
          <a:ln xmlns:a="http://schemas.openxmlformats.org/drawingml/2006/main" w="0">
            <a:noFill/>
            <a:prstDash val="solid"/>
          </a:ln>
        </p:spPr>
      </p:sp>
      <p:sp>
        <p:nvSpPr>
          <p:cNvPr id="157" name="deep-skill-chaining-source-component-2-gradient-222-0">
            <a:extLst xmlns:a="http://schemas.openxmlformats.org/drawingml/2006/main">
              <a:ext uri="{FF2B5EF4-FFF2-40B4-BE49-F238E27FC236}">
                <a16:creationId xmlns:a16="http://schemas.microsoft.com/office/drawing/2014/main" id="{6D6C9885-592D-4CCE-A54C-7AD6FFA98555}"/>
              </a:ext>
            </a:extLst>
          </p:cNvPr>
          <p:cNvSpPr>
            <a:spLocks xmlns:a="http://schemas.openxmlformats.org/drawingml/2006/main" noGrp="1"/>
          </p:cNvSpPr>
          <p:nvPr/>
        </p:nvSpPr>
        <p:spPr>
          <a:xfrm xmlns:a="http://schemas.openxmlformats.org/drawingml/2006/main" rot="0">
            <a:off x="10601325" y="952500"/>
            <a:ext cx="381000" cy="381000"/>
          </a:xfrm>
          <a:custGeom xmlns:a="http://schemas.openxmlformats.org/drawingml/2006/main">
            <a:pathLst>
              <a:path w="381000" h="381000">
                <a:moveTo>
                  <a:pt x="152400" y="4763"/>
                </a:moveTo>
                <a:lnTo>
                  <a:pt x="157163" y="0"/>
                </a:lnTo>
                <a:lnTo>
                  <a:pt x="166688" y="0"/>
                </a:lnTo>
                <a:lnTo>
                  <a:pt x="176213" y="0"/>
                </a:lnTo>
                <a:lnTo>
                  <a:pt x="185738" y="0"/>
                </a:lnTo>
                <a:lnTo>
                  <a:pt x="195263" y="0"/>
                </a:lnTo>
                <a:lnTo>
                  <a:pt x="204788" y="0"/>
                </a:lnTo>
                <a:lnTo>
                  <a:pt x="214313" y="0"/>
                </a:lnTo>
                <a:lnTo>
                  <a:pt x="219075" y="4763"/>
                </a:lnTo>
                <a:lnTo>
                  <a:pt x="223838" y="9525"/>
                </a:lnTo>
                <a:lnTo>
                  <a:pt x="228600" y="14288"/>
                </a:lnTo>
                <a:lnTo>
                  <a:pt x="233363" y="19050"/>
                </a:lnTo>
                <a:lnTo>
                  <a:pt x="242888" y="19050"/>
                </a:lnTo>
                <a:lnTo>
                  <a:pt x="252413" y="19050"/>
                </a:lnTo>
                <a:lnTo>
                  <a:pt x="257175" y="23813"/>
                </a:lnTo>
                <a:lnTo>
                  <a:pt x="261938" y="28575"/>
                </a:lnTo>
                <a:lnTo>
                  <a:pt x="271463" y="28575"/>
                </a:lnTo>
                <a:lnTo>
                  <a:pt x="280988" y="28575"/>
                </a:lnTo>
                <a:lnTo>
                  <a:pt x="290513" y="28575"/>
                </a:lnTo>
                <a:lnTo>
                  <a:pt x="300038" y="28575"/>
                </a:lnTo>
                <a:lnTo>
                  <a:pt x="304800" y="33338"/>
                </a:lnTo>
                <a:lnTo>
                  <a:pt x="304800" y="42863"/>
                </a:lnTo>
                <a:lnTo>
                  <a:pt x="304800" y="52388"/>
                </a:lnTo>
                <a:lnTo>
                  <a:pt x="309563" y="57150"/>
                </a:lnTo>
                <a:lnTo>
                  <a:pt x="314325" y="61913"/>
                </a:lnTo>
                <a:lnTo>
                  <a:pt x="319088" y="66675"/>
                </a:lnTo>
                <a:lnTo>
                  <a:pt x="328613" y="66675"/>
                </a:lnTo>
                <a:lnTo>
                  <a:pt x="333375" y="71438"/>
                </a:lnTo>
                <a:lnTo>
                  <a:pt x="338138" y="76200"/>
                </a:lnTo>
                <a:lnTo>
                  <a:pt x="342900" y="80963"/>
                </a:lnTo>
                <a:lnTo>
                  <a:pt x="347663" y="85725"/>
                </a:lnTo>
                <a:lnTo>
                  <a:pt x="357188" y="85725"/>
                </a:lnTo>
                <a:lnTo>
                  <a:pt x="361950" y="90488"/>
                </a:lnTo>
                <a:lnTo>
                  <a:pt x="361950" y="100013"/>
                </a:lnTo>
                <a:lnTo>
                  <a:pt x="361950" y="109538"/>
                </a:lnTo>
                <a:lnTo>
                  <a:pt x="361950" y="119063"/>
                </a:lnTo>
                <a:lnTo>
                  <a:pt x="361950" y="128588"/>
                </a:lnTo>
                <a:lnTo>
                  <a:pt x="366713" y="133350"/>
                </a:lnTo>
                <a:lnTo>
                  <a:pt x="371475" y="138113"/>
                </a:lnTo>
                <a:lnTo>
                  <a:pt x="371475" y="147638"/>
                </a:lnTo>
                <a:lnTo>
                  <a:pt x="371475" y="157163"/>
                </a:lnTo>
                <a:lnTo>
                  <a:pt x="371475" y="166688"/>
                </a:lnTo>
                <a:lnTo>
                  <a:pt x="371475" y="176213"/>
                </a:lnTo>
                <a:lnTo>
                  <a:pt x="371475" y="185738"/>
                </a:lnTo>
                <a:lnTo>
                  <a:pt x="371475" y="195263"/>
                </a:lnTo>
                <a:lnTo>
                  <a:pt x="376238" y="200025"/>
                </a:lnTo>
                <a:lnTo>
                  <a:pt x="381000" y="204788"/>
                </a:lnTo>
                <a:lnTo>
                  <a:pt x="376238" y="209550"/>
                </a:lnTo>
                <a:lnTo>
                  <a:pt x="371475" y="214313"/>
                </a:lnTo>
                <a:lnTo>
                  <a:pt x="366713" y="219075"/>
                </a:lnTo>
                <a:lnTo>
                  <a:pt x="361950" y="223838"/>
                </a:lnTo>
                <a:lnTo>
                  <a:pt x="361950" y="233363"/>
                </a:lnTo>
                <a:lnTo>
                  <a:pt x="361950" y="242888"/>
                </a:lnTo>
                <a:lnTo>
                  <a:pt x="361950" y="252413"/>
                </a:lnTo>
                <a:lnTo>
                  <a:pt x="361950" y="261938"/>
                </a:lnTo>
                <a:lnTo>
                  <a:pt x="357188" y="266700"/>
                </a:lnTo>
                <a:lnTo>
                  <a:pt x="352425" y="271463"/>
                </a:lnTo>
                <a:lnTo>
                  <a:pt x="347663" y="276225"/>
                </a:lnTo>
                <a:lnTo>
                  <a:pt x="342900" y="280988"/>
                </a:lnTo>
                <a:lnTo>
                  <a:pt x="338138" y="285750"/>
                </a:lnTo>
                <a:lnTo>
                  <a:pt x="333375" y="290513"/>
                </a:lnTo>
                <a:lnTo>
                  <a:pt x="328613" y="295275"/>
                </a:lnTo>
                <a:lnTo>
                  <a:pt x="323850" y="300038"/>
                </a:lnTo>
                <a:lnTo>
                  <a:pt x="323850" y="309563"/>
                </a:lnTo>
                <a:lnTo>
                  <a:pt x="319088" y="314325"/>
                </a:lnTo>
                <a:lnTo>
                  <a:pt x="314325" y="319088"/>
                </a:lnTo>
                <a:lnTo>
                  <a:pt x="309563" y="323850"/>
                </a:lnTo>
                <a:lnTo>
                  <a:pt x="304800" y="328613"/>
                </a:lnTo>
                <a:lnTo>
                  <a:pt x="304800" y="338138"/>
                </a:lnTo>
                <a:lnTo>
                  <a:pt x="304800" y="347663"/>
                </a:lnTo>
                <a:lnTo>
                  <a:pt x="300038" y="352425"/>
                </a:lnTo>
                <a:lnTo>
                  <a:pt x="290513" y="352425"/>
                </a:lnTo>
                <a:lnTo>
                  <a:pt x="280988" y="352425"/>
                </a:lnTo>
                <a:lnTo>
                  <a:pt x="276225" y="357188"/>
                </a:lnTo>
                <a:lnTo>
                  <a:pt x="271463" y="361950"/>
                </a:lnTo>
                <a:lnTo>
                  <a:pt x="261938" y="361950"/>
                </a:lnTo>
                <a:lnTo>
                  <a:pt x="252413" y="361950"/>
                </a:lnTo>
                <a:lnTo>
                  <a:pt x="247650" y="366713"/>
                </a:lnTo>
                <a:lnTo>
                  <a:pt x="242888" y="371475"/>
                </a:lnTo>
                <a:lnTo>
                  <a:pt x="233363" y="371475"/>
                </a:lnTo>
                <a:lnTo>
                  <a:pt x="223838" y="371475"/>
                </a:lnTo>
                <a:lnTo>
                  <a:pt x="219075" y="376238"/>
                </a:lnTo>
                <a:lnTo>
                  <a:pt x="214313" y="381000"/>
                </a:lnTo>
                <a:lnTo>
                  <a:pt x="204788" y="381000"/>
                </a:lnTo>
                <a:lnTo>
                  <a:pt x="195263" y="381000"/>
                </a:lnTo>
                <a:lnTo>
                  <a:pt x="185738" y="381000"/>
                </a:lnTo>
                <a:lnTo>
                  <a:pt x="176213" y="381000"/>
                </a:lnTo>
                <a:lnTo>
                  <a:pt x="166688" y="381000"/>
                </a:lnTo>
                <a:lnTo>
                  <a:pt x="157163" y="381000"/>
                </a:lnTo>
                <a:lnTo>
                  <a:pt x="152400" y="376238"/>
                </a:lnTo>
                <a:lnTo>
                  <a:pt x="147638" y="371475"/>
                </a:lnTo>
                <a:lnTo>
                  <a:pt x="138113" y="371475"/>
                </a:lnTo>
                <a:lnTo>
                  <a:pt x="128588" y="371475"/>
                </a:lnTo>
                <a:lnTo>
                  <a:pt x="123825" y="366713"/>
                </a:lnTo>
                <a:lnTo>
                  <a:pt x="119063" y="361950"/>
                </a:lnTo>
                <a:lnTo>
                  <a:pt x="109538" y="361950"/>
                </a:lnTo>
                <a:lnTo>
                  <a:pt x="100013" y="361950"/>
                </a:lnTo>
                <a:lnTo>
                  <a:pt x="95250" y="357188"/>
                </a:lnTo>
                <a:lnTo>
                  <a:pt x="90488" y="352425"/>
                </a:lnTo>
                <a:lnTo>
                  <a:pt x="80963" y="352425"/>
                </a:lnTo>
                <a:lnTo>
                  <a:pt x="71438" y="352425"/>
                </a:lnTo>
                <a:lnTo>
                  <a:pt x="66675" y="347663"/>
                </a:lnTo>
                <a:lnTo>
                  <a:pt x="66675" y="338138"/>
                </a:lnTo>
                <a:lnTo>
                  <a:pt x="66675" y="328613"/>
                </a:lnTo>
                <a:lnTo>
                  <a:pt x="61913" y="323850"/>
                </a:lnTo>
                <a:lnTo>
                  <a:pt x="57150" y="319088"/>
                </a:lnTo>
                <a:lnTo>
                  <a:pt x="52388" y="314325"/>
                </a:lnTo>
                <a:lnTo>
                  <a:pt x="47625" y="309563"/>
                </a:lnTo>
                <a:lnTo>
                  <a:pt x="47625" y="300038"/>
                </a:lnTo>
                <a:lnTo>
                  <a:pt x="42863" y="295275"/>
                </a:lnTo>
                <a:lnTo>
                  <a:pt x="38100" y="290513"/>
                </a:lnTo>
                <a:lnTo>
                  <a:pt x="33338" y="285750"/>
                </a:lnTo>
                <a:lnTo>
                  <a:pt x="28575" y="280988"/>
                </a:lnTo>
                <a:lnTo>
                  <a:pt x="23813" y="276225"/>
                </a:lnTo>
                <a:lnTo>
                  <a:pt x="19050" y="271463"/>
                </a:lnTo>
                <a:lnTo>
                  <a:pt x="14288" y="266700"/>
                </a:lnTo>
                <a:lnTo>
                  <a:pt x="9525" y="261938"/>
                </a:lnTo>
                <a:lnTo>
                  <a:pt x="9525" y="252413"/>
                </a:lnTo>
                <a:lnTo>
                  <a:pt x="9525" y="242888"/>
                </a:lnTo>
                <a:lnTo>
                  <a:pt x="9525" y="233363"/>
                </a:lnTo>
                <a:lnTo>
                  <a:pt x="9525" y="223838"/>
                </a:lnTo>
                <a:lnTo>
                  <a:pt x="4763" y="219075"/>
                </a:lnTo>
                <a:lnTo>
                  <a:pt x="0" y="214313"/>
                </a:lnTo>
                <a:lnTo>
                  <a:pt x="0" y="204788"/>
                </a:lnTo>
                <a:lnTo>
                  <a:pt x="0" y="195263"/>
                </a:lnTo>
                <a:lnTo>
                  <a:pt x="0" y="185738"/>
                </a:lnTo>
                <a:lnTo>
                  <a:pt x="4763" y="180975"/>
                </a:lnTo>
                <a:lnTo>
                  <a:pt x="9525" y="176213"/>
                </a:lnTo>
                <a:lnTo>
                  <a:pt x="9525" y="166688"/>
                </a:lnTo>
                <a:lnTo>
                  <a:pt x="9525" y="157163"/>
                </a:lnTo>
                <a:lnTo>
                  <a:pt x="9525" y="147638"/>
                </a:lnTo>
                <a:lnTo>
                  <a:pt x="9525" y="138113"/>
                </a:lnTo>
                <a:lnTo>
                  <a:pt x="9525" y="128588"/>
                </a:lnTo>
                <a:lnTo>
                  <a:pt x="9525" y="119063"/>
                </a:lnTo>
                <a:lnTo>
                  <a:pt x="14288" y="114300"/>
                </a:lnTo>
                <a:lnTo>
                  <a:pt x="23813" y="114300"/>
                </a:lnTo>
                <a:lnTo>
                  <a:pt x="28575" y="109538"/>
                </a:lnTo>
                <a:lnTo>
                  <a:pt x="33338" y="104775"/>
                </a:lnTo>
                <a:lnTo>
                  <a:pt x="38100" y="100013"/>
                </a:lnTo>
                <a:lnTo>
                  <a:pt x="38100" y="90488"/>
                </a:lnTo>
                <a:lnTo>
                  <a:pt x="42863" y="85725"/>
                </a:lnTo>
                <a:lnTo>
                  <a:pt x="47625" y="80963"/>
                </a:lnTo>
                <a:lnTo>
                  <a:pt x="52388" y="76200"/>
                </a:lnTo>
                <a:lnTo>
                  <a:pt x="57150" y="71438"/>
                </a:lnTo>
                <a:lnTo>
                  <a:pt x="57150" y="61913"/>
                </a:lnTo>
                <a:lnTo>
                  <a:pt x="61913" y="57150"/>
                </a:lnTo>
                <a:lnTo>
                  <a:pt x="66675" y="52388"/>
                </a:lnTo>
                <a:lnTo>
                  <a:pt x="66675" y="42863"/>
                </a:lnTo>
                <a:lnTo>
                  <a:pt x="66675" y="33338"/>
                </a:lnTo>
                <a:lnTo>
                  <a:pt x="71438" y="28575"/>
                </a:lnTo>
                <a:lnTo>
                  <a:pt x="80963" y="28575"/>
                </a:lnTo>
                <a:lnTo>
                  <a:pt x="90488" y="28575"/>
                </a:lnTo>
                <a:lnTo>
                  <a:pt x="100013" y="28575"/>
                </a:lnTo>
                <a:lnTo>
                  <a:pt x="109538" y="28575"/>
                </a:lnTo>
                <a:lnTo>
                  <a:pt x="119063" y="28575"/>
                </a:lnTo>
                <a:lnTo>
                  <a:pt x="123825" y="23813"/>
                </a:lnTo>
                <a:lnTo>
                  <a:pt x="128588" y="19050"/>
                </a:lnTo>
                <a:lnTo>
                  <a:pt x="138113" y="19050"/>
                </a:lnTo>
                <a:lnTo>
                  <a:pt x="142875" y="14288"/>
                </a:lnTo>
                <a:lnTo>
                  <a:pt x="147638" y="9525"/>
                </a:lnTo>
                <a:lnTo>
                  <a:pt x="152400" y="4763"/>
                </a:lnTo>
                <a:close/>
              </a:path>
            </a:pathLst>
          </a:custGeom>
          <a:solidFill xmlns:a="http://schemas.openxmlformats.org/drawingml/2006/main">
            <a:srgbClr val="DEDEDE"/>
          </a:solidFill>
          <a:ln xmlns:a="http://schemas.openxmlformats.org/drawingml/2006/main" w="0">
            <a:noFill/>
            <a:prstDash val="solid"/>
          </a:ln>
        </p:spPr>
      </p:sp>
      <p:sp>
        <p:nvSpPr>
          <p:cNvPr id="158" name="deep-skill-chaining-source-component-2-gradient-224-0">
            <a:extLst xmlns:a="http://schemas.openxmlformats.org/drawingml/2006/main">
              <a:ext uri="{FF2B5EF4-FFF2-40B4-BE49-F238E27FC236}">
                <a16:creationId xmlns:a16="http://schemas.microsoft.com/office/drawing/2014/main" id="{5732ED07-B0D9-4E0E-A2E2-FFE8F21FA710}"/>
              </a:ext>
            </a:extLst>
          </p:cNvPr>
          <p:cNvSpPr>
            <a:spLocks xmlns:a="http://schemas.openxmlformats.org/drawingml/2006/main" noGrp="1"/>
          </p:cNvSpPr>
          <p:nvPr/>
        </p:nvSpPr>
        <p:spPr>
          <a:xfrm xmlns:a="http://schemas.openxmlformats.org/drawingml/2006/main" rot="0">
            <a:off x="10620375" y="981075"/>
            <a:ext cx="342900" cy="333375"/>
          </a:xfrm>
          <a:custGeom xmlns:a="http://schemas.openxmlformats.org/drawingml/2006/main">
            <a:pathLst>
              <a:path w="342900" h="333375">
                <a:moveTo>
                  <a:pt x="133350" y="4763"/>
                </a:moveTo>
                <a:lnTo>
                  <a:pt x="138113" y="0"/>
                </a:ln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28600" y="14288"/>
                </a:lnTo>
                <a:lnTo>
                  <a:pt x="233363" y="19050"/>
                </a:lnTo>
                <a:lnTo>
                  <a:pt x="242888" y="19050"/>
                </a:lnTo>
                <a:lnTo>
                  <a:pt x="252413" y="19050"/>
                </a:lnTo>
                <a:lnTo>
                  <a:pt x="257175" y="23813"/>
                </a:lnTo>
                <a:lnTo>
                  <a:pt x="261938" y="28575"/>
                </a:lnTo>
                <a:lnTo>
                  <a:pt x="266700" y="33338"/>
                </a:lnTo>
                <a:lnTo>
                  <a:pt x="271463" y="38100"/>
                </a:lnTo>
                <a:lnTo>
                  <a:pt x="276225" y="42863"/>
                </a:lnTo>
                <a:lnTo>
                  <a:pt x="280988" y="47625"/>
                </a:lnTo>
                <a:lnTo>
                  <a:pt x="290513" y="47625"/>
                </a:lnTo>
                <a:lnTo>
                  <a:pt x="295275" y="52388"/>
                </a:lnTo>
                <a:lnTo>
                  <a:pt x="300038" y="57150"/>
                </a:lnTo>
                <a:lnTo>
                  <a:pt x="309563" y="57150"/>
                </a:lnTo>
                <a:lnTo>
                  <a:pt x="314325" y="61913"/>
                </a:lnTo>
                <a:lnTo>
                  <a:pt x="314325" y="71438"/>
                </a:lnTo>
                <a:lnTo>
                  <a:pt x="314325" y="80963"/>
                </a:lnTo>
                <a:lnTo>
                  <a:pt x="319088" y="85725"/>
                </a:lnTo>
                <a:lnTo>
                  <a:pt x="323850" y="90488"/>
                </a:lnTo>
                <a:lnTo>
                  <a:pt x="323850" y="100013"/>
                </a:lnTo>
                <a:lnTo>
                  <a:pt x="328613" y="104775"/>
                </a:lnTo>
                <a:lnTo>
                  <a:pt x="333375" y="109538"/>
                </a:lnTo>
                <a:lnTo>
                  <a:pt x="338138" y="114300"/>
                </a:lnTo>
                <a:lnTo>
                  <a:pt x="342900" y="119063"/>
                </a:lnTo>
                <a:lnTo>
                  <a:pt x="338138" y="123825"/>
                </a:lnTo>
                <a:lnTo>
                  <a:pt x="333375" y="128588"/>
                </a:lnTo>
                <a:lnTo>
                  <a:pt x="333375" y="138113"/>
                </a:lnTo>
                <a:lnTo>
                  <a:pt x="333375" y="147638"/>
                </a:lnTo>
                <a:lnTo>
                  <a:pt x="333375" y="157163"/>
                </a:lnTo>
                <a:lnTo>
                  <a:pt x="333375" y="166688"/>
                </a:lnTo>
                <a:lnTo>
                  <a:pt x="338138" y="171450"/>
                </a:lnTo>
                <a:lnTo>
                  <a:pt x="342900" y="176213"/>
                </a:lnTo>
                <a:lnTo>
                  <a:pt x="338138" y="180975"/>
                </a:lnTo>
                <a:lnTo>
                  <a:pt x="333375" y="185738"/>
                </a:lnTo>
                <a:lnTo>
                  <a:pt x="328613" y="190500"/>
                </a:lnTo>
                <a:lnTo>
                  <a:pt x="323850" y="195263"/>
                </a:lnTo>
                <a:lnTo>
                  <a:pt x="323850" y="204788"/>
                </a:lnTo>
                <a:lnTo>
                  <a:pt x="323850" y="214313"/>
                </a:lnTo>
                <a:lnTo>
                  <a:pt x="323850" y="223838"/>
                </a:lnTo>
                <a:lnTo>
                  <a:pt x="323850" y="233363"/>
                </a:lnTo>
                <a:lnTo>
                  <a:pt x="319088" y="238125"/>
                </a:lnTo>
                <a:lnTo>
                  <a:pt x="314325" y="242888"/>
                </a:lnTo>
                <a:lnTo>
                  <a:pt x="309563" y="247650"/>
                </a:lnTo>
                <a:lnTo>
                  <a:pt x="304800" y="252413"/>
                </a:lnTo>
                <a:lnTo>
                  <a:pt x="300038" y="257175"/>
                </a:lnTo>
                <a:lnTo>
                  <a:pt x="295275" y="261938"/>
                </a:lnTo>
                <a:lnTo>
                  <a:pt x="290513" y="266700"/>
                </a:lnTo>
                <a:lnTo>
                  <a:pt x="285750" y="271463"/>
                </a:lnTo>
                <a:lnTo>
                  <a:pt x="280988" y="276225"/>
                </a:lnTo>
                <a:lnTo>
                  <a:pt x="276225" y="280988"/>
                </a:lnTo>
                <a:lnTo>
                  <a:pt x="271463" y="285750"/>
                </a:lnTo>
                <a:lnTo>
                  <a:pt x="266700" y="290513"/>
                </a:lnTo>
                <a:lnTo>
                  <a:pt x="261938" y="295275"/>
                </a:lnTo>
                <a:lnTo>
                  <a:pt x="257175" y="300038"/>
                </a:lnTo>
                <a:lnTo>
                  <a:pt x="252413" y="304800"/>
                </a:lnTo>
                <a:lnTo>
                  <a:pt x="247650" y="309563"/>
                </a:lnTo>
                <a:lnTo>
                  <a:pt x="242888" y="314325"/>
                </a:lnTo>
                <a:lnTo>
                  <a:pt x="233363" y="314325"/>
                </a:lnTo>
                <a:lnTo>
                  <a:pt x="228600" y="319088"/>
                </a:lnTo>
                <a:lnTo>
                  <a:pt x="223838" y="323850"/>
                </a:lnTo>
                <a:lnTo>
                  <a:pt x="214313" y="323850"/>
                </a:lnTo>
                <a:lnTo>
                  <a:pt x="204788" y="323850"/>
                </a:lnTo>
                <a:lnTo>
                  <a:pt x="200025" y="328613"/>
                </a:lnTo>
                <a:lnTo>
                  <a:pt x="195263" y="333375"/>
                </a:lnTo>
                <a:lnTo>
                  <a:pt x="185738" y="333375"/>
                </a:lnTo>
                <a:lnTo>
                  <a:pt x="176213" y="333375"/>
                </a:lnTo>
                <a:lnTo>
                  <a:pt x="166688" y="333375"/>
                </a:lnTo>
                <a:lnTo>
                  <a:pt x="157163" y="333375"/>
                </a:lnTo>
                <a:lnTo>
                  <a:pt x="147638" y="333375"/>
                </a:lnTo>
                <a:lnTo>
                  <a:pt x="138113" y="333375"/>
                </a:lnTo>
                <a:lnTo>
                  <a:pt x="133350" y="328613"/>
                </a:lnTo>
                <a:lnTo>
                  <a:pt x="128588" y="323850"/>
                </a:lnTo>
                <a:lnTo>
                  <a:pt x="119063" y="323850"/>
                </a:lnTo>
                <a:lnTo>
                  <a:pt x="109538" y="323850"/>
                </a:lnTo>
                <a:lnTo>
                  <a:pt x="104775" y="319088"/>
                </a:lnTo>
                <a:lnTo>
                  <a:pt x="100013" y="314325"/>
                </a:lnTo>
                <a:lnTo>
                  <a:pt x="90488" y="314325"/>
                </a:lnTo>
                <a:lnTo>
                  <a:pt x="85725" y="309563"/>
                </a:lnTo>
                <a:lnTo>
                  <a:pt x="80963" y="304800"/>
                </a:lnTo>
                <a:lnTo>
                  <a:pt x="76200" y="300038"/>
                </a:lnTo>
                <a:lnTo>
                  <a:pt x="71438" y="295275"/>
                </a:lnTo>
                <a:lnTo>
                  <a:pt x="66675" y="290513"/>
                </a:lnTo>
                <a:lnTo>
                  <a:pt x="61913" y="285750"/>
                </a:lnTo>
                <a:lnTo>
                  <a:pt x="57150" y="280988"/>
                </a:lnTo>
                <a:lnTo>
                  <a:pt x="52388" y="276225"/>
                </a:lnTo>
                <a:lnTo>
                  <a:pt x="47625" y="271463"/>
                </a:lnTo>
                <a:lnTo>
                  <a:pt x="42863" y="266700"/>
                </a:lnTo>
                <a:lnTo>
                  <a:pt x="38100" y="261938"/>
                </a:lnTo>
                <a:lnTo>
                  <a:pt x="33338" y="257175"/>
                </a:lnTo>
                <a:lnTo>
                  <a:pt x="28575" y="252413"/>
                </a:lnTo>
                <a:lnTo>
                  <a:pt x="23813" y="247650"/>
                </a:lnTo>
                <a:lnTo>
                  <a:pt x="19050" y="242888"/>
                </a:lnTo>
                <a:lnTo>
                  <a:pt x="14288" y="238125"/>
                </a:lnTo>
                <a:lnTo>
                  <a:pt x="9525" y="233363"/>
                </a:lnTo>
                <a:lnTo>
                  <a:pt x="9525" y="223838"/>
                </a:lnTo>
                <a:lnTo>
                  <a:pt x="9525" y="214313"/>
                </a:lnTo>
                <a:lnTo>
                  <a:pt x="9525" y="204788"/>
                </a:lnTo>
                <a:lnTo>
                  <a:pt x="9525" y="195263"/>
                </a:lnTo>
                <a:lnTo>
                  <a:pt x="4763" y="190500"/>
                </a:lnTo>
                <a:lnTo>
                  <a:pt x="0" y="185738"/>
                </a:lnTo>
                <a:lnTo>
                  <a:pt x="0" y="176213"/>
                </a:lnTo>
                <a:lnTo>
                  <a:pt x="0" y="166688"/>
                </a:lnTo>
                <a:lnTo>
                  <a:pt x="0" y="157163"/>
                </a:lnTo>
                <a:lnTo>
                  <a:pt x="4763" y="152400"/>
                </a:lnTo>
                <a:lnTo>
                  <a:pt x="9525" y="147638"/>
                </a:lnTo>
                <a:lnTo>
                  <a:pt x="9525" y="138113"/>
                </a:lnTo>
                <a:lnTo>
                  <a:pt x="9525" y="128588"/>
                </a:lnTo>
                <a:lnTo>
                  <a:pt x="14288" y="123825"/>
                </a:lnTo>
                <a:lnTo>
                  <a:pt x="19050" y="119063"/>
                </a:lnTo>
                <a:lnTo>
                  <a:pt x="19050" y="109538"/>
                </a:lnTo>
                <a:lnTo>
                  <a:pt x="19050" y="100013"/>
                </a:lnTo>
                <a:lnTo>
                  <a:pt x="19050" y="90488"/>
                </a:lnTo>
                <a:lnTo>
                  <a:pt x="23813" y="85725"/>
                </a:lnTo>
                <a:lnTo>
                  <a:pt x="28575" y="80963"/>
                </a:lnTo>
                <a:lnTo>
                  <a:pt x="33338" y="76200"/>
                </a:lnTo>
                <a:lnTo>
                  <a:pt x="38100" y="71438"/>
                </a:lnTo>
                <a:lnTo>
                  <a:pt x="42863" y="66675"/>
                </a:lnTo>
                <a:lnTo>
                  <a:pt x="47625" y="61913"/>
                </a:lnTo>
                <a:lnTo>
                  <a:pt x="52388" y="57150"/>
                </a:lnTo>
                <a:lnTo>
                  <a:pt x="57150" y="52388"/>
                </a:lnTo>
                <a:lnTo>
                  <a:pt x="57150" y="42863"/>
                </a:lnTo>
                <a:lnTo>
                  <a:pt x="61913" y="38100"/>
                </a:lnTo>
                <a:lnTo>
                  <a:pt x="66675" y="33338"/>
                </a:lnTo>
                <a:lnTo>
                  <a:pt x="71438" y="28575"/>
                </a:lnTo>
                <a:lnTo>
                  <a:pt x="80963" y="28575"/>
                </a:lnTo>
                <a:lnTo>
                  <a:pt x="85725" y="23813"/>
                </a:lnTo>
                <a:lnTo>
                  <a:pt x="90488" y="19050"/>
                </a:lnTo>
                <a:lnTo>
                  <a:pt x="100013" y="19050"/>
                </a:lnTo>
                <a:lnTo>
                  <a:pt x="104775" y="14288"/>
                </a:lnTo>
                <a:lnTo>
                  <a:pt x="109538" y="9525"/>
                </a:lnTo>
                <a:lnTo>
                  <a:pt x="119063" y="9525"/>
                </a:lnTo>
                <a:lnTo>
                  <a:pt x="128588" y="9525"/>
                </a:lnTo>
                <a:lnTo>
                  <a:pt x="133350" y="4763"/>
                </a:lnTo>
                <a:close/>
              </a:path>
            </a:pathLst>
          </a:custGeom>
          <a:solidFill xmlns:a="http://schemas.openxmlformats.org/drawingml/2006/main">
            <a:srgbClr val="E0E0E0"/>
          </a:solidFill>
          <a:ln xmlns:a="http://schemas.openxmlformats.org/drawingml/2006/main" w="0">
            <a:noFill/>
            <a:prstDash val="solid"/>
          </a:ln>
        </p:spPr>
      </p:sp>
      <p:sp>
        <p:nvSpPr>
          <p:cNvPr id="159" name="deep-skill-chaining-source-component-2-gradient-226-0">
            <a:extLst xmlns:a="http://schemas.openxmlformats.org/drawingml/2006/main">
              <a:ext uri="{FF2B5EF4-FFF2-40B4-BE49-F238E27FC236}">
                <a16:creationId xmlns:a16="http://schemas.microsoft.com/office/drawing/2014/main" id="{93748579-BFBE-4B74-8B13-4090EB52CB3B}"/>
              </a:ext>
            </a:extLst>
          </p:cNvPr>
          <p:cNvSpPr>
            <a:spLocks xmlns:a="http://schemas.openxmlformats.org/drawingml/2006/main" noGrp="1"/>
          </p:cNvSpPr>
          <p:nvPr/>
        </p:nvSpPr>
        <p:spPr>
          <a:xfrm xmlns:a="http://schemas.openxmlformats.org/drawingml/2006/main" rot="0">
            <a:off x="10639425" y="1000125"/>
            <a:ext cx="304800" cy="295275"/>
          </a:xfrm>
          <a:custGeom xmlns:a="http://schemas.openxmlformats.org/drawingml/2006/main">
            <a:pathLst>
              <a:path w="304800" h="295275">
                <a:moveTo>
                  <a:pt x="123825" y="4763"/>
                </a:moveTo>
                <a:lnTo>
                  <a:pt x="128588" y="0"/>
                </a:lnTo>
                <a:lnTo>
                  <a:pt x="138113" y="0"/>
                </a:lnTo>
                <a:lnTo>
                  <a:pt x="147638" y="0"/>
                </a:lnTo>
                <a:lnTo>
                  <a:pt x="157163" y="0"/>
                </a:lnTo>
                <a:lnTo>
                  <a:pt x="166688" y="0"/>
                </a:lnTo>
                <a:lnTo>
                  <a:pt x="176213" y="0"/>
                </a:lnTo>
                <a:lnTo>
                  <a:pt x="180975" y="4763"/>
                </a:lnTo>
                <a:lnTo>
                  <a:pt x="185738" y="9525"/>
                </a:lnTo>
                <a:lnTo>
                  <a:pt x="195263" y="9525"/>
                </a:lnTo>
                <a:lnTo>
                  <a:pt x="204788" y="9525"/>
                </a:lnTo>
                <a:lnTo>
                  <a:pt x="214313" y="9525"/>
                </a:lnTo>
                <a:lnTo>
                  <a:pt x="219075" y="14288"/>
                </a:lnTo>
                <a:lnTo>
                  <a:pt x="223838" y="19050"/>
                </a:lnTo>
                <a:lnTo>
                  <a:pt x="228600" y="23813"/>
                </a:lnTo>
                <a:lnTo>
                  <a:pt x="233363" y="28575"/>
                </a:lnTo>
                <a:lnTo>
                  <a:pt x="238125" y="33338"/>
                </a:lnTo>
                <a:lnTo>
                  <a:pt x="242888" y="38100"/>
                </a:lnTo>
                <a:lnTo>
                  <a:pt x="252413" y="38100"/>
                </a:lnTo>
                <a:lnTo>
                  <a:pt x="261938" y="38100"/>
                </a:lnTo>
                <a:lnTo>
                  <a:pt x="266700" y="42863"/>
                </a:lnTo>
                <a:lnTo>
                  <a:pt x="266700" y="52388"/>
                </a:lnTo>
                <a:lnTo>
                  <a:pt x="271463" y="57150"/>
                </a:lnTo>
                <a:lnTo>
                  <a:pt x="276225" y="61913"/>
                </a:lnTo>
                <a:lnTo>
                  <a:pt x="276225" y="71438"/>
                </a:lnTo>
                <a:lnTo>
                  <a:pt x="280988" y="76200"/>
                </a:lnTo>
                <a:lnTo>
                  <a:pt x="285750" y="80963"/>
                </a:lnTo>
                <a:lnTo>
                  <a:pt x="290513" y="85725"/>
                </a:lnTo>
                <a:lnTo>
                  <a:pt x="295275" y="90488"/>
                </a:lnTo>
                <a:lnTo>
                  <a:pt x="300038" y="95250"/>
                </a:lnTo>
                <a:lnTo>
                  <a:pt x="304800" y="100013"/>
                </a:lnTo>
                <a:lnTo>
                  <a:pt x="300038" y="104775"/>
                </a:lnTo>
                <a:lnTo>
                  <a:pt x="295275" y="109538"/>
                </a:lnTo>
                <a:lnTo>
                  <a:pt x="295275" y="119063"/>
                </a:lnTo>
                <a:lnTo>
                  <a:pt x="295275" y="128588"/>
                </a:lnTo>
                <a:lnTo>
                  <a:pt x="295275" y="138113"/>
                </a:lnTo>
                <a:lnTo>
                  <a:pt x="295275" y="147638"/>
                </a:lnTo>
                <a:lnTo>
                  <a:pt x="300038" y="152400"/>
                </a:lnTo>
                <a:lnTo>
                  <a:pt x="304800" y="157163"/>
                </a:lnTo>
                <a:lnTo>
                  <a:pt x="300038" y="161925"/>
                </a:lnTo>
                <a:lnTo>
                  <a:pt x="295275" y="166688"/>
                </a:lnTo>
                <a:lnTo>
                  <a:pt x="290513" y="171450"/>
                </a:lnTo>
                <a:lnTo>
                  <a:pt x="285750" y="176213"/>
                </a:lnTo>
                <a:lnTo>
                  <a:pt x="285750" y="185738"/>
                </a:lnTo>
                <a:lnTo>
                  <a:pt x="285750" y="195263"/>
                </a:lnTo>
                <a:lnTo>
                  <a:pt x="285750" y="204788"/>
                </a:lnTo>
                <a:lnTo>
                  <a:pt x="290513" y="209550"/>
                </a:lnTo>
                <a:lnTo>
                  <a:pt x="295275" y="214313"/>
                </a:lnTo>
                <a:lnTo>
                  <a:pt x="290513" y="219075"/>
                </a:lnTo>
                <a:lnTo>
                  <a:pt x="280988" y="219075"/>
                </a:lnTo>
                <a:lnTo>
                  <a:pt x="276225" y="223838"/>
                </a:lnTo>
                <a:lnTo>
                  <a:pt x="271463" y="228600"/>
                </a:lnTo>
                <a:lnTo>
                  <a:pt x="266700" y="233363"/>
                </a:lnTo>
                <a:lnTo>
                  <a:pt x="261938" y="238125"/>
                </a:lnTo>
                <a:lnTo>
                  <a:pt x="252413" y="238125"/>
                </a:lnTo>
                <a:lnTo>
                  <a:pt x="247650" y="242888"/>
                </a:lnTo>
                <a:lnTo>
                  <a:pt x="242888" y="247650"/>
                </a:lnTo>
                <a:lnTo>
                  <a:pt x="238125" y="252413"/>
                </a:lnTo>
                <a:lnTo>
                  <a:pt x="233363" y="257175"/>
                </a:lnTo>
                <a:lnTo>
                  <a:pt x="228600" y="261938"/>
                </a:lnTo>
                <a:lnTo>
                  <a:pt x="223838" y="266700"/>
                </a:lnTo>
                <a:lnTo>
                  <a:pt x="219075" y="271463"/>
                </a:lnTo>
                <a:lnTo>
                  <a:pt x="214313" y="276225"/>
                </a:lnTo>
                <a:lnTo>
                  <a:pt x="209550" y="280988"/>
                </a:lnTo>
                <a:lnTo>
                  <a:pt x="204788" y="285750"/>
                </a:lnTo>
                <a:lnTo>
                  <a:pt x="195263" y="285750"/>
                </a:lnTo>
                <a:lnTo>
                  <a:pt x="185738" y="285750"/>
                </a:lnTo>
                <a:lnTo>
                  <a:pt x="176213" y="285750"/>
                </a:lnTo>
                <a:lnTo>
                  <a:pt x="166688" y="285750"/>
                </a:lnTo>
                <a:lnTo>
                  <a:pt x="157163" y="285750"/>
                </a:lnTo>
                <a:lnTo>
                  <a:pt x="152400" y="290513"/>
                </a:lnTo>
                <a:lnTo>
                  <a:pt x="147638" y="295275"/>
                </a:lnTo>
                <a:lnTo>
                  <a:pt x="142875" y="290513"/>
                </a:lnTo>
                <a:lnTo>
                  <a:pt x="138113" y="285750"/>
                </a:lnTo>
                <a:lnTo>
                  <a:pt x="128588" y="285750"/>
                </a:lnTo>
                <a:lnTo>
                  <a:pt x="119063" y="285750"/>
                </a:lnTo>
                <a:lnTo>
                  <a:pt x="109538" y="285750"/>
                </a:lnTo>
                <a:lnTo>
                  <a:pt x="100013" y="285750"/>
                </a:lnTo>
                <a:lnTo>
                  <a:pt x="90488" y="285750"/>
                </a:lnTo>
                <a:lnTo>
                  <a:pt x="85725" y="280988"/>
                </a:lnTo>
                <a:lnTo>
                  <a:pt x="80963" y="276225"/>
                </a:lnTo>
                <a:lnTo>
                  <a:pt x="76200" y="271463"/>
                </a:lnTo>
                <a:lnTo>
                  <a:pt x="71438" y="266700"/>
                </a:lnTo>
                <a:lnTo>
                  <a:pt x="66675" y="261938"/>
                </a:lnTo>
                <a:lnTo>
                  <a:pt x="61913" y="257175"/>
                </a:lnTo>
                <a:lnTo>
                  <a:pt x="57150" y="252413"/>
                </a:lnTo>
                <a:lnTo>
                  <a:pt x="52388" y="247650"/>
                </a:lnTo>
                <a:lnTo>
                  <a:pt x="47625" y="242888"/>
                </a:lnTo>
                <a:lnTo>
                  <a:pt x="42863" y="238125"/>
                </a:lnTo>
                <a:lnTo>
                  <a:pt x="33338" y="238125"/>
                </a:lnTo>
                <a:lnTo>
                  <a:pt x="28575" y="233363"/>
                </a:lnTo>
                <a:lnTo>
                  <a:pt x="23813" y="228600"/>
                </a:lnTo>
                <a:lnTo>
                  <a:pt x="19050" y="223838"/>
                </a:lnTo>
                <a:lnTo>
                  <a:pt x="14288" y="219075"/>
                </a:lnTo>
                <a:lnTo>
                  <a:pt x="9525" y="214313"/>
                </a:lnTo>
                <a:lnTo>
                  <a:pt x="9525" y="204788"/>
                </a:lnTo>
                <a:lnTo>
                  <a:pt x="9525" y="195263"/>
                </a:lnTo>
                <a:lnTo>
                  <a:pt x="9525" y="185738"/>
                </a:lnTo>
                <a:lnTo>
                  <a:pt x="9525" y="176213"/>
                </a:lnTo>
                <a:lnTo>
                  <a:pt x="4763" y="171450"/>
                </a:lnTo>
                <a:lnTo>
                  <a:pt x="0" y="166688"/>
                </a:lnTo>
                <a:lnTo>
                  <a:pt x="0" y="157163"/>
                </a:lnTo>
                <a:lnTo>
                  <a:pt x="0" y="147638"/>
                </a:lnTo>
                <a:lnTo>
                  <a:pt x="0" y="138113"/>
                </a:lnTo>
                <a:lnTo>
                  <a:pt x="0" y="128588"/>
                </a:lnTo>
                <a:lnTo>
                  <a:pt x="4763" y="123825"/>
                </a:lnTo>
                <a:lnTo>
                  <a:pt x="9525" y="119063"/>
                </a:lnTo>
                <a:lnTo>
                  <a:pt x="9525" y="109538"/>
                </a:lnTo>
                <a:lnTo>
                  <a:pt x="14288" y="104775"/>
                </a:lnTo>
                <a:lnTo>
                  <a:pt x="19050" y="100013"/>
                </a:lnTo>
                <a:lnTo>
                  <a:pt x="19050" y="90488"/>
                </a:lnTo>
                <a:lnTo>
                  <a:pt x="19050" y="80963"/>
                </a:lnTo>
                <a:lnTo>
                  <a:pt x="19050" y="71438"/>
                </a:lnTo>
                <a:lnTo>
                  <a:pt x="23813" y="66675"/>
                </a:lnTo>
                <a:lnTo>
                  <a:pt x="33338" y="66675"/>
                </a:lnTo>
                <a:lnTo>
                  <a:pt x="38100" y="61913"/>
                </a:lnTo>
                <a:lnTo>
                  <a:pt x="42863" y="57150"/>
                </a:lnTo>
                <a:lnTo>
                  <a:pt x="47625" y="52388"/>
                </a:lnTo>
                <a:lnTo>
                  <a:pt x="52388" y="47625"/>
                </a:lnTo>
                <a:lnTo>
                  <a:pt x="57150" y="42863"/>
                </a:lnTo>
                <a:lnTo>
                  <a:pt x="57150" y="33338"/>
                </a:lnTo>
                <a:lnTo>
                  <a:pt x="61913" y="28575"/>
                </a:lnTo>
                <a:lnTo>
                  <a:pt x="66675" y="23813"/>
                </a:lnTo>
                <a:lnTo>
                  <a:pt x="71438" y="19050"/>
                </a:lnTo>
                <a:lnTo>
                  <a:pt x="76200" y="14288"/>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E2E2E2"/>
          </a:solidFill>
          <a:ln xmlns:a="http://schemas.openxmlformats.org/drawingml/2006/main" w="0">
            <a:noFill/>
            <a:prstDash val="solid"/>
          </a:ln>
        </p:spPr>
      </p:sp>
      <p:sp>
        <p:nvSpPr>
          <p:cNvPr id="160" name="deep-skill-chaining-source-component-2-gradient-228-0">
            <a:extLst xmlns:a="http://schemas.openxmlformats.org/drawingml/2006/main">
              <a:ext uri="{FF2B5EF4-FFF2-40B4-BE49-F238E27FC236}">
                <a16:creationId xmlns:a16="http://schemas.microsoft.com/office/drawing/2014/main" id="{AC7E5836-1A16-40D8-AE91-5004A829E7AE}"/>
              </a:ext>
            </a:extLst>
          </p:cNvPr>
          <p:cNvSpPr>
            <a:spLocks xmlns:a="http://schemas.openxmlformats.org/drawingml/2006/main" noGrp="1"/>
          </p:cNvSpPr>
          <p:nvPr/>
        </p:nvSpPr>
        <p:spPr>
          <a:xfrm xmlns:a="http://schemas.openxmlformats.org/drawingml/2006/main" rot="0">
            <a:off x="10658475" y="1009650"/>
            <a:ext cx="266700" cy="266700"/>
          </a:xfrm>
          <a:custGeom xmlns:a="http://schemas.openxmlformats.org/drawingml/2006/main">
            <a:pathLst>
              <a:path w="266700" h="266700">
                <a:moveTo>
                  <a:pt x="123825" y="4763"/>
                </a:moveTo>
                <a:lnTo>
                  <a:pt x="128588" y="0"/>
                </a:lnTo>
                <a:lnTo>
                  <a:pt x="133350" y="4763"/>
                </a:lnTo>
                <a:lnTo>
                  <a:pt x="138113" y="9525"/>
                </a:lnTo>
                <a:lnTo>
                  <a:pt x="147638" y="9525"/>
                </a:lnTo>
                <a:lnTo>
                  <a:pt x="152400" y="14288"/>
                </a:lnTo>
                <a:lnTo>
                  <a:pt x="157163" y="19050"/>
                </a:lnTo>
                <a:lnTo>
                  <a:pt x="166688" y="19050"/>
                </a:lnTo>
                <a:lnTo>
                  <a:pt x="176213" y="19050"/>
                </a:lnTo>
                <a:lnTo>
                  <a:pt x="185738" y="19050"/>
                </a:lnTo>
                <a:lnTo>
                  <a:pt x="190500" y="23813"/>
                </a:lnTo>
                <a:lnTo>
                  <a:pt x="195263" y="28575"/>
                </a:lnTo>
                <a:lnTo>
                  <a:pt x="200025" y="33338"/>
                </a:lnTo>
                <a:lnTo>
                  <a:pt x="204788" y="38100"/>
                </a:lnTo>
                <a:lnTo>
                  <a:pt x="209550" y="42863"/>
                </a:lnTo>
                <a:lnTo>
                  <a:pt x="214313" y="47625"/>
                </a:lnTo>
                <a:lnTo>
                  <a:pt x="219075" y="52388"/>
                </a:lnTo>
                <a:lnTo>
                  <a:pt x="223838" y="57150"/>
                </a:lnTo>
                <a:lnTo>
                  <a:pt x="228600" y="61913"/>
                </a:lnTo>
                <a:lnTo>
                  <a:pt x="233363" y="66675"/>
                </a:lnTo>
                <a:lnTo>
                  <a:pt x="242888" y="66675"/>
                </a:lnTo>
                <a:lnTo>
                  <a:pt x="247650" y="71438"/>
                </a:lnTo>
                <a:lnTo>
                  <a:pt x="252413" y="76200"/>
                </a:lnTo>
                <a:lnTo>
                  <a:pt x="257175" y="80963"/>
                </a:lnTo>
                <a:lnTo>
                  <a:pt x="261938" y="85725"/>
                </a:lnTo>
                <a:lnTo>
                  <a:pt x="266700" y="90488"/>
                </a:lnTo>
                <a:lnTo>
                  <a:pt x="261938" y="95250"/>
                </a:lnTo>
                <a:lnTo>
                  <a:pt x="257175" y="100013"/>
                </a:lnTo>
                <a:lnTo>
                  <a:pt x="257175" y="109538"/>
                </a:lnTo>
                <a:lnTo>
                  <a:pt x="257175" y="119063"/>
                </a:lnTo>
                <a:lnTo>
                  <a:pt x="257175" y="128588"/>
                </a:lnTo>
                <a:lnTo>
                  <a:pt x="257175" y="138113"/>
                </a:lnTo>
                <a:lnTo>
                  <a:pt x="261938" y="142875"/>
                </a:lnTo>
                <a:lnTo>
                  <a:pt x="266700" y="147638"/>
                </a:lnTo>
                <a:lnTo>
                  <a:pt x="261938" y="152400"/>
                </a:lnTo>
                <a:lnTo>
                  <a:pt x="257175" y="157163"/>
                </a:lnTo>
                <a:lnTo>
                  <a:pt x="252413" y="161925"/>
                </a:lnTo>
                <a:lnTo>
                  <a:pt x="247650" y="166688"/>
                </a:lnTo>
                <a:lnTo>
                  <a:pt x="247650" y="176213"/>
                </a:lnTo>
                <a:lnTo>
                  <a:pt x="247650" y="185738"/>
                </a:lnTo>
                <a:lnTo>
                  <a:pt x="247650" y="195263"/>
                </a:lnTo>
                <a:lnTo>
                  <a:pt x="247650" y="204788"/>
                </a:lnTo>
                <a:lnTo>
                  <a:pt x="242888" y="209550"/>
                </a:lnTo>
                <a:lnTo>
                  <a:pt x="233363" y="209550"/>
                </a:lnTo>
                <a:lnTo>
                  <a:pt x="228600" y="214313"/>
                </a:lnTo>
                <a:lnTo>
                  <a:pt x="223838" y="219075"/>
                </a:lnTo>
                <a:lnTo>
                  <a:pt x="219075" y="223838"/>
                </a:lnTo>
                <a:lnTo>
                  <a:pt x="214313" y="228600"/>
                </a:lnTo>
                <a:lnTo>
                  <a:pt x="204788" y="228600"/>
                </a:lnTo>
                <a:lnTo>
                  <a:pt x="200025" y="233363"/>
                </a:lnTo>
                <a:lnTo>
                  <a:pt x="195263" y="238125"/>
                </a:lnTo>
                <a:lnTo>
                  <a:pt x="190500" y="242888"/>
                </a:lnTo>
                <a:lnTo>
                  <a:pt x="185738" y="247650"/>
                </a:lnTo>
                <a:lnTo>
                  <a:pt x="176213" y="247650"/>
                </a:lnTo>
                <a:lnTo>
                  <a:pt x="171450" y="252413"/>
                </a:lnTo>
                <a:lnTo>
                  <a:pt x="166688" y="257175"/>
                </a:lnTo>
                <a:lnTo>
                  <a:pt x="157163" y="257175"/>
                </a:lnTo>
                <a:lnTo>
                  <a:pt x="147638" y="257175"/>
                </a:lnTo>
                <a:lnTo>
                  <a:pt x="138113" y="257175"/>
                </a:lnTo>
                <a:lnTo>
                  <a:pt x="133350" y="261938"/>
                </a:lnTo>
                <a:lnTo>
                  <a:pt x="128588" y="266700"/>
                </a:lnTo>
                <a:lnTo>
                  <a:pt x="123825" y="261938"/>
                </a:lnTo>
                <a:lnTo>
                  <a:pt x="119063" y="257175"/>
                </a:lnTo>
                <a:lnTo>
                  <a:pt x="109538" y="257175"/>
                </a:lnTo>
                <a:lnTo>
                  <a:pt x="100013" y="257175"/>
                </a:lnTo>
                <a:lnTo>
                  <a:pt x="90488" y="257175"/>
                </a:lnTo>
                <a:lnTo>
                  <a:pt x="85725" y="252413"/>
                </a:lnTo>
                <a:lnTo>
                  <a:pt x="80963" y="247650"/>
                </a:lnTo>
                <a:lnTo>
                  <a:pt x="71438" y="247650"/>
                </a:lnTo>
                <a:lnTo>
                  <a:pt x="66675" y="242888"/>
                </a:lnTo>
                <a:lnTo>
                  <a:pt x="61913" y="238125"/>
                </a:lnTo>
                <a:lnTo>
                  <a:pt x="57150" y="233363"/>
                </a:lnTo>
                <a:lnTo>
                  <a:pt x="52388" y="228600"/>
                </a:lnTo>
                <a:lnTo>
                  <a:pt x="42863" y="228600"/>
                </a:lnTo>
                <a:lnTo>
                  <a:pt x="38100" y="223838"/>
                </a:lnTo>
                <a:lnTo>
                  <a:pt x="33338" y="219075"/>
                </a:lnTo>
                <a:lnTo>
                  <a:pt x="28575" y="214313"/>
                </a:lnTo>
                <a:lnTo>
                  <a:pt x="23813" y="209550"/>
                </a:lnTo>
                <a:lnTo>
                  <a:pt x="14288" y="209550"/>
                </a:lnTo>
                <a:lnTo>
                  <a:pt x="9525" y="204788"/>
                </a:lnTo>
                <a:lnTo>
                  <a:pt x="9525" y="195263"/>
                </a:lnTo>
                <a:lnTo>
                  <a:pt x="9525" y="185738"/>
                </a:lnTo>
                <a:lnTo>
                  <a:pt x="9525" y="176213"/>
                </a:lnTo>
                <a:lnTo>
                  <a:pt x="9525" y="166688"/>
                </a:lnTo>
                <a:lnTo>
                  <a:pt x="4763" y="161925"/>
                </a:lnTo>
                <a:lnTo>
                  <a:pt x="0" y="157163"/>
                </a:lnTo>
                <a:lnTo>
                  <a:pt x="0" y="147638"/>
                </a:lnTo>
                <a:lnTo>
                  <a:pt x="0" y="138113"/>
                </a:lnTo>
                <a:lnTo>
                  <a:pt x="0" y="128588"/>
                </a:lnTo>
                <a:lnTo>
                  <a:pt x="4763" y="123825"/>
                </a:lnTo>
                <a:lnTo>
                  <a:pt x="9525" y="119063"/>
                </a:lnTo>
                <a:lnTo>
                  <a:pt x="9525" y="109538"/>
                </a:lnTo>
                <a:lnTo>
                  <a:pt x="14288" y="104775"/>
                </a:lnTo>
                <a:lnTo>
                  <a:pt x="19050" y="100013"/>
                </a:lnTo>
                <a:lnTo>
                  <a:pt x="19050" y="90488"/>
                </a:lnTo>
                <a:lnTo>
                  <a:pt x="19050" y="80963"/>
                </a:lnTo>
                <a:lnTo>
                  <a:pt x="23813" y="76200"/>
                </a:lnTo>
                <a:lnTo>
                  <a:pt x="28575" y="71438"/>
                </a:lnTo>
                <a:lnTo>
                  <a:pt x="28575" y="61913"/>
                </a:lnTo>
                <a:lnTo>
                  <a:pt x="33338" y="57150"/>
                </a:lnTo>
                <a:lnTo>
                  <a:pt x="38100" y="52388"/>
                </a:lnTo>
                <a:lnTo>
                  <a:pt x="42863" y="47625"/>
                </a:lnTo>
                <a:lnTo>
                  <a:pt x="47625" y="42863"/>
                </a:lnTo>
                <a:lnTo>
                  <a:pt x="52388" y="38100"/>
                </a:lnTo>
                <a:lnTo>
                  <a:pt x="57150" y="33338"/>
                </a:lnTo>
                <a:lnTo>
                  <a:pt x="57150" y="23813"/>
                </a:lnTo>
                <a:lnTo>
                  <a:pt x="61913" y="19050"/>
                </a:lnTo>
                <a:lnTo>
                  <a:pt x="71438" y="19050"/>
                </a:lnTo>
                <a:lnTo>
                  <a:pt x="80963" y="19050"/>
                </a:lnTo>
                <a:lnTo>
                  <a:pt x="90488" y="19050"/>
                </a:lnTo>
                <a:lnTo>
                  <a:pt x="100013" y="19050"/>
                </a:lnTo>
                <a:lnTo>
                  <a:pt x="104775" y="14288"/>
                </a:lnTo>
                <a:lnTo>
                  <a:pt x="109538" y="9525"/>
                </a:lnTo>
                <a:lnTo>
                  <a:pt x="119063" y="9525"/>
                </a:lnTo>
                <a:lnTo>
                  <a:pt x="123825" y="4763"/>
                </a:lnTo>
                <a:close/>
              </a:path>
            </a:pathLst>
          </a:custGeom>
          <a:solidFill xmlns:a="http://schemas.openxmlformats.org/drawingml/2006/main">
            <a:srgbClr val="E4E4E4"/>
          </a:solidFill>
          <a:ln xmlns:a="http://schemas.openxmlformats.org/drawingml/2006/main" w="0">
            <a:noFill/>
            <a:prstDash val="solid"/>
          </a:ln>
        </p:spPr>
      </p:sp>
      <p:sp>
        <p:nvSpPr>
          <p:cNvPr id="161" name="deep-skill-chaining-source-component-2-gradient-230-0">
            <a:extLst xmlns:a="http://schemas.openxmlformats.org/drawingml/2006/main">
              <a:ext uri="{FF2B5EF4-FFF2-40B4-BE49-F238E27FC236}">
                <a16:creationId xmlns:a16="http://schemas.microsoft.com/office/drawing/2014/main" id="{89096A8E-3162-4D73-B460-D1D42910B9BE}"/>
              </a:ext>
            </a:extLst>
          </p:cNvPr>
          <p:cNvSpPr>
            <a:spLocks xmlns:a="http://schemas.openxmlformats.org/drawingml/2006/main" noGrp="1"/>
          </p:cNvSpPr>
          <p:nvPr/>
        </p:nvSpPr>
        <p:spPr>
          <a:xfrm xmlns:a="http://schemas.openxmlformats.org/drawingml/2006/main" rot="0">
            <a:off x="10677525" y="1038225"/>
            <a:ext cx="228600" cy="219075"/>
          </a:xfrm>
          <a:custGeom xmlns:a="http://schemas.openxmlformats.org/drawingml/2006/main">
            <a:pathLst>
              <a:path w="228600" h="219075">
                <a:moveTo>
                  <a:pt x="47625" y="4763"/>
                </a:move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2875" y="4763"/>
                </a:lnTo>
                <a:lnTo>
                  <a:pt x="147638" y="9525"/>
                </a:lnTo>
                <a:lnTo>
                  <a:pt x="157163" y="9525"/>
                </a:lnTo>
                <a:lnTo>
                  <a:pt x="161925" y="14288"/>
                </a:lnTo>
                <a:lnTo>
                  <a:pt x="166688" y="19050"/>
                </a:lnTo>
                <a:lnTo>
                  <a:pt x="171450" y="23813"/>
                </a:lnTo>
                <a:lnTo>
                  <a:pt x="176213" y="28575"/>
                </a:lnTo>
                <a:lnTo>
                  <a:pt x="180975" y="33338"/>
                </a:lnTo>
                <a:lnTo>
                  <a:pt x="185738" y="38100"/>
                </a:lnTo>
                <a:lnTo>
                  <a:pt x="195263" y="38100"/>
                </a:lnTo>
                <a:lnTo>
                  <a:pt x="200025" y="42863"/>
                </a:lnTo>
                <a:lnTo>
                  <a:pt x="204788" y="47625"/>
                </a:lnTo>
                <a:lnTo>
                  <a:pt x="209550" y="52388"/>
                </a:lnTo>
                <a:lnTo>
                  <a:pt x="214313" y="57150"/>
                </a:lnTo>
                <a:lnTo>
                  <a:pt x="223838" y="57150"/>
                </a:lnTo>
                <a:lnTo>
                  <a:pt x="228600" y="61913"/>
                </a:lnTo>
                <a:lnTo>
                  <a:pt x="223838" y="66675"/>
                </a:lnTo>
                <a:lnTo>
                  <a:pt x="219075" y="71438"/>
                </a:lnTo>
                <a:lnTo>
                  <a:pt x="219075" y="80963"/>
                </a:lnTo>
                <a:lnTo>
                  <a:pt x="219075" y="90488"/>
                </a:lnTo>
                <a:lnTo>
                  <a:pt x="219075" y="100013"/>
                </a:lnTo>
                <a:lnTo>
                  <a:pt x="219075" y="109538"/>
                </a:lnTo>
                <a:lnTo>
                  <a:pt x="223838" y="114300"/>
                </a:lnTo>
                <a:lnTo>
                  <a:pt x="228600" y="119063"/>
                </a:lnTo>
                <a:lnTo>
                  <a:pt x="223838" y="123825"/>
                </a:lnTo>
                <a:lnTo>
                  <a:pt x="219075" y="128588"/>
                </a:lnTo>
                <a:lnTo>
                  <a:pt x="214313" y="133350"/>
                </a:lnTo>
                <a:lnTo>
                  <a:pt x="209550" y="138113"/>
                </a:lnTo>
                <a:lnTo>
                  <a:pt x="209550" y="147638"/>
                </a:lnTo>
                <a:lnTo>
                  <a:pt x="209550" y="157163"/>
                </a:lnTo>
                <a:lnTo>
                  <a:pt x="204788" y="161925"/>
                </a:lnTo>
                <a:lnTo>
                  <a:pt x="200025" y="166688"/>
                </a:lnTo>
                <a:lnTo>
                  <a:pt x="200025" y="176213"/>
                </a:lnTo>
                <a:lnTo>
                  <a:pt x="195263" y="180975"/>
                </a:lnTo>
                <a:lnTo>
                  <a:pt x="185738" y="180975"/>
                </a:lnTo>
                <a:lnTo>
                  <a:pt x="176213" y="180975"/>
                </a:lnTo>
                <a:lnTo>
                  <a:pt x="171450" y="185738"/>
                </a:lnTo>
                <a:lnTo>
                  <a:pt x="166688" y="190500"/>
                </a:lnTo>
                <a:lnTo>
                  <a:pt x="161925" y="195263"/>
                </a:lnTo>
                <a:lnTo>
                  <a:pt x="157163" y="200025"/>
                </a:lnTo>
                <a:lnTo>
                  <a:pt x="152400" y="204788"/>
                </a:lnTo>
                <a:lnTo>
                  <a:pt x="147638" y="209550"/>
                </a:lnTo>
                <a:lnTo>
                  <a:pt x="138113" y="209550"/>
                </a:lnTo>
                <a:lnTo>
                  <a:pt x="128588" y="209550"/>
                </a:lnTo>
                <a:lnTo>
                  <a:pt x="119063" y="209550"/>
                </a:lnTo>
                <a:lnTo>
                  <a:pt x="114300" y="214313"/>
                </a:lnTo>
                <a:lnTo>
                  <a:pt x="109538" y="219075"/>
                </a:lnTo>
                <a:lnTo>
                  <a:pt x="104775" y="214313"/>
                </a:lnTo>
                <a:lnTo>
                  <a:pt x="100013" y="209550"/>
                </a:lnTo>
                <a:lnTo>
                  <a:pt x="90488" y="209550"/>
                </a:lnTo>
                <a:lnTo>
                  <a:pt x="80963" y="209550"/>
                </a:lnTo>
                <a:lnTo>
                  <a:pt x="71438" y="209550"/>
                </a:lnTo>
                <a:lnTo>
                  <a:pt x="66675" y="204788"/>
                </a:lnTo>
                <a:lnTo>
                  <a:pt x="61913" y="200025"/>
                </a:lnTo>
                <a:lnTo>
                  <a:pt x="52388" y="200025"/>
                </a:lnTo>
                <a:lnTo>
                  <a:pt x="47625" y="195263"/>
                </a:lnTo>
                <a:lnTo>
                  <a:pt x="42863" y="190500"/>
                </a:lnTo>
                <a:lnTo>
                  <a:pt x="38100" y="185738"/>
                </a:lnTo>
                <a:lnTo>
                  <a:pt x="33338" y="180975"/>
                </a:lnTo>
                <a:lnTo>
                  <a:pt x="23813" y="180975"/>
                </a:lnTo>
                <a:lnTo>
                  <a:pt x="19050" y="176213"/>
                </a:lnTo>
                <a:lnTo>
                  <a:pt x="19050" y="166688"/>
                </a:lnTo>
                <a:lnTo>
                  <a:pt x="14288" y="161925"/>
                </a:lnTo>
                <a:lnTo>
                  <a:pt x="9525" y="157163"/>
                </a:lnTo>
                <a:lnTo>
                  <a:pt x="9525" y="147638"/>
                </a:lnTo>
                <a:lnTo>
                  <a:pt x="9525" y="138113"/>
                </a:lnTo>
                <a:lnTo>
                  <a:pt x="4763" y="133350"/>
                </a:lnTo>
                <a:lnTo>
                  <a:pt x="0" y="128588"/>
                </a:lnTo>
                <a:lnTo>
                  <a:pt x="0" y="119063"/>
                </a:lnTo>
                <a:lnTo>
                  <a:pt x="0" y="109538"/>
                </a:lnTo>
                <a:lnTo>
                  <a:pt x="0" y="100013"/>
                </a:lnTo>
                <a:lnTo>
                  <a:pt x="4763" y="95250"/>
                </a:lnTo>
                <a:lnTo>
                  <a:pt x="9525" y="90488"/>
                </a:lnTo>
                <a:lnTo>
                  <a:pt x="9525" y="80963"/>
                </a:lnTo>
                <a:lnTo>
                  <a:pt x="9525" y="71438"/>
                </a:lnTo>
                <a:lnTo>
                  <a:pt x="9525" y="61913"/>
                </a:lnTo>
                <a:lnTo>
                  <a:pt x="14288" y="57150"/>
                </a:lnTo>
                <a:lnTo>
                  <a:pt x="19050" y="52388"/>
                </a:lnTo>
                <a:lnTo>
                  <a:pt x="23813" y="47625"/>
                </a:lnTo>
                <a:lnTo>
                  <a:pt x="28575" y="42863"/>
                </a:lnTo>
                <a:lnTo>
                  <a:pt x="28575" y="33338"/>
                </a:lnTo>
                <a:lnTo>
                  <a:pt x="33338" y="28575"/>
                </a:lnTo>
                <a:lnTo>
                  <a:pt x="38100" y="23813"/>
                </a:lnTo>
                <a:lnTo>
                  <a:pt x="42863" y="19050"/>
                </a:lnTo>
                <a:lnTo>
                  <a:pt x="47625" y="14288"/>
                </a:lnTo>
                <a:lnTo>
                  <a:pt x="47625" y="4763"/>
                </a:lnTo>
                <a:close/>
              </a:path>
            </a:pathLst>
          </a:custGeom>
          <a:solidFill xmlns:a="http://schemas.openxmlformats.org/drawingml/2006/main">
            <a:srgbClr val="E6E6E6"/>
          </a:solidFill>
          <a:ln xmlns:a="http://schemas.openxmlformats.org/drawingml/2006/main" w="0">
            <a:noFill/>
            <a:prstDash val="solid"/>
          </a:ln>
        </p:spPr>
      </p:sp>
      <p:sp>
        <p:nvSpPr>
          <p:cNvPr id="162" name="deep-skill-chaining-source-component-2-gradient-232-0">
            <a:extLst xmlns:a="http://schemas.openxmlformats.org/drawingml/2006/main">
              <a:ext uri="{FF2B5EF4-FFF2-40B4-BE49-F238E27FC236}">
                <a16:creationId xmlns:a16="http://schemas.microsoft.com/office/drawing/2014/main" id="{AD4A8C30-8C73-4E14-8A82-36F01C6745E7}"/>
              </a:ext>
            </a:extLst>
          </p:cNvPr>
          <p:cNvSpPr>
            <a:spLocks xmlns:a="http://schemas.openxmlformats.org/drawingml/2006/main" noGrp="1"/>
          </p:cNvSpPr>
          <p:nvPr/>
        </p:nvSpPr>
        <p:spPr>
          <a:xfrm xmlns:a="http://schemas.openxmlformats.org/drawingml/2006/main" rot="0">
            <a:off x="10696575" y="1057275"/>
            <a:ext cx="190500" cy="180975"/>
          </a:xfrm>
          <a:custGeom xmlns:a="http://schemas.openxmlformats.org/drawingml/2006/main">
            <a:pathLst>
              <a:path w="190500" h="180975">
                <a:moveTo>
                  <a:pt x="38100" y="4763"/>
                </a:moveTo>
                <a:lnTo>
                  <a:pt x="42863" y="0"/>
                </a:lnTo>
                <a:lnTo>
                  <a:pt x="52388" y="0"/>
                </a:lnTo>
                <a:lnTo>
                  <a:pt x="61913" y="0"/>
                </a:lnTo>
                <a:lnTo>
                  <a:pt x="71438" y="0"/>
                </a:lnTo>
                <a:lnTo>
                  <a:pt x="80963" y="0"/>
                </a:lnTo>
                <a:lnTo>
                  <a:pt x="90488" y="0"/>
                </a:lnTo>
                <a:lnTo>
                  <a:pt x="100013" y="0"/>
                </a:lnTo>
                <a:lnTo>
                  <a:pt x="109538" y="0"/>
                </a:lnTo>
                <a:lnTo>
                  <a:pt x="119063" y="0"/>
                </a:lnTo>
                <a:lnTo>
                  <a:pt x="123825" y="4763"/>
                </a:lnTo>
                <a:lnTo>
                  <a:pt x="128588" y="9525"/>
                </a:lnTo>
                <a:lnTo>
                  <a:pt x="133350" y="14288"/>
                </a:lnTo>
                <a:lnTo>
                  <a:pt x="138113" y="19050"/>
                </a:lnTo>
                <a:lnTo>
                  <a:pt x="142875" y="23813"/>
                </a:lnTo>
                <a:lnTo>
                  <a:pt x="147638" y="28575"/>
                </a:lnTo>
                <a:lnTo>
                  <a:pt x="157163" y="28575"/>
                </a:lnTo>
                <a:lnTo>
                  <a:pt x="161925" y="33338"/>
                </a:lnTo>
                <a:lnTo>
                  <a:pt x="166688" y="38100"/>
                </a:lnTo>
                <a:lnTo>
                  <a:pt x="176213" y="38100"/>
                </a:lnTo>
                <a:lnTo>
                  <a:pt x="180975" y="42863"/>
                </a:lnTo>
                <a:lnTo>
                  <a:pt x="180975" y="52388"/>
                </a:lnTo>
                <a:lnTo>
                  <a:pt x="180975" y="61913"/>
                </a:lnTo>
                <a:lnTo>
                  <a:pt x="180975" y="71438"/>
                </a:lnTo>
                <a:lnTo>
                  <a:pt x="180975" y="80963"/>
                </a:lnTo>
                <a:lnTo>
                  <a:pt x="180975" y="90488"/>
                </a:lnTo>
                <a:lnTo>
                  <a:pt x="185738" y="95250"/>
                </a:lnTo>
                <a:lnTo>
                  <a:pt x="190500" y="100013"/>
                </a:lnTo>
                <a:lnTo>
                  <a:pt x="185738" y="104775"/>
                </a:lnTo>
                <a:lnTo>
                  <a:pt x="180975" y="109538"/>
                </a:lnTo>
                <a:lnTo>
                  <a:pt x="180975" y="119063"/>
                </a:lnTo>
                <a:lnTo>
                  <a:pt x="180975" y="128588"/>
                </a:lnTo>
                <a:lnTo>
                  <a:pt x="176213" y="133350"/>
                </a:lnTo>
                <a:lnTo>
                  <a:pt x="166688" y="133350"/>
                </a:lnTo>
                <a:lnTo>
                  <a:pt x="161925" y="138113"/>
                </a:lnTo>
                <a:lnTo>
                  <a:pt x="157163" y="142875"/>
                </a:lnTo>
                <a:lnTo>
                  <a:pt x="152400" y="147638"/>
                </a:lnTo>
                <a:lnTo>
                  <a:pt x="147638" y="152400"/>
                </a:lnTo>
                <a:lnTo>
                  <a:pt x="138113" y="152400"/>
                </a:lnTo>
                <a:lnTo>
                  <a:pt x="133350" y="157163"/>
                </a:lnTo>
                <a:lnTo>
                  <a:pt x="128588" y="161925"/>
                </a:lnTo>
                <a:lnTo>
                  <a:pt x="123825" y="166688"/>
                </a:lnTo>
                <a:lnTo>
                  <a:pt x="119063" y="171450"/>
                </a:lnTo>
                <a:lnTo>
                  <a:pt x="109538" y="171450"/>
                </a:lnTo>
                <a:lnTo>
                  <a:pt x="100013" y="171450"/>
                </a:lnTo>
                <a:lnTo>
                  <a:pt x="95250" y="176213"/>
                </a:lnTo>
                <a:lnTo>
                  <a:pt x="90488" y="180975"/>
                </a:lnTo>
                <a:lnTo>
                  <a:pt x="80963" y="180975"/>
                </a:lnTo>
                <a:lnTo>
                  <a:pt x="71438" y="180975"/>
                </a:lnTo>
                <a:lnTo>
                  <a:pt x="61913" y="180975"/>
                </a:lnTo>
                <a:lnTo>
                  <a:pt x="57150" y="176213"/>
                </a:lnTo>
                <a:lnTo>
                  <a:pt x="52388" y="171450"/>
                </a:lnTo>
                <a:lnTo>
                  <a:pt x="42863" y="171450"/>
                </a:lnTo>
                <a:lnTo>
                  <a:pt x="38100" y="166688"/>
                </a:lnTo>
                <a:lnTo>
                  <a:pt x="33338" y="161925"/>
                </a:lnTo>
                <a:lnTo>
                  <a:pt x="23813" y="161925"/>
                </a:lnTo>
                <a:lnTo>
                  <a:pt x="19050" y="157163"/>
                </a:lnTo>
                <a:lnTo>
                  <a:pt x="19050" y="147638"/>
                </a:lnTo>
                <a:lnTo>
                  <a:pt x="14288" y="142875"/>
                </a:lnTo>
                <a:lnTo>
                  <a:pt x="9525" y="138113"/>
                </a:lnTo>
                <a:lnTo>
                  <a:pt x="4763" y="133350"/>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4763" y="38100"/>
                </a:lnTo>
                <a:lnTo>
                  <a:pt x="14288" y="38100"/>
                </a:lnTo>
                <a:lnTo>
                  <a:pt x="19050" y="33338"/>
                </a:lnTo>
                <a:lnTo>
                  <a:pt x="19050" y="23813"/>
                </a:lnTo>
                <a:lnTo>
                  <a:pt x="23813" y="19050"/>
                </a:lnTo>
                <a:lnTo>
                  <a:pt x="28575" y="14288"/>
                </a:lnTo>
                <a:lnTo>
                  <a:pt x="33338" y="9525"/>
                </a:lnTo>
                <a:lnTo>
                  <a:pt x="38100" y="4763"/>
                </a:lnTo>
                <a:close/>
              </a:path>
            </a:pathLst>
          </a:custGeom>
          <a:solidFill xmlns:a="http://schemas.openxmlformats.org/drawingml/2006/main">
            <a:srgbClr val="E8E8E8"/>
          </a:solidFill>
          <a:ln xmlns:a="http://schemas.openxmlformats.org/drawingml/2006/main" w="0">
            <a:noFill/>
            <a:prstDash val="solid"/>
          </a:ln>
        </p:spPr>
      </p:sp>
      <p:sp>
        <p:nvSpPr>
          <p:cNvPr id="163" name="deep-skill-chaining-source-component-2-gradient-234-0">
            <a:extLst xmlns:a="http://schemas.openxmlformats.org/drawingml/2006/main">
              <a:ext uri="{FF2B5EF4-FFF2-40B4-BE49-F238E27FC236}">
                <a16:creationId xmlns:a16="http://schemas.microsoft.com/office/drawing/2014/main" id="{0834A934-6C35-401A-9F37-2877ED6A3671}"/>
              </a:ext>
            </a:extLst>
          </p:cNvPr>
          <p:cNvSpPr>
            <a:spLocks xmlns:a="http://schemas.openxmlformats.org/drawingml/2006/main" noGrp="1"/>
          </p:cNvSpPr>
          <p:nvPr/>
        </p:nvSpPr>
        <p:spPr>
          <a:xfrm xmlns:a="http://schemas.openxmlformats.org/drawingml/2006/main" rot="0">
            <a:off x="10715625" y="1066800"/>
            <a:ext cx="142875" cy="152400"/>
          </a:xfrm>
          <a:custGeom xmlns:a="http://schemas.openxmlformats.org/drawingml/2006/main">
            <a:pathLst>
              <a:path w="142875" h="152400">
                <a:moveTo>
                  <a:pt x="38100" y="4763"/>
                </a:moveTo>
                <a:lnTo>
                  <a:pt x="42863" y="0"/>
                </a:lnTo>
                <a:lnTo>
                  <a:pt x="52388" y="0"/>
                </a:lnTo>
                <a:lnTo>
                  <a:pt x="61913" y="0"/>
                </a:lnTo>
                <a:lnTo>
                  <a:pt x="71438" y="0"/>
                </a:lnTo>
                <a:lnTo>
                  <a:pt x="76200" y="4763"/>
                </a:lnTo>
                <a:lnTo>
                  <a:pt x="80963" y="9525"/>
                </a:lnTo>
                <a:lnTo>
                  <a:pt x="90488" y="9525"/>
                </a:lnTo>
                <a:lnTo>
                  <a:pt x="95250" y="14288"/>
                </a:lnTo>
                <a:lnTo>
                  <a:pt x="100013" y="19050"/>
                </a:lnTo>
                <a:lnTo>
                  <a:pt x="104775" y="23813"/>
                </a:lnTo>
                <a:lnTo>
                  <a:pt x="109538" y="28575"/>
                </a:lnTo>
                <a:lnTo>
                  <a:pt x="119063" y="28575"/>
                </a:lnTo>
                <a:lnTo>
                  <a:pt x="128588" y="28575"/>
                </a:lnTo>
                <a:lnTo>
                  <a:pt x="133350" y="33338"/>
                </a:lnTo>
                <a:lnTo>
                  <a:pt x="138113" y="38100"/>
                </a:lnTo>
                <a:lnTo>
                  <a:pt x="142875" y="42863"/>
                </a:lnTo>
                <a:lnTo>
                  <a:pt x="142875" y="52388"/>
                </a:lnTo>
                <a:lnTo>
                  <a:pt x="142875" y="61913"/>
                </a:lnTo>
                <a:lnTo>
                  <a:pt x="142875" y="71438"/>
                </a:lnTo>
                <a:lnTo>
                  <a:pt x="142875" y="80963"/>
                </a:lnTo>
                <a:lnTo>
                  <a:pt x="142875" y="90488"/>
                </a:lnTo>
                <a:lnTo>
                  <a:pt x="142875" y="100013"/>
                </a:lnTo>
                <a:lnTo>
                  <a:pt x="138113" y="104775"/>
                </a:lnTo>
                <a:lnTo>
                  <a:pt x="133350" y="109538"/>
                </a:lnTo>
                <a:lnTo>
                  <a:pt x="133350" y="119063"/>
                </a:lnTo>
                <a:lnTo>
                  <a:pt x="128588" y="123825"/>
                </a:lnTo>
                <a:lnTo>
                  <a:pt x="119063" y="123825"/>
                </a:lnTo>
                <a:lnTo>
                  <a:pt x="114300" y="128588"/>
                </a:lnTo>
                <a:lnTo>
                  <a:pt x="109538" y="133350"/>
                </a:lnTo>
                <a:lnTo>
                  <a:pt x="104775" y="138113"/>
                </a:lnTo>
                <a:lnTo>
                  <a:pt x="100013" y="142875"/>
                </a:lnTo>
                <a:lnTo>
                  <a:pt x="90488" y="142875"/>
                </a:lnTo>
                <a:lnTo>
                  <a:pt x="80963" y="142875"/>
                </a:lnTo>
                <a:lnTo>
                  <a:pt x="76200" y="147638"/>
                </a:lnTo>
                <a:lnTo>
                  <a:pt x="71438" y="152400"/>
                </a:lnTo>
                <a:lnTo>
                  <a:pt x="61913" y="152400"/>
                </a:lnTo>
                <a:lnTo>
                  <a:pt x="52388" y="152400"/>
                </a:lnTo>
                <a:lnTo>
                  <a:pt x="42863" y="152400"/>
                </a:lnTo>
                <a:lnTo>
                  <a:pt x="38100" y="147638"/>
                </a:lnTo>
                <a:lnTo>
                  <a:pt x="33338" y="142875"/>
                </a:lnTo>
                <a:lnTo>
                  <a:pt x="28575" y="138113"/>
                </a:lnTo>
                <a:lnTo>
                  <a:pt x="23813" y="133350"/>
                </a:lnTo>
                <a:lnTo>
                  <a:pt x="19050" y="128588"/>
                </a:lnTo>
                <a:lnTo>
                  <a:pt x="14288" y="123825"/>
                </a:lnTo>
                <a:lnTo>
                  <a:pt x="9525" y="119063"/>
                </a:lnTo>
                <a:lnTo>
                  <a:pt x="9525" y="109538"/>
                </a:lnTo>
                <a:lnTo>
                  <a:pt x="4763" y="104775"/>
                </a:lnTo>
                <a:lnTo>
                  <a:pt x="0" y="100013"/>
                </a:lnTo>
                <a:lnTo>
                  <a:pt x="0" y="90488"/>
                </a:lnTo>
                <a:lnTo>
                  <a:pt x="0" y="80963"/>
                </a:lnTo>
                <a:lnTo>
                  <a:pt x="0" y="71438"/>
                </a:lnTo>
                <a:lnTo>
                  <a:pt x="0" y="61913"/>
                </a:lnTo>
                <a:lnTo>
                  <a:pt x="0" y="52388"/>
                </a:lnTo>
                <a:lnTo>
                  <a:pt x="4763" y="47625"/>
                </a:lnTo>
                <a:lnTo>
                  <a:pt x="9525" y="42863"/>
                </a:lnTo>
                <a:lnTo>
                  <a:pt x="9525" y="33338"/>
                </a:lnTo>
                <a:lnTo>
                  <a:pt x="14288" y="28575"/>
                </a:lnTo>
                <a:lnTo>
                  <a:pt x="19050" y="23813"/>
                </a:lnTo>
                <a:lnTo>
                  <a:pt x="23813" y="19050"/>
                </a:lnTo>
                <a:lnTo>
                  <a:pt x="28575" y="14288"/>
                </a:lnTo>
                <a:lnTo>
                  <a:pt x="33338" y="9525"/>
                </a:lnTo>
                <a:lnTo>
                  <a:pt x="38100" y="4763"/>
                </a:lnTo>
                <a:close/>
              </a:path>
            </a:pathLst>
          </a:custGeom>
          <a:solidFill xmlns:a="http://schemas.openxmlformats.org/drawingml/2006/main">
            <a:srgbClr val="EAEAEA"/>
          </a:solidFill>
          <a:ln xmlns:a="http://schemas.openxmlformats.org/drawingml/2006/main" w="0">
            <a:noFill/>
            <a:prstDash val="solid"/>
          </a:ln>
        </p:spPr>
      </p:sp>
      <p:sp>
        <p:nvSpPr>
          <p:cNvPr id="164" name="deep-skill-chaining-source-component-2-gradient-236-0">
            <a:extLst xmlns:a="http://schemas.openxmlformats.org/drawingml/2006/main">
              <a:ext uri="{FF2B5EF4-FFF2-40B4-BE49-F238E27FC236}">
                <a16:creationId xmlns:a16="http://schemas.microsoft.com/office/drawing/2014/main" id="{CAE77813-02BE-45D3-AF11-F38EC3018B57}"/>
              </a:ext>
            </a:extLst>
          </p:cNvPr>
          <p:cNvSpPr>
            <a:spLocks xmlns:a="http://schemas.openxmlformats.org/drawingml/2006/main" noGrp="1"/>
          </p:cNvSpPr>
          <p:nvPr/>
        </p:nvSpPr>
        <p:spPr>
          <a:xfrm xmlns:a="http://schemas.openxmlformats.org/drawingml/2006/main" rot="0">
            <a:off x="10725150" y="1095375"/>
            <a:ext cx="123825" cy="104775"/>
          </a:xfrm>
          <a:custGeom xmlns:a="http://schemas.openxmlformats.org/drawingml/2006/main">
            <a:pathLst>
              <a:path w="123825" h="104775">
                <a:moveTo>
                  <a:pt x="28575" y="4763"/>
                </a:moveTo>
                <a:lnTo>
                  <a:pt x="33338" y="0"/>
                </a:lnTo>
                <a:lnTo>
                  <a:pt x="42863" y="0"/>
                </a:lnTo>
                <a:lnTo>
                  <a:pt x="52388" y="0"/>
                </a:lnTo>
                <a:lnTo>
                  <a:pt x="61913" y="0"/>
                </a:lnTo>
                <a:lnTo>
                  <a:pt x="71438" y="0"/>
                </a:lnTo>
                <a:lnTo>
                  <a:pt x="76200" y="4763"/>
                </a:lnTo>
                <a:lnTo>
                  <a:pt x="80963" y="9525"/>
                </a:lnTo>
                <a:lnTo>
                  <a:pt x="90488" y="9525"/>
                </a:lnTo>
                <a:lnTo>
                  <a:pt x="95250" y="14288"/>
                </a:lnTo>
                <a:lnTo>
                  <a:pt x="100013" y="19050"/>
                </a:lnTo>
                <a:lnTo>
                  <a:pt x="109538" y="19050"/>
                </a:lnTo>
                <a:lnTo>
                  <a:pt x="119063" y="19050"/>
                </a:lnTo>
                <a:lnTo>
                  <a:pt x="123825" y="23813"/>
                </a:lnTo>
                <a:lnTo>
                  <a:pt x="123825" y="33338"/>
                </a:lnTo>
                <a:lnTo>
                  <a:pt x="123825" y="42863"/>
                </a:lnTo>
                <a:lnTo>
                  <a:pt x="119063" y="47625"/>
                </a:lnTo>
                <a:lnTo>
                  <a:pt x="114300" y="52388"/>
                </a:lnTo>
                <a:lnTo>
                  <a:pt x="109538" y="57150"/>
                </a:lnTo>
                <a:lnTo>
                  <a:pt x="104775" y="61913"/>
                </a:lnTo>
                <a:lnTo>
                  <a:pt x="104775" y="71438"/>
                </a:lnTo>
                <a:lnTo>
                  <a:pt x="100013" y="76200"/>
                </a:lnTo>
                <a:lnTo>
                  <a:pt x="95250" y="80963"/>
                </a:lnTo>
                <a:lnTo>
                  <a:pt x="95250" y="90488"/>
                </a:lnTo>
                <a:lnTo>
                  <a:pt x="90488" y="95250"/>
                </a:lnTo>
                <a:lnTo>
                  <a:pt x="80963" y="95250"/>
                </a:lnTo>
                <a:lnTo>
                  <a:pt x="71438" y="95250"/>
                </a:lnTo>
                <a:lnTo>
                  <a:pt x="66675" y="100013"/>
                </a:lnTo>
                <a:lnTo>
                  <a:pt x="61913" y="104775"/>
                </a:lnTo>
                <a:lnTo>
                  <a:pt x="52388" y="104775"/>
                </a:lnTo>
                <a:lnTo>
                  <a:pt x="42863" y="104775"/>
                </a:lnTo>
                <a:lnTo>
                  <a:pt x="33338" y="104775"/>
                </a:lnTo>
                <a:lnTo>
                  <a:pt x="28575" y="100013"/>
                </a:lnTo>
                <a:lnTo>
                  <a:pt x="23813" y="95250"/>
                </a:lnTo>
                <a:lnTo>
                  <a:pt x="19050" y="90488"/>
                </a:lnTo>
                <a:lnTo>
                  <a:pt x="19050" y="80963"/>
                </a:lnTo>
                <a:lnTo>
                  <a:pt x="19050" y="71438"/>
                </a:lnTo>
                <a:lnTo>
                  <a:pt x="14288" y="66675"/>
                </a:lnTo>
                <a:lnTo>
                  <a:pt x="9525" y="61913"/>
                </a:lnTo>
                <a:lnTo>
                  <a:pt x="9525" y="52388"/>
                </a:lnTo>
                <a:lnTo>
                  <a:pt x="4763" y="47625"/>
                </a:lnTo>
                <a:lnTo>
                  <a:pt x="0" y="42863"/>
                </a:lnTo>
                <a:lnTo>
                  <a:pt x="0" y="33338"/>
                </a:lnTo>
                <a:lnTo>
                  <a:pt x="4763" y="28575"/>
                </a:lnTo>
                <a:lnTo>
                  <a:pt x="9525" y="23813"/>
                </a:lnTo>
                <a:lnTo>
                  <a:pt x="14288" y="19050"/>
                </a:lnTo>
                <a:lnTo>
                  <a:pt x="19050" y="14288"/>
                </a:lnTo>
                <a:lnTo>
                  <a:pt x="23813" y="9525"/>
                </a:lnTo>
                <a:lnTo>
                  <a:pt x="28575" y="4763"/>
                </a:lnTo>
                <a:close/>
              </a:path>
            </a:pathLst>
          </a:custGeom>
          <a:solidFill xmlns:a="http://schemas.openxmlformats.org/drawingml/2006/main">
            <a:srgbClr val="ECECEC"/>
          </a:solidFill>
          <a:ln xmlns:a="http://schemas.openxmlformats.org/drawingml/2006/main" w="0">
            <a:noFill/>
            <a:prstDash val="solid"/>
          </a:ln>
        </p:spPr>
      </p:sp>
      <p:sp>
        <p:nvSpPr>
          <p:cNvPr id="165" name="deep-skill-chaining-source-component-2-gradient-238-0">
            <a:extLst xmlns:a="http://schemas.openxmlformats.org/drawingml/2006/main">
              <a:ext uri="{FF2B5EF4-FFF2-40B4-BE49-F238E27FC236}">
                <a16:creationId xmlns:a16="http://schemas.microsoft.com/office/drawing/2014/main" id="{7C3DD3B1-E1B1-4A24-9878-26EF2E71B29C}"/>
              </a:ext>
            </a:extLst>
          </p:cNvPr>
          <p:cNvSpPr>
            <a:spLocks xmlns:a="http://schemas.openxmlformats.org/drawingml/2006/main" noGrp="1"/>
          </p:cNvSpPr>
          <p:nvPr/>
        </p:nvSpPr>
        <p:spPr>
          <a:xfrm xmlns:a="http://schemas.openxmlformats.org/drawingml/2006/main" rot="0">
            <a:off x="10744200" y="1114425"/>
            <a:ext cx="76200" cy="66675"/>
          </a:xfrm>
          <a:custGeom xmlns:a="http://schemas.openxmlformats.org/drawingml/2006/main">
            <a:pathLst>
              <a:path w="76200" h="66675">
                <a:moveTo>
                  <a:pt x="19050" y="4763"/>
                </a:moveTo>
                <a:lnTo>
                  <a:pt x="23813" y="0"/>
                </a:lnTo>
                <a:lnTo>
                  <a:pt x="33338" y="0"/>
                </a:lnTo>
                <a:lnTo>
                  <a:pt x="42863" y="0"/>
                </a:lnTo>
                <a:lnTo>
                  <a:pt x="52388" y="0"/>
                </a:lnTo>
                <a:lnTo>
                  <a:pt x="57150" y="4763"/>
                </a:lnTo>
                <a:lnTo>
                  <a:pt x="61913" y="9525"/>
                </a:lnTo>
                <a:lnTo>
                  <a:pt x="71438" y="9525"/>
                </a:lnTo>
                <a:lnTo>
                  <a:pt x="76200" y="14288"/>
                </a:lnTo>
                <a:lnTo>
                  <a:pt x="71438" y="19050"/>
                </a:lnTo>
                <a:lnTo>
                  <a:pt x="66675" y="23813"/>
                </a:lnTo>
                <a:lnTo>
                  <a:pt x="66675" y="33338"/>
                </a:lnTo>
                <a:lnTo>
                  <a:pt x="66675" y="42863"/>
                </a:lnTo>
                <a:lnTo>
                  <a:pt x="61913" y="47625"/>
                </a:lnTo>
                <a:lnTo>
                  <a:pt x="57150" y="52388"/>
                </a:lnTo>
                <a:lnTo>
                  <a:pt x="52388" y="57150"/>
                </a:lnTo>
                <a:lnTo>
                  <a:pt x="47625" y="61913"/>
                </a:lnTo>
                <a:lnTo>
                  <a:pt x="42863" y="66675"/>
                </a:lnTo>
                <a:lnTo>
                  <a:pt x="38100" y="61913"/>
                </a:lnTo>
                <a:lnTo>
                  <a:pt x="33338" y="57150"/>
                </a:lnTo>
                <a:lnTo>
                  <a:pt x="23813" y="57150"/>
                </a:lnTo>
                <a:lnTo>
                  <a:pt x="14288" y="57150"/>
                </a:lnTo>
                <a:lnTo>
                  <a:pt x="9525" y="52388"/>
                </a:lnTo>
                <a:lnTo>
                  <a:pt x="9525" y="42863"/>
                </a:lnTo>
                <a:lnTo>
                  <a:pt x="9525" y="33338"/>
                </a:lnTo>
                <a:lnTo>
                  <a:pt x="4763" y="28575"/>
                </a:lnTo>
                <a:lnTo>
                  <a:pt x="0" y="23813"/>
                </a:lnTo>
                <a:lnTo>
                  <a:pt x="0" y="14288"/>
                </a:lnTo>
                <a:lnTo>
                  <a:pt x="4763" y="9525"/>
                </a:lnTo>
                <a:lnTo>
                  <a:pt x="14288" y="9525"/>
                </a:lnTo>
                <a:lnTo>
                  <a:pt x="19050" y="4763"/>
                </a:lnTo>
                <a:close/>
              </a:path>
            </a:pathLst>
          </a:custGeom>
          <a:solidFill xmlns:a="http://schemas.openxmlformats.org/drawingml/2006/main">
            <a:srgbClr val="EEEEEE"/>
          </a:solidFill>
          <a:ln xmlns:a="http://schemas.openxmlformats.org/drawingml/2006/main" w="0">
            <a:noFill/>
            <a:prstDash val="solid"/>
          </a:ln>
        </p:spPr>
      </p:sp>
      <p:sp>
        <p:nvSpPr>
          <p:cNvPr id="166" name="deep-skill-chaining-source-component-2-gradient-240-0">
            <a:extLst xmlns:a="http://schemas.openxmlformats.org/drawingml/2006/main">
              <a:ext uri="{FF2B5EF4-FFF2-40B4-BE49-F238E27FC236}">
                <a16:creationId xmlns:a16="http://schemas.microsoft.com/office/drawing/2014/main" id="{A4382796-D1EE-4962-BDDA-CF8D5ED60333}"/>
              </a:ext>
            </a:extLst>
          </p:cNvPr>
          <p:cNvSpPr>
            <a:spLocks xmlns:a="http://schemas.openxmlformats.org/drawingml/2006/main" noGrp="1"/>
          </p:cNvSpPr>
          <p:nvPr/>
        </p:nvSpPr>
        <p:spPr>
          <a:xfrm xmlns:a="http://schemas.openxmlformats.org/drawingml/2006/main" rot="0">
            <a:off x="10782300" y="11239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F0F0F0"/>
          </a:solidFill>
          <a:ln xmlns:a="http://schemas.openxmlformats.org/drawingml/2006/main" w="0">
            <a:noFill/>
            <a:prstDash val="solid"/>
          </a:ln>
        </p:spPr>
      </p:sp>
      <p:sp>
        <p:nvSpPr>
          <p:cNvPr id="167" name="pdf-path-15">
            <a:extLst xmlns:a="http://schemas.openxmlformats.org/drawingml/2006/main">
              <a:ext uri="{FF2B5EF4-FFF2-40B4-BE49-F238E27FC236}">
                <a16:creationId xmlns:a16="http://schemas.microsoft.com/office/drawing/2014/main" id="{AFE30832-C86E-453D-9D35-7E67423FE079}"/>
              </a:ext>
            </a:extLst>
          </p:cNvPr>
          <p:cNvSpPr>
            <a:spLocks xmlns:a="http://schemas.openxmlformats.org/drawingml/2006/main" noGrp="1"/>
          </p:cNvSpPr>
          <p:nvPr/>
        </p:nvSpPr>
        <p:spPr>
          <a:xfrm xmlns:a="http://schemas.openxmlformats.org/drawingml/2006/main" rot="0">
            <a:off x="10194527" y="732515"/>
            <a:ext cx="1187504" cy="794284"/>
          </a:xfrm>
          <a:custGeom xmlns:a="http://schemas.openxmlformats.org/drawingml/2006/main">
            <a:pathLst>
              <a:path w="1187504" h="794284">
                <a:moveTo>
                  <a:pt x="0" y="397149"/>
                </a:moveTo>
                <a:cubicBezTo>
                  <a:pt x="0" y="177798"/>
                  <a:pt x="265824" y="0"/>
                  <a:pt x="593713" y="0"/>
                </a:cubicBezTo>
                <a:cubicBezTo>
                  <a:pt x="921680" y="0"/>
                  <a:pt x="1187504" y="177798"/>
                  <a:pt x="1187504" y="397149"/>
                </a:cubicBezTo>
                <a:cubicBezTo>
                  <a:pt x="1187504" y="616501"/>
                  <a:pt x="921680" y="794284"/>
                  <a:pt x="593713" y="794284"/>
                </a:cubicBezTo>
                <a:cubicBezTo>
                  <a:pt x="265824" y="794284"/>
                  <a:pt x="0" y="616501"/>
                  <a:pt x="0" y="397149"/>
                </a:cubicBezTo>
              </a:path>
            </a:pathLst>
          </a:custGeom>
          <a:noFill xmlns:a="http://schemas.openxmlformats.org/drawingml/2006/main"/>
          <a:ln xmlns:a="http://schemas.openxmlformats.org/drawingml/2006/main" w="11787">
            <a:solidFill>
              <a:srgbClr val="000000"/>
            </a:solidFill>
            <a:prstDash val="solid"/>
          </a:ln>
        </p:spPr>
      </p:sp>
      <p:sp>
        <p:nvSpPr>
          <p:cNvPr id="168" name="pdf-path-16">
            <a:extLst xmlns:a="http://schemas.openxmlformats.org/drawingml/2006/main">
              <a:ext uri="{FF2B5EF4-FFF2-40B4-BE49-F238E27FC236}">
                <a16:creationId xmlns:a16="http://schemas.microsoft.com/office/drawing/2014/main" id="{8B2F512B-162A-4A8B-86F7-9532E5DBEBFD}"/>
              </a:ext>
            </a:extLst>
          </p:cNvPr>
          <p:cNvSpPr>
            <a:spLocks xmlns:a="http://schemas.openxmlformats.org/drawingml/2006/main" noGrp="1"/>
          </p:cNvSpPr>
          <p:nvPr/>
        </p:nvSpPr>
        <p:spPr>
          <a:xfrm xmlns:a="http://schemas.openxmlformats.org/drawingml/2006/main" rot="0">
            <a:off x="11233638" y="913928"/>
            <a:ext cx="158153" cy="225072"/>
          </a:xfrm>
          <a:custGeom xmlns:a="http://schemas.openxmlformats.org/drawingml/2006/main">
            <a:pathLst>
              <a:path w="158153" h="225072">
                <a:moveTo>
                  <a:pt x="0" y="85952"/>
                </a:moveTo>
                <a:lnTo>
                  <a:pt x="60414" y="85952"/>
                </a:lnTo>
                <a:lnTo>
                  <a:pt x="79068" y="0"/>
                </a:lnTo>
                <a:lnTo>
                  <a:pt x="97740" y="85952"/>
                </a:lnTo>
                <a:lnTo>
                  <a:pt x="158153" y="85952"/>
                </a:lnTo>
                <a:lnTo>
                  <a:pt x="109274" y="139120"/>
                </a:lnTo>
                <a:lnTo>
                  <a:pt x="127947" y="225072"/>
                </a:lnTo>
                <a:lnTo>
                  <a:pt x="79068" y="171967"/>
                </a:lnTo>
                <a:lnTo>
                  <a:pt x="30207" y="225072"/>
                </a:lnTo>
                <a:lnTo>
                  <a:pt x="48878" y="139120"/>
                </a:lnTo>
                <a:lnTo>
                  <a:pt x="0" y="85952"/>
                </a:lnTo>
              </a:path>
            </a:pathLst>
          </a:custGeom>
          <a:solidFill xmlns:a="http://schemas.openxmlformats.org/drawingml/2006/main">
            <a:srgbClr val="F6B26B"/>
          </a:solidFill>
          <a:ln xmlns:a="http://schemas.openxmlformats.org/drawingml/2006/main" w="11787">
            <a:solidFill>
              <a:srgbClr val="000000"/>
            </a:solidFill>
            <a:prstDash val="solid"/>
          </a:ln>
        </p:spPr>
      </p:sp>
      <p:sp>
        <p:nvSpPr>
          <p:cNvPr id="169" name="deep-skill-chaining-source-component-3-gradient-base-0">
            <a:extLst xmlns:a="http://schemas.openxmlformats.org/drawingml/2006/main">
              <a:ext uri="{FF2B5EF4-FFF2-40B4-BE49-F238E27FC236}">
                <a16:creationId xmlns:a16="http://schemas.microsoft.com/office/drawing/2014/main" id="{3C781E8E-F89B-419C-B036-653432351055}"/>
              </a:ext>
            </a:extLst>
          </p:cNvPr>
          <p:cNvSpPr>
            <a:spLocks xmlns:a="http://schemas.openxmlformats.org/drawingml/2006/main" noGrp="1"/>
          </p:cNvSpPr>
          <p:nvPr/>
        </p:nvSpPr>
        <p:spPr>
          <a:xfrm xmlns:a="http://schemas.openxmlformats.org/drawingml/2006/main" rot="0">
            <a:off x="9592483" y="937617"/>
            <a:ext cx="837775" cy="991791"/>
          </a:xfrm>
          <a:custGeom xmlns:a="http://schemas.openxmlformats.org/drawingml/2006/main">
            <a:pathLst>
              <a:path w="837775" h="991791">
                <a:moveTo>
                  <a:pt x="564342" y="595"/>
                </a:moveTo>
                <a:lnTo>
                  <a:pt x="565929" y="271"/>
                </a:lnTo>
                <a:lnTo>
                  <a:pt x="575454" y="0"/>
                </a:lnTo>
                <a:lnTo>
                  <a:pt x="584979" y="0"/>
                </a:lnTo>
                <a:lnTo>
                  <a:pt x="594504" y="0"/>
                </a:lnTo>
                <a:lnTo>
                  <a:pt x="604029" y="133"/>
                </a:lnTo>
                <a:lnTo>
                  <a:pt x="606410" y="595"/>
                </a:lnTo>
                <a:lnTo>
                  <a:pt x="613554" y="1859"/>
                </a:lnTo>
                <a:lnTo>
                  <a:pt x="623079" y="3373"/>
                </a:lnTo>
                <a:lnTo>
                  <a:pt x="632604" y="4419"/>
                </a:lnTo>
                <a:lnTo>
                  <a:pt x="642129" y="5438"/>
                </a:lnTo>
                <a:lnTo>
                  <a:pt x="651654" y="7196"/>
                </a:lnTo>
                <a:lnTo>
                  <a:pt x="659342" y="10120"/>
                </a:lnTo>
                <a:lnTo>
                  <a:pt x="661179" y="11032"/>
                </a:lnTo>
                <a:lnTo>
                  <a:pt x="670704" y="13917"/>
                </a:lnTo>
                <a:lnTo>
                  <a:pt x="680229" y="16073"/>
                </a:lnTo>
                <a:lnTo>
                  <a:pt x="686853" y="19645"/>
                </a:lnTo>
                <a:lnTo>
                  <a:pt x="689754" y="21627"/>
                </a:lnTo>
                <a:lnTo>
                  <a:pt x="699279" y="24992"/>
                </a:lnTo>
                <a:lnTo>
                  <a:pt x="706088" y="29170"/>
                </a:lnTo>
                <a:lnTo>
                  <a:pt x="708804" y="31379"/>
                </a:lnTo>
                <a:lnTo>
                  <a:pt x="718329" y="35843"/>
                </a:lnTo>
                <a:lnTo>
                  <a:pt x="721767" y="38695"/>
                </a:lnTo>
                <a:lnTo>
                  <a:pt x="727854" y="43031"/>
                </a:lnTo>
                <a:lnTo>
                  <a:pt x="734645" y="48220"/>
                </a:lnTo>
                <a:lnTo>
                  <a:pt x="737379" y="50781"/>
                </a:lnTo>
                <a:lnTo>
                  <a:pt x="746174" y="57745"/>
                </a:lnTo>
                <a:lnTo>
                  <a:pt x="746904" y="58470"/>
                </a:lnTo>
                <a:lnTo>
                  <a:pt x="756429" y="66741"/>
                </a:lnTo>
                <a:lnTo>
                  <a:pt x="756958" y="67270"/>
                </a:lnTo>
                <a:lnTo>
                  <a:pt x="764635" y="76795"/>
                </a:lnTo>
                <a:lnTo>
                  <a:pt x="765954" y="78142"/>
                </a:lnTo>
                <a:lnTo>
                  <a:pt x="772616" y="86320"/>
                </a:lnTo>
                <a:lnTo>
                  <a:pt x="775479" y="89409"/>
                </a:lnTo>
                <a:lnTo>
                  <a:pt x="780635" y="95845"/>
                </a:lnTo>
                <a:lnTo>
                  <a:pt x="785004" y="101846"/>
                </a:lnTo>
                <a:lnTo>
                  <a:pt x="787893" y="105370"/>
                </a:lnTo>
                <a:lnTo>
                  <a:pt x="791984" y="114895"/>
                </a:lnTo>
                <a:lnTo>
                  <a:pt x="794529" y="117971"/>
                </a:lnTo>
                <a:lnTo>
                  <a:pt x="798869" y="124420"/>
                </a:lnTo>
                <a:lnTo>
                  <a:pt x="802963" y="133945"/>
                </a:lnTo>
                <a:lnTo>
                  <a:pt x="804054" y="135361"/>
                </a:lnTo>
                <a:lnTo>
                  <a:pt x="808164" y="143470"/>
                </a:lnTo>
                <a:lnTo>
                  <a:pt x="810915" y="152995"/>
                </a:lnTo>
                <a:lnTo>
                  <a:pt x="813579" y="157282"/>
                </a:lnTo>
                <a:lnTo>
                  <a:pt x="816644" y="162520"/>
                </a:lnTo>
                <a:lnTo>
                  <a:pt x="818691" y="172045"/>
                </a:lnTo>
                <a:lnTo>
                  <a:pt x="820984" y="181570"/>
                </a:lnTo>
                <a:lnTo>
                  <a:pt x="823104" y="186206"/>
                </a:lnTo>
                <a:lnTo>
                  <a:pt x="825313" y="191095"/>
                </a:lnTo>
                <a:lnTo>
                  <a:pt x="827561" y="200620"/>
                </a:lnTo>
                <a:lnTo>
                  <a:pt x="828701" y="210145"/>
                </a:lnTo>
                <a:lnTo>
                  <a:pt x="830124" y="219670"/>
                </a:lnTo>
                <a:lnTo>
                  <a:pt x="832592" y="229195"/>
                </a:lnTo>
                <a:lnTo>
                  <a:pt x="832629" y="229304"/>
                </a:lnTo>
                <a:lnTo>
                  <a:pt x="835052" y="238720"/>
                </a:lnTo>
                <a:lnTo>
                  <a:pt x="836201" y="248245"/>
                </a:lnTo>
                <a:lnTo>
                  <a:pt x="836684" y="257770"/>
                </a:lnTo>
                <a:lnTo>
                  <a:pt x="837094" y="267295"/>
                </a:lnTo>
                <a:lnTo>
                  <a:pt x="837468" y="276820"/>
                </a:lnTo>
                <a:lnTo>
                  <a:pt x="837775" y="286345"/>
                </a:lnTo>
                <a:lnTo>
                  <a:pt x="837732" y="295870"/>
                </a:lnTo>
                <a:lnTo>
                  <a:pt x="837606" y="305395"/>
                </a:lnTo>
                <a:lnTo>
                  <a:pt x="837487" y="314920"/>
                </a:lnTo>
                <a:lnTo>
                  <a:pt x="837392" y="324445"/>
                </a:lnTo>
                <a:lnTo>
                  <a:pt x="837177" y="333970"/>
                </a:lnTo>
                <a:lnTo>
                  <a:pt x="836558" y="343495"/>
                </a:lnTo>
                <a:lnTo>
                  <a:pt x="835762" y="353020"/>
                </a:lnTo>
                <a:lnTo>
                  <a:pt x="834704" y="362545"/>
                </a:lnTo>
                <a:lnTo>
                  <a:pt x="833224" y="372070"/>
                </a:lnTo>
                <a:lnTo>
                  <a:pt x="832629" y="374384"/>
                </a:lnTo>
                <a:lnTo>
                  <a:pt x="830990" y="381595"/>
                </a:lnTo>
                <a:lnTo>
                  <a:pt x="829116" y="391120"/>
                </a:lnTo>
                <a:lnTo>
                  <a:pt x="828004" y="400645"/>
                </a:lnTo>
                <a:lnTo>
                  <a:pt x="826954" y="410170"/>
                </a:lnTo>
                <a:lnTo>
                  <a:pt x="825313" y="419695"/>
                </a:lnTo>
                <a:lnTo>
                  <a:pt x="823104" y="426244"/>
                </a:lnTo>
                <a:lnTo>
                  <a:pt x="821955" y="429220"/>
                </a:lnTo>
                <a:lnTo>
                  <a:pt x="819335" y="438745"/>
                </a:lnTo>
                <a:lnTo>
                  <a:pt x="817911" y="448270"/>
                </a:lnTo>
                <a:lnTo>
                  <a:pt x="815788" y="457795"/>
                </a:lnTo>
                <a:lnTo>
                  <a:pt x="813579" y="463352"/>
                </a:lnTo>
                <a:lnTo>
                  <a:pt x="811889" y="467320"/>
                </a:lnTo>
                <a:lnTo>
                  <a:pt x="809320" y="476845"/>
                </a:lnTo>
                <a:lnTo>
                  <a:pt x="807254" y="486370"/>
                </a:lnTo>
                <a:lnTo>
                  <a:pt x="804054" y="493598"/>
                </a:lnTo>
                <a:lnTo>
                  <a:pt x="802735" y="495895"/>
                </a:lnTo>
                <a:lnTo>
                  <a:pt x="799795" y="505420"/>
                </a:lnTo>
                <a:lnTo>
                  <a:pt x="797696" y="514945"/>
                </a:lnTo>
                <a:lnTo>
                  <a:pt x="794529" y="521246"/>
                </a:lnTo>
                <a:lnTo>
                  <a:pt x="792594" y="524470"/>
                </a:lnTo>
                <a:lnTo>
                  <a:pt x="789642" y="533995"/>
                </a:lnTo>
                <a:lnTo>
                  <a:pt x="785916" y="543520"/>
                </a:lnTo>
                <a:lnTo>
                  <a:pt x="785004" y="544781"/>
                </a:lnTo>
                <a:lnTo>
                  <a:pt x="781083" y="553045"/>
                </a:lnTo>
                <a:lnTo>
                  <a:pt x="778544" y="562570"/>
                </a:lnTo>
                <a:lnTo>
                  <a:pt x="775479" y="567581"/>
                </a:lnTo>
                <a:lnTo>
                  <a:pt x="772627" y="572095"/>
                </a:lnTo>
                <a:lnTo>
                  <a:pt x="769602" y="581620"/>
                </a:lnTo>
                <a:lnTo>
                  <a:pt x="765954" y="587555"/>
                </a:lnTo>
                <a:lnTo>
                  <a:pt x="763369" y="591145"/>
                </a:lnTo>
                <a:lnTo>
                  <a:pt x="760289" y="600670"/>
                </a:lnTo>
                <a:lnTo>
                  <a:pt x="756429" y="607185"/>
                </a:lnTo>
                <a:lnTo>
                  <a:pt x="754176" y="610195"/>
                </a:lnTo>
                <a:lnTo>
                  <a:pt x="750598" y="619720"/>
                </a:lnTo>
                <a:lnTo>
                  <a:pt x="746904" y="625129"/>
                </a:lnTo>
                <a:lnTo>
                  <a:pt x="743839" y="629245"/>
                </a:lnTo>
                <a:lnTo>
                  <a:pt x="739925" y="638770"/>
                </a:lnTo>
                <a:lnTo>
                  <a:pt x="737379" y="642003"/>
                </a:lnTo>
                <a:lnTo>
                  <a:pt x="733313" y="648295"/>
                </a:lnTo>
                <a:lnTo>
                  <a:pt x="728766" y="657820"/>
                </a:lnTo>
                <a:lnTo>
                  <a:pt x="727854" y="658825"/>
                </a:lnTo>
                <a:lnTo>
                  <a:pt x="722685" y="667345"/>
                </a:lnTo>
                <a:lnTo>
                  <a:pt x="718329" y="673353"/>
                </a:lnTo>
                <a:lnTo>
                  <a:pt x="715404" y="676870"/>
                </a:lnTo>
                <a:lnTo>
                  <a:pt x="710643" y="686395"/>
                </a:lnTo>
                <a:lnTo>
                  <a:pt x="708804" y="688456"/>
                </a:lnTo>
                <a:lnTo>
                  <a:pt x="703886" y="695920"/>
                </a:lnTo>
                <a:lnTo>
                  <a:pt x="699279" y="702364"/>
                </a:lnTo>
                <a:lnTo>
                  <a:pt x="696600" y="705445"/>
                </a:lnTo>
                <a:lnTo>
                  <a:pt x="690904" y="714970"/>
                </a:lnTo>
                <a:lnTo>
                  <a:pt x="689754" y="716187"/>
                </a:lnTo>
                <a:lnTo>
                  <a:pt x="684091" y="724495"/>
                </a:lnTo>
                <a:lnTo>
                  <a:pt x="680229" y="729062"/>
                </a:lnTo>
                <a:lnTo>
                  <a:pt x="676097" y="734020"/>
                </a:lnTo>
                <a:lnTo>
                  <a:pt x="670704" y="741072"/>
                </a:lnTo>
                <a:lnTo>
                  <a:pt x="668408" y="743545"/>
                </a:lnTo>
                <a:lnTo>
                  <a:pt x="661967" y="753070"/>
                </a:lnTo>
                <a:lnTo>
                  <a:pt x="661179" y="753876"/>
                </a:lnTo>
                <a:lnTo>
                  <a:pt x="654517" y="762595"/>
                </a:lnTo>
                <a:lnTo>
                  <a:pt x="651654" y="765611"/>
                </a:lnTo>
                <a:lnTo>
                  <a:pt x="645983" y="772120"/>
                </a:lnTo>
                <a:lnTo>
                  <a:pt x="642129" y="776345"/>
                </a:lnTo>
                <a:lnTo>
                  <a:pt x="637461" y="781645"/>
                </a:lnTo>
                <a:lnTo>
                  <a:pt x="632604" y="787039"/>
                </a:lnTo>
                <a:lnTo>
                  <a:pt x="628669" y="791170"/>
                </a:lnTo>
                <a:lnTo>
                  <a:pt x="623079" y="797137"/>
                </a:lnTo>
                <a:lnTo>
                  <a:pt x="619618" y="800695"/>
                </a:lnTo>
                <a:lnTo>
                  <a:pt x="613554" y="806860"/>
                </a:lnTo>
                <a:lnTo>
                  <a:pt x="610213" y="810220"/>
                </a:lnTo>
                <a:lnTo>
                  <a:pt x="604029" y="816727"/>
                </a:lnTo>
                <a:lnTo>
                  <a:pt x="601080" y="819745"/>
                </a:lnTo>
                <a:lnTo>
                  <a:pt x="594504" y="826321"/>
                </a:lnTo>
                <a:lnTo>
                  <a:pt x="591486" y="829270"/>
                </a:lnTo>
                <a:lnTo>
                  <a:pt x="584979" y="835320"/>
                </a:lnTo>
                <a:lnTo>
                  <a:pt x="581347" y="838795"/>
                </a:lnTo>
                <a:lnTo>
                  <a:pt x="575454" y="844090"/>
                </a:lnTo>
                <a:lnTo>
                  <a:pt x="570925" y="848320"/>
                </a:lnTo>
                <a:lnTo>
                  <a:pt x="565929" y="853010"/>
                </a:lnTo>
                <a:lnTo>
                  <a:pt x="560750" y="857845"/>
                </a:lnTo>
                <a:lnTo>
                  <a:pt x="556404" y="861883"/>
                </a:lnTo>
                <a:lnTo>
                  <a:pt x="549772" y="867370"/>
                </a:lnTo>
                <a:lnTo>
                  <a:pt x="546879" y="870065"/>
                </a:lnTo>
                <a:lnTo>
                  <a:pt x="537392" y="876895"/>
                </a:lnTo>
                <a:lnTo>
                  <a:pt x="537354" y="876933"/>
                </a:lnTo>
                <a:lnTo>
                  <a:pt x="527829" y="883411"/>
                </a:lnTo>
                <a:lnTo>
                  <a:pt x="524510" y="886420"/>
                </a:lnTo>
                <a:lnTo>
                  <a:pt x="518304" y="891367"/>
                </a:lnTo>
                <a:lnTo>
                  <a:pt x="512560" y="895945"/>
                </a:lnTo>
                <a:lnTo>
                  <a:pt x="508779" y="899212"/>
                </a:lnTo>
                <a:lnTo>
                  <a:pt x="499254" y="904875"/>
                </a:lnTo>
                <a:lnTo>
                  <a:pt x="498612" y="905470"/>
                </a:lnTo>
                <a:lnTo>
                  <a:pt x="489729" y="910851"/>
                </a:lnTo>
                <a:lnTo>
                  <a:pt x="484239" y="914995"/>
                </a:lnTo>
                <a:lnTo>
                  <a:pt x="480204" y="918277"/>
                </a:lnTo>
                <a:lnTo>
                  <a:pt x="470679" y="922780"/>
                </a:lnTo>
                <a:lnTo>
                  <a:pt x="468623" y="924520"/>
                </a:lnTo>
                <a:lnTo>
                  <a:pt x="461154" y="929063"/>
                </a:lnTo>
                <a:lnTo>
                  <a:pt x="452293" y="934045"/>
                </a:lnTo>
                <a:lnTo>
                  <a:pt x="451629" y="934641"/>
                </a:lnTo>
                <a:lnTo>
                  <a:pt x="442104" y="939156"/>
                </a:lnTo>
                <a:lnTo>
                  <a:pt x="434610" y="943570"/>
                </a:lnTo>
                <a:lnTo>
                  <a:pt x="432579" y="945260"/>
                </a:lnTo>
                <a:lnTo>
                  <a:pt x="423054" y="948850"/>
                </a:lnTo>
                <a:lnTo>
                  <a:pt x="414966" y="953095"/>
                </a:lnTo>
                <a:lnTo>
                  <a:pt x="413529" y="954245"/>
                </a:lnTo>
                <a:lnTo>
                  <a:pt x="404004" y="957796"/>
                </a:lnTo>
                <a:lnTo>
                  <a:pt x="394479" y="961246"/>
                </a:lnTo>
                <a:lnTo>
                  <a:pt x="392452" y="962620"/>
                </a:lnTo>
                <a:lnTo>
                  <a:pt x="384954" y="966278"/>
                </a:lnTo>
                <a:lnTo>
                  <a:pt x="375429" y="968269"/>
                </a:lnTo>
                <a:lnTo>
                  <a:pt x="365958" y="972145"/>
                </a:lnTo>
                <a:lnTo>
                  <a:pt x="365904" y="972183"/>
                </a:lnTo>
                <a:lnTo>
                  <a:pt x="356379" y="975969"/>
                </a:lnTo>
                <a:lnTo>
                  <a:pt x="346854" y="977665"/>
                </a:lnTo>
                <a:lnTo>
                  <a:pt x="337329" y="979688"/>
                </a:lnTo>
                <a:lnTo>
                  <a:pt x="331921" y="981670"/>
                </a:lnTo>
                <a:lnTo>
                  <a:pt x="327804" y="983258"/>
                </a:lnTo>
                <a:lnTo>
                  <a:pt x="318279" y="985467"/>
                </a:lnTo>
                <a:lnTo>
                  <a:pt x="308754" y="986610"/>
                </a:lnTo>
                <a:lnTo>
                  <a:pt x="299229" y="987399"/>
                </a:lnTo>
                <a:lnTo>
                  <a:pt x="289704" y="988417"/>
                </a:lnTo>
                <a:lnTo>
                  <a:pt x="280179" y="989767"/>
                </a:lnTo>
                <a:lnTo>
                  <a:pt x="272242" y="991195"/>
                </a:lnTo>
                <a:lnTo>
                  <a:pt x="270654" y="991520"/>
                </a:lnTo>
                <a:lnTo>
                  <a:pt x="261129" y="991791"/>
                </a:lnTo>
                <a:lnTo>
                  <a:pt x="251604" y="991791"/>
                </a:lnTo>
                <a:lnTo>
                  <a:pt x="242079" y="991791"/>
                </a:lnTo>
                <a:lnTo>
                  <a:pt x="234719" y="991195"/>
                </a:lnTo>
                <a:lnTo>
                  <a:pt x="232554" y="991012"/>
                </a:lnTo>
                <a:lnTo>
                  <a:pt x="223029" y="989167"/>
                </a:lnTo>
                <a:lnTo>
                  <a:pt x="213504" y="987898"/>
                </a:lnTo>
                <a:lnTo>
                  <a:pt x="203979" y="986997"/>
                </a:lnTo>
                <a:lnTo>
                  <a:pt x="194454" y="985915"/>
                </a:lnTo>
                <a:lnTo>
                  <a:pt x="184929" y="983605"/>
                </a:lnTo>
                <a:lnTo>
                  <a:pt x="180443" y="981670"/>
                </a:lnTo>
                <a:lnTo>
                  <a:pt x="175404" y="979550"/>
                </a:lnTo>
                <a:lnTo>
                  <a:pt x="165879" y="977182"/>
                </a:lnTo>
                <a:lnTo>
                  <a:pt x="156354" y="973733"/>
                </a:lnTo>
                <a:lnTo>
                  <a:pt x="154019" y="972145"/>
                </a:lnTo>
                <a:lnTo>
                  <a:pt x="146829" y="968516"/>
                </a:lnTo>
                <a:lnTo>
                  <a:pt x="137304" y="965853"/>
                </a:lnTo>
                <a:lnTo>
                  <a:pt x="132972" y="962620"/>
                </a:lnTo>
                <a:lnTo>
                  <a:pt x="127779" y="958882"/>
                </a:lnTo>
                <a:lnTo>
                  <a:pt x="118254" y="953133"/>
                </a:lnTo>
                <a:lnTo>
                  <a:pt x="118214" y="953095"/>
                </a:lnTo>
                <a:lnTo>
                  <a:pt x="108729" y="947695"/>
                </a:lnTo>
                <a:lnTo>
                  <a:pt x="103886" y="943570"/>
                </a:lnTo>
                <a:lnTo>
                  <a:pt x="99204" y="939274"/>
                </a:lnTo>
                <a:lnTo>
                  <a:pt x="93505" y="934045"/>
                </a:lnTo>
                <a:lnTo>
                  <a:pt x="89679" y="930480"/>
                </a:lnTo>
                <a:lnTo>
                  <a:pt x="82904" y="924520"/>
                </a:lnTo>
                <a:lnTo>
                  <a:pt x="80154" y="921737"/>
                </a:lnTo>
                <a:lnTo>
                  <a:pt x="74385" y="914995"/>
                </a:lnTo>
                <a:lnTo>
                  <a:pt x="70629" y="910879"/>
                </a:lnTo>
                <a:lnTo>
                  <a:pt x="65890" y="905470"/>
                </a:lnTo>
                <a:lnTo>
                  <a:pt x="61104" y="900039"/>
                </a:lnTo>
                <a:lnTo>
                  <a:pt x="57424" y="895945"/>
                </a:lnTo>
                <a:lnTo>
                  <a:pt x="52108" y="886420"/>
                </a:lnTo>
                <a:lnTo>
                  <a:pt x="51579" y="885844"/>
                </a:lnTo>
                <a:lnTo>
                  <a:pt x="46394" y="876895"/>
                </a:lnTo>
                <a:lnTo>
                  <a:pt x="42054" y="870534"/>
                </a:lnTo>
                <a:lnTo>
                  <a:pt x="39429" y="867370"/>
                </a:lnTo>
                <a:lnTo>
                  <a:pt x="36130" y="857845"/>
                </a:lnTo>
                <a:lnTo>
                  <a:pt x="32529" y="851254"/>
                </a:lnTo>
                <a:lnTo>
                  <a:pt x="30501" y="848320"/>
                </a:lnTo>
                <a:lnTo>
                  <a:pt x="27451" y="838795"/>
                </a:lnTo>
                <a:lnTo>
                  <a:pt x="23004" y="829404"/>
                </a:lnTo>
                <a:lnTo>
                  <a:pt x="22893" y="829270"/>
                </a:lnTo>
                <a:lnTo>
                  <a:pt x="19181" y="819745"/>
                </a:lnTo>
                <a:lnTo>
                  <a:pt x="17534" y="810220"/>
                </a:lnTo>
                <a:lnTo>
                  <a:pt x="14743" y="800695"/>
                </a:lnTo>
                <a:lnTo>
                  <a:pt x="13479" y="798219"/>
                </a:lnTo>
                <a:lnTo>
                  <a:pt x="10590" y="791170"/>
                </a:lnTo>
                <a:lnTo>
                  <a:pt x="9100" y="781645"/>
                </a:lnTo>
                <a:lnTo>
                  <a:pt x="8176" y="772120"/>
                </a:lnTo>
                <a:lnTo>
                  <a:pt x="6879" y="762595"/>
                </a:lnTo>
                <a:lnTo>
                  <a:pt x="4742" y="753070"/>
                </a:lnTo>
                <a:lnTo>
                  <a:pt x="3954" y="749751"/>
                </a:lnTo>
                <a:lnTo>
                  <a:pt x="2580" y="743545"/>
                </a:lnTo>
                <a:lnTo>
                  <a:pt x="1745" y="734020"/>
                </a:lnTo>
                <a:lnTo>
                  <a:pt x="1029" y="724495"/>
                </a:lnTo>
                <a:lnTo>
                  <a:pt x="441" y="714970"/>
                </a:lnTo>
                <a:lnTo>
                  <a:pt x="0" y="705445"/>
                </a:lnTo>
                <a:lnTo>
                  <a:pt x="0" y="695920"/>
                </a:lnTo>
                <a:lnTo>
                  <a:pt x="131" y="686395"/>
                </a:lnTo>
                <a:lnTo>
                  <a:pt x="268" y="676870"/>
                </a:lnTo>
                <a:lnTo>
                  <a:pt x="412" y="667345"/>
                </a:lnTo>
                <a:lnTo>
                  <a:pt x="754" y="657820"/>
                </a:lnTo>
                <a:lnTo>
                  <a:pt x="1745" y="648295"/>
                </a:lnTo>
                <a:lnTo>
                  <a:pt x="3166" y="638770"/>
                </a:lnTo>
                <a:lnTo>
                  <a:pt x="3954" y="634713"/>
                </a:lnTo>
                <a:lnTo>
                  <a:pt x="4987" y="629245"/>
                </a:lnTo>
                <a:lnTo>
                  <a:pt x="6335" y="619720"/>
                </a:lnTo>
                <a:lnTo>
                  <a:pt x="7584" y="610195"/>
                </a:lnTo>
                <a:lnTo>
                  <a:pt x="8677" y="600670"/>
                </a:lnTo>
                <a:lnTo>
                  <a:pt x="9710" y="591145"/>
                </a:lnTo>
                <a:lnTo>
                  <a:pt x="11405" y="581620"/>
                </a:lnTo>
                <a:lnTo>
                  <a:pt x="13479" y="574426"/>
                </a:lnTo>
                <a:lnTo>
                  <a:pt x="14267" y="572095"/>
                </a:lnTo>
                <a:lnTo>
                  <a:pt x="16808" y="562570"/>
                </a:lnTo>
                <a:lnTo>
                  <a:pt x="18443" y="553045"/>
                </a:lnTo>
                <a:lnTo>
                  <a:pt x="20189" y="543520"/>
                </a:lnTo>
                <a:lnTo>
                  <a:pt x="23004" y="535915"/>
                </a:lnTo>
                <a:lnTo>
                  <a:pt x="23916" y="533995"/>
                </a:lnTo>
                <a:lnTo>
                  <a:pt x="26691" y="524470"/>
                </a:lnTo>
                <a:lnTo>
                  <a:pt x="28383" y="514945"/>
                </a:lnTo>
                <a:lnTo>
                  <a:pt x="31617" y="505420"/>
                </a:lnTo>
                <a:lnTo>
                  <a:pt x="32529" y="503908"/>
                </a:lnTo>
                <a:lnTo>
                  <a:pt x="35951" y="495895"/>
                </a:lnTo>
                <a:lnTo>
                  <a:pt x="37932" y="486370"/>
                </a:lnTo>
                <a:lnTo>
                  <a:pt x="41142" y="476845"/>
                </a:lnTo>
                <a:lnTo>
                  <a:pt x="42054" y="475546"/>
                </a:lnTo>
                <a:lnTo>
                  <a:pt x="45878" y="467320"/>
                </a:lnTo>
                <a:lnTo>
                  <a:pt x="48250" y="457795"/>
                </a:lnTo>
                <a:lnTo>
                  <a:pt x="51579" y="451522"/>
                </a:lnTo>
                <a:lnTo>
                  <a:pt x="53654" y="448270"/>
                </a:lnTo>
                <a:lnTo>
                  <a:pt x="56658" y="438745"/>
                </a:lnTo>
                <a:lnTo>
                  <a:pt x="60379" y="429220"/>
                </a:lnTo>
                <a:lnTo>
                  <a:pt x="61104" y="428303"/>
                </a:lnTo>
                <a:lnTo>
                  <a:pt x="65369" y="419695"/>
                </a:lnTo>
                <a:lnTo>
                  <a:pt x="68939" y="410170"/>
                </a:lnTo>
                <a:lnTo>
                  <a:pt x="70629" y="408006"/>
                </a:lnTo>
                <a:lnTo>
                  <a:pt x="74733" y="400645"/>
                </a:lnTo>
                <a:lnTo>
                  <a:pt x="78080" y="391120"/>
                </a:lnTo>
                <a:lnTo>
                  <a:pt x="80154" y="388349"/>
                </a:lnTo>
                <a:lnTo>
                  <a:pt x="84041" y="381595"/>
                </a:lnTo>
                <a:lnTo>
                  <a:pt x="87792" y="372070"/>
                </a:lnTo>
                <a:lnTo>
                  <a:pt x="89679" y="369864"/>
                </a:lnTo>
                <a:lnTo>
                  <a:pt x="94224" y="362545"/>
                </a:lnTo>
                <a:lnTo>
                  <a:pt x="99204" y="353224"/>
                </a:lnTo>
                <a:lnTo>
                  <a:pt x="99387" y="353020"/>
                </a:lnTo>
                <a:lnTo>
                  <a:pt x="104454" y="343495"/>
                </a:lnTo>
                <a:lnTo>
                  <a:pt x="108729" y="336687"/>
                </a:lnTo>
                <a:lnTo>
                  <a:pt x="110938" y="333970"/>
                </a:lnTo>
                <a:lnTo>
                  <a:pt x="115329" y="324445"/>
                </a:lnTo>
                <a:lnTo>
                  <a:pt x="118254" y="320928"/>
                </a:lnTo>
                <a:lnTo>
                  <a:pt x="122610" y="314920"/>
                </a:lnTo>
                <a:lnTo>
                  <a:pt x="127779" y="306658"/>
                </a:lnTo>
                <a:lnTo>
                  <a:pt x="128929" y="305395"/>
                </a:lnTo>
                <a:lnTo>
                  <a:pt x="133973" y="295870"/>
                </a:lnTo>
                <a:lnTo>
                  <a:pt x="137304" y="291722"/>
                </a:lnTo>
                <a:lnTo>
                  <a:pt x="141370" y="286345"/>
                </a:lnTo>
                <a:lnTo>
                  <a:pt x="146829" y="278783"/>
                </a:lnTo>
                <a:lnTo>
                  <a:pt x="148668" y="276820"/>
                </a:lnTo>
                <a:lnTo>
                  <a:pt x="154372" y="267295"/>
                </a:lnTo>
                <a:lnTo>
                  <a:pt x="156354" y="265168"/>
                </a:lnTo>
                <a:lnTo>
                  <a:pt x="161821" y="257770"/>
                </a:lnTo>
                <a:lnTo>
                  <a:pt x="165879" y="252866"/>
                </a:lnTo>
                <a:lnTo>
                  <a:pt x="169761" y="248245"/>
                </a:lnTo>
                <a:lnTo>
                  <a:pt x="175404" y="241010"/>
                </a:lnTo>
                <a:lnTo>
                  <a:pt x="177582" y="238720"/>
                </a:lnTo>
                <a:lnTo>
                  <a:pt x="184892" y="229195"/>
                </a:lnTo>
                <a:lnTo>
                  <a:pt x="184929" y="229158"/>
                </a:lnTo>
                <a:lnTo>
                  <a:pt x="192367" y="219670"/>
                </a:lnTo>
                <a:lnTo>
                  <a:pt x="194454" y="217489"/>
                </a:lnTo>
                <a:lnTo>
                  <a:pt x="200477" y="210145"/>
                </a:lnTo>
                <a:lnTo>
                  <a:pt x="203979" y="206363"/>
                </a:lnTo>
                <a:lnTo>
                  <a:pt x="209159" y="200620"/>
                </a:lnTo>
                <a:lnTo>
                  <a:pt x="213504" y="196160"/>
                </a:lnTo>
                <a:lnTo>
                  <a:pt x="218464" y="191095"/>
                </a:lnTo>
                <a:lnTo>
                  <a:pt x="223029" y="186482"/>
                </a:lnTo>
                <a:lnTo>
                  <a:pt x="227890" y="181570"/>
                </a:lnTo>
                <a:lnTo>
                  <a:pt x="232554" y="176882"/>
                </a:lnTo>
                <a:lnTo>
                  <a:pt x="237341" y="172045"/>
                </a:lnTo>
                <a:lnTo>
                  <a:pt x="242079" y="167104"/>
                </a:lnTo>
                <a:lnTo>
                  <a:pt x="246614" y="162520"/>
                </a:lnTo>
                <a:lnTo>
                  <a:pt x="251604" y="157829"/>
                </a:lnTo>
                <a:lnTo>
                  <a:pt x="256916" y="152995"/>
                </a:lnTo>
                <a:lnTo>
                  <a:pt x="261129" y="148981"/>
                </a:lnTo>
                <a:lnTo>
                  <a:pt x="267076" y="143470"/>
                </a:lnTo>
                <a:lnTo>
                  <a:pt x="270654" y="140083"/>
                </a:lnTo>
                <a:lnTo>
                  <a:pt x="277653" y="133945"/>
                </a:lnTo>
                <a:lnTo>
                  <a:pt x="280179" y="131479"/>
                </a:lnTo>
                <a:lnTo>
                  <a:pt x="288711" y="124420"/>
                </a:lnTo>
                <a:lnTo>
                  <a:pt x="289704" y="123448"/>
                </a:lnTo>
                <a:lnTo>
                  <a:pt x="299229" y="117520"/>
                </a:lnTo>
                <a:lnTo>
                  <a:pt x="302099" y="114895"/>
                </a:lnTo>
                <a:lnTo>
                  <a:pt x="308754" y="109591"/>
                </a:lnTo>
                <a:lnTo>
                  <a:pt x="313682" y="105370"/>
                </a:lnTo>
                <a:lnTo>
                  <a:pt x="318279" y="101374"/>
                </a:lnTo>
                <a:lnTo>
                  <a:pt x="325565" y="95845"/>
                </a:lnTo>
                <a:lnTo>
                  <a:pt x="327804" y="93771"/>
                </a:lnTo>
                <a:lnTo>
                  <a:pt x="337329" y="89136"/>
                </a:lnTo>
                <a:lnTo>
                  <a:pt x="340638" y="86320"/>
                </a:lnTo>
                <a:lnTo>
                  <a:pt x="346854" y="81805"/>
                </a:lnTo>
                <a:lnTo>
                  <a:pt x="354606" y="76795"/>
                </a:lnTo>
                <a:lnTo>
                  <a:pt x="356379" y="75208"/>
                </a:lnTo>
                <a:lnTo>
                  <a:pt x="365904" y="70086"/>
                </a:lnTo>
                <a:lnTo>
                  <a:pt x="369493" y="67270"/>
                </a:lnTo>
                <a:lnTo>
                  <a:pt x="375429" y="63294"/>
                </a:lnTo>
                <a:lnTo>
                  <a:pt x="384954" y="59333"/>
                </a:lnTo>
                <a:lnTo>
                  <a:pt x="386837" y="57745"/>
                </a:lnTo>
                <a:lnTo>
                  <a:pt x="394479" y="53223"/>
                </a:lnTo>
                <a:lnTo>
                  <a:pt x="403644" y="48220"/>
                </a:lnTo>
                <a:lnTo>
                  <a:pt x="404004" y="47896"/>
                </a:lnTo>
                <a:lnTo>
                  <a:pt x="413529" y="43437"/>
                </a:lnTo>
                <a:lnTo>
                  <a:pt x="423054" y="39787"/>
                </a:lnTo>
                <a:lnTo>
                  <a:pt x="424433" y="38695"/>
                </a:lnTo>
                <a:lnTo>
                  <a:pt x="432579" y="34474"/>
                </a:lnTo>
                <a:lnTo>
                  <a:pt x="442104" y="31379"/>
                </a:lnTo>
                <a:lnTo>
                  <a:pt x="445564" y="29170"/>
                </a:lnTo>
                <a:lnTo>
                  <a:pt x="451629" y="25873"/>
                </a:lnTo>
                <a:lnTo>
                  <a:pt x="461154" y="23839"/>
                </a:lnTo>
                <a:lnTo>
                  <a:pt x="470679" y="20737"/>
                </a:lnTo>
                <a:lnTo>
                  <a:pt x="472528" y="19645"/>
                </a:lnTo>
                <a:lnTo>
                  <a:pt x="480204" y="16316"/>
                </a:lnTo>
                <a:lnTo>
                  <a:pt x="489729" y="14290"/>
                </a:lnTo>
                <a:lnTo>
                  <a:pt x="499254" y="12240"/>
                </a:lnTo>
                <a:lnTo>
                  <a:pt x="505354" y="10120"/>
                </a:lnTo>
                <a:lnTo>
                  <a:pt x="508779" y="8801"/>
                </a:lnTo>
                <a:lnTo>
                  <a:pt x="518304" y="6434"/>
                </a:lnTo>
                <a:lnTo>
                  <a:pt x="527829" y="5179"/>
                </a:lnTo>
                <a:lnTo>
                  <a:pt x="537354" y="4365"/>
                </a:lnTo>
                <a:lnTo>
                  <a:pt x="546879" y="3336"/>
                </a:lnTo>
                <a:lnTo>
                  <a:pt x="556404" y="2024"/>
                </a:lnTo>
                <a:lnTo>
                  <a:pt x="564342" y="595"/>
                </a:lnTo>
                <a:close/>
              </a:path>
            </a:pathLst>
          </a:custGeom>
          <a:solidFill xmlns:a="http://schemas.openxmlformats.org/drawingml/2006/main">
            <a:srgbClr val="888888"/>
          </a:solidFill>
          <a:ln xmlns:a="http://schemas.openxmlformats.org/drawingml/2006/main" w="0">
            <a:noFill/>
            <a:prstDash val="solid"/>
          </a:ln>
        </p:spPr>
      </p:sp>
      <p:sp>
        <p:nvSpPr>
          <p:cNvPr id="170" name="deep-skill-chaining-source-component-3-gradient-144-0">
            <a:extLst xmlns:a="http://schemas.openxmlformats.org/drawingml/2006/main">
              <a:ext uri="{FF2B5EF4-FFF2-40B4-BE49-F238E27FC236}">
                <a16:creationId xmlns:a16="http://schemas.microsoft.com/office/drawing/2014/main" id="{90B2FDC7-B7EE-40DB-A842-4B2D6E637D86}"/>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09090"/>
          </a:solidFill>
          <a:ln xmlns:a="http://schemas.openxmlformats.org/drawingml/2006/main" w="0">
            <a:noFill/>
            <a:prstDash val="solid"/>
          </a:ln>
        </p:spPr>
      </p:sp>
      <p:sp>
        <p:nvSpPr>
          <p:cNvPr id="171" name="deep-skill-chaining-source-component-3-gradient-146-0">
            <a:extLst xmlns:a="http://schemas.openxmlformats.org/drawingml/2006/main">
              <a:ext uri="{FF2B5EF4-FFF2-40B4-BE49-F238E27FC236}">
                <a16:creationId xmlns:a16="http://schemas.microsoft.com/office/drawing/2014/main" id="{71CD8AB7-C305-40A2-BC36-D939BAABEE0C}"/>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29292"/>
          </a:solidFill>
          <a:ln xmlns:a="http://schemas.openxmlformats.org/drawingml/2006/main" w="0">
            <a:noFill/>
            <a:prstDash val="solid"/>
          </a:ln>
        </p:spPr>
      </p:sp>
      <p:sp>
        <p:nvSpPr>
          <p:cNvPr id="172" name="deep-skill-chaining-source-component-3-gradient-148-0">
            <a:extLst xmlns:a="http://schemas.openxmlformats.org/drawingml/2006/main">
              <a:ext uri="{FF2B5EF4-FFF2-40B4-BE49-F238E27FC236}">
                <a16:creationId xmlns:a16="http://schemas.microsoft.com/office/drawing/2014/main" id="{754CD06D-9FF5-4220-93FE-90D2A5B6782B}"/>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49494"/>
          </a:solidFill>
          <a:ln xmlns:a="http://schemas.openxmlformats.org/drawingml/2006/main" w="0">
            <a:noFill/>
            <a:prstDash val="solid"/>
          </a:ln>
        </p:spPr>
      </p:sp>
      <p:sp>
        <p:nvSpPr>
          <p:cNvPr id="173" name="deep-skill-chaining-source-component-3-gradient-150-0">
            <a:extLst xmlns:a="http://schemas.openxmlformats.org/drawingml/2006/main">
              <a:ext uri="{FF2B5EF4-FFF2-40B4-BE49-F238E27FC236}">
                <a16:creationId xmlns:a16="http://schemas.microsoft.com/office/drawing/2014/main" id="{AF69CB93-CA12-443F-9FF8-547C10CAF933}"/>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69696"/>
          </a:solidFill>
          <a:ln xmlns:a="http://schemas.openxmlformats.org/drawingml/2006/main" w="0">
            <a:noFill/>
            <a:prstDash val="solid"/>
          </a:ln>
        </p:spPr>
      </p:sp>
      <p:sp>
        <p:nvSpPr>
          <p:cNvPr id="174" name="deep-skill-chaining-source-component-3-gradient-152-0">
            <a:extLst xmlns:a="http://schemas.openxmlformats.org/drawingml/2006/main">
              <a:ext uri="{FF2B5EF4-FFF2-40B4-BE49-F238E27FC236}">
                <a16:creationId xmlns:a16="http://schemas.microsoft.com/office/drawing/2014/main" id="{D48099F4-AF67-4D27-B5C4-354880A6BE85}"/>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89898"/>
          </a:solidFill>
          <a:ln xmlns:a="http://schemas.openxmlformats.org/drawingml/2006/main" w="0">
            <a:noFill/>
            <a:prstDash val="solid"/>
          </a:ln>
        </p:spPr>
      </p:sp>
      <p:sp>
        <p:nvSpPr>
          <p:cNvPr id="175" name="deep-skill-chaining-source-component-3-gradient-154-0">
            <a:extLst xmlns:a="http://schemas.openxmlformats.org/drawingml/2006/main">
              <a:ext uri="{FF2B5EF4-FFF2-40B4-BE49-F238E27FC236}">
                <a16:creationId xmlns:a16="http://schemas.microsoft.com/office/drawing/2014/main" id="{98DBD56D-1161-485F-BE80-21E4CAE2877C}"/>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A9A9A"/>
          </a:solidFill>
          <a:ln xmlns:a="http://schemas.openxmlformats.org/drawingml/2006/main" w="0">
            <a:noFill/>
            <a:prstDash val="solid"/>
          </a:ln>
        </p:spPr>
      </p:sp>
      <p:sp>
        <p:nvSpPr>
          <p:cNvPr id="176" name="deep-skill-chaining-source-component-3-gradient-156-0">
            <a:extLst xmlns:a="http://schemas.openxmlformats.org/drawingml/2006/main">
              <a:ext uri="{FF2B5EF4-FFF2-40B4-BE49-F238E27FC236}">
                <a16:creationId xmlns:a16="http://schemas.microsoft.com/office/drawing/2014/main" id="{D9B4DC1B-4140-4A8E-A570-742A39A2295F}"/>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C9C9C"/>
          </a:solidFill>
          <a:ln xmlns:a="http://schemas.openxmlformats.org/drawingml/2006/main" w="0">
            <a:noFill/>
            <a:prstDash val="solid"/>
          </a:ln>
        </p:spPr>
      </p:sp>
      <p:sp>
        <p:nvSpPr>
          <p:cNvPr id="177" name="deep-skill-chaining-source-component-3-gradient-158-0">
            <a:extLst xmlns:a="http://schemas.openxmlformats.org/drawingml/2006/main">
              <a:ext uri="{FF2B5EF4-FFF2-40B4-BE49-F238E27FC236}">
                <a16:creationId xmlns:a16="http://schemas.microsoft.com/office/drawing/2014/main" id="{324FB978-F485-4C9E-97FB-7798414B9200}"/>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9E9E9E"/>
          </a:solidFill>
          <a:ln xmlns:a="http://schemas.openxmlformats.org/drawingml/2006/main" w="0">
            <a:noFill/>
            <a:prstDash val="solid"/>
          </a:ln>
        </p:spPr>
      </p:sp>
      <p:sp>
        <p:nvSpPr>
          <p:cNvPr id="178" name="deep-skill-chaining-source-component-3-gradient-160-0">
            <a:extLst xmlns:a="http://schemas.openxmlformats.org/drawingml/2006/main">
              <a:ext uri="{FF2B5EF4-FFF2-40B4-BE49-F238E27FC236}">
                <a16:creationId xmlns:a16="http://schemas.microsoft.com/office/drawing/2014/main" id="{C6533AC1-39E4-4D5B-871F-4B49D03FD5B9}"/>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0A0A0"/>
          </a:solidFill>
          <a:ln xmlns:a="http://schemas.openxmlformats.org/drawingml/2006/main" w="0">
            <a:noFill/>
            <a:prstDash val="solid"/>
          </a:ln>
        </p:spPr>
      </p:sp>
      <p:sp>
        <p:nvSpPr>
          <p:cNvPr id="179" name="deep-skill-chaining-source-component-3-gradient-162-0">
            <a:extLst xmlns:a="http://schemas.openxmlformats.org/drawingml/2006/main">
              <a:ext uri="{FF2B5EF4-FFF2-40B4-BE49-F238E27FC236}">
                <a16:creationId xmlns:a16="http://schemas.microsoft.com/office/drawing/2014/main" id="{1984754A-D131-425F-8EA6-E01C91FC2907}"/>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2A2A2"/>
          </a:solidFill>
          <a:ln xmlns:a="http://schemas.openxmlformats.org/drawingml/2006/main" w="0">
            <a:noFill/>
            <a:prstDash val="solid"/>
          </a:ln>
        </p:spPr>
      </p:sp>
      <p:sp>
        <p:nvSpPr>
          <p:cNvPr id="180" name="deep-skill-chaining-source-component-3-gradient-164-0">
            <a:extLst xmlns:a="http://schemas.openxmlformats.org/drawingml/2006/main">
              <a:ext uri="{FF2B5EF4-FFF2-40B4-BE49-F238E27FC236}">
                <a16:creationId xmlns:a16="http://schemas.microsoft.com/office/drawing/2014/main" id="{2F186050-3ED3-4BA7-BA14-5AA35B15FF06}"/>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4A4A4"/>
          </a:solidFill>
          <a:ln xmlns:a="http://schemas.openxmlformats.org/drawingml/2006/main" w="0">
            <a:noFill/>
            <a:prstDash val="solid"/>
          </a:ln>
        </p:spPr>
      </p:sp>
      <p:sp>
        <p:nvSpPr>
          <p:cNvPr id="181" name="deep-skill-chaining-source-component-3-gradient-166-0">
            <a:extLst xmlns:a="http://schemas.openxmlformats.org/drawingml/2006/main">
              <a:ext uri="{FF2B5EF4-FFF2-40B4-BE49-F238E27FC236}">
                <a16:creationId xmlns:a16="http://schemas.microsoft.com/office/drawing/2014/main" id="{8E01A338-31B8-4C29-A8A9-33D8D4E7DBFD}"/>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6A6A6"/>
          </a:solidFill>
          <a:ln xmlns:a="http://schemas.openxmlformats.org/drawingml/2006/main" w="0">
            <a:noFill/>
            <a:prstDash val="solid"/>
          </a:ln>
        </p:spPr>
      </p:sp>
      <p:sp>
        <p:nvSpPr>
          <p:cNvPr id="182" name="deep-skill-chaining-source-component-3-gradient-168-0">
            <a:extLst xmlns:a="http://schemas.openxmlformats.org/drawingml/2006/main">
              <a:ext uri="{FF2B5EF4-FFF2-40B4-BE49-F238E27FC236}">
                <a16:creationId xmlns:a16="http://schemas.microsoft.com/office/drawing/2014/main" id="{0282DACF-1500-4F2B-9A2F-EE254C397F4F}"/>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8A8A8"/>
          </a:solidFill>
          <a:ln xmlns:a="http://schemas.openxmlformats.org/drawingml/2006/main" w="0">
            <a:noFill/>
            <a:prstDash val="solid"/>
          </a:ln>
        </p:spPr>
      </p:sp>
      <p:sp>
        <p:nvSpPr>
          <p:cNvPr id="183" name="deep-skill-chaining-source-component-3-gradient-170-0">
            <a:extLst xmlns:a="http://schemas.openxmlformats.org/drawingml/2006/main">
              <a:ext uri="{FF2B5EF4-FFF2-40B4-BE49-F238E27FC236}">
                <a16:creationId xmlns:a16="http://schemas.microsoft.com/office/drawing/2014/main" id="{0FD896A1-7ADA-4062-8C01-9722A62AFAF8}"/>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AAAAA"/>
          </a:solidFill>
          <a:ln xmlns:a="http://schemas.openxmlformats.org/drawingml/2006/main" w="0">
            <a:noFill/>
            <a:prstDash val="solid"/>
          </a:ln>
        </p:spPr>
      </p:sp>
      <p:sp>
        <p:nvSpPr>
          <p:cNvPr id="184" name="deep-skill-chaining-source-component-3-gradient-172-0">
            <a:extLst xmlns:a="http://schemas.openxmlformats.org/drawingml/2006/main">
              <a:ext uri="{FF2B5EF4-FFF2-40B4-BE49-F238E27FC236}">
                <a16:creationId xmlns:a16="http://schemas.microsoft.com/office/drawing/2014/main" id="{EE9DB025-A954-4642-B137-78B9BC2BC78D}"/>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CACAC"/>
          </a:solidFill>
          <a:ln xmlns:a="http://schemas.openxmlformats.org/drawingml/2006/main" w="0">
            <a:noFill/>
            <a:prstDash val="solid"/>
          </a:ln>
        </p:spPr>
      </p:sp>
      <p:sp>
        <p:nvSpPr>
          <p:cNvPr id="185" name="deep-skill-chaining-source-component-3-gradient-174-0">
            <a:extLst xmlns:a="http://schemas.openxmlformats.org/drawingml/2006/main">
              <a:ext uri="{FF2B5EF4-FFF2-40B4-BE49-F238E27FC236}">
                <a16:creationId xmlns:a16="http://schemas.microsoft.com/office/drawing/2014/main" id="{FFEF012F-06EF-447C-86E3-351AA0EFBF18}"/>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AEAEAE"/>
          </a:solidFill>
          <a:ln xmlns:a="http://schemas.openxmlformats.org/drawingml/2006/main" w="0">
            <a:noFill/>
            <a:prstDash val="solid"/>
          </a:ln>
        </p:spPr>
      </p:sp>
      <p:sp>
        <p:nvSpPr>
          <p:cNvPr id="186" name="deep-skill-chaining-source-component-3-gradient-176-0">
            <a:extLst xmlns:a="http://schemas.openxmlformats.org/drawingml/2006/main">
              <a:ext uri="{FF2B5EF4-FFF2-40B4-BE49-F238E27FC236}">
                <a16:creationId xmlns:a16="http://schemas.microsoft.com/office/drawing/2014/main" id="{04B4C5CA-113B-44CE-9583-D9C28320A3A2}"/>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0B0B0"/>
          </a:solidFill>
          <a:ln xmlns:a="http://schemas.openxmlformats.org/drawingml/2006/main" w="0">
            <a:noFill/>
            <a:prstDash val="solid"/>
          </a:ln>
        </p:spPr>
      </p:sp>
      <p:sp>
        <p:nvSpPr>
          <p:cNvPr id="187" name="deep-skill-chaining-source-component-3-gradient-178-0">
            <a:extLst xmlns:a="http://schemas.openxmlformats.org/drawingml/2006/main">
              <a:ext uri="{FF2B5EF4-FFF2-40B4-BE49-F238E27FC236}">
                <a16:creationId xmlns:a16="http://schemas.microsoft.com/office/drawing/2014/main" id="{D83706A6-F691-4062-8CFA-4909DC92BBF3}"/>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2B2B2"/>
          </a:solidFill>
          <a:ln xmlns:a="http://schemas.openxmlformats.org/drawingml/2006/main" w="0">
            <a:noFill/>
            <a:prstDash val="solid"/>
          </a:ln>
        </p:spPr>
      </p:sp>
      <p:sp>
        <p:nvSpPr>
          <p:cNvPr id="188" name="deep-skill-chaining-source-component-3-gradient-180-0">
            <a:extLst xmlns:a="http://schemas.openxmlformats.org/drawingml/2006/main">
              <a:ext uri="{FF2B5EF4-FFF2-40B4-BE49-F238E27FC236}">
                <a16:creationId xmlns:a16="http://schemas.microsoft.com/office/drawing/2014/main" id="{A8D8FE08-10FD-49E4-A5D4-855271B50508}"/>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4B4B4"/>
          </a:solidFill>
          <a:ln xmlns:a="http://schemas.openxmlformats.org/drawingml/2006/main" w="0">
            <a:noFill/>
            <a:prstDash val="solid"/>
          </a:ln>
        </p:spPr>
      </p:sp>
      <p:sp>
        <p:nvSpPr>
          <p:cNvPr id="189" name="deep-skill-chaining-source-component-3-gradient-182-0">
            <a:extLst xmlns:a="http://schemas.openxmlformats.org/drawingml/2006/main">
              <a:ext uri="{FF2B5EF4-FFF2-40B4-BE49-F238E27FC236}">
                <a16:creationId xmlns:a16="http://schemas.microsoft.com/office/drawing/2014/main" id="{B10700C0-D2D8-400E-9CA3-2C612B0015E6}"/>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6B6B6"/>
          </a:solidFill>
          <a:ln xmlns:a="http://schemas.openxmlformats.org/drawingml/2006/main" w="0">
            <a:noFill/>
            <a:prstDash val="solid"/>
          </a:ln>
        </p:spPr>
      </p:sp>
      <p:sp>
        <p:nvSpPr>
          <p:cNvPr id="190" name="deep-skill-chaining-source-component-3-gradient-184-0">
            <a:extLst xmlns:a="http://schemas.openxmlformats.org/drawingml/2006/main">
              <a:ext uri="{FF2B5EF4-FFF2-40B4-BE49-F238E27FC236}">
                <a16:creationId xmlns:a16="http://schemas.microsoft.com/office/drawing/2014/main" id="{9875066F-882B-41CA-BD0F-8D7F5B7A3312}"/>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8B8B8"/>
          </a:solidFill>
          <a:ln xmlns:a="http://schemas.openxmlformats.org/drawingml/2006/main" w="0">
            <a:noFill/>
            <a:prstDash val="solid"/>
          </a:ln>
        </p:spPr>
      </p:sp>
      <p:sp>
        <p:nvSpPr>
          <p:cNvPr id="191" name="deep-skill-chaining-source-component-3-gradient-186-0">
            <a:extLst xmlns:a="http://schemas.openxmlformats.org/drawingml/2006/main">
              <a:ext uri="{FF2B5EF4-FFF2-40B4-BE49-F238E27FC236}">
                <a16:creationId xmlns:a16="http://schemas.microsoft.com/office/drawing/2014/main" id="{E77C6B52-589A-4504-8422-961162103604}"/>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ABABA"/>
          </a:solidFill>
          <a:ln xmlns:a="http://schemas.openxmlformats.org/drawingml/2006/main" w="0">
            <a:noFill/>
            <a:prstDash val="solid"/>
          </a:ln>
        </p:spPr>
      </p:sp>
      <p:sp>
        <p:nvSpPr>
          <p:cNvPr id="192" name="deep-skill-chaining-source-component-3-gradient-188-0">
            <a:extLst xmlns:a="http://schemas.openxmlformats.org/drawingml/2006/main">
              <a:ext uri="{FF2B5EF4-FFF2-40B4-BE49-F238E27FC236}">
                <a16:creationId xmlns:a16="http://schemas.microsoft.com/office/drawing/2014/main" id="{977C5BAD-BF2C-4D9F-AD4E-E6E93BD22DE4}"/>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52463" y="9525"/>
                </a:lnTo>
                <a:lnTo>
                  <a:pt x="657225" y="14288"/>
                </a:lnTo>
                <a:lnTo>
                  <a:pt x="661988" y="19050"/>
                </a:lnTo>
                <a:lnTo>
                  <a:pt x="671513" y="19050"/>
                </a:lnTo>
                <a:lnTo>
                  <a:pt x="681038" y="19050"/>
                </a:lnTo>
                <a:lnTo>
                  <a:pt x="685800" y="23813"/>
                </a:lnTo>
                <a:lnTo>
                  <a:pt x="690563" y="28575"/>
                </a:lnTo>
                <a:lnTo>
                  <a:pt x="700088" y="28575"/>
                </a:lnTo>
                <a:lnTo>
                  <a:pt x="704850" y="33338"/>
                </a:lnTo>
                <a:lnTo>
                  <a:pt x="709613" y="38100"/>
                </a:lnTo>
                <a:lnTo>
                  <a:pt x="719138" y="38100"/>
                </a:lnTo>
                <a:lnTo>
                  <a:pt x="723900" y="42863"/>
                </a:lnTo>
                <a:lnTo>
                  <a:pt x="728663" y="47625"/>
                </a:lnTo>
                <a:lnTo>
                  <a:pt x="733425" y="52388"/>
                </a:lnTo>
                <a:lnTo>
                  <a:pt x="738188" y="57150"/>
                </a:lnTo>
                <a:lnTo>
                  <a:pt x="742950" y="61913"/>
                </a:lnTo>
                <a:lnTo>
                  <a:pt x="747713" y="66675"/>
                </a:lnTo>
                <a:lnTo>
                  <a:pt x="757238" y="66675"/>
                </a:lnTo>
                <a:lnTo>
                  <a:pt x="762000" y="71438"/>
                </a:lnTo>
                <a:lnTo>
                  <a:pt x="762000" y="80963"/>
                </a:lnTo>
                <a:lnTo>
                  <a:pt x="766763" y="85725"/>
                </a:lnTo>
                <a:lnTo>
                  <a:pt x="771525" y="90488"/>
                </a:lnTo>
                <a:lnTo>
                  <a:pt x="776288" y="95250"/>
                </a:lnTo>
                <a:lnTo>
                  <a:pt x="781050" y="100013"/>
                </a:lnTo>
                <a:lnTo>
                  <a:pt x="785813" y="104775"/>
                </a:lnTo>
                <a:lnTo>
                  <a:pt x="790575" y="109538"/>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CBCBC"/>
          </a:solidFill>
          <a:ln xmlns:a="http://schemas.openxmlformats.org/drawingml/2006/main" w="0">
            <a:noFill/>
            <a:prstDash val="solid"/>
          </a:ln>
        </p:spPr>
      </p:sp>
      <p:sp>
        <p:nvSpPr>
          <p:cNvPr id="193" name="deep-skill-chaining-source-component-3-gradient-190-0">
            <a:extLst xmlns:a="http://schemas.openxmlformats.org/drawingml/2006/main">
              <a:ext uri="{FF2B5EF4-FFF2-40B4-BE49-F238E27FC236}">
                <a16:creationId xmlns:a16="http://schemas.microsoft.com/office/drawing/2014/main" id="{8A71396B-0D7F-4947-B1CE-82FA8A49945A}"/>
              </a:ext>
            </a:extLst>
          </p:cNvPr>
          <p:cNvSpPr>
            <a:spLocks xmlns:a="http://schemas.openxmlformats.org/drawingml/2006/main" noGrp="1"/>
          </p:cNvSpPr>
          <p:nvPr/>
        </p:nvSpPr>
        <p:spPr>
          <a:xfrm xmlns:a="http://schemas.openxmlformats.org/drawingml/2006/main" rot="0">
            <a:off x="9591675" y="933450"/>
            <a:ext cx="838200" cy="1000125"/>
          </a:xfrm>
          <a:custGeom xmlns:a="http://schemas.openxmlformats.org/drawingml/2006/main">
            <a:pathLst>
              <a:path w="838200" h="1000125">
                <a:moveTo>
                  <a:pt x="561975" y="4763"/>
                </a:moveTo>
                <a:lnTo>
                  <a:pt x="566738" y="0"/>
                </a:lnTo>
                <a:lnTo>
                  <a:pt x="576263" y="0"/>
                </a:lnTo>
                <a:lnTo>
                  <a:pt x="585788" y="0"/>
                </a:lnTo>
                <a:lnTo>
                  <a:pt x="595313" y="0"/>
                </a:lnTo>
                <a:lnTo>
                  <a:pt x="604838" y="0"/>
                </a:lnTo>
                <a:lnTo>
                  <a:pt x="609600" y="4763"/>
                </a:lnTo>
                <a:lnTo>
                  <a:pt x="614363" y="9525"/>
                </a:lnTo>
                <a:lnTo>
                  <a:pt x="623888" y="9525"/>
                </a:lnTo>
                <a:lnTo>
                  <a:pt x="633413" y="9525"/>
                </a:lnTo>
                <a:lnTo>
                  <a:pt x="642938" y="9525"/>
                </a:lnTo>
                <a:lnTo>
                  <a:pt x="647700" y="14288"/>
                </a:lnTo>
                <a:lnTo>
                  <a:pt x="652463" y="19050"/>
                </a:lnTo>
                <a:lnTo>
                  <a:pt x="661988" y="19050"/>
                </a:lnTo>
                <a:lnTo>
                  <a:pt x="671513" y="19050"/>
                </a:lnTo>
                <a:lnTo>
                  <a:pt x="681038" y="19050"/>
                </a:lnTo>
                <a:lnTo>
                  <a:pt x="685800" y="23813"/>
                </a:lnTo>
                <a:lnTo>
                  <a:pt x="690563" y="28575"/>
                </a:lnTo>
                <a:lnTo>
                  <a:pt x="695325" y="33338"/>
                </a:lnTo>
                <a:lnTo>
                  <a:pt x="700088" y="38100"/>
                </a:lnTo>
                <a:lnTo>
                  <a:pt x="709613" y="38100"/>
                </a:lnTo>
                <a:lnTo>
                  <a:pt x="714375" y="42863"/>
                </a:lnTo>
                <a:lnTo>
                  <a:pt x="719138" y="47625"/>
                </a:lnTo>
                <a:lnTo>
                  <a:pt x="723900" y="52388"/>
                </a:lnTo>
                <a:lnTo>
                  <a:pt x="728663" y="57150"/>
                </a:lnTo>
                <a:lnTo>
                  <a:pt x="733425" y="61913"/>
                </a:lnTo>
                <a:lnTo>
                  <a:pt x="738188" y="66675"/>
                </a:lnTo>
                <a:lnTo>
                  <a:pt x="747713" y="66675"/>
                </a:lnTo>
                <a:lnTo>
                  <a:pt x="752475" y="71438"/>
                </a:lnTo>
                <a:lnTo>
                  <a:pt x="757238" y="76200"/>
                </a:lnTo>
                <a:lnTo>
                  <a:pt x="762000" y="80963"/>
                </a:lnTo>
                <a:lnTo>
                  <a:pt x="766763" y="85725"/>
                </a:lnTo>
                <a:lnTo>
                  <a:pt x="771525" y="90488"/>
                </a:lnTo>
                <a:lnTo>
                  <a:pt x="771525" y="100013"/>
                </a:lnTo>
                <a:lnTo>
                  <a:pt x="776288" y="104775"/>
                </a:lnTo>
                <a:lnTo>
                  <a:pt x="781050" y="109538"/>
                </a:lnTo>
                <a:lnTo>
                  <a:pt x="785813" y="114300"/>
                </a:lnTo>
                <a:lnTo>
                  <a:pt x="790575" y="119063"/>
                </a:lnTo>
                <a:lnTo>
                  <a:pt x="795338" y="123825"/>
                </a:lnTo>
                <a:lnTo>
                  <a:pt x="800100" y="128588"/>
                </a:lnTo>
                <a:lnTo>
                  <a:pt x="800100" y="138113"/>
                </a:lnTo>
                <a:lnTo>
                  <a:pt x="804863" y="142875"/>
                </a:lnTo>
                <a:lnTo>
                  <a:pt x="809625" y="147638"/>
                </a:lnTo>
                <a:lnTo>
                  <a:pt x="809625" y="157163"/>
                </a:lnTo>
                <a:lnTo>
                  <a:pt x="814388" y="161925"/>
                </a:lnTo>
                <a:lnTo>
                  <a:pt x="819150" y="166688"/>
                </a:lnTo>
                <a:lnTo>
                  <a:pt x="819150" y="176213"/>
                </a:lnTo>
                <a:lnTo>
                  <a:pt x="819150" y="185738"/>
                </a:lnTo>
                <a:lnTo>
                  <a:pt x="823913" y="190500"/>
                </a:lnTo>
                <a:lnTo>
                  <a:pt x="828675" y="195263"/>
                </a:lnTo>
                <a:lnTo>
                  <a:pt x="828675" y="204788"/>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8200" y="376238"/>
                </a:lnTo>
                <a:lnTo>
                  <a:pt x="833438" y="381000"/>
                </a:lnTo>
                <a:lnTo>
                  <a:pt x="828675" y="385763"/>
                </a:lnTo>
                <a:lnTo>
                  <a:pt x="828675" y="395288"/>
                </a:lnTo>
                <a:lnTo>
                  <a:pt x="828675" y="404813"/>
                </a:lnTo>
                <a:lnTo>
                  <a:pt x="828675" y="414338"/>
                </a:lnTo>
                <a:lnTo>
                  <a:pt x="828675" y="423863"/>
                </a:lnTo>
                <a:lnTo>
                  <a:pt x="823913" y="428625"/>
                </a:lnTo>
                <a:lnTo>
                  <a:pt x="819150" y="433388"/>
                </a:lnTo>
                <a:lnTo>
                  <a:pt x="819150" y="442913"/>
                </a:lnTo>
                <a:lnTo>
                  <a:pt x="819150" y="452438"/>
                </a:lnTo>
                <a:lnTo>
                  <a:pt x="819150" y="461963"/>
                </a:lnTo>
                <a:lnTo>
                  <a:pt x="814388" y="466725"/>
                </a:lnTo>
                <a:lnTo>
                  <a:pt x="809625" y="471488"/>
                </a:lnTo>
                <a:lnTo>
                  <a:pt x="809625" y="481013"/>
                </a:lnTo>
                <a:lnTo>
                  <a:pt x="809625" y="490538"/>
                </a:lnTo>
                <a:lnTo>
                  <a:pt x="804863" y="495300"/>
                </a:lnTo>
                <a:lnTo>
                  <a:pt x="800100" y="500063"/>
                </a:lnTo>
                <a:lnTo>
                  <a:pt x="800100" y="509588"/>
                </a:lnTo>
                <a:lnTo>
                  <a:pt x="800100" y="519113"/>
                </a:lnTo>
                <a:lnTo>
                  <a:pt x="795338" y="523875"/>
                </a:lnTo>
                <a:lnTo>
                  <a:pt x="790575" y="528638"/>
                </a:lnTo>
                <a:lnTo>
                  <a:pt x="790575" y="538163"/>
                </a:lnTo>
                <a:lnTo>
                  <a:pt x="790575" y="547688"/>
                </a:lnTo>
                <a:lnTo>
                  <a:pt x="785813" y="552450"/>
                </a:lnTo>
                <a:lnTo>
                  <a:pt x="781050" y="557213"/>
                </a:lnTo>
                <a:lnTo>
                  <a:pt x="781050" y="566738"/>
                </a:lnTo>
                <a:lnTo>
                  <a:pt x="776288" y="571500"/>
                </a:lnTo>
                <a:lnTo>
                  <a:pt x="771525" y="576263"/>
                </a:lnTo>
                <a:lnTo>
                  <a:pt x="771525" y="585788"/>
                </a:lnTo>
                <a:lnTo>
                  <a:pt x="766763" y="590550"/>
                </a:lnTo>
                <a:lnTo>
                  <a:pt x="762000" y="595313"/>
                </a:lnTo>
                <a:lnTo>
                  <a:pt x="762000" y="604838"/>
                </a:lnTo>
                <a:lnTo>
                  <a:pt x="757238" y="609600"/>
                </a:lnTo>
                <a:lnTo>
                  <a:pt x="752475" y="614363"/>
                </a:lnTo>
                <a:lnTo>
                  <a:pt x="752475" y="623888"/>
                </a:lnTo>
                <a:lnTo>
                  <a:pt x="747713" y="628650"/>
                </a:lnTo>
                <a:lnTo>
                  <a:pt x="742950" y="633413"/>
                </a:lnTo>
                <a:lnTo>
                  <a:pt x="742950" y="642938"/>
                </a:lnTo>
                <a:lnTo>
                  <a:pt x="738188" y="647700"/>
                </a:lnTo>
                <a:lnTo>
                  <a:pt x="733425" y="652463"/>
                </a:lnTo>
                <a:lnTo>
                  <a:pt x="733425" y="661988"/>
                </a:lnTo>
                <a:lnTo>
                  <a:pt x="728663" y="666750"/>
                </a:lnTo>
                <a:lnTo>
                  <a:pt x="723900" y="671513"/>
                </a:lnTo>
                <a:lnTo>
                  <a:pt x="719138" y="676275"/>
                </a:lnTo>
                <a:lnTo>
                  <a:pt x="714375" y="681038"/>
                </a:lnTo>
                <a:lnTo>
                  <a:pt x="714375" y="690563"/>
                </a:lnTo>
                <a:lnTo>
                  <a:pt x="709613" y="695325"/>
                </a:lnTo>
                <a:lnTo>
                  <a:pt x="704850" y="700088"/>
                </a:lnTo>
                <a:lnTo>
                  <a:pt x="700088" y="704850"/>
                </a:lnTo>
                <a:lnTo>
                  <a:pt x="695325" y="709613"/>
                </a:lnTo>
                <a:lnTo>
                  <a:pt x="695325" y="719138"/>
                </a:lnTo>
                <a:lnTo>
                  <a:pt x="690563" y="723900"/>
                </a:lnTo>
                <a:lnTo>
                  <a:pt x="685800" y="728663"/>
                </a:lnTo>
                <a:lnTo>
                  <a:pt x="681038" y="733425"/>
                </a:lnTo>
                <a:lnTo>
                  <a:pt x="676275" y="738188"/>
                </a:lnTo>
                <a:lnTo>
                  <a:pt x="671513" y="742950"/>
                </a:lnTo>
                <a:lnTo>
                  <a:pt x="666750" y="747713"/>
                </a:lnTo>
                <a:lnTo>
                  <a:pt x="666750" y="757238"/>
                </a:lnTo>
                <a:lnTo>
                  <a:pt x="661988" y="762000"/>
                </a:lnTo>
                <a:lnTo>
                  <a:pt x="657225" y="766763"/>
                </a:lnTo>
                <a:lnTo>
                  <a:pt x="652463" y="771525"/>
                </a:lnTo>
                <a:lnTo>
                  <a:pt x="647700" y="776288"/>
                </a:lnTo>
                <a:lnTo>
                  <a:pt x="642938" y="781050"/>
                </a:lnTo>
                <a:lnTo>
                  <a:pt x="638175" y="785813"/>
                </a:lnTo>
                <a:lnTo>
                  <a:pt x="633413" y="790575"/>
                </a:lnTo>
                <a:lnTo>
                  <a:pt x="628650" y="795338"/>
                </a:lnTo>
                <a:lnTo>
                  <a:pt x="623888" y="800100"/>
                </a:lnTo>
                <a:lnTo>
                  <a:pt x="619125" y="804863"/>
                </a:lnTo>
                <a:lnTo>
                  <a:pt x="614363" y="809625"/>
                </a:lnTo>
                <a:lnTo>
                  <a:pt x="609600" y="814388"/>
                </a:lnTo>
                <a:lnTo>
                  <a:pt x="604838" y="819150"/>
                </a:lnTo>
                <a:lnTo>
                  <a:pt x="600075" y="823913"/>
                </a:lnTo>
                <a:lnTo>
                  <a:pt x="595313" y="828675"/>
                </a:lnTo>
                <a:lnTo>
                  <a:pt x="590550" y="833438"/>
                </a:lnTo>
                <a:lnTo>
                  <a:pt x="585788" y="838200"/>
                </a:lnTo>
                <a:lnTo>
                  <a:pt x="581025" y="842963"/>
                </a:lnTo>
                <a:lnTo>
                  <a:pt x="576263" y="847725"/>
                </a:lnTo>
                <a:lnTo>
                  <a:pt x="571500" y="852488"/>
                </a:lnTo>
                <a:lnTo>
                  <a:pt x="566738" y="857250"/>
                </a:lnTo>
                <a:lnTo>
                  <a:pt x="561975" y="862013"/>
                </a:lnTo>
                <a:lnTo>
                  <a:pt x="557213" y="866775"/>
                </a:lnTo>
                <a:lnTo>
                  <a:pt x="552450" y="871538"/>
                </a:lnTo>
                <a:lnTo>
                  <a:pt x="547688" y="876300"/>
                </a:lnTo>
                <a:lnTo>
                  <a:pt x="542925" y="881063"/>
                </a:lnTo>
                <a:lnTo>
                  <a:pt x="538163" y="885825"/>
                </a:lnTo>
                <a:lnTo>
                  <a:pt x="528638" y="885825"/>
                </a:lnTo>
                <a:lnTo>
                  <a:pt x="523875" y="890588"/>
                </a:lnTo>
                <a:lnTo>
                  <a:pt x="519113" y="895350"/>
                </a:lnTo>
                <a:lnTo>
                  <a:pt x="514350" y="900113"/>
                </a:lnTo>
                <a:lnTo>
                  <a:pt x="509588" y="904875"/>
                </a:lnTo>
                <a:lnTo>
                  <a:pt x="500063" y="904875"/>
                </a:lnTo>
                <a:lnTo>
                  <a:pt x="495300" y="909638"/>
                </a:lnTo>
                <a:lnTo>
                  <a:pt x="490538" y="914400"/>
                </a:lnTo>
                <a:lnTo>
                  <a:pt x="485775" y="919163"/>
                </a:lnTo>
                <a:lnTo>
                  <a:pt x="481013" y="923925"/>
                </a:lnTo>
                <a:lnTo>
                  <a:pt x="471488" y="923925"/>
                </a:lnTo>
                <a:lnTo>
                  <a:pt x="466725" y="928688"/>
                </a:lnTo>
                <a:lnTo>
                  <a:pt x="461963" y="933450"/>
                </a:lnTo>
                <a:lnTo>
                  <a:pt x="457200" y="938213"/>
                </a:lnTo>
                <a:lnTo>
                  <a:pt x="452438" y="942975"/>
                </a:lnTo>
                <a:lnTo>
                  <a:pt x="442913" y="942975"/>
                </a:lnTo>
                <a:lnTo>
                  <a:pt x="438150" y="947738"/>
                </a:lnTo>
                <a:lnTo>
                  <a:pt x="433388" y="952500"/>
                </a:lnTo>
                <a:lnTo>
                  <a:pt x="423863" y="952500"/>
                </a:lnTo>
                <a:lnTo>
                  <a:pt x="419100" y="957263"/>
                </a:lnTo>
                <a:lnTo>
                  <a:pt x="414338" y="962025"/>
                </a:lnTo>
                <a:lnTo>
                  <a:pt x="404813" y="962025"/>
                </a:lnTo>
                <a:lnTo>
                  <a:pt x="395288" y="962025"/>
                </a:lnTo>
                <a:lnTo>
                  <a:pt x="390525" y="966788"/>
                </a:lnTo>
                <a:lnTo>
                  <a:pt x="385763" y="971550"/>
                </a:lnTo>
                <a:lnTo>
                  <a:pt x="376238" y="971550"/>
                </a:lnTo>
                <a:lnTo>
                  <a:pt x="371475" y="976313"/>
                </a:lnTo>
                <a:lnTo>
                  <a:pt x="366713" y="981075"/>
                </a:lnTo>
                <a:lnTo>
                  <a:pt x="357188" y="981075"/>
                </a:lnTo>
                <a:lnTo>
                  <a:pt x="347663" y="981075"/>
                </a:lnTo>
                <a:lnTo>
                  <a:pt x="338138" y="981075"/>
                </a:lnTo>
                <a:lnTo>
                  <a:pt x="333375" y="985838"/>
                </a:lnTo>
                <a:lnTo>
                  <a:pt x="328613" y="990600"/>
                </a:lnTo>
                <a:lnTo>
                  <a:pt x="319088" y="990600"/>
                </a:lnTo>
                <a:lnTo>
                  <a:pt x="309563" y="990600"/>
                </a:lnTo>
                <a:lnTo>
                  <a:pt x="300038" y="990600"/>
                </a:lnTo>
                <a:lnTo>
                  <a:pt x="290513" y="990600"/>
                </a:lnTo>
                <a:lnTo>
                  <a:pt x="280988" y="990600"/>
                </a:lnTo>
                <a:lnTo>
                  <a:pt x="276225" y="995363"/>
                </a:lnTo>
                <a:lnTo>
                  <a:pt x="271463" y="1000125"/>
                </a:lnTo>
                <a:lnTo>
                  <a:pt x="261938" y="1000125"/>
                </a:lnTo>
                <a:lnTo>
                  <a:pt x="252413" y="1000125"/>
                </a:lnTo>
                <a:lnTo>
                  <a:pt x="242888" y="1000125"/>
                </a:lnTo>
                <a:lnTo>
                  <a:pt x="238125" y="995363"/>
                </a:lnTo>
                <a:lnTo>
                  <a:pt x="233363" y="990600"/>
                </a:lnTo>
                <a:lnTo>
                  <a:pt x="223838" y="990600"/>
                </a:lnTo>
                <a:lnTo>
                  <a:pt x="214313" y="990600"/>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38113" y="971550"/>
                </a:lnTo>
                <a:lnTo>
                  <a:pt x="133350" y="966788"/>
                </a:lnTo>
                <a:lnTo>
                  <a:pt x="128588" y="962025"/>
                </a:lnTo>
                <a:lnTo>
                  <a:pt x="119063" y="962025"/>
                </a:lnTo>
                <a:lnTo>
                  <a:pt x="114300" y="957263"/>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7150" y="890588"/>
                </a:lnTo>
                <a:lnTo>
                  <a:pt x="52388" y="885825"/>
                </a:lnTo>
                <a:lnTo>
                  <a:pt x="47625" y="881063"/>
                </a:lnTo>
                <a:lnTo>
                  <a:pt x="42863" y="876300"/>
                </a:lnTo>
                <a:lnTo>
                  <a:pt x="38100" y="871538"/>
                </a:lnTo>
                <a:lnTo>
                  <a:pt x="38100" y="862013"/>
                </a:lnTo>
                <a:lnTo>
                  <a:pt x="33338" y="857250"/>
                </a:lnTo>
                <a:lnTo>
                  <a:pt x="28575" y="852488"/>
                </a:lnTo>
                <a:lnTo>
                  <a:pt x="28575" y="842963"/>
                </a:lnTo>
                <a:lnTo>
                  <a:pt x="23813" y="838200"/>
                </a:lnTo>
                <a:lnTo>
                  <a:pt x="19050" y="833438"/>
                </a:lnTo>
                <a:lnTo>
                  <a:pt x="19050" y="823913"/>
                </a:lnTo>
                <a:lnTo>
                  <a:pt x="19050" y="814388"/>
                </a:lnTo>
                <a:lnTo>
                  <a:pt x="19050" y="804863"/>
                </a:lnTo>
                <a:lnTo>
                  <a:pt x="14288" y="800100"/>
                </a:lnTo>
                <a:lnTo>
                  <a:pt x="9525" y="795338"/>
                </a:lnTo>
                <a:lnTo>
                  <a:pt x="9525" y="785813"/>
                </a:lnTo>
                <a:lnTo>
                  <a:pt x="9525" y="776288"/>
                </a:lnTo>
                <a:lnTo>
                  <a:pt x="9525" y="766763"/>
                </a:lnTo>
                <a:lnTo>
                  <a:pt x="9525" y="757238"/>
                </a:lnTo>
                <a:lnTo>
                  <a:pt x="4763" y="752475"/>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57150" y="433388"/>
                </a:lnTo>
                <a:lnTo>
                  <a:pt x="61913" y="428625"/>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100013" y="361950"/>
                </a:lnTo>
                <a:lnTo>
                  <a:pt x="104775" y="357188"/>
                </a:lnTo>
                <a:lnTo>
                  <a:pt x="104775" y="347663"/>
                </a:lnTo>
                <a:lnTo>
                  <a:pt x="109538" y="342900"/>
                </a:lnTo>
                <a:lnTo>
                  <a:pt x="114300" y="338138"/>
                </a:lnTo>
                <a:lnTo>
                  <a:pt x="114300" y="328613"/>
                </a:lnTo>
                <a:lnTo>
                  <a:pt x="119063" y="323850"/>
                </a:lnTo>
                <a:lnTo>
                  <a:pt x="123825" y="319088"/>
                </a:lnTo>
                <a:lnTo>
                  <a:pt x="128588" y="314325"/>
                </a:lnTo>
                <a:lnTo>
                  <a:pt x="133350" y="309563"/>
                </a:lnTo>
                <a:lnTo>
                  <a:pt x="133350" y="300038"/>
                </a:lnTo>
                <a:lnTo>
                  <a:pt x="138113" y="295275"/>
                </a:lnTo>
                <a:lnTo>
                  <a:pt x="142875" y="290513"/>
                </a:lnTo>
                <a:lnTo>
                  <a:pt x="147638" y="285750"/>
                </a:lnTo>
                <a:lnTo>
                  <a:pt x="152400" y="280988"/>
                </a:lnTo>
                <a:lnTo>
                  <a:pt x="152400" y="271463"/>
                </a:lnTo>
                <a:lnTo>
                  <a:pt x="157163" y="266700"/>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4788" y="209550"/>
                </a:lnTo>
                <a:lnTo>
                  <a:pt x="209550" y="204788"/>
                </a:lnTo>
                <a:lnTo>
                  <a:pt x="214313" y="200025"/>
                </a:lnTo>
                <a:lnTo>
                  <a:pt x="219075" y="195263"/>
                </a:lnTo>
                <a:lnTo>
                  <a:pt x="223838" y="190500"/>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300038" y="123825"/>
                </a:lnTo>
                <a:lnTo>
                  <a:pt x="304800" y="119063"/>
                </a:lnTo>
                <a:lnTo>
                  <a:pt x="309563" y="114300"/>
                </a:lnTo>
                <a:lnTo>
                  <a:pt x="314325" y="109538"/>
                </a:lnTo>
                <a:lnTo>
                  <a:pt x="319088" y="104775"/>
                </a:lnTo>
                <a:lnTo>
                  <a:pt x="323850" y="100013"/>
                </a:lnTo>
                <a:lnTo>
                  <a:pt x="328613" y="95250"/>
                </a:lnTo>
                <a:lnTo>
                  <a:pt x="338138" y="95250"/>
                </a:lnTo>
                <a:lnTo>
                  <a:pt x="342900" y="90488"/>
                </a:lnTo>
                <a:lnTo>
                  <a:pt x="347663" y="85725"/>
                </a:lnTo>
                <a:lnTo>
                  <a:pt x="352425" y="80963"/>
                </a:lnTo>
                <a:lnTo>
                  <a:pt x="357188" y="76200"/>
                </a:lnTo>
                <a:lnTo>
                  <a:pt x="366713" y="76200"/>
                </a:lnTo>
                <a:lnTo>
                  <a:pt x="371475" y="71438"/>
                </a:lnTo>
                <a:lnTo>
                  <a:pt x="376238" y="66675"/>
                </a:lnTo>
                <a:lnTo>
                  <a:pt x="385763" y="66675"/>
                </a:lnTo>
                <a:lnTo>
                  <a:pt x="390525" y="61913"/>
                </a:lnTo>
                <a:lnTo>
                  <a:pt x="395288" y="57150"/>
                </a:lnTo>
                <a:lnTo>
                  <a:pt x="400050" y="52388"/>
                </a:lnTo>
                <a:lnTo>
                  <a:pt x="404813" y="47625"/>
                </a:lnTo>
                <a:lnTo>
                  <a:pt x="414338" y="47625"/>
                </a:lnTo>
                <a:lnTo>
                  <a:pt x="423863" y="47625"/>
                </a:lnTo>
                <a:lnTo>
                  <a:pt x="428625" y="42863"/>
                </a:lnTo>
                <a:lnTo>
                  <a:pt x="433388" y="38100"/>
                </a:lnTo>
                <a:lnTo>
                  <a:pt x="442913" y="38100"/>
                </a:lnTo>
                <a:lnTo>
                  <a:pt x="447675" y="33338"/>
                </a:lnTo>
                <a:lnTo>
                  <a:pt x="452438" y="28575"/>
                </a:lnTo>
                <a:lnTo>
                  <a:pt x="461963" y="28575"/>
                </a:lnTo>
                <a:lnTo>
                  <a:pt x="471488" y="28575"/>
                </a:lnTo>
                <a:lnTo>
                  <a:pt x="476250" y="23813"/>
                </a:lnTo>
                <a:lnTo>
                  <a:pt x="481013" y="19050"/>
                </a:lnTo>
                <a:lnTo>
                  <a:pt x="490538" y="19050"/>
                </a:lnTo>
                <a:lnTo>
                  <a:pt x="500063" y="19050"/>
                </a:lnTo>
                <a:lnTo>
                  <a:pt x="504825" y="14288"/>
                </a:lnTo>
                <a:lnTo>
                  <a:pt x="509588" y="9525"/>
                </a:lnTo>
                <a:lnTo>
                  <a:pt x="519113" y="9525"/>
                </a:lnTo>
                <a:lnTo>
                  <a:pt x="528638" y="9525"/>
                </a:lnTo>
                <a:lnTo>
                  <a:pt x="538163" y="9525"/>
                </a:lnTo>
                <a:lnTo>
                  <a:pt x="547688" y="9525"/>
                </a:lnTo>
                <a:lnTo>
                  <a:pt x="557213" y="9525"/>
                </a:lnTo>
                <a:lnTo>
                  <a:pt x="561975" y="4763"/>
                </a:lnTo>
                <a:close/>
              </a:path>
            </a:pathLst>
          </a:custGeom>
          <a:solidFill xmlns:a="http://schemas.openxmlformats.org/drawingml/2006/main">
            <a:srgbClr val="BEBEBE"/>
          </a:solidFill>
          <a:ln xmlns:a="http://schemas.openxmlformats.org/drawingml/2006/main" w="0">
            <a:noFill/>
            <a:prstDash val="solid"/>
          </a:ln>
        </p:spPr>
      </p:sp>
      <p:sp>
        <p:nvSpPr>
          <p:cNvPr id="194" name="deep-skill-chaining-source-component-3-gradient-192-0">
            <a:extLst xmlns:a="http://schemas.openxmlformats.org/drawingml/2006/main">
              <a:ext uri="{FF2B5EF4-FFF2-40B4-BE49-F238E27FC236}">
                <a16:creationId xmlns:a16="http://schemas.microsoft.com/office/drawing/2014/main" id="{8706DCF0-B46C-447C-867D-28ABE0F1344B}"/>
              </a:ext>
            </a:extLst>
          </p:cNvPr>
          <p:cNvSpPr>
            <a:spLocks xmlns:a="http://schemas.openxmlformats.org/drawingml/2006/main" noGrp="1"/>
          </p:cNvSpPr>
          <p:nvPr/>
        </p:nvSpPr>
        <p:spPr>
          <a:xfrm xmlns:a="http://schemas.openxmlformats.org/drawingml/2006/main" rot="0">
            <a:off x="9591675" y="942975"/>
            <a:ext cx="838200" cy="990600"/>
          </a:xfrm>
          <a:custGeom xmlns:a="http://schemas.openxmlformats.org/drawingml/2006/main">
            <a:pathLst>
              <a:path w="838200" h="990600">
                <a:moveTo>
                  <a:pt x="504825" y="4763"/>
                </a:move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09600" y="4763"/>
                </a:lnTo>
                <a:lnTo>
                  <a:pt x="614363" y="9525"/>
                </a:lnTo>
                <a:lnTo>
                  <a:pt x="623888" y="9525"/>
                </a:lnTo>
                <a:lnTo>
                  <a:pt x="628650" y="14288"/>
                </a:lnTo>
                <a:lnTo>
                  <a:pt x="633413" y="19050"/>
                </a:lnTo>
                <a:lnTo>
                  <a:pt x="642938" y="19050"/>
                </a:lnTo>
                <a:lnTo>
                  <a:pt x="647700" y="23813"/>
                </a:lnTo>
                <a:lnTo>
                  <a:pt x="652463" y="28575"/>
                </a:lnTo>
                <a:lnTo>
                  <a:pt x="661988" y="28575"/>
                </a:lnTo>
                <a:lnTo>
                  <a:pt x="666750" y="33338"/>
                </a:lnTo>
                <a:lnTo>
                  <a:pt x="671513" y="38100"/>
                </a:lnTo>
                <a:lnTo>
                  <a:pt x="681038" y="38100"/>
                </a:lnTo>
                <a:lnTo>
                  <a:pt x="685800" y="42863"/>
                </a:lnTo>
                <a:lnTo>
                  <a:pt x="690563" y="47625"/>
                </a:lnTo>
                <a:lnTo>
                  <a:pt x="700088" y="47625"/>
                </a:lnTo>
                <a:lnTo>
                  <a:pt x="704850" y="52388"/>
                </a:lnTo>
                <a:lnTo>
                  <a:pt x="709613" y="57150"/>
                </a:lnTo>
                <a:lnTo>
                  <a:pt x="714375" y="61913"/>
                </a:lnTo>
                <a:lnTo>
                  <a:pt x="719138" y="66675"/>
                </a:lnTo>
                <a:lnTo>
                  <a:pt x="728663" y="66675"/>
                </a:lnTo>
                <a:lnTo>
                  <a:pt x="738188" y="66675"/>
                </a:lnTo>
                <a:lnTo>
                  <a:pt x="742950" y="71438"/>
                </a:lnTo>
                <a:lnTo>
                  <a:pt x="747713" y="76200"/>
                </a:lnTo>
                <a:lnTo>
                  <a:pt x="752475" y="80963"/>
                </a:lnTo>
                <a:lnTo>
                  <a:pt x="757238" y="85725"/>
                </a:lnTo>
                <a:lnTo>
                  <a:pt x="762000" y="90488"/>
                </a:lnTo>
                <a:lnTo>
                  <a:pt x="766763" y="95250"/>
                </a:lnTo>
                <a:lnTo>
                  <a:pt x="771525" y="100013"/>
                </a:lnTo>
                <a:lnTo>
                  <a:pt x="776288" y="104775"/>
                </a:lnTo>
                <a:lnTo>
                  <a:pt x="781050" y="109538"/>
                </a:lnTo>
                <a:lnTo>
                  <a:pt x="785813" y="114300"/>
                </a:lnTo>
                <a:lnTo>
                  <a:pt x="790575" y="119063"/>
                </a:lnTo>
                <a:lnTo>
                  <a:pt x="795338" y="123825"/>
                </a:lnTo>
                <a:lnTo>
                  <a:pt x="800100" y="128588"/>
                </a:lnTo>
                <a:lnTo>
                  <a:pt x="804863" y="133350"/>
                </a:lnTo>
                <a:lnTo>
                  <a:pt x="809625" y="138113"/>
                </a:lnTo>
                <a:lnTo>
                  <a:pt x="809625" y="147638"/>
                </a:lnTo>
                <a:lnTo>
                  <a:pt x="814388" y="152400"/>
                </a:lnTo>
                <a:lnTo>
                  <a:pt x="819150" y="157163"/>
                </a:lnTo>
                <a:lnTo>
                  <a:pt x="819150" y="166688"/>
                </a:lnTo>
                <a:lnTo>
                  <a:pt x="819150" y="176213"/>
                </a:lnTo>
                <a:lnTo>
                  <a:pt x="823913" y="180975"/>
                </a:lnTo>
                <a:lnTo>
                  <a:pt x="828675" y="185738"/>
                </a:lnTo>
                <a:lnTo>
                  <a:pt x="828675" y="195263"/>
                </a:lnTo>
                <a:lnTo>
                  <a:pt x="828675" y="204788"/>
                </a:lnTo>
                <a:lnTo>
                  <a:pt x="828675" y="214313"/>
                </a:lnTo>
                <a:lnTo>
                  <a:pt x="828675" y="223838"/>
                </a:lnTo>
                <a:lnTo>
                  <a:pt x="833438" y="228600"/>
                </a:lnTo>
                <a:lnTo>
                  <a:pt x="838200" y="233363"/>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3438" y="371475"/>
                </a:lnTo>
                <a:lnTo>
                  <a:pt x="828675" y="376238"/>
                </a:lnTo>
                <a:lnTo>
                  <a:pt x="828675" y="385763"/>
                </a:lnTo>
                <a:lnTo>
                  <a:pt x="828675" y="395288"/>
                </a:lnTo>
                <a:lnTo>
                  <a:pt x="828675" y="404813"/>
                </a:lnTo>
                <a:lnTo>
                  <a:pt x="828675" y="414338"/>
                </a:lnTo>
                <a:lnTo>
                  <a:pt x="823913" y="419100"/>
                </a:lnTo>
                <a:lnTo>
                  <a:pt x="819150" y="423863"/>
                </a:lnTo>
                <a:lnTo>
                  <a:pt x="819150" y="433388"/>
                </a:lnTo>
                <a:lnTo>
                  <a:pt x="819150" y="442913"/>
                </a:lnTo>
                <a:lnTo>
                  <a:pt x="819150" y="452438"/>
                </a:lnTo>
                <a:lnTo>
                  <a:pt x="814388" y="457200"/>
                </a:lnTo>
                <a:lnTo>
                  <a:pt x="809625" y="461963"/>
                </a:lnTo>
                <a:lnTo>
                  <a:pt x="809625" y="471488"/>
                </a:lnTo>
                <a:lnTo>
                  <a:pt x="809625" y="481013"/>
                </a:lnTo>
                <a:lnTo>
                  <a:pt x="804863" y="485775"/>
                </a:lnTo>
                <a:lnTo>
                  <a:pt x="800100" y="490538"/>
                </a:lnTo>
                <a:lnTo>
                  <a:pt x="800100" y="500063"/>
                </a:lnTo>
                <a:lnTo>
                  <a:pt x="800100" y="509588"/>
                </a:lnTo>
                <a:lnTo>
                  <a:pt x="795338" y="514350"/>
                </a:lnTo>
                <a:lnTo>
                  <a:pt x="790575" y="519113"/>
                </a:lnTo>
                <a:lnTo>
                  <a:pt x="790575" y="528638"/>
                </a:lnTo>
                <a:lnTo>
                  <a:pt x="790575" y="538163"/>
                </a:lnTo>
                <a:lnTo>
                  <a:pt x="785813" y="542925"/>
                </a:lnTo>
                <a:lnTo>
                  <a:pt x="781050" y="547688"/>
                </a:lnTo>
                <a:lnTo>
                  <a:pt x="781050" y="557213"/>
                </a:lnTo>
                <a:lnTo>
                  <a:pt x="776288" y="561975"/>
                </a:lnTo>
                <a:lnTo>
                  <a:pt x="771525" y="566738"/>
                </a:lnTo>
                <a:lnTo>
                  <a:pt x="771525" y="576263"/>
                </a:lnTo>
                <a:lnTo>
                  <a:pt x="766763" y="581025"/>
                </a:lnTo>
                <a:lnTo>
                  <a:pt x="762000" y="585788"/>
                </a:lnTo>
                <a:lnTo>
                  <a:pt x="762000" y="595313"/>
                </a:lnTo>
                <a:lnTo>
                  <a:pt x="757238" y="600075"/>
                </a:lnTo>
                <a:lnTo>
                  <a:pt x="752475" y="604838"/>
                </a:lnTo>
                <a:lnTo>
                  <a:pt x="752475" y="614363"/>
                </a:lnTo>
                <a:lnTo>
                  <a:pt x="747713" y="619125"/>
                </a:lnTo>
                <a:lnTo>
                  <a:pt x="742950" y="623888"/>
                </a:lnTo>
                <a:lnTo>
                  <a:pt x="742950" y="633413"/>
                </a:lnTo>
                <a:lnTo>
                  <a:pt x="738188" y="638175"/>
                </a:lnTo>
                <a:lnTo>
                  <a:pt x="733425" y="642938"/>
                </a:lnTo>
                <a:lnTo>
                  <a:pt x="733425" y="652463"/>
                </a:lnTo>
                <a:lnTo>
                  <a:pt x="728663" y="657225"/>
                </a:lnTo>
                <a:lnTo>
                  <a:pt x="723900" y="661988"/>
                </a:lnTo>
                <a:lnTo>
                  <a:pt x="719138" y="666750"/>
                </a:lnTo>
                <a:lnTo>
                  <a:pt x="714375" y="671513"/>
                </a:lnTo>
                <a:lnTo>
                  <a:pt x="714375" y="681038"/>
                </a:lnTo>
                <a:lnTo>
                  <a:pt x="709613" y="685800"/>
                </a:lnTo>
                <a:lnTo>
                  <a:pt x="704850" y="690563"/>
                </a:lnTo>
                <a:lnTo>
                  <a:pt x="700088" y="695325"/>
                </a:lnTo>
                <a:lnTo>
                  <a:pt x="695325" y="700088"/>
                </a:lnTo>
                <a:lnTo>
                  <a:pt x="695325" y="709613"/>
                </a:lnTo>
                <a:lnTo>
                  <a:pt x="690563" y="714375"/>
                </a:lnTo>
                <a:lnTo>
                  <a:pt x="685800" y="719138"/>
                </a:lnTo>
                <a:lnTo>
                  <a:pt x="681038" y="723900"/>
                </a:lnTo>
                <a:lnTo>
                  <a:pt x="676275" y="728663"/>
                </a:lnTo>
                <a:lnTo>
                  <a:pt x="671513" y="733425"/>
                </a:lnTo>
                <a:lnTo>
                  <a:pt x="666750" y="738188"/>
                </a:lnTo>
                <a:lnTo>
                  <a:pt x="666750" y="747713"/>
                </a:lnTo>
                <a:lnTo>
                  <a:pt x="661988" y="752475"/>
                </a:lnTo>
                <a:lnTo>
                  <a:pt x="657225" y="757238"/>
                </a:lnTo>
                <a:lnTo>
                  <a:pt x="652463" y="762000"/>
                </a:lnTo>
                <a:lnTo>
                  <a:pt x="647700" y="766763"/>
                </a:lnTo>
                <a:lnTo>
                  <a:pt x="642938" y="771525"/>
                </a:lnTo>
                <a:lnTo>
                  <a:pt x="638175" y="776288"/>
                </a:lnTo>
                <a:lnTo>
                  <a:pt x="633413" y="781050"/>
                </a:lnTo>
                <a:lnTo>
                  <a:pt x="628650" y="785813"/>
                </a:lnTo>
                <a:lnTo>
                  <a:pt x="623888" y="790575"/>
                </a:lnTo>
                <a:lnTo>
                  <a:pt x="619125" y="795338"/>
                </a:lnTo>
                <a:lnTo>
                  <a:pt x="614363" y="800100"/>
                </a:lnTo>
                <a:lnTo>
                  <a:pt x="609600" y="804863"/>
                </a:lnTo>
                <a:lnTo>
                  <a:pt x="604838" y="809625"/>
                </a:lnTo>
                <a:lnTo>
                  <a:pt x="600075" y="814388"/>
                </a:lnTo>
                <a:lnTo>
                  <a:pt x="595313" y="819150"/>
                </a:lnTo>
                <a:lnTo>
                  <a:pt x="590550" y="823913"/>
                </a:lnTo>
                <a:lnTo>
                  <a:pt x="585788" y="828675"/>
                </a:lnTo>
                <a:lnTo>
                  <a:pt x="581025" y="833438"/>
                </a:lnTo>
                <a:lnTo>
                  <a:pt x="576263" y="838200"/>
                </a:lnTo>
                <a:lnTo>
                  <a:pt x="571500" y="842963"/>
                </a:lnTo>
                <a:lnTo>
                  <a:pt x="566738" y="847725"/>
                </a:lnTo>
                <a:lnTo>
                  <a:pt x="561975" y="852488"/>
                </a:lnTo>
                <a:lnTo>
                  <a:pt x="557213" y="857250"/>
                </a:lnTo>
                <a:lnTo>
                  <a:pt x="552450" y="862013"/>
                </a:lnTo>
                <a:lnTo>
                  <a:pt x="547688" y="866775"/>
                </a:lnTo>
                <a:lnTo>
                  <a:pt x="542925" y="871538"/>
                </a:lnTo>
                <a:lnTo>
                  <a:pt x="538163" y="876300"/>
                </a:lnTo>
                <a:lnTo>
                  <a:pt x="528638" y="876300"/>
                </a:lnTo>
                <a:lnTo>
                  <a:pt x="523875" y="881063"/>
                </a:lnTo>
                <a:lnTo>
                  <a:pt x="519113" y="885825"/>
                </a:lnTo>
                <a:lnTo>
                  <a:pt x="514350" y="890588"/>
                </a:lnTo>
                <a:lnTo>
                  <a:pt x="509588" y="895350"/>
                </a:lnTo>
                <a:lnTo>
                  <a:pt x="500063" y="895350"/>
                </a:lnTo>
                <a:lnTo>
                  <a:pt x="495300" y="900113"/>
                </a:lnTo>
                <a:lnTo>
                  <a:pt x="490538" y="904875"/>
                </a:lnTo>
                <a:lnTo>
                  <a:pt x="485775" y="909638"/>
                </a:lnTo>
                <a:lnTo>
                  <a:pt x="481013" y="914400"/>
                </a:lnTo>
                <a:lnTo>
                  <a:pt x="471488" y="914400"/>
                </a:lnTo>
                <a:lnTo>
                  <a:pt x="466725" y="919163"/>
                </a:lnTo>
                <a:lnTo>
                  <a:pt x="461963" y="923925"/>
                </a:lnTo>
                <a:lnTo>
                  <a:pt x="457200" y="928688"/>
                </a:lnTo>
                <a:lnTo>
                  <a:pt x="452438" y="933450"/>
                </a:lnTo>
                <a:lnTo>
                  <a:pt x="442913" y="933450"/>
                </a:lnTo>
                <a:lnTo>
                  <a:pt x="438150" y="938213"/>
                </a:lnTo>
                <a:lnTo>
                  <a:pt x="433388" y="942975"/>
                </a:lnTo>
                <a:lnTo>
                  <a:pt x="423863" y="942975"/>
                </a:lnTo>
                <a:lnTo>
                  <a:pt x="419100" y="947738"/>
                </a:lnTo>
                <a:lnTo>
                  <a:pt x="414338" y="952500"/>
                </a:lnTo>
                <a:lnTo>
                  <a:pt x="404813" y="952500"/>
                </a:lnTo>
                <a:lnTo>
                  <a:pt x="395288" y="952500"/>
                </a:lnTo>
                <a:lnTo>
                  <a:pt x="390525" y="957263"/>
                </a:lnTo>
                <a:lnTo>
                  <a:pt x="385763" y="962025"/>
                </a:lnTo>
                <a:lnTo>
                  <a:pt x="376238" y="962025"/>
                </a:lnTo>
                <a:lnTo>
                  <a:pt x="371475" y="966788"/>
                </a:lnTo>
                <a:lnTo>
                  <a:pt x="366713" y="971550"/>
                </a:lnTo>
                <a:lnTo>
                  <a:pt x="357188" y="971550"/>
                </a:lnTo>
                <a:lnTo>
                  <a:pt x="347663" y="971550"/>
                </a:lnTo>
                <a:lnTo>
                  <a:pt x="338138" y="971550"/>
                </a:lnTo>
                <a:lnTo>
                  <a:pt x="333375" y="976313"/>
                </a:lnTo>
                <a:lnTo>
                  <a:pt x="328613" y="981075"/>
                </a:lnTo>
                <a:lnTo>
                  <a:pt x="319088" y="981075"/>
                </a:lnTo>
                <a:lnTo>
                  <a:pt x="309563" y="981075"/>
                </a:lnTo>
                <a:lnTo>
                  <a:pt x="300038" y="981075"/>
                </a:lnTo>
                <a:lnTo>
                  <a:pt x="290513" y="981075"/>
                </a:lnTo>
                <a:lnTo>
                  <a:pt x="280988" y="981075"/>
                </a:lnTo>
                <a:lnTo>
                  <a:pt x="276225" y="985838"/>
                </a:lnTo>
                <a:lnTo>
                  <a:pt x="271463" y="990600"/>
                </a:lnTo>
                <a:lnTo>
                  <a:pt x="261938" y="990600"/>
                </a:lnTo>
                <a:lnTo>
                  <a:pt x="252413" y="990600"/>
                </a:lnTo>
                <a:lnTo>
                  <a:pt x="242888" y="990600"/>
                </a:lnTo>
                <a:lnTo>
                  <a:pt x="238125" y="985838"/>
                </a:lnTo>
                <a:lnTo>
                  <a:pt x="233363" y="981075"/>
                </a:lnTo>
                <a:lnTo>
                  <a:pt x="223838" y="981075"/>
                </a:lnTo>
                <a:lnTo>
                  <a:pt x="214313" y="981075"/>
                </a:lnTo>
                <a:lnTo>
                  <a:pt x="204788" y="981075"/>
                </a:lnTo>
                <a:lnTo>
                  <a:pt x="195263" y="981075"/>
                </a:lnTo>
                <a:lnTo>
                  <a:pt x="185738" y="981075"/>
                </a:lnTo>
                <a:lnTo>
                  <a:pt x="180975" y="976313"/>
                </a:lnTo>
                <a:lnTo>
                  <a:pt x="176213" y="971550"/>
                </a:lnTo>
                <a:lnTo>
                  <a:pt x="166688" y="971550"/>
                </a:lnTo>
                <a:lnTo>
                  <a:pt x="161925" y="966788"/>
                </a:lnTo>
                <a:lnTo>
                  <a:pt x="157163" y="962025"/>
                </a:lnTo>
                <a:lnTo>
                  <a:pt x="147638" y="962025"/>
                </a:lnTo>
                <a:lnTo>
                  <a:pt x="142875" y="957263"/>
                </a:lnTo>
                <a:lnTo>
                  <a:pt x="138113" y="952500"/>
                </a:lnTo>
                <a:lnTo>
                  <a:pt x="133350" y="947738"/>
                </a:lnTo>
                <a:lnTo>
                  <a:pt x="128588" y="942975"/>
                </a:lnTo>
                <a:lnTo>
                  <a:pt x="119063" y="942975"/>
                </a:lnTo>
                <a:lnTo>
                  <a:pt x="114300" y="938213"/>
                </a:lnTo>
                <a:lnTo>
                  <a:pt x="109538" y="933450"/>
                </a:lnTo>
                <a:lnTo>
                  <a:pt x="104775" y="928688"/>
                </a:lnTo>
                <a:lnTo>
                  <a:pt x="100013" y="923925"/>
                </a:lnTo>
                <a:lnTo>
                  <a:pt x="90488" y="923925"/>
                </a:lnTo>
                <a:lnTo>
                  <a:pt x="85725" y="919163"/>
                </a:lnTo>
                <a:lnTo>
                  <a:pt x="85725" y="909638"/>
                </a:lnTo>
                <a:lnTo>
                  <a:pt x="80963" y="904875"/>
                </a:lnTo>
                <a:lnTo>
                  <a:pt x="71438" y="904875"/>
                </a:lnTo>
                <a:lnTo>
                  <a:pt x="66675" y="900113"/>
                </a:lnTo>
                <a:lnTo>
                  <a:pt x="61913" y="895350"/>
                </a:lnTo>
                <a:lnTo>
                  <a:pt x="57150" y="890588"/>
                </a:lnTo>
                <a:lnTo>
                  <a:pt x="57150" y="881063"/>
                </a:lnTo>
                <a:lnTo>
                  <a:pt x="52388" y="876300"/>
                </a:lnTo>
                <a:lnTo>
                  <a:pt x="47625" y="871538"/>
                </a:lnTo>
                <a:lnTo>
                  <a:pt x="42863" y="866775"/>
                </a:lnTo>
                <a:lnTo>
                  <a:pt x="38100" y="862013"/>
                </a:lnTo>
                <a:lnTo>
                  <a:pt x="38100" y="852488"/>
                </a:lnTo>
                <a:lnTo>
                  <a:pt x="33338" y="847725"/>
                </a:lnTo>
                <a:lnTo>
                  <a:pt x="28575" y="842963"/>
                </a:lnTo>
                <a:lnTo>
                  <a:pt x="28575" y="833438"/>
                </a:lnTo>
                <a:lnTo>
                  <a:pt x="23813" y="828675"/>
                </a:lnTo>
                <a:lnTo>
                  <a:pt x="19050" y="823913"/>
                </a:lnTo>
                <a:lnTo>
                  <a:pt x="19050" y="814388"/>
                </a:lnTo>
                <a:lnTo>
                  <a:pt x="19050" y="804863"/>
                </a:lnTo>
                <a:lnTo>
                  <a:pt x="19050" y="795338"/>
                </a:lnTo>
                <a:lnTo>
                  <a:pt x="14288" y="790575"/>
                </a:lnTo>
                <a:lnTo>
                  <a:pt x="9525" y="785813"/>
                </a:lnTo>
                <a:lnTo>
                  <a:pt x="9525" y="776288"/>
                </a:lnTo>
                <a:lnTo>
                  <a:pt x="9525" y="766763"/>
                </a:lnTo>
                <a:lnTo>
                  <a:pt x="9525" y="757238"/>
                </a:lnTo>
                <a:lnTo>
                  <a:pt x="9525" y="747713"/>
                </a:lnTo>
                <a:lnTo>
                  <a:pt x="4763" y="742950"/>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4763" y="628650"/>
                </a:lnTo>
                <a:lnTo>
                  <a:pt x="9525" y="623888"/>
                </a:lnTo>
                <a:lnTo>
                  <a:pt x="9525" y="614363"/>
                </a:lnTo>
                <a:lnTo>
                  <a:pt x="9525" y="604838"/>
                </a:lnTo>
                <a:lnTo>
                  <a:pt x="9525" y="595313"/>
                </a:lnTo>
                <a:lnTo>
                  <a:pt x="9525" y="585788"/>
                </a:lnTo>
                <a:lnTo>
                  <a:pt x="9525" y="576263"/>
                </a:lnTo>
                <a:lnTo>
                  <a:pt x="14288" y="571500"/>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42863" y="466725"/>
                </a:lnTo>
                <a:lnTo>
                  <a:pt x="47625" y="461963"/>
                </a:lnTo>
                <a:lnTo>
                  <a:pt x="47625" y="452438"/>
                </a:lnTo>
                <a:lnTo>
                  <a:pt x="52388" y="447675"/>
                </a:lnTo>
                <a:lnTo>
                  <a:pt x="57150" y="442913"/>
                </a:lnTo>
                <a:lnTo>
                  <a:pt x="57150" y="433388"/>
                </a:lnTo>
                <a:lnTo>
                  <a:pt x="57150" y="423863"/>
                </a:lnTo>
                <a:lnTo>
                  <a:pt x="61913" y="419100"/>
                </a:lnTo>
                <a:lnTo>
                  <a:pt x="66675" y="414338"/>
                </a:lnTo>
                <a:lnTo>
                  <a:pt x="66675" y="404813"/>
                </a:lnTo>
                <a:lnTo>
                  <a:pt x="71438" y="400050"/>
                </a:lnTo>
                <a:lnTo>
                  <a:pt x="76200" y="395288"/>
                </a:lnTo>
                <a:lnTo>
                  <a:pt x="76200" y="385763"/>
                </a:lnTo>
                <a:lnTo>
                  <a:pt x="80963" y="381000"/>
                </a:lnTo>
                <a:lnTo>
                  <a:pt x="85725" y="376238"/>
                </a:lnTo>
                <a:lnTo>
                  <a:pt x="85725" y="366713"/>
                </a:lnTo>
                <a:lnTo>
                  <a:pt x="90488" y="361950"/>
                </a:lnTo>
                <a:lnTo>
                  <a:pt x="95250" y="357188"/>
                </a:lnTo>
                <a:lnTo>
                  <a:pt x="100013" y="352425"/>
                </a:lnTo>
                <a:lnTo>
                  <a:pt x="104775" y="347663"/>
                </a:lnTo>
                <a:lnTo>
                  <a:pt x="104775" y="338138"/>
                </a:lnTo>
                <a:lnTo>
                  <a:pt x="109538" y="333375"/>
                </a:lnTo>
                <a:lnTo>
                  <a:pt x="114300" y="328613"/>
                </a:lnTo>
                <a:lnTo>
                  <a:pt x="114300" y="319088"/>
                </a:lnTo>
                <a:lnTo>
                  <a:pt x="119063" y="314325"/>
                </a:lnTo>
                <a:lnTo>
                  <a:pt x="123825" y="309563"/>
                </a:lnTo>
                <a:lnTo>
                  <a:pt x="128588" y="304800"/>
                </a:lnTo>
                <a:lnTo>
                  <a:pt x="133350" y="300038"/>
                </a:lnTo>
                <a:lnTo>
                  <a:pt x="133350" y="290513"/>
                </a:lnTo>
                <a:lnTo>
                  <a:pt x="138113" y="285750"/>
                </a:lnTo>
                <a:lnTo>
                  <a:pt x="142875" y="280988"/>
                </a:lnTo>
                <a:lnTo>
                  <a:pt x="147638" y="276225"/>
                </a:lnTo>
                <a:lnTo>
                  <a:pt x="152400" y="271463"/>
                </a:lnTo>
                <a:lnTo>
                  <a:pt x="152400" y="261938"/>
                </a:lnTo>
                <a:lnTo>
                  <a:pt x="157163" y="257175"/>
                </a:lnTo>
                <a:lnTo>
                  <a:pt x="161925" y="252413"/>
                </a:lnTo>
                <a:lnTo>
                  <a:pt x="166688" y="247650"/>
                </a:lnTo>
                <a:lnTo>
                  <a:pt x="171450" y="242888"/>
                </a:lnTo>
                <a:lnTo>
                  <a:pt x="176213" y="238125"/>
                </a:lnTo>
                <a:lnTo>
                  <a:pt x="180975" y="233363"/>
                </a:lnTo>
                <a:lnTo>
                  <a:pt x="180975" y="223838"/>
                </a:lnTo>
                <a:lnTo>
                  <a:pt x="185738" y="219075"/>
                </a:lnTo>
                <a:lnTo>
                  <a:pt x="190500" y="214313"/>
                </a:lnTo>
                <a:lnTo>
                  <a:pt x="195263" y="209550"/>
                </a:lnTo>
                <a:lnTo>
                  <a:pt x="200025" y="204788"/>
                </a:lnTo>
                <a:lnTo>
                  <a:pt x="204788" y="200025"/>
                </a:lnTo>
                <a:lnTo>
                  <a:pt x="209550" y="195263"/>
                </a:lnTo>
                <a:lnTo>
                  <a:pt x="214313" y="190500"/>
                </a:lnTo>
                <a:lnTo>
                  <a:pt x="219075" y="185738"/>
                </a:lnTo>
                <a:lnTo>
                  <a:pt x="223838" y="180975"/>
                </a:lnTo>
                <a:lnTo>
                  <a:pt x="228600" y="176213"/>
                </a:lnTo>
                <a:lnTo>
                  <a:pt x="233363" y="171450"/>
                </a:lnTo>
                <a:lnTo>
                  <a:pt x="238125" y="166688"/>
                </a:lnTo>
                <a:lnTo>
                  <a:pt x="242888" y="161925"/>
                </a:lnTo>
                <a:lnTo>
                  <a:pt x="247650" y="157163"/>
                </a:lnTo>
                <a:lnTo>
                  <a:pt x="252413" y="152400"/>
                </a:lnTo>
                <a:lnTo>
                  <a:pt x="257175" y="147638"/>
                </a:lnTo>
                <a:lnTo>
                  <a:pt x="261938" y="142875"/>
                </a:lnTo>
                <a:lnTo>
                  <a:pt x="266700" y="138113"/>
                </a:lnTo>
                <a:lnTo>
                  <a:pt x="271463" y="133350"/>
                </a:lnTo>
                <a:lnTo>
                  <a:pt x="276225" y="128588"/>
                </a:lnTo>
                <a:lnTo>
                  <a:pt x="280988" y="123825"/>
                </a:lnTo>
                <a:lnTo>
                  <a:pt x="285750" y="119063"/>
                </a:lnTo>
                <a:lnTo>
                  <a:pt x="290513" y="114300"/>
                </a:lnTo>
                <a:lnTo>
                  <a:pt x="300038" y="114300"/>
                </a:lnTo>
                <a:lnTo>
                  <a:pt x="304800" y="109538"/>
                </a:lnTo>
                <a:lnTo>
                  <a:pt x="309563" y="104775"/>
                </a:lnTo>
                <a:lnTo>
                  <a:pt x="314325" y="100013"/>
                </a:lnTo>
                <a:lnTo>
                  <a:pt x="319088" y="95250"/>
                </a:lnTo>
                <a:lnTo>
                  <a:pt x="323850" y="90488"/>
                </a:lnTo>
                <a:lnTo>
                  <a:pt x="328613" y="85725"/>
                </a:lnTo>
                <a:lnTo>
                  <a:pt x="338138" y="85725"/>
                </a:lnTo>
                <a:lnTo>
                  <a:pt x="342900" y="80963"/>
                </a:lnTo>
                <a:lnTo>
                  <a:pt x="347663" y="76200"/>
                </a:lnTo>
                <a:lnTo>
                  <a:pt x="352425" y="71438"/>
                </a:lnTo>
                <a:lnTo>
                  <a:pt x="357188" y="66675"/>
                </a:lnTo>
                <a:lnTo>
                  <a:pt x="366713" y="66675"/>
                </a:lnTo>
                <a:lnTo>
                  <a:pt x="371475" y="61913"/>
                </a:lnTo>
                <a:lnTo>
                  <a:pt x="376238" y="57150"/>
                </a:lnTo>
                <a:lnTo>
                  <a:pt x="385763" y="57150"/>
                </a:lnTo>
                <a:lnTo>
                  <a:pt x="390525" y="52388"/>
                </a:lnTo>
                <a:lnTo>
                  <a:pt x="395288" y="47625"/>
                </a:lnTo>
                <a:lnTo>
                  <a:pt x="400050" y="42863"/>
                </a:lnTo>
                <a:lnTo>
                  <a:pt x="404813" y="38100"/>
                </a:lnTo>
                <a:lnTo>
                  <a:pt x="414338" y="38100"/>
                </a:lnTo>
                <a:lnTo>
                  <a:pt x="423863" y="38100"/>
                </a:lnTo>
                <a:lnTo>
                  <a:pt x="428625" y="33338"/>
                </a:lnTo>
                <a:lnTo>
                  <a:pt x="433388" y="28575"/>
                </a:lnTo>
                <a:lnTo>
                  <a:pt x="442913" y="28575"/>
                </a:lnTo>
                <a:lnTo>
                  <a:pt x="447675" y="23813"/>
                </a:lnTo>
                <a:lnTo>
                  <a:pt x="452438" y="19050"/>
                </a:lnTo>
                <a:lnTo>
                  <a:pt x="461963" y="19050"/>
                </a:lnTo>
                <a:lnTo>
                  <a:pt x="471488" y="19050"/>
                </a:lnTo>
                <a:lnTo>
                  <a:pt x="476250" y="14288"/>
                </a:lnTo>
                <a:lnTo>
                  <a:pt x="481013" y="9525"/>
                </a:lnTo>
                <a:lnTo>
                  <a:pt x="490538" y="9525"/>
                </a:lnTo>
                <a:lnTo>
                  <a:pt x="500063" y="9525"/>
                </a:lnTo>
                <a:lnTo>
                  <a:pt x="504825" y="4763"/>
                </a:lnTo>
                <a:close/>
              </a:path>
            </a:pathLst>
          </a:custGeom>
          <a:solidFill xmlns:a="http://schemas.openxmlformats.org/drawingml/2006/main">
            <a:srgbClr val="C0C0C0"/>
          </a:solidFill>
          <a:ln xmlns:a="http://schemas.openxmlformats.org/drawingml/2006/main" w="0">
            <a:noFill/>
            <a:prstDash val="solid"/>
          </a:ln>
        </p:spPr>
      </p:sp>
      <p:sp>
        <p:nvSpPr>
          <p:cNvPr id="195" name="deep-skill-chaining-source-component-3-gradient-194-0">
            <a:extLst xmlns:a="http://schemas.openxmlformats.org/drawingml/2006/main">
              <a:ext uri="{FF2B5EF4-FFF2-40B4-BE49-F238E27FC236}">
                <a16:creationId xmlns:a16="http://schemas.microsoft.com/office/drawing/2014/main" id="{0FDA6AEF-0BDC-47DD-9B0A-D8F29BA2D1E2}"/>
              </a:ext>
            </a:extLst>
          </p:cNvPr>
          <p:cNvSpPr>
            <a:spLocks xmlns:a="http://schemas.openxmlformats.org/drawingml/2006/main" noGrp="1"/>
          </p:cNvSpPr>
          <p:nvPr/>
        </p:nvSpPr>
        <p:spPr>
          <a:xfrm xmlns:a="http://schemas.openxmlformats.org/drawingml/2006/main" rot="0">
            <a:off x="9591675" y="942975"/>
            <a:ext cx="838200" cy="990600"/>
          </a:xfrm>
          <a:custGeom xmlns:a="http://schemas.openxmlformats.org/drawingml/2006/main">
            <a:pathLst>
              <a:path w="838200" h="990600">
                <a:moveTo>
                  <a:pt x="504825" y="4763"/>
                </a:moveTo>
                <a:lnTo>
                  <a:pt x="509588" y="0"/>
                </a:lnTo>
                <a:lnTo>
                  <a:pt x="514350" y="4763"/>
                </a:lnTo>
                <a:lnTo>
                  <a:pt x="519113" y="9525"/>
                </a:lnTo>
                <a:lnTo>
                  <a:pt x="523875" y="4763"/>
                </a:lnTo>
                <a:lnTo>
                  <a:pt x="528638" y="0"/>
                </a:lnTo>
                <a:lnTo>
                  <a:pt x="538163" y="0"/>
                </a:lnTo>
                <a:lnTo>
                  <a:pt x="542925" y="4763"/>
                </a:lnTo>
                <a:lnTo>
                  <a:pt x="547688" y="9525"/>
                </a:lnTo>
                <a:lnTo>
                  <a:pt x="557213" y="9525"/>
                </a:lnTo>
                <a:lnTo>
                  <a:pt x="566738" y="9525"/>
                </a:lnTo>
                <a:lnTo>
                  <a:pt x="571500" y="14288"/>
                </a:lnTo>
                <a:lnTo>
                  <a:pt x="576263" y="19050"/>
                </a:lnTo>
                <a:lnTo>
                  <a:pt x="585788" y="19050"/>
                </a:lnTo>
                <a:lnTo>
                  <a:pt x="595313" y="19050"/>
                </a:lnTo>
                <a:lnTo>
                  <a:pt x="600075" y="23813"/>
                </a:lnTo>
                <a:lnTo>
                  <a:pt x="604838" y="28575"/>
                </a:lnTo>
                <a:lnTo>
                  <a:pt x="614363" y="28575"/>
                </a:lnTo>
                <a:lnTo>
                  <a:pt x="623888" y="28575"/>
                </a:lnTo>
                <a:lnTo>
                  <a:pt x="628650" y="33338"/>
                </a:lnTo>
                <a:lnTo>
                  <a:pt x="633413" y="38100"/>
                </a:lnTo>
                <a:lnTo>
                  <a:pt x="642938" y="38100"/>
                </a:lnTo>
                <a:lnTo>
                  <a:pt x="652463" y="38100"/>
                </a:lnTo>
                <a:lnTo>
                  <a:pt x="657225" y="42863"/>
                </a:lnTo>
                <a:lnTo>
                  <a:pt x="661988" y="47625"/>
                </a:lnTo>
                <a:lnTo>
                  <a:pt x="666750" y="52388"/>
                </a:lnTo>
                <a:lnTo>
                  <a:pt x="671513" y="57150"/>
                </a:lnTo>
                <a:lnTo>
                  <a:pt x="681038" y="57150"/>
                </a:lnTo>
                <a:lnTo>
                  <a:pt x="685800" y="61913"/>
                </a:lnTo>
                <a:lnTo>
                  <a:pt x="690563" y="66675"/>
                </a:lnTo>
                <a:lnTo>
                  <a:pt x="695325" y="71438"/>
                </a:lnTo>
                <a:lnTo>
                  <a:pt x="700088" y="76200"/>
                </a:lnTo>
                <a:lnTo>
                  <a:pt x="709613" y="76200"/>
                </a:lnTo>
                <a:lnTo>
                  <a:pt x="714375" y="80963"/>
                </a:lnTo>
                <a:lnTo>
                  <a:pt x="719138" y="85725"/>
                </a:lnTo>
                <a:lnTo>
                  <a:pt x="723900" y="90488"/>
                </a:lnTo>
                <a:lnTo>
                  <a:pt x="728663" y="95250"/>
                </a:lnTo>
                <a:lnTo>
                  <a:pt x="738188" y="95250"/>
                </a:lnTo>
                <a:lnTo>
                  <a:pt x="742950" y="100013"/>
                </a:lnTo>
                <a:lnTo>
                  <a:pt x="747713" y="104775"/>
                </a:lnTo>
                <a:lnTo>
                  <a:pt x="752475" y="109538"/>
                </a:lnTo>
                <a:lnTo>
                  <a:pt x="757238" y="114300"/>
                </a:lnTo>
                <a:lnTo>
                  <a:pt x="766763" y="114300"/>
                </a:lnTo>
                <a:lnTo>
                  <a:pt x="771525" y="119063"/>
                </a:lnTo>
                <a:lnTo>
                  <a:pt x="776288" y="123825"/>
                </a:lnTo>
                <a:lnTo>
                  <a:pt x="781050" y="128588"/>
                </a:lnTo>
                <a:lnTo>
                  <a:pt x="785813" y="133350"/>
                </a:lnTo>
                <a:lnTo>
                  <a:pt x="795338" y="133350"/>
                </a:lnTo>
                <a:lnTo>
                  <a:pt x="800100" y="138113"/>
                </a:lnTo>
                <a:lnTo>
                  <a:pt x="804863" y="142875"/>
                </a:lnTo>
                <a:lnTo>
                  <a:pt x="809625" y="147638"/>
                </a:lnTo>
                <a:lnTo>
                  <a:pt x="809625" y="157163"/>
                </a:lnTo>
                <a:lnTo>
                  <a:pt x="814388" y="161925"/>
                </a:lnTo>
                <a:lnTo>
                  <a:pt x="819150" y="166688"/>
                </a:lnTo>
                <a:lnTo>
                  <a:pt x="819150" y="176213"/>
                </a:lnTo>
                <a:lnTo>
                  <a:pt x="819150" y="185738"/>
                </a:lnTo>
                <a:lnTo>
                  <a:pt x="819150" y="195263"/>
                </a:lnTo>
                <a:lnTo>
                  <a:pt x="823913" y="200025"/>
                </a:lnTo>
                <a:lnTo>
                  <a:pt x="828675" y="204788"/>
                </a:lnTo>
                <a:lnTo>
                  <a:pt x="828675" y="214313"/>
                </a:lnTo>
                <a:lnTo>
                  <a:pt x="828675" y="223838"/>
                </a:lnTo>
                <a:lnTo>
                  <a:pt x="833438" y="228600"/>
                </a:lnTo>
                <a:lnTo>
                  <a:pt x="838200" y="233363"/>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8200" y="366713"/>
                </a:lnTo>
                <a:lnTo>
                  <a:pt x="833438" y="371475"/>
                </a:lnTo>
                <a:lnTo>
                  <a:pt x="828675" y="376238"/>
                </a:lnTo>
                <a:lnTo>
                  <a:pt x="828675" y="385763"/>
                </a:lnTo>
                <a:lnTo>
                  <a:pt x="828675" y="395288"/>
                </a:lnTo>
                <a:lnTo>
                  <a:pt x="828675" y="404813"/>
                </a:lnTo>
                <a:lnTo>
                  <a:pt x="828675" y="414338"/>
                </a:lnTo>
                <a:lnTo>
                  <a:pt x="823913" y="419100"/>
                </a:lnTo>
                <a:lnTo>
                  <a:pt x="819150" y="423863"/>
                </a:lnTo>
                <a:lnTo>
                  <a:pt x="819150" y="433388"/>
                </a:lnTo>
                <a:lnTo>
                  <a:pt x="819150" y="442913"/>
                </a:lnTo>
                <a:lnTo>
                  <a:pt x="819150" y="452438"/>
                </a:lnTo>
                <a:lnTo>
                  <a:pt x="814388" y="457200"/>
                </a:lnTo>
                <a:lnTo>
                  <a:pt x="809625" y="461963"/>
                </a:lnTo>
                <a:lnTo>
                  <a:pt x="809625" y="471488"/>
                </a:lnTo>
                <a:lnTo>
                  <a:pt x="809625" y="481013"/>
                </a:lnTo>
                <a:lnTo>
                  <a:pt x="804863" y="485775"/>
                </a:lnTo>
                <a:lnTo>
                  <a:pt x="800100" y="490538"/>
                </a:lnTo>
                <a:lnTo>
                  <a:pt x="800100" y="500063"/>
                </a:lnTo>
                <a:lnTo>
                  <a:pt x="800100" y="509588"/>
                </a:lnTo>
                <a:lnTo>
                  <a:pt x="795338" y="514350"/>
                </a:lnTo>
                <a:lnTo>
                  <a:pt x="790575" y="519113"/>
                </a:lnTo>
                <a:lnTo>
                  <a:pt x="790575" y="528638"/>
                </a:lnTo>
                <a:lnTo>
                  <a:pt x="790575" y="538163"/>
                </a:lnTo>
                <a:lnTo>
                  <a:pt x="785813" y="542925"/>
                </a:lnTo>
                <a:lnTo>
                  <a:pt x="781050" y="547688"/>
                </a:lnTo>
                <a:lnTo>
                  <a:pt x="781050" y="557213"/>
                </a:lnTo>
                <a:lnTo>
                  <a:pt x="776288" y="561975"/>
                </a:lnTo>
                <a:lnTo>
                  <a:pt x="771525" y="566738"/>
                </a:lnTo>
                <a:lnTo>
                  <a:pt x="771525" y="576263"/>
                </a:lnTo>
                <a:lnTo>
                  <a:pt x="766763" y="581025"/>
                </a:lnTo>
                <a:lnTo>
                  <a:pt x="762000" y="585788"/>
                </a:lnTo>
                <a:lnTo>
                  <a:pt x="762000" y="595313"/>
                </a:lnTo>
                <a:lnTo>
                  <a:pt x="757238" y="600075"/>
                </a:lnTo>
                <a:lnTo>
                  <a:pt x="752475" y="604838"/>
                </a:lnTo>
                <a:lnTo>
                  <a:pt x="752475" y="614363"/>
                </a:lnTo>
                <a:lnTo>
                  <a:pt x="747713" y="619125"/>
                </a:lnTo>
                <a:lnTo>
                  <a:pt x="742950" y="623888"/>
                </a:lnTo>
                <a:lnTo>
                  <a:pt x="742950" y="633413"/>
                </a:lnTo>
                <a:lnTo>
                  <a:pt x="738188" y="638175"/>
                </a:lnTo>
                <a:lnTo>
                  <a:pt x="733425" y="642938"/>
                </a:lnTo>
                <a:lnTo>
                  <a:pt x="733425" y="652463"/>
                </a:lnTo>
                <a:lnTo>
                  <a:pt x="728663" y="657225"/>
                </a:lnTo>
                <a:lnTo>
                  <a:pt x="723900" y="661988"/>
                </a:lnTo>
                <a:lnTo>
                  <a:pt x="719138" y="666750"/>
                </a:lnTo>
                <a:lnTo>
                  <a:pt x="714375" y="671513"/>
                </a:lnTo>
                <a:lnTo>
                  <a:pt x="714375" y="681038"/>
                </a:lnTo>
                <a:lnTo>
                  <a:pt x="709613" y="685800"/>
                </a:lnTo>
                <a:lnTo>
                  <a:pt x="704850" y="690563"/>
                </a:lnTo>
                <a:lnTo>
                  <a:pt x="700088" y="695325"/>
                </a:lnTo>
                <a:lnTo>
                  <a:pt x="695325" y="700088"/>
                </a:lnTo>
                <a:lnTo>
                  <a:pt x="695325" y="709613"/>
                </a:lnTo>
                <a:lnTo>
                  <a:pt x="690563" y="714375"/>
                </a:lnTo>
                <a:lnTo>
                  <a:pt x="685800" y="719138"/>
                </a:lnTo>
                <a:lnTo>
                  <a:pt x="681038" y="723900"/>
                </a:lnTo>
                <a:lnTo>
                  <a:pt x="676275" y="728663"/>
                </a:lnTo>
                <a:lnTo>
                  <a:pt x="671513" y="733425"/>
                </a:lnTo>
                <a:lnTo>
                  <a:pt x="666750" y="738188"/>
                </a:lnTo>
                <a:lnTo>
                  <a:pt x="666750" y="747713"/>
                </a:lnTo>
                <a:lnTo>
                  <a:pt x="661988" y="752475"/>
                </a:lnTo>
                <a:lnTo>
                  <a:pt x="657225" y="757238"/>
                </a:lnTo>
                <a:lnTo>
                  <a:pt x="652463" y="762000"/>
                </a:lnTo>
                <a:lnTo>
                  <a:pt x="647700" y="766763"/>
                </a:lnTo>
                <a:lnTo>
                  <a:pt x="642938" y="771525"/>
                </a:lnTo>
                <a:lnTo>
                  <a:pt x="638175" y="776288"/>
                </a:lnTo>
                <a:lnTo>
                  <a:pt x="633413" y="781050"/>
                </a:lnTo>
                <a:lnTo>
                  <a:pt x="628650" y="785813"/>
                </a:lnTo>
                <a:lnTo>
                  <a:pt x="623888" y="790575"/>
                </a:lnTo>
                <a:lnTo>
                  <a:pt x="619125" y="795338"/>
                </a:lnTo>
                <a:lnTo>
                  <a:pt x="614363" y="800100"/>
                </a:lnTo>
                <a:lnTo>
                  <a:pt x="609600" y="804863"/>
                </a:lnTo>
                <a:lnTo>
                  <a:pt x="604838" y="809625"/>
                </a:lnTo>
                <a:lnTo>
                  <a:pt x="600075" y="814388"/>
                </a:lnTo>
                <a:lnTo>
                  <a:pt x="595313" y="819150"/>
                </a:lnTo>
                <a:lnTo>
                  <a:pt x="590550" y="823913"/>
                </a:lnTo>
                <a:lnTo>
                  <a:pt x="585788" y="828675"/>
                </a:lnTo>
                <a:lnTo>
                  <a:pt x="581025" y="833438"/>
                </a:lnTo>
                <a:lnTo>
                  <a:pt x="576263" y="838200"/>
                </a:lnTo>
                <a:lnTo>
                  <a:pt x="571500" y="842963"/>
                </a:lnTo>
                <a:lnTo>
                  <a:pt x="566738" y="847725"/>
                </a:lnTo>
                <a:lnTo>
                  <a:pt x="561975" y="852488"/>
                </a:lnTo>
                <a:lnTo>
                  <a:pt x="557213" y="857250"/>
                </a:lnTo>
                <a:lnTo>
                  <a:pt x="552450" y="862013"/>
                </a:lnTo>
                <a:lnTo>
                  <a:pt x="547688" y="866775"/>
                </a:lnTo>
                <a:lnTo>
                  <a:pt x="542925" y="871538"/>
                </a:lnTo>
                <a:lnTo>
                  <a:pt x="538163" y="876300"/>
                </a:lnTo>
                <a:lnTo>
                  <a:pt x="528638" y="876300"/>
                </a:lnTo>
                <a:lnTo>
                  <a:pt x="523875" y="881063"/>
                </a:lnTo>
                <a:lnTo>
                  <a:pt x="519113" y="885825"/>
                </a:lnTo>
                <a:lnTo>
                  <a:pt x="514350" y="890588"/>
                </a:lnTo>
                <a:lnTo>
                  <a:pt x="509588" y="895350"/>
                </a:lnTo>
                <a:lnTo>
                  <a:pt x="500063" y="895350"/>
                </a:lnTo>
                <a:lnTo>
                  <a:pt x="495300" y="900113"/>
                </a:lnTo>
                <a:lnTo>
                  <a:pt x="490538" y="904875"/>
                </a:lnTo>
                <a:lnTo>
                  <a:pt x="485775" y="909638"/>
                </a:lnTo>
                <a:lnTo>
                  <a:pt x="481013" y="914400"/>
                </a:lnTo>
                <a:lnTo>
                  <a:pt x="471488" y="914400"/>
                </a:lnTo>
                <a:lnTo>
                  <a:pt x="466725" y="919163"/>
                </a:lnTo>
                <a:lnTo>
                  <a:pt x="461963" y="923925"/>
                </a:lnTo>
                <a:lnTo>
                  <a:pt x="457200" y="928688"/>
                </a:lnTo>
                <a:lnTo>
                  <a:pt x="452438" y="933450"/>
                </a:lnTo>
                <a:lnTo>
                  <a:pt x="442913" y="933450"/>
                </a:lnTo>
                <a:lnTo>
                  <a:pt x="438150" y="938213"/>
                </a:lnTo>
                <a:lnTo>
                  <a:pt x="433388" y="942975"/>
                </a:lnTo>
                <a:lnTo>
                  <a:pt x="423863" y="942975"/>
                </a:lnTo>
                <a:lnTo>
                  <a:pt x="419100" y="947738"/>
                </a:lnTo>
                <a:lnTo>
                  <a:pt x="414338" y="952500"/>
                </a:lnTo>
                <a:lnTo>
                  <a:pt x="404813" y="952500"/>
                </a:lnTo>
                <a:lnTo>
                  <a:pt x="395288" y="952500"/>
                </a:lnTo>
                <a:lnTo>
                  <a:pt x="390525" y="957263"/>
                </a:lnTo>
                <a:lnTo>
                  <a:pt x="385763" y="962025"/>
                </a:lnTo>
                <a:lnTo>
                  <a:pt x="376238" y="962025"/>
                </a:lnTo>
                <a:lnTo>
                  <a:pt x="371475" y="966788"/>
                </a:lnTo>
                <a:lnTo>
                  <a:pt x="366713" y="971550"/>
                </a:lnTo>
                <a:lnTo>
                  <a:pt x="357188" y="971550"/>
                </a:lnTo>
                <a:lnTo>
                  <a:pt x="347663" y="971550"/>
                </a:lnTo>
                <a:lnTo>
                  <a:pt x="338138" y="971550"/>
                </a:lnTo>
                <a:lnTo>
                  <a:pt x="333375" y="976313"/>
                </a:lnTo>
                <a:lnTo>
                  <a:pt x="328613" y="981075"/>
                </a:lnTo>
                <a:lnTo>
                  <a:pt x="319088" y="981075"/>
                </a:lnTo>
                <a:lnTo>
                  <a:pt x="309563" y="981075"/>
                </a:lnTo>
                <a:lnTo>
                  <a:pt x="300038" y="981075"/>
                </a:lnTo>
                <a:lnTo>
                  <a:pt x="290513" y="981075"/>
                </a:lnTo>
                <a:lnTo>
                  <a:pt x="280988" y="981075"/>
                </a:lnTo>
                <a:lnTo>
                  <a:pt x="276225" y="985838"/>
                </a:lnTo>
                <a:lnTo>
                  <a:pt x="271463" y="990600"/>
                </a:lnTo>
                <a:lnTo>
                  <a:pt x="261938" y="990600"/>
                </a:lnTo>
                <a:lnTo>
                  <a:pt x="252413" y="990600"/>
                </a:lnTo>
                <a:lnTo>
                  <a:pt x="247650" y="985838"/>
                </a:lnTo>
                <a:lnTo>
                  <a:pt x="242888" y="981075"/>
                </a:lnTo>
                <a:lnTo>
                  <a:pt x="233363" y="981075"/>
                </a:lnTo>
                <a:lnTo>
                  <a:pt x="223838" y="981075"/>
                </a:lnTo>
                <a:lnTo>
                  <a:pt x="219075" y="976313"/>
                </a:lnTo>
                <a:lnTo>
                  <a:pt x="214313" y="971550"/>
                </a:lnTo>
                <a:lnTo>
                  <a:pt x="204788" y="971550"/>
                </a:lnTo>
                <a:lnTo>
                  <a:pt x="195263" y="971550"/>
                </a:lnTo>
                <a:lnTo>
                  <a:pt x="190500" y="966788"/>
                </a:lnTo>
                <a:lnTo>
                  <a:pt x="185738" y="962025"/>
                </a:lnTo>
                <a:lnTo>
                  <a:pt x="180975" y="957263"/>
                </a:lnTo>
                <a:lnTo>
                  <a:pt x="176213" y="952500"/>
                </a:lnTo>
                <a:lnTo>
                  <a:pt x="166688" y="952500"/>
                </a:lnTo>
                <a:lnTo>
                  <a:pt x="161925" y="947738"/>
                </a:lnTo>
                <a:lnTo>
                  <a:pt x="157163" y="942975"/>
                </a:lnTo>
                <a:lnTo>
                  <a:pt x="147638" y="942975"/>
                </a:lnTo>
                <a:lnTo>
                  <a:pt x="138113" y="942975"/>
                </a:lnTo>
                <a:lnTo>
                  <a:pt x="133350" y="938213"/>
                </a:lnTo>
                <a:lnTo>
                  <a:pt x="128588" y="933450"/>
                </a:lnTo>
                <a:lnTo>
                  <a:pt x="123825" y="928688"/>
                </a:lnTo>
                <a:lnTo>
                  <a:pt x="119063" y="923925"/>
                </a:lnTo>
                <a:lnTo>
                  <a:pt x="114300" y="919163"/>
                </a:lnTo>
                <a:lnTo>
                  <a:pt x="109538" y="914400"/>
                </a:lnTo>
                <a:lnTo>
                  <a:pt x="104775" y="909638"/>
                </a:lnTo>
                <a:lnTo>
                  <a:pt x="100013" y="904875"/>
                </a:lnTo>
                <a:lnTo>
                  <a:pt x="95250" y="900113"/>
                </a:lnTo>
                <a:lnTo>
                  <a:pt x="90488" y="895350"/>
                </a:lnTo>
                <a:lnTo>
                  <a:pt x="85725" y="890588"/>
                </a:lnTo>
                <a:lnTo>
                  <a:pt x="80963" y="885825"/>
                </a:lnTo>
                <a:lnTo>
                  <a:pt x="76200" y="881063"/>
                </a:lnTo>
                <a:lnTo>
                  <a:pt x="71438" y="876300"/>
                </a:lnTo>
                <a:lnTo>
                  <a:pt x="66675" y="871538"/>
                </a:lnTo>
                <a:lnTo>
                  <a:pt x="61913" y="866775"/>
                </a:lnTo>
                <a:lnTo>
                  <a:pt x="57150" y="862013"/>
                </a:lnTo>
                <a:lnTo>
                  <a:pt x="52388" y="857250"/>
                </a:lnTo>
                <a:lnTo>
                  <a:pt x="47625" y="852488"/>
                </a:lnTo>
                <a:lnTo>
                  <a:pt x="42863" y="847725"/>
                </a:lnTo>
                <a:lnTo>
                  <a:pt x="38100" y="842963"/>
                </a:lnTo>
                <a:lnTo>
                  <a:pt x="33338" y="838200"/>
                </a:lnTo>
                <a:lnTo>
                  <a:pt x="28575" y="833438"/>
                </a:lnTo>
                <a:lnTo>
                  <a:pt x="28575" y="823913"/>
                </a:lnTo>
                <a:lnTo>
                  <a:pt x="23813" y="819150"/>
                </a:lnTo>
                <a:lnTo>
                  <a:pt x="19050" y="814388"/>
                </a:lnTo>
                <a:lnTo>
                  <a:pt x="19050" y="804863"/>
                </a:lnTo>
                <a:lnTo>
                  <a:pt x="19050" y="795338"/>
                </a:lnTo>
                <a:lnTo>
                  <a:pt x="14288" y="790575"/>
                </a:lnTo>
                <a:lnTo>
                  <a:pt x="9525" y="785813"/>
                </a:lnTo>
                <a:lnTo>
                  <a:pt x="9525" y="776288"/>
                </a:lnTo>
                <a:lnTo>
                  <a:pt x="9525" y="766763"/>
                </a:lnTo>
                <a:lnTo>
                  <a:pt x="9525" y="757238"/>
                </a:lnTo>
                <a:lnTo>
                  <a:pt x="9525" y="747713"/>
                </a:lnTo>
                <a:lnTo>
                  <a:pt x="4763" y="742950"/>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4763" y="628650"/>
                </a:lnTo>
                <a:lnTo>
                  <a:pt x="9525" y="623888"/>
                </a:lnTo>
                <a:lnTo>
                  <a:pt x="9525" y="614363"/>
                </a:lnTo>
                <a:lnTo>
                  <a:pt x="9525" y="604838"/>
                </a:lnTo>
                <a:lnTo>
                  <a:pt x="9525" y="595313"/>
                </a:lnTo>
                <a:lnTo>
                  <a:pt x="9525" y="585788"/>
                </a:lnTo>
                <a:lnTo>
                  <a:pt x="9525" y="576263"/>
                </a:lnTo>
                <a:lnTo>
                  <a:pt x="14288" y="571500"/>
                </a:lnTo>
                <a:lnTo>
                  <a:pt x="19050" y="566738"/>
                </a:lnTo>
                <a:lnTo>
                  <a:pt x="19050" y="557213"/>
                </a:lnTo>
                <a:lnTo>
                  <a:pt x="19050" y="547688"/>
                </a:lnTo>
                <a:lnTo>
                  <a:pt x="19050" y="538163"/>
                </a:lnTo>
                <a:lnTo>
                  <a:pt x="23813" y="533400"/>
                </a:lnTo>
                <a:lnTo>
                  <a:pt x="28575" y="528638"/>
                </a:lnTo>
                <a:lnTo>
                  <a:pt x="28575" y="519113"/>
                </a:lnTo>
                <a:lnTo>
                  <a:pt x="28575" y="509588"/>
                </a:lnTo>
                <a:lnTo>
                  <a:pt x="28575" y="500063"/>
                </a:lnTo>
                <a:lnTo>
                  <a:pt x="33338" y="495300"/>
                </a:lnTo>
                <a:lnTo>
                  <a:pt x="38100" y="490538"/>
                </a:lnTo>
                <a:lnTo>
                  <a:pt x="38100" y="481013"/>
                </a:lnTo>
                <a:lnTo>
                  <a:pt x="38100" y="471488"/>
                </a:lnTo>
                <a:lnTo>
                  <a:pt x="42863" y="466725"/>
                </a:lnTo>
                <a:lnTo>
                  <a:pt x="47625" y="461963"/>
                </a:lnTo>
                <a:lnTo>
                  <a:pt x="47625" y="452438"/>
                </a:lnTo>
                <a:lnTo>
                  <a:pt x="52388" y="447675"/>
                </a:lnTo>
                <a:lnTo>
                  <a:pt x="57150" y="442913"/>
                </a:lnTo>
                <a:lnTo>
                  <a:pt x="57150" y="433388"/>
                </a:lnTo>
                <a:lnTo>
                  <a:pt x="57150" y="423863"/>
                </a:lnTo>
                <a:lnTo>
                  <a:pt x="61913" y="419100"/>
                </a:lnTo>
                <a:lnTo>
                  <a:pt x="66675" y="414338"/>
                </a:lnTo>
                <a:lnTo>
                  <a:pt x="66675" y="404813"/>
                </a:lnTo>
                <a:lnTo>
                  <a:pt x="71438" y="400050"/>
                </a:lnTo>
                <a:lnTo>
                  <a:pt x="76200" y="395288"/>
                </a:lnTo>
                <a:lnTo>
                  <a:pt x="76200" y="385763"/>
                </a:lnTo>
                <a:lnTo>
                  <a:pt x="80963" y="381000"/>
                </a:lnTo>
                <a:lnTo>
                  <a:pt x="85725" y="376238"/>
                </a:lnTo>
                <a:lnTo>
                  <a:pt x="85725" y="366713"/>
                </a:lnTo>
                <a:lnTo>
                  <a:pt x="90488" y="361950"/>
                </a:lnTo>
                <a:lnTo>
                  <a:pt x="95250" y="357188"/>
                </a:lnTo>
                <a:lnTo>
                  <a:pt x="100013" y="352425"/>
                </a:lnTo>
                <a:lnTo>
                  <a:pt x="104775" y="347663"/>
                </a:lnTo>
                <a:lnTo>
                  <a:pt x="104775" y="338138"/>
                </a:lnTo>
                <a:lnTo>
                  <a:pt x="109538" y="333375"/>
                </a:lnTo>
                <a:lnTo>
                  <a:pt x="114300" y="328613"/>
                </a:lnTo>
                <a:lnTo>
                  <a:pt x="114300" y="319088"/>
                </a:lnTo>
                <a:lnTo>
                  <a:pt x="119063" y="314325"/>
                </a:lnTo>
                <a:lnTo>
                  <a:pt x="123825" y="309563"/>
                </a:lnTo>
                <a:lnTo>
                  <a:pt x="128588" y="304800"/>
                </a:lnTo>
                <a:lnTo>
                  <a:pt x="133350" y="300038"/>
                </a:lnTo>
                <a:lnTo>
                  <a:pt x="133350" y="290513"/>
                </a:lnTo>
                <a:lnTo>
                  <a:pt x="138113" y="285750"/>
                </a:lnTo>
                <a:lnTo>
                  <a:pt x="142875" y="280988"/>
                </a:lnTo>
                <a:lnTo>
                  <a:pt x="147638" y="276225"/>
                </a:lnTo>
                <a:lnTo>
                  <a:pt x="152400" y="271463"/>
                </a:lnTo>
                <a:lnTo>
                  <a:pt x="152400" y="261938"/>
                </a:lnTo>
                <a:lnTo>
                  <a:pt x="157163" y="257175"/>
                </a:lnTo>
                <a:lnTo>
                  <a:pt x="161925" y="252413"/>
                </a:lnTo>
                <a:lnTo>
                  <a:pt x="166688" y="247650"/>
                </a:lnTo>
                <a:lnTo>
                  <a:pt x="171450" y="242888"/>
                </a:lnTo>
                <a:lnTo>
                  <a:pt x="176213" y="238125"/>
                </a:lnTo>
                <a:lnTo>
                  <a:pt x="180975" y="233363"/>
                </a:lnTo>
                <a:lnTo>
                  <a:pt x="180975" y="223838"/>
                </a:lnTo>
                <a:lnTo>
                  <a:pt x="185738" y="219075"/>
                </a:lnTo>
                <a:lnTo>
                  <a:pt x="190500" y="214313"/>
                </a:lnTo>
                <a:lnTo>
                  <a:pt x="195263" y="209550"/>
                </a:lnTo>
                <a:lnTo>
                  <a:pt x="200025" y="204788"/>
                </a:lnTo>
                <a:lnTo>
                  <a:pt x="204788" y="200025"/>
                </a:lnTo>
                <a:lnTo>
                  <a:pt x="209550" y="195263"/>
                </a:lnTo>
                <a:lnTo>
                  <a:pt x="214313" y="190500"/>
                </a:lnTo>
                <a:lnTo>
                  <a:pt x="219075" y="185738"/>
                </a:lnTo>
                <a:lnTo>
                  <a:pt x="223838" y="180975"/>
                </a:lnTo>
                <a:lnTo>
                  <a:pt x="228600" y="176213"/>
                </a:lnTo>
                <a:lnTo>
                  <a:pt x="233363" y="171450"/>
                </a:lnTo>
                <a:lnTo>
                  <a:pt x="238125" y="166688"/>
                </a:lnTo>
                <a:lnTo>
                  <a:pt x="242888" y="161925"/>
                </a:lnTo>
                <a:lnTo>
                  <a:pt x="247650" y="157163"/>
                </a:lnTo>
                <a:lnTo>
                  <a:pt x="252413" y="152400"/>
                </a:lnTo>
                <a:lnTo>
                  <a:pt x="257175" y="147638"/>
                </a:lnTo>
                <a:lnTo>
                  <a:pt x="261938" y="142875"/>
                </a:lnTo>
                <a:lnTo>
                  <a:pt x="266700" y="138113"/>
                </a:lnTo>
                <a:lnTo>
                  <a:pt x="271463" y="133350"/>
                </a:lnTo>
                <a:lnTo>
                  <a:pt x="276225" y="128588"/>
                </a:lnTo>
                <a:lnTo>
                  <a:pt x="280988" y="123825"/>
                </a:lnTo>
                <a:lnTo>
                  <a:pt x="285750" y="119063"/>
                </a:lnTo>
                <a:lnTo>
                  <a:pt x="290513" y="114300"/>
                </a:lnTo>
                <a:lnTo>
                  <a:pt x="300038" y="114300"/>
                </a:lnTo>
                <a:lnTo>
                  <a:pt x="304800" y="109538"/>
                </a:lnTo>
                <a:lnTo>
                  <a:pt x="309563" y="104775"/>
                </a:lnTo>
                <a:lnTo>
                  <a:pt x="314325" y="100013"/>
                </a:lnTo>
                <a:lnTo>
                  <a:pt x="319088" y="95250"/>
                </a:lnTo>
                <a:lnTo>
                  <a:pt x="323850" y="90488"/>
                </a:lnTo>
                <a:lnTo>
                  <a:pt x="328613" y="85725"/>
                </a:lnTo>
                <a:lnTo>
                  <a:pt x="338138" y="85725"/>
                </a:lnTo>
                <a:lnTo>
                  <a:pt x="342900" y="80963"/>
                </a:lnTo>
                <a:lnTo>
                  <a:pt x="347663" y="76200"/>
                </a:lnTo>
                <a:lnTo>
                  <a:pt x="352425" y="71438"/>
                </a:lnTo>
                <a:lnTo>
                  <a:pt x="357188" y="66675"/>
                </a:lnTo>
                <a:lnTo>
                  <a:pt x="366713" y="66675"/>
                </a:lnTo>
                <a:lnTo>
                  <a:pt x="371475" y="61913"/>
                </a:lnTo>
                <a:lnTo>
                  <a:pt x="376238" y="57150"/>
                </a:lnTo>
                <a:lnTo>
                  <a:pt x="385763" y="57150"/>
                </a:lnTo>
                <a:lnTo>
                  <a:pt x="390525" y="52388"/>
                </a:lnTo>
                <a:lnTo>
                  <a:pt x="395288" y="47625"/>
                </a:lnTo>
                <a:lnTo>
                  <a:pt x="400050" y="42863"/>
                </a:lnTo>
                <a:lnTo>
                  <a:pt x="404813" y="38100"/>
                </a:lnTo>
                <a:lnTo>
                  <a:pt x="414338" y="38100"/>
                </a:lnTo>
                <a:lnTo>
                  <a:pt x="423863" y="38100"/>
                </a:lnTo>
                <a:lnTo>
                  <a:pt x="428625" y="33338"/>
                </a:lnTo>
                <a:lnTo>
                  <a:pt x="433388" y="28575"/>
                </a:lnTo>
                <a:lnTo>
                  <a:pt x="442913" y="28575"/>
                </a:lnTo>
                <a:lnTo>
                  <a:pt x="447675" y="23813"/>
                </a:lnTo>
                <a:lnTo>
                  <a:pt x="452438" y="19050"/>
                </a:lnTo>
                <a:lnTo>
                  <a:pt x="461963" y="19050"/>
                </a:lnTo>
                <a:lnTo>
                  <a:pt x="471488" y="19050"/>
                </a:lnTo>
                <a:lnTo>
                  <a:pt x="476250" y="14288"/>
                </a:lnTo>
                <a:lnTo>
                  <a:pt x="481013" y="9525"/>
                </a:lnTo>
                <a:lnTo>
                  <a:pt x="490538" y="9525"/>
                </a:lnTo>
                <a:lnTo>
                  <a:pt x="500063" y="9525"/>
                </a:lnTo>
                <a:lnTo>
                  <a:pt x="504825" y="4763"/>
                </a:lnTo>
                <a:close/>
              </a:path>
            </a:pathLst>
          </a:custGeom>
          <a:solidFill xmlns:a="http://schemas.openxmlformats.org/drawingml/2006/main">
            <a:srgbClr val="C2C2C2"/>
          </a:solidFill>
          <a:ln xmlns:a="http://schemas.openxmlformats.org/drawingml/2006/main" w="0">
            <a:noFill/>
            <a:prstDash val="solid"/>
          </a:ln>
        </p:spPr>
      </p:sp>
      <p:sp>
        <p:nvSpPr>
          <p:cNvPr id="196" name="deep-skill-chaining-source-component-3-gradient-196-0">
            <a:extLst xmlns:a="http://schemas.openxmlformats.org/drawingml/2006/main">
              <a:ext uri="{FF2B5EF4-FFF2-40B4-BE49-F238E27FC236}">
                <a16:creationId xmlns:a16="http://schemas.microsoft.com/office/drawing/2014/main" id="{4EAD0952-A7F2-422F-B081-61633C1BD51B}"/>
              </a:ext>
            </a:extLst>
          </p:cNvPr>
          <p:cNvSpPr>
            <a:spLocks xmlns:a="http://schemas.openxmlformats.org/drawingml/2006/main" noGrp="1"/>
          </p:cNvSpPr>
          <p:nvPr/>
        </p:nvSpPr>
        <p:spPr>
          <a:xfrm xmlns:a="http://schemas.openxmlformats.org/drawingml/2006/main" rot="0">
            <a:off x="9591675" y="952500"/>
            <a:ext cx="838200" cy="971550"/>
          </a:xfrm>
          <a:custGeom xmlns:a="http://schemas.openxmlformats.org/drawingml/2006/main">
            <a:pathLst>
              <a:path w="838200" h="971550">
                <a:moveTo>
                  <a:pt x="476250" y="4763"/>
                </a:moveTo>
                <a:lnTo>
                  <a:pt x="481013" y="0"/>
                </a:lnTo>
                <a:lnTo>
                  <a:pt x="485775" y="4763"/>
                </a:lnTo>
                <a:lnTo>
                  <a:pt x="490538" y="9525"/>
                </a:lnTo>
                <a:lnTo>
                  <a:pt x="495300" y="4763"/>
                </a:lnTo>
                <a:lnTo>
                  <a:pt x="500063" y="0"/>
                </a:lnTo>
                <a:lnTo>
                  <a:pt x="509588" y="0"/>
                </a:lnTo>
                <a:lnTo>
                  <a:pt x="514350" y="4763"/>
                </a:lnTo>
                <a:lnTo>
                  <a:pt x="519113" y="9525"/>
                </a:lnTo>
                <a:lnTo>
                  <a:pt x="528638" y="9525"/>
                </a:lnTo>
                <a:lnTo>
                  <a:pt x="538163" y="9525"/>
                </a:lnTo>
                <a:lnTo>
                  <a:pt x="542925" y="14288"/>
                </a:lnTo>
                <a:lnTo>
                  <a:pt x="547688" y="19050"/>
                </a:lnTo>
                <a:lnTo>
                  <a:pt x="557213" y="19050"/>
                </a:lnTo>
                <a:lnTo>
                  <a:pt x="566738" y="19050"/>
                </a:lnTo>
                <a:lnTo>
                  <a:pt x="576263" y="19050"/>
                </a:lnTo>
                <a:lnTo>
                  <a:pt x="581025" y="23813"/>
                </a:lnTo>
                <a:lnTo>
                  <a:pt x="585788" y="28575"/>
                </a:lnTo>
                <a:lnTo>
                  <a:pt x="595313" y="28575"/>
                </a:lnTo>
                <a:lnTo>
                  <a:pt x="604838" y="28575"/>
                </a:lnTo>
                <a:lnTo>
                  <a:pt x="609600" y="33338"/>
                </a:lnTo>
                <a:lnTo>
                  <a:pt x="614363" y="38100"/>
                </a:lnTo>
                <a:lnTo>
                  <a:pt x="623888" y="38100"/>
                </a:lnTo>
                <a:lnTo>
                  <a:pt x="628650" y="42863"/>
                </a:lnTo>
                <a:lnTo>
                  <a:pt x="633413" y="47625"/>
                </a:lnTo>
                <a:lnTo>
                  <a:pt x="642938" y="47625"/>
                </a:lnTo>
                <a:lnTo>
                  <a:pt x="652463" y="47625"/>
                </a:lnTo>
                <a:lnTo>
                  <a:pt x="657225" y="52388"/>
                </a:lnTo>
                <a:lnTo>
                  <a:pt x="661988" y="57150"/>
                </a:lnTo>
                <a:lnTo>
                  <a:pt x="671513" y="57150"/>
                </a:lnTo>
                <a:lnTo>
                  <a:pt x="676275" y="61913"/>
                </a:lnTo>
                <a:lnTo>
                  <a:pt x="681038" y="66675"/>
                </a:lnTo>
                <a:lnTo>
                  <a:pt x="685800" y="71438"/>
                </a:lnTo>
                <a:lnTo>
                  <a:pt x="690563" y="76200"/>
                </a:lnTo>
                <a:lnTo>
                  <a:pt x="695325" y="80963"/>
                </a:lnTo>
                <a:lnTo>
                  <a:pt x="700088" y="85725"/>
                </a:lnTo>
                <a:lnTo>
                  <a:pt x="709613" y="85725"/>
                </a:lnTo>
                <a:lnTo>
                  <a:pt x="714375" y="90488"/>
                </a:lnTo>
                <a:lnTo>
                  <a:pt x="719138" y="95250"/>
                </a:lnTo>
                <a:lnTo>
                  <a:pt x="723900" y="100013"/>
                </a:lnTo>
                <a:lnTo>
                  <a:pt x="728663" y="104775"/>
                </a:lnTo>
                <a:lnTo>
                  <a:pt x="738188" y="104775"/>
                </a:lnTo>
                <a:lnTo>
                  <a:pt x="742950" y="109538"/>
                </a:lnTo>
                <a:lnTo>
                  <a:pt x="747713" y="114300"/>
                </a:lnTo>
                <a:lnTo>
                  <a:pt x="757238" y="114300"/>
                </a:lnTo>
                <a:lnTo>
                  <a:pt x="762000" y="119063"/>
                </a:lnTo>
                <a:lnTo>
                  <a:pt x="766763" y="123825"/>
                </a:lnTo>
                <a:lnTo>
                  <a:pt x="771525" y="128588"/>
                </a:lnTo>
                <a:lnTo>
                  <a:pt x="776288" y="133350"/>
                </a:lnTo>
                <a:lnTo>
                  <a:pt x="781050" y="138113"/>
                </a:lnTo>
                <a:lnTo>
                  <a:pt x="785813" y="142875"/>
                </a:lnTo>
                <a:lnTo>
                  <a:pt x="795338" y="142875"/>
                </a:lnTo>
                <a:lnTo>
                  <a:pt x="800100" y="147638"/>
                </a:lnTo>
                <a:lnTo>
                  <a:pt x="800100" y="157163"/>
                </a:lnTo>
                <a:lnTo>
                  <a:pt x="800100" y="166688"/>
                </a:lnTo>
                <a:lnTo>
                  <a:pt x="800100" y="176213"/>
                </a:lnTo>
                <a:lnTo>
                  <a:pt x="804863" y="180975"/>
                </a:lnTo>
                <a:lnTo>
                  <a:pt x="809625" y="185738"/>
                </a:lnTo>
                <a:lnTo>
                  <a:pt x="814388" y="190500"/>
                </a:lnTo>
                <a:lnTo>
                  <a:pt x="819150" y="195263"/>
                </a:lnTo>
                <a:lnTo>
                  <a:pt x="823913" y="200025"/>
                </a:lnTo>
                <a:lnTo>
                  <a:pt x="828675" y="204788"/>
                </a:lnTo>
                <a:lnTo>
                  <a:pt x="828675" y="214313"/>
                </a:lnTo>
                <a:lnTo>
                  <a:pt x="828675" y="223838"/>
                </a:lnTo>
                <a:lnTo>
                  <a:pt x="833438" y="228600"/>
                </a:lnTo>
                <a:lnTo>
                  <a:pt x="838200" y="233363"/>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8200" y="347663"/>
                </a:lnTo>
                <a:lnTo>
                  <a:pt x="838200" y="357188"/>
                </a:lnTo>
                <a:lnTo>
                  <a:pt x="833438" y="361950"/>
                </a:lnTo>
                <a:lnTo>
                  <a:pt x="828675" y="366713"/>
                </a:lnTo>
                <a:lnTo>
                  <a:pt x="828675" y="376238"/>
                </a:lnTo>
                <a:lnTo>
                  <a:pt x="828675" y="385763"/>
                </a:lnTo>
                <a:lnTo>
                  <a:pt x="828675" y="395288"/>
                </a:lnTo>
                <a:lnTo>
                  <a:pt x="828675" y="404813"/>
                </a:lnTo>
                <a:lnTo>
                  <a:pt x="823913" y="409575"/>
                </a:lnTo>
                <a:lnTo>
                  <a:pt x="819150" y="414338"/>
                </a:lnTo>
                <a:lnTo>
                  <a:pt x="819150" y="423863"/>
                </a:lnTo>
                <a:lnTo>
                  <a:pt x="819150" y="433388"/>
                </a:lnTo>
                <a:lnTo>
                  <a:pt x="819150" y="442913"/>
                </a:lnTo>
                <a:lnTo>
                  <a:pt x="814388" y="447675"/>
                </a:lnTo>
                <a:lnTo>
                  <a:pt x="809625" y="452438"/>
                </a:lnTo>
                <a:lnTo>
                  <a:pt x="809625" y="461963"/>
                </a:lnTo>
                <a:lnTo>
                  <a:pt x="809625" y="471488"/>
                </a:lnTo>
                <a:lnTo>
                  <a:pt x="804863" y="476250"/>
                </a:lnTo>
                <a:lnTo>
                  <a:pt x="800100" y="481013"/>
                </a:lnTo>
                <a:lnTo>
                  <a:pt x="800100" y="490538"/>
                </a:lnTo>
                <a:lnTo>
                  <a:pt x="800100" y="500063"/>
                </a:lnTo>
                <a:lnTo>
                  <a:pt x="795338" y="504825"/>
                </a:lnTo>
                <a:lnTo>
                  <a:pt x="790575" y="509588"/>
                </a:lnTo>
                <a:lnTo>
                  <a:pt x="790575" y="519113"/>
                </a:lnTo>
                <a:lnTo>
                  <a:pt x="790575" y="528638"/>
                </a:lnTo>
                <a:lnTo>
                  <a:pt x="785813" y="533400"/>
                </a:lnTo>
                <a:lnTo>
                  <a:pt x="781050" y="538163"/>
                </a:lnTo>
                <a:lnTo>
                  <a:pt x="781050" y="547688"/>
                </a:lnTo>
                <a:lnTo>
                  <a:pt x="776288" y="552450"/>
                </a:lnTo>
                <a:lnTo>
                  <a:pt x="771525" y="557213"/>
                </a:lnTo>
                <a:lnTo>
                  <a:pt x="771525" y="566738"/>
                </a:lnTo>
                <a:lnTo>
                  <a:pt x="766763" y="571500"/>
                </a:lnTo>
                <a:lnTo>
                  <a:pt x="762000" y="576263"/>
                </a:lnTo>
                <a:lnTo>
                  <a:pt x="762000" y="585788"/>
                </a:lnTo>
                <a:lnTo>
                  <a:pt x="757238" y="590550"/>
                </a:lnTo>
                <a:lnTo>
                  <a:pt x="752475" y="595313"/>
                </a:lnTo>
                <a:lnTo>
                  <a:pt x="752475" y="604838"/>
                </a:lnTo>
                <a:lnTo>
                  <a:pt x="747713" y="609600"/>
                </a:lnTo>
                <a:lnTo>
                  <a:pt x="742950" y="614363"/>
                </a:lnTo>
                <a:lnTo>
                  <a:pt x="742950" y="623888"/>
                </a:lnTo>
                <a:lnTo>
                  <a:pt x="738188" y="628650"/>
                </a:lnTo>
                <a:lnTo>
                  <a:pt x="733425" y="633413"/>
                </a:lnTo>
                <a:lnTo>
                  <a:pt x="733425" y="642938"/>
                </a:lnTo>
                <a:lnTo>
                  <a:pt x="728663" y="647700"/>
                </a:lnTo>
                <a:lnTo>
                  <a:pt x="723900" y="652463"/>
                </a:lnTo>
                <a:lnTo>
                  <a:pt x="719138" y="657225"/>
                </a:lnTo>
                <a:lnTo>
                  <a:pt x="714375" y="661988"/>
                </a:lnTo>
                <a:lnTo>
                  <a:pt x="714375" y="671513"/>
                </a:lnTo>
                <a:lnTo>
                  <a:pt x="709613" y="676275"/>
                </a:lnTo>
                <a:lnTo>
                  <a:pt x="704850" y="681038"/>
                </a:lnTo>
                <a:lnTo>
                  <a:pt x="700088" y="685800"/>
                </a:lnTo>
                <a:lnTo>
                  <a:pt x="695325" y="690563"/>
                </a:lnTo>
                <a:lnTo>
                  <a:pt x="695325" y="700088"/>
                </a:lnTo>
                <a:lnTo>
                  <a:pt x="690563" y="704850"/>
                </a:lnTo>
                <a:lnTo>
                  <a:pt x="685800" y="709613"/>
                </a:lnTo>
                <a:lnTo>
                  <a:pt x="681038" y="714375"/>
                </a:lnTo>
                <a:lnTo>
                  <a:pt x="676275" y="719138"/>
                </a:lnTo>
                <a:lnTo>
                  <a:pt x="671513" y="723900"/>
                </a:lnTo>
                <a:lnTo>
                  <a:pt x="666750" y="728663"/>
                </a:lnTo>
                <a:lnTo>
                  <a:pt x="666750" y="738188"/>
                </a:lnTo>
                <a:lnTo>
                  <a:pt x="661988" y="742950"/>
                </a:lnTo>
                <a:lnTo>
                  <a:pt x="657225" y="747713"/>
                </a:lnTo>
                <a:lnTo>
                  <a:pt x="652463" y="752475"/>
                </a:lnTo>
                <a:lnTo>
                  <a:pt x="647700" y="757238"/>
                </a:lnTo>
                <a:lnTo>
                  <a:pt x="642938" y="762000"/>
                </a:lnTo>
                <a:lnTo>
                  <a:pt x="638175" y="766763"/>
                </a:lnTo>
                <a:lnTo>
                  <a:pt x="633413" y="771525"/>
                </a:lnTo>
                <a:lnTo>
                  <a:pt x="628650" y="776288"/>
                </a:lnTo>
                <a:lnTo>
                  <a:pt x="623888" y="781050"/>
                </a:lnTo>
                <a:lnTo>
                  <a:pt x="619125" y="785813"/>
                </a:lnTo>
                <a:lnTo>
                  <a:pt x="614363" y="790575"/>
                </a:lnTo>
                <a:lnTo>
                  <a:pt x="609600" y="795338"/>
                </a:lnTo>
                <a:lnTo>
                  <a:pt x="604838" y="800100"/>
                </a:lnTo>
                <a:lnTo>
                  <a:pt x="600075" y="804863"/>
                </a:lnTo>
                <a:lnTo>
                  <a:pt x="595313" y="809625"/>
                </a:lnTo>
                <a:lnTo>
                  <a:pt x="590550" y="814388"/>
                </a:lnTo>
                <a:lnTo>
                  <a:pt x="585788" y="819150"/>
                </a:lnTo>
                <a:lnTo>
                  <a:pt x="581025" y="823913"/>
                </a:lnTo>
                <a:lnTo>
                  <a:pt x="576263" y="828675"/>
                </a:lnTo>
                <a:lnTo>
                  <a:pt x="571500" y="833438"/>
                </a:lnTo>
                <a:lnTo>
                  <a:pt x="566738" y="838200"/>
                </a:lnTo>
                <a:lnTo>
                  <a:pt x="561975" y="842963"/>
                </a:lnTo>
                <a:lnTo>
                  <a:pt x="557213" y="847725"/>
                </a:lnTo>
                <a:lnTo>
                  <a:pt x="552450" y="852488"/>
                </a:lnTo>
                <a:lnTo>
                  <a:pt x="547688" y="857250"/>
                </a:lnTo>
                <a:lnTo>
                  <a:pt x="542925" y="862013"/>
                </a:lnTo>
                <a:lnTo>
                  <a:pt x="538163" y="866775"/>
                </a:lnTo>
                <a:lnTo>
                  <a:pt x="528638" y="866775"/>
                </a:lnTo>
                <a:lnTo>
                  <a:pt x="523875" y="871538"/>
                </a:lnTo>
                <a:lnTo>
                  <a:pt x="519113" y="876300"/>
                </a:lnTo>
                <a:lnTo>
                  <a:pt x="514350" y="881063"/>
                </a:lnTo>
                <a:lnTo>
                  <a:pt x="509588" y="885825"/>
                </a:lnTo>
                <a:lnTo>
                  <a:pt x="500063" y="885825"/>
                </a:lnTo>
                <a:lnTo>
                  <a:pt x="495300" y="890588"/>
                </a:lnTo>
                <a:lnTo>
                  <a:pt x="490538" y="895350"/>
                </a:lnTo>
                <a:lnTo>
                  <a:pt x="485775" y="900113"/>
                </a:lnTo>
                <a:lnTo>
                  <a:pt x="481013" y="904875"/>
                </a:lnTo>
                <a:lnTo>
                  <a:pt x="471488" y="904875"/>
                </a:lnTo>
                <a:lnTo>
                  <a:pt x="466725" y="909638"/>
                </a:lnTo>
                <a:lnTo>
                  <a:pt x="461963" y="914400"/>
                </a:lnTo>
                <a:lnTo>
                  <a:pt x="457200" y="919163"/>
                </a:lnTo>
                <a:lnTo>
                  <a:pt x="452438" y="923925"/>
                </a:lnTo>
                <a:lnTo>
                  <a:pt x="442913" y="923925"/>
                </a:lnTo>
                <a:lnTo>
                  <a:pt x="438150" y="928688"/>
                </a:lnTo>
                <a:lnTo>
                  <a:pt x="433388" y="933450"/>
                </a:lnTo>
                <a:lnTo>
                  <a:pt x="423863" y="933450"/>
                </a:lnTo>
                <a:lnTo>
                  <a:pt x="419100" y="938213"/>
                </a:lnTo>
                <a:lnTo>
                  <a:pt x="414338" y="942975"/>
                </a:lnTo>
                <a:lnTo>
                  <a:pt x="404813" y="942975"/>
                </a:lnTo>
                <a:lnTo>
                  <a:pt x="395288" y="942975"/>
                </a:lnTo>
                <a:lnTo>
                  <a:pt x="390525" y="947738"/>
                </a:lnTo>
                <a:lnTo>
                  <a:pt x="385763" y="952500"/>
                </a:lnTo>
                <a:lnTo>
                  <a:pt x="376238" y="952500"/>
                </a:lnTo>
                <a:lnTo>
                  <a:pt x="371475" y="957263"/>
                </a:lnTo>
                <a:lnTo>
                  <a:pt x="366713" y="962025"/>
                </a:lnTo>
                <a:lnTo>
                  <a:pt x="357188" y="962025"/>
                </a:lnTo>
                <a:lnTo>
                  <a:pt x="347663" y="962025"/>
                </a:lnTo>
                <a:lnTo>
                  <a:pt x="338138" y="962025"/>
                </a:lnTo>
                <a:lnTo>
                  <a:pt x="333375" y="966788"/>
                </a:lnTo>
                <a:lnTo>
                  <a:pt x="328613" y="971550"/>
                </a:lnTo>
                <a:lnTo>
                  <a:pt x="319088" y="971550"/>
                </a:lnTo>
                <a:lnTo>
                  <a:pt x="309563" y="971550"/>
                </a:lnTo>
                <a:lnTo>
                  <a:pt x="300038" y="971550"/>
                </a:lnTo>
                <a:lnTo>
                  <a:pt x="290513" y="971550"/>
                </a:lnTo>
                <a:lnTo>
                  <a:pt x="280988" y="971550"/>
                </a:lnTo>
                <a:lnTo>
                  <a:pt x="271463" y="971550"/>
                </a:lnTo>
                <a:lnTo>
                  <a:pt x="261938" y="971550"/>
                </a:lnTo>
                <a:lnTo>
                  <a:pt x="252413" y="971550"/>
                </a:lnTo>
                <a:lnTo>
                  <a:pt x="247650" y="966788"/>
                </a:lnTo>
                <a:lnTo>
                  <a:pt x="242888" y="962025"/>
                </a:lnTo>
                <a:lnTo>
                  <a:pt x="238125" y="957263"/>
                </a:lnTo>
                <a:lnTo>
                  <a:pt x="233363" y="952500"/>
                </a:lnTo>
                <a:lnTo>
                  <a:pt x="223838" y="952500"/>
                </a:lnTo>
                <a:lnTo>
                  <a:pt x="219075" y="947738"/>
                </a:lnTo>
                <a:lnTo>
                  <a:pt x="214313" y="942975"/>
                </a:lnTo>
                <a:lnTo>
                  <a:pt x="204788" y="942975"/>
                </a:lnTo>
                <a:lnTo>
                  <a:pt x="195263" y="942975"/>
                </a:lnTo>
                <a:lnTo>
                  <a:pt x="190500" y="938213"/>
                </a:lnTo>
                <a:lnTo>
                  <a:pt x="185738" y="933450"/>
                </a:lnTo>
                <a:lnTo>
                  <a:pt x="176213" y="933450"/>
                </a:lnTo>
                <a:lnTo>
                  <a:pt x="171450" y="928688"/>
                </a:lnTo>
                <a:lnTo>
                  <a:pt x="166688" y="923925"/>
                </a:lnTo>
                <a:lnTo>
                  <a:pt x="157163" y="923925"/>
                </a:lnTo>
                <a:lnTo>
                  <a:pt x="152400" y="919163"/>
                </a:lnTo>
                <a:lnTo>
                  <a:pt x="147638" y="914400"/>
                </a:lnTo>
                <a:lnTo>
                  <a:pt x="142875" y="909638"/>
                </a:lnTo>
                <a:lnTo>
                  <a:pt x="138113" y="904875"/>
                </a:lnTo>
                <a:lnTo>
                  <a:pt x="133350" y="900113"/>
                </a:lnTo>
                <a:lnTo>
                  <a:pt x="128588" y="895350"/>
                </a:lnTo>
                <a:lnTo>
                  <a:pt x="123825" y="890588"/>
                </a:lnTo>
                <a:lnTo>
                  <a:pt x="119063" y="885825"/>
                </a:lnTo>
                <a:lnTo>
                  <a:pt x="109538" y="885825"/>
                </a:lnTo>
                <a:lnTo>
                  <a:pt x="104775" y="881063"/>
                </a:lnTo>
                <a:lnTo>
                  <a:pt x="100013" y="876300"/>
                </a:lnTo>
                <a:lnTo>
                  <a:pt x="95250" y="871538"/>
                </a:lnTo>
                <a:lnTo>
                  <a:pt x="90488" y="866775"/>
                </a:lnTo>
                <a:lnTo>
                  <a:pt x="85725" y="862013"/>
                </a:lnTo>
                <a:lnTo>
                  <a:pt x="80963" y="857250"/>
                </a:lnTo>
                <a:lnTo>
                  <a:pt x="76200" y="852488"/>
                </a:lnTo>
                <a:lnTo>
                  <a:pt x="71438" y="847725"/>
                </a:lnTo>
                <a:lnTo>
                  <a:pt x="66675" y="842963"/>
                </a:lnTo>
                <a:lnTo>
                  <a:pt x="61913" y="838200"/>
                </a:lnTo>
                <a:lnTo>
                  <a:pt x="57150" y="833438"/>
                </a:lnTo>
                <a:lnTo>
                  <a:pt x="52388" y="828675"/>
                </a:lnTo>
                <a:lnTo>
                  <a:pt x="47625" y="823913"/>
                </a:lnTo>
                <a:lnTo>
                  <a:pt x="42863" y="819150"/>
                </a:lnTo>
                <a:lnTo>
                  <a:pt x="38100" y="814388"/>
                </a:lnTo>
                <a:lnTo>
                  <a:pt x="38100" y="804863"/>
                </a:lnTo>
                <a:lnTo>
                  <a:pt x="33338" y="800100"/>
                </a:lnTo>
                <a:lnTo>
                  <a:pt x="28575" y="795338"/>
                </a:lnTo>
                <a:lnTo>
                  <a:pt x="28575" y="785813"/>
                </a:lnTo>
                <a:lnTo>
                  <a:pt x="23813" y="781050"/>
                </a:lnTo>
                <a:lnTo>
                  <a:pt x="19050" y="776288"/>
                </a:lnTo>
                <a:lnTo>
                  <a:pt x="19050" y="766763"/>
                </a:lnTo>
                <a:lnTo>
                  <a:pt x="14288" y="762000"/>
                </a:lnTo>
                <a:lnTo>
                  <a:pt x="9525" y="757238"/>
                </a:lnTo>
                <a:lnTo>
                  <a:pt x="9525" y="747713"/>
                </a:lnTo>
                <a:lnTo>
                  <a:pt x="9525" y="738188"/>
                </a:lnTo>
                <a:lnTo>
                  <a:pt x="4763" y="733425"/>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4763" y="619125"/>
                </a:lnTo>
                <a:lnTo>
                  <a:pt x="9525" y="614363"/>
                </a:lnTo>
                <a:lnTo>
                  <a:pt x="9525" y="604838"/>
                </a:lnTo>
                <a:lnTo>
                  <a:pt x="9525" y="595313"/>
                </a:lnTo>
                <a:lnTo>
                  <a:pt x="9525" y="585788"/>
                </a:lnTo>
                <a:lnTo>
                  <a:pt x="9525" y="576263"/>
                </a:lnTo>
                <a:lnTo>
                  <a:pt x="9525" y="566738"/>
                </a:lnTo>
                <a:lnTo>
                  <a:pt x="14288" y="561975"/>
                </a:lnTo>
                <a:lnTo>
                  <a:pt x="19050" y="557213"/>
                </a:lnTo>
                <a:lnTo>
                  <a:pt x="19050" y="547688"/>
                </a:lnTo>
                <a:lnTo>
                  <a:pt x="19050" y="538163"/>
                </a:lnTo>
                <a:lnTo>
                  <a:pt x="19050" y="528638"/>
                </a:lnTo>
                <a:lnTo>
                  <a:pt x="23813" y="523875"/>
                </a:lnTo>
                <a:lnTo>
                  <a:pt x="28575" y="519113"/>
                </a:lnTo>
                <a:lnTo>
                  <a:pt x="28575" y="509588"/>
                </a:lnTo>
                <a:lnTo>
                  <a:pt x="28575" y="500063"/>
                </a:lnTo>
                <a:lnTo>
                  <a:pt x="28575" y="490538"/>
                </a:lnTo>
                <a:lnTo>
                  <a:pt x="33338" y="485775"/>
                </a:lnTo>
                <a:lnTo>
                  <a:pt x="38100" y="481013"/>
                </a:lnTo>
                <a:lnTo>
                  <a:pt x="38100" y="471488"/>
                </a:lnTo>
                <a:lnTo>
                  <a:pt x="38100" y="461963"/>
                </a:lnTo>
                <a:lnTo>
                  <a:pt x="42863" y="457200"/>
                </a:lnTo>
                <a:lnTo>
                  <a:pt x="47625" y="452438"/>
                </a:lnTo>
                <a:lnTo>
                  <a:pt x="47625" y="442913"/>
                </a:lnTo>
                <a:lnTo>
                  <a:pt x="52388" y="438150"/>
                </a:lnTo>
                <a:lnTo>
                  <a:pt x="57150" y="433388"/>
                </a:lnTo>
                <a:lnTo>
                  <a:pt x="57150" y="423863"/>
                </a:lnTo>
                <a:lnTo>
                  <a:pt x="57150" y="414338"/>
                </a:lnTo>
                <a:lnTo>
                  <a:pt x="61913" y="409575"/>
                </a:lnTo>
                <a:lnTo>
                  <a:pt x="66675" y="404813"/>
                </a:lnTo>
                <a:lnTo>
                  <a:pt x="66675" y="395288"/>
                </a:lnTo>
                <a:lnTo>
                  <a:pt x="71438" y="390525"/>
                </a:lnTo>
                <a:lnTo>
                  <a:pt x="76200" y="385763"/>
                </a:lnTo>
                <a:lnTo>
                  <a:pt x="76200" y="376238"/>
                </a:lnTo>
                <a:lnTo>
                  <a:pt x="80963" y="371475"/>
                </a:lnTo>
                <a:lnTo>
                  <a:pt x="85725" y="366713"/>
                </a:lnTo>
                <a:lnTo>
                  <a:pt x="85725" y="357188"/>
                </a:lnTo>
                <a:lnTo>
                  <a:pt x="90488" y="352425"/>
                </a:lnTo>
                <a:lnTo>
                  <a:pt x="95250" y="347663"/>
                </a:lnTo>
                <a:lnTo>
                  <a:pt x="100013" y="342900"/>
                </a:lnTo>
                <a:lnTo>
                  <a:pt x="104775" y="338138"/>
                </a:lnTo>
                <a:lnTo>
                  <a:pt x="104775" y="328613"/>
                </a:lnTo>
                <a:lnTo>
                  <a:pt x="109538" y="323850"/>
                </a:lnTo>
                <a:lnTo>
                  <a:pt x="114300" y="319088"/>
                </a:lnTo>
                <a:lnTo>
                  <a:pt x="114300" y="309563"/>
                </a:lnTo>
                <a:lnTo>
                  <a:pt x="119063" y="304800"/>
                </a:lnTo>
                <a:lnTo>
                  <a:pt x="123825" y="300038"/>
                </a:lnTo>
                <a:lnTo>
                  <a:pt x="128588" y="295275"/>
                </a:lnTo>
                <a:lnTo>
                  <a:pt x="133350" y="290513"/>
                </a:lnTo>
                <a:lnTo>
                  <a:pt x="133350" y="280988"/>
                </a:lnTo>
                <a:lnTo>
                  <a:pt x="138113" y="276225"/>
                </a:lnTo>
                <a:lnTo>
                  <a:pt x="142875" y="271463"/>
                </a:lnTo>
                <a:lnTo>
                  <a:pt x="147638" y="266700"/>
                </a:lnTo>
                <a:lnTo>
                  <a:pt x="152400" y="261938"/>
                </a:lnTo>
                <a:lnTo>
                  <a:pt x="152400" y="252413"/>
                </a:lnTo>
                <a:lnTo>
                  <a:pt x="157163" y="247650"/>
                </a:lnTo>
                <a:lnTo>
                  <a:pt x="161925" y="242888"/>
                </a:lnTo>
                <a:lnTo>
                  <a:pt x="166688" y="238125"/>
                </a:lnTo>
                <a:lnTo>
                  <a:pt x="171450" y="233363"/>
                </a:lnTo>
                <a:lnTo>
                  <a:pt x="176213" y="228600"/>
                </a:lnTo>
                <a:lnTo>
                  <a:pt x="180975" y="223838"/>
                </a:lnTo>
                <a:lnTo>
                  <a:pt x="180975" y="214313"/>
                </a:lnTo>
                <a:lnTo>
                  <a:pt x="185738" y="209550"/>
                </a:lnTo>
                <a:lnTo>
                  <a:pt x="190500" y="204788"/>
                </a:lnTo>
                <a:lnTo>
                  <a:pt x="195263" y="200025"/>
                </a:lnTo>
                <a:lnTo>
                  <a:pt x="200025" y="195263"/>
                </a:lnTo>
                <a:lnTo>
                  <a:pt x="204788" y="190500"/>
                </a:lnTo>
                <a:lnTo>
                  <a:pt x="209550" y="185738"/>
                </a:lnTo>
                <a:lnTo>
                  <a:pt x="214313" y="180975"/>
                </a:lnTo>
                <a:lnTo>
                  <a:pt x="219075" y="176213"/>
                </a:lnTo>
                <a:lnTo>
                  <a:pt x="223838" y="171450"/>
                </a:lnTo>
                <a:lnTo>
                  <a:pt x="228600" y="166688"/>
                </a:lnTo>
                <a:lnTo>
                  <a:pt x="233363" y="161925"/>
                </a:lnTo>
                <a:lnTo>
                  <a:pt x="238125" y="157163"/>
                </a:lnTo>
                <a:lnTo>
                  <a:pt x="242888" y="152400"/>
                </a:lnTo>
                <a:lnTo>
                  <a:pt x="247650" y="147638"/>
                </a:lnTo>
                <a:lnTo>
                  <a:pt x="252413" y="142875"/>
                </a:lnTo>
                <a:lnTo>
                  <a:pt x="257175" y="138113"/>
                </a:lnTo>
                <a:lnTo>
                  <a:pt x="261938" y="133350"/>
                </a:lnTo>
                <a:lnTo>
                  <a:pt x="266700" y="128588"/>
                </a:lnTo>
                <a:lnTo>
                  <a:pt x="271463" y="123825"/>
                </a:lnTo>
                <a:lnTo>
                  <a:pt x="276225" y="119063"/>
                </a:lnTo>
                <a:lnTo>
                  <a:pt x="280988" y="114300"/>
                </a:lnTo>
                <a:lnTo>
                  <a:pt x="285750" y="109538"/>
                </a:lnTo>
                <a:lnTo>
                  <a:pt x="290513" y="104775"/>
                </a:lnTo>
                <a:lnTo>
                  <a:pt x="300038" y="104775"/>
                </a:lnTo>
                <a:lnTo>
                  <a:pt x="304800" y="100013"/>
                </a:lnTo>
                <a:lnTo>
                  <a:pt x="309563" y="95250"/>
                </a:lnTo>
                <a:lnTo>
                  <a:pt x="314325" y="90488"/>
                </a:lnTo>
                <a:lnTo>
                  <a:pt x="319088" y="85725"/>
                </a:lnTo>
                <a:lnTo>
                  <a:pt x="323850" y="80963"/>
                </a:lnTo>
                <a:lnTo>
                  <a:pt x="328613" y="76200"/>
                </a:lnTo>
                <a:lnTo>
                  <a:pt x="338138" y="76200"/>
                </a:lnTo>
                <a:lnTo>
                  <a:pt x="342900" y="71438"/>
                </a:lnTo>
                <a:lnTo>
                  <a:pt x="347663" y="66675"/>
                </a:lnTo>
                <a:lnTo>
                  <a:pt x="352425" y="61913"/>
                </a:lnTo>
                <a:lnTo>
                  <a:pt x="357188" y="57150"/>
                </a:lnTo>
                <a:lnTo>
                  <a:pt x="366713" y="57150"/>
                </a:lnTo>
                <a:lnTo>
                  <a:pt x="371475" y="52388"/>
                </a:lnTo>
                <a:lnTo>
                  <a:pt x="376238" y="47625"/>
                </a:lnTo>
                <a:lnTo>
                  <a:pt x="385763" y="47625"/>
                </a:lnTo>
                <a:lnTo>
                  <a:pt x="390525" y="42863"/>
                </a:lnTo>
                <a:lnTo>
                  <a:pt x="395288" y="38100"/>
                </a:lnTo>
                <a:lnTo>
                  <a:pt x="400050" y="33338"/>
                </a:lnTo>
                <a:lnTo>
                  <a:pt x="404813" y="28575"/>
                </a:lnTo>
                <a:lnTo>
                  <a:pt x="414338" y="28575"/>
                </a:lnTo>
                <a:lnTo>
                  <a:pt x="423863" y="28575"/>
                </a:lnTo>
                <a:lnTo>
                  <a:pt x="428625" y="23813"/>
                </a:lnTo>
                <a:lnTo>
                  <a:pt x="433388" y="19050"/>
                </a:lnTo>
                <a:lnTo>
                  <a:pt x="442913" y="19050"/>
                </a:lnTo>
                <a:lnTo>
                  <a:pt x="447675" y="14288"/>
                </a:lnTo>
                <a:lnTo>
                  <a:pt x="452438" y="9525"/>
                </a:lnTo>
                <a:lnTo>
                  <a:pt x="461963" y="9525"/>
                </a:lnTo>
                <a:lnTo>
                  <a:pt x="471488" y="9525"/>
                </a:lnTo>
                <a:lnTo>
                  <a:pt x="476250" y="4763"/>
                </a:lnTo>
                <a:close/>
              </a:path>
            </a:pathLst>
          </a:custGeom>
          <a:solidFill xmlns:a="http://schemas.openxmlformats.org/drawingml/2006/main">
            <a:srgbClr val="C4C4C4"/>
          </a:solidFill>
          <a:ln xmlns:a="http://schemas.openxmlformats.org/drawingml/2006/main" w="0">
            <a:noFill/>
            <a:prstDash val="solid"/>
          </a:ln>
        </p:spPr>
      </p:sp>
      <p:sp>
        <p:nvSpPr>
          <p:cNvPr id="197" name="deep-skill-chaining-source-component-3-gradient-198-0">
            <a:extLst xmlns:a="http://schemas.openxmlformats.org/drawingml/2006/main">
              <a:ext uri="{FF2B5EF4-FFF2-40B4-BE49-F238E27FC236}">
                <a16:creationId xmlns:a16="http://schemas.microsoft.com/office/drawing/2014/main" id="{88894628-68B4-4AC6-8739-D841245B67B7}"/>
              </a:ext>
            </a:extLst>
          </p:cNvPr>
          <p:cNvSpPr>
            <a:spLocks xmlns:a="http://schemas.openxmlformats.org/drawingml/2006/main" noGrp="1"/>
          </p:cNvSpPr>
          <p:nvPr/>
        </p:nvSpPr>
        <p:spPr>
          <a:xfrm xmlns:a="http://schemas.openxmlformats.org/drawingml/2006/main" rot="0">
            <a:off x="9591675" y="971550"/>
            <a:ext cx="838200" cy="952500"/>
          </a:xfrm>
          <a:custGeom xmlns:a="http://schemas.openxmlformats.org/drawingml/2006/main">
            <a:pathLst>
              <a:path w="838200" h="952500">
                <a:moveTo>
                  <a:pt x="428625" y="4763"/>
                </a:moveTo>
                <a:lnTo>
                  <a:pt x="433388" y="0"/>
                </a:lnTo>
                <a:lnTo>
                  <a:pt x="442913" y="0"/>
                </a:lnTo>
                <a:lnTo>
                  <a:pt x="452438" y="0"/>
                </a:lnTo>
                <a:lnTo>
                  <a:pt x="461963" y="0"/>
                </a:lnTo>
                <a:lnTo>
                  <a:pt x="471488" y="0"/>
                </a:lnTo>
                <a:lnTo>
                  <a:pt x="481013" y="0"/>
                </a:lnTo>
                <a:lnTo>
                  <a:pt x="490538" y="0"/>
                </a:lnTo>
                <a:lnTo>
                  <a:pt x="500063" y="0"/>
                </a:lnTo>
                <a:lnTo>
                  <a:pt x="509588" y="0"/>
                </a:lnTo>
                <a:lnTo>
                  <a:pt x="514350" y="4763"/>
                </a:lnTo>
                <a:lnTo>
                  <a:pt x="519113" y="9525"/>
                </a:lnTo>
                <a:lnTo>
                  <a:pt x="528638" y="9525"/>
                </a:lnTo>
                <a:lnTo>
                  <a:pt x="538163" y="9525"/>
                </a:lnTo>
                <a:lnTo>
                  <a:pt x="547688" y="9525"/>
                </a:lnTo>
                <a:lnTo>
                  <a:pt x="557213" y="9525"/>
                </a:lnTo>
                <a:lnTo>
                  <a:pt x="566738" y="9525"/>
                </a:lnTo>
                <a:lnTo>
                  <a:pt x="571500" y="14288"/>
                </a:lnTo>
                <a:lnTo>
                  <a:pt x="576263" y="19050"/>
                </a:lnTo>
                <a:lnTo>
                  <a:pt x="585788" y="19050"/>
                </a:lnTo>
                <a:lnTo>
                  <a:pt x="590550" y="23813"/>
                </a:lnTo>
                <a:lnTo>
                  <a:pt x="595313" y="28575"/>
                </a:lnTo>
                <a:lnTo>
                  <a:pt x="604838" y="28575"/>
                </a:lnTo>
                <a:lnTo>
                  <a:pt x="614363" y="28575"/>
                </a:lnTo>
                <a:lnTo>
                  <a:pt x="619125" y="33338"/>
                </a:lnTo>
                <a:lnTo>
                  <a:pt x="623888" y="38100"/>
                </a:lnTo>
                <a:lnTo>
                  <a:pt x="633413" y="38100"/>
                </a:lnTo>
                <a:lnTo>
                  <a:pt x="642938" y="38100"/>
                </a:lnTo>
                <a:lnTo>
                  <a:pt x="652463" y="38100"/>
                </a:lnTo>
                <a:lnTo>
                  <a:pt x="657225" y="42863"/>
                </a:lnTo>
                <a:lnTo>
                  <a:pt x="657225" y="52388"/>
                </a:lnTo>
                <a:lnTo>
                  <a:pt x="661988" y="57150"/>
                </a:lnTo>
                <a:lnTo>
                  <a:pt x="666750" y="61913"/>
                </a:lnTo>
                <a:lnTo>
                  <a:pt x="671513" y="66675"/>
                </a:lnTo>
                <a:lnTo>
                  <a:pt x="681038" y="66675"/>
                </a:lnTo>
                <a:lnTo>
                  <a:pt x="685800" y="71438"/>
                </a:lnTo>
                <a:lnTo>
                  <a:pt x="690563" y="76200"/>
                </a:lnTo>
                <a:lnTo>
                  <a:pt x="695325" y="80963"/>
                </a:lnTo>
                <a:lnTo>
                  <a:pt x="700088" y="85725"/>
                </a:lnTo>
                <a:lnTo>
                  <a:pt x="709613" y="85725"/>
                </a:lnTo>
                <a:lnTo>
                  <a:pt x="719138" y="85725"/>
                </a:lnTo>
                <a:lnTo>
                  <a:pt x="723900" y="90488"/>
                </a:lnTo>
                <a:lnTo>
                  <a:pt x="728663" y="95250"/>
                </a:lnTo>
                <a:lnTo>
                  <a:pt x="738188" y="95250"/>
                </a:lnTo>
                <a:lnTo>
                  <a:pt x="742950" y="100013"/>
                </a:lnTo>
                <a:lnTo>
                  <a:pt x="742950" y="109538"/>
                </a:lnTo>
                <a:lnTo>
                  <a:pt x="747713" y="114300"/>
                </a:lnTo>
                <a:lnTo>
                  <a:pt x="752475" y="119063"/>
                </a:lnTo>
                <a:lnTo>
                  <a:pt x="757238" y="123825"/>
                </a:lnTo>
                <a:lnTo>
                  <a:pt x="766763" y="123825"/>
                </a:lnTo>
                <a:lnTo>
                  <a:pt x="771525" y="128588"/>
                </a:lnTo>
                <a:lnTo>
                  <a:pt x="771525" y="138113"/>
                </a:lnTo>
                <a:lnTo>
                  <a:pt x="771525" y="147638"/>
                </a:lnTo>
                <a:lnTo>
                  <a:pt x="771525" y="157163"/>
                </a:lnTo>
                <a:lnTo>
                  <a:pt x="776288" y="161925"/>
                </a:lnTo>
                <a:lnTo>
                  <a:pt x="781050" y="166688"/>
                </a:lnTo>
                <a:lnTo>
                  <a:pt x="785813" y="171450"/>
                </a:lnTo>
                <a:lnTo>
                  <a:pt x="795338" y="171450"/>
                </a:lnTo>
                <a:lnTo>
                  <a:pt x="800100" y="176213"/>
                </a:lnTo>
                <a:lnTo>
                  <a:pt x="804863" y="180975"/>
                </a:lnTo>
                <a:lnTo>
                  <a:pt x="809625" y="185738"/>
                </a:lnTo>
                <a:lnTo>
                  <a:pt x="814388" y="190500"/>
                </a:lnTo>
                <a:lnTo>
                  <a:pt x="819150" y="195263"/>
                </a:lnTo>
                <a:lnTo>
                  <a:pt x="819150" y="204788"/>
                </a:lnTo>
                <a:lnTo>
                  <a:pt x="823913" y="209550"/>
                </a:lnTo>
                <a:lnTo>
                  <a:pt x="828675" y="214313"/>
                </a:lnTo>
                <a:lnTo>
                  <a:pt x="828675" y="223838"/>
                </a:lnTo>
                <a:lnTo>
                  <a:pt x="828675" y="233363"/>
                </a:lnTo>
                <a:lnTo>
                  <a:pt x="833438" y="238125"/>
                </a:lnTo>
                <a:lnTo>
                  <a:pt x="838200" y="242888"/>
                </a:lnTo>
                <a:lnTo>
                  <a:pt x="838200" y="252413"/>
                </a:lnTo>
                <a:lnTo>
                  <a:pt x="838200" y="261938"/>
                </a:lnTo>
                <a:lnTo>
                  <a:pt x="838200" y="271463"/>
                </a:lnTo>
                <a:lnTo>
                  <a:pt x="838200" y="280988"/>
                </a:lnTo>
                <a:lnTo>
                  <a:pt x="838200" y="290513"/>
                </a:lnTo>
                <a:lnTo>
                  <a:pt x="838200" y="300038"/>
                </a:lnTo>
                <a:lnTo>
                  <a:pt x="838200" y="309563"/>
                </a:lnTo>
                <a:lnTo>
                  <a:pt x="838200" y="319088"/>
                </a:lnTo>
                <a:lnTo>
                  <a:pt x="838200" y="328613"/>
                </a:lnTo>
                <a:lnTo>
                  <a:pt x="838200" y="338138"/>
                </a:lnTo>
                <a:lnTo>
                  <a:pt x="833438" y="342900"/>
                </a:lnTo>
                <a:lnTo>
                  <a:pt x="828675" y="347663"/>
                </a:lnTo>
                <a:lnTo>
                  <a:pt x="828675" y="357188"/>
                </a:lnTo>
                <a:lnTo>
                  <a:pt x="828675" y="366713"/>
                </a:lnTo>
                <a:lnTo>
                  <a:pt x="828675" y="376238"/>
                </a:lnTo>
                <a:lnTo>
                  <a:pt x="828675" y="385763"/>
                </a:lnTo>
                <a:lnTo>
                  <a:pt x="823913" y="390525"/>
                </a:lnTo>
                <a:lnTo>
                  <a:pt x="819150" y="395288"/>
                </a:lnTo>
                <a:lnTo>
                  <a:pt x="819150" y="404813"/>
                </a:lnTo>
                <a:lnTo>
                  <a:pt x="819150" y="414338"/>
                </a:lnTo>
                <a:lnTo>
                  <a:pt x="819150" y="423863"/>
                </a:lnTo>
                <a:lnTo>
                  <a:pt x="814388" y="428625"/>
                </a:lnTo>
                <a:lnTo>
                  <a:pt x="809625" y="433388"/>
                </a:lnTo>
                <a:lnTo>
                  <a:pt x="809625" y="442913"/>
                </a:lnTo>
                <a:lnTo>
                  <a:pt x="809625" y="452438"/>
                </a:lnTo>
                <a:lnTo>
                  <a:pt x="804863" y="457200"/>
                </a:lnTo>
                <a:lnTo>
                  <a:pt x="800100" y="461963"/>
                </a:lnTo>
                <a:lnTo>
                  <a:pt x="800100" y="471488"/>
                </a:lnTo>
                <a:lnTo>
                  <a:pt x="800100" y="481013"/>
                </a:lnTo>
                <a:lnTo>
                  <a:pt x="795338" y="485775"/>
                </a:lnTo>
                <a:lnTo>
                  <a:pt x="790575" y="490538"/>
                </a:lnTo>
                <a:lnTo>
                  <a:pt x="790575" y="500063"/>
                </a:lnTo>
                <a:lnTo>
                  <a:pt x="790575" y="509588"/>
                </a:lnTo>
                <a:lnTo>
                  <a:pt x="785813" y="514350"/>
                </a:lnTo>
                <a:lnTo>
                  <a:pt x="781050" y="519113"/>
                </a:lnTo>
                <a:lnTo>
                  <a:pt x="781050" y="528638"/>
                </a:lnTo>
                <a:lnTo>
                  <a:pt x="776288" y="533400"/>
                </a:lnTo>
                <a:lnTo>
                  <a:pt x="771525" y="538163"/>
                </a:lnTo>
                <a:lnTo>
                  <a:pt x="771525" y="547688"/>
                </a:lnTo>
                <a:lnTo>
                  <a:pt x="766763" y="552450"/>
                </a:lnTo>
                <a:lnTo>
                  <a:pt x="762000" y="557213"/>
                </a:lnTo>
                <a:lnTo>
                  <a:pt x="762000" y="566738"/>
                </a:lnTo>
                <a:lnTo>
                  <a:pt x="757238" y="571500"/>
                </a:lnTo>
                <a:lnTo>
                  <a:pt x="752475" y="576263"/>
                </a:lnTo>
                <a:lnTo>
                  <a:pt x="752475" y="585788"/>
                </a:lnTo>
                <a:lnTo>
                  <a:pt x="747713" y="590550"/>
                </a:lnTo>
                <a:lnTo>
                  <a:pt x="742950" y="595313"/>
                </a:lnTo>
                <a:lnTo>
                  <a:pt x="742950" y="604838"/>
                </a:lnTo>
                <a:lnTo>
                  <a:pt x="738188" y="609600"/>
                </a:lnTo>
                <a:lnTo>
                  <a:pt x="733425" y="614363"/>
                </a:lnTo>
                <a:lnTo>
                  <a:pt x="733425" y="623888"/>
                </a:lnTo>
                <a:lnTo>
                  <a:pt x="728663" y="628650"/>
                </a:lnTo>
                <a:lnTo>
                  <a:pt x="723900" y="633413"/>
                </a:lnTo>
                <a:lnTo>
                  <a:pt x="719138" y="638175"/>
                </a:lnTo>
                <a:lnTo>
                  <a:pt x="714375" y="642938"/>
                </a:lnTo>
                <a:lnTo>
                  <a:pt x="714375" y="652463"/>
                </a:lnTo>
                <a:lnTo>
                  <a:pt x="709613" y="657225"/>
                </a:lnTo>
                <a:lnTo>
                  <a:pt x="704850" y="661988"/>
                </a:lnTo>
                <a:lnTo>
                  <a:pt x="700088" y="666750"/>
                </a:lnTo>
                <a:lnTo>
                  <a:pt x="695325" y="671513"/>
                </a:lnTo>
                <a:lnTo>
                  <a:pt x="695325" y="681038"/>
                </a:lnTo>
                <a:lnTo>
                  <a:pt x="690563" y="685800"/>
                </a:lnTo>
                <a:lnTo>
                  <a:pt x="685800" y="690563"/>
                </a:lnTo>
                <a:lnTo>
                  <a:pt x="681038" y="695325"/>
                </a:lnTo>
                <a:lnTo>
                  <a:pt x="676275" y="700088"/>
                </a:lnTo>
                <a:lnTo>
                  <a:pt x="671513" y="704850"/>
                </a:lnTo>
                <a:lnTo>
                  <a:pt x="666750" y="709613"/>
                </a:lnTo>
                <a:lnTo>
                  <a:pt x="666750" y="719138"/>
                </a:lnTo>
                <a:lnTo>
                  <a:pt x="661988" y="723900"/>
                </a:lnTo>
                <a:lnTo>
                  <a:pt x="657225" y="728663"/>
                </a:lnTo>
                <a:lnTo>
                  <a:pt x="652463" y="733425"/>
                </a:lnTo>
                <a:lnTo>
                  <a:pt x="647700" y="738188"/>
                </a:lnTo>
                <a:lnTo>
                  <a:pt x="642938" y="742950"/>
                </a:lnTo>
                <a:lnTo>
                  <a:pt x="638175" y="747713"/>
                </a:lnTo>
                <a:lnTo>
                  <a:pt x="633413" y="752475"/>
                </a:lnTo>
                <a:lnTo>
                  <a:pt x="628650" y="757238"/>
                </a:lnTo>
                <a:lnTo>
                  <a:pt x="623888" y="762000"/>
                </a:lnTo>
                <a:lnTo>
                  <a:pt x="619125" y="766763"/>
                </a:lnTo>
                <a:lnTo>
                  <a:pt x="614363" y="771525"/>
                </a:lnTo>
                <a:lnTo>
                  <a:pt x="609600" y="776288"/>
                </a:lnTo>
                <a:lnTo>
                  <a:pt x="604838" y="781050"/>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47688" y="838200"/>
                </a:lnTo>
                <a:lnTo>
                  <a:pt x="542925" y="842963"/>
                </a:lnTo>
                <a:lnTo>
                  <a:pt x="538163" y="847725"/>
                </a:lnTo>
                <a:lnTo>
                  <a:pt x="528638" y="847725"/>
                </a:lnTo>
                <a:lnTo>
                  <a:pt x="523875" y="852488"/>
                </a:lnTo>
                <a:lnTo>
                  <a:pt x="519113" y="857250"/>
                </a:lnTo>
                <a:lnTo>
                  <a:pt x="514350" y="862013"/>
                </a:lnTo>
                <a:lnTo>
                  <a:pt x="509588" y="866775"/>
                </a:lnTo>
                <a:lnTo>
                  <a:pt x="500063" y="866775"/>
                </a:lnTo>
                <a:lnTo>
                  <a:pt x="495300" y="871538"/>
                </a:lnTo>
                <a:lnTo>
                  <a:pt x="490538" y="876300"/>
                </a:lnTo>
                <a:lnTo>
                  <a:pt x="485775" y="881063"/>
                </a:lnTo>
                <a:lnTo>
                  <a:pt x="481013" y="885825"/>
                </a:lnTo>
                <a:lnTo>
                  <a:pt x="471488" y="885825"/>
                </a:lnTo>
                <a:lnTo>
                  <a:pt x="466725" y="890588"/>
                </a:lnTo>
                <a:lnTo>
                  <a:pt x="461963" y="895350"/>
                </a:lnTo>
                <a:lnTo>
                  <a:pt x="457200" y="900113"/>
                </a:lnTo>
                <a:lnTo>
                  <a:pt x="452438" y="904875"/>
                </a:lnTo>
                <a:lnTo>
                  <a:pt x="442913" y="904875"/>
                </a:lnTo>
                <a:lnTo>
                  <a:pt x="438150" y="909638"/>
                </a:lnTo>
                <a:lnTo>
                  <a:pt x="433388" y="914400"/>
                </a:lnTo>
                <a:lnTo>
                  <a:pt x="423863" y="914400"/>
                </a:lnTo>
                <a:lnTo>
                  <a:pt x="419100" y="919163"/>
                </a:lnTo>
                <a:lnTo>
                  <a:pt x="414338" y="923925"/>
                </a:lnTo>
                <a:lnTo>
                  <a:pt x="404813" y="923925"/>
                </a:lnTo>
                <a:lnTo>
                  <a:pt x="395288" y="923925"/>
                </a:lnTo>
                <a:lnTo>
                  <a:pt x="390525" y="928688"/>
                </a:lnTo>
                <a:lnTo>
                  <a:pt x="385763" y="933450"/>
                </a:lnTo>
                <a:lnTo>
                  <a:pt x="376238" y="933450"/>
                </a:lnTo>
                <a:lnTo>
                  <a:pt x="371475" y="938213"/>
                </a:lnTo>
                <a:lnTo>
                  <a:pt x="366713" y="942975"/>
                </a:lnTo>
                <a:lnTo>
                  <a:pt x="357188" y="942975"/>
                </a:lnTo>
                <a:lnTo>
                  <a:pt x="347663" y="942975"/>
                </a:lnTo>
                <a:lnTo>
                  <a:pt x="338138" y="942975"/>
                </a:lnTo>
                <a:lnTo>
                  <a:pt x="333375" y="947738"/>
                </a:lnTo>
                <a:lnTo>
                  <a:pt x="328613" y="952500"/>
                </a:lnTo>
                <a:lnTo>
                  <a:pt x="319088" y="952500"/>
                </a:lnTo>
                <a:lnTo>
                  <a:pt x="314325" y="947738"/>
                </a:lnTo>
                <a:lnTo>
                  <a:pt x="309563" y="942975"/>
                </a:lnTo>
                <a:lnTo>
                  <a:pt x="300038" y="942975"/>
                </a:lnTo>
                <a:lnTo>
                  <a:pt x="290513" y="942975"/>
                </a:lnTo>
                <a:lnTo>
                  <a:pt x="285750" y="938213"/>
                </a:lnTo>
                <a:lnTo>
                  <a:pt x="280988" y="933450"/>
                </a:lnTo>
                <a:lnTo>
                  <a:pt x="271463" y="933450"/>
                </a:lnTo>
                <a:lnTo>
                  <a:pt x="261938" y="933450"/>
                </a:lnTo>
                <a:lnTo>
                  <a:pt x="252413" y="933450"/>
                </a:lnTo>
                <a:lnTo>
                  <a:pt x="247650" y="928688"/>
                </a:lnTo>
                <a:lnTo>
                  <a:pt x="242888" y="923925"/>
                </a:lnTo>
                <a:lnTo>
                  <a:pt x="238125" y="919163"/>
                </a:lnTo>
                <a:lnTo>
                  <a:pt x="233363" y="914400"/>
                </a:lnTo>
                <a:lnTo>
                  <a:pt x="223838" y="914400"/>
                </a:lnTo>
                <a:lnTo>
                  <a:pt x="214313" y="914400"/>
                </a:lnTo>
                <a:lnTo>
                  <a:pt x="204788" y="914400"/>
                </a:lnTo>
                <a:lnTo>
                  <a:pt x="200025" y="909638"/>
                </a:lnTo>
                <a:lnTo>
                  <a:pt x="195263" y="904875"/>
                </a:lnTo>
                <a:lnTo>
                  <a:pt x="185738" y="904875"/>
                </a:lnTo>
                <a:lnTo>
                  <a:pt x="180975" y="900113"/>
                </a:lnTo>
                <a:lnTo>
                  <a:pt x="176213" y="895350"/>
                </a:lnTo>
                <a:lnTo>
                  <a:pt x="171450" y="890588"/>
                </a:lnTo>
                <a:lnTo>
                  <a:pt x="166688" y="885825"/>
                </a:lnTo>
                <a:lnTo>
                  <a:pt x="161925" y="881063"/>
                </a:lnTo>
                <a:lnTo>
                  <a:pt x="157163" y="876300"/>
                </a:lnTo>
                <a:lnTo>
                  <a:pt x="152400" y="871538"/>
                </a:lnTo>
                <a:lnTo>
                  <a:pt x="147638" y="866775"/>
                </a:lnTo>
                <a:lnTo>
                  <a:pt x="138113" y="866775"/>
                </a:lnTo>
                <a:lnTo>
                  <a:pt x="133350" y="862013"/>
                </a:lnTo>
                <a:lnTo>
                  <a:pt x="128588" y="857250"/>
                </a:lnTo>
                <a:lnTo>
                  <a:pt x="123825" y="852488"/>
                </a:lnTo>
                <a:lnTo>
                  <a:pt x="119063" y="847725"/>
                </a:lnTo>
                <a:lnTo>
                  <a:pt x="109538" y="847725"/>
                </a:lnTo>
                <a:lnTo>
                  <a:pt x="104775" y="842963"/>
                </a:lnTo>
                <a:lnTo>
                  <a:pt x="104775" y="833438"/>
                </a:lnTo>
                <a:lnTo>
                  <a:pt x="100013" y="828675"/>
                </a:lnTo>
                <a:lnTo>
                  <a:pt x="95250" y="823913"/>
                </a:lnTo>
                <a:lnTo>
                  <a:pt x="90488" y="819150"/>
                </a:lnTo>
                <a:lnTo>
                  <a:pt x="80963" y="819150"/>
                </a:lnTo>
                <a:lnTo>
                  <a:pt x="76200" y="814388"/>
                </a:lnTo>
                <a:lnTo>
                  <a:pt x="76200" y="804863"/>
                </a:lnTo>
                <a:lnTo>
                  <a:pt x="71438" y="800100"/>
                </a:lnTo>
                <a:lnTo>
                  <a:pt x="66675" y="795338"/>
                </a:lnTo>
                <a:lnTo>
                  <a:pt x="61913" y="790575"/>
                </a:lnTo>
                <a:lnTo>
                  <a:pt x="52388" y="790575"/>
                </a:lnTo>
                <a:lnTo>
                  <a:pt x="47625" y="785813"/>
                </a:lnTo>
                <a:lnTo>
                  <a:pt x="47625" y="776288"/>
                </a:lnTo>
                <a:lnTo>
                  <a:pt x="47625" y="766763"/>
                </a:lnTo>
                <a:lnTo>
                  <a:pt x="42863" y="762000"/>
                </a:lnTo>
                <a:lnTo>
                  <a:pt x="38100" y="757238"/>
                </a:lnTo>
                <a:lnTo>
                  <a:pt x="38100" y="747713"/>
                </a:lnTo>
                <a:lnTo>
                  <a:pt x="33338" y="742950"/>
                </a:lnTo>
                <a:lnTo>
                  <a:pt x="23813" y="742950"/>
                </a:lnTo>
                <a:lnTo>
                  <a:pt x="19050" y="738188"/>
                </a:lnTo>
                <a:lnTo>
                  <a:pt x="14288" y="733425"/>
                </a:lnTo>
                <a:lnTo>
                  <a:pt x="9525" y="728663"/>
                </a:lnTo>
                <a:lnTo>
                  <a:pt x="9525" y="719138"/>
                </a:lnTo>
                <a:lnTo>
                  <a:pt x="4763" y="714375"/>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4763" y="600075"/>
                </a:lnTo>
                <a:lnTo>
                  <a:pt x="9525" y="595313"/>
                </a:lnTo>
                <a:lnTo>
                  <a:pt x="9525" y="585788"/>
                </a:lnTo>
                <a:lnTo>
                  <a:pt x="9525" y="576263"/>
                </a:lnTo>
                <a:lnTo>
                  <a:pt x="9525" y="566738"/>
                </a:lnTo>
                <a:lnTo>
                  <a:pt x="9525" y="557213"/>
                </a:lnTo>
                <a:lnTo>
                  <a:pt x="9525" y="547688"/>
                </a:lnTo>
                <a:lnTo>
                  <a:pt x="14288" y="542925"/>
                </a:lnTo>
                <a:lnTo>
                  <a:pt x="19050" y="538163"/>
                </a:lnTo>
                <a:lnTo>
                  <a:pt x="19050" y="528638"/>
                </a:lnTo>
                <a:lnTo>
                  <a:pt x="19050" y="519113"/>
                </a:lnTo>
                <a:lnTo>
                  <a:pt x="19050" y="509588"/>
                </a:lnTo>
                <a:lnTo>
                  <a:pt x="23813" y="504825"/>
                </a:lnTo>
                <a:lnTo>
                  <a:pt x="28575" y="500063"/>
                </a:lnTo>
                <a:lnTo>
                  <a:pt x="28575" y="490538"/>
                </a:lnTo>
                <a:lnTo>
                  <a:pt x="28575" y="481013"/>
                </a:lnTo>
                <a:lnTo>
                  <a:pt x="28575" y="471488"/>
                </a:lnTo>
                <a:lnTo>
                  <a:pt x="33338" y="466725"/>
                </a:lnTo>
                <a:lnTo>
                  <a:pt x="38100" y="461963"/>
                </a:lnTo>
                <a:lnTo>
                  <a:pt x="38100" y="452438"/>
                </a:lnTo>
                <a:lnTo>
                  <a:pt x="38100" y="442913"/>
                </a:lnTo>
                <a:lnTo>
                  <a:pt x="42863" y="438150"/>
                </a:lnTo>
                <a:lnTo>
                  <a:pt x="47625" y="433388"/>
                </a:lnTo>
                <a:lnTo>
                  <a:pt x="47625" y="423863"/>
                </a:lnTo>
                <a:lnTo>
                  <a:pt x="52388" y="419100"/>
                </a:lnTo>
                <a:lnTo>
                  <a:pt x="57150" y="414338"/>
                </a:lnTo>
                <a:lnTo>
                  <a:pt x="57150" y="404813"/>
                </a:lnTo>
                <a:lnTo>
                  <a:pt x="57150" y="395288"/>
                </a:lnTo>
                <a:lnTo>
                  <a:pt x="61913" y="390525"/>
                </a:lnTo>
                <a:lnTo>
                  <a:pt x="66675" y="385763"/>
                </a:lnTo>
                <a:lnTo>
                  <a:pt x="66675" y="376238"/>
                </a:lnTo>
                <a:lnTo>
                  <a:pt x="71438" y="371475"/>
                </a:lnTo>
                <a:lnTo>
                  <a:pt x="76200" y="366713"/>
                </a:lnTo>
                <a:lnTo>
                  <a:pt x="76200" y="357188"/>
                </a:lnTo>
                <a:lnTo>
                  <a:pt x="80963" y="352425"/>
                </a:lnTo>
                <a:lnTo>
                  <a:pt x="85725" y="347663"/>
                </a:lnTo>
                <a:lnTo>
                  <a:pt x="85725" y="338138"/>
                </a:lnTo>
                <a:lnTo>
                  <a:pt x="90488" y="333375"/>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8588" y="276225"/>
                </a:lnTo>
                <a:lnTo>
                  <a:pt x="133350" y="271463"/>
                </a:lnTo>
                <a:lnTo>
                  <a:pt x="133350" y="261938"/>
                </a:lnTo>
                <a:lnTo>
                  <a:pt x="138113" y="257175"/>
                </a:lnTo>
                <a:lnTo>
                  <a:pt x="142875" y="252413"/>
                </a:lnTo>
                <a:lnTo>
                  <a:pt x="147638" y="247650"/>
                </a:lnTo>
                <a:lnTo>
                  <a:pt x="152400" y="242888"/>
                </a:lnTo>
                <a:lnTo>
                  <a:pt x="152400" y="233363"/>
                </a:lnTo>
                <a:lnTo>
                  <a:pt x="157163" y="228600"/>
                </a:lnTo>
                <a:lnTo>
                  <a:pt x="161925" y="223838"/>
                </a:lnTo>
                <a:lnTo>
                  <a:pt x="166688" y="219075"/>
                </a:lnTo>
                <a:lnTo>
                  <a:pt x="171450" y="214313"/>
                </a:lnTo>
                <a:lnTo>
                  <a:pt x="176213" y="209550"/>
                </a:lnTo>
                <a:lnTo>
                  <a:pt x="180975" y="204788"/>
                </a:lnTo>
                <a:lnTo>
                  <a:pt x="180975" y="195263"/>
                </a:lnTo>
                <a:lnTo>
                  <a:pt x="185738" y="190500"/>
                </a:lnTo>
                <a:lnTo>
                  <a:pt x="190500" y="185738"/>
                </a:lnTo>
                <a:lnTo>
                  <a:pt x="195263" y="180975"/>
                </a:lnTo>
                <a:lnTo>
                  <a:pt x="200025" y="176213"/>
                </a:lnTo>
                <a:lnTo>
                  <a:pt x="204788" y="171450"/>
                </a:lnTo>
                <a:lnTo>
                  <a:pt x="209550" y="166688"/>
                </a:lnTo>
                <a:lnTo>
                  <a:pt x="214313" y="161925"/>
                </a:lnTo>
                <a:lnTo>
                  <a:pt x="219075" y="157163"/>
                </a:lnTo>
                <a:lnTo>
                  <a:pt x="223838" y="152400"/>
                </a:lnTo>
                <a:lnTo>
                  <a:pt x="228600" y="147638"/>
                </a:lnTo>
                <a:lnTo>
                  <a:pt x="233363" y="142875"/>
                </a:lnTo>
                <a:lnTo>
                  <a:pt x="238125" y="138113"/>
                </a:lnTo>
                <a:lnTo>
                  <a:pt x="242888" y="133350"/>
                </a:lnTo>
                <a:lnTo>
                  <a:pt x="247650" y="128588"/>
                </a:lnTo>
                <a:lnTo>
                  <a:pt x="252413" y="123825"/>
                </a:lnTo>
                <a:lnTo>
                  <a:pt x="257175" y="119063"/>
                </a:lnTo>
                <a:lnTo>
                  <a:pt x="261938" y="114300"/>
                </a:lnTo>
                <a:lnTo>
                  <a:pt x="266700" y="109538"/>
                </a:lnTo>
                <a:lnTo>
                  <a:pt x="271463" y="104775"/>
                </a:lnTo>
                <a:lnTo>
                  <a:pt x="276225" y="100013"/>
                </a:lnTo>
                <a:lnTo>
                  <a:pt x="280988" y="95250"/>
                </a:lnTo>
                <a:lnTo>
                  <a:pt x="285750" y="90488"/>
                </a:lnTo>
                <a:lnTo>
                  <a:pt x="290513" y="85725"/>
                </a:lnTo>
                <a:lnTo>
                  <a:pt x="300038" y="85725"/>
                </a:lnTo>
                <a:lnTo>
                  <a:pt x="304800" y="80963"/>
                </a:lnTo>
                <a:lnTo>
                  <a:pt x="309563" y="76200"/>
                </a:lnTo>
                <a:lnTo>
                  <a:pt x="314325" y="71438"/>
                </a:lnTo>
                <a:lnTo>
                  <a:pt x="319088" y="66675"/>
                </a:lnTo>
                <a:lnTo>
                  <a:pt x="323850" y="61913"/>
                </a:lnTo>
                <a:lnTo>
                  <a:pt x="328613" y="57150"/>
                </a:lnTo>
                <a:lnTo>
                  <a:pt x="338138" y="57150"/>
                </a:lnTo>
                <a:lnTo>
                  <a:pt x="342900" y="52388"/>
                </a:lnTo>
                <a:lnTo>
                  <a:pt x="347663" y="47625"/>
                </a:lnTo>
                <a:lnTo>
                  <a:pt x="352425" y="42863"/>
                </a:lnTo>
                <a:lnTo>
                  <a:pt x="357188" y="38100"/>
                </a:lnTo>
                <a:lnTo>
                  <a:pt x="366713" y="38100"/>
                </a:lnTo>
                <a:lnTo>
                  <a:pt x="371475" y="33338"/>
                </a:lnTo>
                <a:lnTo>
                  <a:pt x="376238" y="28575"/>
                </a:lnTo>
                <a:lnTo>
                  <a:pt x="385763" y="28575"/>
                </a:lnTo>
                <a:lnTo>
                  <a:pt x="390525" y="23813"/>
                </a:lnTo>
                <a:lnTo>
                  <a:pt x="395288" y="19050"/>
                </a:lnTo>
                <a:lnTo>
                  <a:pt x="400050" y="14288"/>
                </a:lnTo>
                <a:lnTo>
                  <a:pt x="404813" y="9525"/>
                </a:lnTo>
                <a:lnTo>
                  <a:pt x="414338" y="9525"/>
                </a:lnTo>
                <a:lnTo>
                  <a:pt x="423863" y="9525"/>
                </a:lnTo>
                <a:lnTo>
                  <a:pt x="428625" y="4763"/>
                </a:lnTo>
                <a:close/>
              </a:path>
            </a:pathLst>
          </a:custGeom>
          <a:solidFill xmlns:a="http://schemas.openxmlformats.org/drawingml/2006/main">
            <a:srgbClr val="C6C6C6"/>
          </a:solidFill>
          <a:ln xmlns:a="http://schemas.openxmlformats.org/drawingml/2006/main" w="0">
            <a:noFill/>
            <a:prstDash val="solid"/>
          </a:ln>
        </p:spPr>
      </p:sp>
      <p:sp>
        <p:nvSpPr>
          <p:cNvPr id="198" name="deep-skill-chaining-source-component-3-gradient-200-0">
            <a:extLst xmlns:a="http://schemas.openxmlformats.org/drawingml/2006/main">
              <a:ext uri="{FF2B5EF4-FFF2-40B4-BE49-F238E27FC236}">
                <a16:creationId xmlns:a16="http://schemas.microsoft.com/office/drawing/2014/main" id="{E12423E3-754B-4F02-8638-20B2D264E8FD}"/>
              </a:ext>
            </a:extLst>
          </p:cNvPr>
          <p:cNvSpPr>
            <a:spLocks xmlns:a="http://schemas.openxmlformats.org/drawingml/2006/main" noGrp="1"/>
          </p:cNvSpPr>
          <p:nvPr/>
        </p:nvSpPr>
        <p:spPr>
          <a:xfrm xmlns:a="http://schemas.openxmlformats.org/drawingml/2006/main" rot="0">
            <a:off x="9591675" y="981075"/>
            <a:ext cx="838200" cy="933450"/>
          </a:xfrm>
          <a:custGeom xmlns:a="http://schemas.openxmlformats.org/drawingml/2006/main">
            <a:pathLst>
              <a:path w="838200" h="933450">
                <a:moveTo>
                  <a:pt x="400050" y="4763"/>
                </a:move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90538" y="9525"/>
                </a:lnTo>
                <a:lnTo>
                  <a:pt x="500063" y="9525"/>
                </a:lnTo>
                <a:lnTo>
                  <a:pt x="509588" y="9525"/>
                </a:lnTo>
                <a:lnTo>
                  <a:pt x="519113" y="9525"/>
                </a:lnTo>
                <a:lnTo>
                  <a:pt x="528638" y="9525"/>
                </a:lnTo>
                <a:lnTo>
                  <a:pt x="533400" y="14288"/>
                </a:lnTo>
                <a:lnTo>
                  <a:pt x="538163" y="19050"/>
                </a:lnTo>
                <a:lnTo>
                  <a:pt x="547688" y="19050"/>
                </a:lnTo>
                <a:lnTo>
                  <a:pt x="557213" y="19050"/>
                </a:lnTo>
                <a:lnTo>
                  <a:pt x="566738" y="19050"/>
                </a:lnTo>
                <a:lnTo>
                  <a:pt x="571500" y="23813"/>
                </a:lnTo>
                <a:lnTo>
                  <a:pt x="576263" y="28575"/>
                </a:lnTo>
                <a:lnTo>
                  <a:pt x="585788" y="28575"/>
                </a:lnTo>
                <a:lnTo>
                  <a:pt x="595313" y="28575"/>
                </a:lnTo>
                <a:lnTo>
                  <a:pt x="600075" y="33338"/>
                </a:lnTo>
                <a:lnTo>
                  <a:pt x="604838" y="38100"/>
                </a:lnTo>
                <a:lnTo>
                  <a:pt x="614363" y="38100"/>
                </a:lnTo>
                <a:lnTo>
                  <a:pt x="619125" y="42863"/>
                </a:lnTo>
                <a:lnTo>
                  <a:pt x="623888" y="47625"/>
                </a:lnTo>
                <a:lnTo>
                  <a:pt x="628650" y="52388"/>
                </a:lnTo>
                <a:lnTo>
                  <a:pt x="633413" y="57150"/>
                </a:lnTo>
                <a:lnTo>
                  <a:pt x="638175" y="61913"/>
                </a:lnTo>
                <a:lnTo>
                  <a:pt x="642938" y="66675"/>
                </a:lnTo>
                <a:lnTo>
                  <a:pt x="652463" y="66675"/>
                </a:lnTo>
                <a:lnTo>
                  <a:pt x="661988" y="66675"/>
                </a:lnTo>
                <a:lnTo>
                  <a:pt x="666750" y="71438"/>
                </a:lnTo>
                <a:lnTo>
                  <a:pt x="671513" y="76200"/>
                </a:lnTo>
                <a:lnTo>
                  <a:pt x="681038" y="76200"/>
                </a:lnTo>
                <a:lnTo>
                  <a:pt x="690563" y="76200"/>
                </a:lnTo>
                <a:lnTo>
                  <a:pt x="695325" y="80963"/>
                </a:lnTo>
                <a:lnTo>
                  <a:pt x="700088" y="85725"/>
                </a:lnTo>
                <a:lnTo>
                  <a:pt x="709613" y="85725"/>
                </a:lnTo>
                <a:lnTo>
                  <a:pt x="714375" y="90488"/>
                </a:lnTo>
                <a:lnTo>
                  <a:pt x="719138" y="95250"/>
                </a:lnTo>
                <a:lnTo>
                  <a:pt x="723900" y="100013"/>
                </a:lnTo>
                <a:lnTo>
                  <a:pt x="728663" y="104775"/>
                </a:lnTo>
                <a:lnTo>
                  <a:pt x="733425" y="109538"/>
                </a:lnTo>
                <a:lnTo>
                  <a:pt x="738188" y="114300"/>
                </a:lnTo>
                <a:lnTo>
                  <a:pt x="742950" y="119063"/>
                </a:lnTo>
                <a:lnTo>
                  <a:pt x="742950" y="128588"/>
                </a:lnTo>
                <a:lnTo>
                  <a:pt x="742950" y="138113"/>
                </a:lnTo>
                <a:lnTo>
                  <a:pt x="747713" y="142875"/>
                </a:lnTo>
                <a:lnTo>
                  <a:pt x="752475" y="147638"/>
                </a:lnTo>
                <a:lnTo>
                  <a:pt x="752475" y="157163"/>
                </a:lnTo>
                <a:lnTo>
                  <a:pt x="757238" y="161925"/>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09625" y="214313"/>
                </a:lnTo>
                <a:lnTo>
                  <a:pt x="814388" y="219075"/>
                </a:lnTo>
                <a:lnTo>
                  <a:pt x="819150" y="223838"/>
                </a:lnTo>
                <a:lnTo>
                  <a:pt x="823913" y="228600"/>
                </a:lnTo>
                <a:lnTo>
                  <a:pt x="828675" y="233363"/>
                </a:lnTo>
                <a:lnTo>
                  <a:pt x="828675" y="242888"/>
                </a:lnTo>
                <a:lnTo>
                  <a:pt x="828675" y="252413"/>
                </a:lnTo>
                <a:lnTo>
                  <a:pt x="833438" y="257175"/>
                </a:lnTo>
                <a:lnTo>
                  <a:pt x="838200" y="261938"/>
                </a:lnTo>
                <a:lnTo>
                  <a:pt x="838200" y="271463"/>
                </a:lnTo>
                <a:lnTo>
                  <a:pt x="838200" y="280988"/>
                </a:lnTo>
                <a:lnTo>
                  <a:pt x="838200" y="290513"/>
                </a:lnTo>
                <a:lnTo>
                  <a:pt x="838200" y="300038"/>
                </a:lnTo>
                <a:lnTo>
                  <a:pt x="838200" y="309563"/>
                </a:lnTo>
                <a:lnTo>
                  <a:pt x="838200" y="319088"/>
                </a:lnTo>
                <a:lnTo>
                  <a:pt x="838200" y="328613"/>
                </a:lnTo>
                <a:lnTo>
                  <a:pt x="833438" y="333375"/>
                </a:lnTo>
                <a:lnTo>
                  <a:pt x="828675" y="338138"/>
                </a:lnTo>
                <a:lnTo>
                  <a:pt x="828675" y="347663"/>
                </a:lnTo>
                <a:lnTo>
                  <a:pt x="828675" y="357188"/>
                </a:lnTo>
                <a:lnTo>
                  <a:pt x="828675" y="366713"/>
                </a:lnTo>
                <a:lnTo>
                  <a:pt x="828675" y="376238"/>
                </a:lnTo>
                <a:lnTo>
                  <a:pt x="823913" y="381000"/>
                </a:lnTo>
                <a:lnTo>
                  <a:pt x="819150" y="385763"/>
                </a:lnTo>
                <a:lnTo>
                  <a:pt x="819150" y="395288"/>
                </a:lnTo>
                <a:lnTo>
                  <a:pt x="819150" y="404813"/>
                </a:lnTo>
                <a:lnTo>
                  <a:pt x="819150" y="414338"/>
                </a:lnTo>
                <a:lnTo>
                  <a:pt x="814388" y="419100"/>
                </a:lnTo>
                <a:lnTo>
                  <a:pt x="809625" y="423863"/>
                </a:lnTo>
                <a:lnTo>
                  <a:pt x="809625" y="433388"/>
                </a:lnTo>
                <a:lnTo>
                  <a:pt x="809625" y="442913"/>
                </a:lnTo>
                <a:lnTo>
                  <a:pt x="804863" y="447675"/>
                </a:lnTo>
                <a:lnTo>
                  <a:pt x="800100" y="452438"/>
                </a:lnTo>
                <a:lnTo>
                  <a:pt x="800100" y="461963"/>
                </a:lnTo>
                <a:lnTo>
                  <a:pt x="800100" y="471488"/>
                </a:lnTo>
                <a:lnTo>
                  <a:pt x="795338" y="476250"/>
                </a:lnTo>
                <a:lnTo>
                  <a:pt x="790575" y="481013"/>
                </a:lnTo>
                <a:lnTo>
                  <a:pt x="790575" y="490538"/>
                </a:lnTo>
                <a:lnTo>
                  <a:pt x="790575" y="500063"/>
                </a:lnTo>
                <a:lnTo>
                  <a:pt x="785813" y="504825"/>
                </a:lnTo>
                <a:lnTo>
                  <a:pt x="781050" y="509588"/>
                </a:lnTo>
                <a:lnTo>
                  <a:pt x="781050" y="519113"/>
                </a:lnTo>
                <a:lnTo>
                  <a:pt x="776288" y="523875"/>
                </a:lnTo>
                <a:lnTo>
                  <a:pt x="771525" y="528638"/>
                </a:lnTo>
                <a:lnTo>
                  <a:pt x="771525" y="538163"/>
                </a:lnTo>
                <a:lnTo>
                  <a:pt x="766763" y="542925"/>
                </a:lnTo>
                <a:lnTo>
                  <a:pt x="762000" y="547688"/>
                </a:lnTo>
                <a:lnTo>
                  <a:pt x="762000" y="557213"/>
                </a:lnTo>
                <a:lnTo>
                  <a:pt x="757238" y="561975"/>
                </a:lnTo>
                <a:lnTo>
                  <a:pt x="752475" y="566738"/>
                </a:lnTo>
                <a:lnTo>
                  <a:pt x="752475" y="576263"/>
                </a:lnTo>
                <a:lnTo>
                  <a:pt x="747713" y="581025"/>
                </a:lnTo>
                <a:lnTo>
                  <a:pt x="742950" y="585788"/>
                </a:lnTo>
                <a:lnTo>
                  <a:pt x="742950" y="595313"/>
                </a:lnTo>
                <a:lnTo>
                  <a:pt x="738188" y="600075"/>
                </a:lnTo>
                <a:lnTo>
                  <a:pt x="733425" y="604838"/>
                </a:lnTo>
                <a:lnTo>
                  <a:pt x="733425" y="614363"/>
                </a:lnTo>
                <a:lnTo>
                  <a:pt x="728663" y="619125"/>
                </a:lnTo>
                <a:lnTo>
                  <a:pt x="723900" y="623888"/>
                </a:lnTo>
                <a:lnTo>
                  <a:pt x="719138" y="628650"/>
                </a:lnTo>
                <a:lnTo>
                  <a:pt x="714375" y="633413"/>
                </a:lnTo>
                <a:lnTo>
                  <a:pt x="714375" y="642938"/>
                </a:lnTo>
                <a:lnTo>
                  <a:pt x="709613" y="647700"/>
                </a:lnTo>
                <a:lnTo>
                  <a:pt x="704850" y="652463"/>
                </a:lnTo>
                <a:lnTo>
                  <a:pt x="700088" y="657225"/>
                </a:lnTo>
                <a:lnTo>
                  <a:pt x="695325" y="661988"/>
                </a:lnTo>
                <a:lnTo>
                  <a:pt x="695325" y="671513"/>
                </a:lnTo>
                <a:lnTo>
                  <a:pt x="690563" y="676275"/>
                </a:lnTo>
                <a:lnTo>
                  <a:pt x="685800" y="681038"/>
                </a:lnTo>
                <a:lnTo>
                  <a:pt x="681038" y="685800"/>
                </a:lnTo>
                <a:lnTo>
                  <a:pt x="676275" y="690563"/>
                </a:lnTo>
                <a:lnTo>
                  <a:pt x="671513" y="695325"/>
                </a:lnTo>
                <a:lnTo>
                  <a:pt x="666750" y="700088"/>
                </a:lnTo>
                <a:lnTo>
                  <a:pt x="666750" y="709613"/>
                </a:lnTo>
                <a:lnTo>
                  <a:pt x="661988" y="714375"/>
                </a:lnTo>
                <a:lnTo>
                  <a:pt x="657225" y="719138"/>
                </a:lnTo>
                <a:lnTo>
                  <a:pt x="652463" y="723900"/>
                </a:lnTo>
                <a:lnTo>
                  <a:pt x="647700" y="728663"/>
                </a:lnTo>
                <a:lnTo>
                  <a:pt x="642938" y="733425"/>
                </a:lnTo>
                <a:lnTo>
                  <a:pt x="638175" y="738188"/>
                </a:lnTo>
                <a:lnTo>
                  <a:pt x="633413" y="742950"/>
                </a:lnTo>
                <a:lnTo>
                  <a:pt x="628650" y="747713"/>
                </a:lnTo>
                <a:lnTo>
                  <a:pt x="623888" y="752475"/>
                </a:lnTo>
                <a:lnTo>
                  <a:pt x="619125" y="757238"/>
                </a:lnTo>
                <a:lnTo>
                  <a:pt x="614363" y="762000"/>
                </a:lnTo>
                <a:lnTo>
                  <a:pt x="609600" y="766763"/>
                </a:lnTo>
                <a:lnTo>
                  <a:pt x="604838" y="771525"/>
                </a:lnTo>
                <a:lnTo>
                  <a:pt x="600075" y="776288"/>
                </a:lnTo>
                <a:lnTo>
                  <a:pt x="595313" y="781050"/>
                </a:lnTo>
                <a:lnTo>
                  <a:pt x="590550" y="785813"/>
                </a:lnTo>
                <a:lnTo>
                  <a:pt x="585788" y="790575"/>
                </a:lnTo>
                <a:lnTo>
                  <a:pt x="581025" y="795338"/>
                </a:lnTo>
                <a:lnTo>
                  <a:pt x="576263" y="800100"/>
                </a:lnTo>
                <a:lnTo>
                  <a:pt x="571500" y="804863"/>
                </a:lnTo>
                <a:lnTo>
                  <a:pt x="566738" y="809625"/>
                </a:lnTo>
                <a:lnTo>
                  <a:pt x="561975" y="814388"/>
                </a:lnTo>
                <a:lnTo>
                  <a:pt x="557213" y="819150"/>
                </a:lnTo>
                <a:lnTo>
                  <a:pt x="552450" y="823913"/>
                </a:lnTo>
                <a:lnTo>
                  <a:pt x="547688" y="828675"/>
                </a:lnTo>
                <a:lnTo>
                  <a:pt x="542925" y="833438"/>
                </a:lnTo>
                <a:lnTo>
                  <a:pt x="538163" y="838200"/>
                </a:lnTo>
                <a:lnTo>
                  <a:pt x="528638" y="838200"/>
                </a:lnTo>
                <a:lnTo>
                  <a:pt x="523875" y="842963"/>
                </a:lnTo>
                <a:lnTo>
                  <a:pt x="519113" y="847725"/>
                </a:lnTo>
                <a:lnTo>
                  <a:pt x="514350" y="852488"/>
                </a:lnTo>
                <a:lnTo>
                  <a:pt x="509588" y="857250"/>
                </a:lnTo>
                <a:lnTo>
                  <a:pt x="500063" y="857250"/>
                </a:lnTo>
                <a:lnTo>
                  <a:pt x="495300" y="862013"/>
                </a:lnTo>
                <a:lnTo>
                  <a:pt x="490538" y="866775"/>
                </a:lnTo>
                <a:lnTo>
                  <a:pt x="485775" y="871538"/>
                </a:lnTo>
                <a:lnTo>
                  <a:pt x="481013" y="876300"/>
                </a:lnTo>
                <a:lnTo>
                  <a:pt x="471488" y="876300"/>
                </a:lnTo>
                <a:lnTo>
                  <a:pt x="466725" y="881063"/>
                </a:lnTo>
                <a:lnTo>
                  <a:pt x="461963" y="885825"/>
                </a:lnTo>
                <a:lnTo>
                  <a:pt x="457200" y="890588"/>
                </a:lnTo>
                <a:lnTo>
                  <a:pt x="452438" y="895350"/>
                </a:lnTo>
                <a:lnTo>
                  <a:pt x="442913" y="895350"/>
                </a:lnTo>
                <a:lnTo>
                  <a:pt x="438150" y="900113"/>
                </a:lnTo>
                <a:lnTo>
                  <a:pt x="433388" y="904875"/>
                </a:lnTo>
                <a:lnTo>
                  <a:pt x="423863" y="904875"/>
                </a:lnTo>
                <a:lnTo>
                  <a:pt x="419100" y="909638"/>
                </a:lnTo>
                <a:lnTo>
                  <a:pt x="414338" y="914400"/>
                </a:lnTo>
                <a:lnTo>
                  <a:pt x="404813" y="914400"/>
                </a:lnTo>
                <a:lnTo>
                  <a:pt x="395288" y="914400"/>
                </a:lnTo>
                <a:lnTo>
                  <a:pt x="390525" y="919163"/>
                </a:lnTo>
                <a:lnTo>
                  <a:pt x="385763" y="923925"/>
                </a:lnTo>
                <a:lnTo>
                  <a:pt x="376238" y="923925"/>
                </a:lnTo>
                <a:lnTo>
                  <a:pt x="366713" y="923925"/>
                </a:lnTo>
                <a:lnTo>
                  <a:pt x="357188" y="923925"/>
                </a:lnTo>
                <a:lnTo>
                  <a:pt x="352425" y="928688"/>
                </a:lnTo>
                <a:lnTo>
                  <a:pt x="347663" y="933450"/>
                </a:lnTo>
                <a:lnTo>
                  <a:pt x="338138" y="933450"/>
                </a:lnTo>
                <a:lnTo>
                  <a:pt x="333375" y="928688"/>
                </a:lnTo>
                <a:lnTo>
                  <a:pt x="328613" y="923925"/>
                </a:lnTo>
                <a:lnTo>
                  <a:pt x="319088" y="923925"/>
                </a:lnTo>
                <a:lnTo>
                  <a:pt x="309563" y="923925"/>
                </a:lnTo>
                <a:lnTo>
                  <a:pt x="304800" y="919163"/>
                </a:lnTo>
                <a:lnTo>
                  <a:pt x="300038" y="914400"/>
                </a:lnTo>
                <a:lnTo>
                  <a:pt x="290513" y="914400"/>
                </a:lnTo>
                <a:lnTo>
                  <a:pt x="280988" y="914400"/>
                </a:lnTo>
                <a:lnTo>
                  <a:pt x="276225" y="909638"/>
                </a:lnTo>
                <a:lnTo>
                  <a:pt x="271463" y="904875"/>
                </a:lnTo>
                <a:lnTo>
                  <a:pt x="261938" y="904875"/>
                </a:lnTo>
                <a:lnTo>
                  <a:pt x="252413" y="904875"/>
                </a:lnTo>
                <a:lnTo>
                  <a:pt x="247650" y="900113"/>
                </a:lnTo>
                <a:lnTo>
                  <a:pt x="242888" y="895350"/>
                </a:lnTo>
                <a:lnTo>
                  <a:pt x="233363" y="895350"/>
                </a:lnTo>
                <a:lnTo>
                  <a:pt x="223838" y="895350"/>
                </a:lnTo>
                <a:lnTo>
                  <a:pt x="219075" y="890588"/>
                </a:lnTo>
                <a:lnTo>
                  <a:pt x="214313" y="885825"/>
                </a:lnTo>
                <a:lnTo>
                  <a:pt x="204788" y="885825"/>
                </a:lnTo>
                <a:lnTo>
                  <a:pt x="200025" y="881063"/>
                </a:lnTo>
                <a:lnTo>
                  <a:pt x="195263" y="876300"/>
                </a:lnTo>
                <a:lnTo>
                  <a:pt x="190500" y="871538"/>
                </a:lnTo>
                <a:lnTo>
                  <a:pt x="185738" y="866775"/>
                </a:lnTo>
                <a:lnTo>
                  <a:pt x="180975" y="862013"/>
                </a:lnTo>
                <a:lnTo>
                  <a:pt x="176213" y="857250"/>
                </a:lnTo>
                <a:lnTo>
                  <a:pt x="166688" y="857250"/>
                </a:lnTo>
                <a:lnTo>
                  <a:pt x="161925" y="852488"/>
                </a:lnTo>
                <a:lnTo>
                  <a:pt x="157163" y="847725"/>
                </a:lnTo>
                <a:lnTo>
                  <a:pt x="147638" y="847725"/>
                </a:lnTo>
                <a:lnTo>
                  <a:pt x="142875" y="842963"/>
                </a:lnTo>
                <a:lnTo>
                  <a:pt x="138113" y="838200"/>
                </a:lnTo>
                <a:lnTo>
                  <a:pt x="128588" y="838200"/>
                </a:lnTo>
                <a:lnTo>
                  <a:pt x="123825" y="833438"/>
                </a:lnTo>
                <a:lnTo>
                  <a:pt x="123825" y="823913"/>
                </a:lnTo>
                <a:lnTo>
                  <a:pt x="119063" y="819150"/>
                </a:lnTo>
                <a:lnTo>
                  <a:pt x="114300" y="814388"/>
                </a:lnTo>
                <a:lnTo>
                  <a:pt x="109538" y="809625"/>
                </a:lnTo>
                <a:lnTo>
                  <a:pt x="104775" y="804863"/>
                </a:lnTo>
                <a:lnTo>
                  <a:pt x="100013" y="800100"/>
                </a:lnTo>
                <a:lnTo>
                  <a:pt x="95250" y="795338"/>
                </a:lnTo>
                <a:lnTo>
                  <a:pt x="90488" y="790575"/>
                </a:lnTo>
                <a:lnTo>
                  <a:pt x="85725" y="785813"/>
                </a:lnTo>
                <a:lnTo>
                  <a:pt x="80963" y="781050"/>
                </a:lnTo>
                <a:lnTo>
                  <a:pt x="76200" y="776288"/>
                </a:lnTo>
                <a:lnTo>
                  <a:pt x="76200" y="766763"/>
                </a:lnTo>
                <a:lnTo>
                  <a:pt x="71438" y="762000"/>
                </a:lnTo>
                <a:lnTo>
                  <a:pt x="66675" y="757238"/>
                </a:lnTo>
                <a:lnTo>
                  <a:pt x="61913" y="752475"/>
                </a:lnTo>
                <a:lnTo>
                  <a:pt x="57150" y="747713"/>
                </a:lnTo>
                <a:lnTo>
                  <a:pt x="52388" y="742950"/>
                </a:lnTo>
                <a:lnTo>
                  <a:pt x="47625" y="738188"/>
                </a:lnTo>
                <a:lnTo>
                  <a:pt x="42863" y="733425"/>
                </a:lnTo>
                <a:lnTo>
                  <a:pt x="38100" y="728663"/>
                </a:lnTo>
                <a:lnTo>
                  <a:pt x="33338" y="723900"/>
                </a:lnTo>
                <a:lnTo>
                  <a:pt x="28575" y="719138"/>
                </a:lnTo>
                <a:lnTo>
                  <a:pt x="23813" y="714375"/>
                </a:lnTo>
                <a:lnTo>
                  <a:pt x="19050" y="709613"/>
                </a:lnTo>
                <a:lnTo>
                  <a:pt x="14288" y="704850"/>
                </a:lnTo>
                <a:lnTo>
                  <a:pt x="9525" y="700088"/>
                </a:lnTo>
                <a:lnTo>
                  <a:pt x="9525" y="690563"/>
                </a:lnTo>
                <a:lnTo>
                  <a:pt x="9525" y="681038"/>
                </a:lnTo>
                <a:lnTo>
                  <a:pt x="4763" y="676275"/>
                </a:lnTo>
                <a:lnTo>
                  <a:pt x="0" y="671513"/>
                </a:lnTo>
                <a:lnTo>
                  <a:pt x="0" y="661988"/>
                </a:lnTo>
                <a:lnTo>
                  <a:pt x="0" y="652463"/>
                </a:lnTo>
                <a:lnTo>
                  <a:pt x="0" y="642938"/>
                </a:lnTo>
                <a:lnTo>
                  <a:pt x="0" y="633413"/>
                </a:lnTo>
                <a:lnTo>
                  <a:pt x="0" y="623888"/>
                </a:lnTo>
                <a:lnTo>
                  <a:pt x="0" y="614363"/>
                </a:lnTo>
                <a:lnTo>
                  <a:pt x="0" y="604838"/>
                </a:lnTo>
                <a:lnTo>
                  <a:pt x="0" y="595313"/>
                </a:lnTo>
                <a:lnTo>
                  <a:pt x="4763" y="590550"/>
                </a:lnTo>
                <a:lnTo>
                  <a:pt x="9525" y="585788"/>
                </a:lnTo>
                <a:lnTo>
                  <a:pt x="9525" y="576263"/>
                </a:lnTo>
                <a:lnTo>
                  <a:pt x="9525" y="566738"/>
                </a:lnTo>
                <a:lnTo>
                  <a:pt x="9525" y="557213"/>
                </a:lnTo>
                <a:lnTo>
                  <a:pt x="9525" y="547688"/>
                </a:lnTo>
                <a:lnTo>
                  <a:pt x="9525" y="538163"/>
                </a:lnTo>
                <a:lnTo>
                  <a:pt x="14288" y="533400"/>
                </a:lnTo>
                <a:lnTo>
                  <a:pt x="19050" y="528638"/>
                </a:lnTo>
                <a:lnTo>
                  <a:pt x="19050" y="519113"/>
                </a:lnTo>
                <a:lnTo>
                  <a:pt x="19050" y="509588"/>
                </a:lnTo>
                <a:lnTo>
                  <a:pt x="19050" y="500063"/>
                </a:lnTo>
                <a:lnTo>
                  <a:pt x="23813" y="495300"/>
                </a:lnTo>
                <a:lnTo>
                  <a:pt x="28575" y="490538"/>
                </a:lnTo>
                <a:lnTo>
                  <a:pt x="28575" y="481013"/>
                </a:lnTo>
                <a:lnTo>
                  <a:pt x="28575" y="471488"/>
                </a:lnTo>
                <a:lnTo>
                  <a:pt x="28575" y="461963"/>
                </a:lnTo>
                <a:lnTo>
                  <a:pt x="33338" y="457200"/>
                </a:lnTo>
                <a:lnTo>
                  <a:pt x="38100" y="452438"/>
                </a:lnTo>
                <a:lnTo>
                  <a:pt x="38100" y="442913"/>
                </a:lnTo>
                <a:lnTo>
                  <a:pt x="38100" y="433388"/>
                </a:lnTo>
                <a:lnTo>
                  <a:pt x="42863" y="428625"/>
                </a:lnTo>
                <a:lnTo>
                  <a:pt x="47625" y="423863"/>
                </a:lnTo>
                <a:lnTo>
                  <a:pt x="47625" y="414338"/>
                </a:lnTo>
                <a:lnTo>
                  <a:pt x="52388" y="409575"/>
                </a:lnTo>
                <a:lnTo>
                  <a:pt x="57150" y="404813"/>
                </a:lnTo>
                <a:lnTo>
                  <a:pt x="57150" y="395288"/>
                </a:lnTo>
                <a:lnTo>
                  <a:pt x="57150" y="385763"/>
                </a:lnTo>
                <a:lnTo>
                  <a:pt x="61913" y="381000"/>
                </a:lnTo>
                <a:lnTo>
                  <a:pt x="66675" y="376238"/>
                </a:lnTo>
                <a:lnTo>
                  <a:pt x="66675" y="366713"/>
                </a:lnTo>
                <a:lnTo>
                  <a:pt x="71438" y="361950"/>
                </a:lnTo>
                <a:lnTo>
                  <a:pt x="76200" y="357188"/>
                </a:lnTo>
                <a:lnTo>
                  <a:pt x="76200" y="347663"/>
                </a:lnTo>
                <a:lnTo>
                  <a:pt x="80963" y="342900"/>
                </a:lnTo>
                <a:lnTo>
                  <a:pt x="85725" y="338138"/>
                </a:lnTo>
                <a:lnTo>
                  <a:pt x="85725" y="328613"/>
                </a:lnTo>
                <a:lnTo>
                  <a:pt x="90488" y="323850"/>
                </a:lnTo>
                <a:lnTo>
                  <a:pt x="95250" y="319088"/>
                </a:lnTo>
                <a:lnTo>
                  <a:pt x="100013" y="314325"/>
                </a:lnTo>
                <a:lnTo>
                  <a:pt x="104775" y="309563"/>
                </a:lnTo>
                <a:lnTo>
                  <a:pt x="104775" y="300038"/>
                </a:lnTo>
                <a:lnTo>
                  <a:pt x="109538" y="295275"/>
                </a:lnTo>
                <a:lnTo>
                  <a:pt x="114300" y="290513"/>
                </a:lnTo>
                <a:lnTo>
                  <a:pt x="114300" y="280988"/>
                </a:lnTo>
                <a:lnTo>
                  <a:pt x="119063" y="276225"/>
                </a:lnTo>
                <a:lnTo>
                  <a:pt x="123825" y="271463"/>
                </a:lnTo>
                <a:lnTo>
                  <a:pt x="128588" y="266700"/>
                </a:lnTo>
                <a:lnTo>
                  <a:pt x="133350" y="261938"/>
                </a:lnTo>
                <a:lnTo>
                  <a:pt x="133350" y="252413"/>
                </a:lnTo>
                <a:lnTo>
                  <a:pt x="138113" y="247650"/>
                </a:lnTo>
                <a:lnTo>
                  <a:pt x="142875" y="242888"/>
                </a:lnTo>
                <a:lnTo>
                  <a:pt x="147638" y="238125"/>
                </a:lnTo>
                <a:lnTo>
                  <a:pt x="152400" y="233363"/>
                </a:lnTo>
                <a:lnTo>
                  <a:pt x="152400" y="223838"/>
                </a:lnTo>
                <a:lnTo>
                  <a:pt x="157163" y="219075"/>
                </a:lnTo>
                <a:lnTo>
                  <a:pt x="161925" y="214313"/>
                </a:lnTo>
                <a:lnTo>
                  <a:pt x="166688" y="209550"/>
                </a:lnTo>
                <a:lnTo>
                  <a:pt x="171450" y="204788"/>
                </a:lnTo>
                <a:lnTo>
                  <a:pt x="176213" y="200025"/>
                </a:lnTo>
                <a:lnTo>
                  <a:pt x="180975" y="195263"/>
                </a:lnTo>
                <a:lnTo>
                  <a:pt x="180975" y="185738"/>
                </a:lnTo>
                <a:lnTo>
                  <a:pt x="185738" y="180975"/>
                </a:lnTo>
                <a:lnTo>
                  <a:pt x="190500" y="176213"/>
                </a:lnTo>
                <a:lnTo>
                  <a:pt x="195263" y="171450"/>
                </a:lnTo>
                <a:lnTo>
                  <a:pt x="200025" y="166688"/>
                </a:lnTo>
                <a:lnTo>
                  <a:pt x="204788" y="161925"/>
                </a:lnTo>
                <a:lnTo>
                  <a:pt x="209550" y="157163"/>
                </a:lnTo>
                <a:lnTo>
                  <a:pt x="214313" y="152400"/>
                </a:lnTo>
                <a:lnTo>
                  <a:pt x="219075" y="147638"/>
                </a:lnTo>
                <a:lnTo>
                  <a:pt x="223838" y="142875"/>
                </a:lnTo>
                <a:lnTo>
                  <a:pt x="228600" y="138113"/>
                </a:lnTo>
                <a:lnTo>
                  <a:pt x="233363" y="133350"/>
                </a:lnTo>
                <a:lnTo>
                  <a:pt x="238125" y="128588"/>
                </a:lnTo>
                <a:lnTo>
                  <a:pt x="242888" y="123825"/>
                </a:lnTo>
                <a:lnTo>
                  <a:pt x="247650" y="119063"/>
                </a:lnTo>
                <a:lnTo>
                  <a:pt x="252413" y="114300"/>
                </a:lnTo>
                <a:lnTo>
                  <a:pt x="257175" y="109538"/>
                </a:lnTo>
                <a:lnTo>
                  <a:pt x="261938" y="104775"/>
                </a:lnTo>
                <a:lnTo>
                  <a:pt x="266700" y="100013"/>
                </a:lnTo>
                <a:lnTo>
                  <a:pt x="271463" y="95250"/>
                </a:lnTo>
                <a:lnTo>
                  <a:pt x="276225" y="90488"/>
                </a:lnTo>
                <a:lnTo>
                  <a:pt x="280988" y="85725"/>
                </a:lnTo>
                <a:lnTo>
                  <a:pt x="285750" y="80963"/>
                </a:lnTo>
                <a:lnTo>
                  <a:pt x="290513" y="76200"/>
                </a:lnTo>
                <a:lnTo>
                  <a:pt x="300038" y="76200"/>
                </a:lnTo>
                <a:lnTo>
                  <a:pt x="304800" y="71438"/>
                </a:lnTo>
                <a:lnTo>
                  <a:pt x="309563" y="66675"/>
                </a:lnTo>
                <a:lnTo>
                  <a:pt x="314325" y="61913"/>
                </a:lnTo>
                <a:lnTo>
                  <a:pt x="319088" y="57150"/>
                </a:lnTo>
                <a:lnTo>
                  <a:pt x="323850" y="52388"/>
                </a:lnTo>
                <a:lnTo>
                  <a:pt x="328613" y="47625"/>
                </a:lnTo>
                <a:lnTo>
                  <a:pt x="338138" y="47625"/>
                </a:lnTo>
                <a:lnTo>
                  <a:pt x="342900" y="42863"/>
                </a:lnTo>
                <a:lnTo>
                  <a:pt x="347663" y="38100"/>
                </a:lnTo>
                <a:lnTo>
                  <a:pt x="352425" y="33338"/>
                </a:lnTo>
                <a:lnTo>
                  <a:pt x="357188" y="28575"/>
                </a:lnTo>
                <a:lnTo>
                  <a:pt x="366713" y="28575"/>
                </a:lnTo>
                <a:lnTo>
                  <a:pt x="371475" y="23813"/>
                </a:lnTo>
                <a:lnTo>
                  <a:pt x="376238" y="19050"/>
                </a:lnTo>
                <a:lnTo>
                  <a:pt x="385763" y="19050"/>
                </a:lnTo>
                <a:lnTo>
                  <a:pt x="390525" y="14288"/>
                </a:lnTo>
                <a:lnTo>
                  <a:pt x="395288" y="9525"/>
                </a:lnTo>
                <a:lnTo>
                  <a:pt x="400050" y="4763"/>
                </a:lnTo>
                <a:close/>
              </a:path>
            </a:pathLst>
          </a:custGeom>
          <a:solidFill xmlns:a="http://schemas.openxmlformats.org/drawingml/2006/main">
            <a:srgbClr val="C8C8C8"/>
          </a:solidFill>
          <a:ln xmlns:a="http://schemas.openxmlformats.org/drawingml/2006/main" w="0">
            <a:noFill/>
            <a:prstDash val="solid"/>
          </a:ln>
        </p:spPr>
      </p:sp>
      <p:sp>
        <p:nvSpPr>
          <p:cNvPr id="199" name="deep-skill-chaining-source-component-3-gradient-202-0">
            <a:extLst xmlns:a="http://schemas.openxmlformats.org/drawingml/2006/main">
              <a:ext uri="{FF2B5EF4-FFF2-40B4-BE49-F238E27FC236}">
                <a16:creationId xmlns:a16="http://schemas.microsoft.com/office/drawing/2014/main" id="{39816A19-4179-447A-B1E7-5D0CC4A6F298}"/>
              </a:ext>
            </a:extLst>
          </p:cNvPr>
          <p:cNvSpPr>
            <a:spLocks xmlns:a="http://schemas.openxmlformats.org/drawingml/2006/main" noGrp="1"/>
          </p:cNvSpPr>
          <p:nvPr/>
        </p:nvSpPr>
        <p:spPr>
          <a:xfrm xmlns:a="http://schemas.openxmlformats.org/drawingml/2006/main" rot="0">
            <a:off x="9591675" y="1000125"/>
            <a:ext cx="838200" cy="895350"/>
          </a:xfrm>
          <a:custGeom xmlns:a="http://schemas.openxmlformats.org/drawingml/2006/main">
            <a:pathLst>
              <a:path w="838200" h="895350">
                <a:moveTo>
                  <a:pt x="381000" y="4763"/>
                </a:move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495300" y="4763"/>
                </a:lnTo>
                <a:lnTo>
                  <a:pt x="500063" y="9525"/>
                </a:lnTo>
                <a:lnTo>
                  <a:pt x="509588" y="9525"/>
                </a:lnTo>
                <a:lnTo>
                  <a:pt x="519113" y="9525"/>
                </a:lnTo>
                <a:lnTo>
                  <a:pt x="528638" y="9525"/>
                </a:lnTo>
                <a:lnTo>
                  <a:pt x="538163" y="9525"/>
                </a:lnTo>
                <a:lnTo>
                  <a:pt x="542925" y="14288"/>
                </a:lnTo>
                <a:lnTo>
                  <a:pt x="547688" y="19050"/>
                </a:lnTo>
                <a:lnTo>
                  <a:pt x="557213" y="19050"/>
                </a:lnTo>
                <a:lnTo>
                  <a:pt x="561975" y="23813"/>
                </a:lnTo>
                <a:lnTo>
                  <a:pt x="566738" y="28575"/>
                </a:lnTo>
                <a:lnTo>
                  <a:pt x="576263" y="28575"/>
                </a:lnTo>
                <a:lnTo>
                  <a:pt x="585788" y="28575"/>
                </a:lnTo>
                <a:lnTo>
                  <a:pt x="595313" y="28575"/>
                </a:lnTo>
                <a:lnTo>
                  <a:pt x="600075" y="33338"/>
                </a:lnTo>
                <a:lnTo>
                  <a:pt x="604838" y="38100"/>
                </a:lnTo>
                <a:lnTo>
                  <a:pt x="609600" y="42863"/>
                </a:lnTo>
                <a:lnTo>
                  <a:pt x="614363" y="47625"/>
                </a:lnTo>
                <a:lnTo>
                  <a:pt x="623888" y="47625"/>
                </a:lnTo>
                <a:lnTo>
                  <a:pt x="628650" y="52388"/>
                </a:lnTo>
                <a:lnTo>
                  <a:pt x="633413" y="57150"/>
                </a:lnTo>
                <a:lnTo>
                  <a:pt x="642938" y="57150"/>
                </a:lnTo>
                <a:lnTo>
                  <a:pt x="652463" y="57150"/>
                </a:lnTo>
                <a:lnTo>
                  <a:pt x="657225" y="61913"/>
                </a:lnTo>
                <a:lnTo>
                  <a:pt x="661988" y="66675"/>
                </a:lnTo>
                <a:lnTo>
                  <a:pt x="671513" y="66675"/>
                </a:lnTo>
                <a:lnTo>
                  <a:pt x="681038" y="66675"/>
                </a:lnTo>
                <a:lnTo>
                  <a:pt x="685800" y="71438"/>
                </a:lnTo>
                <a:lnTo>
                  <a:pt x="690563" y="76200"/>
                </a:lnTo>
                <a:lnTo>
                  <a:pt x="695325" y="80963"/>
                </a:lnTo>
                <a:lnTo>
                  <a:pt x="700088" y="85725"/>
                </a:lnTo>
                <a:lnTo>
                  <a:pt x="704850" y="90488"/>
                </a:lnTo>
                <a:lnTo>
                  <a:pt x="709613" y="95250"/>
                </a:lnTo>
                <a:lnTo>
                  <a:pt x="714375" y="100013"/>
                </a:lnTo>
                <a:lnTo>
                  <a:pt x="714375" y="109538"/>
                </a:lnTo>
                <a:lnTo>
                  <a:pt x="719138" y="114300"/>
                </a:lnTo>
                <a:lnTo>
                  <a:pt x="723900" y="119063"/>
                </a:lnTo>
                <a:lnTo>
                  <a:pt x="723900" y="128588"/>
                </a:lnTo>
                <a:lnTo>
                  <a:pt x="728663" y="133350"/>
                </a:lnTo>
                <a:lnTo>
                  <a:pt x="738188" y="133350"/>
                </a:lnTo>
                <a:lnTo>
                  <a:pt x="742950" y="138113"/>
                </a:lnTo>
                <a:lnTo>
                  <a:pt x="747713" y="142875"/>
                </a:lnTo>
                <a:lnTo>
                  <a:pt x="752475" y="147638"/>
                </a:lnTo>
                <a:lnTo>
                  <a:pt x="757238" y="152400"/>
                </a:lnTo>
                <a:lnTo>
                  <a:pt x="762000" y="157163"/>
                </a:lnTo>
                <a:lnTo>
                  <a:pt x="762000" y="166688"/>
                </a:lnTo>
                <a:lnTo>
                  <a:pt x="766763" y="171450"/>
                </a:lnTo>
                <a:lnTo>
                  <a:pt x="771525" y="176213"/>
                </a:lnTo>
                <a:lnTo>
                  <a:pt x="776288" y="180975"/>
                </a:lnTo>
                <a:lnTo>
                  <a:pt x="781050" y="185738"/>
                </a:lnTo>
                <a:lnTo>
                  <a:pt x="785813" y="190500"/>
                </a:lnTo>
                <a:lnTo>
                  <a:pt x="790575" y="195263"/>
                </a:lnTo>
                <a:lnTo>
                  <a:pt x="795338" y="200025"/>
                </a:lnTo>
                <a:lnTo>
                  <a:pt x="800100" y="204788"/>
                </a:lnTo>
                <a:lnTo>
                  <a:pt x="804863" y="209550"/>
                </a:lnTo>
                <a:lnTo>
                  <a:pt x="809625" y="214313"/>
                </a:lnTo>
                <a:lnTo>
                  <a:pt x="809625" y="223838"/>
                </a:lnTo>
                <a:lnTo>
                  <a:pt x="809625" y="233363"/>
                </a:lnTo>
                <a:lnTo>
                  <a:pt x="814388" y="238125"/>
                </a:lnTo>
                <a:lnTo>
                  <a:pt x="819150" y="242888"/>
                </a:lnTo>
                <a:lnTo>
                  <a:pt x="819150" y="252413"/>
                </a:lnTo>
                <a:lnTo>
                  <a:pt x="823913" y="257175"/>
                </a:lnTo>
                <a:lnTo>
                  <a:pt x="828675" y="261938"/>
                </a:lnTo>
                <a:lnTo>
                  <a:pt x="828675" y="271463"/>
                </a:lnTo>
                <a:lnTo>
                  <a:pt x="833438" y="276225"/>
                </a:lnTo>
                <a:lnTo>
                  <a:pt x="838200" y="280988"/>
                </a:lnTo>
                <a:lnTo>
                  <a:pt x="838200" y="290513"/>
                </a:lnTo>
                <a:lnTo>
                  <a:pt x="838200" y="300038"/>
                </a:lnTo>
                <a:lnTo>
                  <a:pt x="838200" y="309563"/>
                </a:lnTo>
                <a:lnTo>
                  <a:pt x="833438" y="314325"/>
                </a:lnTo>
                <a:lnTo>
                  <a:pt x="828675" y="319088"/>
                </a:lnTo>
                <a:lnTo>
                  <a:pt x="828675" y="328613"/>
                </a:lnTo>
                <a:lnTo>
                  <a:pt x="828675" y="338138"/>
                </a:lnTo>
                <a:lnTo>
                  <a:pt x="828675" y="347663"/>
                </a:lnTo>
                <a:lnTo>
                  <a:pt x="828675" y="357188"/>
                </a:lnTo>
                <a:lnTo>
                  <a:pt x="823913" y="361950"/>
                </a:lnTo>
                <a:lnTo>
                  <a:pt x="819150" y="366713"/>
                </a:lnTo>
                <a:lnTo>
                  <a:pt x="819150" y="376238"/>
                </a:lnTo>
                <a:lnTo>
                  <a:pt x="819150" y="385763"/>
                </a:lnTo>
                <a:lnTo>
                  <a:pt x="819150" y="395288"/>
                </a:lnTo>
                <a:lnTo>
                  <a:pt x="814388" y="400050"/>
                </a:lnTo>
                <a:lnTo>
                  <a:pt x="809625" y="404813"/>
                </a:lnTo>
                <a:lnTo>
                  <a:pt x="809625" y="414338"/>
                </a:lnTo>
                <a:lnTo>
                  <a:pt x="809625" y="423863"/>
                </a:lnTo>
                <a:lnTo>
                  <a:pt x="804863" y="428625"/>
                </a:lnTo>
                <a:lnTo>
                  <a:pt x="800100" y="433388"/>
                </a:lnTo>
                <a:lnTo>
                  <a:pt x="800100" y="442913"/>
                </a:lnTo>
                <a:lnTo>
                  <a:pt x="800100" y="452438"/>
                </a:lnTo>
                <a:lnTo>
                  <a:pt x="795338" y="457200"/>
                </a:lnTo>
                <a:lnTo>
                  <a:pt x="790575" y="461963"/>
                </a:lnTo>
                <a:lnTo>
                  <a:pt x="790575" y="471488"/>
                </a:lnTo>
                <a:lnTo>
                  <a:pt x="790575" y="481013"/>
                </a:lnTo>
                <a:lnTo>
                  <a:pt x="785813" y="485775"/>
                </a:lnTo>
                <a:lnTo>
                  <a:pt x="781050" y="490538"/>
                </a:lnTo>
                <a:lnTo>
                  <a:pt x="781050" y="500063"/>
                </a:lnTo>
                <a:lnTo>
                  <a:pt x="776288" y="504825"/>
                </a:lnTo>
                <a:lnTo>
                  <a:pt x="771525" y="509588"/>
                </a:lnTo>
                <a:lnTo>
                  <a:pt x="771525" y="519113"/>
                </a:lnTo>
                <a:lnTo>
                  <a:pt x="766763" y="523875"/>
                </a:lnTo>
                <a:lnTo>
                  <a:pt x="762000" y="528638"/>
                </a:lnTo>
                <a:lnTo>
                  <a:pt x="762000" y="538163"/>
                </a:lnTo>
                <a:lnTo>
                  <a:pt x="757238" y="542925"/>
                </a:lnTo>
                <a:lnTo>
                  <a:pt x="752475" y="547688"/>
                </a:lnTo>
                <a:lnTo>
                  <a:pt x="752475" y="557213"/>
                </a:lnTo>
                <a:lnTo>
                  <a:pt x="747713" y="561975"/>
                </a:lnTo>
                <a:lnTo>
                  <a:pt x="742950" y="566738"/>
                </a:lnTo>
                <a:lnTo>
                  <a:pt x="742950" y="576263"/>
                </a:lnTo>
                <a:lnTo>
                  <a:pt x="738188" y="581025"/>
                </a:lnTo>
                <a:lnTo>
                  <a:pt x="733425" y="585788"/>
                </a:lnTo>
                <a:lnTo>
                  <a:pt x="733425" y="595313"/>
                </a:lnTo>
                <a:lnTo>
                  <a:pt x="728663" y="600075"/>
                </a:lnTo>
                <a:lnTo>
                  <a:pt x="723900" y="604838"/>
                </a:lnTo>
                <a:lnTo>
                  <a:pt x="719138" y="609600"/>
                </a:lnTo>
                <a:lnTo>
                  <a:pt x="714375" y="614363"/>
                </a:lnTo>
                <a:lnTo>
                  <a:pt x="714375" y="623888"/>
                </a:lnTo>
                <a:lnTo>
                  <a:pt x="709613" y="628650"/>
                </a:lnTo>
                <a:lnTo>
                  <a:pt x="704850" y="633413"/>
                </a:lnTo>
                <a:lnTo>
                  <a:pt x="700088" y="638175"/>
                </a:lnTo>
                <a:lnTo>
                  <a:pt x="695325" y="642938"/>
                </a:lnTo>
                <a:lnTo>
                  <a:pt x="695325" y="652463"/>
                </a:lnTo>
                <a:lnTo>
                  <a:pt x="690563" y="657225"/>
                </a:lnTo>
                <a:lnTo>
                  <a:pt x="685800" y="661988"/>
                </a:lnTo>
                <a:lnTo>
                  <a:pt x="681038" y="666750"/>
                </a:lnTo>
                <a:lnTo>
                  <a:pt x="676275" y="671513"/>
                </a:lnTo>
                <a:lnTo>
                  <a:pt x="671513" y="676275"/>
                </a:lnTo>
                <a:lnTo>
                  <a:pt x="666750" y="681038"/>
                </a:lnTo>
                <a:lnTo>
                  <a:pt x="666750" y="690563"/>
                </a:lnTo>
                <a:lnTo>
                  <a:pt x="661988" y="695325"/>
                </a:lnTo>
                <a:lnTo>
                  <a:pt x="657225" y="700088"/>
                </a:lnTo>
                <a:lnTo>
                  <a:pt x="652463" y="704850"/>
                </a:lnTo>
                <a:lnTo>
                  <a:pt x="647700" y="709613"/>
                </a:lnTo>
                <a:lnTo>
                  <a:pt x="642938" y="714375"/>
                </a:lnTo>
                <a:lnTo>
                  <a:pt x="638175" y="719138"/>
                </a:lnTo>
                <a:lnTo>
                  <a:pt x="633413" y="723900"/>
                </a:lnTo>
                <a:lnTo>
                  <a:pt x="628650" y="728663"/>
                </a:lnTo>
                <a:lnTo>
                  <a:pt x="623888" y="733425"/>
                </a:lnTo>
                <a:lnTo>
                  <a:pt x="619125" y="738188"/>
                </a:lnTo>
                <a:lnTo>
                  <a:pt x="614363" y="742950"/>
                </a:lnTo>
                <a:lnTo>
                  <a:pt x="609600" y="747713"/>
                </a:lnTo>
                <a:lnTo>
                  <a:pt x="604838" y="752475"/>
                </a:lnTo>
                <a:lnTo>
                  <a:pt x="600075" y="757238"/>
                </a:lnTo>
                <a:lnTo>
                  <a:pt x="595313" y="762000"/>
                </a:lnTo>
                <a:lnTo>
                  <a:pt x="590550" y="766763"/>
                </a:lnTo>
                <a:lnTo>
                  <a:pt x="585788" y="771525"/>
                </a:lnTo>
                <a:lnTo>
                  <a:pt x="581025" y="776288"/>
                </a:lnTo>
                <a:lnTo>
                  <a:pt x="576263" y="781050"/>
                </a:lnTo>
                <a:lnTo>
                  <a:pt x="571500" y="785813"/>
                </a:lnTo>
                <a:lnTo>
                  <a:pt x="566738" y="790575"/>
                </a:lnTo>
                <a:lnTo>
                  <a:pt x="561975" y="795338"/>
                </a:lnTo>
                <a:lnTo>
                  <a:pt x="557213" y="800100"/>
                </a:lnTo>
                <a:lnTo>
                  <a:pt x="552450" y="804863"/>
                </a:lnTo>
                <a:lnTo>
                  <a:pt x="547688" y="809625"/>
                </a:lnTo>
                <a:lnTo>
                  <a:pt x="542925" y="814388"/>
                </a:lnTo>
                <a:lnTo>
                  <a:pt x="538163" y="819150"/>
                </a:lnTo>
                <a:lnTo>
                  <a:pt x="528638" y="819150"/>
                </a:lnTo>
                <a:lnTo>
                  <a:pt x="523875" y="823913"/>
                </a:lnTo>
                <a:lnTo>
                  <a:pt x="519113" y="828675"/>
                </a:lnTo>
                <a:lnTo>
                  <a:pt x="514350" y="833438"/>
                </a:lnTo>
                <a:lnTo>
                  <a:pt x="509588" y="838200"/>
                </a:lnTo>
                <a:lnTo>
                  <a:pt x="500063" y="838200"/>
                </a:lnTo>
                <a:lnTo>
                  <a:pt x="495300" y="842963"/>
                </a:lnTo>
                <a:lnTo>
                  <a:pt x="490538" y="847725"/>
                </a:lnTo>
                <a:lnTo>
                  <a:pt x="485775" y="852488"/>
                </a:lnTo>
                <a:lnTo>
                  <a:pt x="481013" y="857250"/>
                </a:lnTo>
                <a:lnTo>
                  <a:pt x="471488" y="857250"/>
                </a:lnTo>
                <a:lnTo>
                  <a:pt x="466725" y="862013"/>
                </a:lnTo>
                <a:lnTo>
                  <a:pt x="461963" y="866775"/>
                </a:lnTo>
                <a:lnTo>
                  <a:pt x="457200" y="871538"/>
                </a:lnTo>
                <a:lnTo>
                  <a:pt x="452438" y="876300"/>
                </a:lnTo>
                <a:lnTo>
                  <a:pt x="442913" y="876300"/>
                </a:lnTo>
                <a:lnTo>
                  <a:pt x="438150" y="881063"/>
                </a:lnTo>
                <a:lnTo>
                  <a:pt x="433388" y="885825"/>
                </a:lnTo>
                <a:lnTo>
                  <a:pt x="423863" y="885825"/>
                </a:lnTo>
                <a:lnTo>
                  <a:pt x="419100" y="890588"/>
                </a:lnTo>
                <a:lnTo>
                  <a:pt x="414338" y="895350"/>
                </a:lnTo>
                <a:lnTo>
                  <a:pt x="404813" y="895350"/>
                </a:lnTo>
                <a:lnTo>
                  <a:pt x="395288" y="895350"/>
                </a:lnTo>
                <a:lnTo>
                  <a:pt x="385763" y="895350"/>
                </a:lnTo>
                <a:lnTo>
                  <a:pt x="376238" y="895350"/>
                </a:lnTo>
                <a:lnTo>
                  <a:pt x="366713" y="895350"/>
                </a:lnTo>
                <a:lnTo>
                  <a:pt x="357188" y="895350"/>
                </a:lnTo>
                <a:lnTo>
                  <a:pt x="347663" y="895350"/>
                </a:lnTo>
                <a:lnTo>
                  <a:pt x="338138" y="895350"/>
                </a:lnTo>
                <a:lnTo>
                  <a:pt x="333375" y="890588"/>
                </a:lnTo>
                <a:lnTo>
                  <a:pt x="328613" y="885825"/>
                </a:lnTo>
                <a:lnTo>
                  <a:pt x="319088" y="885825"/>
                </a:lnTo>
                <a:lnTo>
                  <a:pt x="309563" y="885825"/>
                </a:lnTo>
                <a:lnTo>
                  <a:pt x="304800" y="881063"/>
                </a:lnTo>
                <a:lnTo>
                  <a:pt x="300038" y="876300"/>
                </a:lnTo>
                <a:lnTo>
                  <a:pt x="290513" y="876300"/>
                </a:lnTo>
                <a:lnTo>
                  <a:pt x="280988" y="876300"/>
                </a:lnTo>
                <a:lnTo>
                  <a:pt x="271463" y="876300"/>
                </a:lnTo>
                <a:lnTo>
                  <a:pt x="266700" y="871538"/>
                </a:lnTo>
                <a:lnTo>
                  <a:pt x="261938" y="866775"/>
                </a:lnTo>
                <a:lnTo>
                  <a:pt x="252413" y="866775"/>
                </a:lnTo>
                <a:lnTo>
                  <a:pt x="247650" y="862013"/>
                </a:lnTo>
                <a:lnTo>
                  <a:pt x="242888" y="857250"/>
                </a:lnTo>
                <a:lnTo>
                  <a:pt x="233363" y="857250"/>
                </a:lnTo>
                <a:lnTo>
                  <a:pt x="223838" y="857250"/>
                </a:lnTo>
                <a:lnTo>
                  <a:pt x="219075" y="852488"/>
                </a:lnTo>
                <a:lnTo>
                  <a:pt x="214313" y="847725"/>
                </a:lnTo>
                <a:lnTo>
                  <a:pt x="209550" y="842963"/>
                </a:lnTo>
                <a:lnTo>
                  <a:pt x="204788" y="838200"/>
                </a:lnTo>
                <a:lnTo>
                  <a:pt x="195263" y="838200"/>
                </a:lnTo>
                <a:lnTo>
                  <a:pt x="190500" y="833438"/>
                </a:lnTo>
                <a:lnTo>
                  <a:pt x="185738" y="828675"/>
                </a:lnTo>
                <a:lnTo>
                  <a:pt x="176213" y="828675"/>
                </a:lnTo>
                <a:lnTo>
                  <a:pt x="171450" y="823913"/>
                </a:lnTo>
                <a:lnTo>
                  <a:pt x="166688" y="819150"/>
                </a:lnTo>
                <a:lnTo>
                  <a:pt x="157163" y="819150"/>
                </a:lnTo>
                <a:lnTo>
                  <a:pt x="152400" y="814388"/>
                </a:lnTo>
                <a:lnTo>
                  <a:pt x="147638" y="809625"/>
                </a:lnTo>
                <a:lnTo>
                  <a:pt x="142875" y="804863"/>
                </a:lnTo>
                <a:lnTo>
                  <a:pt x="138113" y="800100"/>
                </a:lnTo>
                <a:lnTo>
                  <a:pt x="133350" y="795338"/>
                </a:lnTo>
                <a:lnTo>
                  <a:pt x="128588" y="790575"/>
                </a:lnTo>
                <a:lnTo>
                  <a:pt x="123825" y="785813"/>
                </a:lnTo>
                <a:lnTo>
                  <a:pt x="123825" y="776288"/>
                </a:lnTo>
                <a:lnTo>
                  <a:pt x="119063" y="771525"/>
                </a:lnTo>
                <a:lnTo>
                  <a:pt x="114300" y="766763"/>
                </a:lnTo>
                <a:lnTo>
                  <a:pt x="109538" y="762000"/>
                </a:lnTo>
                <a:lnTo>
                  <a:pt x="104775" y="757238"/>
                </a:lnTo>
                <a:lnTo>
                  <a:pt x="100013" y="752475"/>
                </a:lnTo>
                <a:lnTo>
                  <a:pt x="95250" y="747713"/>
                </a:lnTo>
                <a:lnTo>
                  <a:pt x="90488" y="742950"/>
                </a:lnTo>
                <a:lnTo>
                  <a:pt x="85725" y="738188"/>
                </a:lnTo>
                <a:lnTo>
                  <a:pt x="80963" y="733425"/>
                </a:lnTo>
                <a:lnTo>
                  <a:pt x="76200" y="728663"/>
                </a:lnTo>
                <a:lnTo>
                  <a:pt x="71438" y="723900"/>
                </a:lnTo>
                <a:lnTo>
                  <a:pt x="66675" y="719138"/>
                </a:lnTo>
                <a:lnTo>
                  <a:pt x="61913" y="714375"/>
                </a:lnTo>
                <a:lnTo>
                  <a:pt x="57150" y="709613"/>
                </a:lnTo>
                <a:lnTo>
                  <a:pt x="52388" y="704850"/>
                </a:lnTo>
                <a:lnTo>
                  <a:pt x="47625" y="700088"/>
                </a:lnTo>
                <a:lnTo>
                  <a:pt x="42863" y="695325"/>
                </a:lnTo>
                <a:lnTo>
                  <a:pt x="38100" y="690563"/>
                </a:lnTo>
                <a:lnTo>
                  <a:pt x="33338" y="685800"/>
                </a:lnTo>
                <a:lnTo>
                  <a:pt x="28575" y="681038"/>
                </a:lnTo>
                <a:lnTo>
                  <a:pt x="23813" y="676275"/>
                </a:lnTo>
                <a:lnTo>
                  <a:pt x="19050" y="671513"/>
                </a:lnTo>
                <a:lnTo>
                  <a:pt x="19050" y="661988"/>
                </a:lnTo>
                <a:lnTo>
                  <a:pt x="19050" y="652463"/>
                </a:lnTo>
                <a:lnTo>
                  <a:pt x="14288" y="647700"/>
                </a:lnTo>
                <a:lnTo>
                  <a:pt x="9525" y="642938"/>
                </a:lnTo>
                <a:lnTo>
                  <a:pt x="4763" y="638175"/>
                </a:lnTo>
                <a:lnTo>
                  <a:pt x="0" y="633413"/>
                </a:lnTo>
                <a:lnTo>
                  <a:pt x="0" y="623888"/>
                </a:lnTo>
                <a:lnTo>
                  <a:pt x="0" y="614363"/>
                </a:lnTo>
                <a:lnTo>
                  <a:pt x="0" y="604838"/>
                </a:lnTo>
                <a:lnTo>
                  <a:pt x="0" y="595313"/>
                </a:lnTo>
                <a:lnTo>
                  <a:pt x="0" y="585788"/>
                </a:lnTo>
                <a:lnTo>
                  <a:pt x="0" y="576263"/>
                </a:lnTo>
                <a:lnTo>
                  <a:pt x="4763" y="571500"/>
                </a:lnTo>
                <a:lnTo>
                  <a:pt x="9525" y="566738"/>
                </a:lnTo>
                <a:lnTo>
                  <a:pt x="9525" y="557213"/>
                </a:lnTo>
                <a:lnTo>
                  <a:pt x="9525" y="547688"/>
                </a:lnTo>
                <a:lnTo>
                  <a:pt x="9525" y="538163"/>
                </a:lnTo>
                <a:lnTo>
                  <a:pt x="9525" y="528638"/>
                </a:lnTo>
                <a:lnTo>
                  <a:pt x="9525" y="519113"/>
                </a:lnTo>
                <a:lnTo>
                  <a:pt x="14288" y="514350"/>
                </a:lnTo>
                <a:lnTo>
                  <a:pt x="19050" y="509588"/>
                </a:lnTo>
                <a:lnTo>
                  <a:pt x="19050" y="500063"/>
                </a:lnTo>
                <a:lnTo>
                  <a:pt x="19050" y="490538"/>
                </a:lnTo>
                <a:lnTo>
                  <a:pt x="19050" y="481013"/>
                </a:lnTo>
                <a:lnTo>
                  <a:pt x="23813" y="476250"/>
                </a:lnTo>
                <a:lnTo>
                  <a:pt x="28575" y="471488"/>
                </a:lnTo>
                <a:lnTo>
                  <a:pt x="28575" y="461963"/>
                </a:lnTo>
                <a:lnTo>
                  <a:pt x="28575" y="452438"/>
                </a:lnTo>
                <a:lnTo>
                  <a:pt x="28575" y="442913"/>
                </a:lnTo>
                <a:lnTo>
                  <a:pt x="33338" y="438150"/>
                </a:lnTo>
                <a:lnTo>
                  <a:pt x="38100" y="433388"/>
                </a:lnTo>
                <a:lnTo>
                  <a:pt x="38100" y="423863"/>
                </a:lnTo>
                <a:lnTo>
                  <a:pt x="38100" y="414338"/>
                </a:lnTo>
                <a:lnTo>
                  <a:pt x="42863" y="409575"/>
                </a:lnTo>
                <a:lnTo>
                  <a:pt x="47625" y="404813"/>
                </a:lnTo>
                <a:lnTo>
                  <a:pt x="47625" y="395288"/>
                </a:lnTo>
                <a:lnTo>
                  <a:pt x="52388" y="390525"/>
                </a:lnTo>
                <a:lnTo>
                  <a:pt x="57150" y="385763"/>
                </a:lnTo>
                <a:lnTo>
                  <a:pt x="57150" y="376238"/>
                </a:lnTo>
                <a:lnTo>
                  <a:pt x="57150" y="366713"/>
                </a:lnTo>
                <a:lnTo>
                  <a:pt x="61913" y="361950"/>
                </a:lnTo>
                <a:lnTo>
                  <a:pt x="66675" y="357188"/>
                </a:lnTo>
                <a:lnTo>
                  <a:pt x="66675" y="347663"/>
                </a:lnTo>
                <a:lnTo>
                  <a:pt x="71438" y="342900"/>
                </a:lnTo>
                <a:lnTo>
                  <a:pt x="76200" y="338138"/>
                </a:lnTo>
                <a:lnTo>
                  <a:pt x="76200" y="328613"/>
                </a:lnTo>
                <a:lnTo>
                  <a:pt x="80963" y="323850"/>
                </a:lnTo>
                <a:lnTo>
                  <a:pt x="85725" y="319088"/>
                </a:lnTo>
                <a:lnTo>
                  <a:pt x="85725" y="309563"/>
                </a:lnTo>
                <a:lnTo>
                  <a:pt x="90488" y="304800"/>
                </a:lnTo>
                <a:lnTo>
                  <a:pt x="95250" y="300038"/>
                </a:lnTo>
                <a:lnTo>
                  <a:pt x="100013" y="295275"/>
                </a:lnTo>
                <a:lnTo>
                  <a:pt x="104775" y="290513"/>
                </a:lnTo>
                <a:lnTo>
                  <a:pt x="104775" y="280988"/>
                </a:lnTo>
                <a:lnTo>
                  <a:pt x="109538" y="276225"/>
                </a:lnTo>
                <a:lnTo>
                  <a:pt x="114300" y="271463"/>
                </a:lnTo>
                <a:lnTo>
                  <a:pt x="114300" y="261938"/>
                </a:lnTo>
                <a:lnTo>
                  <a:pt x="119063" y="257175"/>
                </a:lnTo>
                <a:lnTo>
                  <a:pt x="123825" y="252413"/>
                </a:lnTo>
                <a:lnTo>
                  <a:pt x="128588" y="247650"/>
                </a:lnTo>
                <a:lnTo>
                  <a:pt x="133350" y="242888"/>
                </a:lnTo>
                <a:lnTo>
                  <a:pt x="133350" y="233363"/>
                </a:lnTo>
                <a:lnTo>
                  <a:pt x="138113" y="228600"/>
                </a:lnTo>
                <a:lnTo>
                  <a:pt x="142875" y="223838"/>
                </a:lnTo>
                <a:lnTo>
                  <a:pt x="147638" y="219075"/>
                </a:lnTo>
                <a:lnTo>
                  <a:pt x="152400" y="214313"/>
                </a:lnTo>
                <a:lnTo>
                  <a:pt x="152400" y="204788"/>
                </a:lnTo>
                <a:lnTo>
                  <a:pt x="157163" y="200025"/>
                </a:lnTo>
                <a:lnTo>
                  <a:pt x="161925" y="195263"/>
                </a:lnTo>
                <a:lnTo>
                  <a:pt x="166688" y="190500"/>
                </a:lnTo>
                <a:lnTo>
                  <a:pt x="171450" y="185738"/>
                </a:lnTo>
                <a:lnTo>
                  <a:pt x="176213" y="180975"/>
                </a:lnTo>
                <a:lnTo>
                  <a:pt x="180975" y="176213"/>
                </a:lnTo>
                <a:lnTo>
                  <a:pt x="180975" y="166688"/>
                </a:lnTo>
                <a:lnTo>
                  <a:pt x="185738" y="161925"/>
                </a:lnTo>
                <a:lnTo>
                  <a:pt x="190500" y="157163"/>
                </a:lnTo>
                <a:lnTo>
                  <a:pt x="195263" y="152400"/>
                </a:lnTo>
                <a:lnTo>
                  <a:pt x="200025" y="147638"/>
                </a:lnTo>
                <a:lnTo>
                  <a:pt x="204788" y="142875"/>
                </a:lnTo>
                <a:lnTo>
                  <a:pt x="209550" y="138113"/>
                </a:lnTo>
                <a:lnTo>
                  <a:pt x="214313" y="133350"/>
                </a:lnTo>
                <a:lnTo>
                  <a:pt x="219075" y="128588"/>
                </a:lnTo>
                <a:lnTo>
                  <a:pt x="223838" y="123825"/>
                </a:lnTo>
                <a:lnTo>
                  <a:pt x="228600" y="119063"/>
                </a:lnTo>
                <a:lnTo>
                  <a:pt x="233363" y="114300"/>
                </a:lnTo>
                <a:lnTo>
                  <a:pt x="238125" y="109538"/>
                </a:lnTo>
                <a:lnTo>
                  <a:pt x="242888" y="104775"/>
                </a:lnTo>
                <a:lnTo>
                  <a:pt x="247650" y="100013"/>
                </a:lnTo>
                <a:lnTo>
                  <a:pt x="252413" y="95250"/>
                </a:lnTo>
                <a:lnTo>
                  <a:pt x="257175" y="90488"/>
                </a:lnTo>
                <a:lnTo>
                  <a:pt x="261938" y="85725"/>
                </a:lnTo>
                <a:lnTo>
                  <a:pt x="266700" y="80963"/>
                </a:lnTo>
                <a:lnTo>
                  <a:pt x="271463" y="76200"/>
                </a:lnTo>
                <a:lnTo>
                  <a:pt x="276225" y="71438"/>
                </a:lnTo>
                <a:lnTo>
                  <a:pt x="280988" y="66675"/>
                </a:lnTo>
                <a:lnTo>
                  <a:pt x="285750" y="61913"/>
                </a:lnTo>
                <a:lnTo>
                  <a:pt x="290513" y="57150"/>
                </a:lnTo>
                <a:lnTo>
                  <a:pt x="300038" y="57150"/>
                </a:lnTo>
                <a:lnTo>
                  <a:pt x="304800" y="52388"/>
                </a:lnTo>
                <a:lnTo>
                  <a:pt x="309563" y="47625"/>
                </a:lnTo>
                <a:lnTo>
                  <a:pt x="314325" y="42863"/>
                </a:lnTo>
                <a:lnTo>
                  <a:pt x="319088" y="38100"/>
                </a:lnTo>
                <a:lnTo>
                  <a:pt x="323850" y="33338"/>
                </a:lnTo>
                <a:lnTo>
                  <a:pt x="328613" y="28575"/>
                </a:lnTo>
                <a:lnTo>
                  <a:pt x="338138" y="28575"/>
                </a:lnTo>
                <a:lnTo>
                  <a:pt x="342900" y="23813"/>
                </a:lnTo>
                <a:lnTo>
                  <a:pt x="347663" y="19050"/>
                </a:lnTo>
                <a:lnTo>
                  <a:pt x="352425" y="14288"/>
                </a:lnTo>
                <a:lnTo>
                  <a:pt x="357188" y="9525"/>
                </a:lnTo>
                <a:lnTo>
                  <a:pt x="366713" y="9525"/>
                </a:lnTo>
                <a:lnTo>
                  <a:pt x="376238" y="9525"/>
                </a:lnTo>
                <a:lnTo>
                  <a:pt x="381000" y="4763"/>
                </a:lnTo>
                <a:close/>
              </a:path>
            </a:pathLst>
          </a:custGeom>
          <a:solidFill xmlns:a="http://schemas.openxmlformats.org/drawingml/2006/main">
            <a:srgbClr val="CACACA"/>
          </a:solidFill>
          <a:ln xmlns:a="http://schemas.openxmlformats.org/drawingml/2006/main" w="0">
            <a:noFill/>
            <a:prstDash val="solid"/>
          </a:ln>
        </p:spPr>
      </p:sp>
      <p:sp>
        <p:nvSpPr>
          <p:cNvPr id="200" name="deep-skill-chaining-source-component-3-gradient-204-0">
            <a:extLst xmlns:a="http://schemas.openxmlformats.org/drawingml/2006/main">
              <a:ext uri="{FF2B5EF4-FFF2-40B4-BE49-F238E27FC236}">
                <a16:creationId xmlns:a16="http://schemas.microsoft.com/office/drawing/2014/main" id="{D1DEE222-4DEA-480F-A1A5-462802A2073B}"/>
              </a:ext>
            </a:extLst>
          </p:cNvPr>
          <p:cNvSpPr>
            <a:spLocks xmlns:a="http://schemas.openxmlformats.org/drawingml/2006/main" noGrp="1"/>
          </p:cNvSpPr>
          <p:nvPr/>
        </p:nvSpPr>
        <p:spPr>
          <a:xfrm xmlns:a="http://schemas.openxmlformats.org/drawingml/2006/main" rot="0">
            <a:off x="9591675" y="1009650"/>
            <a:ext cx="838200" cy="876300"/>
          </a:xfrm>
          <a:custGeom xmlns:a="http://schemas.openxmlformats.org/drawingml/2006/main">
            <a:pathLst>
              <a:path w="838200" h="876300">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90538" y="9525"/>
                </a:lnTo>
                <a:lnTo>
                  <a:pt x="500063" y="9525"/>
                </a:lnTo>
                <a:lnTo>
                  <a:pt x="504825" y="14288"/>
                </a:lnTo>
                <a:lnTo>
                  <a:pt x="509588" y="19050"/>
                </a:lnTo>
                <a:lnTo>
                  <a:pt x="519113" y="19050"/>
                </a:lnTo>
                <a:lnTo>
                  <a:pt x="528638" y="19050"/>
                </a:lnTo>
                <a:lnTo>
                  <a:pt x="538163" y="19050"/>
                </a:lnTo>
                <a:lnTo>
                  <a:pt x="542925" y="23813"/>
                </a:lnTo>
                <a:lnTo>
                  <a:pt x="547688" y="28575"/>
                </a:lnTo>
                <a:lnTo>
                  <a:pt x="557213" y="28575"/>
                </a:lnTo>
                <a:lnTo>
                  <a:pt x="566738" y="28575"/>
                </a:lnTo>
                <a:lnTo>
                  <a:pt x="571500" y="33338"/>
                </a:lnTo>
                <a:lnTo>
                  <a:pt x="576263" y="38100"/>
                </a:lnTo>
                <a:lnTo>
                  <a:pt x="585788" y="38100"/>
                </a:lnTo>
                <a:lnTo>
                  <a:pt x="590550" y="42863"/>
                </a:lnTo>
                <a:lnTo>
                  <a:pt x="595313" y="47625"/>
                </a:lnTo>
                <a:lnTo>
                  <a:pt x="604838" y="47625"/>
                </a:lnTo>
                <a:lnTo>
                  <a:pt x="614363" y="47625"/>
                </a:lnTo>
                <a:lnTo>
                  <a:pt x="619125" y="52388"/>
                </a:lnTo>
                <a:lnTo>
                  <a:pt x="623888" y="57150"/>
                </a:lnTo>
                <a:lnTo>
                  <a:pt x="633413" y="57150"/>
                </a:lnTo>
                <a:lnTo>
                  <a:pt x="642938" y="57150"/>
                </a:lnTo>
                <a:lnTo>
                  <a:pt x="652463" y="57150"/>
                </a:lnTo>
                <a:lnTo>
                  <a:pt x="657225" y="61913"/>
                </a:lnTo>
                <a:lnTo>
                  <a:pt x="661988" y="66675"/>
                </a:lnTo>
                <a:lnTo>
                  <a:pt x="666750" y="71438"/>
                </a:lnTo>
                <a:lnTo>
                  <a:pt x="671513" y="76200"/>
                </a:lnTo>
                <a:lnTo>
                  <a:pt x="676275" y="80963"/>
                </a:lnTo>
                <a:lnTo>
                  <a:pt x="681038" y="85725"/>
                </a:lnTo>
                <a:lnTo>
                  <a:pt x="685800" y="90488"/>
                </a:lnTo>
                <a:lnTo>
                  <a:pt x="685800" y="100013"/>
                </a:lnTo>
                <a:lnTo>
                  <a:pt x="690563" y="104775"/>
                </a:lnTo>
                <a:lnTo>
                  <a:pt x="695325" y="109538"/>
                </a:lnTo>
                <a:lnTo>
                  <a:pt x="700088" y="114300"/>
                </a:lnTo>
                <a:lnTo>
                  <a:pt x="704850" y="119063"/>
                </a:lnTo>
                <a:lnTo>
                  <a:pt x="709613" y="123825"/>
                </a:lnTo>
                <a:lnTo>
                  <a:pt x="714375" y="128588"/>
                </a:lnTo>
                <a:lnTo>
                  <a:pt x="719138" y="133350"/>
                </a:lnTo>
                <a:lnTo>
                  <a:pt x="723900" y="138113"/>
                </a:lnTo>
                <a:lnTo>
                  <a:pt x="728663" y="142875"/>
                </a:lnTo>
                <a:lnTo>
                  <a:pt x="738188" y="142875"/>
                </a:lnTo>
                <a:lnTo>
                  <a:pt x="742950" y="147638"/>
                </a:lnTo>
                <a:lnTo>
                  <a:pt x="742950" y="157163"/>
                </a:lnTo>
                <a:lnTo>
                  <a:pt x="742950" y="166688"/>
                </a:lnTo>
                <a:lnTo>
                  <a:pt x="747713" y="171450"/>
                </a:lnTo>
                <a:lnTo>
                  <a:pt x="752475" y="176213"/>
                </a:lnTo>
                <a:lnTo>
                  <a:pt x="757238" y="180975"/>
                </a:lnTo>
                <a:lnTo>
                  <a:pt x="766763" y="180975"/>
                </a:lnTo>
                <a:lnTo>
                  <a:pt x="771525" y="185738"/>
                </a:lnTo>
                <a:lnTo>
                  <a:pt x="776288" y="190500"/>
                </a:lnTo>
                <a:lnTo>
                  <a:pt x="781050" y="195263"/>
                </a:lnTo>
                <a:lnTo>
                  <a:pt x="785813" y="200025"/>
                </a:lnTo>
                <a:lnTo>
                  <a:pt x="790575" y="204788"/>
                </a:lnTo>
                <a:lnTo>
                  <a:pt x="790575" y="214313"/>
                </a:lnTo>
                <a:lnTo>
                  <a:pt x="790575" y="223838"/>
                </a:lnTo>
                <a:lnTo>
                  <a:pt x="795338" y="228600"/>
                </a:lnTo>
                <a:lnTo>
                  <a:pt x="800100" y="233363"/>
                </a:lnTo>
                <a:lnTo>
                  <a:pt x="800100" y="242888"/>
                </a:lnTo>
                <a:lnTo>
                  <a:pt x="804863" y="247650"/>
                </a:lnTo>
                <a:lnTo>
                  <a:pt x="809625" y="252413"/>
                </a:lnTo>
                <a:lnTo>
                  <a:pt x="814388" y="257175"/>
                </a:lnTo>
                <a:lnTo>
                  <a:pt x="819150" y="261938"/>
                </a:lnTo>
                <a:lnTo>
                  <a:pt x="819150" y="271463"/>
                </a:lnTo>
                <a:lnTo>
                  <a:pt x="823913" y="276225"/>
                </a:lnTo>
                <a:lnTo>
                  <a:pt x="828675" y="280988"/>
                </a:lnTo>
                <a:lnTo>
                  <a:pt x="828675" y="290513"/>
                </a:lnTo>
                <a:lnTo>
                  <a:pt x="833438" y="295275"/>
                </a:lnTo>
                <a:lnTo>
                  <a:pt x="838200" y="300038"/>
                </a:lnTo>
                <a:lnTo>
                  <a:pt x="833438" y="304800"/>
                </a:lnTo>
                <a:lnTo>
                  <a:pt x="828675" y="309563"/>
                </a:lnTo>
                <a:lnTo>
                  <a:pt x="828675" y="319088"/>
                </a:lnTo>
                <a:lnTo>
                  <a:pt x="828675" y="328613"/>
                </a:lnTo>
                <a:lnTo>
                  <a:pt x="828675" y="338138"/>
                </a:lnTo>
                <a:lnTo>
                  <a:pt x="828675" y="347663"/>
                </a:lnTo>
                <a:lnTo>
                  <a:pt x="823913" y="352425"/>
                </a:lnTo>
                <a:lnTo>
                  <a:pt x="819150" y="357188"/>
                </a:lnTo>
                <a:lnTo>
                  <a:pt x="819150" y="366713"/>
                </a:lnTo>
                <a:lnTo>
                  <a:pt x="819150" y="376238"/>
                </a:lnTo>
                <a:lnTo>
                  <a:pt x="819150" y="385763"/>
                </a:lnTo>
                <a:lnTo>
                  <a:pt x="814388" y="390525"/>
                </a:lnTo>
                <a:lnTo>
                  <a:pt x="809625" y="395288"/>
                </a:lnTo>
                <a:lnTo>
                  <a:pt x="809625" y="404813"/>
                </a:lnTo>
                <a:lnTo>
                  <a:pt x="809625" y="414338"/>
                </a:lnTo>
                <a:lnTo>
                  <a:pt x="804863" y="419100"/>
                </a:lnTo>
                <a:lnTo>
                  <a:pt x="800100" y="423863"/>
                </a:lnTo>
                <a:lnTo>
                  <a:pt x="800100" y="433388"/>
                </a:lnTo>
                <a:lnTo>
                  <a:pt x="800100" y="442913"/>
                </a:lnTo>
                <a:lnTo>
                  <a:pt x="795338" y="447675"/>
                </a:lnTo>
                <a:lnTo>
                  <a:pt x="790575" y="452438"/>
                </a:lnTo>
                <a:lnTo>
                  <a:pt x="790575" y="461963"/>
                </a:lnTo>
                <a:lnTo>
                  <a:pt x="790575" y="471488"/>
                </a:lnTo>
                <a:lnTo>
                  <a:pt x="785813" y="476250"/>
                </a:lnTo>
                <a:lnTo>
                  <a:pt x="781050" y="481013"/>
                </a:lnTo>
                <a:lnTo>
                  <a:pt x="781050" y="490538"/>
                </a:lnTo>
                <a:lnTo>
                  <a:pt x="776288" y="495300"/>
                </a:lnTo>
                <a:lnTo>
                  <a:pt x="771525" y="500063"/>
                </a:lnTo>
                <a:lnTo>
                  <a:pt x="771525" y="509588"/>
                </a:lnTo>
                <a:lnTo>
                  <a:pt x="766763" y="514350"/>
                </a:lnTo>
                <a:lnTo>
                  <a:pt x="762000" y="519113"/>
                </a:lnTo>
                <a:lnTo>
                  <a:pt x="762000" y="528638"/>
                </a:lnTo>
                <a:lnTo>
                  <a:pt x="757238" y="533400"/>
                </a:lnTo>
                <a:lnTo>
                  <a:pt x="752475" y="538163"/>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19138" y="600075"/>
                </a:lnTo>
                <a:lnTo>
                  <a:pt x="714375" y="604838"/>
                </a:lnTo>
                <a:lnTo>
                  <a:pt x="714375" y="614363"/>
                </a:lnTo>
                <a:lnTo>
                  <a:pt x="709613" y="619125"/>
                </a:lnTo>
                <a:lnTo>
                  <a:pt x="704850" y="623888"/>
                </a:lnTo>
                <a:lnTo>
                  <a:pt x="700088" y="628650"/>
                </a:lnTo>
                <a:lnTo>
                  <a:pt x="695325" y="633413"/>
                </a:lnTo>
                <a:lnTo>
                  <a:pt x="695325" y="642938"/>
                </a:lnTo>
                <a:lnTo>
                  <a:pt x="690563" y="647700"/>
                </a:lnTo>
                <a:lnTo>
                  <a:pt x="685800" y="652463"/>
                </a:lnTo>
                <a:lnTo>
                  <a:pt x="681038" y="657225"/>
                </a:lnTo>
                <a:lnTo>
                  <a:pt x="676275" y="661988"/>
                </a:lnTo>
                <a:lnTo>
                  <a:pt x="671513" y="666750"/>
                </a:lnTo>
                <a:lnTo>
                  <a:pt x="666750" y="671513"/>
                </a:lnTo>
                <a:lnTo>
                  <a:pt x="666750" y="681038"/>
                </a:lnTo>
                <a:lnTo>
                  <a:pt x="661988" y="685800"/>
                </a:lnTo>
                <a:lnTo>
                  <a:pt x="657225" y="690563"/>
                </a:lnTo>
                <a:lnTo>
                  <a:pt x="652463" y="695325"/>
                </a:lnTo>
                <a:lnTo>
                  <a:pt x="647700" y="700088"/>
                </a:lnTo>
                <a:lnTo>
                  <a:pt x="642938" y="704850"/>
                </a:lnTo>
                <a:lnTo>
                  <a:pt x="638175" y="709613"/>
                </a:lnTo>
                <a:lnTo>
                  <a:pt x="633413" y="714375"/>
                </a:lnTo>
                <a:lnTo>
                  <a:pt x="628650" y="719138"/>
                </a:lnTo>
                <a:lnTo>
                  <a:pt x="623888" y="723900"/>
                </a:lnTo>
                <a:lnTo>
                  <a:pt x="619125" y="728663"/>
                </a:lnTo>
                <a:lnTo>
                  <a:pt x="614363" y="733425"/>
                </a:lnTo>
                <a:lnTo>
                  <a:pt x="609600" y="738188"/>
                </a:lnTo>
                <a:lnTo>
                  <a:pt x="604838" y="742950"/>
                </a:lnTo>
                <a:lnTo>
                  <a:pt x="600075" y="747713"/>
                </a:lnTo>
                <a:lnTo>
                  <a:pt x="595313" y="752475"/>
                </a:lnTo>
                <a:lnTo>
                  <a:pt x="590550" y="757238"/>
                </a:lnTo>
                <a:lnTo>
                  <a:pt x="585788" y="762000"/>
                </a:lnTo>
                <a:lnTo>
                  <a:pt x="581025" y="766763"/>
                </a:lnTo>
                <a:lnTo>
                  <a:pt x="576263" y="771525"/>
                </a:lnTo>
                <a:lnTo>
                  <a:pt x="571500" y="776288"/>
                </a:lnTo>
                <a:lnTo>
                  <a:pt x="566738" y="781050"/>
                </a:lnTo>
                <a:lnTo>
                  <a:pt x="561975" y="785813"/>
                </a:lnTo>
                <a:lnTo>
                  <a:pt x="557213" y="790575"/>
                </a:lnTo>
                <a:lnTo>
                  <a:pt x="552450" y="795338"/>
                </a:lnTo>
                <a:lnTo>
                  <a:pt x="547688" y="800100"/>
                </a:lnTo>
                <a:lnTo>
                  <a:pt x="542925" y="804863"/>
                </a:lnTo>
                <a:lnTo>
                  <a:pt x="538163" y="809625"/>
                </a:lnTo>
                <a:lnTo>
                  <a:pt x="528638" y="809625"/>
                </a:lnTo>
                <a:lnTo>
                  <a:pt x="523875" y="814388"/>
                </a:lnTo>
                <a:lnTo>
                  <a:pt x="519113" y="819150"/>
                </a:lnTo>
                <a:lnTo>
                  <a:pt x="514350" y="823913"/>
                </a:lnTo>
                <a:lnTo>
                  <a:pt x="509588" y="828675"/>
                </a:lnTo>
                <a:lnTo>
                  <a:pt x="500063" y="828675"/>
                </a:lnTo>
                <a:lnTo>
                  <a:pt x="495300" y="833438"/>
                </a:lnTo>
                <a:lnTo>
                  <a:pt x="490538" y="838200"/>
                </a:lnTo>
                <a:lnTo>
                  <a:pt x="485775" y="842963"/>
                </a:lnTo>
                <a:lnTo>
                  <a:pt x="481013" y="847725"/>
                </a:lnTo>
                <a:lnTo>
                  <a:pt x="471488" y="847725"/>
                </a:lnTo>
                <a:lnTo>
                  <a:pt x="466725" y="852488"/>
                </a:lnTo>
                <a:lnTo>
                  <a:pt x="461963" y="857250"/>
                </a:lnTo>
                <a:lnTo>
                  <a:pt x="457200" y="862013"/>
                </a:lnTo>
                <a:lnTo>
                  <a:pt x="452438" y="866775"/>
                </a:lnTo>
                <a:lnTo>
                  <a:pt x="442913" y="866775"/>
                </a:lnTo>
                <a:lnTo>
                  <a:pt x="433388" y="866775"/>
                </a:lnTo>
                <a:lnTo>
                  <a:pt x="428625" y="871538"/>
                </a:lnTo>
                <a:lnTo>
                  <a:pt x="423863" y="876300"/>
                </a:lnTo>
                <a:lnTo>
                  <a:pt x="419100" y="871538"/>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33375" y="862013"/>
                </a:lnTo>
                <a:lnTo>
                  <a:pt x="328613" y="857250"/>
                </a:lnTo>
                <a:lnTo>
                  <a:pt x="319088" y="857250"/>
                </a:lnTo>
                <a:lnTo>
                  <a:pt x="309563" y="857250"/>
                </a:lnTo>
                <a:lnTo>
                  <a:pt x="300038" y="857250"/>
                </a:lnTo>
                <a:lnTo>
                  <a:pt x="290513" y="857250"/>
                </a:lnTo>
                <a:lnTo>
                  <a:pt x="280988" y="857250"/>
                </a:lnTo>
                <a:lnTo>
                  <a:pt x="276225" y="852488"/>
                </a:lnTo>
                <a:lnTo>
                  <a:pt x="271463" y="847725"/>
                </a:lnTo>
                <a:lnTo>
                  <a:pt x="266700" y="842963"/>
                </a:lnTo>
                <a:lnTo>
                  <a:pt x="261938" y="838200"/>
                </a:lnTo>
                <a:lnTo>
                  <a:pt x="252413" y="838200"/>
                </a:lnTo>
                <a:lnTo>
                  <a:pt x="247650" y="833438"/>
                </a:lnTo>
                <a:lnTo>
                  <a:pt x="242888" y="828675"/>
                </a:lnTo>
                <a:lnTo>
                  <a:pt x="233363" y="828675"/>
                </a:lnTo>
                <a:lnTo>
                  <a:pt x="223838" y="828675"/>
                </a:lnTo>
                <a:lnTo>
                  <a:pt x="219075" y="823913"/>
                </a:lnTo>
                <a:lnTo>
                  <a:pt x="214313" y="819150"/>
                </a:lnTo>
                <a:lnTo>
                  <a:pt x="204788" y="819150"/>
                </a:lnTo>
                <a:lnTo>
                  <a:pt x="200025" y="814388"/>
                </a:lnTo>
                <a:lnTo>
                  <a:pt x="195263" y="809625"/>
                </a:lnTo>
                <a:lnTo>
                  <a:pt x="185738" y="809625"/>
                </a:lnTo>
                <a:lnTo>
                  <a:pt x="180975" y="804863"/>
                </a:lnTo>
                <a:lnTo>
                  <a:pt x="176213" y="800100"/>
                </a:lnTo>
                <a:lnTo>
                  <a:pt x="171450" y="795338"/>
                </a:lnTo>
                <a:lnTo>
                  <a:pt x="166688" y="790575"/>
                </a:lnTo>
                <a:lnTo>
                  <a:pt x="161925" y="785813"/>
                </a:lnTo>
                <a:lnTo>
                  <a:pt x="157163" y="781050"/>
                </a:lnTo>
                <a:lnTo>
                  <a:pt x="152400" y="776288"/>
                </a:lnTo>
                <a:lnTo>
                  <a:pt x="147638" y="771525"/>
                </a:lnTo>
                <a:lnTo>
                  <a:pt x="142875" y="766763"/>
                </a:lnTo>
                <a:lnTo>
                  <a:pt x="138113" y="762000"/>
                </a:lnTo>
                <a:lnTo>
                  <a:pt x="133350" y="757238"/>
                </a:lnTo>
                <a:lnTo>
                  <a:pt x="128588" y="752475"/>
                </a:lnTo>
                <a:lnTo>
                  <a:pt x="123825" y="747713"/>
                </a:lnTo>
                <a:lnTo>
                  <a:pt x="123825" y="738188"/>
                </a:lnTo>
                <a:lnTo>
                  <a:pt x="119063" y="733425"/>
                </a:lnTo>
                <a:lnTo>
                  <a:pt x="114300" y="728663"/>
                </a:lnTo>
                <a:lnTo>
                  <a:pt x="109538" y="723900"/>
                </a:lnTo>
                <a:lnTo>
                  <a:pt x="104775" y="719138"/>
                </a:lnTo>
                <a:lnTo>
                  <a:pt x="100013" y="714375"/>
                </a:lnTo>
                <a:lnTo>
                  <a:pt x="95250" y="709613"/>
                </a:lnTo>
                <a:lnTo>
                  <a:pt x="90488" y="704850"/>
                </a:lnTo>
                <a:lnTo>
                  <a:pt x="80963" y="704850"/>
                </a:lnTo>
                <a:lnTo>
                  <a:pt x="76200" y="700088"/>
                </a:lnTo>
                <a:lnTo>
                  <a:pt x="71438" y="695325"/>
                </a:lnTo>
                <a:lnTo>
                  <a:pt x="66675" y="690563"/>
                </a:lnTo>
                <a:lnTo>
                  <a:pt x="66675" y="681038"/>
                </a:lnTo>
                <a:lnTo>
                  <a:pt x="61913" y="676275"/>
                </a:lnTo>
                <a:lnTo>
                  <a:pt x="52388" y="676275"/>
                </a:lnTo>
                <a:lnTo>
                  <a:pt x="47625" y="671513"/>
                </a:lnTo>
                <a:lnTo>
                  <a:pt x="42863" y="666750"/>
                </a:lnTo>
                <a:lnTo>
                  <a:pt x="38100" y="661988"/>
                </a:lnTo>
                <a:lnTo>
                  <a:pt x="38100" y="652463"/>
                </a:lnTo>
                <a:lnTo>
                  <a:pt x="38100" y="642938"/>
                </a:lnTo>
                <a:lnTo>
                  <a:pt x="33338" y="638175"/>
                </a:lnTo>
                <a:lnTo>
                  <a:pt x="28575" y="633413"/>
                </a:lnTo>
                <a:lnTo>
                  <a:pt x="28575" y="623888"/>
                </a:lnTo>
                <a:lnTo>
                  <a:pt x="23813" y="619125"/>
                </a:lnTo>
                <a:lnTo>
                  <a:pt x="19050" y="614363"/>
                </a:lnTo>
                <a:lnTo>
                  <a:pt x="14288" y="609600"/>
                </a:lnTo>
                <a:lnTo>
                  <a:pt x="9525" y="604838"/>
                </a:lnTo>
                <a:lnTo>
                  <a:pt x="9525" y="595313"/>
                </a:lnTo>
                <a:lnTo>
                  <a:pt x="4763" y="590550"/>
                </a:lnTo>
                <a:lnTo>
                  <a:pt x="0" y="585788"/>
                </a:lnTo>
                <a:lnTo>
                  <a:pt x="0" y="576263"/>
                </a:lnTo>
                <a:lnTo>
                  <a:pt x="4763" y="571500"/>
                </a:lnTo>
                <a:lnTo>
                  <a:pt x="9525" y="566738"/>
                </a:lnTo>
                <a:lnTo>
                  <a:pt x="9525" y="557213"/>
                </a:lnTo>
                <a:lnTo>
                  <a:pt x="9525" y="547688"/>
                </a:lnTo>
                <a:lnTo>
                  <a:pt x="9525" y="538163"/>
                </a:lnTo>
                <a:lnTo>
                  <a:pt x="9525" y="528638"/>
                </a:lnTo>
                <a:lnTo>
                  <a:pt x="9525" y="519113"/>
                </a:lnTo>
                <a:lnTo>
                  <a:pt x="9525" y="509588"/>
                </a:lnTo>
                <a:lnTo>
                  <a:pt x="14288" y="504825"/>
                </a:lnTo>
                <a:lnTo>
                  <a:pt x="19050" y="500063"/>
                </a:lnTo>
                <a:lnTo>
                  <a:pt x="19050" y="490538"/>
                </a:lnTo>
                <a:lnTo>
                  <a:pt x="19050" y="481013"/>
                </a:lnTo>
                <a:lnTo>
                  <a:pt x="19050" y="471488"/>
                </a:lnTo>
                <a:lnTo>
                  <a:pt x="23813" y="466725"/>
                </a:lnTo>
                <a:lnTo>
                  <a:pt x="28575" y="461963"/>
                </a:lnTo>
                <a:lnTo>
                  <a:pt x="28575" y="452438"/>
                </a:lnTo>
                <a:lnTo>
                  <a:pt x="28575" y="442913"/>
                </a:lnTo>
                <a:lnTo>
                  <a:pt x="28575" y="433388"/>
                </a:lnTo>
                <a:lnTo>
                  <a:pt x="33338" y="428625"/>
                </a:lnTo>
                <a:lnTo>
                  <a:pt x="38100" y="423863"/>
                </a:lnTo>
                <a:lnTo>
                  <a:pt x="38100" y="414338"/>
                </a:lnTo>
                <a:lnTo>
                  <a:pt x="38100" y="404813"/>
                </a:lnTo>
                <a:lnTo>
                  <a:pt x="42863" y="400050"/>
                </a:lnTo>
                <a:lnTo>
                  <a:pt x="47625" y="395288"/>
                </a:lnTo>
                <a:lnTo>
                  <a:pt x="47625" y="385763"/>
                </a:lnTo>
                <a:lnTo>
                  <a:pt x="52388" y="381000"/>
                </a:lnTo>
                <a:lnTo>
                  <a:pt x="57150" y="376238"/>
                </a:lnTo>
                <a:lnTo>
                  <a:pt x="57150" y="366713"/>
                </a:lnTo>
                <a:lnTo>
                  <a:pt x="57150" y="357188"/>
                </a:lnTo>
                <a:lnTo>
                  <a:pt x="61913" y="352425"/>
                </a:lnTo>
                <a:lnTo>
                  <a:pt x="66675" y="347663"/>
                </a:lnTo>
                <a:lnTo>
                  <a:pt x="66675" y="338138"/>
                </a:lnTo>
                <a:lnTo>
                  <a:pt x="71438" y="333375"/>
                </a:lnTo>
                <a:lnTo>
                  <a:pt x="76200" y="328613"/>
                </a:lnTo>
                <a:lnTo>
                  <a:pt x="76200" y="319088"/>
                </a:lnTo>
                <a:lnTo>
                  <a:pt x="80963" y="314325"/>
                </a:lnTo>
                <a:lnTo>
                  <a:pt x="85725" y="309563"/>
                </a:lnTo>
                <a:lnTo>
                  <a:pt x="85725" y="300038"/>
                </a:lnTo>
                <a:lnTo>
                  <a:pt x="90488" y="295275"/>
                </a:lnTo>
                <a:lnTo>
                  <a:pt x="95250" y="290513"/>
                </a:lnTo>
                <a:lnTo>
                  <a:pt x="100013" y="285750"/>
                </a:lnTo>
                <a:lnTo>
                  <a:pt x="104775" y="280988"/>
                </a:lnTo>
                <a:lnTo>
                  <a:pt x="104775" y="271463"/>
                </a:lnTo>
                <a:lnTo>
                  <a:pt x="109538" y="266700"/>
                </a:lnTo>
                <a:lnTo>
                  <a:pt x="114300" y="261938"/>
                </a:lnTo>
                <a:lnTo>
                  <a:pt x="114300" y="252413"/>
                </a:lnTo>
                <a:lnTo>
                  <a:pt x="119063" y="247650"/>
                </a:lnTo>
                <a:lnTo>
                  <a:pt x="123825" y="242888"/>
                </a:lnTo>
                <a:lnTo>
                  <a:pt x="128588" y="238125"/>
                </a:lnTo>
                <a:lnTo>
                  <a:pt x="133350" y="233363"/>
                </a:lnTo>
                <a:lnTo>
                  <a:pt x="133350" y="223838"/>
                </a:lnTo>
                <a:lnTo>
                  <a:pt x="138113" y="219075"/>
                </a:lnTo>
                <a:lnTo>
                  <a:pt x="142875" y="214313"/>
                </a:lnTo>
                <a:lnTo>
                  <a:pt x="147638" y="209550"/>
                </a:lnTo>
                <a:lnTo>
                  <a:pt x="152400" y="204788"/>
                </a:lnTo>
                <a:lnTo>
                  <a:pt x="152400" y="195263"/>
                </a:lnTo>
                <a:lnTo>
                  <a:pt x="157163" y="190500"/>
                </a:lnTo>
                <a:lnTo>
                  <a:pt x="161925" y="185738"/>
                </a:lnTo>
                <a:lnTo>
                  <a:pt x="166688" y="180975"/>
                </a:lnTo>
                <a:lnTo>
                  <a:pt x="171450" y="176213"/>
                </a:lnTo>
                <a:lnTo>
                  <a:pt x="176213" y="171450"/>
                </a:lnTo>
                <a:lnTo>
                  <a:pt x="180975" y="166688"/>
                </a:lnTo>
                <a:lnTo>
                  <a:pt x="180975" y="157163"/>
                </a:lnTo>
                <a:lnTo>
                  <a:pt x="185738" y="152400"/>
                </a:lnTo>
                <a:lnTo>
                  <a:pt x="190500" y="147638"/>
                </a:lnTo>
                <a:lnTo>
                  <a:pt x="195263" y="142875"/>
                </a:lnTo>
                <a:lnTo>
                  <a:pt x="200025" y="138113"/>
                </a:lnTo>
                <a:lnTo>
                  <a:pt x="204788" y="133350"/>
                </a:lnTo>
                <a:lnTo>
                  <a:pt x="209550" y="128588"/>
                </a:lnTo>
                <a:lnTo>
                  <a:pt x="214313" y="123825"/>
                </a:lnTo>
                <a:lnTo>
                  <a:pt x="219075" y="119063"/>
                </a:lnTo>
                <a:lnTo>
                  <a:pt x="223838" y="114300"/>
                </a:lnTo>
                <a:lnTo>
                  <a:pt x="228600" y="109538"/>
                </a:lnTo>
                <a:lnTo>
                  <a:pt x="233363" y="104775"/>
                </a:lnTo>
                <a:lnTo>
                  <a:pt x="238125" y="100013"/>
                </a:lnTo>
                <a:lnTo>
                  <a:pt x="242888" y="95250"/>
                </a:lnTo>
                <a:lnTo>
                  <a:pt x="247650" y="90488"/>
                </a:lnTo>
                <a:lnTo>
                  <a:pt x="252413" y="85725"/>
                </a:lnTo>
                <a:lnTo>
                  <a:pt x="257175" y="80963"/>
                </a:lnTo>
                <a:lnTo>
                  <a:pt x="261938" y="76200"/>
                </a:lnTo>
                <a:lnTo>
                  <a:pt x="266700" y="71438"/>
                </a:lnTo>
                <a:lnTo>
                  <a:pt x="271463" y="66675"/>
                </a:lnTo>
                <a:lnTo>
                  <a:pt x="276225" y="61913"/>
                </a:lnTo>
                <a:lnTo>
                  <a:pt x="280988" y="57150"/>
                </a:lnTo>
                <a:lnTo>
                  <a:pt x="285750" y="52388"/>
                </a:lnTo>
                <a:lnTo>
                  <a:pt x="290513" y="47625"/>
                </a:lnTo>
                <a:lnTo>
                  <a:pt x="300038" y="47625"/>
                </a:lnTo>
                <a:lnTo>
                  <a:pt x="304800" y="42863"/>
                </a:lnTo>
                <a:lnTo>
                  <a:pt x="309563" y="38100"/>
                </a:lnTo>
                <a:lnTo>
                  <a:pt x="314325" y="33338"/>
                </a:lnTo>
                <a:lnTo>
                  <a:pt x="319088" y="28575"/>
                </a:lnTo>
                <a:lnTo>
                  <a:pt x="323850" y="23813"/>
                </a:lnTo>
                <a:lnTo>
                  <a:pt x="328613" y="19050"/>
                </a:lnTo>
                <a:lnTo>
                  <a:pt x="338138" y="19050"/>
                </a:lnTo>
                <a:lnTo>
                  <a:pt x="347663" y="19050"/>
                </a:lnTo>
                <a:lnTo>
                  <a:pt x="352425" y="14288"/>
                </a:lnTo>
                <a:lnTo>
                  <a:pt x="357188" y="9525"/>
                </a:lnTo>
                <a:lnTo>
                  <a:pt x="366713" y="9525"/>
                </a:lnTo>
                <a:lnTo>
                  <a:pt x="376238" y="9525"/>
                </a:lnTo>
                <a:lnTo>
                  <a:pt x="385763" y="9525"/>
                </a:lnTo>
                <a:lnTo>
                  <a:pt x="390525" y="4763"/>
                </a:lnTo>
                <a:close/>
              </a:path>
            </a:pathLst>
          </a:custGeom>
          <a:solidFill xmlns:a="http://schemas.openxmlformats.org/drawingml/2006/main">
            <a:srgbClr val="CCCCCC"/>
          </a:solidFill>
          <a:ln xmlns:a="http://schemas.openxmlformats.org/drawingml/2006/main" w="0">
            <a:noFill/>
            <a:prstDash val="solid"/>
          </a:ln>
        </p:spPr>
      </p:sp>
      <p:sp>
        <p:nvSpPr>
          <p:cNvPr id="201" name="deep-skill-chaining-source-component-3-gradient-206-0">
            <a:extLst xmlns:a="http://schemas.openxmlformats.org/drawingml/2006/main">
              <a:ext uri="{FF2B5EF4-FFF2-40B4-BE49-F238E27FC236}">
                <a16:creationId xmlns:a16="http://schemas.microsoft.com/office/drawing/2014/main" id="{025A01A3-E73B-428B-91FC-CF95541E450C}"/>
              </a:ext>
            </a:extLst>
          </p:cNvPr>
          <p:cNvSpPr>
            <a:spLocks xmlns:a="http://schemas.openxmlformats.org/drawingml/2006/main" noGrp="1"/>
          </p:cNvSpPr>
          <p:nvPr/>
        </p:nvSpPr>
        <p:spPr>
          <a:xfrm xmlns:a="http://schemas.openxmlformats.org/drawingml/2006/main" rot="0">
            <a:off x="9601200" y="1038225"/>
            <a:ext cx="819150" cy="828675"/>
          </a:xfrm>
          <a:custGeom xmlns:a="http://schemas.openxmlformats.org/drawingml/2006/main">
            <a:pathLst>
              <a:path w="819150" h="828675">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4825" y="4763"/>
                </a:lnTo>
                <a:lnTo>
                  <a:pt x="509588" y="9525"/>
                </a:lnTo>
                <a:lnTo>
                  <a:pt x="519113" y="9525"/>
                </a:lnTo>
                <a:lnTo>
                  <a:pt x="528638" y="9525"/>
                </a:lnTo>
                <a:lnTo>
                  <a:pt x="533400" y="14288"/>
                </a:lnTo>
                <a:lnTo>
                  <a:pt x="538163" y="19050"/>
                </a:lnTo>
                <a:lnTo>
                  <a:pt x="547688" y="19050"/>
                </a:lnTo>
                <a:lnTo>
                  <a:pt x="557213" y="19050"/>
                </a:lnTo>
                <a:lnTo>
                  <a:pt x="561975" y="23813"/>
                </a:lnTo>
                <a:lnTo>
                  <a:pt x="566738" y="28575"/>
                </a:lnTo>
                <a:lnTo>
                  <a:pt x="576263" y="28575"/>
                </a:lnTo>
                <a:lnTo>
                  <a:pt x="585788" y="28575"/>
                </a:lnTo>
                <a:lnTo>
                  <a:pt x="590550" y="33338"/>
                </a:lnTo>
                <a:lnTo>
                  <a:pt x="595313" y="38100"/>
                </a:lnTo>
                <a:lnTo>
                  <a:pt x="604838" y="38100"/>
                </a:lnTo>
                <a:lnTo>
                  <a:pt x="609600" y="42863"/>
                </a:lnTo>
                <a:lnTo>
                  <a:pt x="614363" y="47625"/>
                </a:lnTo>
                <a:lnTo>
                  <a:pt x="623888" y="47625"/>
                </a:lnTo>
                <a:lnTo>
                  <a:pt x="628650" y="52388"/>
                </a:lnTo>
                <a:lnTo>
                  <a:pt x="633413" y="57150"/>
                </a:lnTo>
                <a:lnTo>
                  <a:pt x="642938" y="57150"/>
                </a:lnTo>
                <a:lnTo>
                  <a:pt x="647700" y="61913"/>
                </a:lnTo>
                <a:lnTo>
                  <a:pt x="652463" y="66675"/>
                </a:lnTo>
                <a:lnTo>
                  <a:pt x="657225" y="71438"/>
                </a:lnTo>
                <a:lnTo>
                  <a:pt x="661988" y="76200"/>
                </a:lnTo>
                <a:lnTo>
                  <a:pt x="666750" y="80963"/>
                </a:lnTo>
                <a:lnTo>
                  <a:pt x="671513" y="85725"/>
                </a:lnTo>
                <a:lnTo>
                  <a:pt x="676275" y="90488"/>
                </a:lnTo>
                <a:lnTo>
                  <a:pt x="676275" y="100013"/>
                </a:lnTo>
                <a:lnTo>
                  <a:pt x="681038" y="104775"/>
                </a:lnTo>
                <a:lnTo>
                  <a:pt x="685800" y="109538"/>
                </a:lnTo>
                <a:lnTo>
                  <a:pt x="690563" y="114300"/>
                </a:lnTo>
                <a:lnTo>
                  <a:pt x="700088" y="114300"/>
                </a:lnTo>
                <a:lnTo>
                  <a:pt x="704850" y="119063"/>
                </a:lnTo>
                <a:lnTo>
                  <a:pt x="704850" y="128588"/>
                </a:lnTo>
                <a:lnTo>
                  <a:pt x="709613" y="133350"/>
                </a:lnTo>
                <a:lnTo>
                  <a:pt x="714375" y="138113"/>
                </a:lnTo>
                <a:lnTo>
                  <a:pt x="719138" y="142875"/>
                </a:lnTo>
                <a:lnTo>
                  <a:pt x="723900" y="147638"/>
                </a:lnTo>
                <a:lnTo>
                  <a:pt x="728663" y="152400"/>
                </a:lnTo>
                <a:lnTo>
                  <a:pt x="733425" y="157163"/>
                </a:lnTo>
                <a:lnTo>
                  <a:pt x="738188" y="161925"/>
                </a:lnTo>
                <a:lnTo>
                  <a:pt x="747713" y="161925"/>
                </a:lnTo>
                <a:lnTo>
                  <a:pt x="752475" y="166688"/>
                </a:lnTo>
                <a:lnTo>
                  <a:pt x="757238" y="171450"/>
                </a:lnTo>
                <a:lnTo>
                  <a:pt x="762000" y="176213"/>
                </a:lnTo>
                <a:lnTo>
                  <a:pt x="762000" y="185738"/>
                </a:lnTo>
                <a:lnTo>
                  <a:pt x="762000" y="195263"/>
                </a:lnTo>
                <a:lnTo>
                  <a:pt x="766763" y="200025"/>
                </a:lnTo>
                <a:lnTo>
                  <a:pt x="771525" y="204788"/>
                </a:lnTo>
                <a:lnTo>
                  <a:pt x="771525" y="214313"/>
                </a:lnTo>
                <a:lnTo>
                  <a:pt x="776288" y="219075"/>
                </a:lnTo>
                <a:lnTo>
                  <a:pt x="781050" y="223838"/>
                </a:lnTo>
                <a:lnTo>
                  <a:pt x="785813" y="228600"/>
                </a:lnTo>
                <a:lnTo>
                  <a:pt x="790575" y="233363"/>
                </a:lnTo>
                <a:lnTo>
                  <a:pt x="790575" y="242888"/>
                </a:lnTo>
                <a:lnTo>
                  <a:pt x="795338" y="247650"/>
                </a:lnTo>
                <a:lnTo>
                  <a:pt x="800100" y="252413"/>
                </a:lnTo>
                <a:lnTo>
                  <a:pt x="804863" y="257175"/>
                </a:lnTo>
                <a:lnTo>
                  <a:pt x="809625" y="261938"/>
                </a:lnTo>
                <a:lnTo>
                  <a:pt x="809625" y="271463"/>
                </a:lnTo>
                <a:lnTo>
                  <a:pt x="809625" y="280988"/>
                </a:lnTo>
                <a:lnTo>
                  <a:pt x="814388" y="285750"/>
                </a:lnTo>
                <a:lnTo>
                  <a:pt x="819150" y="290513"/>
                </a:lnTo>
                <a:lnTo>
                  <a:pt x="814388" y="295275"/>
                </a:lnTo>
                <a:lnTo>
                  <a:pt x="809625" y="300038"/>
                </a:lnTo>
                <a:lnTo>
                  <a:pt x="809625" y="309563"/>
                </a:lnTo>
                <a:lnTo>
                  <a:pt x="809625" y="319088"/>
                </a:lnTo>
                <a:lnTo>
                  <a:pt x="809625" y="328613"/>
                </a:lnTo>
                <a:lnTo>
                  <a:pt x="809625" y="338138"/>
                </a:lnTo>
                <a:lnTo>
                  <a:pt x="809625" y="347663"/>
                </a:lnTo>
                <a:lnTo>
                  <a:pt x="809625" y="357188"/>
                </a:lnTo>
                <a:lnTo>
                  <a:pt x="804863" y="361950"/>
                </a:lnTo>
                <a:lnTo>
                  <a:pt x="800100" y="366713"/>
                </a:lnTo>
                <a:lnTo>
                  <a:pt x="800100" y="376238"/>
                </a:lnTo>
                <a:lnTo>
                  <a:pt x="800100" y="385763"/>
                </a:lnTo>
                <a:lnTo>
                  <a:pt x="795338" y="390525"/>
                </a:lnTo>
                <a:lnTo>
                  <a:pt x="790575" y="395288"/>
                </a:lnTo>
                <a:lnTo>
                  <a:pt x="790575" y="404813"/>
                </a:lnTo>
                <a:lnTo>
                  <a:pt x="790575" y="414338"/>
                </a:lnTo>
                <a:lnTo>
                  <a:pt x="785813" y="419100"/>
                </a:lnTo>
                <a:lnTo>
                  <a:pt x="781050" y="423863"/>
                </a:lnTo>
                <a:lnTo>
                  <a:pt x="781050" y="433388"/>
                </a:lnTo>
                <a:lnTo>
                  <a:pt x="781050" y="442913"/>
                </a:lnTo>
                <a:lnTo>
                  <a:pt x="776288" y="447675"/>
                </a:lnTo>
                <a:lnTo>
                  <a:pt x="771525" y="452438"/>
                </a:lnTo>
                <a:lnTo>
                  <a:pt x="771525" y="461963"/>
                </a:lnTo>
                <a:lnTo>
                  <a:pt x="766763" y="466725"/>
                </a:lnTo>
                <a:lnTo>
                  <a:pt x="762000" y="471488"/>
                </a:lnTo>
                <a:lnTo>
                  <a:pt x="762000" y="481013"/>
                </a:lnTo>
                <a:lnTo>
                  <a:pt x="757238" y="485775"/>
                </a:lnTo>
                <a:lnTo>
                  <a:pt x="752475" y="490538"/>
                </a:lnTo>
                <a:lnTo>
                  <a:pt x="752475" y="500063"/>
                </a:lnTo>
                <a:lnTo>
                  <a:pt x="747713" y="504825"/>
                </a:lnTo>
                <a:lnTo>
                  <a:pt x="742950" y="509588"/>
                </a:lnTo>
                <a:lnTo>
                  <a:pt x="742950" y="519113"/>
                </a:lnTo>
                <a:lnTo>
                  <a:pt x="738188" y="523875"/>
                </a:lnTo>
                <a:lnTo>
                  <a:pt x="733425" y="528638"/>
                </a:lnTo>
                <a:lnTo>
                  <a:pt x="733425" y="538163"/>
                </a:lnTo>
                <a:lnTo>
                  <a:pt x="728663" y="542925"/>
                </a:lnTo>
                <a:lnTo>
                  <a:pt x="723900" y="547688"/>
                </a:lnTo>
                <a:lnTo>
                  <a:pt x="723900" y="557213"/>
                </a:lnTo>
                <a:lnTo>
                  <a:pt x="719138" y="561975"/>
                </a:lnTo>
                <a:lnTo>
                  <a:pt x="714375" y="566738"/>
                </a:lnTo>
                <a:lnTo>
                  <a:pt x="709613" y="571500"/>
                </a:lnTo>
                <a:lnTo>
                  <a:pt x="704850" y="576263"/>
                </a:lnTo>
                <a:lnTo>
                  <a:pt x="704850" y="585788"/>
                </a:lnTo>
                <a:lnTo>
                  <a:pt x="700088" y="590550"/>
                </a:lnTo>
                <a:lnTo>
                  <a:pt x="695325" y="595313"/>
                </a:lnTo>
                <a:lnTo>
                  <a:pt x="690563" y="600075"/>
                </a:lnTo>
                <a:lnTo>
                  <a:pt x="685800" y="604838"/>
                </a:lnTo>
                <a:lnTo>
                  <a:pt x="685800" y="614363"/>
                </a:lnTo>
                <a:lnTo>
                  <a:pt x="681038" y="619125"/>
                </a:lnTo>
                <a:lnTo>
                  <a:pt x="676275" y="623888"/>
                </a:lnTo>
                <a:lnTo>
                  <a:pt x="671513" y="628650"/>
                </a:lnTo>
                <a:lnTo>
                  <a:pt x="666750" y="633413"/>
                </a:lnTo>
                <a:lnTo>
                  <a:pt x="661988" y="638175"/>
                </a:lnTo>
                <a:lnTo>
                  <a:pt x="657225" y="642938"/>
                </a:lnTo>
                <a:lnTo>
                  <a:pt x="657225" y="652463"/>
                </a:lnTo>
                <a:lnTo>
                  <a:pt x="652463" y="657225"/>
                </a:lnTo>
                <a:lnTo>
                  <a:pt x="647700" y="661988"/>
                </a:lnTo>
                <a:lnTo>
                  <a:pt x="642938" y="666750"/>
                </a:lnTo>
                <a:lnTo>
                  <a:pt x="638175" y="671513"/>
                </a:lnTo>
                <a:lnTo>
                  <a:pt x="633413" y="676275"/>
                </a:lnTo>
                <a:lnTo>
                  <a:pt x="628650" y="681038"/>
                </a:lnTo>
                <a:lnTo>
                  <a:pt x="623888" y="685800"/>
                </a:lnTo>
                <a:lnTo>
                  <a:pt x="619125" y="690563"/>
                </a:lnTo>
                <a:lnTo>
                  <a:pt x="614363" y="695325"/>
                </a:lnTo>
                <a:lnTo>
                  <a:pt x="609600" y="700088"/>
                </a:lnTo>
                <a:lnTo>
                  <a:pt x="604838" y="704850"/>
                </a:lnTo>
                <a:lnTo>
                  <a:pt x="600075" y="709613"/>
                </a:lnTo>
                <a:lnTo>
                  <a:pt x="595313" y="714375"/>
                </a:lnTo>
                <a:lnTo>
                  <a:pt x="590550" y="719138"/>
                </a:lnTo>
                <a:lnTo>
                  <a:pt x="585788" y="723900"/>
                </a:lnTo>
                <a:lnTo>
                  <a:pt x="581025" y="728663"/>
                </a:lnTo>
                <a:lnTo>
                  <a:pt x="576263" y="733425"/>
                </a:lnTo>
                <a:lnTo>
                  <a:pt x="571500" y="738188"/>
                </a:lnTo>
                <a:lnTo>
                  <a:pt x="566738" y="742950"/>
                </a:lnTo>
                <a:lnTo>
                  <a:pt x="561975" y="747713"/>
                </a:lnTo>
                <a:lnTo>
                  <a:pt x="557213" y="752475"/>
                </a:lnTo>
                <a:lnTo>
                  <a:pt x="552450" y="757238"/>
                </a:lnTo>
                <a:lnTo>
                  <a:pt x="547688" y="762000"/>
                </a:lnTo>
                <a:lnTo>
                  <a:pt x="542925" y="766763"/>
                </a:lnTo>
                <a:lnTo>
                  <a:pt x="538163" y="771525"/>
                </a:lnTo>
                <a:lnTo>
                  <a:pt x="533400" y="776288"/>
                </a:lnTo>
                <a:lnTo>
                  <a:pt x="528638" y="781050"/>
                </a:lnTo>
                <a:lnTo>
                  <a:pt x="519113" y="781050"/>
                </a:lnTo>
                <a:lnTo>
                  <a:pt x="514350" y="785813"/>
                </a:lnTo>
                <a:lnTo>
                  <a:pt x="509588" y="790575"/>
                </a:lnTo>
                <a:lnTo>
                  <a:pt x="504825" y="795338"/>
                </a:lnTo>
                <a:lnTo>
                  <a:pt x="500063" y="800100"/>
                </a:lnTo>
                <a:lnTo>
                  <a:pt x="490538" y="800100"/>
                </a:lnTo>
                <a:lnTo>
                  <a:pt x="485775" y="804863"/>
                </a:lnTo>
                <a:lnTo>
                  <a:pt x="481013" y="809625"/>
                </a:lnTo>
                <a:lnTo>
                  <a:pt x="476250" y="814388"/>
                </a:lnTo>
                <a:lnTo>
                  <a:pt x="471488" y="819150"/>
                </a:lnTo>
                <a:lnTo>
                  <a:pt x="461963" y="819150"/>
                </a:lnTo>
                <a:lnTo>
                  <a:pt x="452438" y="819150"/>
                </a:lnTo>
                <a:lnTo>
                  <a:pt x="447675" y="823913"/>
                </a:lnTo>
                <a:lnTo>
                  <a:pt x="442913" y="828675"/>
                </a:lnTo>
                <a:lnTo>
                  <a:pt x="433388" y="828675"/>
                </a:lnTo>
                <a:lnTo>
                  <a:pt x="423863" y="828675"/>
                </a:lnTo>
                <a:lnTo>
                  <a:pt x="414338" y="828675"/>
                </a:lnTo>
                <a:lnTo>
                  <a:pt x="404813" y="828675"/>
                </a:lnTo>
                <a:lnTo>
                  <a:pt x="395288" y="828675"/>
                </a:lnTo>
                <a:lnTo>
                  <a:pt x="385763" y="828675"/>
                </a:lnTo>
                <a:lnTo>
                  <a:pt x="381000" y="823913"/>
                </a:lnTo>
                <a:lnTo>
                  <a:pt x="376238" y="819150"/>
                </a:lnTo>
                <a:lnTo>
                  <a:pt x="366713" y="819150"/>
                </a:lnTo>
                <a:lnTo>
                  <a:pt x="357188" y="819150"/>
                </a:lnTo>
                <a:lnTo>
                  <a:pt x="347663" y="819150"/>
                </a:lnTo>
                <a:lnTo>
                  <a:pt x="338138" y="819150"/>
                </a:lnTo>
                <a:lnTo>
                  <a:pt x="328613" y="819150"/>
                </a:lnTo>
                <a:lnTo>
                  <a:pt x="323850" y="814388"/>
                </a:lnTo>
                <a:lnTo>
                  <a:pt x="319088" y="809625"/>
                </a:lnTo>
                <a:lnTo>
                  <a:pt x="309563" y="809625"/>
                </a:lnTo>
                <a:lnTo>
                  <a:pt x="300038" y="809625"/>
                </a:lnTo>
                <a:lnTo>
                  <a:pt x="290513" y="809625"/>
                </a:lnTo>
                <a:lnTo>
                  <a:pt x="280988" y="809625"/>
                </a:lnTo>
                <a:lnTo>
                  <a:pt x="271463" y="809625"/>
                </a:lnTo>
                <a:lnTo>
                  <a:pt x="266700" y="804863"/>
                </a:lnTo>
                <a:lnTo>
                  <a:pt x="261938" y="800100"/>
                </a:lnTo>
                <a:lnTo>
                  <a:pt x="257175" y="795338"/>
                </a:lnTo>
                <a:lnTo>
                  <a:pt x="252413" y="790575"/>
                </a:lnTo>
                <a:lnTo>
                  <a:pt x="242888" y="790575"/>
                </a:lnTo>
                <a:lnTo>
                  <a:pt x="238125" y="785813"/>
                </a:lnTo>
                <a:lnTo>
                  <a:pt x="233363" y="781050"/>
                </a:lnTo>
                <a:lnTo>
                  <a:pt x="223838" y="781050"/>
                </a:lnTo>
                <a:lnTo>
                  <a:pt x="214313" y="781050"/>
                </a:lnTo>
                <a:lnTo>
                  <a:pt x="204788" y="781050"/>
                </a:lnTo>
                <a:lnTo>
                  <a:pt x="200025" y="776288"/>
                </a:lnTo>
                <a:lnTo>
                  <a:pt x="195263" y="771525"/>
                </a:lnTo>
                <a:lnTo>
                  <a:pt x="190500" y="766763"/>
                </a:lnTo>
                <a:lnTo>
                  <a:pt x="185738" y="762000"/>
                </a:lnTo>
                <a:lnTo>
                  <a:pt x="180975" y="757238"/>
                </a:lnTo>
                <a:lnTo>
                  <a:pt x="176213" y="752475"/>
                </a:lnTo>
                <a:lnTo>
                  <a:pt x="171450" y="747713"/>
                </a:lnTo>
                <a:lnTo>
                  <a:pt x="166688" y="742950"/>
                </a:lnTo>
                <a:lnTo>
                  <a:pt x="161925" y="738188"/>
                </a:lnTo>
                <a:lnTo>
                  <a:pt x="157163" y="733425"/>
                </a:lnTo>
                <a:lnTo>
                  <a:pt x="152400" y="728663"/>
                </a:lnTo>
                <a:lnTo>
                  <a:pt x="147638" y="723900"/>
                </a:lnTo>
                <a:lnTo>
                  <a:pt x="142875" y="719138"/>
                </a:lnTo>
                <a:lnTo>
                  <a:pt x="138113" y="714375"/>
                </a:lnTo>
                <a:lnTo>
                  <a:pt x="133350" y="709613"/>
                </a:lnTo>
                <a:lnTo>
                  <a:pt x="128588" y="704850"/>
                </a:lnTo>
                <a:lnTo>
                  <a:pt x="123825" y="700088"/>
                </a:lnTo>
                <a:lnTo>
                  <a:pt x="119063" y="695325"/>
                </a:lnTo>
                <a:lnTo>
                  <a:pt x="114300" y="690563"/>
                </a:lnTo>
                <a:lnTo>
                  <a:pt x="114300" y="681038"/>
                </a:lnTo>
                <a:lnTo>
                  <a:pt x="109538" y="676275"/>
                </a:lnTo>
                <a:lnTo>
                  <a:pt x="100013" y="676275"/>
                </a:lnTo>
                <a:lnTo>
                  <a:pt x="95250" y="671513"/>
                </a:lnTo>
                <a:lnTo>
                  <a:pt x="90488" y="666750"/>
                </a:lnTo>
                <a:lnTo>
                  <a:pt x="85725" y="661988"/>
                </a:lnTo>
                <a:lnTo>
                  <a:pt x="80963" y="657225"/>
                </a:lnTo>
                <a:lnTo>
                  <a:pt x="71438" y="657225"/>
                </a:lnTo>
                <a:lnTo>
                  <a:pt x="66675" y="652463"/>
                </a:lnTo>
                <a:lnTo>
                  <a:pt x="61913" y="647700"/>
                </a:lnTo>
                <a:lnTo>
                  <a:pt x="57150" y="642938"/>
                </a:lnTo>
                <a:lnTo>
                  <a:pt x="57150" y="633413"/>
                </a:lnTo>
                <a:lnTo>
                  <a:pt x="52388" y="628650"/>
                </a:lnTo>
                <a:lnTo>
                  <a:pt x="47625" y="623888"/>
                </a:lnTo>
                <a:lnTo>
                  <a:pt x="47625" y="614363"/>
                </a:lnTo>
                <a:lnTo>
                  <a:pt x="42863" y="609600"/>
                </a:lnTo>
                <a:lnTo>
                  <a:pt x="38100" y="604838"/>
                </a:lnTo>
                <a:lnTo>
                  <a:pt x="38100" y="595313"/>
                </a:lnTo>
                <a:lnTo>
                  <a:pt x="33338" y="590550"/>
                </a:lnTo>
                <a:lnTo>
                  <a:pt x="28575" y="585788"/>
                </a:lnTo>
                <a:lnTo>
                  <a:pt x="23813" y="581025"/>
                </a:lnTo>
                <a:lnTo>
                  <a:pt x="19050" y="576263"/>
                </a:lnTo>
                <a:lnTo>
                  <a:pt x="19050" y="566738"/>
                </a:lnTo>
                <a:lnTo>
                  <a:pt x="14288" y="561975"/>
                </a:lnTo>
                <a:lnTo>
                  <a:pt x="9525" y="557213"/>
                </a:lnTo>
                <a:lnTo>
                  <a:pt x="9525" y="547688"/>
                </a:lnTo>
                <a:lnTo>
                  <a:pt x="9525" y="538163"/>
                </a:lnTo>
                <a:lnTo>
                  <a:pt x="9525" y="528638"/>
                </a:lnTo>
                <a:lnTo>
                  <a:pt x="9525" y="519113"/>
                </a:lnTo>
                <a:lnTo>
                  <a:pt x="9525" y="509588"/>
                </a:lnTo>
                <a:lnTo>
                  <a:pt x="9525" y="500063"/>
                </a:lnTo>
                <a:lnTo>
                  <a:pt x="9525" y="490538"/>
                </a:lnTo>
                <a:lnTo>
                  <a:pt x="4763" y="485775"/>
                </a:lnTo>
                <a:lnTo>
                  <a:pt x="0" y="481013"/>
                </a:lnTo>
                <a:lnTo>
                  <a:pt x="4763" y="476250"/>
                </a:lnTo>
                <a:lnTo>
                  <a:pt x="9525" y="471488"/>
                </a:lnTo>
                <a:lnTo>
                  <a:pt x="9525" y="461963"/>
                </a:lnTo>
                <a:lnTo>
                  <a:pt x="9525" y="452438"/>
                </a:lnTo>
                <a:lnTo>
                  <a:pt x="9525" y="442913"/>
                </a:lnTo>
                <a:lnTo>
                  <a:pt x="14288" y="438150"/>
                </a:lnTo>
                <a:lnTo>
                  <a:pt x="19050" y="433388"/>
                </a:lnTo>
                <a:lnTo>
                  <a:pt x="19050" y="423863"/>
                </a:lnTo>
                <a:lnTo>
                  <a:pt x="19050" y="414338"/>
                </a:lnTo>
                <a:lnTo>
                  <a:pt x="19050" y="404813"/>
                </a:lnTo>
                <a:lnTo>
                  <a:pt x="23813" y="400050"/>
                </a:lnTo>
                <a:lnTo>
                  <a:pt x="28575" y="395288"/>
                </a:lnTo>
                <a:lnTo>
                  <a:pt x="28575" y="385763"/>
                </a:lnTo>
                <a:lnTo>
                  <a:pt x="28575" y="376238"/>
                </a:lnTo>
                <a:lnTo>
                  <a:pt x="33338" y="371475"/>
                </a:lnTo>
                <a:lnTo>
                  <a:pt x="38100" y="366713"/>
                </a:lnTo>
                <a:lnTo>
                  <a:pt x="38100" y="357188"/>
                </a:lnTo>
                <a:lnTo>
                  <a:pt x="42863" y="352425"/>
                </a:lnTo>
                <a:lnTo>
                  <a:pt x="47625" y="347663"/>
                </a:lnTo>
                <a:lnTo>
                  <a:pt x="47625" y="338138"/>
                </a:lnTo>
                <a:lnTo>
                  <a:pt x="47625" y="328613"/>
                </a:lnTo>
                <a:lnTo>
                  <a:pt x="52388" y="323850"/>
                </a:lnTo>
                <a:lnTo>
                  <a:pt x="57150" y="319088"/>
                </a:lnTo>
                <a:lnTo>
                  <a:pt x="57150" y="309563"/>
                </a:lnTo>
                <a:lnTo>
                  <a:pt x="61913" y="304800"/>
                </a:lnTo>
                <a:lnTo>
                  <a:pt x="66675" y="300038"/>
                </a:lnTo>
                <a:lnTo>
                  <a:pt x="66675" y="290513"/>
                </a:lnTo>
                <a:lnTo>
                  <a:pt x="71438" y="285750"/>
                </a:lnTo>
                <a:lnTo>
                  <a:pt x="76200" y="280988"/>
                </a:lnTo>
                <a:lnTo>
                  <a:pt x="76200" y="271463"/>
                </a:lnTo>
                <a:lnTo>
                  <a:pt x="80963" y="266700"/>
                </a:lnTo>
                <a:lnTo>
                  <a:pt x="85725" y="261938"/>
                </a:lnTo>
                <a:lnTo>
                  <a:pt x="90488" y="257175"/>
                </a:lnTo>
                <a:lnTo>
                  <a:pt x="95250" y="252413"/>
                </a:lnTo>
                <a:lnTo>
                  <a:pt x="95250" y="242888"/>
                </a:lnTo>
                <a:lnTo>
                  <a:pt x="100013" y="238125"/>
                </a:lnTo>
                <a:lnTo>
                  <a:pt x="104775" y="233363"/>
                </a:lnTo>
                <a:lnTo>
                  <a:pt x="104775" y="223838"/>
                </a:lnTo>
                <a:lnTo>
                  <a:pt x="109538" y="219075"/>
                </a:lnTo>
                <a:lnTo>
                  <a:pt x="114300" y="214313"/>
                </a:lnTo>
                <a:lnTo>
                  <a:pt x="119063" y="209550"/>
                </a:lnTo>
                <a:lnTo>
                  <a:pt x="123825" y="204788"/>
                </a:lnTo>
                <a:lnTo>
                  <a:pt x="123825" y="195263"/>
                </a:lnTo>
                <a:lnTo>
                  <a:pt x="128588" y="190500"/>
                </a:lnTo>
                <a:lnTo>
                  <a:pt x="133350" y="185738"/>
                </a:lnTo>
                <a:lnTo>
                  <a:pt x="138113" y="180975"/>
                </a:lnTo>
                <a:lnTo>
                  <a:pt x="142875" y="176213"/>
                </a:lnTo>
                <a:lnTo>
                  <a:pt x="142875" y="166688"/>
                </a:lnTo>
                <a:lnTo>
                  <a:pt x="147638" y="161925"/>
                </a:lnTo>
                <a:lnTo>
                  <a:pt x="152400" y="157163"/>
                </a:lnTo>
                <a:lnTo>
                  <a:pt x="157163" y="152400"/>
                </a:lnTo>
                <a:lnTo>
                  <a:pt x="161925" y="147638"/>
                </a:lnTo>
                <a:lnTo>
                  <a:pt x="166688" y="142875"/>
                </a:lnTo>
                <a:lnTo>
                  <a:pt x="171450" y="138113"/>
                </a:lnTo>
                <a:lnTo>
                  <a:pt x="171450" y="128588"/>
                </a:lnTo>
                <a:lnTo>
                  <a:pt x="176213" y="123825"/>
                </a:lnTo>
                <a:lnTo>
                  <a:pt x="180975" y="119063"/>
                </a:lnTo>
                <a:lnTo>
                  <a:pt x="185738" y="114300"/>
                </a:lnTo>
                <a:lnTo>
                  <a:pt x="190500" y="109538"/>
                </a:lnTo>
                <a:lnTo>
                  <a:pt x="195263" y="104775"/>
                </a:lnTo>
                <a:lnTo>
                  <a:pt x="200025" y="100013"/>
                </a:lnTo>
                <a:lnTo>
                  <a:pt x="204788" y="95250"/>
                </a:lnTo>
                <a:lnTo>
                  <a:pt x="209550" y="90488"/>
                </a:lnTo>
                <a:lnTo>
                  <a:pt x="214313" y="85725"/>
                </a:lnTo>
                <a:lnTo>
                  <a:pt x="219075" y="80963"/>
                </a:lnTo>
                <a:lnTo>
                  <a:pt x="223838" y="76200"/>
                </a:lnTo>
                <a:lnTo>
                  <a:pt x="228600" y="71438"/>
                </a:lnTo>
                <a:lnTo>
                  <a:pt x="233363" y="66675"/>
                </a:lnTo>
                <a:lnTo>
                  <a:pt x="238125" y="61913"/>
                </a:lnTo>
                <a:lnTo>
                  <a:pt x="242888" y="57150"/>
                </a:lnTo>
                <a:lnTo>
                  <a:pt x="247650" y="52388"/>
                </a:lnTo>
                <a:lnTo>
                  <a:pt x="252413" y="47625"/>
                </a:lnTo>
                <a:lnTo>
                  <a:pt x="257175" y="42863"/>
                </a:lnTo>
                <a:lnTo>
                  <a:pt x="261938" y="38100"/>
                </a:lnTo>
                <a:lnTo>
                  <a:pt x="266700" y="33338"/>
                </a:lnTo>
                <a:lnTo>
                  <a:pt x="271463" y="28575"/>
                </a:lnTo>
                <a:lnTo>
                  <a:pt x="276225" y="23813"/>
                </a:lnTo>
                <a:lnTo>
                  <a:pt x="280988" y="19050"/>
                </a:lnTo>
                <a:lnTo>
                  <a:pt x="290513" y="19050"/>
                </a:lnTo>
                <a:lnTo>
                  <a:pt x="295275" y="14288"/>
                </a:lnTo>
                <a:lnTo>
                  <a:pt x="300038" y="9525"/>
                </a:lnTo>
                <a:lnTo>
                  <a:pt x="309563" y="9525"/>
                </a:lnTo>
                <a:lnTo>
                  <a:pt x="314325" y="4763"/>
                </a:lnTo>
                <a:close/>
              </a:path>
            </a:pathLst>
          </a:custGeom>
          <a:solidFill xmlns:a="http://schemas.openxmlformats.org/drawingml/2006/main">
            <a:srgbClr val="CECECE"/>
          </a:solidFill>
          <a:ln xmlns:a="http://schemas.openxmlformats.org/drawingml/2006/main" w="0">
            <a:noFill/>
            <a:prstDash val="solid"/>
          </a:ln>
        </p:spPr>
      </p:sp>
      <p:sp>
        <p:nvSpPr>
          <p:cNvPr id="202" name="deep-skill-chaining-source-component-3-gradient-208-0">
            <a:extLst xmlns:a="http://schemas.openxmlformats.org/drawingml/2006/main">
              <a:ext uri="{FF2B5EF4-FFF2-40B4-BE49-F238E27FC236}">
                <a16:creationId xmlns:a16="http://schemas.microsoft.com/office/drawing/2014/main" id="{5B3284C6-1758-4ED4-8AE6-D6D26CDA7B7F}"/>
              </a:ext>
            </a:extLst>
          </p:cNvPr>
          <p:cNvSpPr>
            <a:spLocks xmlns:a="http://schemas.openxmlformats.org/drawingml/2006/main" noGrp="1"/>
          </p:cNvSpPr>
          <p:nvPr/>
        </p:nvSpPr>
        <p:spPr>
          <a:xfrm xmlns:a="http://schemas.openxmlformats.org/drawingml/2006/main" rot="0">
            <a:off x="9610725" y="1047750"/>
            <a:ext cx="790575" cy="800100"/>
          </a:xfrm>
          <a:custGeom xmlns:a="http://schemas.openxmlformats.org/drawingml/2006/main">
            <a:pathLst>
              <a:path w="790575" h="800100">
                <a:moveTo>
                  <a:pt x="381000" y="4763"/>
                </a:moveTo>
                <a:lnTo>
                  <a:pt x="385763" y="0"/>
                </a:lnTo>
                <a:lnTo>
                  <a:pt x="395288" y="0"/>
                </a:lnTo>
                <a:lnTo>
                  <a:pt x="404813" y="0"/>
                </a:lnTo>
                <a:lnTo>
                  <a:pt x="414338" y="0"/>
                </a:lnTo>
                <a:lnTo>
                  <a:pt x="423863" y="0"/>
                </a:lnTo>
                <a:lnTo>
                  <a:pt x="428625" y="4763"/>
                </a:lnTo>
                <a:lnTo>
                  <a:pt x="433388" y="9525"/>
                </a:lnTo>
                <a:lnTo>
                  <a:pt x="442913" y="9525"/>
                </a:lnTo>
                <a:lnTo>
                  <a:pt x="452438" y="9525"/>
                </a:lnTo>
                <a:lnTo>
                  <a:pt x="461963" y="9525"/>
                </a:lnTo>
                <a:lnTo>
                  <a:pt x="471488" y="9525"/>
                </a:lnTo>
                <a:lnTo>
                  <a:pt x="481013" y="9525"/>
                </a:lnTo>
                <a:lnTo>
                  <a:pt x="490538" y="9525"/>
                </a:lnTo>
                <a:lnTo>
                  <a:pt x="495300" y="14288"/>
                </a:lnTo>
                <a:lnTo>
                  <a:pt x="500063" y="19050"/>
                </a:lnTo>
                <a:lnTo>
                  <a:pt x="509588" y="19050"/>
                </a:lnTo>
                <a:lnTo>
                  <a:pt x="519113" y="19050"/>
                </a:lnTo>
                <a:lnTo>
                  <a:pt x="528638" y="19050"/>
                </a:lnTo>
                <a:lnTo>
                  <a:pt x="533400" y="23813"/>
                </a:lnTo>
                <a:lnTo>
                  <a:pt x="538163" y="28575"/>
                </a:lnTo>
                <a:lnTo>
                  <a:pt x="547688" y="28575"/>
                </a:lnTo>
                <a:lnTo>
                  <a:pt x="552450" y="33338"/>
                </a:lnTo>
                <a:lnTo>
                  <a:pt x="557213" y="38100"/>
                </a:lnTo>
                <a:lnTo>
                  <a:pt x="566738" y="38100"/>
                </a:lnTo>
                <a:lnTo>
                  <a:pt x="576263" y="38100"/>
                </a:lnTo>
                <a:lnTo>
                  <a:pt x="581025" y="42863"/>
                </a:lnTo>
                <a:lnTo>
                  <a:pt x="585788" y="47625"/>
                </a:lnTo>
                <a:lnTo>
                  <a:pt x="590550" y="52388"/>
                </a:lnTo>
                <a:lnTo>
                  <a:pt x="595313" y="57150"/>
                </a:lnTo>
                <a:lnTo>
                  <a:pt x="604838" y="57150"/>
                </a:lnTo>
                <a:lnTo>
                  <a:pt x="609600" y="61913"/>
                </a:lnTo>
                <a:lnTo>
                  <a:pt x="614363" y="66675"/>
                </a:lnTo>
                <a:lnTo>
                  <a:pt x="619125" y="71438"/>
                </a:lnTo>
                <a:lnTo>
                  <a:pt x="623888" y="76200"/>
                </a:lnTo>
                <a:lnTo>
                  <a:pt x="633413" y="76200"/>
                </a:lnTo>
                <a:lnTo>
                  <a:pt x="638175" y="80963"/>
                </a:lnTo>
                <a:lnTo>
                  <a:pt x="642938" y="85725"/>
                </a:lnTo>
                <a:lnTo>
                  <a:pt x="647700" y="90488"/>
                </a:lnTo>
                <a:lnTo>
                  <a:pt x="652463" y="95250"/>
                </a:lnTo>
                <a:lnTo>
                  <a:pt x="657225" y="100013"/>
                </a:lnTo>
                <a:lnTo>
                  <a:pt x="661988" y="104775"/>
                </a:lnTo>
                <a:lnTo>
                  <a:pt x="666750" y="109538"/>
                </a:lnTo>
                <a:lnTo>
                  <a:pt x="671513" y="114300"/>
                </a:lnTo>
                <a:lnTo>
                  <a:pt x="676275" y="119063"/>
                </a:lnTo>
                <a:lnTo>
                  <a:pt x="681038" y="123825"/>
                </a:lnTo>
                <a:lnTo>
                  <a:pt x="685800" y="128588"/>
                </a:lnTo>
                <a:lnTo>
                  <a:pt x="690563" y="133350"/>
                </a:lnTo>
                <a:lnTo>
                  <a:pt x="695325" y="138113"/>
                </a:lnTo>
                <a:lnTo>
                  <a:pt x="700088" y="142875"/>
                </a:lnTo>
                <a:lnTo>
                  <a:pt x="704850" y="147638"/>
                </a:lnTo>
                <a:lnTo>
                  <a:pt x="709613" y="152400"/>
                </a:lnTo>
                <a:lnTo>
                  <a:pt x="714375" y="157163"/>
                </a:lnTo>
                <a:lnTo>
                  <a:pt x="719138" y="161925"/>
                </a:lnTo>
                <a:lnTo>
                  <a:pt x="728663" y="161925"/>
                </a:lnTo>
                <a:lnTo>
                  <a:pt x="733425" y="166688"/>
                </a:lnTo>
                <a:lnTo>
                  <a:pt x="733425" y="176213"/>
                </a:lnTo>
                <a:lnTo>
                  <a:pt x="733425" y="185738"/>
                </a:lnTo>
                <a:lnTo>
                  <a:pt x="733425" y="195263"/>
                </a:lnTo>
                <a:lnTo>
                  <a:pt x="738188" y="200025"/>
                </a:lnTo>
                <a:lnTo>
                  <a:pt x="742950" y="204788"/>
                </a:lnTo>
                <a:lnTo>
                  <a:pt x="747713" y="209550"/>
                </a:lnTo>
                <a:lnTo>
                  <a:pt x="752475" y="214313"/>
                </a:lnTo>
                <a:lnTo>
                  <a:pt x="757238" y="219075"/>
                </a:lnTo>
                <a:lnTo>
                  <a:pt x="762000" y="223838"/>
                </a:lnTo>
                <a:lnTo>
                  <a:pt x="762000" y="233363"/>
                </a:lnTo>
                <a:lnTo>
                  <a:pt x="766763" y="238125"/>
                </a:lnTo>
                <a:lnTo>
                  <a:pt x="771525" y="242888"/>
                </a:lnTo>
                <a:lnTo>
                  <a:pt x="776288" y="247650"/>
                </a:lnTo>
                <a:lnTo>
                  <a:pt x="781050" y="252413"/>
                </a:lnTo>
                <a:lnTo>
                  <a:pt x="781050" y="261938"/>
                </a:lnTo>
                <a:lnTo>
                  <a:pt x="781050" y="271463"/>
                </a:lnTo>
                <a:lnTo>
                  <a:pt x="785813" y="276225"/>
                </a:lnTo>
                <a:lnTo>
                  <a:pt x="790575" y="280988"/>
                </a:lnTo>
                <a:lnTo>
                  <a:pt x="785813" y="285750"/>
                </a:lnTo>
                <a:lnTo>
                  <a:pt x="781050" y="290513"/>
                </a:lnTo>
                <a:lnTo>
                  <a:pt x="781050" y="300038"/>
                </a:lnTo>
                <a:lnTo>
                  <a:pt x="781050" y="309563"/>
                </a:lnTo>
                <a:lnTo>
                  <a:pt x="781050" y="319088"/>
                </a:lnTo>
                <a:lnTo>
                  <a:pt x="785813" y="323850"/>
                </a:lnTo>
                <a:lnTo>
                  <a:pt x="790575" y="328613"/>
                </a:lnTo>
                <a:lnTo>
                  <a:pt x="790575" y="338138"/>
                </a:lnTo>
                <a:lnTo>
                  <a:pt x="790575" y="347663"/>
                </a:lnTo>
                <a:lnTo>
                  <a:pt x="790575" y="357188"/>
                </a:lnTo>
                <a:lnTo>
                  <a:pt x="790575" y="366713"/>
                </a:lnTo>
                <a:lnTo>
                  <a:pt x="790575" y="376238"/>
                </a:lnTo>
                <a:lnTo>
                  <a:pt x="785813" y="381000"/>
                </a:lnTo>
                <a:lnTo>
                  <a:pt x="781050" y="385763"/>
                </a:lnTo>
                <a:lnTo>
                  <a:pt x="781050" y="395288"/>
                </a:lnTo>
                <a:lnTo>
                  <a:pt x="781050" y="404813"/>
                </a:lnTo>
                <a:lnTo>
                  <a:pt x="776288" y="409575"/>
                </a:lnTo>
                <a:lnTo>
                  <a:pt x="771525" y="414338"/>
                </a:lnTo>
                <a:lnTo>
                  <a:pt x="771525" y="423863"/>
                </a:lnTo>
                <a:lnTo>
                  <a:pt x="771525" y="433388"/>
                </a:lnTo>
                <a:lnTo>
                  <a:pt x="766763" y="438150"/>
                </a:lnTo>
                <a:lnTo>
                  <a:pt x="762000" y="442913"/>
                </a:lnTo>
                <a:lnTo>
                  <a:pt x="762000" y="452438"/>
                </a:lnTo>
                <a:lnTo>
                  <a:pt x="757238" y="457200"/>
                </a:lnTo>
                <a:lnTo>
                  <a:pt x="752475" y="461963"/>
                </a:lnTo>
                <a:lnTo>
                  <a:pt x="752475" y="471488"/>
                </a:lnTo>
                <a:lnTo>
                  <a:pt x="747713" y="476250"/>
                </a:lnTo>
                <a:lnTo>
                  <a:pt x="742950" y="481013"/>
                </a:lnTo>
                <a:lnTo>
                  <a:pt x="742950" y="490538"/>
                </a:lnTo>
                <a:lnTo>
                  <a:pt x="738188" y="495300"/>
                </a:lnTo>
                <a:lnTo>
                  <a:pt x="733425" y="500063"/>
                </a:lnTo>
                <a:lnTo>
                  <a:pt x="733425" y="509588"/>
                </a:lnTo>
                <a:lnTo>
                  <a:pt x="728663" y="514350"/>
                </a:lnTo>
                <a:lnTo>
                  <a:pt x="723900" y="519113"/>
                </a:lnTo>
                <a:lnTo>
                  <a:pt x="723900" y="528638"/>
                </a:lnTo>
                <a:lnTo>
                  <a:pt x="719138" y="533400"/>
                </a:lnTo>
                <a:lnTo>
                  <a:pt x="714375" y="538163"/>
                </a:lnTo>
                <a:lnTo>
                  <a:pt x="714375" y="547688"/>
                </a:lnTo>
                <a:lnTo>
                  <a:pt x="709613" y="552450"/>
                </a:lnTo>
                <a:lnTo>
                  <a:pt x="704850" y="557213"/>
                </a:lnTo>
                <a:lnTo>
                  <a:pt x="700088" y="561975"/>
                </a:lnTo>
                <a:lnTo>
                  <a:pt x="695325" y="566738"/>
                </a:lnTo>
                <a:lnTo>
                  <a:pt x="695325" y="576263"/>
                </a:lnTo>
                <a:lnTo>
                  <a:pt x="690563" y="581025"/>
                </a:lnTo>
                <a:lnTo>
                  <a:pt x="685800" y="585788"/>
                </a:lnTo>
                <a:lnTo>
                  <a:pt x="681038" y="590550"/>
                </a:lnTo>
                <a:lnTo>
                  <a:pt x="676275" y="595313"/>
                </a:lnTo>
                <a:lnTo>
                  <a:pt x="676275" y="604838"/>
                </a:lnTo>
                <a:lnTo>
                  <a:pt x="671513" y="609600"/>
                </a:lnTo>
                <a:lnTo>
                  <a:pt x="666750" y="614363"/>
                </a:lnTo>
                <a:lnTo>
                  <a:pt x="661988" y="619125"/>
                </a:lnTo>
                <a:lnTo>
                  <a:pt x="657225" y="623888"/>
                </a:lnTo>
                <a:lnTo>
                  <a:pt x="652463" y="628650"/>
                </a:lnTo>
                <a:lnTo>
                  <a:pt x="647700" y="633413"/>
                </a:lnTo>
                <a:lnTo>
                  <a:pt x="647700" y="642938"/>
                </a:lnTo>
                <a:lnTo>
                  <a:pt x="642938" y="647700"/>
                </a:lnTo>
                <a:lnTo>
                  <a:pt x="638175" y="652463"/>
                </a:lnTo>
                <a:lnTo>
                  <a:pt x="633413" y="657225"/>
                </a:lnTo>
                <a:lnTo>
                  <a:pt x="628650" y="661988"/>
                </a:lnTo>
                <a:lnTo>
                  <a:pt x="623888" y="666750"/>
                </a:lnTo>
                <a:lnTo>
                  <a:pt x="619125" y="671513"/>
                </a:lnTo>
                <a:lnTo>
                  <a:pt x="614363" y="676275"/>
                </a:lnTo>
                <a:lnTo>
                  <a:pt x="609600" y="681038"/>
                </a:lnTo>
                <a:lnTo>
                  <a:pt x="604838" y="685800"/>
                </a:lnTo>
                <a:lnTo>
                  <a:pt x="600075" y="690563"/>
                </a:lnTo>
                <a:lnTo>
                  <a:pt x="595313" y="695325"/>
                </a:lnTo>
                <a:lnTo>
                  <a:pt x="590550" y="700088"/>
                </a:lnTo>
                <a:lnTo>
                  <a:pt x="585788" y="704850"/>
                </a:lnTo>
                <a:lnTo>
                  <a:pt x="581025" y="709613"/>
                </a:lnTo>
                <a:lnTo>
                  <a:pt x="576263" y="714375"/>
                </a:lnTo>
                <a:lnTo>
                  <a:pt x="571500" y="719138"/>
                </a:lnTo>
                <a:lnTo>
                  <a:pt x="566738" y="723900"/>
                </a:lnTo>
                <a:lnTo>
                  <a:pt x="561975" y="728663"/>
                </a:lnTo>
                <a:lnTo>
                  <a:pt x="557213" y="733425"/>
                </a:lnTo>
                <a:lnTo>
                  <a:pt x="552450" y="738188"/>
                </a:lnTo>
                <a:lnTo>
                  <a:pt x="547688" y="742950"/>
                </a:lnTo>
                <a:lnTo>
                  <a:pt x="542925" y="747713"/>
                </a:lnTo>
                <a:lnTo>
                  <a:pt x="538163" y="752475"/>
                </a:lnTo>
                <a:lnTo>
                  <a:pt x="533400" y="757238"/>
                </a:lnTo>
                <a:lnTo>
                  <a:pt x="528638" y="762000"/>
                </a:lnTo>
                <a:lnTo>
                  <a:pt x="523875" y="766763"/>
                </a:lnTo>
                <a:lnTo>
                  <a:pt x="519113" y="771525"/>
                </a:lnTo>
                <a:lnTo>
                  <a:pt x="509588" y="771525"/>
                </a:lnTo>
                <a:lnTo>
                  <a:pt x="504825" y="776288"/>
                </a:lnTo>
                <a:lnTo>
                  <a:pt x="500063" y="781050"/>
                </a:lnTo>
                <a:lnTo>
                  <a:pt x="490538" y="781050"/>
                </a:lnTo>
                <a:lnTo>
                  <a:pt x="485775" y="785813"/>
                </a:lnTo>
                <a:lnTo>
                  <a:pt x="481013" y="790575"/>
                </a:lnTo>
                <a:lnTo>
                  <a:pt x="471488" y="790575"/>
                </a:lnTo>
                <a:lnTo>
                  <a:pt x="461963" y="790575"/>
                </a:lnTo>
                <a:lnTo>
                  <a:pt x="452438" y="790575"/>
                </a:lnTo>
                <a:lnTo>
                  <a:pt x="442913" y="790575"/>
                </a:lnTo>
                <a:lnTo>
                  <a:pt x="438150" y="795338"/>
                </a:lnTo>
                <a:lnTo>
                  <a:pt x="433388" y="800100"/>
                </a:lnTo>
                <a:lnTo>
                  <a:pt x="423863" y="800100"/>
                </a:lnTo>
                <a:lnTo>
                  <a:pt x="414338" y="800100"/>
                </a:lnTo>
                <a:lnTo>
                  <a:pt x="404813" y="800100"/>
                </a:lnTo>
                <a:lnTo>
                  <a:pt x="395288" y="800100"/>
                </a:lnTo>
                <a:lnTo>
                  <a:pt x="385763" y="800100"/>
                </a:lnTo>
                <a:lnTo>
                  <a:pt x="376238" y="800100"/>
                </a:lnTo>
                <a:lnTo>
                  <a:pt x="366713" y="800100"/>
                </a:lnTo>
                <a:lnTo>
                  <a:pt x="357188" y="800100"/>
                </a:lnTo>
                <a:lnTo>
                  <a:pt x="347663" y="800100"/>
                </a:lnTo>
                <a:lnTo>
                  <a:pt x="342900" y="795338"/>
                </a:lnTo>
                <a:lnTo>
                  <a:pt x="338138" y="790575"/>
                </a:lnTo>
                <a:lnTo>
                  <a:pt x="328613" y="790575"/>
                </a:lnTo>
                <a:lnTo>
                  <a:pt x="319088" y="790575"/>
                </a:lnTo>
                <a:lnTo>
                  <a:pt x="314325" y="785813"/>
                </a:lnTo>
                <a:lnTo>
                  <a:pt x="309563" y="781050"/>
                </a:lnTo>
                <a:lnTo>
                  <a:pt x="300038" y="781050"/>
                </a:lnTo>
                <a:lnTo>
                  <a:pt x="290513" y="781050"/>
                </a:lnTo>
                <a:lnTo>
                  <a:pt x="280988" y="781050"/>
                </a:lnTo>
                <a:lnTo>
                  <a:pt x="271463" y="781050"/>
                </a:lnTo>
                <a:lnTo>
                  <a:pt x="261938" y="781050"/>
                </a:lnTo>
                <a:lnTo>
                  <a:pt x="257175" y="776288"/>
                </a:lnTo>
                <a:lnTo>
                  <a:pt x="252413" y="771525"/>
                </a:lnTo>
                <a:lnTo>
                  <a:pt x="247650" y="766763"/>
                </a:lnTo>
                <a:lnTo>
                  <a:pt x="242888" y="762000"/>
                </a:lnTo>
                <a:lnTo>
                  <a:pt x="233363" y="762000"/>
                </a:lnTo>
                <a:lnTo>
                  <a:pt x="228600" y="757238"/>
                </a:lnTo>
                <a:lnTo>
                  <a:pt x="223838" y="752475"/>
                </a:lnTo>
                <a:lnTo>
                  <a:pt x="214313" y="752475"/>
                </a:lnTo>
                <a:lnTo>
                  <a:pt x="204788" y="752475"/>
                </a:lnTo>
                <a:lnTo>
                  <a:pt x="200025" y="747713"/>
                </a:lnTo>
                <a:lnTo>
                  <a:pt x="195263" y="742950"/>
                </a:lnTo>
                <a:lnTo>
                  <a:pt x="190500" y="738188"/>
                </a:lnTo>
                <a:lnTo>
                  <a:pt x="185738" y="733425"/>
                </a:lnTo>
                <a:lnTo>
                  <a:pt x="180975" y="728663"/>
                </a:lnTo>
                <a:lnTo>
                  <a:pt x="176213" y="723900"/>
                </a:lnTo>
                <a:lnTo>
                  <a:pt x="171450" y="719138"/>
                </a:lnTo>
                <a:lnTo>
                  <a:pt x="166688" y="714375"/>
                </a:lnTo>
                <a:lnTo>
                  <a:pt x="161925" y="709613"/>
                </a:lnTo>
                <a:lnTo>
                  <a:pt x="157163" y="704850"/>
                </a:lnTo>
                <a:lnTo>
                  <a:pt x="152400" y="700088"/>
                </a:lnTo>
                <a:lnTo>
                  <a:pt x="147638" y="695325"/>
                </a:lnTo>
                <a:lnTo>
                  <a:pt x="142875" y="690563"/>
                </a:lnTo>
                <a:lnTo>
                  <a:pt x="138113" y="685800"/>
                </a:lnTo>
                <a:lnTo>
                  <a:pt x="133350" y="681038"/>
                </a:lnTo>
                <a:lnTo>
                  <a:pt x="128588" y="676275"/>
                </a:lnTo>
                <a:lnTo>
                  <a:pt x="123825" y="671513"/>
                </a:lnTo>
                <a:lnTo>
                  <a:pt x="119063" y="666750"/>
                </a:lnTo>
                <a:lnTo>
                  <a:pt x="114300" y="661988"/>
                </a:lnTo>
                <a:lnTo>
                  <a:pt x="109538" y="657225"/>
                </a:lnTo>
                <a:lnTo>
                  <a:pt x="104775" y="652463"/>
                </a:lnTo>
                <a:lnTo>
                  <a:pt x="100013" y="647700"/>
                </a:lnTo>
                <a:lnTo>
                  <a:pt x="90488" y="647700"/>
                </a:lnTo>
                <a:lnTo>
                  <a:pt x="85725" y="642938"/>
                </a:lnTo>
                <a:lnTo>
                  <a:pt x="80963" y="638175"/>
                </a:lnTo>
                <a:lnTo>
                  <a:pt x="76200" y="633413"/>
                </a:lnTo>
                <a:lnTo>
                  <a:pt x="71438" y="628650"/>
                </a:lnTo>
                <a:lnTo>
                  <a:pt x="61913" y="628650"/>
                </a:lnTo>
                <a:lnTo>
                  <a:pt x="57150" y="623888"/>
                </a:lnTo>
                <a:lnTo>
                  <a:pt x="57150" y="614363"/>
                </a:lnTo>
                <a:lnTo>
                  <a:pt x="57150" y="604838"/>
                </a:lnTo>
                <a:lnTo>
                  <a:pt x="52388" y="600075"/>
                </a:lnTo>
                <a:lnTo>
                  <a:pt x="47625" y="595313"/>
                </a:lnTo>
                <a:lnTo>
                  <a:pt x="47625" y="585788"/>
                </a:lnTo>
                <a:lnTo>
                  <a:pt x="42863" y="581025"/>
                </a:lnTo>
                <a:lnTo>
                  <a:pt x="38100" y="576263"/>
                </a:lnTo>
                <a:lnTo>
                  <a:pt x="33338" y="571500"/>
                </a:lnTo>
                <a:lnTo>
                  <a:pt x="28575" y="566738"/>
                </a:lnTo>
                <a:lnTo>
                  <a:pt x="28575" y="557213"/>
                </a:lnTo>
                <a:lnTo>
                  <a:pt x="23813" y="552450"/>
                </a:lnTo>
                <a:lnTo>
                  <a:pt x="19050" y="547688"/>
                </a:lnTo>
                <a:lnTo>
                  <a:pt x="19050" y="538163"/>
                </a:lnTo>
                <a:lnTo>
                  <a:pt x="19050" y="528638"/>
                </a:lnTo>
                <a:lnTo>
                  <a:pt x="19050" y="519113"/>
                </a:lnTo>
                <a:lnTo>
                  <a:pt x="19050" y="509588"/>
                </a:lnTo>
                <a:lnTo>
                  <a:pt x="19050" y="500063"/>
                </a:lnTo>
                <a:lnTo>
                  <a:pt x="19050" y="490538"/>
                </a:lnTo>
                <a:lnTo>
                  <a:pt x="14288" y="485775"/>
                </a:lnTo>
                <a:lnTo>
                  <a:pt x="9525" y="481013"/>
                </a:lnTo>
                <a:lnTo>
                  <a:pt x="9525" y="471488"/>
                </a:lnTo>
                <a:lnTo>
                  <a:pt x="4763" y="466725"/>
                </a:lnTo>
                <a:lnTo>
                  <a:pt x="0" y="461963"/>
                </a:lnTo>
                <a:lnTo>
                  <a:pt x="0" y="452438"/>
                </a:lnTo>
                <a:lnTo>
                  <a:pt x="0" y="442913"/>
                </a:lnTo>
                <a:lnTo>
                  <a:pt x="0" y="433388"/>
                </a:lnTo>
                <a:lnTo>
                  <a:pt x="4763" y="428625"/>
                </a:lnTo>
                <a:lnTo>
                  <a:pt x="9525" y="423863"/>
                </a:lnTo>
                <a:lnTo>
                  <a:pt x="9525" y="414338"/>
                </a:lnTo>
                <a:lnTo>
                  <a:pt x="9525" y="404813"/>
                </a:lnTo>
                <a:lnTo>
                  <a:pt x="9525" y="395288"/>
                </a:lnTo>
                <a:lnTo>
                  <a:pt x="14288" y="390525"/>
                </a:lnTo>
                <a:lnTo>
                  <a:pt x="19050" y="385763"/>
                </a:lnTo>
                <a:lnTo>
                  <a:pt x="19050" y="376238"/>
                </a:lnTo>
                <a:lnTo>
                  <a:pt x="23813" y="371475"/>
                </a:lnTo>
                <a:lnTo>
                  <a:pt x="28575" y="366713"/>
                </a:lnTo>
                <a:lnTo>
                  <a:pt x="28575" y="357188"/>
                </a:lnTo>
                <a:lnTo>
                  <a:pt x="28575" y="347663"/>
                </a:lnTo>
                <a:lnTo>
                  <a:pt x="33338" y="342900"/>
                </a:lnTo>
                <a:lnTo>
                  <a:pt x="38100" y="338138"/>
                </a:lnTo>
                <a:lnTo>
                  <a:pt x="38100" y="328613"/>
                </a:lnTo>
                <a:lnTo>
                  <a:pt x="38100" y="319088"/>
                </a:lnTo>
                <a:lnTo>
                  <a:pt x="42863" y="314325"/>
                </a:lnTo>
                <a:lnTo>
                  <a:pt x="47625" y="309563"/>
                </a:lnTo>
                <a:lnTo>
                  <a:pt x="47625" y="300038"/>
                </a:lnTo>
                <a:lnTo>
                  <a:pt x="52388" y="295275"/>
                </a:lnTo>
                <a:lnTo>
                  <a:pt x="57150" y="290513"/>
                </a:lnTo>
                <a:lnTo>
                  <a:pt x="57150" y="280988"/>
                </a:lnTo>
                <a:lnTo>
                  <a:pt x="61913" y="276225"/>
                </a:lnTo>
                <a:lnTo>
                  <a:pt x="66675" y="271463"/>
                </a:lnTo>
                <a:lnTo>
                  <a:pt x="66675" y="261938"/>
                </a:lnTo>
                <a:lnTo>
                  <a:pt x="71438" y="257175"/>
                </a:lnTo>
                <a:lnTo>
                  <a:pt x="76200" y="252413"/>
                </a:lnTo>
                <a:lnTo>
                  <a:pt x="80963" y="247650"/>
                </a:lnTo>
                <a:lnTo>
                  <a:pt x="85725" y="242888"/>
                </a:lnTo>
                <a:lnTo>
                  <a:pt x="85725" y="233363"/>
                </a:lnTo>
                <a:lnTo>
                  <a:pt x="90488" y="228600"/>
                </a:lnTo>
                <a:lnTo>
                  <a:pt x="95250" y="223838"/>
                </a:lnTo>
                <a:lnTo>
                  <a:pt x="95250" y="214313"/>
                </a:lnTo>
                <a:lnTo>
                  <a:pt x="100013" y="209550"/>
                </a:lnTo>
                <a:lnTo>
                  <a:pt x="104775" y="204788"/>
                </a:lnTo>
                <a:lnTo>
                  <a:pt x="109538" y="200025"/>
                </a:lnTo>
                <a:lnTo>
                  <a:pt x="114300" y="195263"/>
                </a:lnTo>
                <a:lnTo>
                  <a:pt x="114300" y="185738"/>
                </a:lnTo>
                <a:lnTo>
                  <a:pt x="119063" y="180975"/>
                </a:lnTo>
                <a:lnTo>
                  <a:pt x="123825" y="176213"/>
                </a:lnTo>
                <a:lnTo>
                  <a:pt x="128588" y="171450"/>
                </a:lnTo>
                <a:lnTo>
                  <a:pt x="133350" y="166688"/>
                </a:lnTo>
                <a:lnTo>
                  <a:pt x="133350" y="157163"/>
                </a:lnTo>
                <a:lnTo>
                  <a:pt x="138113" y="152400"/>
                </a:lnTo>
                <a:lnTo>
                  <a:pt x="142875" y="147638"/>
                </a:lnTo>
                <a:lnTo>
                  <a:pt x="147638" y="142875"/>
                </a:lnTo>
                <a:lnTo>
                  <a:pt x="152400" y="138113"/>
                </a:lnTo>
                <a:lnTo>
                  <a:pt x="157163" y="133350"/>
                </a:lnTo>
                <a:lnTo>
                  <a:pt x="161925" y="128588"/>
                </a:lnTo>
                <a:lnTo>
                  <a:pt x="161925" y="119063"/>
                </a:lnTo>
                <a:lnTo>
                  <a:pt x="166688" y="114300"/>
                </a:lnTo>
                <a:lnTo>
                  <a:pt x="171450" y="109538"/>
                </a:lnTo>
                <a:lnTo>
                  <a:pt x="176213" y="104775"/>
                </a:lnTo>
                <a:lnTo>
                  <a:pt x="180975" y="100013"/>
                </a:lnTo>
                <a:lnTo>
                  <a:pt x="185738" y="95250"/>
                </a:lnTo>
                <a:lnTo>
                  <a:pt x="190500" y="90488"/>
                </a:lnTo>
                <a:lnTo>
                  <a:pt x="195263" y="85725"/>
                </a:lnTo>
                <a:lnTo>
                  <a:pt x="200025" y="80963"/>
                </a:lnTo>
                <a:lnTo>
                  <a:pt x="204788" y="76200"/>
                </a:lnTo>
                <a:lnTo>
                  <a:pt x="209550" y="71438"/>
                </a:lnTo>
                <a:lnTo>
                  <a:pt x="214313" y="66675"/>
                </a:lnTo>
                <a:lnTo>
                  <a:pt x="219075" y="61913"/>
                </a:lnTo>
                <a:lnTo>
                  <a:pt x="223838" y="57150"/>
                </a:lnTo>
                <a:lnTo>
                  <a:pt x="228600" y="52388"/>
                </a:lnTo>
                <a:lnTo>
                  <a:pt x="233363" y="47625"/>
                </a:lnTo>
                <a:lnTo>
                  <a:pt x="238125" y="42863"/>
                </a:lnTo>
                <a:lnTo>
                  <a:pt x="242888" y="38100"/>
                </a:lnTo>
                <a:lnTo>
                  <a:pt x="252413" y="38100"/>
                </a:lnTo>
                <a:lnTo>
                  <a:pt x="257175" y="33338"/>
                </a:lnTo>
                <a:lnTo>
                  <a:pt x="261938" y="28575"/>
                </a:lnTo>
                <a:lnTo>
                  <a:pt x="266700" y="23813"/>
                </a:lnTo>
                <a:lnTo>
                  <a:pt x="271463" y="19050"/>
                </a:lnTo>
                <a:lnTo>
                  <a:pt x="280988" y="19050"/>
                </a:lnTo>
                <a:lnTo>
                  <a:pt x="290513" y="19050"/>
                </a:lnTo>
                <a:lnTo>
                  <a:pt x="295275" y="14288"/>
                </a:lnTo>
                <a:lnTo>
                  <a:pt x="300038" y="9525"/>
                </a:lnTo>
                <a:lnTo>
                  <a:pt x="309563" y="9525"/>
                </a:lnTo>
                <a:lnTo>
                  <a:pt x="319088" y="9525"/>
                </a:lnTo>
                <a:lnTo>
                  <a:pt x="328613" y="9525"/>
                </a:lnTo>
                <a:lnTo>
                  <a:pt x="338138" y="9525"/>
                </a:lnTo>
                <a:lnTo>
                  <a:pt x="347663" y="9525"/>
                </a:lnTo>
                <a:lnTo>
                  <a:pt x="357188" y="9525"/>
                </a:lnTo>
                <a:lnTo>
                  <a:pt x="366713" y="9525"/>
                </a:lnTo>
                <a:lnTo>
                  <a:pt x="376238" y="9525"/>
                </a:lnTo>
                <a:lnTo>
                  <a:pt x="381000" y="4763"/>
                </a:lnTo>
                <a:close/>
              </a:path>
            </a:pathLst>
          </a:custGeom>
          <a:solidFill xmlns:a="http://schemas.openxmlformats.org/drawingml/2006/main">
            <a:srgbClr val="D0D0D0"/>
          </a:solidFill>
          <a:ln xmlns:a="http://schemas.openxmlformats.org/drawingml/2006/main" w="0">
            <a:noFill/>
            <a:prstDash val="solid"/>
          </a:ln>
        </p:spPr>
      </p:sp>
      <p:sp>
        <p:nvSpPr>
          <p:cNvPr id="203" name="deep-skill-chaining-source-component-3-gradient-210-0">
            <a:extLst xmlns:a="http://schemas.openxmlformats.org/drawingml/2006/main">
              <a:ext uri="{FF2B5EF4-FFF2-40B4-BE49-F238E27FC236}">
                <a16:creationId xmlns:a16="http://schemas.microsoft.com/office/drawing/2014/main" id="{6E202D76-76C2-4B2C-89CA-7DF41ED15554}"/>
              </a:ext>
            </a:extLst>
          </p:cNvPr>
          <p:cNvSpPr>
            <a:spLocks xmlns:a="http://schemas.openxmlformats.org/drawingml/2006/main" noGrp="1"/>
          </p:cNvSpPr>
          <p:nvPr/>
        </p:nvSpPr>
        <p:spPr>
          <a:xfrm xmlns:a="http://schemas.openxmlformats.org/drawingml/2006/main" rot="0">
            <a:off x="9629775" y="1066800"/>
            <a:ext cx="762000" cy="762000"/>
          </a:xfrm>
          <a:custGeom xmlns:a="http://schemas.openxmlformats.org/drawingml/2006/main">
            <a:pathLst>
              <a:path w="762000" h="762000">
                <a:moveTo>
                  <a:pt x="295275" y="4763"/>
                </a:move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47675" y="4763"/>
                </a:lnTo>
                <a:lnTo>
                  <a:pt x="452438" y="9525"/>
                </a:lnTo>
                <a:lnTo>
                  <a:pt x="461963" y="9525"/>
                </a:lnTo>
                <a:lnTo>
                  <a:pt x="471488" y="9525"/>
                </a:lnTo>
                <a:lnTo>
                  <a:pt x="481013" y="9525"/>
                </a:lnTo>
                <a:lnTo>
                  <a:pt x="490538" y="9525"/>
                </a:lnTo>
                <a:lnTo>
                  <a:pt x="495300" y="14288"/>
                </a:lnTo>
                <a:lnTo>
                  <a:pt x="500063" y="19050"/>
                </a:lnTo>
                <a:lnTo>
                  <a:pt x="509588" y="19050"/>
                </a:lnTo>
                <a:lnTo>
                  <a:pt x="514350" y="23813"/>
                </a:lnTo>
                <a:lnTo>
                  <a:pt x="519113" y="28575"/>
                </a:lnTo>
                <a:lnTo>
                  <a:pt x="528638" y="28575"/>
                </a:lnTo>
                <a:lnTo>
                  <a:pt x="533400" y="33338"/>
                </a:lnTo>
                <a:lnTo>
                  <a:pt x="538163" y="38100"/>
                </a:lnTo>
                <a:lnTo>
                  <a:pt x="547688" y="38100"/>
                </a:lnTo>
                <a:lnTo>
                  <a:pt x="557213" y="38100"/>
                </a:lnTo>
                <a:lnTo>
                  <a:pt x="561975" y="42863"/>
                </a:lnTo>
                <a:lnTo>
                  <a:pt x="566738" y="47625"/>
                </a:lnTo>
                <a:lnTo>
                  <a:pt x="571500" y="52388"/>
                </a:lnTo>
                <a:lnTo>
                  <a:pt x="576263" y="57150"/>
                </a:lnTo>
                <a:lnTo>
                  <a:pt x="585788" y="57150"/>
                </a:lnTo>
                <a:lnTo>
                  <a:pt x="590550" y="61913"/>
                </a:lnTo>
                <a:lnTo>
                  <a:pt x="595313" y="66675"/>
                </a:lnTo>
                <a:lnTo>
                  <a:pt x="600075" y="71438"/>
                </a:lnTo>
                <a:lnTo>
                  <a:pt x="604838" y="76200"/>
                </a:lnTo>
                <a:lnTo>
                  <a:pt x="609600" y="80963"/>
                </a:lnTo>
                <a:lnTo>
                  <a:pt x="614363" y="85725"/>
                </a:lnTo>
                <a:lnTo>
                  <a:pt x="619125" y="90488"/>
                </a:lnTo>
                <a:lnTo>
                  <a:pt x="623888" y="95250"/>
                </a:lnTo>
                <a:lnTo>
                  <a:pt x="628650" y="100013"/>
                </a:lnTo>
                <a:lnTo>
                  <a:pt x="633413" y="104775"/>
                </a:lnTo>
                <a:lnTo>
                  <a:pt x="638175" y="109538"/>
                </a:lnTo>
                <a:lnTo>
                  <a:pt x="642938" y="114300"/>
                </a:lnTo>
                <a:lnTo>
                  <a:pt x="647700" y="119063"/>
                </a:lnTo>
                <a:lnTo>
                  <a:pt x="652463" y="123825"/>
                </a:lnTo>
                <a:lnTo>
                  <a:pt x="657225" y="128588"/>
                </a:lnTo>
                <a:lnTo>
                  <a:pt x="661988" y="133350"/>
                </a:lnTo>
                <a:lnTo>
                  <a:pt x="671513" y="133350"/>
                </a:lnTo>
                <a:lnTo>
                  <a:pt x="676275" y="138113"/>
                </a:lnTo>
                <a:lnTo>
                  <a:pt x="681038" y="142875"/>
                </a:lnTo>
                <a:lnTo>
                  <a:pt x="685800" y="147638"/>
                </a:lnTo>
                <a:lnTo>
                  <a:pt x="685800" y="157163"/>
                </a:lnTo>
                <a:lnTo>
                  <a:pt x="685800" y="166688"/>
                </a:lnTo>
                <a:lnTo>
                  <a:pt x="690563" y="171450"/>
                </a:lnTo>
                <a:lnTo>
                  <a:pt x="695325" y="176213"/>
                </a:lnTo>
                <a:lnTo>
                  <a:pt x="700088" y="180975"/>
                </a:lnTo>
                <a:lnTo>
                  <a:pt x="704850" y="185738"/>
                </a:lnTo>
                <a:lnTo>
                  <a:pt x="709613" y="190500"/>
                </a:lnTo>
                <a:lnTo>
                  <a:pt x="714375" y="195263"/>
                </a:lnTo>
                <a:lnTo>
                  <a:pt x="719138" y="200025"/>
                </a:lnTo>
                <a:lnTo>
                  <a:pt x="723900" y="204788"/>
                </a:lnTo>
                <a:lnTo>
                  <a:pt x="723900" y="214313"/>
                </a:lnTo>
                <a:lnTo>
                  <a:pt x="728663" y="219075"/>
                </a:lnTo>
                <a:lnTo>
                  <a:pt x="733425" y="223838"/>
                </a:lnTo>
                <a:lnTo>
                  <a:pt x="738188" y="228600"/>
                </a:lnTo>
                <a:lnTo>
                  <a:pt x="742950" y="233363"/>
                </a:lnTo>
                <a:lnTo>
                  <a:pt x="742950" y="242888"/>
                </a:lnTo>
                <a:lnTo>
                  <a:pt x="742950" y="252413"/>
                </a:lnTo>
                <a:lnTo>
                  <a:pt x="747713" y="257175"/>
                </a:lnTo>
                <a:lnTo>
                  <a:pt x="752475" y="261938"/>
                </a:lnTo>
                <a:lnTo>
                  <a:pt x="747713" y="266700"/>
                </a:lnTo>
                <a:lnTo>
                  <a:pt x="742950" y="271463"/>
                </a:lnTo>
                <a:lnTo>
                  <a:pt x="742950" y="280988"/>
                </a:lnTo>
                <a:lnTo>
                  <a:pt x="742950" y="290513"/>
                </a:lnTo>
                <a:lnTo>
                  <a:pt x="747713" y="295275"/>
                </a:lnTo>
                <a:lnTo>
                  <a:pt x="752475" y="300038"/>
                </a:lnTo>
                <a:lnTo>
                  <a:pt x="752475" y="309563"/>
                </a:lnTo>
                <a:lnTo>
                  <a:pt x="757238" y="314325"/>
                </a:lnTo>
                <a:lnTo>
                  <a:pt x="762000" y="319088"/>
                </a:lnTo>
                <a:lnTo>
                  <a:pt x="762000" y="328613"/>
                </a:lnTo>
                <a:lnTo>
                  <a:pt x="762000" y="338138"/>
                </a:lnTo>
                <a:lnTo>
                  <a:pt x="762000" y="347663"/>
                </a:lnTo>
                <a:lnTo>
                  <a:pt x="762000" y="357188"/>
                </a:lnTo>
                <a:lnTo>
                  <a:pt x="762000" y="366713"/>
                </a:lnTo>
                <a:lnTo>
                  <a:pt x="762000" y="376238"/>
                </a:lnTo>
                <a:lnTo>
                  <a:pt x="762000" y="385763"/>
                </a:lnTo>
                <a:lnTo>
                  <a:pt x="757238" y="390525"/>
                </a:lnTo>
                <a:lnTo>
                  <a:pt x="752475" y="395288"/>
                </a:lnTo>
                <a:lnTo>
                  <a:pt x="752475" y="404813"/>
                </a:lnTo>
                <a:lnTo>
                  <a:pt x="752475" y="414338"/>
                </a:lnTo>
                <a:lnTo>
                  <a:pt x="747713" y="419100"/>
                </a:lnTo>
                <a:lnTo>
                  <a:pt x="742950" y="423863"/>
                </a:lnTo>
                <a:lnTo>
                  <a:pt x="742950" y="433388"/>
                </a:lnTo>
                <a:lnTo>
                  <a:pt x="738188" y="438150"/>
                </a:lnTo>
                <a:lnTo>
                  <a:pt x="733425" y="442913"/>
                </a:lnTo>
                <a:lnTo>
                  <a:pt x="733425" y="452438"/>
                </a:lnTo>
                <a:lnTo>
                  <a:pt x="728663" y="457200"/>
                </a:lnTo>
                <a:lnTo>
                  <a:pt x="723900" y="461963"/>
                </a:lnTo>
                <a:lnTo>
                  <a:pt x="723900" y="471488"/>
                </a:lnTo>
                <a:lnTo>
                  <a:pt x="719138" y="476250"/>
                </a:lnTo>
                <a:lnTo>
                  <a:pt x="714375" y="481013"/>
                </a:lnTo>
                <a:lnTo>
                  <a:pt x="714375" y="490538"/>
                </a:lnTo>
                <a:lnTo>
                  <a:pt x="709613" y="495300"/>
                </a:lnTo>
                <a:lnTo>
                  <a:pt x="704850" y="500063"/>
                </a:lnTo>
                <a:lnTo>
                  <a:pt x="704850" y="509588"/>
                </a:lnTo>
                <a:lnTo>
                  <a:pt x="700088" y="514350"/>
                </a:lnTo>
                <a:lnTo>
                  <a:pt x="695325" y="519113"/>
                </a:lnTo>
                <a:lnTo>
                  <a:pt x="695325" y="528638"/>
                </a:lnTo>
                <a:lnTo>
                  <a:pt x="690563" y="533400"/>
                </a:lnTo>
                <a:lnTo>
                  <a:pt x="685800" y="538163"/>
                </a:lnTo>
                <a:lnTo>
                  <a:pt x="681038" y="542925"/>
                </a:lnTo>
                <a:lnTo>
                  <a:pt x="676275" y="547688"/>
                </a:lnTo>
                <a:lnTo>
                  <a:pt x="676275" y="557213"/>
                </a:lnTo>
                <a:lnTo>
                  <a:pt x="671513" y="561975"/>
                </a:lnTo>
                <a:lnTo>
                  <a:pt x="666750" y="566738"/>
                </a:lnTo>
                <a:lnTo>
                  <a:pt x="661988" y="571500"/>
                </a:lnTo>
                <a:lnTo>
                  <a:pt x="657225" y="576263"/>
                </a:lnTo>
                <a:lnTo>
                  <a:pt x="657225" y="585788"/>
                </a:lnTo>
                <a:lnTo>
                  <a:pt x="652463" y="590550"/>
                </a:lnTo>
                <a:lnTo>
                  <a:pt x="647700" y="595313"/>
                </a:lnTo>
                <a:lnTo>
                  <a:pt x="642938" y="600075"/>
                </a:lnTo>
                <a:lnTo>
                  <a:pt x="638175" y="604838"/>
                </a:lnTo>
                <a:lnTo>
                  <a:pt x="633413" y="609600"/>
                </a:lnTo>
                <a:lnTo>
                  <a:pt x="628650" y="614363"/>
                </a:lnTo>
                <a:lnTo>
                  <a:pt x="628650" y="623888"/>
                </a:lnTo>
                <a:lnTo>
                  <a:pt x="623888" y="628650"/>
                </a:lnTo>
                <a:lnTo>
                  <a:pt x="619125" y="633413"/>
                </a:lnTo>
                <a:lnTo>
                  <a:pt x="614363" y="638175"/>
                </a:lnTo>
                <a:lnTo>
                  <a:pt x="609600" y="642938"/>
                </a:lnTo>
                <a:lnTo>
                  <a:pt x="604838" y="647700"/>
                </a:lnTo>
                <a:lnTo>
                  <a:pt x="600075" y="652463"/>
                </a:lnTo>
                <a:lnTo>
                  <a:pt x="595313" y="657225"/>
                </a:lnTo>
                <a:lnTo>
                  <a:pt x="590550" y="661988"/>
                </a:lnTo>
                <a:lnTo>
                  <a:pt x="585788" y="666750"/>
                </a:lnTo>
                <a:lnTo>
                  <a:pt x="581025" y="671513"/>
                </a:lnTo>
                <a:lnTo>
                  <a:pt x="576263" y="676275"/>
                </a:lnTo>
                <a:lnTo>
                  <a:pt x="571500" y="681038"/>
                </a:lnTo>
                <a:lnTo>
                  <a:pt x="566738" y="685800"/>
                </a:lnTo>
                <a:lnTo>
                  <a:pt x="561975" y="690563"/>
                </a:lnTo>
                <a:lnTo>
                  <a:pt x="557213" y="695325"/>
                </a:lnTo>
                <a:lnTo>
                  <a:pt x="552450" y="700088"/>
                </a:lnTo>
                <a:lnTo>
                  <a:pt x="547688" y="704850"/>
                </a:lnTo>
                <a:lnTo>
                  <a:pt x="542925" y="709613"/>
                </a:lnTo>
                <a:lnTo>
                  <a:pt x="538163" y="714375"/>
                </a:lnTo>
                <a:lnTo>
                  <a:pt x="533400" y="719138"/>
                </a:lnTo>
                <a:lnTo>
                  <a:pt x="528638" y="723900"/>
                </a:lnTo>
                <a:lnTo>
                  <a:pt x="523875" y="728663"/>
                </a:lnTo>
                <a:lnTo>
                  <a:pt x="519113" y="733425"/>
                </a:lnTo>
                <a:lnTo>
                  <a:pt x="509588" y="733425"/>
                </a:lnTo>
                <a:lnTo>
                  <a:pt x="504825" y="738188"/>
                </a:lnTo>
                <a:lnTo>
                  <a:pt x="500063" y="742950"/>
                </a:lnTo>
                <a:lnTo>
                  <a:pt x="490538" y="742950"/>
                </a:lnTo>
                <a:lnTo>
                  <a:pt x="481013" y="742950"/>
                </a:lnTo>
                <a:lnTo>
                  <a:pt x="476250" y="747713"/>
                </a:lnTo>
                <a:lnTo>
                  <a:pt x="471488" y="752475"/>
                </a:lnTo>
                <a:lnTo>
                  <a:pt x="461963" y="752475"/>
                </a:lnTo>
                <a:lnTo>
                  <a:pt x="452438" y="752475"/>
                </a:lnTo>
                <a:lnTo>
                  <a:pt x="442913" y="752475"/>
                </a:lnTo>
                <a:lnTo>
                  <a:pt x="433388" y="752475"/>
                </a:lnTo>
                <a:lnTo>
                  <a:pt x="423863" y="752475"/>
                </a:lnTo>
                <a:lnTo>
                  <a:pt x="419100" y="757238"/>
                </a:lnTo>
                <a:lnTo>
                  <a:pt x="414338" y="762000"/>
                </a:lnTo>
                <a:lnTo>
                  <a:pt x="404813" y="762000"/>
                </a:lnTo>
                <a:lnTo>
                  <a:pt x="395288" y="762000"/>
                </a:lnTo>
                <a:lnTo>
                  <a:pt x="385763" y="762000"/>
                </a:lnTo>
                <a:lnTo>
                  <a:pt x="376238" y="762000"/>
                </a:lnTo>
                <a:lnTo>
                  <a:pt x="366713" y="762000"/>
                </a:lnTo>
                <a:lnTo>
                  <a:pt x="357188" y="762000"/>
                </a:lnTo>
                <a:lnTo>
                  <a:pt x="347663" y="762000"/>
                </a:lnTo>
                <a:lnTo>
                  <a:pt x="338138" y="762000"/>
                </a:lnTo>
                <a:lnTo>
                  <a:pt x="328613" y="762000"/>
                </a:lnTo>
                <a:lnTo>
                  <a:pt x="323850" y="757238"/>
                </a:lnTo>
                <a:lnTo>
                  <a:pt x="319088" y="752475"/>
                </a:lnTo>
                <a:lnTo>
                  <a:pt x="309563" y="752475"/>
                </a:lnTo>
                <a:lnTo>
                  <a:pt x="300038" y="752475"/>
                </a:lnTo>
                <a:lnTo>
                  <a:pt x="295275" y="747713"/>
                </a:lnTo>
                <a:lnTo>
                  <a:pt x="290513" y="742950"/>
                </a:lnTo>
                <a:lnTo>
                  <a:pt x="280988" y="742950"/>
                </a:lnTo>
                <a:lnTo>
                  <a:pt x="271463" y="742950"/>
                </a:lnTo>
                <a:lnTo>
                  <a:pt x="261938" y="742950"/>
                </a:lnTo>
                <a:lnTo>
                  <a:pt x="252413" y="742950"/>
                </a:lnTo>
                <a:lnTo>
                  <a:pt x="242888" y="742950"/>
                </a:lnTo>
                <a:lnTo>
                  <a:pt x="238125" y="738188"/>
                </a:lnTo>
                <a:lnTo>
                  <a:pt x="233363" y="733425"/>
                </a:lnTo>
                <a:lnTo>
                  <a:pt x="228600" y="728663"/>
                </a:lnTo>
                <a:lnTo>
                  <a:pt x="223838" y="723900"/>
                </a:lnTo>
                <a:lnTo>
                  <a:pt x="214313" y="723900"/>
                </a:lnTo>
                <a:lnTo>
                  <a:pt x="209550" y="719138"/>
                </a:lnTo>
                <a:lnTo>
                  <a:pt x="204788" y="714375"/>
                </a:lnTo>
                <a:lnTo>
                  <a:pt x="195263" y="714375"/>
                </a:lnTo>
                <a:lnTo>
                  <a:pt x="185738" y="714375"/>
                </a:lnTo>
                <a:lnTo>
                  <a:pt x="180975" y="709613"/>
                </a:lnTo>
                <a:lnTo>
                  <a:pt x="176213" y="704850"/>
                </a:lnTo>
                <a:lnTo>
                  <a:pt x="171450" y="700088"/>
                </a:lnTo>
                <a:lnTo>
                  <a:pt x="166688" y="695325"/>
                </a:lnTo>
                <a:lnTo>
                  <a:pt x="161925" y="690563"/>
                </a:lnTo>
                <a:lnTo>
                  <a:pt x="157163" y="685800"/>
                </a:lnTo>
                <a:lnTo>
                  <a:pt x="152400" y="681038"/>
                </a:lnTo>
                <a:lnTo>
                  <a:pt x="147638" y="676275"/>
                </a:lnTo>
                <a:lnTo>
                  <a:pt x="142875" y="671513"/>
                </a:lnTo>
                <a:lnTo>
                  <a:pt x="138113" y="666750"/>
                </a:lnTo>
                <a:lnTo>
                  <a:pt x="133350" y="661988"/>
                </a:lnTo>
                <a:lnTo>
                  <a:pt x="128588" y="657225"/>
                </a:lnTo>
                <a:lnTo>
                  <a:pt x="123825" y="652463"/>
                </a:lnTo>
                <a:lnTo>
                  <a:pt x="119063" y="647700"/>
                </a:lnTo>
                <a:lnTo>
                  <a:pt x="114300" y="642938"/>
                </a:lnTo>
                <a:lnTo>
                  <a:pt x="109538" y="638175"/>
                </a:lnTo>
                <a:lnTo>
                  <a:pt x="104775" y="633413"/>
                </a:lnTo>
                <a:lnTo>
                  <a:pt x="100013" y="628650"/>
                </a:lnTo>
                <a:lnTo>
                  <a:pt x="95250" y="623888"/>
                </a:lnTo>
                <a:lnTo>
                  <a:pt x="90488" y="619125"/>
                </a:lnTo>
                <a:lnTo>
                  <a:pt x="85725" y="614363"/>
                </a:lnTo>
                <a:lnTo>
                  <a:pt x="80963" y="609600"/>
                </a:lnTo>
                <a:lnTo>
                  <a:pt x="71438" y="609600"/>
                </a:lnTo>
                <a:lnTo>
                  <a:pt x="66675" y="604838"/>
                </a:lnTo>
                <a:lnTo>
                  <a:pt x="66675" y="595313"/>
                </a:lnTo>
                <a:lnTo>
                  <a:pt x="61913" y="590550"/>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3813" y="533400"/>
                </a:lnTo>
                <a:lnTo>
                  <a:pt x="19050" y="528638"/>
                </a:lnTo>
                <a:lnTo>
                  <a:pt x="19050" y="519113"/>
                </a:lnTo>
                <a:lnTo>
                  <a:pt x="19050" y="509588"/>
                </a:lnTo>
                <a:lnTo>
                  <a:pt x="19050" y="500063"/>
                </a:lnTo>
                <a:lnTo>
                  <a:pt x="23813" y="495300"/>
                </a:lnTo>
                <a:lnTo>
                  <a:pt x="28575" y="490538"/>
                </a:lnTo>
                <a:lnTo>
                  <a:pt x="23813" y="485775"/>
                </a:lnTo>
                <a:lnTo>
                  <a:pt x="19050" y="481013"/>
                </a:lnTo>
                <a:lnTo>
                  <a:pt x="19050" y="471488"/>
                </a:lnTo>
                <a:lnTo>
                  <a:pt x="14288" y="466725"/>
                </a:lnTo>
                <a:lnTo>
                  <a:pt x="9525" y="461963"/>
                </a:lnTo>
                <a:lnTo>
                  <a:pt x="9525" y="452438"/>
                </a:lnTo>
                <a:lnTo>
                  <a:pt x="4763" y="447675"/>
                </a:lnTo>
                <a:lnTo>
                  <a:pt x="0" y="442913"/>
                </a:lnTo>
                <a:lnTo>
                  <a:pt x="0" y="433388"/>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9525" y="338138"/>
                </a:lnTo>
                <a:lnTo>
                  <a:pt x="9525" y="328613"/>
                </a:lnTo>
                <a:lnTo>
                  <a:pt x="14288" y="323850"/>
                </a:lnTo>
                <a:lnTo>
                  <a:pt x="19050" y="319088"/>
                </a:lnTo>
                <a:lnTo>
                  <a:pt x="19050" y="309563"/>
                </a:lnTo>
                <a:lnTo>
                  <a:pt x="19050" y="300038"/>
                </a:lnTo>
                <a:lnTo>
                  <a:pt x="23813" y="295275"/>
                </a:lnTo>
                <a:lnTo>
                  <a:pt x="28575" y="290513"/>
                </a:lnTo>
                <a:lnTo>
                  <a:pt x="28575" y="280988"/>
                </a:lnTo>
                <a:lnTo>
                  <a:pt x="33338" y="276225"/>
                </a:lnTo>
                <a:lnTo>
                  <a:pt x="38100" y="271463"/>
                </a:lnTo>
                <a:lnTo>
                  <a:pt x="38100" y="261938"/>
                </a:lnTo>
                <a:lnTo>
                  <a:pt x="42863" y="257175"/>
                </a:lnTo>
                <a:lnTo>
                  <a:pt x="47625" y="252413"/>
                </a:lnTo>
                <a:lnTo>
                  <a:pt x="47625" y="242888"/>
                </a:lnTo>
                <a:lnTo>
                  <a:pt x="52388" y="238125"/>
                </a:lnTo>
                <a:lnTo>
                  <a:pt x="57150" y="233363"/>
                </a:lnTo>
                <a:lnTo>
                  <a:pt x="61913" y="228600"/>
                </a:lnTo>
                <a:lnTo>
                  <a:pt x="66675" y="223838"/>
                </a:lnTo>
                <a:lnTo>
                  <a:pt x="66675" y="214313"/>
                </a:lnTo>
                <a:lnTo>
                  <a:pt x="71438" y="209550"/>
                </a:lnTo>
                <a:lnTo>
                  <a:pt x="76200" y="204788"/>
                </a:lnTo>
                <a:lnTo>
                  <a:pt x="76200" y="195263"/>
                </a:lnTo>
                <a:lnTo>
                  <a:pt x="80963" y="190500"/>
                </a:lnTo>
                <a:lnTo>
                  <a:pt x="85725" y="185738"/>
                </a:lnTo>
                <a:lnTo>
                  <a:pt x="90488" y="180975"/>
                </a:lnTo>
                <a:lnTo>
                  <a:pt x="95250" y="176213"/>
                </a:lnTo>
                <a:lnTo>
                  <a:pt x="95250" y="166688"/>
                </a:lnTo>
                <a:lnTo>
                  <a:pt x="100013" y="161925"/>
                </a:lnTo>
                <a:lnTo>
                  <a:pt x="104775" y="157163"/>
                </a:lnTo>
                <a:lnTo>
                  <a:pt x="109538" y="152400"/>
                </a:lnTo>
                <a:lnTo>
                  <a:pt x="114300" y="147638"/>
                </a:lnTo>
                <a:lnTo>
                  <a:pt x="114300" y="138113"/>
                </a:lnTo>
                <a:lnTo>
                  <a:pt x="119063" y="133350"/>
                </a:lnTo>
                <a:lnTo>
                  <a:pt x="123825" y="128588"/>
                </a:lnTo>
                <a:lnTo>
                  <a:pt x="128588" y="123825"/>
                </a:lnTo>
                <a:lnTo>
                  <a:pt x="133350" y="119063"/>
                </a:lnTo>
                <a:lnTo>
                  <a:pt x="138113" y="114300"/>
                </a:lnTo>
                <a:lnTo>
                  <a:pt x="142875" y="109538"/>
                </a:lnTo>
                <a:lnTo>
                  <a:pt x="142875" y="100013"/>
                </a:lnTo>
                <a:lnTo>
                  <a:pt x="147638" y="95250"/>
                </a:lnTo>
                <a:lnTo>
                  <a:pt x="152400" y="90488"/>
                </a:lnTo>
                <a:lnTo>
                  <a:pt x="157163" y="85725"/>
                </a:lnTo>
                <a:lnTo>
                  <a:pt x="166688" y="85725"/>
                </a:lnTo>
                <a:lnTo>
                  <a:pt x="171450" y="80963"/>
                </a:lnTo>
                <a:lnTo>
                  <a:pt x="171450" y="71438"/>
                </a:lnTo>
                <a:lnTo>
                  <a:pt x="176213" y="66675"/>
                </a:lnTo>
                <a:lnTo>
                  <a:pt x="185738" y="66675"/>
                </a:lnTo>
                <a:lnTo>
                  <a:pt x="190500" y="61913"/>
                </a:lnTo>
                <a:lnTo>
                  <a:pt x="195263" y="57150"/>
                </a:lnTo>
                <a:lnTo>
                  <a:pt x="200025" y="52388"/>
                </a:lnTo>
                <a:lnTo>
                  <a:pt x="204788" y="47625"/>
                </a:lnTo>
                <a:lnTo>
                  <a:pt x="214313" y="47625"/>
                </a:lnTo>
                <a:lnTo>
                  <a:pt x="219075" y="42863"/>
                </a:lnTo>
                <a:lnTo>
                  <a:pt x="223838" y="38100"/>
                </a:lnTo>
                <a:lnTo>
                  <a:pt x="228600" y="33338"/>
                </a:lnTo>
                <a:lnTo>
                  <a:pt x="233363" y="28575"/>
                </a:lnTo>
                <a:lnTo>
                  <a:pt x="242888" y="28575"/>
                </a:lnTo>
                <a:lnTo>
                  <a:pt x="247650" y="23813"/>
                </a:lnTo>
                <a:lnTo>
                  <a:pt x="252413" y="19050"/>
                </a:lnTo>
                <a:lnTo>
                  <a:pt x="261938" y="19050"/>
                </a:lnTo>
                <a:lnTo>
                  <a:pt x="271463" y="19050"/>
                </a:lnTo>
                <a:lnTo>
                  <a:pt x="276225" y="14288"/>
                </a:lnTo>
                <a:lnTo>
                  <a:pt x="280988" y="9525"/>
                </a:lnTo>
                <a:lnTo>
                  <a:pt x="290513" y="9525"/>
                </a:lnTo>
                <a:lnTo>
                  <a:pt x="295275" y="4763"/>
                </a:lnTo>
                <a:close/>
              </a:path>
            </a:pathLst>
          </a:custGeom>
          <a:solidFill xmlns:a="http://schemas.openxmlformats.org/drawingml/2006/main">
            <a:srgbClr val="D2D2D2"/>
          </a:solidFill>
          <a:ln xmlns:a="http://schemas.openxmlformats.org/drawingml/2006/main" w="0">
            <a:noFill/>
            <a:prstDash val="solid"/>
          </a:ln>
        </p:spPr>
      </p:sp>
      <p:sp>
        <p:nvSpPr>
          <p:cNvPr id="204" name="deep-skill-chaining-source-component-3-gradient-212-0">
            <a:extLst xmlns:a="http://schemas.openxmlformats.org/drawingml/2006/main">
              <a:ext uri="{FF2B5EF4-FFF2-40B4-BE49-F238E27FC236}">
                <a16:creationId xmlns:a16="http://schemas.microsoft.com/office/drawing/2014/main" id="{26FB6C57-8CD1-4CB2-AD64-A4E4E9E98918}"/>
              </a:ext>
            </a:extLst>
          </p:cNvPr>
          <p:cNvSpPr>
            <a:spLocks xmlns:a="http://schemas.openxmlformats.org/drawingml/2006/main" noGrp="1"/>
          </p:cNvSpPr>
          <p:nvPr/>
        </p:nvSpPr>
        <p:spPr>
          <a:xfrm xmlns:a="http://schemas.openxmlformats.org/drawingml/2006/main" rot="0">
            <a:off x="9639300" y="1085850"/>
            <a:ext cx="742950" cy="733425"/>
          </a:xfrm>
          <a:custGeom xmlns:a="http://schemas.openxmlformats.org/drawingml/2006/main">
            <a:pathLst>
              <a:path w="742950" h="733425">
                <a:moveTo>
                  <a:pt x="323850" y="4763"/>
                </a:move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47675" y="4763"/>
                </a:lnTo>
                <a:lnTo>
                  <a:pt x="452438" y="9525"/>
                </a:lnTo>
                <a:lnTo>
                  <a:pt x="461963" y="9525"/>
                </a:lnTo>
                <a:lnTo>
                  <a:pt x="471488" y="9525"/>
                </a:lnTo>
                <a:lnTo>
                  <a:pt x="481013" y="9525"/>
                </a:lnTo>
                <a:lnTo>
                  <a:pt x="490538" y="9525"/>
                </a:lnTo>
                <a:lnTo>
                  <a:pt x="495300" y="14288"/>
                </a:lnTo>
                <a:lnTo>
                  <a:pt x="500063" y="19050"/>
                </a:lnTo>
                <a:lnTo>
                  <a:pt x="504825" y="23813"/>
                </a:lnTo>
                <a:lnTo>
                  <a:pt x="509588" y="28575"/>
                </a:lnTo>
                <a:lnTo>
                  <a:pt x="519113" y="28575"/>
                </a:lnTo>
                <a:lnTo>
                  <a:pt x="528638" y="28575"/>
                </a:lnTo>
                <a:lnTo>
                  <a:pt x="533400" y="33338"/>
                </a:lnTo>
                <a:lnTo>
                  <a:pt x="538163" y="38100"/>
                </a:lnTo>
                <a:lnTo>
                  <a:pt x="547688" y="38100"/>
                </a:lnTo>
                <a:lnTo>
                  <a:pt x="557213" y="38100"/>
                </a:lnTo>
                <a:lnTo>
                  <a:pt x="561975" y="42863"/>
                </a:lnTo>
                <a:lnTo>
                  <a:pt x="561975" y="52388"/>
                </a:lnTo>
                <a:lnTo>
                  <a:pt x="566738" y="57150"/>
                </a:lnTo>
                <a:lnTo>
                  <a:pt x="571500" y="61913"/>
                </a:lnTo>
                <a:lnTo>
                  <a:pt x="576263" y="66675"/>
                </a:lnTo>
                <a:lnTo>
                  <a:pt x="581025" y="71438"/>
                </a:lnTo>
                <a:lnTo>
                  <a:pt x="585788" y="76200"/>
                </a:lnTo>
                <a:lnTo>
                  <a:pt x="590550" y="80963"/>
                </a:lnTo>
                <a:lnTo>
                  <a:pt x="595313" y="85725"/>
                </a:lnTo>
                <a:lnTo>
                  <a:pt x="604838" y="85725"/>
                </a:lnTo>
                <a:lnTo>
                  <a:pt x="609600" y="90488"/>
                </a:lnTo>
                <a:lnTo>
                  <a:pt x="614363" y="95250"/>
                </a:lnTo>
                <a:lnTo>
                  <a:pt x="619125" y="100013"/>
                </a:lnTo>
                <a:lnTo>
                  <a:pt x="619125" y="109538"/>
                </a:lnTo>
                <a:lnTo>
                  <a:pt x="623888" y="114300"/>
                </a:lnTo>
                <a:lnTo>
                  <a:pt x="633413" y="114300"/>
                </a:lnTo>
                <a:lnTo>
                  <a:pt x="638175" y="119063"/>
                </a:lnTo>
                <a:lnTo>
                  <a:pt x="642938" y="123825"/>
                </a:lnTo>
                <a:lnTo>
                  <a:pt x="647700" y="128588"/>
                </a:lnTo>
                <a:lnTo>
                  <a:pt x="652463" y="133350"/>
                </a:lnTo>
                <a:lnTo>
                  <a:pt x="657225" y="138113"/>
                </a:lnTo>
                <a:lnTo>
                  <a:pt x="657225" y="147638"/>
                </a:lnTo>
                <a:lnTo>
                  <a:pt x="661988" y="152400"/>
                </a:lnTo>
                <a:lnTo>
                  <a:pt x="666750" y="157163"/>
                </a:lnTo>
                <a:lnTo>
                  <a:pt x="671513" y="161925"/>
                </a:lnTo>
                <a:lnTo>
                  <a:pt x="676275" y="166688"/>
                </a:lnTo>
                <a:lnTo>
                  <a:pt x="681038" y="171450"/>
                </a:lnTo>
                <a:lnTo>
                  <a:pt x="685800" y="176213"/>
                </a:lnTo>
                <a:lnTo>
                  <a:pt x="690563" y="180975"/>
                </a:lnTo>
                <a:lnTo>
                  <a:pt x="695325" y="185738"/>
                </a:lnTo>
                <a:lnTo>
                  <a:pt x="695325" y="195263"/>
                </a:lnTo>
                <a:lnTo>
                  <a:pt x="700088" y="200025"/>
                </a:lnTo>
                <a:lnTo>
                  <a:pt x="704850" y="204788"/>
                </a:lnTo>
                <a:lnTo>
                  <a:pt x="709613" y="209550"/>
                </a:lnTo>
                <a:lnTo>
                  <a:pt x="714375" y="214313"/>
                </a:lnTo>
                <a:lnTo>
                  <a:pt x="714375" y="223838"/>
                </a:lnTo>
                <a:lnTo>
                  <a:pt x="714375" y="233363"/>
                </a:lnTo>
                <a:lnTo>
                  <a:pt x="719138" y="238125"/>
                </a:lnTo>
                <a:lnTo>
                  <a:pt x="723900" y="242888"/>
                </a:lnTo>
                <a:lnTo>
                  <a:pt x="723900" y="252413"/>
                </a:lnTo>
                <a:lnTo>
                  <a:pt x="723900" y="261938"/>
                </a:lnTo>
                <a:lnTo>
                  <a:pt x="723900" y="271463"/>
                </a:lnTo>
                <a:lnTo>
                  <a:pt x="723900" y="280988"/>
                </a:lnTo>
                <a:lnTo>
                  <a:pt x="728663" y="285750"/>
                </a:lnTo>
                <a:lnTo>
                  <a:pt x="733425" y="290513"/>
                </a:lnTo>
                <a:lnTo>
                  <a:pt x="733425" y="300038"/>
                </a:lnTo>
                <a:lnTo>
                  <a:pt x="733425" y="309563"/>
                </a:lnTo>
                <a:lnTo>
                  <a:pt x="733425" y="319088"/>
                </a:lnTo>
                <a:lnTo>
                  <a:pt x="738188" y="323850"/>
                </a:lnTo>
                <a:lnTo>
                  <a:pt x="742950" y="328613"/>
                </a:lnTo>
                <a:lnTo>
                  <a:pt x="742950" y="338138"/>
                </a:lnTo>
                <a:lnTo>
                  <a:pt x="742950" y="347663"/>
                </a:lnTo>
                <a:lnTo>
                  <a:pt x="742950" y="357188"/>
                </a:lnTo>
                <a:lnTo>
                  <a:pt x="742950" y="366713"/>
                </a:lnTo>
                <a:lnTo>
                  <a:pt x="742950" y="376238"/>
                </a:lnTo>
                <a:lnTo>
                  <a:pt x="742950" y="385763"/>
                </a:lnTo>
                <a:lnTo>
                  <a:pt x="738188" y="390525"/>
                </a:lnTo>
                <a:lnTo>
                  <a:pt x="733425" y="395288"/>
                </a:lnTo>
                <a:lnTo>
                  <a:pt x="728663" y="400050"/>
                </a:lnTo>
                <a:lnTo>
                  <a:pt x="723900" y="404813"/>
                </a:lnTo>
                <a:lnTo>
                  <a:pt x="723900" y="414338"/>
                </a:lnTo>
                <a:lnTo>
                  <a:pt x="723900" y="423863"/>
                </a:lnTo>
                <a:lnTo>
                  <a:pt x="719138" y="428625"/>
                </a:lnTo>
                <a:lnTo>
                  <a:pt x="714375" y="433388"/>
                </a:lnTo>
                <a:lnTo>
                  <a:pt x="714375" y="442913"/>
                </a:lnTo>
                <a:lnTo>
                  <a:pt x="714375" y="452438"/>
                </a:lnTo>
                <a:lnTo>
                  <a:pt x="709613" y="457200"/>
                </a:lnTo>
                <a:lnTo>
                  <a:pt x="704850" y="461963"/>
                </a:lnTo>
                <a:lnTo>
                  <a:pt x="704850" y="471488"/>
                </a:lnTo>
                <a:lnTo>
                  <a:pt x="700088" y="476250"/>
                </a:lnTo>
                <a:lnTo>
                  <a:pt x="695325" y="481013"/>
                </a:lnTo>
                <a:lnTo>
                  <a:pt x="695325" y="490538"/>
                </a:lnTo>
                <a:lnTo>
                  <a:pt x="690563" y="495300"/>
                </a:lnTo>
                <a:lnTo>
                  <a:pt x="685800" y="500063"/>
                </a:lnTo>
                <a:lnTo>
                  <a:pt x="685800" y="509588"/>
                </a:lnTo>
                <a:lnTo>
                  <a:pt x="681038" y="514350"/>
                </a:lnTo>
                <a:lnTo>
                  <a:pt x="676275" y="519113"/>
                </a:lnTo>
                <a:lnTo>
                  <a:pt x="671513" y="523875"/>
                </a:lnTo>
                <a:lnTo>
                  <a:pt x="666750" y="528638"/>
                </a:lnTo>
                <a:lnTo>
                  <a:pt x="666750" y="538163"/>
                </a:lnTo>
                <a:lnTo>
                  <a:pt x="661988" y="542925"/>
                </a:lnTo>
                <a:lnTo>
                  <a:pt x="657225" y="547688"/>
                </a:lnTo>
                <a:lnTo>
                  <a:pt x="652463" y="552450"/>
                </a:lnTo>
                <a:lnTo>
                  <a:pt x="647700" y="557213"/>
                </a:lnTo>
                <a:lnTo>
                  <a:pt x="647700" y="566738"/>
                </a:lnTo>
                <a:lnTo>
                  <a:pt x="642938" y="571500"/>
                </a:lnTo>
                <a:lnTo>
                  <a:pt x="638175" y="576263"/>
                </a:lnTo>
                <a:lnTo>
                  <a:pt x="633413" y="581025"/>
                </a:lnTo>
                <a:lnTo>
                  <a:pt x="628650" y="585788"/>
                </a:lnTo>
                <a:lnTo>
                  <a:pt x="623888" y="590550"/>
                </a:lnTo>
                <a:lnTo>
                  <a:pt x="619125" y="595313"/>
                </a:lnTo>
                <a:lnTo>
                  <a:pt x="619125" y="604838"/>
                </a:lnTo>
                <a:lnTo>
                  <a:pt x="614363" y="609600"/>
                </a:lnTo>
                <a:lnTo>
                  <a:pt x="609600" y="614363"/>
                </a:lnTo>
                <a:lnTo>
                  <a:pt x="604838" y="619125"/>
                </a:lnTo>
                <a:lnTo>
                  <a:pt x="600075" y="623888"/>
                </a:lnTo>
                <a:lnTo>
                  <a:pt x="595313" y="628650"/>
                </a:lnTo>
                <a:lnTo>
                  <a:pt x="590550" y="633413"/>
                </a:lnTo>
                <a:lnTo>
                  <a:pt x="585788" y="638175"/>
                </a:lnTo>
                <a:lnTo>
                  <a:pt x="581025" y="642938"/>
                </a:lnTo>
                <a:lnTo>
                  <a:pt x="576263" y="647700"/>
                </a:lnTo>
                <a:lnTo>
                  <a:pt x="571500" y="652463"/>
                </a:lnTo>
                <a:lnTo>
                  <a:pt x="566738" y="657225"/>
                </a:lnTo>
                <a:lnTo>
                  <a:pt x="561975" y="661988"/>
                </a:lnTo>
                <a:lnTo>
                  <a:pt x="557213" y="666750"/>
                </a:lnTo>
                <a:lnTo>
                  <a:pt x="552450" y="671513"/>
                </a:lnTo>
                <a:lnTo>
                  <a:pt x="547688" y="676275"/>
                </a:lnTo>
                <a:lnTo>
                  <a:pt x="542925" y="681038"/>
                </a:lnTo>
                <a:lnTo>
                  <a:pt x="538163" y="685800"/>
                </a:lnTo>
                <a:lnTo>
                  <a:pt x="528638" y="685800"/>
                </a:lnTo>
                <a:lnTo>
                  <a:pt x="523875" y="690563"/>
                </a:lnTo>
                <a:lnTo>
                  <a:pt x="519113" y="695325"/>
                </a:lnTo>
                <a:lnTo>
                  <a:pt x="509588" y="695325"/>
                </a:lnTo>
                <a:lnTo>
                  <a:pt x="500063" y="695325"/>
                </a:lnTo>
                <a:lnTo>
                  <a:pt x="495300" y="700088"/>
                </a:lnTo>
                <a:lnTo>
                  <a:pt x="490538" y="704850"/>
                </a:lnTo>
                <a:lnTo>
                  <a:pt x="481013" y="704850"/>
                </a:lnTo>
                <a:lnTo>
                  <a:pt x="471488" y="704850"/>
                </a:lnTo>
                <a:lnTo>
                  <a:pt x="466725" y="709613"/>
                </a:lnTo>
                <a:lnTo>
                  <a:pt x="461963" y="714375"/>
                </a:lnTo>
                <a:lnTo>
                  <a:pt x="452438" y="714375"/>
                </a:lnTo>
                <a:lnTo>
                  <a:pt x="442913" y="714375"/>
                </a:lnTo>
                <a:lnTo>
                  <a:pt x="438150" y="719138"/>
                </a:lnTo>
                <a:lnTo>
                  <a:pt x="433388" y="723900"/>
                </a:lnTo>
                <a:lnTo>
                  <a:pt x="423863" y="723900"/>
                </a:lnTo>
                <a:lnTo>
                  <a:pt x="414338" y="723900"/>
                </a:lnTo>
                <a:lnTo>
                  <a:pt x="404813" y="723900"/>
                </a:lnTo>
                <a:lnTo>
                  <a:pt x="395288" y="723900"/>
                </a:lnTo>
                <a:lnTo>
                  <a:pt x="385763" y="723900"/>
                </a:lnTo>
                <a:lnTo>
                  <a:pt x="381000" y="728663"/>
                </a:lnTo>
                <a:lnTo>
                  <a:pt x="376238" y="733425"/>
                </a:lnTo>
                <a:lnTo>
                  <a:pt x="366713" y="733425"/>
                </a:lnTo>
                <a:lnTo>
                  <a:pt x="357188" y="733425"/>
                </a:lnTo>
                <a:lnTo>
                  <a:pt x="347663" y="733425"/>
                </a:lnTo>
                <a:lnTo>
                  <a:pt x="342900" y="728663"/>
                </a:lnTo>
                <a:lnTo>
                  <a:pt x="338138" y="723900"/>
                </a:lnTo>
                <a:lnTo>
                  <a:pt x="328613" y="723900"/>
                </a:lnTo>
                <a:lnTo>
                  <a:pt x="319088" y="723900"/>
                </a:lnTo>
                <a:lnTo>
                  <a:pt x="309563" y="723900"/>
                </a:lnTo>
                <a:lnTo>
                  <a:pt x="304800" y="719138"/>
                </a:lnTo>
                <a:lnTo>
                  <a:pt x="300038" y="714375"/>
                </a:lnTo>
                <a:lnTo>
                  <a:pt x="290513" y="714375"/>
                </a:lnTo>
                <a:lnTo>
                  <a:pt x="280988" y="714375"/>
                </a:lnTo>
                <a:lnTo>
                  <a:pt x="271463" y="714375"/>
                </a:lnTo>
                <a:lnTo>
                  <a:pt x="266700" y="709613"/>
                </a:lnTo>
                <a:lnTo>
                  <a:pt x="261938" y="704850"/>
                </a:lnTo>
                <a:lnTo>
                  <a:pt x="252413" y="704850"/>
                </a:lnTo>
                <a:lnTo>
                  <a:pt x="242888" y="704850"/>
                </a:lnTo>
                <a:lnTo>
                  <a:pt x="233363" y="704850"/>
                </a:lnTo>
                <a:lnTo>
                  <a:pt x="228600" y="700088"/>
                </a:lnTo>
                <a:lnTo>
                  <a:pt x="223838" y="695325"/>
                </a:lnTo>
                <a:lnTo>
                  <a:pt x="219075" y="690563"/>
                </a:lnTo>
                <a:lnTo>
                  <a:pt x="214313" y="685800"/>
                </a:lnTo>
                <a:lnTo>
                  <a:pt x="204788" y="685800"/>
                </a:lnTo>
                <a:lnTo>
                  <a:pt x="195263" y="685800"/>
                </a:lnTo>
                <a:lnTo>
                  <a:pt x="190500" y="681038"/>
                </a:lnTo>
                <a:lnTo>
                  <a:pt x="185738" y="676275"/>
                </a:lnTo>
                <a:lnTo>
                  <a:pt x="176213" y="676275"/>
                </a:lnTo>
                <a:lnTo>
                  <a:pt x="171450" y="671513"/>
                </a:lnTo>
                <a:lnTo>
                  <a:pt x="171450" y="661988"/>
                </a:lnTo>
                <a:lnTo>
                  <a:pt x="166688" y="657225"/>
                </a:lnTo>
                <a:lnTo>
                  <a:pt x="161925" y="652463"/>
                </a:lnTo>
                <a:lnTo>
                  <a:pt x="157163" y="647700"/>
                </a:lnTo>
                <a:lnTo>
                  <a:pt x="147638" y="647700"/>
                </a:lnTo>
                <a:lnTo>
                  <a:pt x="142875" y="642938"/>
                </a:lnTo>
                <a:lnTo>
                  <a:pt x="138113" y="638175"/>
                </a:lnTo>
                <a:lnTo>
                  <a:pt x="133350" y="633413"/>
                </a:lnTo>
                <a:lnTo>
                  <a:pt x="128588" y="628650"/>
                </a:lnTo>
                <a:lnTo>
                  <a:pt x="123825" y="623888"/>
                </a:lnTo>
                <a:lnTo>
                  <a:pt x="119063" y="619125"/>
                </a:lnTo>
                <a:lnTo>
                  <a:pt x="114300" y="614363"/>
                </a:lnTo>
                <a:lnTo>
                  <a:pt x="109538" y="609600"/>
                </a:lnTo>
                <a:lnTo>
                  <a:pt x="104775" y="604838"/>
                </a:lnTo>
                <a:lnTo>
                  <a:pt x="100013" y="600075"/>
                </a:lnTo>
                <a:lnTo>
                  <a:pt x="95250" y="595313"/>
                </a:lnTo>
                <a:lnTo>
                  <a:pt x="90488" y="590550"/>
                </a:lnTo>
                <a:lnTo>
                  <a:pt x="85725" y="585788"/>
                </a:lnTo>
                <a:lnTo>
                  <a:pt x="80963" y="581025"/>
                </a:lnTo>
                <a:lnTo>
                  <a:pt x="76200" y="576263"/>
                </a:lnTo>
                <a:lnTo>
                  <a:pt x="71438" y="571500"/>
                </a:lnTo>
                <a:lnTo>
                  <a:pt x="66675" y="566738"/>
                </a:lnTo>
                <a:lnTo>
                  <a:pt x="61913" y="561975"/>
                </a:lnTo>
                <a:lnTo>
                  <a:pt x="57150" y="557213"/>
                </a:lnTo>
                <a:lnTo>
                  <a:pt x="57150" y="547688"/>
                </a:lnTo>
                <a:lnTo>
                  <a:pt x="52388" y="542925"/>
                </a:lnTo>
                <a:lnTo>
                  <a:pt x="47625" y="538163"/>
                </a:lnTo>
                <a:lnTo>
                  <a:pt x="42863" y="533400"/>
                </a:lnTo>
                <a:lnTo>
                  <a:pt x="38100" y="528638"/>
                </a:lnTo>
                <a:lnTo>
                  <a:pt x="38100" y="519113"/>
                </a:lnTo>
                <a:lnTo>
                  <a:pt x="33338" y="514350"/>
                </a:lnTo>
                <a:lnTo>
                  <a:pt x="28575" y="509588"/>
                </a:lnTo>
                <a:lnTo>
                  <a:pt x="28575" y="500063"/>
                </a:lnTo>
                <a:lnTo>
                  <a:pt x="28575" y="490538"/>
                </a:lnTo>
                <a:lnTo>
                  <a:pt x="28575" y="481013"/>
                </a:lnTo>
                <a:lnTo>
                  <a:pt x="28575" y="471488"/>
                </a:lnTo>
                <a:lnTo>
                  <a:pt x="28575" y="461963"/>
                </a:lnTo>
                <a:lnTo>
                  <a:pt x="28575" y="452438"/>
                </a:lnTo>
                <a:lnTo>
                  <a:pt x="23813" y="447675"/>
                </a:lnTo>
                <a:lnTo>
                  <a:pt x="19050" y="442913"/>
                </a:lnTo>
                <a:lnTo>
                  <a:pt x="19050" y="433388"/>
                </a:lnTo>
                <a:lnTo>
                  <a:pt x="14288" y="428625"/>
                </a:lnTo>
                <a:lnTo>
                  <a:pt x="9525" y="423863"/>
                </a:lnTo>
                <a:lnTo>
                  <a:pt x="4763" y="419100"/>
                </a:lnTo>
                <a:lnTo>
                  <a:pt x="0" y="414338"/>
                </a:lnTo>
                <a:lnTo>
                  <a:pt x="0" y="404813"/>
                </a:lnTo>
                <a:lnTo>
                  <a:pt x="0" y="395288"/>
                </a:lnTo>
                <a:lnTo>
                  <a:pt x="0" y="385763"/>
                </a:lnTo>
                <a:lnTo>
                  <a:pt x="0" y="376238"/>
                </a:lnTo>
                <a:lnTo>
                  <a:pt x="0" y="366713"/>
                </a:lnTo>
                <a:lnTo>
                  <a:pt x="0" y="357188"/>
                </a:lnTo>
                <a:lnTo>
                  <a:pt x="4763" y="352425"/>
                </a:lnTo>
                <a:lnTo>
                  <a:pt x="9525" y="347663"/>
                </a:lnTo>
                <a:lnTo>
                  <a:pt x="14288" y="342900"/>
                </a:lnTo>
                <a:lnTo>
                  <a:pt x="19050" y="338138"/>
                </a:lnTo>
                <a:lnTo>
                  <a:pt x="19050" y="328613"/>
                </a:lnTo>
                <a:lnTo>
                  <a:pt x="19050" y="319088"/>
                </a:lnTo>
                <a:lnTo>
                  <a:pt x="14288" y="314325"/>
                </a:lnTo>
                <a:lnTo>
                  <a:pt x="9525" y="309563"/>
                </a:lnTo>
                <a:lnTo>
                  <a:pt x="9525" y="300038"/>
                </a:lnTo>
                <a:lnTo>
                  <a:pt x="9525" y="290513"/>
                </a:lnTo>
                <a:lnTo>
                  <a:pt x="9525" y="280988"/>
                </a:lnTo>
                <a:lnTo>
                  <a:pt x="14288" y="276225"/>
                </a:lnTo>
                <a:lnTo>
                  <a:pt x="23813" y="276225"/>
                </a:lnTo>
                <a:lnTo>
                  <a:pt x="28575" y="271463"/>
                </a:lnTo>
                <a:lnTo>
                  <a:pt x="23813" y="266700"/>
                </a:lnTo>
                <a:lnTo>
                  <a:pt x="19050" y="261938"/>
                </a:lnTo>
                <a:lnTo>
                  <a:pt x="23813" y="257175"/>
                </a:lnTo>
                <a:lnTo>
                  <a:pt x="28575" y="252413"/>
                </a:lnTo>
                <a:lnTo>
                  <a:pt x="28575" y="242888"/>
                </a:lnTo>
                <a:lnTo>
                  <a:pt x="33338" y="238125"/>
                </a:lnTo>
                <a:lnTo>
                  <a:pt x="42863" y="238125"/>
                </a:lnTo>
                <a:lnTo>
                  <a:pt x="47625" y="233363"/>
                </a:lnTo>
                <a:lnTo>
                  <a:pt x="47625" y="223838"/>
                </a:lnTo>
                <a:lnTo>
                  <a:pt x="47625" y="214313"/>
                </a:lnTo>
                <a:lnTo>
                  <a:pt x="52388" y="209550"/>
                </a:lnTo>
                <a:lnTo>
                  <a:pt x="57150" y="204788"/>
                </a:lnTo>
                <a:lnTo>
                  <a:pt x="61913" y="200025"/>
                </a:lnTo>
                <a:lnTo>
                  <a:pt x="66675" y="195263"/>
                </a:lnTo>
                <a:lnTo>
                  <a:pt x="66675" y="185738"/>
                </a:lnTo>
                <a:lnTo>
                  <a:pt x="66675" y="176213"/>
                </a:lnTo>
                <a:lnTo>
                  <a:pt x="71438" y="171450"/>
                </a:lnTo>
                <a:lnTo>
                  <a:pt x="76200" y="166688"/>
                </a:lnTo>
                <a:lnTo>
                  <a:pt x="80963" y="161925"/>
                </a:lnTo>
                <a:lnTo>
                  <a:pt x="85725" y="157163"/>
                </a:lnTo>
                <a:lnTo>
                  <a:pt x="90488" y="152400"/>
                </a:lnTo>
                <a:lnTo>
                  <a:pt x="95250" y="147638"/>
                </a:lnTo>
                <a:lnTo>
                  <a:pt x="95250" y="138113"/>
                </a:lnTo>
                <a:lnTo>
                  <a:pt x="100013" y="133350"/>
                </a:lnTo>
                <a:lnTo>
                  <a:pt x="104775" y="128588"/>
                </a:lnTo>
                <a:lnTo>
                  <a:pt x="104775" y="119063"/>
                </a:lnTo>
                <a:lnTo>
                  <a:pt x="109538" y="114300"/>
                </a:lnTo>
                <a:lnTo>
                  <a:pt x="114300" y="109538"/>
                </a:lnTo>
                <a:lnTo>
                  <a:pt x="119063" y="104775"/>
                </a:lnTo>
                <a:lnTo>
                  <a:pt x="123825" y="100013"/>
                </a:lnTo>
                <a:lnTo>
                  <a:pt x="128588" y="95250"/>
                </a:lnTo>
                <a:lnTo>
                  <a:pt x="138113" y="95250"/>
                </a:lnTo>
                <a:lnTo>
                  <a:pt x="142875" y="90488"/>
                </a:lnTo>
                <a:lnTo>
                  <a:pt x="142875" y="80963"/>
                </a:lnTo>
                <a:lnTo>
                  <a:pt x="147638" y="76200"/>
                </a:lnTo>
                <a:lnTo>
                  <a:pt x="157163" y="76200"/>
                </a:lnTo>
                <a:lnTo>
                  <a:pt x="161925" y="71438"/>
                </a:lnTo>
                <a:lnTo>
                  <a:pt x="166688" y="66675"/>
                </a:lnTo>
                <a:lnTo>
                  <a:pt x="176213" y="66675"/>
                </a:lnTo>
                <a:lnTo>
                  <a:pt x="180975" y="61913"/>
                </a:lnTo>
                <a:lnTo>
                  <a:pt x="185738" y="57150"/>
                </a:lnTo>
                <a:lnTo>
                  <a:pt x="190500" y="52388"/>
                </a:lnTo>
                <a:lnTo>
                  <a:pt x="195263" y="47625"/>
                </a:lnTo>
                <a:lnTo>
                  <a:pt x="200025" y="42863"/>
                </a:lnTo>
                <a:lnTo>
                  <a:pt x="204788" y="38100"/>
                </a:lnTo>
                <a:lnTo>
                  <a:pt x="214313" y="38100"/>
                </a:lnTo>
                <a:lnTo>
                  <a:pt x="223838" y="38100"/>
                </a:lnTo>
                <a:lnTo>
                  <a:pt x="228600" y="33338"/>
                </a:lnTo>
                <a:lnTo>
                  <a:pt x="233363" y="28575"/>
                </a:lnTo>
                <a:lnTo>
                  <a:pt x="238125" y="23813"/>
                </a:lnTo>
                <a:lnTo>
                  <a:pt x="242888" y="19050"/>
                </a:lnTo>
                <a:lnTo>
                  <a:pt x="252413" y="19050"/>
                </a:lnTo>
                <a:lnTo>
                  <a:pt x="257175" y="14288"/>
                </a:lnTo>
                <a:lnTo>
                  <a:pt x="261938" y="9525"/>
                </a:lnTo>
                <a:lnTo>
                  <a:pt x="271463" y="9525"/>
                </a:lnTo>
                <a:lnTo>
                  <a:pt x="280988" y="9525"/>
                </a:lnTo>
                <a:lnTo>
                  <a:pt x="290513" y="9525"/>
                </a:lnTo>
                <a:lnTo>
                  <a:pt x="300038" y="9525"/>
                </a:lnTo>
                <a:lnTo>
                  <a:pt x="309563" y="9525"/>
                </a:lnTo>
                <a:lnTo>
                  <a:pt x="319088" y="9525"/>
                </a:lnTo>
                <a:lnTo>
                  <a:pt x="323850" y="4763"/>
                </a:lnTo>
                <a:close/>
              </a:path>
            </a:pathLst>
          </a:custGeom>
          <a:solidFill xmlns:a="http://schemas.openxmlformats.org/drawingml/2006/main">
            <a:srgbClr val="D4D4D4"/>
          </a:solidFill>
          <a:ln xmlns:a="http://schemas.openxmlformats.org/drawingml/2006/main" w="0">
            <a:noFill/>
            <a:prstDash val="solid"/>
          </a:ln>
        </p:spPr>
      </p:sp>
      <p:sp>
        <p:nvSpPr>
          <p:cNvPr id="205" name="deep-skill-chaining-source-component-3-gradient-214-0">
            <a:extLst xmlns:a="http://schemas.openxmlformats.org/drawingml/2006/main">
              <a:ext uri="{FF2B5EF4-FFF2-40B4-BE49-F238E27FC236}">
                <a16:creationId xmlns:a16="http://schemas.microsoft.com/office/drawing/2014/main" id="{E694DCDC-4E4A-4735-8263-BD454161133C}"/>
              </a:ext>
            </a:extLst>
          </p:cNvPr>
          <p:cNvSpPr>
            <a:spLocks xmlns:a="http://schemas.openxmlformats.org/drawingml/2006/main" noGrp="1"/>
          </p:cNvSpPr>
          <p:nvPr/>
        </p:nvSpPr>
        <p:spPr>
          <a:xfrm xmlns:a="http://schemas.openxmlformats.org/drawingml/2006/main" rot="0">
            <a:off x="9667875" y="1095375"/>
            <a:ext cx="704850" cy="704850"/>
          </a:xfrm>
          <a:custGeom xmlns:a="http://schemas.openxmlformats.org/drawingml/2006/main">
            <a:pathLst>
              <a:path w="704850" h="704850">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09575" y="4763"/>
                </a:lnTo>
                <a:lnTo>
                  <a:pt x="414338" y="9525"/>
                </a:lnTo>
                <a:lnTo>
                  <a:pt x="419100" y="14288"/>
                </a:lnTo>
                <a:lnTo>
                  <a:pt x="423863" y="19050"/>
                </a:lnTo>
                <a:lnTo>
                  <a:pt x="433388" y="19050"/>
                </a:lnTo>
                <a:lnTo>
                  <a:pt x="442913" y="19050"/>
                </a:lnTo>
                <a:lnTo>
                  <a:pt x="452438" y="19050"/>
                </a:lnTo>
                <a:lnTo>
                  <a:pt x="457200" y="23813"/>
                </a:lnTo>
                <a:lnTo>
                  <a:pt x="461963" y="28575"/>
                </a:lnTo>
                <a:lnTo>
                  <a:pt x="471488" y="28575"/>
                </a:lnTo>
                <a:lnTo>
                  <a:pt x="481013" y="28575"/>
                </a:lnTo>
                <a:lnTo>
                  <a:pt x="490538" y="28575"/>
                </a:lnTo>
                <a:lnTo>
                  <a:pt x="495300" y="33338"/>
                </a:lnTo>
                <a:lnTo>
                  <a:pt x="500063" y="38100"/>
                </a:lnTo>
                <a:lnTo>
                  <a:pt x="504825" y="42863"/>
                </a:lnTo>
                <a:lnTo>
                  <a:pt x="509588" y="47625"/>
                </a:lnTo>
                <a:lnTo>
                  <a:pt x="514350" y="52388"/>
                </a:lnTo>
                <a:lnTo>
                  <a:pt x="519113" y="57150"/>
                </a:lnTo>
                <a:lnTo>
                  <a:pt x="523875" y="61913"/>
                </a:lnTo>
                <a:lnTo>
                  <a:pt x="528638" y="66675"/>
                </a:lnTo>
                <a:lnTo>
                  <a:pt x="533400" y="71438"/>
                </a:lnTo>
                <a:lnTo>
                  <a:pt x="538163" y="76200"/>
                </a:lnTo>
                <a:lnTo>
                  <a:pt x="547688" y="76200"/>
                </a:lnTo>
                <a:lnTo>
                  <a:pt x="552450" y="80963"/>
                </a:lnTo>
                <a:lnTo>
                  <a:pt x="557213" y="85725"/>
                </a:lnTo>
                <a:lnTo>
                  <a:pt x="566738" y="85725"/>
                </a:lnTo>
                <a:lnTo>
                  <a:pt x="571500" y="90488"/>
                </a:lnTo>
                <a:lnTo>
                  <a:pt x="571500" y="100013"/>
                </a:lnTo>
                <a:lnTo>
                  <a:pt x="576263" y="104775"/>
                </a:lnTo>
                <a:lnTo>
                  <a:pt x="581025" y="109538"/>
                </a:lnTo>
                <a:lnTo>
                  <a:pt x="585788" y="114300"/>
                </a:lnTo>
                <a:lnTo>
                  <a:pt x="590550" y="119063"/>
                </a:lnTo>
                <a:lnTo>
                  <a:pt x="595313" y="123825"/>
                </a:lnTo>
                <a:lnTo>
                  <a:pt x="600075" y="128588"/>
                </a:lnTo>
                <a:lnTo>
                  <a:pt x="604838" y="133350"/>
                </a:lnTo>
                <a:lnTo>
                  <a:pt x="609600" y="138113"/>
                </a:lnTo>
                <a:lnTo>
                  <a:pt x="614363" y="142875"/>
                </a:lnTo>
                <a:lnTo>
                  <a:pt x="619125" y="147638"/>
                </a:lnTo>
                <a:lnTo>
                  <a:pt x="619125" y="157163"/>
                </a:lnTo>
                <a:lnTo>
                  <a:pt x="623888" y="161925"/>
                </a:lnTo>
                <a:lnTo>
                  <a:pt x="633413" y="161925"/>
                </a:lnTo>
                <a:lnTo>
                  <a:pt x="638175" y="166688"/>
                </a:lnTo>
                <a:lnTo>
                  <a:pt x="642938" y="171450"/>
                </a:lnTo>
                <a:lnTo>
                  <a:pt x="647700" y="176213"/>
                </a:lnTo>
                <a:lnTo>
                  <a:pt x="647700" y="185738"/>
                </a:lnTo>
                <a:lnTo>
                  <a:pt x="652463" y="190500"/>
                </a:lnTo>
                <a:lnTo>
                  <a:pt x="657225" y="195263"/>
                </a:lnTo>
                <a:lnTo>
                  <a:pt x="661988" y="200025"/>
                </a:lnTo>
                <a:lnTo>
                  <a:pt x="666750" y="204788"/>
                </a:lnTo>
                <a:lnTo>
                  <a:pt x="666750" y="214313"/>
                </a:lnTo>
                <a:lnTo>
                  <a:pt x="666750" y="223838"/>
                </a:lnTo>
                <a:lnTo>
                  <a:pt x="671513" y="228600"/>
                </a:lnTo>
                <a:lnTo>
                  <a:pt x="676275" y="233363"/>
                </a:lnTo>
                <a:lnTo>
                  <a:pt x="676275" y="242888"/>
                </a:lnTo>
                <a:lnTo>
                  <a:pt x="676275" y="252413"/>
                </a:lnTo>
                <a:lnTo>
                  <a:pt x="676275" y="261938"/>
                </a:lnTo>
                <a:lnTo>
                  <a:pt x="676275" y="271463"/>
                </a:lnTo>
                <a:lnTo>
                  <a:pt x="681038" y="276225"/>
                </a:lnTo>
                <a:lnTo>
                  <a:pt x="685800" y="280988"/>
                </a:lnTo>
                <a:lnTo>
                  <a:pt x="690563" y="285750"/>
                </a:lnTo>
                <a:lnTo>
                  <a:pt x="695325" y="290513"/>
                </a:lnTo>
                <a:lnTo>
                  <a:pt x="695325" y="300038"/>
                </a:lnTo>
                <a:lnTo>
                  <a:pt x="695325" y="309563"/>
                </a:lnTo>
                <a:lnTo>
                  <a:pt x="695325" y="319088"/>
                </a:lnTo>
                <a:lnTo>
                  <a:pt x="695325" y="328613"/>
                </a:lnTo>
                <a:lnTo>
                  <a:pt x="695325" y="338138"/>
                </a:lnTo>
                <a:lnTo>
                  <a:pt x="695325" y="347663"/>
                </a:lnTo>
                <a:lnTo>
                  <a:pt x="695325" y="357188"/>
                </a:lnTo>
                <a:lnTo>
                  <a:pt x="695325" y="366713"/>
                </a:lnTo>
                <a:lnTo>
                  <a:pt x="700088" y="371475"/>
                </a:lnTo>
                <a:lnTo>
                  <a:pt x="704850" y="376238"/>
                </a:lnTo>
                <a:lnTo>
                  <a:pt x="700088" y="381000"/>
                </a:lnTo>
                <a:lnTo>
                  <a:pt x="695325" y="385763"/>
                </a:lnTo>
                <a:lnTo>
                  <a:pt x="690563" y="390525"/>
                </a:lnTo>
                <a:lnTo>
                  <a:pt x="685800" y="395288"/>
                </a:lnTo>
                <a:lnTo>
                  <a:pt x="685800" y="404813"/>
                </a:lnTo>
                <a:lnTo>
                  <a:pt x="685800" y="414338"/>
                </a:lnTo>
                <a:lnTo>
                  <a:pt x="681038" y="419100"/>
                </a:lnTo>
                <a:lnTo>
                  <a:pt x="676275" y="423863"/>
                </a:lnTo>
                <a:lnTo>
                  <a:pt x="676275" y="433388"/>
                </a:lnTo>
                <a:lnTo>
                  <a:pt x="676275" y="442913"/>
                </a:lnTo>
                <a:lnTo>
                  <a:pt x="676275" y="452438"/>
                </a:lnTo>
                <a:lnTo>
                  <a:pt x="676275" y="461963"/>
                </a:lnTo>
                <a:lnTo>
                  <a:pt x="671513" y="466725"/>
                </a:lnTo>
                <a:lnTo>
                  <a:pt x="666750" y="471488"/>
                </a:lnTo>
                <a:lnTo>
                  <a:pt x="666750" y="481013"/>
                </a:lnTo>
                <a:lnTo>
                  <a:pt x="661988" y="485775"/>
                </a:lnTo>
                <a:lnTo>
                  <a:pt x="657225" y="490538"/>
                </a:lnTo>
                <a:lnTo>
                  <a:pt x="657225" y="500063"/>
                </a:lnTo>
                <a:lnTo>
                  <a:pt x="652463" y="504825"/>
                </a:lnTo>
                <a:lnTo>
                  <a:pt x="647700" y="509588"/>
                </a:lnTo>
                <a:lnTo>
                  <a:pt x="642938" y="514350"/>
                </a:lnTo>
                <a:lnTo>
                  <a:pt x="638175" y="519113"/>
                </a:lnTo>
                <a:lnTo>
                  <a:pt x="638175" y="528638"/>
                </a:lnTo>
                <a:lnTo>
                  <a:pt x="633413" y="533400"/>
                </a:lnTo>
                <a:lnTo>
                  <a:pt x="628650" y="538163"/>
                </a:lnTo>
                <a:lnTo>
                  <a:pt x="623888" y="542925"/>
                </a:lnTo>
                <a:lnTo>
                  <a:pt x="619125" y="547688"/>
                </a:lnTo>
                <a:lnTo>
                  <a:pt x="619125" y="557213"/>
                </a:lnTo>
                <a:lnTo>
                  <a:pt x="614363" y="561975"/>
                </a:lnTo>
                <a:lnTo>
                  <a:pt x="609600" y="566738"/>
                </a:lnTo>
                <a:lnTo>
                  <a:pt x="604838" y="571500"/>
                </a:lnTo>
                <a:lnTo>
                  <a:pt x="600075" y="576263"/>
                </a:lnTo>
                <a:lnTo>
                  <a:pt x="595313" y="581025"/>
                </a:lnTo>
                <a:lnTo>
                  <a:pt x="590550" y="585788"/>
                </a:lnTo>
                <a:lnTo>
                  <a:pt x="590550" y="595313"/>
                </a:lnTo>
                <a:lnTo>
                  <a:pt x="585788" y="600075"/>
                </a:lnTo>
                <a:lnTo>
                  <a:pt x="581025" y="604838"/>
                </a:lnTo>
                <a:lnTo>
                  <a:pt x="576263" y="609600"/>
                </a:lnTo>
                <a:lnTo>
                  <a:pt x="571500" y="614363"/>
                </a:lnTo>
                <a:lnTo>
                  <a:pt x="566738" y="619125"/>
                </a:lnTo>
                <a:lnTo>
                  <a:pt x="557213" y="619125"/>
                </a:lnTo>
                <a:lnTo>
                  <a:pt x="552450" y="623888"/>
                </a:lnTo>
                <a:lnTo>
                  <a:pt x="552450" y="633413"/>
                </a:lnTo>
                <a:lnTo>
                  <a:pt x="547688" y="638175"/>
                </a:lnTo>
                <a:lnTo>
                  <a:pt x="538163" y="638175"/>
                </a:lnTo>
                <a:lnTo>
                  <a:pt x="528638" y="638175"/>
                </a:lnTo>
                <a:lnTo>
                  <a:pt x="523875" y="642938"/>
                </a:lnTo>
                <a:lnTo>
                  <a:pt x="519113" y="647700"/>
                </a:lnTo>
                <a:lnTo>
                  <a:pt x="514350" y="652463"/>
                </a:lnTo>
                <a:lnTo>
                  <a:pt x="509588" y="657225"/>
                </a:lnTo>
                <a:lnTo>
                  <a:pt x="504825" y="661988"/>
                </a:lnTo>
                <a:lnTo>
                  <a:pt x="500063" y="666750"/>
                </a:lnTo>
                <a:lnTo>
                  <a:pt x="490538" y="666750"/>
                </a:lnTo>
                <a:lnTo>
                  <a:pt x="485775" y="671513"/>
                </a:lnTo>
                <a:lnTo>
                  <a:pt x="481013" y="676275"/>
                </a:lnTo>
                <a:lnTo>
                  <a:pt x="471488" y="676275"/>
                </a:lnTo>
                <a:lnTo>
                  <a:pt x="461963" y="676275"/>
                </a:lnTo>
                <a:lnTo>
                  <a:pt x="452438" y="676275"/>
                </a:lnTo>
                <a:lnTo>
                  <a:pt x="447675" y="681038"/>
                </a:lnTo>
                <a:lnTo>
                  <a:pt x="442913" y="685800"/>
                </a:lnTo>
                <a:lnTo>
                  <a:pt x="433388" y="685800"/>
                </a:lnTo>
                <a:lnTo>
                  <a:pt x="423863" y="685800"/>
                </a:lnTo>
                <a:lnTo>
                  <a:pt x="414338" y="685800"/>
                </a:lnTo>
                <a:lnTo>
                  <a:pt x="409575" y="690563"/>
                </a:lnTo>
                <a:lnTo>
                  <a:pt x="404813" y="695325"/>
                </a:lnTo>
                <a:lnTo>
                  <a:pt x="395288" y="695325"/>
                </a:lnTo>
                <a:lnTo>
                  <a:pt x="385763" y="695325"/>
                </a:lnTo>
                <a:lnTo>
                  <a:pt x="376238" y="695325"/>
                </a:lnTo>
                <a:lnTo>
                  <a:pt x="366713" y="695325"/>
                </a:lnTo>
                <a:lnTo>
                  <a:pt x="357188" y="695325"/>
                </a:lnTo>
                <a:lnTo>
                  <a:pt x="352425" y="700088"/>
                </a:lnTo>
                <a:lnTo>
                  <a:pt x="347663" y="704850"/>
                </a:lnTo>
                <a:lnTo>
                  <a:pt x="338138" y="704850"/>
                </a:lnTo>
                <a:lnTo>
                  <a:pt x="328613" y="704850"/>
                </a:lnTo>
                <a:lnTo>
                  <a:pt x="319088" y="704850"/>
                </a:lnTo>
                <a:lnTo>
                  <a:pt x="314325" y="700088"/>
                </a:lnTo>
                <a:lnTo>
                  <a:pt x="309563" y="695325"/>
                </a:lnTo>
                <a:lnTo>
                  <a:pt x="300038" y="695325"/>
                </a:lnTo>
                <a:lnTo>
                  <a:pt x="290513" y="695325"/>
                </a:lnTo>
                <a:lnTo>
                  <a:pt x="280988" y="695325"/>
                </a:lnTo>
                <a:lnTo>
                  <a:pt x="271463" y="695325"/>
                </a:lnTo>
                <a:lnTo>
                  <a:pt x="261938" y="695325"/>
                </a:lnTo>
                <a:lnTo>
                  <a:pt x="257175" y="690563"/>
                </a:lnTo>
                <a:lnTo>
                  <a:pt x="252413" y="685800"/>
                </a:lnTo>
                <a:lnTo>
                  <a:pt x="242888" y="685800"/>
                </a:lnTo>
                <a:lnTo>
                  <a:pt x="233363" y="685800"/>
                </a:lnTo>
                <a:lnTo>
                  <a:pt x="228600" y="681038"/>
                </a:lnTo>
                <a:lnTo>
                  <a:pt x="223838" y="676275"/>
                </a:lnTo>
                <a:lnTo>
                  <a:pt x="214313" y="676275"/>
                </a:lnTo>
                <a:lnTo>
                  <a:pt x="204788" y="676275"/>
                </a:lnTo>
                <a:lnTo>
                  <a:pt x="200025" y="671513"/>
                </a:lnTo>
                <a:lnTo>
                  <a:pt x="195263" y="666750"/>
                </a:lnTo>
                <a:lnTo>
                  <a:pt x="185738" y="666750"/>
                </a:lnTo>
                <a:lnTo>
                  <a:pt x="176213" y="666750"/>
                </a:lnTo>
                <a:lnTo>
                  <a:pt x="171450" y="661988"/>
                </a:lnTo>
                <a:lnTo>
                  <a:pt x="166688" y="657225"/>
                </a:lnTo>
                <a:lnTo>
                  <a:pt x="161925" y="652463"/>
                </a:lnTo>
                <a:lnTo>
                  <a:pt x="157163" y="647700"/>
                </a:lnTo>
                <a:lnTo>
                  <a:pt x="152400" y="642938"/>
                </a:lnTo>
                <a:lnTo>
                  <a:pt x="147638" y="638175"/>
                </a:lnTo>
                <a:lnTo>
                  <a:pt x="142875" y="633413"/>
                </a:lnTo>
                <a:lnTo>
                  <a:pt x="138113" y="628650"/>
                </a:lnTo>
                <a:lnTo>
                  <a:pt x="133350" y="623888"/>
                </a:lnTo>
                <a:lnTo>
                  <a:pt x="128588" y="619125"/>
                </a:lnTo>
                <a:lnTo>
                  <a:pt x="119063" y="619125"/>
                </a:lnTo>
                <a:lnTo>
                  <a:pt x="114300" y="614363"/>
                </a:lnTo>
                <a:lnTo>
                  <a:pt x="109538" y="609600"/>
                </a:lnTo>
                <a:lnTo>
                  <a:pt x="104775" y="604838"/>
                </a:lnTo>
                <a:lnTo>
                  <a:pt x="104775" y="595313"/>
                </a:lnTo>
                <a:lnTo>
                  <a:pt x="100013" y="590550"/>
                </a:lnTo>
                <a:lnTo>
                  <a:pt x="90488" y="590550"/>
                </a:lnTo>
                <a:lnTo>
                  <a:pt x="85725" y="585788"/>
                </a:lnTo>
                <a:lnTo>
                  <a:pt x="80963" y="581025"/>
                </a:lnTo>
                <a:lnTo>
                  <a:pt x="76200" y="576263"/>
                </a:lnTo>
                <a:lnTo>
                  <a:pt x="76200" y="566738"/>
                </a:lnTo>
                <a:lnTo>
                  <a:pt x="71438" y="561975"/>
                </a:lnTo>
                <a:lnTo>
                  <a:pt x="66675" y="557213"/>
                </a:lnTo>
                <a:lnTo>
                  <a:pt x="61913" y="552450"/>
                </a:lnTo>
                <a:lnTo>
                  <a:pt x="57150" y="547688"/>
                </a:lnTo>
                <a:lnTo>
                  <a:pt x="52388" y="542925"/>
                </a:lnTo>
                <a:lnTo>
                  <a:pt x="47625" y="538163"/>
                </a:lnTo>
                <a:lnTo>
                  <a:pt x="42863" y="533400"/>
                </a:lnTo>
                <a:lnTo>
                  <a:pt x="38100" y="528638"/>
                </a:lnTo>
                <a:lnTo>
                  <a:pt x="33338" y="523875"/>
                </a:lnTo>
                <a:lnTo>
                  <a:pt x="28575" y="519113"/>
                </a:lnTo>
                <a:lnTo>
                  <a:pt x="28575" y="509588"/>
                </a:lnTo>
                <a:lnTo>
                  <a:pt x="23813" y="504825"/>
                </a:lnTo>
                <a:lnTo>
                  <a:pt x="19050" y="500063"/>
                </a:lnTo>
                <a:lnTo>
                  <a:pt x="19050" y="490538"/>
                </a:lnTo>
                <a:lnTo>
                  <a:pt x="19050" y="481013"/>
                </a:lnTo>
                <a:lnTo>
                  <a:pt x="19050" y="471488"/>
                </a:lnTo>
                <a:lnTo>
                  <a:pt x="19050" y="461963"/>
                </a:lnTo>
                <a:lnTo>
                  <a:pt x="19050" y="452438"/>
                </a:lnTo>
                <a:lnTo>
                  <a:pt x="19050" y="442913"/>
                </a:lnTo>
                <a:lnTo>
                  <a:pt x="14288" y="438150"/>
                </a:lnTo>
                <a:lnTo>
                  <a:pt x="9525" y="433388"/>
                </a:lnTo>
                <a:lnTo>
                  <a:pt x="9525" y="423863"/>
                </a:lnTo>
                <a:lnTo>
                  <a:pt x="4763" y="419100"/>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4763" y="257175"/>
                </a:lnTo>
                <a:lnTo>
                  <a:pt x="9525" y="252413"/>
                </a:lnTo>
                <a:lnTo>
                  <a:pt x="14288" y="247650"/>
                </a:lnTo>
                <a:lnTo>
                  <a:pt x="19050" y="242888"/>
                </a:lnTo>
                <a:lnTo>
                  <a:pt x="23813" y="238125"/>
                </a:lnTo>
                <a:lnTo>
                  <a:pt x="28575" y="233363"/>
                </a:lnTo>
                <a:lnTo>
                  <a:pt x="28575" y="223838"/>
                </a:lnTo>
                <a:lnTo>
                  <a:pt x="28575" y="214313"/>
                </a:lnTo>
                <a:lnTo>
                  <a:pt x="28575" y="204788"/>
                </a:lnTo>
                <a:lnTo>
                  <a:pt x="33338" y="200025"/>
                </a:lnTo>
                <a:lnTo>
                  <a:pt x="38100" y="195263"/>
                </a:lnTo>
                <a:lnTo>
                  <a:pt x="42863" y="190500"/>
                </a:lnTo>
                <a:lnTo>
                  <a:pt x="47625" y="185738"/>
                </a:lnTo>
                <a:lnTo>
                  <a:pt x="47625" y="176213"/>
                </a:lnTo>
                <a:lnTo>
                  <a:pt x="47625" y="166688"/>
                </a:lnTo>
                <a:lnTo>
                  <a:pt x="52388" y="161925"/>
                </a:lnTo>
                <a:lnTo>
                  <a:pt x="57150" y="157163"/>
                </a:lnTo>
                <a:lnTo>
                  <a:pt x="57150" y="147638"/>
                </a:lnTo>
                <a:lnTo>
                  <a:pt x="61913" y="142875"/>
                </a:lnTo>
                <a:lnTo>
                  <a:pt x="71438" y="142875"/>
                </a:lnTo>
                <a:lnTo>
                  <a:pt x="76200" y="138113"/>
                </a:lnTo>
                <a:lnTo>
                  <a:pt x="80963" y="133350"/>
                </a:lnTo>
                <a:lnTo>
                  <a:pt x="90488" y="133350"/>
                </a:lnTo>
                <a:lnTo>
                  <a:pt x="95250" y="128588"/>
                </a:lnTo>
                <a:lnTo>
                  <a:pt x="100013" y="123825"/>
                </a:lnTo>
                <a:lnTo>
                  <a:pt x="104775" y="119063"/>
                </a:lnTo>
                <a:lnTo>
                  <a:pt x="104775" y="109538"/>
                </a:lnTo>
                <a:lnTo>
                  <a:pt x="104775" y="100013"/>
                </a:lnTo>
                <a:lnTo>
                  <a:pt x="104775" y="90488"/>
                </a:lnTo>
                <a:lnTo>
                  <a:pt x="109538" y="85725"/>
                </a:lnTo>
                <a:lnTo>
                  <a:pt x="119063" y="85725"/>
                </a:lnTo>
                <a:lnTo>
                  <a:pt x="123825" y="80963"/>
                </a:lnTo>
                <a:lnTo>
                  <a:pt x="128588" y="76200"/>
                </a:lnTo>
                <a:lnTo>
                  <a:pt x="138113" y="76200"/>
                </a:lnTo>
                <a:lnTo>
                  <a:pt x="142875" y="71438"/>
                </a:lnTo>
                <a:lnTo>
                  <a:pt x="147638" y="66675"/>
                </a:lnTo>
                <a:lnTo>
                  <a:pt x="157163" y="66675"/>
                </a:lnTo>
                <a:lnTo>
                  <a:pt x="161925" y="61913"/>
                </a:lnTo>
                <a:lnTo>
                  <a:pt x="166688" y="57150"/>
                </a:lnTo>
                <a:lnTo>
                  <a:pt x="176213" y="57150"/>
                </a:lnTo>
                <a:lnTo>
                  <a:pt x="180975" y="52388"/>
                </a:lnTo>
                <a:lnTo>
                  <a:pt x="185738" y="47625"/>
                </a:lnTo>
                <a:lnTo>
                  <a:pt x="195263" y="47625"/>
                </a:lnTo>
                <a:lnTo>
                  <a:pt x="200025" y="42863"/>
                </a:lnTo>
                <a:lnTo>
                  <a:pt x="204788" y="38100"/>
                </a:lnTo>
                <a:lnTo>
                  <a:pt x="214313" y="38100"/>
                </a:lnTo>
                <a:lnTo>
                  <a:pt x="219075" y="33338"/>
                </a:lnTo>
                <a:lnTo>
                  <a:pt x="223838" y="28575"/>
                </a:lnTo>
                <a:lnTo>
                  <a:pt x="233363" y="28575"/>
                </a:lnTo>
                <a:lnTo>
                  <a:pt x="238125" y="23813"/>
                </a:lnTo>
                <a:lnTo>
                  <a:pt x="242888" y="19050"/>
                </a:lnTo>
                <a:lnTo>
                  <a:pt x="252413" y="19050"/>
                </a:lnTo>
                <a:lnTo>
                  <a:pt x="261938" y="19050"/>
                </a:lnTo>
                <a:lnTo>
                  <a:pt x="271463" y="19050"/>
                </a:lnTo>
                <a:lnTo>
                  <a:pt x="280988" y="19050"/>
                </a:lnTo>
                <a:lnTo>
                  <a:pt x="285750" y="14288"/>
                </a:lnTo>
                <a:lnTo>
                  <a:pt x="290513" y="9525"/>
                </a:lnTo>
                <a:lnTo>
                  <a:pt x="300038" y="9525"/>
                </a:lnTo>
                <a:lnTo>
                  <a:pt x="309563" y="9525"/>
                </a:lnTo>
                <a:lnTo>
                  <a:pt x="314325" y="4763"/>
                </a:lnTo>
                <a:close/>
              </a:path>
            </a:pathLst>
          </a:custGeom>
          <a:solidFill xmlns:a="http://schemas.openxmlformats.org/drawingml/2006/main">
            <a:srgbClr val="D6D6D6"/>
          </a:solidFill>
          <a:ln xmlns:a="http://schemas.openxmlformats.org/drawingml/2006/main" w="0">
            <a:noFill/>
            <a:prstDash val="solid"/>
          </a:ln>
        </p:spPr>
      </p:sp>
      <p:sp>
        <p:nvSpPr>
          <p:cNvPr id="206" name="deep-skill-chaining-source-component-3-gradient-216-0">
            <a:extLst xmlns:a="http://schemas.openxmlformats.org/drawingml/2006/main">
              <a:ext uri="{FF2B5EF4-FFF2-40B4-BE49-F238E27FC236}">
                <a16:creationId xmlns:a16="http://schemas.microsoft.com/office/drawing/2014/main" id="{4C7B4769-11BA-4AAB-92C5-3C07D8E619EA}"/>
              </a:ext>
            </a:extLst>
          </p:cNvPr>
          <p:cNvSpPr>
            <a:spLocks xmlns:a="http://schemas.openxmlformats.org/drawingml/2006/main" noGrp="1"/>
          </p:cNvSpPr>
          <p:nvPr/>
        </p:nvSpPr>
        <p:spPr>
          <a:xfrm xmlns:a="http://schemas.openxmlformats.org/drawingml/2006/main" rot="0">
            <a:off x="9677400" y="1123950"/>
            <a:ext cx="676275" cy="657225"/>
          </a:xfrm>
          <a:custGeom xmlns:a="http://schemas.openxmlformats.org/drawingml/2006/main">
            <a:pathLst>
              <a:path w="676275" h="657225">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0050" y="4763"/>
                </a:lnTo>
                <a:lnTo>
                  <a:pt x="404813" y="9525"/>
                </a:lnTo>
                <a:lnTo>
                  <a:pt x="414338" y="9525"/>
                </a:lnTo>
                <a:lnTo>
                  <a:pt x="423863" y="9525"/>
                </a:lnTo>
                <a:lnTo>
                  <a:pt x="433388" y="9525"/>
                </a:lnTo>
                <a:lnTo>
                  <a:pt x="442913" y="9525"/>
                </a:lnTo>
                <a:lnTo>
                  <a:pt x="447675" y="14288"/>
                </a:lnTo>
                <a:lnTo>
                  <a:pt x="452438" y="19050"/>
                </a:lnTo>
                <a:lnTo>
                  <a:pt x="461963" y="19050"/>
                </a:lnTo>
                <a:lnTo>
                  <a:pt x="466725" y="23813"/>
                </a:lnTo>
                <a:lnTo>
                  <a:pt x="471488" y="28575"/>
                </a:lnTo>
                <a:lnTo>
                  <a:pt x="481013" y="28575"/>
                </a:lnTo>
                <a:lnTo>
                  <a:pt x="485775" y="33338"/>
                </a:lnTo>
                <a:lnTo>
                  <a:pt x="490538" y="38100"/>
                </a:lnTo>
                <a:lnTo>
                  <a:pt x="495300" y="42863"/>
                </a:lnTo>
                <a:lnTo>
                  <a:pt x="500063" y="47625"/>
                </a:lnTo>
                <a:lnTo>
                  <a:pt x="509588" y="47625"/>
                </a:lnTo>
                <a:lnTo>
                  <a:pt x="519113" y="47625"/>
                </a:lnTo>
                <a:lnTo>
                  <a:pt x="523875" y="52388"/>
                </a:lnTo>
                <a:lnTo>
                  <a:pt x="528638" y="57150"/>
                </a:lnTo>
                <a:lnTo>
                  <a:pt x="538163" y="57150"/>
                </a:lnTo>
                <a:lnTo>
                  <a:pt x="542925" y="61913"/>
                </a:lnTo>
                <a:lnTo>
                  <a:pt x="542925" y="71438"/>
                </a:lnTo>
                <a:lnTo>
                  <a:pt x="547688" y="76200"/>
                </a:lnTo>
                <a:lnTo>
                  <a:pt x="552450" y="80963"/>
                </a:lnTo>
                <a:lnTo>
                  <a:pt x="557213" y="85725"/>
                </a:lnTo>
                <a:lnTo>
                  <a:pt x="561975" y="90488"/>
                </a:lnTo>
                <a:lnTo>
                  <a:pt x="566738" y="95250"/>
                </a:lnTo>
                <a:lnTo>
                  <a:pt x="571500" y="100013"/>
                </a:lnTo>
                <a:lnTo>
                  <a:pt x="576263" y="104775"/>
                </a:lnTo>
                <a:lnTo>
                  <a:pt x="581025" y="109538"/>
                </a:lnTo>
                <a:lnTo>
                  <a:pt x="585788" y="114300"/>
                </a:lnTo>
                <a:lnTo>
                  <a:pt x="590550" y="119063"/>
                </a:lnTo>
                <a:lnTo>
                  <a:pt x="595313" y="123825"/>
                </a:lnTo>
                <a:lnTo>
                  <a:pt x="600075" y="128588"/>
                </a:lnTo>
                <a:lnTo>
                  <a:pt x="604838" y="133350"/>
                </a:lnTo>
                <a:lnTo>
                  <a:pt x="609600" y="138113"/>
                </a:lnTo>
                <a:lnTo>
                  <a:pt x="614363" y="142875"/>
                </a:lnTo>
                <a:lnTo>
                  <a:pt x="619125" y="147638"/>
                </a:lnTo>
                <a:lnTo>
                  <a:pt x="619125" y="157163"/>
                </a:lnTo>
                <a:lnTo>
                  <a:pt x="619125" y="166688"/>
                </a:lnTo>
                <a:lnTo>
                  <a:pt x="623888" y="171450"/>
                </a:lnTo>
                <a:lnTo>
                  <a:pt x="628650" y="176213"/>
                </a:lnTo>
                <a:lnTo>
                  <a:pt x="628650" y="185738"/>
                </a:lnTo>
                <a:lnTo>
                  <a:pt x="633413" y="190500"/>
                </a:lnTo>
                <a:lnTo>
                  <a:pt x="638175" y="195263"/>
                </a:lnTo>
                <a:lnTo>
                  <a:pt x="642938" y="200025"/>
                </a:lnTo>
                <a:lnTo>
                  <a:pt x="647700" y="204788"/>
                </a:lnTo>
                <a:lnTo>
                  <a:pt x="647700" y="214313"/>
                </a:lnTo>
                <a:lnTo>
                  <a:pt x="647700" y="223838"/>
                </a:lnTo>
                <a:lnTo>
                  <a:pt x="647700" y="233363"/>
                </a:lnTo>
                <a:lnTo>
                  <a:pt x="647700" y="242888"/>
                </a:lnTo>
                <a:lnTo>
                  <a:pt x="652463" y="247650"/>
                </a:lnTo>
                <a:lnTo>
                  <a:pt x="657225" y="252413"/>
                </a:lnTo>
                <a:lnTo>
                  <a:pt x="661988" y="257175"/>
                </a:lnTo>
                <a:lnTo>
                  <a:pt x="666750" y="261938"/>
                </a:lnTo>
                <a:lnTo>
                  <a:pt x="666750" y="271463"/>
                </a:lnTo>
                <a:lnTo>
                  <a:pt x="666750" y="280988"/>
                </a:lnTo>
                <a:lnTo>
                  <a:pt x="666750" y="290513"/>
                </a:lnTo>
                <a:lnTo>
                  <a:pt x="666750" y="300038"/>
                </a:lnTo>
                <a:lnTo>
                  <a:pt x="666750" y="309563"/>
                </a:lnTo>
                <a:lnTo>
                  <a:pt x="666750" y="319088"/>
                </a:lnTo>
                <a:lnTo>
                  <a:pt x="666750" y="328613"/>
                </a:lnTo>
                <a:lnTo>
                  <a:pt x="666750" y="338138"/>
                </a:lnTo>
                <a:lnTo>
                  <a:pt x="671513" y="342900"/>
                </a:lnTo>
                <a:lnTo>
                  <a:pt x="676275" y="347663"/>
                </a:lnTo>
                <a:lnTo>
                  <a:pt x="671513" y="352425"/>
                </a:lnTo>
                <a:lnTo>
                  <a:pt x="666750" y="357188"/>
                </a:lnTo>
                <a:lnTo>
                  <a:pt x="666750" y="366713"/>
                </a:lnTo>
                <a:lnTo>
                  <a:pt x="661988" y="371475"/>
                </a:lnTo>
                <a:lnTo>
                  <a:pt x="657225" y="376238"/>
                </a:lnTo>
                <a:lnTo>
                  <a:pt x="657225" y="385763"/>
                </a:lnTo>
                <a:lnTo>
                  <a:pt x="657225" y="395288"/>
                </a:lnTo>
                <a:lnTo>
                  <a:pt x="657225" y="404813"/>
                </a:lnTo>
                <a:lnTo>
                  <a:pt x="652463" y="409575"/>
                </a:lnTo>
                <a:lnTo>
                  <a:pt x="647700" y="414338"/>
                </a:lnTo>
                <a:lnTo>
                  <a:pt x="647700" y="423863"/>
                </a:lnTo>
                <a:lnTo>
                  <a:pt x="647700" y="433388"/>
                </a:lnTo>
                <a:lnTo>
                  <a:pt x="647700" y="442913"/>
                </a:lnTo>
                <a:lnTo>
                  <a:pt x="647700" y="452438"/>
                </a:lnTo>
                <a:lnTo>
                  <a:pt x="647700" y="461963"/>
                </a:lnTo>
                <a:lnTo>
                  <a:pt x="642938" y="466725"/>
                </a:lnTo>
                <a:lnTo>
                  <a:pt x="638175" y="471488"/>
                </a:lnTo>
                <a:lnTo>
                  <a:pt x="633413" y="476250"/>
                </a:lnTo>
                <a:lnTo>
                  <a:pt x="628650" y="481013"/>
                </a:lnTo>
                <a:lnTo>
                  <a:pt x="623888" y="485775"/>
                </a:lnTo>
                <a:lnTo>
                  <a:pt x="619125" y="490538"/>
                </a:lnTo>
                <a:lnTo>
                  <a:pt x="614363" y="495300"/>
                </a:lnTo>
                <a:lnTo>
                  <a:pt x="609600" y="500063"/>
                </a:lnTo>
                <a:lnTo>
                  <a:pt x="609600" y="509588"/>
                </a:lnTo>
                <a:lnTo>
                  <a:pt x="604838" y="514350"/>
                </a:lnTo>
                <a:lnTo>
                  <a:pt x="600075" y="519113"/>
                </a:lnTo>
                <a:lnTo>
                  <a:pt x="600075" y="528638"/>
                </a:lnTo>
                <a:lnTo>
                  <a:pt x="595313" y="533400"/>
                </a:lnTo>
                <a:lnTo>
                  <a:pt x="590550" y="538163"/>
                </a:lnTo>
                <a:lnTo>
                  <a:pt x="585788" y="542925"/>
                </a:lnTo>
                <a:lnTo>
                  <a:pt x="581025" y="547688"/>
                </a:lnTo>
                <a:lnTo>
                  <a:pt x="576263" y="552450"/>
                </a:lnTo>
                <a:lnTo>
                  <a:pt x="571500" y="557213"/>
                </a:lnTo>
                <a:lnTo>
                  <a:pt x="566738" y="561975"/>
                </a:lnTo>
                <a:lnTo>
                  <a:pt x="557213" y="561975"/>
                </a:lnTo>
                <a:lnTo>
                  <a:pt x="552450" y="566738"/>
                </a:lnTo>
                <a:lnTo>
                  <a:pt x="552450" y="576263"/>
                </a:lnTo>
                <a:lnTo>
                  <a:pt x="547688" y="581025"/>
                </a:lnTo>
                <a:lnTo>
                  <a:pt x="542925" y="585788"/>
                </a:lnTo>
                <a:lnTo>
                  <a:pt x="538163" y="590550"/>
                </a:lnTo>
                <a:lnTo>
                  <a:pt x="528638" y="590550"/>
                </a:lnTo>
                <a:lnTo>
                  <a:pt x="519113" y="590550"/>
                </a:lnTo>
                <a:lnTo>
                  <a:pt x="514350" y="595313"/>
                </a:lnTo>
                <a:lnTo>
                  <a:pt x="509588" y="600075"/>
                </a:lnTo>
                <a:lnTo>
                  <a:pt x="500063" y="600075"/>
                </a:lnTo>
                <a:lnTo>
                  <a:pt x="495300" y="604838"/>
                </a:lnTo>
                <a:lnTo>
                  <a:pt x="490538" y="609600"/>
                </a:lnTo>
                <a:lnTo>
                  <a:pt x="485775" y="614363"/>
                </a:lnTo>
                <a:lnTo>
                  <a:pt x="481013" y="619125"/>
                </a:lnTo>
                <a:lnTo>
                  <a:pt x="476250" y="623888"/>
                </a:lnTo>
                <a:lnTo>
                  <a:pt x="471488" y="628650"/>
                </a:lnTo>
                <a:lnTo>
                  <a:pt x="461963" y="628650"/>
                </a:lnTo>
                <a:lnTo>
                  <a:pt x="457200" y="633413"/>
                </a:lnTo>
                <a:lnTo>
                  <a:pt x="452438" y="638175"/>
                </a:lnTo>
                <a:lnTo>
                  <a:pt x="442913" y="638175"/>
                </a:lnTo>
                <a:lnTo>
                  <a:pt x="433388" y="638175"/>
                </a:lnTo>
                <a:lnTo>
                  <a:pt x="423863" y="638175"/>
                </a:lnTo>
                <a:lnTo>
                  <a:pt x="419100" y="642938"/>
                </a:lnTo>
                <a:lnTo>
                  <a:pt x="414338" y="647700"/>
                </a:lnTo>
                <a:lnTo>
                  <a:pt x="404813" y="647700"/>
                </a:lnTo>
                <a:lnTo>
                  <a:pt x="395288" y="647700"/>
                </a:lnTo>
                <a:lnTo>
                  <a:pt x="385763" y="647700"/>
                </a:lnTo>
                <a:lnTo>
                  <a:pt x="376238" y="647700"/>
                </a:lnTo>
                <a:lnTo>
                  <a:pt x="371475" y="652463"/>
                </a:lnTo>
                <a:lnTo>
                  <a:pt x="366713" y="657225"/>
                </a:lnTo>
                <a:lnTo>
                  <a:pt x="357188" y="657225"/>
                </a:lnTo>
                <a:lnTo>
                  <a:pt x="347663" y="657225"/>
                </a:lnTo>
                <a:lnTo>
                  <a:pt x="338138" y="657225"/>
                </a:lnTo>
                <a:lnTo>
                  <a:pt x="328613" y="657225"/>
                </a:lnTo>
                <a:lnTo>
                  <a:pt x="319088" y="657225"/>
                </a:lnTo>
                <a:lnTo>
                  <a:pt x="309563" y="657225"/>
                </a:lnTo>
                <a:lnTo>
                  <a:pt x="300038" y="657225"/>
                </a:lnTo>
                <a:lnTo>
                  <a:pt x="290513" y="657225"/>
                </a:lnTo>
                <a:lnTo>
                  <a:pt x="280988" y="657225"/>
                </a:lnTo>
                <a:lnTo>
                  <a:pt x="276225" y="652463"/>
                </a:lnTo>
                <a:lnTo>
                  <a:pt x="271463" y="647700"/>
                </a:lnTo>
                <a:lnTo>
                  <a:pt x="261938" y="647700"/>
                </a:lnTo>
                <a:lnTo>
                  <a:pt x="252413" y="647700"/>
                </a:lnTo>
                <a:lnTo>
                  <a:pt x="247650" y="642938"/>
                </a:lnTo>
                <a:lnTo>
                  <a:pt x="242888" y="638175"/>
                </a:lnTo>
                <a:lnTo>
                  <a:pt x="233363" y="638175"/>
                </a:lnTo>
                <a:lnTo>
                  <a:pt x="223838" y="638175"/>
                </a:lnTo>
                <a:lnTo>
                  <a:pt x="214313" y="638175"/>
                </a:lnTo>
                <a:lnTo>
                  <a:pt x="209550" y="633413"/>
                </a:lnTo>
                <a:lnTo>
                  <a:pt x="204788" y="628650"/>
                </a:lnTo>
                <a:lnTo>
                  <a:pt x="195263" y="628650"/>
                </a:lnTo>
                <a:lnTo>
                  <a:pt x="190500" y="623888"/>
                </a:lnTo>
                <a:lnTo>
                  <a:pt x="185738" y="619125"/>
                </a:lnTo>
                <a:lnTo>
                  <a:pt x="180975" y="614363"/>
                </a:lnTo>
                <a:lnTo>
                  <a:pt x="176213" y="609600"/>
                </a:lnTo>
                <a:lnTo>
                  <a:pt x="166688" y="609600"/>
                </a:lnTo>
                <a:lnTo>
                  <a:pt x="161925" y="604838"/>
                </a:lnTo>
                <a:lnTo>
                  <a:pt x="157163" y="600075"/>
                </a:lnTo>
                <a:lnTo>
                  <a:pt x="147638" y="600075"/>
                </a:lnTo>
                <a:lnTo>
                  <a:pt x="142875" y="595313"/>
                </a:lnTo>
                <a:lnTo>
                  <a:pt x="138113" y="590550"/>
                </a:lnTo>
                <a:lnTo>
                  <a:pt x="133350" y="585788"/>
                </a:lnTo>
                <a:lnTo>
                  <a:pt x="128588" y="581025"/>
                </a:lnTo>
                <a:lnTo>
                  <a:pt x="123825" y="576263"/>
                </a:lnTo>
                <a:lnTo>
                  <a:pt x="119063" y="571500"/>
                </a:lnTo>
                <a:lnTo>
                  <a:pt x="114300" y="566738"/>
                </a:lnTo>
                <a:lnTo>
                  <a:pt x="109538" y="561975"/>
                </a:lnTo>
                <a:lnTo>
                  <a:pt x="104775" y="557213"/>
                </a:lnTo>
                <a:lnTo>
                  <a:pt x="100013" y="552450"/>
                </a:lnTo>
                <a:lnTo>
                  <a:pt x="95250" y="547688"/>
                </a:lnTo>
                <a:lnTo>
                  <a:pt x="90488" y="542925"/>
                </a:lnTo>
                <a:lnTo>
                  <a:pt x="85725" y="538163"/>
                </a:lnTo>
                <a:lnTo>
                  <a:pt x="80963" y="533400"/>
                </a:lnTo>
                <a:lnTo>
                  <a:pt x="76200" y="528638"/>
                </a:lnTo>
                <a:lnTo>
                  <a:pt x="71438" y="523875"/>
                </a:lnTo>
                <a:lnTo>
                  <a:pt x="66675" y="519113"/>
                </a:lnTo>
                <a:lnTo>
                  <a:pt x="66675" y="509588"/>
                </a:lnTo>
                <a:lnTo>
                  <a:pt x="61913" y="504825"/>
                </a:lnTo>
                <a:lnTo>
                  <a:pt x="52388" y="504825"/>
                </a:lnTo>
                <a:lnTo>
                  <a:pt x="47625" y="500063"/>
                </a:lnTo>
                <a:lnTo>
                  <a:pt x="42863" y="495300"/>
                </a:lnTo>
                <a:lnTo>
                  <a:pt x="38100" y="490538"/>
                </a:lnTo>
                <a:lnTo>
                  <a:pt x="38100" y="481013"/>
                </a:lnTo>
                <a:lnTo>
                  <a:pt x="33338" y="476250"/>
                </a:lnTo>
                <a:lnTo>
                  <a:pt x="28575" y="471488"/>
                </a:lnTo>
                <a:lnTo>
                  <a:pt x="28575" y="461963"/>
                </a:lnTo>
                <a:lnTo>
                  <a:pt x="28575" y="452438"/>
                </a:lnTo>
                <a:lnTo>
                  <a:pt x="28575" y="442913"/>
                </a:lnTo>
                <a:lnTo>
                  <a:pt x="33338" y="438150"/>
                </a:lnTo>
                <a:lnTo>
                  <a:pt x="38100" y="433388"/>
                </a:lnTo>
                <a:lnTo>
                  <a:pt x="33338" y="428625"/>
                </a:lnTo>
                <a:lnTo>
                  <a:pt x="28575" y="423863"/>
                </a:lnTo>
                <a:lnTo>
                  <a:pt x="28575" y="414338"/>
                </a:lnTo>
                <a:lnTo>
                  <a:pt x="23813" y="409575"/>
                </a:lnTo>
                <a:lnTo>
                  <a:pt x="19050" y="404813"/>
                </a:lnTo>
                <a:lnTo>
                  <a:pt x="19050" y="395288"/>
                </a:lnTo>
                <a:lnTo>
                  <a:pt x="14288" y="390525"/>
                </a:lnTo>
                <a:lnTo>
                  <a:pt x="9525" y="385763"/>
                </a:lnTo>
                <a:lnTo>
                  <a:pt x="4763" y="381000"/>
                </a:lnTo>
                <a:lnTo>
                  <a:pt x="0" y="376238"/>
                </a:lnTo>
                <a:lnTo>
                  <a:pt x="0" y="366713"/>
                </a:lnTo>
                <a:lnTo>
                  <a:pt x="0" y="357188"/>
                </a:lnTo>
                <a:lnTo>
                  <a:pt x="4763" y="352425"/>
                </a:lnTo>
                <a:lnTo>
                  <a:pt x="9525" y="347663"/>
                </a:lnTo>
                <a:lnTo>
                  <a:pt x="4763" y="342900"/>
                </a:lnTo>
                <a:lnTo>
                  <a:pt x="0" y="338138"/>
                </a:lnTo>
                <a:lnTo>
                  <a:pt x="0" y="328613"/>
                </a:lnTo>
                <a:lnTo>
                  <a:pt x="0" y="319088"/>
                </a:lnTo>
                <a:lnTo>
                  <a:pt x="4763" y="314325"/>
                </a:lnTo>
                <a:lnTo>
                  <a:pt x="9525" y="309563"/>
                </a:lnTo>
                <a:lnTo>
                  <a:pt x="9525" y="300038"/>
                </a:lnTo>
                <a:lnTo>
                  <a:pt x="14288" y="295275"/>
                </a:lnTo>
                <a:lnTo>
                  <a:pt x="19050" y="290513"/>
                </a:lnTo>
                <a:lnTo>
                  <a:pt x="14288" y="285750"/>
                </a:lnTo>
                <a:lnTo>
                  <a:pt x="9525" y="280988"/>
                </a:lnTo>
                <a:lnTo>
                  <a:pt x="9525" y="271463"/>
                </a:lnTo>
                <a:lnTo>
                  <a:pt x="4763" y="266700"/>
                </a:lnTo>
                <a:lnTo>
                  <a:pt x="0" y="261938"/>
                </a:lnTo>
                <a:lnTo>
                  <a:pt x="4763" y="257175"/>
                </a:lnTo>
                <a:lnTo>
                  <a:pt x="9525" y="252413"/>
                </a:lnTo>
                <a:lnTo>
                  <a:pt x="9525" y="242888"/>
                </a:lnTo>
                <a:lnTo>
                  <a:pt x="14288" y="238125"/>
                </a:lnTo>
                <a:lnTo>
                  <a:pt x="19050" y="233363"/>
                </a:lnTo>
                <a:lnTo>
                  <a:pt x="19050" y="223838"/>
                </a:lnTo>
                <a:lnTo>
                  <a:pt x="23813" y="219075"/>
                </a:lnTo>
                <a:lnTo>
                  <a:pt x="28575" y="214313"/>
                </a:lnTo>
                <a:lnTo>
                  <a:pt x="33338" y="209550"/>
                </a:lnTo>
                <a:lnTo>
                  <a:pt x="38100" y="204788"/>
                </a:lnTo>
                <a:lnTo>
                  <a:pt x="38100" y="195263"/>
                </a:lnTo>
                <a:lnTo>
                  <a:pt x="38100" y="185738"/>
                </a:lnTo>
                <a:lnTo>
                  <a:pt x="42863" y="180975"/>
                </a:lnTo>
                <a:lnTo>
                  <a:pt x="47625" y="176213"/>
                </a:lnTo>
                <a:lnTo>
                  <a:pt x="47625" y="166688"/>
                </a:lnTo>
                <a:lnTo>
                  <a:pt x="47625" y="157163"/>
                </a:lnTo>
                <a:lnTo>
                  <a:pt x="47625" y="147638"/>
                </a:lnTo>
                <a:lnTo>
                  <a:pt x="52388" y="142875"/>
                </a:lnTo>
                <a:lnTo>
                  <a:pt x="61913" y="142875"/>
                </a:lnTo>
                <a:lnTo>
                  <a:pt x="66675" y="138113"/>
                </a:lnTo>
                <a:lnTo>
                  <a:pt x="71438" y="133350"/>
                </a:lnTo>
                <a:lnTo>
                  <a:pt x="76200" y="128588"/>
                </a:lnTo>
                <a:lnTo>
                  <a:pt x="76200" y="119063"/>
                </a:lnTo>
                <a:lnTo>
                  <a:pt x="80963" y="114300"/>
                </a:lnTo>
                <a:lnTo>
                  <a:pt x="90488" y="114300"/>
                </a:lnTo>
                <a:lnTo>
                  <a:pt x="95250" y="109538"/>
                </a:lnTo>
                <a:lnTo>
                  <a:pt x="100013" y="104775"/>
                </a:lnTo>
                <a:lnTo>
                  <a:pt x="104775" y="100013"/>
                </a:lnTo>
                <a:lnTo>
                  <a:pt x="104775" y="90488"/>
                </a:lnTo>
                <a:lnTo>
                  <a:pt x="109538" y="85725"/>
                </a:lnTo>
                <a:lnTo>
                  <a:pt x="114300" y="80963"/>
                </a:lnTo>
                <a:lnTo>
                  <a:pt x="114300" y="71438"/>
                </a:lnTo>
                <a:lnTo>
                  <a:pt x="119063" y="66675"/>
                </a:lnTo>
                <a:lnTo>
                  <a:pt x="123825" y="61913"/>
                </a:lnTo>
                <a:lnTo>
                  <a:pt x="128588" y="57150"/>
                </a:lnTo>
                <a:lnTo>
                  <a:pt x="138113" y="57150"/>
                </a:lnTo>
                <a:lnTo>
                  <a:pt x="142875" y="52388"/>
                </a:lnTo>
                <a:lnTo>
                  <a:pt x="147638" y="47625"/>
                </a:lnTo>
                <a:lnTo>
                  <a:pt x="157163" y="47625"/>
                </a:lnTo>
                <a:lnTo>
                  <a:pt x="166688" y="47625"/>
                </a:lnTo>
                <a:lnTo>
                  <a:pt x="171450" y="42863"/>
                </a:lnTo>
                <a:lnTo>
                  <a:pt x="176213" y="38100"/>
                </a:lnTo>
                <a:lnTo>
                  <a:pt x="180975" y="33338"/>
                </a:lnTo>
                <a:lnTo>
                  <a:pt x="185738" y="28575"/>
                </a:lnTo>
                <a:lnTo>
                  <a:pt x="195263" y="28575"/>
                </a:lnTo>
                <a:lnTo>
                  <a:pt x="200025" y="23813"/>
                </a:lnTo>
                <a:lnTo>
                  <a:pt x="204788" y="19050"/>
                </a:lnTo>
                <a:lnTo>
                  <a:pt x="214313" y="19050"/>
                </a:lnTo>
                <a:lnTo>
                  <a:pt x="223838" y="19050"/>
                </a:lnTo>
                <a:lnTo>
                  <a:pt x="228600" y="14288"/>
                </a:lnTo>
                <a:lnTo>
                  <a:pt x="233363" y="9525"/>
                </a:lnTo>
                <a:lnTo>
                  <a:pt x="242888" y="9525"/>
                </a:lnTo>
                <a:lnTo>
                  <a:pt x="247650" y="4763"/>
                </a:lnTo>
                <a:close/>
              </a:path>
            </a:pathLst>
          </a:custGeom>
          <a:solidFill xmlns:a="http://schemas.openxmlformats.org/drawingml/2006/main">
            <a:srgbClr val="D8D8D8"/>
          </a:solidFill>
          <a:ln xmlns:a="http://schemas.openxmlformats.org/drawingml/2006/main" w="0">
            <a:noFill/>
            <a:prstDash val="solid"/>
          </a:ln>
        </p:spPr>
      </p:sp>
      <p:sp>
        <p:nvSpPr>
          <p:cNvPr id="207" name="deep-skill-chaining-source-component-3-gradient-218-0">
            <a:extLst xmlns:a="http://schemas.openxmlformats.org/drawingml/2006/main">
              <a:ext uri="{FF2B5EF4-FFF2-40B4-BE49-F238E27FC236}">
                <a16:creationId xmlns:a16="http://schemas.microsoft.com/office/drawing/2014/main" id="{DCA90E23-1F9C-4B65-A783-6631E46F4D48}"/>
              </a:ext>
            </a:extLst>
          </p:cNvPr>
          <p:cNvSpPr>
            <a:spLocks xmlns:a="http://schemas.openxmlformats.org/drawingml/2006/main" noGrp="1"/>
          </p:cNvSpPr>
          <p:nvPr/>
        </p:nvSpPr>
        <p:spPr>
          <a:xfrm xmlns:a="http://schemas.openxmlformats.org/drawingml/2006/main" rot="0">
            <a:off x="9696450" y="1133475"/>
            <a:ext cx="638175" cy="628650"/>
          </a:xfrm>
          <a:custGeom xmlns:a="http://schemas.openxmlformats.org/drawingml/2006/main">
            <a:pathLst>
              <a:path w="638175" h="628650">
                <a:moveTo>
                  <a:pt x="295275" y="4763"/>
                </a:move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0525" y="14288"/>
                </a:lnTo>
                <a:lnTo>
                  <a:pt x="395288" y="19050"/>
                </a:lnTo>
                <a:lnTo>
                  <a:pt x="404813" y="19050"/>
                </a:lnTo>
                <a:lnTo>
                  <a:pt x="414338" y="19050"/>
                </a:lnTo>
                <a:lnTo>
                  <a:pt x="423863" y="19050"/>
                </a:lnTo>
                <a:lnTo>
                  <a:pt x="433388" y="19050"/>
                </a:lnTo>
                <a:lnTo>
                  <a:pt x="438150" y="23813"/>
                </a:lnTo>
                <a:lnTo>
                  <a:pt x="442913" y="28575"/>
                </a:lnTo>
                <a:lnTo>
                  <a:pt x="447675" y="33338"/>
                </a:lnTo>
                <a:lnTo>
                  <a:pt x="452438" y="38100"/>
                </a:lnTo>
                <a:lnTo>
                  <a:pt x="461963" y="38100"/>
                </a:lnTo>
                <a:lnTo>
                  <a:pt x="471488" y="38100"/>
                </a:lnTo>
                <a:lnTo>
                  <a:pt x="476250" y="42863"/>
                </a:lnTo>
                <a:lnTo>
                  <a:pt x="481013" y="47625"/>
                </a:lnTo>
                <a:lnTo>
                  <a:pt x="490538" y="47625"/>
                </a:lnTo>
                <a:lnTo>
                  <a:pt x="495300" y="52388"/>
                </a:lnTo>
                <a:lnTo>
                  <a:pt x="500063" y="57150"/>
                </a:lnTo>
                <a:lnTo>
                  <a:pt x="504825" y="61913"/>
                </a:lnTo>
                <a:lnTo>
                  <a:pt x="509588" y="66675"/>
                </a:lnTo>
                <a:lnTo>
                  <a:pt x="514350" y="71438"/>
                </a:lnTo>
                <a:lnTo>
                  <a:pt x="519113" y="76200"/>
                </a:lnTo>
                <a:lnTo>
                  <a:pt x="523875" y="80963"/>
                </a:lnTo>
                <a:lnTo>
                  <a:pt x="523875" y="90488"/>
                </a:lnTo>
                <a:lnTo>
                  <a:pt x="528638" y="95250"/>
                </a:lnTo>
                <a:lnTo>
                  <a:pt x="533400" y="100013"/>
                </a:lnTo>
                <a:lnTo>
                  <a:pt x="538163" y="104775"/>
                </a:lnTo>
                <a:lnTo>
                  <a:pt x="547688" y="104775"/>
                </a:lnTo>
                <a:lnTo>
                  <a:pt x="552450" y="109538"/>
                </a:lnTo>
                <a:lnTo>
                  <a:pt x="557213" y="114300"/>
                </a:lnTo>
                <a:lnTo>
                  <a:pt x="561975" y="119063"/>
                </a:lnTo>
                <a:lnTo>
                  <a:pt x="566738" y="123825"/>
                </a:lnTo>
                <a:lnTo>
                  <a:pt x="571500" y="128588"/>
                </a:lnTo>
                <a:lnTo>
                  <a:pt x="576263" y="133350"/>
                </a:lnTo>
                <a:lnTo>
                  <a:pt x="581025" y="138113"/>
                </a:lnTo>
                <a:lnTo>
                  <a:pt x="581025" y="147638"/>
                </a:lnTo>
                <a:lnTo>
                  <a:pt x="581025" y="157163"/>
                </a:lnTo>
                <a:lnTo>
                  <a:pt x="585788" y="161925"/>
                </a:lnTo>
                <a:lnTo>
                  <a:pt x="590550" y="166688"/>
                </a:lnTo>
                <a:lnTo>
                  <a:pt x="590550" y="176213"/>
                </a:lnTo>
                <a:lnTo>
                  <a:pt x="595313" y="180975"/>
                </a:lnTo>
                <a:lnTo>
                  <a:pt x="600075" y="185738"/>
                </a:lnTo>
                <a:lnTo>
                  <a:pt x="604838" y="190500"/>
                </a:lnTo>
                <a:lnTo>
                  <a:pt x="609600" y="195263"/>
                </a:lnTo>
                <a:lnTo>
                  <a:pt x="609600" y="204788"/>
                </a:lnTo>
                <a:lnTo>
                  <a:pt x="609600" y="214313"/>
                </a:lnTo>
                <a:lnTo>
                  <a:pt x="609600" y="223838"/>
                </a:lnTo>
                <a:lnTo>
                  <a:pt x="614363" y="228600"/>
                </a:lnTo>
                <a:lnTo>
                  <a:pt x="619125" y="233363"/>
                </a:lnTo>
                <a:lnTo>
                  <a:pt x="619125" y="242888"/>
                </a:lnTo>
                <a:lnTo>
                  <a:pt x="623888" y="247650"/>
                </a:lnTo>
                <a:lnTo>
                  <a:pt x="628650" y="252413"/>
                </a:lnTo>
                <a:lnTo>
                  <a:pt x="628650" y="261938"/>
                </a:lnTo>
                <a:lnTo>
                  <a:pt x="628650" y="271463"/>
                </a:lnTo>
                <a:lnTo>
                  <a:pt x="633413" y="276225"/>
                </a:lnTo>
                <a:lnTo>
                  <a:pt x="638175" y="280988"/>
                </a:lnTo>
                <a:lnTo>
                  <a:pt x="633413" y="285750"/>
                </a:lnTo>
                <a:lnTo>
                  <a:pt x="628650" y="290513"/>
                </a:lnTo>
                <a:lnTo>
                  <a:pt x="628650" y="300038"/>
                </a:lnTo>
                <a:lnTo>
                  <a:pt x="628650" y="309563"/>
                </a:lnTo>
                <a:lnTo>
                  <a:pt x="628650" y="319088"/>
                </a:lnTo>
                <a:lnTo>
                  <a:pt x="628650" y="328613"/>
                </a:lnTo>
                <a:lnTo>
                  <a:pt x="633413" y="333375"/>
                </a:lnTo>
                <a:lnTo>
                  <a:pt x="638175" y="338138"/>
                </a:lnTo>
                <a:lnTo>
                  <a:pt x="633413" y="342900"/>
                </a:lnTo>
                <a:lnTo>
                  <a:pt x="628650" y="347663"/>
                </a:lnTo>
                <a:lnTo>
                  <a:pt x="628650" y="357188"/>
                </a:lnTo>
                <a:lnTo>
                  <a:pt x="628650" y="366713"/>
                </a:lnTo>
                <a:lnTo>
                  <a:pt x="623888" y="371475"/>
                </a:lnTo>
                <a:lnTo>
                  <a:pt x="619125" y="376238"/>
                </a:lnTo>
                <a:lnTo>
                  <a:pt x="619125" y="385763"/>
                </a:lnTo>
                <a:lnTo>
                  <a:pt x="619125" y="395288"/>
                </a:lnTo>
                <a:lnTo>
                  <a:pt x="614363" y="400050"/>
                </a:lnTo>
                <a:lnTo>
                  <a:pt x="609600" y="404813"/>
                </a:lnTo>
                <a:lnTo>
                  <a:pt x="609600" y="414338"/>
                </a:lnTo>
                <a:lnTo>
                  <a:pt x="609600" y="423863"/>
                </a:lnTo>
                <a:lnTo>
                  <a:pt x="609600" y="433388"/>
                </a:lnTo>
                <a:lnTo>
                  <a:pt x="609600" y="442913"/>
                </a:lnTo>
                <a:lnTo>
                  <a:pt x="609600" y="452438"/>
                </a:lnTo>
                <a:lnTo>
                  <a:pt x="604838" y="457200"/>
                </a:lnTo>
                <a:lnTo>
                  <a:pt x="600075" y="461963"/>
                </a:lnTo>
                <a:lnTo>
                  <a:pt x="595313" y="466725"/>
                </a:lnTo>
                <a:lnTo>
                  <a:pt x="590550" y="471488"/>
                </a:lnTo>
                <a:lnTo>
                  <a:pt x="585788" y="476250"/>
                </a:lnTo>
                <a:lnTo>
                  <a:pt x="581025" y="481013"/>
                </a:lnTo>
                <a:lnTo>
                  <a:pt x="576263" y="485775"/>
                </a:lnTo>
                <a:lnTo>
                  <a:pt x="571500" y="490538"/>
                </a:lnTo>
                <a:lnTo>
                  <a:pt x="571500" y="500063"/>
                </a:lnTo>
                <a:lnTo>
                  <a:pt x="571500" y="509588"/>
                </a:lnTo>
                <a:lnTo>
                  <a:pt x="566738" y="514350"/>
                </a:lnTo>
                <a:lnTo>
                  <a:pt x="561975" y="519113"/>
                </a:lnTo>
                <a:lnTo>
                  <a:pt x="557213" y="523875"/>
                </a:lnTo>
                <a:lnTo>
                  <a:pt x="552450" y="528638"/>
                </a:lnTo>
                <a:lnTo>
                  <a:pt x="547688" y="533400"/>
                </a:lnTo>
                <a:lnTo>
                  <a:pt x="538163" y="533400"/>
                </a:lnTo>
                <a:lnTo>
                  <a:pt x="533400" y="538163"/>
                </a:lnTo>
                <a:lnTo>
                  <a:pt x="528638" y="542925"/>
                </a:lnTo>
                <a:lnTo>
                  <a:pt x="523875" y="547688"/>
                </a:lnTo>
                <a:lnTo>
                  <a:pt x="519113" y="552450"/>
                </a:lnTo>
                <a:lnTo>
                  <a:pt x="514350" y="557213"/>
                </a:lnTo>
                <a:lnTo>
                  <a:pt x="509588" y="561975"/>
                </a:lnTo>
                <a:lnTo>
                  <a:pt x="500063" y="561975"/>
                </a:lnTo>
                <a:lnTo>
                  <a:pt x="495300" y="566738"/>
                </a:lnTo>
                <a:lnTo>
                  <a:pt x="490538" y="571500"/>
                </a:lnTo>
                <a:lnTo>
                  <a:pt x="481013" y="571500"/>
                </a:lnTo>
                <a:lnTo>
                  <a:pt x="476250" y="576263"/>
                </a:lnTo>
                <a:lnTo>
                  <a:pt x="471488" y="581025"/>
                </a:lnTo>
                <a:lnTo>
                  <a:pt x="466725" y="585788"/>
                </a:lnTo>
                <a:lnTo>
                  <a:pt x="461963" y="590550"/>
                </a:lnTo>
                <a:lnTo>
                  <a:pt x="452438" y="590550"/>
                </a:lnTo>
                <a:lnTo>
                  <a:pt x="442913" y="590550"/>
                </a:lnTo>
                <a:lnTo>
                  <a:pt x="438150" y="595313"/>
                </a:lnTo>
                <a:lnTo>
                  <a:pt x="433388" y="600075"/>
                </a:lnTo>
                <a:lnTo>
                  <a:pt x="423863" y="600075"/>
                </a:lnTo>
                <a:lnTo>
                  <a:pt x="419100" y="604838"/>
                </a:lnTo>
                <a:lnTo>
                  <a:pt x="414338" y="609600"/>
                </a:lnTo>
                <a:lnTo>
                  <a:pt x="409575" y="614363"/>
                </a:lnTo>
                <a:lnTo>
                  <a:pt x="404813" y="619125"/>
                </a:lnTo>
                <a:lnTo>
                  <a:pt x="395288" y="619125"/>
                </a:lnTo>
                <a:lnTo>
                  <a:pt x="385763" y="619125"/>
                </a:lnTo>
                <a:lnTo>
                  <a:pt x="381000" y="623888"/>
                </a:lnTo>
                <a:lnTo>
                  <a:pt x="376238" y="628650"/>
                </a:lnTo>
                <a:lnTo>
                  <a:pt x="366713" y="628650"/>
                </a:lnTo>
                <a:lnTo>
                  <a:pt x="357188" y="628650"/>
                </a:lnTo>
                <a:lnTo>
                  <a:pt x="347663" y="628650"/>
                </a:lnTo>
                <a:lnTo>
                  <a:pt x="338138" y="628650"/>
                </a:lnTo>
                <a:lnTo>
                  <a:pt x="328613" y="628650"/>
                </a:lnTo>
                <a:lnTo>
                  <a:pt x="319088" y="628650"/>
                </a:lnTo>
                <a:lnTo>
                  <a:pt x="309563" y="628650"/>
                </a:lnTo>
                <a:lnTo>
                  <a:pt x="300038" y="628650"/>
                </a:lnTo>
                <a:lnTo>
                  <a:pt x="290513" y="628650"/>
                </a:lnTo>
                <a:lnTo>
                  <a:pt x="280988" y="628650"/>
                </a:lnTo>
                <a:lnTo>
                  <a:pt x="271463" y="628650"/>
                </a:lnTo>
                <a:lnTo>
                  <a:pt x="261938" y="628650"/>
                </a:lnTo>
                <a:lnTo>
                  <a:pt x="257175" y="623888"/>
                </a:lnTo>
                <a:lnTo>
                  <a:pt x="252413" y="619125"/>
                </a:lnTo>
                <a:lnTo>
                  <a:pt x="242888" y="619125"/>
                </a:lnTo>
                <a:lnTo>
                  <a:pt x="233363" y="619125"/>
                </a:lnTo>
                <a:lnTo>
                  <a:pt x="228600" y="614363"/>
                </a:lnTo>
                <a:lnTo>
                  <a:pt x="223838" y="609600"/>
                </a:lnTo>
                <a:lnTo>
                  <a:pt x="214313" y="609600"/>
                </a:lnTo>
                <a:lnTo>
                  <a:pt x="204788" y="609600"/>
                </a:lnTo>
                <a:lnTo>
                  <a:pt x="200025" y="604838"/>
                </a:lnTo>
                <a:lnTo>
                  <a:pt x="195263" y="600075"/>
                </a:lnTo>
                <a:lnTo>
                  <a:pt x="185738" y="600075"/>
                </a:lnTo>
                <a:lnTo>
                  <a:pt x="176213" y="600075"/>
                </a:lnTo>
                <a:lnTo>
                  <a:pt x="171450" y="595313"/>
                </a:lnTo>
                <a:lnTo>
                  <a:pt x="166688" y="590550"/>
                </a:lnTo>
                <a:lnTo>
                  <a:pt x="161925" y="585788"/>
                </a:lnTo>
                <a:lnTo>
                  <a:pt x="157163" y="581025"/>
                </a:lnTo>
                <a:lnTo>
                  <a:pt x="147638" y="581025"/>
                </a:lnTo>
                <a:lnTo>
                  <a:pt x="138113" y="581025"/>
                </a:lnTo>
                <a:lnTo>
                  <a:pt x="133350" y="576263"/>
                </a:lnTo>
                <a:lnTo>
                  <a:pt x="128588" y="571500"/>
                </a:lnTo>
                <a:lnTo>
                  <a:pt x="119063" y="571500"/>
                </a:lnTo>
                <a:lnTo>
                  <a:pt x="114300" y="566738"/>
                </a:lnTo>
                <a:lnTo>
                  <a:pt x="114300" y="557213"/>
                </a:lnTo>
                <a:lnTo>
                  <a:pt x="114300" y="547688"/>
                </a:lnTo>
                <a:lnTo>
                  <a:pt x="109538" y="542925"/>
                </a:lnTo>
                <a:lnTo>
                  <a:pt x="104775" y="538163"/>
                </a:lnTo>
                <a:lnTo>
                  <a:pt x="100013" y="533400"/>
                </a:lnTo>
                <a:lnTo>
                  <a:pt x="95250" y="528638"/>
                </a:lnTo>
                <a:lnTo>
                  <a:pt x="90488" y="523875"/>
                </a:lnTo>
                <a:lnTo>
                  <a:pt x="85725" y="519113"/>
                </a:lnTo>
                <a:lnTo>
                  <a:pt x="80963" y="514350"/>
                </a:lnTo>
                <a:lnTo>
                  <a:pt x="76200" y="509588"/>
                </a:lnTo>
                <a:lnTo>
                  <a:pt x="71438" y="504825"/>
                </a:lnTo>
                <a:lnTo>
                  <a:pt x="61913" y="504825"/>
                </a:lnTo>
                <a:lnTo>
                  <a:pt x="57150" y="500063"/>
                </a:lnTo>
                <a:lnTo>
                  <a:pt x="52388" y="495300"/>
                </a:lnTo>
                <a:lnTo>
                  <a:pt x="47625" y="490538"/>
                </a:lnTo>
                <a:lnTo>
                  <a:pt x="47625" y="481013"/>
                </a:lnTo>
                <a:lnTo>
                  <a:pt x="42863" y="476250"/>
                </a:lnTo>
                <a:lnTo>
                  <a:pt x="38100" y="471488"/>
                </a:lnTo>
                <a:lnTo>
                  <a:pt x="33338" y="466725"/>
                </a:lnTo>
                <a:lnTo>
                  <a:pt x="28575" y="461963"/>
                </a:lnTo>
                <a:lnTo>
                  <a:pt x="28575" y="452438"/>
                </a:lnTo>
                <a:lnTo>
                  <a:pt x="28575" y="442913"/>
                </a:lnTo>
                <a:lnTo>
                  <a:pt x="28575" y="433388"/>
                </a:lnTo>
                <a:lnTo>
                  <a:pt x="28575" y="423863"/>
                </a:lnTo>
                <a:lnTo>
                  <a:pt x="28575" y="414338"/>
                </a:lnTo>
                <a:lnTo>
                  <a:pt x="28575" y="404813"/>
                </a:lnTo>
                <a:lnTo>
                  <a:pt x="23813" y="400050"/>
                </a:lnTo>
                <a:lnTo>
                  <a:pt x="19050" y="395288"/>
                </a:lnTo>
                <a:lnTo>
                  <a:pt x="19050" y="385763"/>
                </a:lnTo>
                <a:lnTo>
                  <a:pt x="14288" y="381000"/>
                </a:lnTo>
                <a:lnTo>
                  <a:pt x="4763" y="381000"/>
                </a:lnTo>
                <a:lnTo>
                  <a:pt x="0" y="376238"/>
                </a:lnTo>
                <a:lnTo>
                  <a:pt x="0" y="366713"/>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9525" y="271463"/>
                </a:lnTo>
                <a:lnTo>
                  <a:pt x="4763" y="266700"/>
                </a:lnTo>
                <a:lnTo>
                  <a:pt x="0" y="261938"/>
                </a:lnTo>
                <a:lnTo>
                  <a:pt x="0" y="252413"/>
                </a:lnTo>
                <a:lnTo>
                  <a:pt x="0" y="242888"/>
                </a:lnTo>
                <a:lnTo>
                  <a:pt x="4763" y="238125"/>
                </a:lnTo>
                <a:lnTo>
                  <a:pt x="9525" y="233363"/>
                </a:lnTo>
                <a:lnTo>
                  <a:pt x="9525" y="223838"/>
                </a:lnTo>
                <a:lnTo>
                  <a:pt x="14288" y="219075"/>
                </a:lnTo>
                <a:lnTo>
                  <a:pt x="19050" y="214313"/>
                </a:lnTo>
                <a:lnTo>
                  <a:pt x="23813" y="209550"/>
                </a:lnTo>
                <a:lnTo>
                  <a:pt x="28575" y="204788"/>
                </a:lnTo>
                <a:lnTo>
                  <a:pt x="28575" y="195263"/>
                </a:lnTo>
                <a:lnTo>
                  <a:pt x="33338" y="190500"/>
                </a:lnTo>
                <a:lnTo>
                  <a:pt x="38100" y="185738"/>
                </a:lnTo>
                <a:lnTo>
                  <a:pt x="38100" y="176213"/>
                </a:lnTo>
                <a:lnTo>
                  <a:pt x="42863" y="171450"/>
                </a:lnTo>
                <a:lnTo>
                  <a:pt x="47625" y="166688"/>
                </a:lnTo>
                <a:lnTo>
                  <a:pt x="52388" y="161925"/>
                </a:lnTo>
                <a:lnTo>
                  <a:pt x="57150" y="157163"/>
                </a:lnTo>
                <a:lnTo>
                  <a:pt x="57150" y="147638"/>
                </a:lnTo>
                <a:lnTo>
                  <a:pt x="57150" y="138113"/>
                </a:lnTo>
                <a:lnTo>
                  <a:pt x="61913" y="133350"/>
                </a:lnTo>
                <a:lnTo>
                  <a:pt x="66675" y="128588"/>
                </a:lnTo>
                <a:lnTo>
                  <a:pt x="71438" y="123825"/>
                </a:lnTo>
                <a:lnTo>
                  <a:pt x="76200" y="119063"/>
                </a:lnTo>
                <a:lnTo>
                  <a:pt x="80963" y="114300"/>
                </a:lnTo>
                <a:lnTo>
                  <a:pt x="85725" y="109538"/>
                </a:lnTo>
                <a:lnTo>
                  <a:pt x="90488" y="104775"/>
                </a:lnTo>
                <a:lnTo>
                  <a:pt x="95250" y="100013"/>
                </a:lnTo>
                <a:lnTo>
                  <a:pt x="100013" y="95250"/>
                </a:lnTo>
                <a:lnTo>
                  <a:pt x="104775" y="90488"/>
                </a:lnTo>
                <a:lnTo>
                  <a:pt x="109538" y="85725"/>
                </a:lnTo>
                <a:lnTo>
                  <a:pt x="114300" y="80963"/>
                </a:lnTo>
                <a:lnTo>
                  <a:pt x="114300" y="71438"/>
                </a:lnTo>
                <a:lnTo>
                  <a:pt x="119063" y="66675"/>
                </a:lnTo>
                <a:lnTo>
                  <a:pt x="123825" y="61913"/>
                </a:lnTo>
                <a:lnTo>
                  <a:pt x="128588" y="57150"/>
                </a:lnTo>
                <a:lnTo>
                  <a:pt x="138113" y="57150"/>
                </a:lnTo>
                <a:lnTo>
                  <a:pt x="142875" y="52388"/>
                </a:lnTo>
                <a:lnTo>
                  <a:pt x="147638" y="47625"/>
                </a:lnTo>
                <a:lnTo>
                  <a:pt x="157163" y="47625"/>
                </a:lnTo>
                <a:lnTo>
                  <a:pt x="166688" y="47625"/>
                </a:lnTo>
                <a:lnTo>
                  <a:pt x="171450" y="42863"/>
                </a:lnTo>
                <a:lnTo>
                  <a:pt x="176213" y="38100"/>
                </a:lnTo>
                <a:lnTo>
                  <a:pt x="180975" y="33338"/>
                </a:lnTo>
                <a:lnTo>
                  <a:pt x="185738" y="28575"/>
                </a:lnTo>
                <a:lnTo>
                  <a:pt x="195263" y="28575"/>
                </a:lnTo>
                <a:lnTo>
                  <a:pt x="200025" y="23813"/>
                </a:lnTo>
                <a:lnTo>
                  <a:pt x="204788" y="19050"/>
                </a:lnTo>
                <a:lnTo>
                  <a:pt x="214313" y="19050"/>
                </a:lnTo>
                <a:lnTo>
                  <a:pt x="223838" y="19050"/>
                </a:lnTo>
                <a:lnTo>
                  <a:pt x="233363" y="19050"/>
                </a:lnTo>
                <a:lnTo>
                  <a:pt x="238125" y="14288"/>
                </a:lnTo>
                <a:lnTo>
                  <a:pt x="242888" y="9525"/>
                </a:lnTo>
                <a:lnTo>
                  <a:pt x="252413" y="9525"/>
                </a:lnTo>
                <a:lnTo>
                  <a:pt x="261938" y="9525"/>
                </a:lnTo>
                <a:lnTo>
                  <a:pt x="271463" y="9525"/>
                </a:lnTo>
                <a:lnTo>
                  <a:pt x="280988" y="9525"/>
                </a:lnTo>
                <a:lnTo>
                  <a:pt x="290513" y="9525"/>
                </a:lnTo>
                <a:lnTo>
                  <a:pt x="295275" y="4763"/>
                </a:lnTo>
                <a:close/>
              </a:path>
            </a:pathLst>
          </a:custGeom>
          <a:solidFill xmlns:a="http://schemas.openxmlformats.org/drawingml/2006/main">
            <a:srgbClr val="DADADA"/>
          </a:solidFill>
          <a:ln xmlns:a="http://schemas.openxmlformats.org/drawingml/2006/main" w="0">
            <a:noFill/>
            <a:prstDash val="solid"/>
          </a:ln>
        </p:spPr>
      </p:sp>
      <p:sp>
        <p:nvSpPr>
          <p:cNvPr id="208" name="deep-skill-chaining-source-component-3-gradient-220-0">
            <a:extLst xmlns:a="http://schemas.openxmlformats.org/drawingml/2006/main">
              <a:ext uri="{FF2B5EF4-FFF2-40B4-BE49-F238E27FC236}">
                <a16:creationId xmlns:a16="http://schemas.microsoft.com/office/drawing/2014/main" id="{F46DBAFF-3EA3-48F5-9260-F3B5590B0968}"/>
              </a:ext>
            </a:extLst>
          </p:cNvPr>
          <p:cNvSpPr>
            <a:spLocks xmlns:a="http://schemas.openxmlformats.org/drawingml/2006/main" noGrp="1"/>
          </p:cNvSpPr>
          <p:nvPr/>
        </p:nvSpPr>
        <p:spPr>
          <a:xfrm xmlns:a="http://schemas.openxmlformats.org/drawingml/2006/main" rot="0">
            <a:off x="9715500" y="1152525"/>
            <a:ext cx="600075" cy="590550"/>
          </a:xfrm>
          <a:custGeom xmlns:a="http://schemas.openxmlformats.org/drawingml/2006/main">
            <a:pathLst>
              <a:path w="600075" h="590550">
                <a:moveTo>
                  <a:pt x="238125" y="4763"/>
                </a:move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1950" y="4763"/>
                </a:lnTo>
                <a:lnTo>
                  <a:pt x="366713" y="9525"/>
                </a:lnTo>
                <a:lnTo>
                  <a:pt x="376238" y="9525"/>
                </a:lnTo>
                <a:lnTo>
                  <a:pt x="385763" y="9525"/>
                </a:lnTo>
                <a:lnTo>
                  <a:pt x="390525" y="14288"/>
                </a:lnTo>
                <a:lnTo>
                  <a:pt x="395288" y="19050"/>
                </a:lnTo>
                <a:lnTo>
                  <a:pt x="404813" y="19050"/>
                </a:lnTo>
                <a:lnTo>
                  <a:pt x="414338" y="19050"/>
                </a:lnTo>
                <a:lnTo>
                  <a:pt x="419100" y="23813"/>
                </a:lnTo>
                <a:lnTo>
                  <a:pt x="423863" y="28575"/>
                </a:lnTo>
                <a:lnTo>
                  <a:pt x="433388" y="28575"/>
                </a:lnTo>
                <a:lnTo>
                  <a:pt x="442913" y="28575"/>
                </a:lnTo>
                <a:lnTo>
                  <a:pt x="447675" y="33338"/>
                </a:lnTo>
                <a:lnTo>
                  <a:pt x="452438" y="38100"/>
                </a:lnTo>
                <a:lnTo>
                  <a:pt x="457200" y="42863"/>
                </a:lnTo>
                <a:lnTo>
                  <a:pt x="461963" y="47625"/>
                </a:lnTo>
                <a:lnTo>
                  <a:pt x="471488" y="47625"/>
                </a:lnTo>
                <a:lnTo>
                  <a:pt x="476250" y="52388"/>
                </a:lnTo>
                <a:lnTo>
                  <a:pt x="481013" y="57150"/>
                </a:lnTo>
                <a:lnTo>
                  <a:pt x="485775" y="61913"/>
                </a:lnTo>
                <a:lnTo>
                  <a:pt x="485775" y="71438"/>
                </a:lnTo>
                <a:lnTo>
                  <a:pt x="490538" y="76200"/>
                </a:lnTo>
                <a:lnTo>
                  <a:pt x="495300" y="80963"/>
                </a:lnTo>
                <a:lnTo>
                  <a:pt x="500063" y="85725"/>
                </a:lnTo>
                <a:lnTo>
                  <a:pt x="504825" y="90488"/>
                </a:lnTo>
                <a:lnTo>
                  <a:pt x="509588" y="95250"/>
                </a:lnTo>
                <a:lnTo>
                  <a:pt x="514350" y="100013"/>
                </a:lnTo>
                <a:lnTo>
                  <a:pt x="519113" y="104775"/>
                </a:lnTo>
                <a:lnTo>
                  <a:pt x="528638" y="104775"/>
                </a:lnTo>
                <a:lnTo>
                  <a:pt x="533400" y="109538"/>
                </a:lnTo>
                <a:lnTo>
                  <a:pt x="538163" y="114300"/>
                </a:lnTo>
                <a:lnTo>
                  <a:pt x="542925" y="119063"/>
                </a:lnTo>
                <a:lnTo>
                  <a:pt x="542925" y="128588"/>
                </a:lnTo>
                <a:lnTo>
                  <a:pt x="542925" y="138113"/>
                </a:lnTo>
                <a:lnTo>
                  <a:pt x="542925" y="147638"/>
                </a:lnTo>
                <a:lnTo>
                  <a:pt x="547688" y="152400"/>
                </a:lnTo>
                <a:lnTo>
                  <a:pt x="557213" y="152400"/>
                </a:lnTo>
                <a:lnTo>
                  <a:pt x="561975" y="157163"/>
                </a:lnTo>
                <a:lnTo>
                  <a:pt x="561975" y="166688"/>
                </a:lnTo>
                <a:lnTo>
                  <a:pt x="566738" y="171450"/>
                </a:lnTo>
                <a:lnTo>
                  <a:pt x="571500" y="176213"/>
                </a:lnTo>
                <a:lnTo>
                  <a:pt x="571500" y="185738"/>
                </a:lnTo>
                <a:lnTo>
                  <a:pt x="571500" y="195263"/>
                </a:lnTo>
                <a:lnTo>
                  <a:pt x="576263" y="200025"/>
                </a:lnTo>
                <a:lnTo>
                  <a:pt x="581025" y="204788"/>
                </a:lnTo>
                <a:lnTo>
                  <a:pt x="581025" y="214313"/>
                </a:lnTo>
                <a:lnTo>
                  <a:pt x="585788" y="219075"/>
                </a:lnTo>
                <a:lnTo>
                  <a:pt x="590550" y="223838"/>
                </a:lnTo>
                <a:lnTo>
                  <a:pt x="590550" y="233363"/>
                </a:lnTo>
                <a:lnTo>
                  <a:pt x="590550" y="242888"/>
                </a:lnTo>
                <a:lnTo>
                  <a:pt x="590550" y="252413"/>
                </a:lnTo>
                <a:lnTo>
                  <a:pt x="595313" y="257175"/>
                </a:lnTo>
                <a:lnTo>
                  <a:pt x="600075" y="261938"/>
                </a:lnTo>
                <a:lnTo>
                  <a:pt x="595313" y="266700"/>
                </a:lnTo>
                <a:lnTo>
                  <a:pt x="590550" y="271463"/>
                </a:lnTo>
                <a:lnTo>
                  <a:pt x="590550" y="280988"/>
                </a:lnTo>
                <a:lnTo>
                  <a:pt x="590550" y="290513"/>
                </a:lnTo>
                <a:lnTo>
                  <a:pt x="595313" y="295275"/>
                </a:lnTo>
                <a:lnTo>
                  <a:pt x="600075" y="300038"/>
                </a:lnTo>
                <a:lnTo>
                  <a:pt x="600075" y="309563"/>
                </a:lnTo>
                <a:lnTo>
                  <a:pt x="600075" y="319088"/>
                </a:lnTo>
                <a:lnTo>
                  <a:pt x="600075" y="328613"/>
                </a:lnTo>
                <a:lnTo>
                  <a:pt x="595313" y="333375"/>
                </a:lnTo>
                <a:lnTo>
                  <a:pt x="590550" y="338138"/>
                </a:lnTo>
                <a:lnTo>
                  <a:pt x="590550" y="347663"/>
                </a:lnTo>
                <a:lnTo>
                  <a:pt x="585788" y="352425"/>
                </a:lnTo>
                <a:lnTo>
                  <a:pt x="581025" y="357188"/>
                </a:lnTo>
                <a:lnTo>
                  <a:pt x="581025" y="366713"/>
                </a:lnTo>
                <a:lnTo>
                  <a:pt x="581025" y="376238"/>
                </a:lnTo>
                <a:lnTo>
                  <a:pt x="576263" y="381000"/>
                </a:lnTo>
                <a:lnTo>
                  <a:pt x="571500" y="385763"/>
                </a:lnTo>
                <a:lnTo>
                  <a:pt x="571500" y="395288"/>
                </a:lnTo>
                <a:lnTo>
                  <a:pt x="571500" y="404813"/>
                </a:lnTo>
                <a:lnTo>
                  <a:pt x="571500" y="414338"/>
                </a:lnTo>
                <a:lnTo>
                  <a:pt x="571500" y="423863"/>
                </a:lnTo>
                <a:lnTo>
                  <a:pt x="571500" y="433388"/>
                </a:lnTo>
                <a:lnTo>
                  <a:pt x="566738" y="438150"/>
                </a:lnTo>
                <a:lnTo>
                  <a:pt x="561975" y="442913"/>
                </a:lnTo>
                <a:lnTo>
                  <a:pt x="557213" y="447675"/>
                </a:lnTo>
                <a:lnTo>
                  <a:pt x="552450" y="452438"/>
                </a:lnTo>
                <a:lnTo>
                  <a:pt x="547688" y="457200"/>
                </a:lnTo>
                <a:lnTo>
                  <a:pt x="542925" y="461963"/>
                </a:lnTo>
                <a:lnTo>
                  <a:pt x="538163" y="466725"/>
                </a:lnTo>
                <a:lnTo>
                  <a:pt x="533400" y="471488"/>
                </a:lnTo>
                <a:lnTo>
                  <a:pt x="533400" y="481013"/>
                </a:lnTo>
                <a:lnTo>
                  <a:pt x="533400" y="490538"/>
                </a:lnTo>
                <a:lnTo>
                  <a:pt x="528638" y="495300"/>
                </a:lnTo>
                <a:lnTo>
                  <a:pt x="519113" y="495300"/>
                </a:lnTo>
                <a:lnTo>
                  <a:pt x="514350" y="500063"/>
                </a:lnTo>
                <a:lnTo>
                  <a:pt x="509588" y="504825"/>
                </a:lnTo>
                <a:lnTo>
                  <a:pt x="504825" y="509588"/>
                </a:lnTo>
                <a:lnTo>
                  <a:pt x="500063" y="514350"/>
                </a:lnTo>
                <a:lnTo>
                  <a:pt x="490538" y="514350"/>
                </a:lnTo>
                <a:lnTo>
                  <a:pt x="485775" y="519113"/>
                </a:lnTo>
                <a:lnTo>
                  <a:pt x="481013" y="523875"/>
                </a:lnTo>
                <a:lnTo>
                  <a:pt x="476250" y="528638"/>
                </a:lnTo>
                <a:lnTo>
                  <a:pt x="471488" y="533400"/>
                </a:lnTo>
                <a:lnTo>
                  <a:pt x="461963" y="533400"/>
                </a:lnTo>
                <a:lnTo>
                  <a:pt x="457200" y="538163"/>
                </a:lnTo>
                <a:lnTo>
                  <a:pt x="457200" y="547688"/>
                </a:lnTo>
                <a:lnTo>
                  <a:pt x="452438" y="552450"/>
                </a:lnTo>
                <a:lnTo>
                  <a:pt x="442913" y="552450"/>
                </a:lnTo>
                <a:lnTo>
                  <a:pt x="438150" y="557213"/>
                </a:lnTo>
                <a:lnTo>
                  <a:pt x="433388" y="561975"/>
                </a:lnTo>
                <a:lnTo>
                  <a:pt x="423863" y="561975"/>
                </a:lnTo>
                <a:lnTo>
                  <a:pt x="414338" y="561975"/>
                </a:lnTo>
                <a:lnTo>
                  <a:pt x="404813" y="561975"/>
                </a:lnTo>
                <a:lnTo>
                  <a:pt x="400050" y="566738"/>
                </a:lnTo>
                <a:lnTo>
                  <a:pt x="395288" y="571500"/>
                </a:lnTo>
                <a:lnTo>
                  <a:pt x="390525" y="576263"/>
                </a:lnTo>
                <a:lnTo>
                  <a:pt x="385763" y="581025"/>
                </a:lnTo>
                <a:lnTo>
                  <a:pt x="376238" y="581025"/>
                </a:lnTo>
                <a:lnTo>
                  <a:pt x="366713" y="581025"/>
                </a:lnTo>
                <a:lnTo>
                  <a:pt x="361950" y="585788"/>
                </a:lnTo>
                <a:lnTo>
                  <a:pt x="357188" y="590550"/>
                </a:lnTo>
                <a:lnTo>
                  <a:pt x="347663" y="590550"/>
                </a:lnTo>
                <a:lnTo>
                  <a:pt x="338138" y="590550"/>
                </a:lnTo>
                <a:lnTo>
                  <a:pt x="328613" y="590550"/>
                </a:lnTo>
                <a:lnTo>
                  <a:pt x="319088" y="590550"/>
                </a:lnTo>
                <a:lnTo>
                  <a:pt x="309563" y="590550"/>
                </a:lnTo>
                <a:lnTo>
                  <a:pt x="300038" y="590550"/>
                </a:lnTo>
                <a:lnTo>
                  <a:pt x="290513" y="590550"/>
                </a:lnTo>
                <a:lnTo>
                  <a:pt x="280988" y="590550"/>
                </a:lnTo>
                <a:lnTo>
                  <a:pt x="271463" y="590550"/>
                </a:lnTo>
                <a:lnTo>
                  <a:pt x="261938" y="590550"/>
                </a:lnTo>
                <a:lnTo>
                  <a:pt x="252413" y="590550"/>
                </a:lnTo>
                <a:lnTo>
                  <a:pt x="242888" y="590550"/>
                </a:lnTo>
                <a:lnTo>
                  <a:pt x="238125" y="585788"/>
                </a:lnTo>
                <a:lnTo>
                  <a:pt x="233363" y="581025"/>
                </a:lnTo>
                <a:lnTo>
                  <a:pt x="223838" y="581025"/>
                </a:lnTo>
                <a:lnTo>
                  <a:pt x="214313" y="581025"/>
                </a:lnTo>
                <a:lnTo>
                  <a:pt x="209550" y="576263"/>
                </a:lnTo>
                <a:lnTo>
                  <a:pt x="204788" y="571500"/>
                </a:lnTo>
                <a:lnTo>
                  <a:pt x="195263" y="571500"/>
                </a:lnTo>
                <a:lnTo>
                  <a:pt x="185738" y="571500"/>
                </a:lnTo>
                <a:lnTo>
                  <a:pt x="180975" y="566738"/>
                </a:lnTo>
                <a:lnTo>
                  <a:pt x="176213" y="561975"/>
                </a:lnTo>
                <a:lnTo>
                  <a:pt x="166688" y="561975"/>
                </a:lnTo>
                <a:lnTo>
                  <a:pt x="157163" y="561975"/>
                </a:lnTo>
                <a:lnTo>
                  <a:pt x="152400" y="557213"/>
                </a:lnTo>
                <a:lnTo>
                  <a:pt x="147638" y="552450"/>
                </a:lnTo>
                <a:lnTo>
                  <a:pt x="138113" y="552450"/>
                </a:lnTo>
                <a:lnTo>
                  <a:pt x="128588" y="552450"/>
                </a:lnTo>
                <a:lnTo>
                  <a:pt x="123825" y="547688"/>
                </a:lnTo>
                <a:lnTo>
                  <a:pt x="123825" y="538163"/>
                </a:lnTo>
                <a:lnTo>
                  <a:pt x="119063" y="533400"/>
                </a:lnTo>
                <a:lnTo>
                  <a:pt x="114300" y="528638"/>
                </a:lnTo>
                <a:lnTo>
                  <a:pt x="109538" y="523875"/>
                </a:lnTo>
                <a:lnTo>
                  <a:pt x="104775" y="519113"/>
                </a:lnTo>
                <a:lnTo>
                  <a:pt x="100013" y="514350"/>
                </a:lnTo>
                <a:lnTo>
                  <a:pt x="95250" y="509588"/>
                </a:lnTo>
                <a:lnTo>
                  <a:pt x="90488" y="504825"/>
                </a:lnTo>
                <a:lnTo>
                  <a:pt x="85725" y="500063"/>
                </a:lnTo>
                <a:lnTo>
                  <a:pt x="80963" y="495300"/>
                </a:lnTo>
                <a:lnTo>
                  <a:pt x="76200" y="490538"/>
                </a:lnTo>
                <a:lnTo>
                  <a:pt x="71438" y="485775"/>
                </a:lnTo>
                <a:lnTo>
                  <a:pt x="66675" y="481013"/>
                </a:lnTo>
                <a:lnTo>
                  <a:pt x="61913" y="476250"/>
                </a:lnTo>
                <a:lnTo>
                  <a:pt x="57150" y="471488"/>
                </a:lnTo>
                <a:lnTo>
                  <a:pt x="52388" y="466725"/>
                </a:lnTo>
                <a:lnTo>
                  <a:pt x="42863" y="466725"/>
                </a:lnTo>
                <a:lnTo>
                  <a:pt x="38100" y="461963"/>
                </a:lnTo>
                <a:lnTo>
                  <a:pt x="38100" y="452438"/>
                </a:lnTo>
                <a:lnTo>
                  <a:pt x="38100" y="442913"/>
                </a:lnTo>
                <a:lnTo>
                  <a:pt x="33338" y="438150"/>
                </a:lnTo>
                <a:lnTo>
                  <a:pt x="28575" y="433388"/>
                </a:lnTo>
                <a:lnTo>
                  <a:pt x="28575" y="423863"/>
                </a:lnTo>
                <a:lnTo>
                  <a:pt x="28575" y="414338"/>
                </a:lnTo>
                <a:lnTo>
                  <a:pt x="28575" y="404813"/>
                </a:lnTo>
                <a:lnTo>
                  <a:pt x="28575" y="395288"/>
                </a:lnTo>
                <a:lnTo>
                  <a:pt x="28575" y="385763"/>
                </a:lnTo>
                <a:lnTo>
                  <a:pt x="23813" y="381000"/>
                </a:lnTo>
                <a:lnTo>
                  <a:pt x="19050" y="376238"/>
                </a:lnTo>
                <a:lnTo>
                  <a:pt x="14288" y="371475"/>
                </a:lnTo>
                <a:lnTo>
                  <a:pt x="9525" y="366713"/>
                </a:lnTo>
                <a:lnTo>
                  <a:pt x="4763" y="361950"/>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4763" y="266700"/>
                </a:lnTo>
                <a:lnTo>
                  <a:pt x="9525" y="261938"/>
                </a:lnTo>
                <a:lnTo>
                  <a:pt x="4763" y="257175"/>
                </a:lnTo>
                <a:lnTo>
                  <a:pt x="0" y="252413"/>
                </a:lnTo>
                <a:lnTo>
                  <a:pt x="0" y="242888"/>
                </a:lnTo>
                <a:lnTo>
                  <a:pt x="0" y="233363"/>
                </a:lnTo>
                <a:lnTo>
                  <a:pt x="0" y="223838"/>
                </a:lnTo>
                <a:lnTo>
                  <a:pt x="0" y="214313"/>
                </a:lnTo>
                <a:lnTo>
                  <a:pt x="4763" y="209550"/>
                </a:lnTo>
                <a:lnTo>
                  <a:pt x="9525" y="204788"/>
                </a:lnTo>
                <a:lnTo>
                  <a:pt x="14288" y="200025"/>
                </a:lnTo>
                <a:lnTo>
                  <a:pt x="19050" y="195263"/>
                </a:lnTo>
                <a:lnTo>
                  <a:pt x="23813" y="190500"/>
                </a:lnTo>
                <a:lnTo>
                  <a:pt x="28575" y="185738"/>
                </a:lnTo>
                <a:lnTo>
                  <a:pt x="33338" y="180975"/>
                </a:lnTo>
                <a:lnTo>
                  <a:pt x="38100" y="176213"/>
                </a:lnTo>
                <a:lnTo>
                  <a:pt x="38100" y="166688"/>
                </a:lnTo>
                <a:lnTo>
                  <a:pt x="42863" y="161925"/>
                </a:lnTo>
                <a:lnTo>
                  <a:pt x="47625" y="157163"/>
                </a:lnTo>
                <a:lnTo>
                  <a:pt x="52388" y="152400"/>
                </a:lnTo>
                <a:lnTo>
                  <a:pt x="57150" y="147638"/>
                </a:lnTo>
                <a:lnTo>
                  <a:pt x="57150" y="138113"/>
                </a:lnTo>
                <a:lnTo>
                  <a:pt x="57150" y="128588"/>
                </a:lnTo>
                <a:lnTo>
                  <a:pt x="61913" y="123825"/>
                </a:lnTo>
                <a:lnTo>
                  <a:pt x="66675" y="119063"/>
                </a:lnTo>
                <a:lnTo>
                  <a:pt x="71438" y="114300"/>
                </a:lnTo>
                <a:lnTo>
                  <a:pt x="76200" y="109538"/>
                </a:lnTo>
                <a:lnTo>
                  <a:pt x="80963" y="104775"/>
                </a:lnTo>
                <a:lnTo>
                  <a:pt x="85725" y="100013"/>
                </a:lnTo>
                <a:lnTo>
                  <a:pt x="90488" y="95250"/>
                </a:lnTo>
                <a:lnTo>
                  <a:pt x="95250" y="90488"/>
                </a:lnTo>
                <a:lnTo>
                  <a:pt x="95250" y="80963"/>
                </a:lnTo>
                <a:lnTo>
                  <a:pt x="100013" y="76200"/>
                </a:lnTo>
                <a:lnTo>
                  <a:pt x="104775" y="71438"/>
                </a:lnTo>
                <a:lnTo>
                  <a:pt x="109538" y="66675"/>
                </a:lnTo>
                <a:lnTo>
                  <a:pt x="114300" y="61913"/>
                </a:lnTo>
                <a:lnTo>
                  <a:pt x="119063" y="57150"/>
                </a:lnTo>
                <a:lnTo>
                  <a:pt x="128588" y="57150"/>
                </a:lnTo>
                <a:lnTo>
                  <a:pt x="133350" y="52388"/>
                </a:lnTo>
                <a:lnTo>
                  <a:pt x="138113" y="47625"/>
                </a:lnTo>
                <a:lnTo>
                  <a:pt x="147638" y="47625"/>
                </a:lnTo>
                <a:lnTo>
                  <a:pt x="152400" y="42863"/>
                </a:lnTo>
                <a:lnTo>
                  <a:pt x="157163" y="38100"/>
                </a:lnTo>
                <a:lnTo>
                  <a:pt x="166688" y="38100"/>
                </a:lnTo>
                <a:lnTo>
                  <a:pt x="171450" y="33338"/>
                </a:lnTo>
                <a:lnTo>
                  <a:pt x="176213" y="28575"/>
                </a:lnTo>
                <a:lnTo>
                  <a:pt x="180975" y="23813"/>
                </a:lnTo>
                <a:lnTo>
                  <a:pt x="185738" y="19050"/>
                </a:lnTo>
                <a:lnTo>
                  <a:pt x="195263" y="19050"/>
                </a:lnTo>
                <a:lnTo>
                  <a:pt x="204788" y="19050"/>
                </a:lnTo>
                <a:lnTo>
                  <a:pt x="209550" y="14288"/>
                </a:lnTo>
                <a:lnTo>
                  <a:pt x="214313" y="9525"/>
                </a:lnTo>
                <a:lnTo>
                  <a:pt x="223838" y="9525"/>
                </a:lnTo>
                <a:lnTo>
                  <a:pt x="233363" y="9525"/>
                </a:lnTo>
                <a:lnTo>
                  <a:pt x="238125" y="4763"/>
                </a:lnTo>
                <a:close/>
              </a:path>
            </a:pathLst>
          </a:custGeom>
          <a:solidFill xmlns:a="http://schemas.openxmlformats.org/drawingml/2006/main">
            <a:srgbClr val="DCDCDC"/>
          </a:solidFill>
          <a:ln xmlns:a="http://schemas.openxmlformats.org/drawingml/2006/main" w="0">
            <a:noFill/>
            <a:prstDash val="solid"/>
          </a:ln>
        </p:spPr>
      </p:sp>
      <p:sp>
        <p:nvSpPr>
          <p:cNvPr id="209" name="deep-skill-chaining-source-component-3-gradient-222-0">
            <a:extLst xmlns:a="http://schemas.openxmlformats.org/drawingml/2006/main">
              <a:ext uri="{FF2B5EF4-FFF2-40B4-BE49-F238E27FC236}">
                <a16:creationId xmlns:a16="http://schemas.microsoft.com/office/drawing/2014/main" id="{EDB2C8AC-440E-4CA2-A4C5-4B472499FE4C}"/>
              </a:ext>
            </a:extLst>
          </p:cNvPr>
          <p:cNvSpPr>
            <a:spLocks xmlns:a="http://schemas.openxmlformats.org/drawingml/2006/main" noGrp="1"/>
          </p:cNvSpPr>
          <p:nvPr/>
        </p:nvSpPr>
        <p:spPr>
          <a:xfrm xmlns:a="http://schemas.openxmlformats.org/drawingml/2006/main" rot="0">
            <a:off x="9725025" y="1171575"/>
            <a:ext cx="581025" cy="561975"/>
          </a:xfrm>
          <a:custGeom xmlns:a="http://schemas.openxmlformats.org/drawingml/2006/main">
            <a:pathLst>
              <a:path w="581025" h="561975">
                <a:moveTo>
                  <a:pt x="219075" y="4763"/>
                </a:move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0525" y="14288"/>
                </a:lnTo>
                <a:lnTo>
                  <a:pt x="395288" y="19050"/>
                </a:lnTo>
                <a:lnTo>
                  <a:pt x="400050" y="23813"/>
                </a:lnTo>
                <a:lnTo>
                  <a:pt x="404813" y="28575"/>
                </a:lnTo>
                <a:lnTo>
                  <a:pt x="414338" y="28575"/>
                </a:lnTo>
                <a:lnTo>
                  <a:pt x="419100" y="33338"/>
                </a:lnTo>
                <a:lnTo>
                  <a:pt x="423863" y="38100"/>
                </a:lnTo>
                <a:lnTo>
                  <a:pt x="433388" y="38100"/>
                </a:lnTo>
                <a:lnTo>
                  <a:pt x="438150" y="42863"/>
                </a:lnTo>
                <a:lnTo>
                  <a:pt x="442913" y="47625"/>
                </a:lnTo>
                <a:lnTo>
                  <a:pt x="447675" y="52388"/>
                </a:lnTo>
                <a:lnTo>
                  <a:pt x="452438" y="57150"/>
                </a:lnTo>
                <a:lnTo>
                  <a:pt x="457200" y="61913"/>
                </a:lnTo>
                <a:lnTo>
                  <a:pt x="461963" y="66675"/>
                </a:lnTo>
                <a:lnTo>
                  <a:pt x="466725" y="71438"/>
                </a:lnTo>
                <a:lnTo>
                  <a:pt x="471488" y="76200"/>
                </a:lnTo>
                <a:lnTo>
                  <a:pt x="476250" y="80963"/>
                </a:lnTo>
                <a:lnTo>
                  <a:pt x="481013" y="85725"/>
                </a:lnTo>
                <a:lnTo>
                  <a:pt x="490538" y="85725"/>
                </a:lnTo>
                <a:lnTo>
                  <a:pt x="495300" y="90488"/>
                </a:lnTo>
                <a:lnTo>
                  <a:pt x="500063" y="95250"/>
                </a:lnTo>
                <a:lnTo>
                  <a:pt x="504825" y="100013"/>
                </a:lnTo>
                <a:lnTo>
                  <a:pt x="504825" y="109538"/>
                </a:lnTo>
                <a:lnTo>
                  <a:pt x="504825" y="119063"/>
                </a:lnTo>
                <a:lnTo>
                  <a:pt x="509588" y="123825"/>
                </a:lnTo>
                <a:lnTo>
                  <a:pt x="514350" y="128588"/>
                </a:lnTo>
                <a:lnTo>
                  <a:pt x="519113" y="133350"/>
                </a:lnTo>
                <a:lnTo>
                  <a:pt x="523875" y="138113"/>
                </a:lnTo>
                <a:lnTo>
                  <a:pt x="528638" y="142875"/>
                </a:lnTo>
                <a:lnTo>
                  <a:pt x="533400" y="147638"/>
                </a:lnTo>
                <a:lnTo>
                  <a:pt x="538163" y="152400"/>
                </a:lnTo>
                <a:lnTo>
                  <a:pt x="547688" y="152400"/>
                </a:lnTo>
                <a:lnTo>
                  <a:pt x="552450" y="157163"/>
                </a:lnTo>
                <a:lnTo>
                  <a:pt x="552450" y="166688"/>
                </a:lnTo>
                <a:lnTo>
                  <a:pt x="552450" y="176213"/>
                </a:lnTo>
                <a:lnTo>
                  <a:pt x="552450" y="185738"/>
                </a:lnTo>
                <a:lnTo>
                  <a:pt x="552450" y="195263"/>
                </a:lnTo>
                <a:lnTo>
                  <a:pt x="557213" y="200025"/>
                </a:lnTo>
                <a:lnTo>
                  <a:pt x="561975" y="204788"/>
                </a:lnTo>
                <a:lnTo>
                  <a:pt x="566738" y="209550"/>
                </a:lnTo>
                <a:lnTo>
                  <a:pt x="571500" y="214313"/>
                </a:lnTo>
                <a:lnTo>
                  <a:pt x="571500" y="223838"/>
                </a:lnTo>
                <a:lnTo>
                  <a:pt x="571500" y="233363"/>
                </a:lnTo>
                <a:lnTo>
                  <a:pt x="571500" y="242888"/>
                </a:lnTo>
                <a:lnTo>
                  <a:pt x="571500" y="252413"/>
                </a:lnTo>
                <a:lnTo>
                  <a:pt x="571500" y="261938"/>
                </a:lnTo>
                <a:lnTo>
                  <a:pt x="571500" y="271463"/>
                </a:lnTo>
                <a:lnTo>
                  <a:pt x="571500" y="280988"/>
                </a:lnTo>
                <a:lnTo>
                  <a:pt x="571500" y="290513"/>
                </a:lnTo>
                <a:lnTo>
                  <a:pt x="576263" y="295275"/>
                </a:lnTo>
                <a:lnTo>
                  <a:pt x="581025" y="300038"/>
                </a:lnTo>
                <a:lnTo>
                  <a:pt x="576263" y="304800"/>
                </a:lnTo>
                <a:lnTo>
                  <a:pt x="571500" y="309563"/>
                </a:lnTo>
                <a:lnTo>
                  <a:pt x="566738" y="314325"/>
                </a:lnTo>
                <a:lnTo>
                  <a:pt x="561975" y="319088"/>
                </a:lnTo>
                <a:lnTo>
                  <a:pt x="561975" y="328613"/>
                </a:lnTo>
                <a:lnTo>
                  <a:pt x="561975" y="338138"/>
                </a:lnTo>
                <a:lnTo>
                  <a:pt x="561975" y="347663"/>
                </a:lnTo>
                <a:lnTo>
                  <a:pt x="557213" y="352425"/>
                </a:lnTo>
                <a:lnTo>
                  <a:pt x="552450" y="357188"/>
                </a:lnTo>
                <a:lnTo>
                  <a:pt x="552450" y="366713"/>
                </a:lnTo>
                <a:lnTo>
                  <a:pt x="547688" y="371475"/>
                </a:lnTo>
                <a:lnTo>
                  <a:pt x="542925" y="376238"/>
                </a:lnTo>
                <a:lnTo>
                  <a:pt x="542925" y="385763"/>
                </a:lnTo>
                <a:lnTo>
                  <a:pt x="542925" y="395288"/>
                </a:lnTo>
                <a:lnTo>
                  <a:pt x="542925" y="404813"/>
                </a:lnTo>
                <a:lnTo>
                  <a:pt x="542925" y="414338"/>
                </a:lnTo>
                <a:lnTo>
                  <a:pt x="538163" y="419100"/>
                </a:lnTo>
                <a:lnTo>
                  <a:pt x="533400" y="423863"/>
                </a:lnTo>
                <a:lnTo>
                  <a:pt x="528638" y="428625"/>
                </a:lnTo>
                <a:lnTo>
                  <a:pt x="523875" y="433388"/>
                </a:lnTo>
                <a:lnTo>
                  <a:pt x="519113" y="438150"/>
                </a:lnTo>
                <a:lnTo>
                  <a:pt x="514350" y="442913"/>
                </a:lnTo>
                <a:lnTo>
                  <a:pt x="509588" y="447675"/>
                </a:lnTo>
                <a:lnTo>
                  <a:pt x="504825" y="452438"/>
                </a:lnTo>
                <a:lnTo>
                  <a:pt x="504825" y="461963"/>
                </a:lnTo>
                <a:lnTo>
                  <a:pt x="500063" y="466725"/>
                </a:lnTo>
                <a:lnTo>
                  <a:pt x="495300" y="471488"/>
                </a:lnTo>
                <a:lnTo>
                  <a:pt x="490538" y="476250"/>
                </a:lnTo>
                <a:lnTo>
                  <a:pt x="481013" y="476250"/>
                </a:lnTo>
                <a:lnTo>
                  <a:pt x="476250" y="481013"/>
                </a:lnTo>
                <a:lnTo>
                  <a:pt x="471488" y="485775"/>
                </a:lnTo>
                <a:lnTo>
                  <a:pt x="466725" y="490538"/>
                </a:lnTo>
                <a:lnTo>
                  <a:pt x="461963" y="495300"/>
                </a:lnTo>
                <a:lnTo>
                  <a:pt x="452438" y="495300"/>
                </a:lnTo>
                <a:lnTo>
                  <a:pt x="447675" y="500063"/>
                </a:lnTo>
                <a:lnTo>
                  <a:pt x="442913" y="504825"/>
                </a:lnTo>
                <a:lnTo>
                  <a:pt x="438150" y="509588"/>
                </a:lnTo>
                <a:lnTo>
                  <a:pt x="433388" y="514350"/>
                </a:lnTo>
                <a:lnTo>
                  <a:pt x="428625" y="519113"/>
                </a:lnTo>
                <a:lnTo>
                  <a:pt x="423863" y="523875"/>
                </a:lnTo>
                <a:lnTo>
                  <a:pt x="414338" y="523875"/>
                </a:lnTo>
                <a:lnTo>
                  <a:pt x="409575" y="528638"/>
                </a:lnTo>
                <a:lnTo>
                  <a:pt x="404813" y="533400"/>
                </a:lnTo>
                <a:lnTo>
                  <a:pt x="395288" y="533400"/>
                </a:lnTo>
                <a:lnTo>
                  <a:pt x="385763" y="533400"/>
                </a:lnTo>
                <a:lnTo>
                  <a:pt x="381000" y="538163"/>
                </a:lnTo>
                <a:lnTo>
                  <a:pt x="376238" y="542925"/>
                </a:lnTo>
                <a:lnTo>
                  <a:pt x="366713" y="542925"/>
                </a:lnTo>
                <a:lnTo>
                  <a:pt x="357188" y="542925"/>
                </a:lnTo>
                <a:lnTo>
                  <a:pt x="352425" y="547688"/>
                </a:lnTo>
                <a:lnTo>
                  <a:pt x="347663" y="552450"/>
                </a:lnTo>
                <a:lnTo>
                  <a:pt x="338138" y="552450"/>
                </a:lnTo>
                <a:lnTo>
                  <a:pt x="328613" y="552450"/>
                </a:lnTo>
                <a:lnTo>
                  <a:pt x="319088" y="552450"/>
                </a:lnTo>
                <a:lnTo>
                  <a:pt x="309563" y="552450"/>
                </a:lnTo>
                <a:lnTo>
                  <a:pt x="300038" y="552450"/>
                </a:lnTo>
                <a:lnTo>
                  <a:pt x="295275" y="557213"/>
                </a:lnTo>
                <a:lnTo>
                  <a:pt x="290513" y="561975"/>
                </a:lnTo>
                <a:lnTo>
                  <a:pt x="280988" y="561975"/>
                </a:lnTo>
                <a:lnTo>
                  <a:pt x="271463" y="561975"/>
                </a:lnTo>
                <a:lnTo>
                  <a:pt x="261938" y="561975"/>
                </a:lnTo>
                <a:lnTo>
                  <a:pt x="257175" y="557213"/>
                </a:lnTo>
                <a:lnTo>
                  <a:pt x="252413" y="552450"/>
                </a:lnTo>
                <a:lnTo>
                  <a:pt x="242888" y="552450"/>
                </a:lnTo>
                <a:lnTo>
                  <a:pt x="233363" y="552450"/>
                </a:lnTo>
                <a:lnTo>
                  <a:pt x="228600" y="547688"/>
                </a:lnTo>
                <a:lnTo>
                  <a:pt x="223838" y="542925"/>
                </a:lnTo>
                <a:lnTo>
                  <a:pt x="214313" y="542925"/>
                </a:lnTo>
                <a:lnTo>
                  <a:pt x="204788" y="542925"/>
                </a:lnTo>
                <a:lnTo>
                  <a:pt x="195263" y="542925"/>
                </a:lnTo>
                <a:lnTo>
                  <a:pt x="185738" y="542925"/>
                </a:lnTo>
                <a:lnTo>
                  <a:pt x="180975" y="538163"/>
                </a:lnTo>
                <a:lnTo>
                  <a:pt x="176213" y="533400"/>
                </a:lnTo>
                <a:lnTo>
                  <a:pt x="166688" y="533400"/>
                </a:lnTo>
                <a:lnTo>
                  <a:pt x="161925" y="528638"/>
                </a:lnTo>
                <a:lnTo>
                  <a:pt x="157163" y="523875"/>
                </a:lnTo>
                <a:lnTo>
                  <a:pt x="147638" y="523875"/>
                </a:lnTo>
                <a:lnTo>
                  <a:pt x="142875" y="519113"/>
                </a:lnTo>
                <a:lnTo>
                  <a:pt x="138113" y="514350"/>
                </a:lnTo>
                <a:lnTo>
                  <a:pt x="133350" y="509588"/>
                </a:lnTo>
                <a:lnTo>
                  <a:pt x="128588" y="504825"/>
                </a:lnTo>
                <a:lnTo>
                  <a:pt x="119063" y="504825"/>
                </a:lnTo>
                <a:lnTo>
                  <a:pt x="114300" y="500063"/>
                </a:lnTo>
                <a:lnTo>
                  <a:pt x="114300" y="490538"/>
                </a:lnTo>
                <a:lnTo>
                  <a:pt x="109538" y="485775"/>
                </a:lnTo>
                <a:lnTo>
                  <a:pt x="104775" y="481013"/>
                </a:lnTo>
                <a:lnTo>
                  <a:pt x="100013" y="476250"/>
                </a:lnTo>
                <a:lnTo>
                  <a:pt x="90488" y="476250"/>
                </a:lnTo>
                <a:lnTo>
                  <a:pt x="85725" y="471488"/>
                </a:lnTo>
                <a:lnTo>
                  <a:pt x="85725" y="461963"/>
                </a:lnTo>
                <a:lnTo>
                  <a:pt x="80963" y="457200"/>
                </a:lnTo>
                <a:lnTo>
                  <a:pt x="76200" y="452438"/>
                </a:lnTo>
                <a:lnTo>
                  <a:pt x="71438" y="447675"/>
                </a:lnTo>
                <a:lnTo>
                  <a:pt x="61913" y="447675"/>
                </a:lnTo>
                <a:lnTo>
                  <a:pt x="57150" y="442913"/>
                </a:lnTo>
                <a:lnTo>
                  <a:pt x="57150" y="433388"/>
                </a:lnTo>
                <a:lnTo>
                  <a:pt x="52388" y="428625"/>
                </a:lnTo>
                <a:lnTo>
                  <a:pt x="47625" y="423863"/>
                </a:lnTo>
                <a:lnTo>
                  <a:pt x="47625" y="414338"/>
                </a:lnTo>
                <a:lnTo>
                  <a:pt x="47625" y="404813"/>
                </a:lnTo>
                <a:lnTo>
                  <a:pt x="47625" y="395288"/>
                </a:lnTo>
                <a:lnTo>
                  <a:pt x="47625" y="385763"/>
                </a:lnTo>
                <a:lnTo>
                  <a:pt x="42863" y="381000"/>
                </a:lnTo>
                <a:lnTo>
                  <a:pt x="38100" y="376238"/>
                </a:lnTo>
                <a:lnTo>
                  <a:pt x="38100" y="366713"/>
                </a:lnTo>
                <a:lnTo>
                  <a:pt x="33338" y="361950"/>
                </a:lnTo>
                <a:lnTo>
                  <a:pt x="28575" y="357188"/>
                </a:lnTo>
                <a:lnTo>
                  <a:pt x="23813" y="352425"/>
                </a:lnTo>
                <a:lnTo>
                  <a:pt x="19050" y="347663"/>
                </a:lnTo>
                <a:lnTo>
                  <a:pt x="14288" y="342900"/>
                </a:lnTo>
                <a:lnTo>
                  <a:pt x="9525" y="338138"/>
                </a:lnTo>
                <a:lnTo>
                  <a:pt x="9525" y="328613"/>
                </a:lnTo>
                <a:lnTo>
                  <a:pt x="9525" y="319088"/>
                </a:lnTo>
                <a:lnTo>
                  <a:pt x="9525" y="309563"/>
                </a:lnTo>
                <a:lnTo>
                  <a:pt x="9525" y="300038"/>
                </a:lnTo>
                <a:lnTo>
                  <a:pt x="9525" y="290513"/>
                </a:lnTo>
                <a:lnTo>
                  <a:pt x="9525" y="280988"/>
                </a:lnTo>
                <a:lnTo>
                  <a:pt x="4763" y="276225"/>
                </a:lnTo>
                <a:lnTo>
                  <a:pt x="0" y="271463"/>
                </a:lnTo>
                <a:lnTo>
                  <a:pt x="4763" y="266700"/>
                </a:lnTo>
                <a:lnTo>
                  <a:pt x="9525" y="261938"/>
                </a:lnTo>
                <a:lnTo>
                  <a:pt x="9525" y="252413"/>
                </a:lnTo>
                <a:lnTo>
                  <a:pt x="14288" y="247650"/>
                </a:lnTo>
                <a:lnTo>
                  <a:pt x="19050" y="242888"/>
                </a:lnTo>
                <a:lnTo>
                  <a:pt x="14288" y="238125"/>
                </a:lnTo>
                <a:lnTo>
                  <a:pt x="9525" y="233363"/>
                </a:lnTo>
                <a:lnTo>
                  <a:pt x="9525" y="223838"/>
                </a:lnTo>
                <a:lnTo>
                  <a:pt x="4763" y="219075"/>
                </a:lnTo>
                <a:lnTo>
                  <a:pt x="0" y="214313"/>
                </a:lnTo>
                <a:lnTo>
                  <a:pt x="4763" y="209550"/>
                </a:lnTo>
                <a:lnTo>
                  <a:pt x="9525" y="204788"/>
                </a:lnTo>
                <a:lnTo>
                  <a:pt x="9525" y="195263"/>
                </a:lnTo>
                <a:lnTo>
                  <a:pt x="14288" y="190500"/>
                </a:lnTo>
                <a:lnTo>
                  <a:pt x="19050" y="185738"/>
                </a:lnTo>
                <a:lnTo>
                  <a:pt x="23813" y="180975"/>
                </a:lnTo>
                <a:lnTo>
                  <a:pt x="28575" y="176213"/>
                </a:lnTo>
                <a:lnTo>
                  <a:pt x="33338" y="171450"/>
                </a:lnTo>
                <a:lnTo>
                  <a:pt x="38100" y="166688"/>
                </a:lnTo>
                <a:lnTo>
                  <a:pt x="38100" y="157163"/>
                </a:lnTo>
                <a:lnTo>
                  <a:pt x="42863" y="152400"/>
                </a:lnTo>
                <a:lnTo>
                  <a:pt x="47625" y="147638"/>
                </a:lnTo>
                <a:lnTo>
                  <a:pt x="52388" y="142875"/>
                </a:lnTo>
                <a:lnTo>
                  <a:pt x="57150" y="138113"/>
                </a:lnTo>
                <a:lnTo>
                  <a:pt x="57150" y="128588"/>
                </a:lnTo>
                <a:lnTo>
                  <a:pt x="61913" y="123825"/>
                </a:lnTo>
                <a:lnTo>
                  <a:pt x="66675" y="119063"/>
                </a:lnTo>
                <a:lnTo>
                  <a:pt x="66675" y="109538"/>
                </a:lnTo>
                <a:lnTo>
                  <a:pt x="71438" y="104775"/>
                </a:lnTo>
                <a:lnTo>
                  <a:pt x="76200" y="100013"/>
                </a:lnTo>
                <a:lnTo>
                  <a:pt x="80963" y="95250"/>
                </a:lnTo>
                <a:lnTo>
                  <a:pt x="85725" y="90488"/>
                </a:lnTo>
                <a:lnTo>
                  <a:pt x="90488" y="85725"/>
                </a:lnTo>
                <a:lnTo>
                  <a:pt x="95250" y="80963"/>
                </a:lnTo>
                <a:lnTo>
                  <a:pt x="100013" y="76200"/>
                </a:lnTo>
                <a:lnTo>
                  <a:pt x="104775" y="71438"/>
                </a:lnTo>
                <a:lnTo>
                  <a:pt x="104775" y="61913"/>
                </a:lnTo>
                <a:lnTo>
                  <a:pt x="109538" y="57150"/>
                </a:lnTo>
                <a:lnTo>
                  <a:pt x="119063" y="57150"/>
                </a:lnTo>
                <a:lnTo>
                  <a:pt x="123825" y="52388"/>
                </a:lnTo>
                <a:lnTo>
                  <a:pt x="128588" y="47625"/>
                </a:lnTo>
                <a:lnTo>
                  <a:pt x="133350" y="42863"/>
                </a:lnTo>
                <a:lnTo>
                  <a:pt x="138113" y="38100"/>
                </a:lnTo>
                <a:lnTo>
                  <a:pt x="147638" y="38100"/>
                </a:lnTo>
                <a:lnTo>
                  <a:pt x="152400" y="33338"/>
                </a:lnTo>
                <a:lnTo>
                  <a:pt x="157163" y="28575"/>
                </a:lnTo>
                <a:lnTo>
                  <a:pt x="166688" y="28575"/>
                </a:lnTo>
                <a:lnTo>
                  <a:pt x="171450" y="23813"/>
                </a:lnTo>
                <a:lnTo>
                  <a:pt x="171450" y="14288"/>
                </a:lnTo>
                <a:lnTo>
                  <a:pt x="176213" y="9525"/>
                </a:lnTo>
                <a:lnTo>
                  <a:pt x="185738" y="9525"/>
                </a:lnTo>
                <a:lnTo>
                  <a:pt x="195263" y="9525"/>
                </a:lnTo>
                <a:lnTo>
                  <a:pt x="204788" y="9525"/>
                </a:lnTo>
                <a:lnTo>
                  <a:pt x="214313" y="9525"/>
                </a:lnTo>
                <a:lnTo>
                  <a:pt x="219075" y="4763"/>
                </a:lnTo>
                <a:close/>
              </a:path>
            </a:pathLst>
          </a:custGeom>
          <a:solidFill xmlns:a="http://schemas.openxmlformats.org/drawingml/2006/main">
            <a:srgbClr val="DEDEDE"/>
          </a:solidFill>
          <a:ln xmlns:a="http://schemas.openxmlformats.org/drawingml/2006/main" w="0">
            <a:noFill/>
            <a:prstDash val="solid"/>
          </a:ln>
        </p:spPr>
      </p:sp>
      <p:sp>
        <p:nvSpPr>
          <p:cNvPr id="210" name="deep-skill-chaining-source-component-3-gradient-224-0">
            <a:extLst xmlns:a="http://schemas.openxmlformats.org/drawingml/2006/main">
              <a:ext uri="{FF2B5EF4-FFF2-40B4-BE49-F238E27FC236}">
                <a16:creationId xmlns:a16="http://schemas.microsoft.com/office/drawing/2014/main" id="{77C2E353-1E18-4713-B1E0-5679DFB22EEF}"/>
              </a:ext>
            </a:extLst>
          </p:cNvPr>
          <p:cNvSpPr>
            <a:spLocks xmlns:a="http://schemas.openxmlformats.org/drawingml/2006/main" noGrp="1"/>
          </p:cNvSpPr>
          <p:nvPr/>
        </p:nvSpPr>
        <p:spPr>
          <a:xfrm xmlns:a="http://schemas.openxmlformats.org/drawingml/2006/main" rot="0">
            <a:off x="9744075" y="1181100"/>
            <a:ext cx="542925" cy="533400"/>
          </a:xfrm>
          <a:custGeom xmlns:a="http://schemas.openxmlformats.org/drawingml/2006/main">
            <a:pathLst>
              <a:path w="542925" h="533400">
                <a:moveTo>
                  <a:pt x="209550" y="4763"/>
                </a:move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4800" y="4763"/>
                </a:lnTo>
                <a:lnTo>
                  <a:pt x="309563" y="9525"/>
                </a:lnTo>
                <a:lnTo>
                  <a:pt x="319088" y="9525"/>
                </a:lnTo>
                <a:lnTo>
                  <a:pt x="323850" y="14288"/>
                </a:lnTo>
                <a:lnTo>
                  <a:pt x="328613" y="19050"/>
                </a:lnTo>
                <a:lnTo>
                  <a:pt x="338138" y="19050"/>
                </a:lnTo>
                <a:lnTo>
                  <a:pt x="347663" y="19050"/>
                </a:lnTo>
                <a:lnTo>
                  <a:pt x="357188" y="19050"/>
                </a:lnTo>
                <a:lnTo>
                  <a:pt x="361950" y="23813"/>
                </a:lnTo>
                <a:lnTo>
                  <a:pt x="366713" y="28575"/>
                </a:lnTo>
                <a:lnTo>
                  <a:pt x="376238" y="28575"/>
                </a:lnTo>
                <a:lnTo>
                  <a:pt x="385763" y="28575"/>
                </a:lnTo>
                <a:lnTo>
                  <a:pt x="390525" y="33338"/>
                </a:lnTo>
                <a:lnTo>
                  <a:pt x="395288" y="38100"/>
                </a:lnTo>
                <a:lnTo>
                  <a:pt x="400050" y="42863"/>
                </a:lnTo>
                <a:lnTo>
                  <a:pt x="404813" y="47625"/>
                </a:lnTo>
                <a:lnTo>
                  <a:pt x="414338" y="47625"/>
                </a:lnTo>
                <a:lnTo>
                  <a:pt x="419100" y="52388"/>
                </a:lnTo>
                <a:lnTo>
                  <a:pt x="423863" y="57150"/>
                </a:lnTo>
                <a:lnTo>
                  <a:pt x="428625" y="61913"/>
                </a:lnTo>
                <a:lnTo>
                  <a:pt x="428625" y="71438"/>
                </a:lnTo>
                <a:lnTo>
                  <a:pt x="433388" y="76200"/>
                </a:lnTo>
                <a:lnTo>
                  <a:pt x="442913" y="76200"/>
                </a:lnTo>
                <a:lnTo>
                  <a:pt x="447675" y="80963"/>
                </a:lnTo>
                <a:lnTo>
                  <a:pt x="452438" y="85725"/>
                </a:lnTo>
                <a:lnTo>
                  <a:pt x="457200" y="90488"/>
                </a:lnTo>
                <a:lnTo>
                  <a:pt x="461963" y="95250"/>
                </a:lnTo>
                <a:lnTo>
                  <a:pt x="466725" y="100013"/>
                </a:lnTo>
                <a:lnTo>
                  <a:pt x="466725" y="109538"/>
                </a:lnTo>
                <a:lnTo>
                  <a:pt x="471488" y="114300"/>
                </a:lnTo>
                <a:lnTo>
                  <a:pt x="476250" y="119063"/>
                </a:lnTo>
                <a:lnTo>
                  <a:pt x="481013" y="123825"/>
                </a:lnTo>
                <a:lnTo>
                  <a:pt x="485775" y="128588"/>
                </a:lnTo>
                <a:lnTo>
                  <a:pt x="490538" y="133350"/>
                </a:lnTo>
                <a:lnTo>
                  <a:pt x="495300" y="138113"/>
                </a:lnTo>
                <a:lnTo>
                  <a:pt x="500063" y="142875"/>
                </a:lnTo>
                <a:lnTo>
                  <a:pt x="504825" y="147638"/>
                </a:lnTo>
                <a:lnTo>
                  <a:pt x="504825" y="157163"/>
                </a:lnTo>
                <a:lnTo>
                  <a:pt x="509588" y="161925"/>
                </a:lnTo>
                <a:lnTo>
                  <a:pt x="514350" y="166688"/>
                </a:lnTo>
                <a:lnTo>
                  <a:pt x="514350" y="176213"/>
                </a:lnTo>
                <a:lnTo>
                  <a:pt x="519113" y="180975"/>
                </a:lnTo>
                <a:lnTo>
                  <a:pt x="523875" y="185738"/>
                </a:lnTo>
                <a:lnTo>
                  <a:pt x="523875" y="195263"/>
                </a:lnTo>
                <a:lnTo>
                  <a:pt x="528638" y="200025"/>
                </a:lnTo>
                <a:lnTo>
                  <a:pt x="533400" y="204788"/>
                </a:lnTo>
                <a:lnTo>
                  <a:pt x="533400" y="214313"/>
                </a:lnTo>
                <a:lnTo>
                  <a:pt x="533400" y="223838"/>
                </a:lnTo>
                <a:lnTo>
                  <a:pt x="533400" y="233363"/>
                </a:lnTo>
                <a:lnTo>
                  <a:pt x="533400" y="242888"/>
                </a:lnTo>
                <a:lnTo>
                  <a:pt x="533400" y="252413"/>
                </a:lnTo>
                <a:lnTo>
                  <a:pt x="533400" y="261938"/>
                </a:lnTo>
                <a:lnTo>
                  <a:pt x="533400" y="271463"/>
                </a:lnTo>
                <a:lnTo>
                  <a:pt x="533400" y="280988"/>
                </a:lnTo>
                <a:lnTo>
                  <a:pt x="538163" y="285750"/>
                </a:lnTo>
                <a:lnTo>
                  <a:pt x="542925" y="290513"/>
                </a:lnTo>
                <a:lnTo>
                  <a:pt x="538163" y="295275"/>
                </a:lnTo>
                <a:lnTo>
                  <a:pt x="533400" y="300038"/>
                </a:lnTo>
                <a:lnTo>
                  <a:pt x="533400" y="309563"/>
                </a:lnTo>
                <a:lnTo>
                  <a:pt x="533400" y="319088"/>
                </a:lnTo>
                <a:lnTo>
                  <a:pt x="528638" y="323850"/>
                </a:lnTo>
                <a:lnTo>
                  <a:pt x="523875" y="328613"/>
                </a:lnTo>
                <a:lnTo>
                  <a:pt x="523875" y="338138"/>
                </a:lnTo>
                <a:lnTo>
                  <a:pt x="523875" y="347663"/>
                </a:lnTo>
                <a:lnTo>
                  <a:pt x="519113" y="352425"/>
                </a:lnTo>
                <a:lnTo>
                  <a:pt x="514350" y="357188"/>
                </a:lnTo>
                <a:lnTo>
                  <a:pt x="509588" y="361950"/>
                </a:lnTo>
                <a:lnTo>
                  <a:pt x="504825" y="366713"/>
                </a:lnTo>
                <a:lnTo>
                  <a:pt x="504825" y="376238"/>
                </a:lnTo>
                <a:lnTo>
                  <a:pt x="504825" y="385763"/>
                </a:lnTo>
                <a:lnTo>
                  <a:pt x="504825" y="395288"/>
                </a:lnTo>
                <a:lnTo>
                  <a:pt x="504825" y="404813"/>
                </a:lnTo>
                <a:lnTo>
                  <a:pt x="500063" y="409575"/>
                </a:lnTo>
                <a:lnTo>
                  <a:pt x="490538" y="409575"/>
                </a:lnTo>
                <a:lnTo>
                  <a:pt x="485775" y="414338"/>
                </a:lnTo>
                <a:lnTo>
                  <a:pt x="485775" y="423863"/>
                </a:lnTo>
                <a:lnTo>
                  <a:pt x="481013" y="428625"/>
                </a:lnTo>
                <a:lnTo>
                  <a:pt x="476250" y="433388"/>
                </a:lnTo>
                <a:lnTo>
                  <a:pt x="476250" y="442913"/>
                </a:lnTo>
                <a:lnTo>
                  <a:pt x="471488" y="447675"/>
                </a:lnTo>
                <a:lnTo>
                  <a:pt x="461963" y="447675"/>
                </a:lnTo>
                <a:lnTo>
                  <a:pt x="457200" y="452438"/>
                </a:lnTo>
                <a:lnTo>
                  <a:pt x="452438" y="457200"/>
                </a:lnTo>
                <a:lnTo>
                  <a:pt x="447675" y="461963"/>
                </a:lnTo>
                <a:lnTo>
                  <a:pt x="442913" y="466725"/>
                </a:lnTo>
                <a:lnTo>
                  <a:pt x="433388" y="466725"/>
                </a:lnTo>
                <a:lnTo>
                  <a:pt x="423863" y="466725"/>
                </a:lnTo>
                <a:lnTo>
                  <a:pt x="419100" y="471488"/>
                </a:lnTo>
                <a:lnTo>
                  <a:pt x="414338" y="476250"/>
                </a:lnTo>
                <a:lnTo>
                  <a:pt x="409575" y="481013"/>
                </a:lnTo>
                <a:lnTo>
                  <a:pt x="404813" y="485775"/>
                </a:lnTo>
                <a:lnTo>
                  <a:pt x="395288" y="485775"/>
                </a:lnTo>
                <a:lnTo>
                  <a:pt x="390525" y="490538"/>
                </a:lnTo>
                <a:lnTo>
                  <a:pt x="385763" y="495300"/>
                </a:lnTo>
                <a:lnTo>
                  <a:pt x="381000" y="500063"/>
                </a:lnTo>
                <a:lnTo>
                  <a:pt x="376238" y="504825"/>
                </a:lnTo>
                <a:lnTo>
                  <a:pt x="366713" y="504825"/>
                </a:lnTo>
                <a:lnTo>
                  <a:pt x="361950" y="509588"/>
                </a:lnTo>
                <a:lnTo>
                  <a:pt x="357188" y="514350"/>
                </a:lnTo>
                <a:lnTo>
                  <a:pt x="347663" y="514350"/>
                </a:lnTo>
                <a:lnTo>
                  <a:pt x="342900" y="519113"/>
                </a:lnTo>
                <a:lnTo>
                  <a:pt x="338138" y="523875"/>
                </a:lnTo>
                <a:lnTo>
                  <a:pt x="328613" y="523875"/>
                </a:lnTo>
                <a:lnTo>
                  <a:pt x="319088" y="523875"/>
                </a:lnTo>
                <a:lnTo>
                  <a:pt x="309563" y="523875"/>
                </a:lnTo>
                <a:lnTo>
                  <a:pt x="300038" y="523875"/>
                </a:lnTo>
                <a:lnTo>
                  <a:pt x="290513" y="523875"/>
                </a:lnTo>
                <a:lnTo>
                  <a:pt x="280988" y="523875"/>
                </a:lnTo>
                <a:lnTo>
                  <a:pt x="276225" y="528638"/>
                </a:lnTo>
                <a:lnTo>
                  <a:pt x="271463" y="533400"/>
                </a:lnTo>
                <a:lnTo>
                  <a:pt x="261938" y="533400"/>
                </a:lnTo>
                <a:lnTo>
                  <a:pt x="252413" y="533400"/>
                </a:lnTo>
                <a:lnTo>
                  <a:pt x="242888" y="533400"/>
                </a:lnTo>
                <a:lnTo>
                  <a:pt x="238125" y="528638"/>
                </a:lnTo>
                <a:lnTo>
                  <a:pt x="233363" y="523875"/>
                </a:lnTo>
                <a:lnTo>
                  <a:pt x="223838" y="523875"/>
                </a:lnTo>
                <a:lnTo>
                  <a:pt x="214313" y="523875"/>
                </a:lnTo>
                <a:lnTo>
                  <a:pt x="204788" y="523875"/>
                </a:lnTo>
                <a:lnTo>
                  <a:pt x="195263" y="523875"/>
                </a:lnTo>
                <a:lnTo>
                  <a:pt x="185738" y="523875"/>
                </a:lnTo>
                <a:lnTo>
                  <a:pt x="180975" y="519113"/>
                </a:lnTo>
                <a:lnTo>
                  <a:pt x="176213" y="514350"/>
                </a:lnTo>
                <a:lnTo>
                  <a:pt x="166688" y="514350"/>
                </a:lnTo>
                <a:lnTo>
                  <a:pt x="161925" y="509588"/>
                </a:lnTo>
                <a:lnTo>
                  <a:pt x="157163" y="504825"/>
                </a:lnTo>
                <a:lnTo>
                  <a:pt x="152400" y="500063"/>
                </a:lnTo>
                <a:lnTo>
                  <a:pt x="147638" y="495300"/>
                </a:lnTo>
                <a:lnTo>
                  <a:pt x="138113" y="495300"/>
                </a:lnTo>
                <a:lnTo>
                  <a:pt x="128588" y="495300"/>
                </a:lnTo>
                <a:lnTo>
                  <a:pt x="123825" y="490538"/>
                </a:lnTo>
                <a:lnTo>
                  <a:pt x="119063" y="485775"/>
                </a:lnTo>
                <a:lnTo>
                  <a:pt x="114300" y="481013"/>
                </a:lnTo>
                <a:lnTo>
                  <a:pt x="109538" y="476250"/>
                </a:lnTo>
                <a:lnTo>
                  <a:pt x="104775" y="471488"/>
                </a:lnTo>
                <a:lnTo>
                  <a:pt x="100013" y="466725"/>
                </a:lnTo>
                <a:lnTo>
                  <a:pt x="95250" y="461963"/>
                </a:lnTo>
                <a:lnTo>
                  <a:pt x="90488" y="457200"/>
                </a:lnTo>
                <a:lnTo>
                  <a:pt x="85725" y="452438"/>
                </a:lnTo>
                <a:lnTo>
                  <a:pt x="80963" y="447675"/>
                </a:lnTo>
                <a:lnTo>
                  <a:pt x="76200" y="442913"/>
                </a:lnTo>
                <a:lnTo>
                  <a:pt x="71438" y="438150"/>
                </a:lnTo>
                <a:lnTo>
                  <a:pt x="66675" y="433388"/>
                </a:lnTo>
                <a:lnTo>
                  <a:pt x="61913" y="428625"/>
                </a:lnTo>
                <a:lnTo>
                  <a:pt x="57150" y="423863"/>
                </a:lnTo>
                <a:lnTo>
                  <a:pt x="52388" y="419100"/>
                </a:lnTo>
                <a:lnTo>
                  <a:pt x="47625" y="414338"/>
                </a:lnTo>
                <a:lnTo>
                  <a:pt x="42863" y="409575"/>
                </a:lnTo>
                <a:lnTo>
                  <a:pt x="38100" y="404813"/>
                </a:lnTo>
                <a:lnTo>
                  <a:pt x="38100" y="395288"/>
                </a:lnTo>
                <a:lnTo>
                  <a:pt x="38100" y="385763"/>
                </a:lnTo>
                <a:lnTo>
                  <a:pt x="38100" y="376238"/>
                </a:lnTo>
                <a:lnTo>
                  <a:pt x="38100" y="366713"/>
                </a:lnTo>
                <a:lnTo>
                  <a:pt x="33338" y="361950"/>
                </a:lnTo>
                <a:lnTo>
                  <a:pt x="28575" y="357188"/>
                </a:lnTo>
                <a:lnTo>
                  <a:pt x="28575" y="347663"/>
                </a:lnTo>
                <a:lnTo>
                  <a:pt x="23813" y="342900"/>
                </a:lnTo>
                <a:lnTo>
                  <a:pt x="19050" y="338138"/>
                </a:lnTo>
                <a:lnTo>
                  <a:pt x="14288" y="333375"/>
                </a:lnTo>
                <a:lnTo>
                  <a:pt x="9525" y="328613"/>
                </a:lnTo>
                <a:lnTo>
                  <a:pt x="9525" y="319088"/>
                </a:lnTo>
                <a:lnTo>
                  <a:pt x="9525" y="309563"/>
                </a:lnTo>
                <a:lnTo>
                  <a:pt x="9525" y="300038"/>
                </a:lnTo>
                <a:lnTo>
                  <a:pt x="9525" y="290513"/>
                </a:lnTo>
                <a:lnTo>
                  <a:pt x="9525" y="280988"/>
                </a:lnTo>
                <a:lnTo>
                  <a:pt x="4763" y="276225"/>
                </a:lnTo>
                <a:lnTo>
                  <a:pt x="0" y="271463"/>
                </a:lnTo>
                <a:lnTo>
                  <a:pt x="0" y="261938"/>
                </a:lnTo>
                <a:lnTo>
                  <a:pt x="0" y="252413"/>
                </a:lnTo>
                <a:lnTo>
                  <a:pt x="4763" y="247650"/>
                </a:lnTo>
                <a:lnTo>
                  <a:pt x="9525" y="242888"/>
                </a:lnTo>
                <a:lnTo>
                  <a:pt x="9525" y="233363"/>
                </a:lnTo>
                <a:lnTo>
                  <a:pt x="9525" y="223838"/>
                </a:lnTo>
                <a:lnTo>
                  <a:pt x="9525" y="214313"/>
                </a:lnTo>
                <a:lnTo>
                  <a:pt x="9525" y="204788"/>
                </a:lnTo>
                <a:lnTo>
                  <a:pt x="9525" y="195263"/>
                </a:lnTo>
                <a:lnTo>
                  <a:pt x="9525" y="185738"/>
                </a:lnTo>
                <a:lnTo>
                  <a:pt x="9525" y="176213"/>
                </a:lnTo>
                <a:lnTo>
                  <a:pt x="14288" y="171450"/>
                </a:lnTo>
                <a:lnTo>
                  <a:pt x="19050" y="166688"/>
                </a:lnTo>
                <a:lnTo>
                  <a:pt x="23813" y="161925"/>
                </a:lnTo>
                <a:lnTo>
                  <a:pt x="28575" y="157163"/>
                </a:lnTo>
                <a:lnTo>
                  <a:pt x="33338" y="152400"/>
                </a:lnTo>
                <a:lnTo>
                  <a:pt x="38100" y="147638"/>
                </a:lnTo>
                <a:lnTo>
                  <a:pt x="42863" y="142875"/>
                </a:lnTo>
                <a:lnTo>
                  <a:pt x="47625" y="138113"/>
                </a:lnTo>
                <a:lnTo>
                  <a:pt x="52388" y="133350"/>
                </a:lnTo>
                <a:lnTo>
                  <a:pt x="57150" y="128588"/>
                </a:lnTo>
                <a:lnTo>
                  <a:pt x="61913" y="123825"/>
                </a:lnTo>
                <a:lnTo>
                  <a:pt x="66675" y="119063"/>
                </a:lnTo>
                <a:lnTo>
                  <a:pt x="66675" y="109538"/>
                </a:lnTo>
                <a:lnTo>
                  <a:pt x="66675" y="100013"/>
                </a:lnTo>
                <a:lnTo>
                  <a:pt x="66675" y="90488"/>
                </a:lnTo>
                <a:lnTo>
                  <a:pt x="71438" y="85725"/>
                </a:lnTo>
                <a:lnTo>
                  <a:pt x="80963" y="85725"/>
                </a:lnTo>
                <a:lnTo>
                  <a:pt x="85725" y="80963"/>
                </a:lnTo>
                <a:lnTo>
                  <a:pt x="90488" y="76200"/>
                </a:lnTo>
                <a:lnTo>
                  <a:pt x="95250" y="71438"/>
                </a:lnTo>
                <a:lnTo>
                  <a:pt x="95250" y="61913"/>
                </a:lnTo>
                <a:lnTo>
                  <a:pt x="100013" y="57150"/>
                </a:lnTo>
                <a:lnTo>
                  <a:pt x="109538" y="57150"/>
                </a:lnTo>
                <a:lnTo>
                  <a:pt x="119063" y="57150"/>
                </a:lnTo>
                <a:lnTo>
                  <a:pt x="123825" y="52388"/>
                </a:lnTo>
                <a:lnTo>
                  <a:pt x="128588" y="47625"/>
                </a:lnTo>
                <a:lnTo>
                  <a:pt x="133350" y="42863"/>
                </a:lnTo>
                <a:lnTo>
                  <a:pt x="138113" y="38100"/>
                </a:lnTo>
                <a:lnTo>
                  <a:pt x="147638" y="38100"/>
                </a:lnTo>
                <a:lnTo>
                  <a:pt x="152400" y="33338"/>
                </a:lnTo>
                <a:lnTo>
                  <a:pt x="157163" y="28575"/>
                </a:lnTo>
                <a:lnTo>
                  <a:pt x="166688" y="28575"/>
                </a:lnTo>
                <a:lnTo>
                  <a:pt x="171450" y="23813"/>
                </a:lnTo>
                <a:lnTo>
                  <a:pt x="176213" y="19050"/>
                </a:lnTo>
                <a:lnTo>
                  <a:pt x="185738" y="19050"/>
                </a:lnTo>
                <a:lnTo>
                  <a:pt x="190500" y="14288"/>
                </a:lnTo>
                <a:lnTo>
                  <a:pt x="195263" y="9525"/>
                </a:lnTo>
                <a:lnTo>
                  <a:pt x="204788" y="9525"/>
                </a:lnTo>
                <a:lnTo>
                  <a:pt x="209550" y="4763"/>
                </a:lnTo>
                <a:close/>
              </a:path>
            </a:pathLst>
          </a:custGeom>
          <a:solidFill xmlns:a="http://schemas.openxmlformats.org/drawingml/2006/main">
            <a:srgbClr val="E0E0E0"/>
          </a:solidFill>
          <a:ln xmlns:a="http://schemas.openxmlformats.org/drawingml/2006/main" w="0">
            <a:noFill/>
            <a:prstDash val="solid"/>
          </a:ln>
        </p:spPr>
      </p:sp>
      <p:sp>
        <p:nvSpPr>
          <p:cNvPr id="211" name="deep-skill-chaining-source-component-3-gradient-226-0">
            <a:extLst xmlns:a="http://schemas.openxmlformats.org/drawingml/2006/main">
              <a:ext uri="{FF2B5EF4-FFF2-40B4-BE49-F238E27FC236}">
                <a16:creationId xmlns:a16="http://schemas.microsoft.com/office/drawing/2014/main" id="{D0E56714-515E-4176-B134-A1F61E05F85C}"/>
              </a:ext>
            </a:extLst>
          </p:cNvPr>
          <p:cNvSpPr>
            <a:spLocks xmlns:a="http://schemas.openxmlformats.org/drawingml/2006/main" noGrp="1"/>
          </p:cNvSpPr>
          <p:nvPr/>
        </p:nvSpPr>
        <p:spPr>
          <a:xfrm xmlns:a="http://schemas.openxmlformats.org/drawingml/2006/main" rot="0">
            <a:off x="9753600" y="1209675"/>
            <a:ext cx="514350" cy="485775"/>
          </a:xfrm>
          <a:custGeom xmlns:a="http://schemas.openxmlformats.org/drawingml/2006/main">
            <a:pathLst>
              <a:path w="514350" h="485775">
                <a:moveTo>
                  <a:pt x="171450" y="4763"/>
                </a:move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2425" y="14288"/>
                </a:lnTo>
                <a:lnTo>
                  <a:pt x="357188" y="19050"/>
                </a:lnTo>
                <a:lnTo>
                  <a:pt x="366713" y="19050"/>
                </a:lnTo>
                <a:lnTo>
                  <a:pt x="376238" y="19050"/>
                </a:lnTo>
                <a:lnTo>
                  <a:pt x="381000" y="23813"/>
                </a:lnTo>
                <a:lnTo>
                  <a:pt x="385763" y="28575"/>
                </a:lnTo>
                <a:lnTo>
                  <a:pt x="395288" y="28575"/>
                </a:lnTo>
                <a:lnTo>
                  <a:pt x="400050" y="33338"/>
                </a:lnTo>
                <a:lnTo>
                  <a:pt x="400050" y="42863"/>
                </a:lnTo>
                <a:lnTo>
                  <a:pt x="404813" y="47625"/>
                </a:lnTo>
                <a:lnTo>
                  <a:pt x="409575" y="52388"/>
                </a:lnTo>
                <a:lnTo>
                  <a:pt x="414338" y="57150"/>
                </a:lnTo>
                <a:lnTo>
                  <a:pt x="419100" y="61913"/>
                </a:lnTo>
                <a:lnTo>
                  <a:pt x="423863" y="66675"/>
                </a:lnTo>
                <a:lnTo>
                  <a:pt x="428625" y="71438"/>
                </a:lnTo>
                <a:lnTo>
                  <a:pt x="433388" y="76200"/>
                </a:lnTo>
                <a:lnTo>
                  <a:pt x="438150" y="80963"/>
                </a:lnTo>
                <a:lnTo>
                  <a:pt x="442913" y="85725"/>
                </a:lnTo>
                <a:lnTo>
                  <a:pt x="447675" y="90488"/>
                </a:lnTo>
                <a:lnTo>
                  <a:pt x="447675" y="100013"/>
                </a:lnTo>
                <a:lnTo>
                  <a:pt x="452438" y="104775"/>
                </a:lnTo>
                <a:lnTo>
                  <a:pt x="461963" y="104775"/>
                </a:lnTo>
                <a:lnTo>
                  <a:pt x="466725" y="109538"/>
                </a:lnTo>
                <a:lnTo>
                  <a:pt x="471488" y="114300"/>
                </a:lnTo>
                <a:lnTo>
                  <a:pt x="476250" y="119063"/>
                </a:lnTo>
                <a:lnTo>
                  <a:pt x="476250" y="128588"/>
                </a:lnTo>
                <a:lnTo>
                  <a:pt x="481013" y="133350"/>
                </a:lnTo>
                <a:lnTo>
                  <a:pt x="485775" y="138113"/>
                </a:lnTo>
                <a:lnTo>
                  <a:pt x="490538" y="142875"/>
                </a:lnTo>
                <a:lnTo>
                  <a:pt x="495300" y="147638"/>
                </a:lnTo>
                <a:lnTo>
                  <a:pt x="495300" y="157163"/>
                </a:lnTo>
                <a:lnTo>
                  <a:pt x="500063" y="161925"/>
                </a:lnTo>
                <a:lnTo>
                  <a:pt x="504825" y="166688"/>
                </a:lnTo>
                <a:lnTo>
                  <a:pt x="504825" y="176213"/>
                </a:lnTo>
                <a:lnTo>
                  <a:pt x="504825" y="185738"/>
                </a:lnTo>
                <a:lnTo>
                  <a:pt x="504825" y="195263"/>
                </a:lnTo>
                <a:lnTo>
                  <a:pt x="504825" y="204788"/>
                </a:lnTo>
                <a:lnTo>
                  <a:pt x="504825" y="214313"/>
                </a:lnTo>
                <a:lnTo>
                  <a:pt x="504825" y="223838"/>
                </a:lnTo>
                <a:lnTo>
                  <a:pt x="504825" y="233363"/>
                </a:lnTo>
                <a:lnTo>
                  <a:pt x="504825" y="242888"/>
                </a:lnTo>
                <a:lnTo>
                  <a:pt x="504825" y="252413"/>
                </a:lnTo>
                <a:lnTo>
                  <a:pt x="509588" y="257175"/>
                </a:lnTo>
                <a:lnTo>
                  <a:pt x="514350" y="261938"/>
                </a:lnTo>
                <a:lnTo>
                  <a:pt x="509588" y="266700"/>
                </a:lnTo>
                <a:lnTo>
                  <a:pt x="504825" y="271463"/>
                </a:lnTo>
                <a:lnTo>
                  <a:pt x="504825" y="280988"/>
                </a:lnTo>
                <a:lnTo>
                  <a:pt x="504825" y="290513"/>
                </a:lnTo>
                <a:lnTo>
                  <a:pt x="500063" y="295275"/>
                </a:lnTo>
                <a:lnTo>
                  <a:pt x="495300" y="300038"/>
                </a:lnTo>
                <a:lnTo>
                  <a:pt x="495300" y="309563"/>
                </a:lnTo>
                <a:lnTo>
                  <a:pt x="495300" y="319088"/>
                </a:lnTo>
                <a:lnTo>
                  <a:pt x="490538" y="323850"/>
                </a:lnTo>
                <a:lnTo>
                  <a:pt x="485775" y="328613"/>
                </a:lnTo>
                <a:lnTo>
                  <a:pt x="481013" y="333375"/>
                </a:lnTo>
                <a:lnTo>
                  <a:pt x="476250" y="338138"/>
                </a:lnTo>
                <a:lnTo>
                  <a:pt x="476250" y="347663"/>
                </a:lnTo>
                <a:lnTo>
                  <a:pt x="471488" y="352425"/>
                </a:lnTo>
                <a:lnTo>
                  <a:pt x="466725" y="357188"/>
                </a:lnTo>
                <a:lnTo>
                  <a:pt x="466725" y="366713"/>
                </a:lnTo>
                <a:lnTo>
                  <a:pt x="466725" y="376238"/>
                </a:lnTo>
                <a:lnTo>
                  <a:pt x="461963" y="381000"/>
                </a:lnTo>
                <a:lnTo>
                  <a:pt x="457200" y="385763"/>
                </a:lnTo>
                <a:lnTo>
                  <a:pt x="457200" y="395288"/>
                </a:lnTo>
                <a:lnTo>
                  <a:pt x="452438" y="400050"/>
                </a:lnTo>
                <a:lnTo>
                  <a:pt x="447675" y="404813"/>
                </a:lnTo>
                <a:lnTo>
                  <a:pt x="442913" y="409575"/>
                </a:lnTo>
                <a:lnTo>
                  <a:pt x="438150" y="414338"/>
                </a:lnTo>
                <a:lnTo>
                  <a:pt x="433388" y="419100"/>
                </a:lnTo>
                <a:lnTo>
                  <a:pt x="423863" y="419100"/>
                </a:lnTo>
                <a:lnTo>
                  <a:pt x="414338" y="419100"/>
                </a:lnTo>
                <a:lnTo>
                  <a:pt x="409575" y="423863"/>
                </a:lnTo>
                <a:lnTo>
                  <a:pt x="404813" y="428625"/>
                </a:lnTo>
                <a:lnTo>
                  <a:pt x="400050" y="433388"/>
                </a:lnTo>
                <a:lnTo>
                  <a:pt x="395288" y="438150"/>
                </a:lnTo>
                <a:lnTo>
                  <a:pt x="385763" y="438150"/>
                </a:lnTo>
                <a:lnTo>
                  <a:pt x="381000" y="442913"/>
                </a:lnTo>
                <a:lnTo>
                  <a:pt x="376238" y="447675"/>
                </a:lnTo>
                <a:lnTo>
                  <a:pt x="371475" y="452438"/>
                </a:lnTo>
                <a:lnTo>
                  <a:pt x="366713" y="457200"/>
                </a:lnTo>
                <a:lnTo>
                  <a:pt x="361950" y="461963"/>
                </a:lnTo>
                <a:lnTo>
                  <a:pt x="357188" y="466725"/>
                </a:lnTo>
                <a:lnTo>
                  <a:pt x="347663" y="466725"/>
                </a:lnTo>
                <a:lnTo>
                  <a:pt x="338138" y="466725"/>
                </a:lnTo>
                <a:lnTo>
                  <a:pt x="333375" y="471488"/>
                </a:lnTo>
                <a:lnTo>
                  <a:pt x="328613" y="476250"/>
                </a:lnTo>
                <a:lnTo>
                  <a:pt x="319088" y="476250"/>
                </a:lnTo>
                <a:lnTo>
                  <a:pt x="309563" y="476250"/>
                </a:lnTo>
                <a:lnTo>
                  <a:pt x="300038" y="476250"/>
                </a:lnTo>
                <a:lnTo>
                  <a:pt x="295275" y="481013"/>
                </a:lnTo>
                <a:lnTo>
                  <a:pt x="290513" y="485775"/>
                </a:lnTo>
                <a:lnTo>
                  <a:pt x="280988" y="485775"/>
                </a:lnTo>
                <a:lnTo>
                  <a:pt x="271463" y="485775"/>
                </a:lnTo>
                <a:lnTo>
                  <a:pt x="261938" y="485775"/>
                </a:lnTo>
                <a:lnTo>
                  <a:pt x="252413" y="485775"/>
                </a:lnTo>
                <a:lnTo>
                  <a:pt x="242888" y="485775"/>
                </a:lnTo>
                <a:lnTo>
                  <a:pt x="233363" y="485775"/>
                </a:lnTo>
                <a:lnTo>
                  <a:pt x="228600" y="481013"/>
                </a:lnTo>
                <a:lnTo>
                  <a:pt x="223838" y="476250"/>
                </a:lnTo>
                <a:lnTo>
                  <a:pt x="214313" y="476250"/>
                </a:lnTo>
                <a:lnTo>
                  <a:pt x="204788" y="476250"/>
                </a:lnTo>
                <a:lnTo>
                  <a:pt x="195263" y="476250"/>
                </a:lnTo>
                <a:lnTo>
                  <a:pt x="185738" y="476250"/>
                </a:lnTo>
                <a:lnTo>
                  <a:pt x="176213" y="476250"/>
                </a:lnTo>
                <a:lnTo>
                  <a:pt x="171450" y="471488"/>
                </a:lnTo>
                <a:lnTo>
                  <a:pt x="166688" y="466725"/>
                </a:lnTo>
                <a:lnTo>
                  <a:pt x="161925" y="461963"/>
                </a:lnTo>
                <a:lnTo>
                  <a:pt x="157163" y="457200"/>
                </a:lnTo>
                <a:lnTo>
                  <a:pt x="147638" y="457200"/>
                </a:lnTo>
                <a:lnTo>
                  <a:pt x="142875" y="452438"/>
                </a:lnTo>
                <a:lnTo>
                  <a:pt x="138113" y="447675"/>
                </a:lnTo>
                <a:lnTo>
                  <a:pt x="128588" y="447675"/>
                </a:lnTo>
                <a:lnTo>
                  <a:pt x="123825" y="442913"/>
                </a:lnTo>
                <a:lnTo>
                  <a:pt x="119063" y="438150"/>
                </a:lnTo>
                <a:lnTo>
                  <a:pt x="114300" y="433388"/>
                </a:lnTo>
                <a:lnTo>
                  <a:pt x="109538" y="428625"/>
                </a:lnTo>
                <a:lnTo>
                  <a:pt x="104775" y="423863"/>
                </a:lnTo>
                <a:lnTo>
                  <a:pt x="100013" y="419100"/>
                </a:lnTo>
                <a:lnTo>
                  <a:pt x="95250" y="414338"/>
                </a:lnTo>
                <a:lnTo>
                  <a:pt x="90488" y="409575"/>
                </a:lnTo>
                <a:lnTo>
                  <a:pt x="85725" y="404813"/>
                </a:lnTo>
                <a:lnTo>
                  <a:pt x="80963" y="400050"/>
                </a:lnTo>
                <a:lnTo>
                  <a:pt x="76200" y="395288"/>
                </a:lnTo>
                <a:lnTo>
                  <a:pt x="71438" y="390525"/>
                </a:lnTo>
                <a:lnTo>
                  <a:pt x="66675" y="385763"/>
                </a:lnTo>
                <a:lnTo>
                  <a:pt x="61913" y="381000"/>
                </a:lnTo>
                <a:lnTo>
                  <a:pt x="57150" y="376238"/>
                </a:lnTo>
                <a:lnTo>
                  <a:pt x="57150" y="366713"/>
                </a:lnTo>
                <a:lnTo>
                  <a:pt x="52388" y="361950"/>
                </a:lnTo>
                <a:lnTo>
                  <a:pt x="47625" y="357188"/>
                </a:lnTo>
                <a:lnTo>
                  <a:pt x="47625" y="347663"/>
                </a:lnTo>
                <a:lnTo>
                  <a:pt x="47625" y="338138"/>
                </a:lnTo>
                <a:lnTo>
                  <a:pt x="42863" y="333375"/>
                </a:lnTo>
                <a:lnTo>
                  <a:pt x="38100" y="328613"/>
                </a:lnTo>
                <a:lnTo>
                  <a:pt x="33338" y="323850"/>
                </a:lnTo>
                <a:lnTo>
                  <a:pt x="28575" y="319088"/>
                </a:lnTo>
                <a:lnTo>
                  <a:pt x="28575" y="309563"/>
                </a:lnTo>
                <a:lnTo>
                  <a:pt x="23813" y="304800"/>
                </a:lnTo>
                <a:lnTo>
                  <a:pt x="19050" y="300038"/>
                </a:lnTo>
                <a:lnTo>
                  <a:pt x="14288" y="295275"/>
                </a:lnTo>
                <a:lnTo>
                  <a:pt x="9525" y="290513"/>
                </a:lnTo>
                <a:lnTo>
                  <a:pt x="9525" y="280988"/>
                </a:lnTo>
                <a:lnTo>
                  <a:pt x="9525" y="271463"/>
                </a:lnTo>
                <a:lnTo>
                  <a:pt x="14288" y="266700"/>
                </a:lnTo>
                <a:lnTo>
                  <a:pt x="19050" y="261938"/>
                </a:lnTo>
                <a:lnTo>
                  <a:pt x="14288" y="257175"/>
                </a:lnTo>
                <a:lnTo>
                  <a:pt x="9525" y="252413"/>
                </a:lnTo>
                <a:lnTo>
                  <a:pt x="9525" y="242888"/>
                </a:lnTo>
                <a:lnTo>
                  <a:pt x="4763" y="238125"/>
                </a:lnTo>
                <a:lnTo>
                  <a:pt x="0" y="233363"/>
                </a:lnTo>
                <a:lnTo>
                  <a:pt x="4763" y="228600"/>
                </a:lnTo>
                <a:lnTo>
                  <a:pt x="9525" y="223838"/>
                </a:lnTo>
                <a:lnTo>
                  <a:pt x="14288" y="219075"/>
                </a:lnTo>
                <a:lnTo>
                  <a:pt x="19050" y="214313"/>
                </a:lnTo>
                <a:lnTo>
                  <a:pt x="23813" y="209550"/>
                </a:lnTo>
                <a:lnTo>
                  <a:pt x="28575" y="204788"/>
                </a:lnTo>
                <a:lnTo>
                  <a:pt x="23813" y="200025"/>
                </a:lnTo>
                <a:lnTo>
                  <a:pt x="19050" y="195263"/>
                </a:lnTo>
                <a:lnTo>
                  <a:pt x="19050" y="185738"/>
                </a:lnTo>
                <a:lnTo>
                  <a:pt x="19050" y="176213"/>
                </a:lnTo>
                <a:lnTo>
                  <a:pt x="19050" y="166688"/>
                </a:lnTo>
                <a:lnTo>
                  <a:pt x="19050" y="157163"/>
                </a:lnTo>
                <a:lnTo>
                  <a:pt x="23813" y="152400"/>
                </a:lnTo>
                <a:lnTo>
                  <a:pt x="28575" y="147638"/>
                </a:lnTo>
                <a:lnTo>
                  <a:pt x="28575" y="138113"/>
                </a:lnTo>
                <a:lnTo>
                  <a:pt x="33338" y="133350"/>
                </a:lnTo>
                <a:lnTo>
                  <a:pt x="38100" y="128588"/>
                </a:lnTo>
                <a:lnTo>
                  <a:pt x="42863" y="123825"/>
                </a:lnTo>
                <a:lnTo>
                  <a:pt x="47625" y="119063"/>
                </a:lnTo>
                <a:lnTo>
                  <a:pt x="52388" y="114300"/>
                </a:lnTo>
                <a:lnTo>
                  <a:pt x="57150" y="109538"/>
                </a:lnTo>
                <a:lnTo>
                  <a:pt x="61913" y="104775"/>
                </a:lnTo>
                <a:lnTo>
                  <a:pt x="66675" y="100013"/>
                </a:lnTo>
                <a:lnTo>
                  <a:pt x="66675" y="90488"/>
                </a:lnTo>
                <a:lnTo>
                  <a:pt x="71438" y="85725"/>
                </a:lnTo>
                <a:lnTo>
                  <a:pt x="76200" y="80963"/>
                </a:lnTo>
                <a:lnTo>
                  <a:pt x="76200" y="71438"/>
                </a:lnTo>
                <a:lnTo>
                  <a:pt x="80963" y="66675"/>
                </a:lnTo>
                <a:lnTo>
                  <a:pt x="85725" y="61913"/>
                </a:lnTo>
                <a:lnTo>
                  <a:pt x="90488" y="57150"/>
                </a:lnTo>
                <a:lnTo>
                  <a:pt x="100013" y="57150"/>
                </a:lnTo>
                <a:lnTo>
                  <a:pt x="104775" y="52388"/>
                </a:lnTo>
                <a:lnTo>
                  <a:pt x="109538" y="47625"/>
                </a:lnTo>
                <a:lnTo>
                  <a:pt x="119063" y="47625"/>
                </a:lnTo>
                <a:lnTo>
                  <a:pt x="123825" y="42863"/>
                </a:lnTo>
                <a:lnTo>
                  <a:pt x="128588" y="38100"/>
                </a:lnTo>
                <a:lnTo>
                  <a:pt x="133350" y="33338"/>
                </a:lnTo>
                <a:lnTo>
                  <a:pt x="138113" y="28575"/>
                </a:lnTo>
                <a:lnTo>
                  <a:pt x="147638" y="28575"/>
                </a:lnTo>
                <a:lnTo>
                  <a:pt x="152400" y="23813"/>
                </a:lnTo>
                <a:lnTo>
                  <a:pt x="157163" y="19050"/>
                </a:lnTo>
                <a:lnTo>
                  <a:pt x="161925" y="14288"/>
                </a:lnTo>
                <a:lnTo>
                  <a:pt x="166688" y="9525"/>
                </a:lnTo>
                <a:lnTo>
                  <a:pt x="171450" y="4763"/>
                </a:lnTo>
                <a:close/>
              </a:path>
            </a:pathLst>
          </a:custGeom>
          <a:solidFill xmlns:a="http://schemas.openxmlformats.org/drawingml/2006/main">
            <a:srgbClr val="E2E2E2"/>
          </a:solidFill>
          <a:ln xmlns:a="http://schemas.openxmlformats.org/drawingml/2006/main" w="0">
            <a:noFill/>
            <a:prstDash val="solid"/>
          </a:ln>
        </p:spPr>
      </p:sp>
      <p:sp>
        <p:nvSpPr>
          <p:cNvPr id="212" name="deep-skill-chaining-source-component-3-gradient-228-0">
            <a:extLst xmlns:a="http://schemas.openxmlformats.org/drawingml/2006/main">
              <a:ext uri="{FF2B5EF4-FFF2-40B4-BE49-F238E27FC236}">
                <a16:creationId xmlns:a16="http://schemas.microsoft.com/office/drawing/2014/main" id="{CCBD441A-5CB6-4F11-9176-664B0360E122}"/>
              </a:ext>
            </a:extLst>
          </p:cNvPr>
          <p:cNvSpPr>
            <a:spLocks xmlns:a="http://schemas.openxmlformats.org/drawingml/2006/main" noGrp="1"/>
          </p:cNvSpPr>
          <p:nvPr/>
        </p:nvSpPr>
        <p:spPr>
          <a:xfrm xmlns:a="http://schemas.openxmlformats.org/drawingml/2006/main" rot="0">
            <a:off x="9782175" y="1219200"/>
            <a:ext cx="466725" cy="457200"/>
          </a:xfrm>
          <a:custGeom xmlns:a="http://schemas.openxmlformats.org/drawingml/2006/main">
            <a:pathLst>
              <a:path w="466725" h="457200">
                <a:moveTo>
                  <a:pt x="209550" y="4763"/>
                </a:moveTo>
                <a:lnTo>
                  <a:pt x="214313" y="0"/>
                </a:lnTo>
                <a:lnTo>
                  <a:pt x="223838" y="0"/>
                </a:lnTo>
                <a:lnTo>
                  <a:pt x="233363" y="0"/>
                </a:lnTo>
                <a:lnTo>
                  <a:pt x="242888" y="0"/>
                </a:lnTo>
                <a:lnTo>
                  <a:pt x="252413" y="0"/>
                </a:lnTo>
                <a:lnTo>
                  <a:pt x="257175" y="4763"/>
                </a:lnTo>
                <a:lnTo>
                  <a:pt x="261938" y="9525"/>
                </a:lnTo>
                <a:lnTo>
                  <a:pt x="271463" y="9525"/>
                </a:lnTo>
                <a:lnTo>
                  <a:pt x="280988" y="9525"/>
                </a:lnTo>
                <a:lnTo>
                  <a:pt x="290513" y="9525"/>
                </a:lnTo>
                <a:lnTo>
                  <a:pt x="295275" y="14288"/>
                </a:lnTo>
                <a:lnTo>
                  <a:pt x="300038" y="19050"/>
                </a:lnTo>
                <a:lnTo>
                  <a:pt x="309563" y="19050"/>
                </a:lnTo>
                <a:lnTo>
                  <a:pt x="319088" y="19050"/>
                </a:lnTo>
                <a:lnTo>
                  <a:pt x="328613" y="19050"/>
                </a:lnTo>
                <a:lnTo>
                  <a:pt x="338138" y="19050"/>
                </a:lnTo>
                <a:lnTo>
                  <a:pt x="347663" y="19050"/>
                </a:lnTo>
                <a:lnTo>
                  <a:pt x="352425" y="23813"/>
                </a:lnTo>
                <a:lnTo>
                  <a:pt x="352425" y="33338"/>
                </a:lnTo>
                <a:lnTo>
                  <a:pt x="352425" y="42863"/>
                </a:lnTo>
                <a:lnTo>
                  <a:pt x="357188" y="47625"/>
                </a:lnTo>
                <a:lnTo>
                  <a:pt x="361950" y="52388"/>
                </a:lnTo>
                <a:lnTo>
                  <a:pt x="366713" y="57150"/>
                </a:lnTo>
                <a:lnTo>
                  <a:pt x="376238" y="57150"/>
                </a:lnTo>
                <a:lnTo>
                  <a:pt x="381000" y="61913"/>
                </a:lnTo>
                <a:lnTo>
                  <a:pt x="385763" y="66675"/>
                </a:lnTo>
                <a:lnTo>
                  <a:pt x="390525" y="71438"/>
                </a:lnTo>
                <a:lnTo>
                  <a:pt x="395288" y="76200"/>
                </a:lnTo>
                <a:lnTo>
                  <a:pt x="400050" y="80963"/>
                </a:lnTo>
                <a:lnTo>
                  <a:pt x="404813" y="85725"/>
                </a:lnTo>
                <a:lnTo>
                  <a:pt x="409575" y="90488"/>
                </a:lnTo>
                <a:lnTo>
                  <a:pt x="414338" y="95250"/>
                </a:lnTo>
                <a:lnTo>
                  <a:pt x="419100" y="100013"/>
                </a:lnTo>
                <a:lnTo>
                  <a:pt x="423863" y="104775"/>
                </a:lnTo>
                <a:lnTo>
                  <a:pt x="428625" y="109538"/>
                </a:lnTo>
                <a:lnTo>
                  <a:pt x="428625" y="119063"/>
                </a:lnTo>
                <a:lnTo>
                  <a:pt x="433388" y="123825"/>
                </a:lnTo>
                <a:lnTo>
                  <a:pt x="438150" y="128588"/>
                </a:lnTo>
                <a:lnTo>
                  <a:pt x="442913" y="133350"/>
                </a:lnTo>
                <a:lnTo>
                  <a:pt x="447675" y="138113"/>
                </a:lnTo>
                <a:lnTo>
                  <a:pt x="447675" y="147638"/>
                </a:lnTo>
                <a:lnTo>
                  <a:pt x="452438" y="152400"/>
                </a:lnTo>
                <a:lnTo>
                  <a:pt x="457200" y="157163"/>
                </a:lnTo>
                <a:lnTo>
                  <a:pt x="461963" y="161925"/>
                </a:lnTo>
                <a:lnTo>
                  <a:pt x="466725" y="166688"/>
                </a:lnTo>
                <a:lnTo>
                  <a:pt x="461963" y="171450"/>
                </a:lnTo>
                <a:lnTo>
                  <a:pt x="457200" y="176213"/>
                </a:lnTo>
                <a:lnTo>
                  <a:pt x="457200" y="185738"/>
                </a:lnTo>
                <a:lnTo>
                  <a:pt x="457200" y="195263"/>
                </a:lnTo>
                <a:lnTo>
                  <a:pt x="457200" y="204788"/>
                </a:lnTo>
                <a:lnTo>
                  <a:pt x="457200" y="214313"/>
                </a:lnTo>
                <a:lnTo>
                  <a:pt x="457200" y="223838"/>
                </a:lnTo>
                <a:lnTo>
                  <a:pt x="457200" y="233363"/>
                </a:lnTo>
                <a:lnTo>
                  <a:pt x="461963" y="238125"/>
                </a:lnTo>
                <a:lnTo>
                  <a:pt x="466725" y="242888"/>
                </a:lnTo>
                <a:lnTo>
                  <a:pt x="466725" y="252413"/>
                </a:lnTo>
                <a:lnTo>
                  <a:pt x="466725" y="261938"/>
                </a:lnTo>
                <a:lnTo>
                  <a:pt x="461963" y="266700"/>
                </a:lnTo>
                <a:lnTo>
                  <a:pt x="457200" y="271463"/>
                </a:lnTo>
                <a:lnTo>
                  <a:pt x="457200" y="280988"/>
                </a:lnTo>
                <a:lnTo>
                  <a:pt x="452438" y="285750"/>
                </a:lnTo>
                <a:lnTo>
                  <a:pt x="447675" y="290513"/>
                </a:lnTo>
                <a:lnTo>
                  <a:pt x="447675" y="300038"/>
                </a:lnTo>
                <a:lnTo>
                  <a:pt x="447675" y="309563"/>
                </a:lnTo>
                <a:lnTo>
                  <a:pt x="442913" y="314325"/>
                </a:lnTo>
                <a:lnTo>
                  <a:pt x="438150" y="319088"/>
                </a:lnTo>
                <a:lnTo>
                  <a:pt x="438150" y="328613"/>
                </a:lnTo>
                <a:lnTo>
                  <a:pt x="433388" y="333375"/>
                </a:lnTo>
                <a:lnTo>
                  <a:pt x="428625" y="338138"/>
                </a:lnTo>
                <a:lnTo>
                  <a:pt x="423863" y="342900"/>
                </a:lnTo>
                <a:lnTo>
                  <a:pt x="419100" y="347663"/>
                </a:lnTo>
                <a:lnTo>
                  <a:pt x="414338" y="352425"/>
                </a:lnTo>
                <a:lnTo>
                  <a:pt x="409575" y="357188"/>
                </a:lnTo>
                <a:lnTo>
                  <a:pt x="409575" y="366713"/>
                </a:lnTo>
                <a:lnTo>
                  <a:pt x="404813" y="371475"/>
                </a:lnTo>
                <a:lnTo>
                  <a:pt x="400050" y="376238"/>
                </a:lnTo>
                <a:lnTo>
                  <a:pt x="400050" y="385763"/>
                </a:lnTo>
                <a:lnTo>
                  <a:pt x="395288" y="390525"/>
                </a:lnTo>
                <a:lnTo>
                  <a:pt x="390525" y="395288"/>
                </a:lnTo>
                <a:lnTo>
                  <a:pt x="385763" y="400050"/>
                </a:lnTo>
                <a:lnTo>
                  <a:pt x="376238" y="400050"/>
                </a:lnTo>
                <a:lnTo>
                  <a:pt x="371475" y="404813"/>
                </a:lnTo>
                <a:lnTo>
                  <a:pt x="366713" y="409575"/>
                </a:lnTo>
                <a:lnTo>
                  <a:pt x="361950" y="414338"/>
                </a:lnTo>
                <a:lnTo>
                  <a:pt x="357188" y="419100"/>
                </a:lnTo>
                <a:lnTo>
                  <a:pt x="352425" y="423863"/>
                </a:lnTo>
                <a:lnTo>
                  <a:pt x="347663" y="428625"/>
                </a:lnTo>
                <a:lnTo>
                  <a:pt x="338138" y="428625"/>
                </a:lnTo>
                <a:lnTo>
                  <a:pt x="328613" y="428625"/>
                </a:lnTo>
                <a:lnTo>
                  <a:pt x="323850" y="433388"/>
                </a:lnTo>
                <a:lnTo>
                  <a:pt x="319088" y="438150"/>
                </a:lnTo>
                <a:lnTo>
                  <a:pt x="309563" y="438150"/>
                </a:lnTo>
                <a:lnTo>
                  <a:pt x="300038" y="438150"/>
                </a:lnTo>
                <a:lnTo>
                  <a:pt x="295275" y="442913"/>
                </a:lnTo>
                <a:lnTo>
                  <a:pt x="290513" y="447675"/>
                </a:lnTo>
                <a:lnTo>
                  <a:pt x="280988" y="447675"/>
                </a:lnTo>
                <a:lnTo>
                  <a:pt x="271463" y="447675"/>
                </a:lnTo>
                <a:lnTo>
                  <a:pt x="266700" y="452438"/>
                </a:lnTo>
                <a:lnTo>
                  <a:pt x="261938" y="457200"/>
                </a:lnTo>
                <a:lnTo>
                  <a:pt x="252413" y="457200"/>
                </a:lnTo>
                <a:lnTo>
                  <a:pt x="242888" y="457200"/>
                </a:lnTo>
                <a:lnTo>
                  <a:pt x="233363" y="457200"/>
                </a:lnTo>
                <a:lnTo>
                  <a:pt x="223838" y="457200"/>
                </a:lnTo>
                <a:lnTo>
                  <a:pt x="214313" y="457200"/>
                </a:lnTo>
                <a:lnTo>
                  <a:pt x="204788" y="457200"/>
                </a:lnTo>
                <a:lnTo>
                  <a:pt x="195263" y="457200"/>
                </a:lnTo>
                <a:lnTo>
                  <a:pt x="185738" y="457200"/>
                </a:lnTo>
                <a:lnTo>
                  <a:pt x="176213" y="457200"/>
                </a:lnTo>
                <a:lnTo>
                  <a:pt x="171450" y="452438"/>
                </a:lnTo>
                <a:lnTo>
                  <a:pt x="166688" y="447675"/>
                </a:lnTo>
                <a:lnTo>
                  <a:pt x="157163" y="447675"/>
                </a:lnTo>
                <a:lnTo>
                  <a:pt x="147638" y="447675"/>
                </a:lnTo>
                <a:lnTo>
                  <a:pt x="142875" y="442913"/>
                </a:lnTo>
                <a:lnTo>
                  <a:pt x="138113" y="438150"/>
                </a:lnTo>
                <a:lnTo>
                  <a:pt x="128588" y="438150"/>
                </a:lnTo>
                <a:lnTo>
                  <a:pt x="123825" y="433388"/>
                </a:lnTo>
                <a:lnTo>
                  <a:pt x="119063" y="428625"/>
                </a:lnTo>
                <a:lnTo>
                  <a:pt x="109538" y="428625"/>
                </a:lnTo>
                <a:lnTo>
                  <a:pt x="104775" y="423863"/>
                </a:lnTo>
                <a:lnTo>
                  <a:pt x="104775" y="414338"/>
                </a:lnTo>
                <a:lnTo>
                  <a:pt x="100013" y="409575"/>
                </a:lnTo>
                <a:lnTo>
                  <a:pt x="90488" y="409575"/>
                </a:lnTo>
                <a:lnTo>
                  <a:pt x="85725" y="404813"/>
                </a:lnTo>
                <a:lnTo>
                  <a:pt x="80963" y="400050"/>
                </a:lnTo>
                <a:lnTo>
                  <a:pt x="76200" y="395288"/>
                </a:lnTo>
                <a:lnTo>
                  <a:pt x="76200" y="385763"/>
                </a:lnTo>
                <a:lnTo>
                  <a:pt x="71438" y="381000"/>
                </a:lnTo>
                <a:lnTo>
                  <a:pt x="61913" y="381000"/>
                </a:lnTo>
                <a:lnTo>
                  <a:pt x="57150" y="376238"/>
                </a:lnTo>
                <a:lnTo>
                  <a:pt x="52388" y="371475"/>
                </a:lnTo>
                <a:lnTo>
                  <a:pt x="47625" y="366713"/>
                </a:lnTo>
                <a:lnTo>
                  <a:pt x="47625" y="357188"/>
                </a:lnTo>
                <a:lnTo>
                  <a:pt x="42863" y="352425"/>
                </a:lnTo>
                <a:lnTo>
                  <a:pt x="38100" y="347663"/>
                </a:lnTo>
                <a:lnTo>
                  <a:pt x="33338" y="342900"/>
                </a:lnTo>
                <a:lnTo>
                  <a:pt x="28575" y="338138"/>
                </a:lnTo>
                <a:lnTo>
                  <a:pt x="28575" y="328613"/>
                </a:lnTo>
                <a:lnTo>
                  <a:pt x="28575" y="319088"/>
                </a:lnTo>
                <a:lnTo>
                  <a:pt x="23813" y="314325"/>
                </a:lnTo>
                <a:lnTo>
                  <a:pt x="19050" y="309563"/>
                </a:lnTo>
                <a:lnTo>
                  <a:pt x="19050" y="300038"/>
                </a:lnTo>
                <a:lnTo>
                  <a:pt x="14288" y="295275"/>
                </a:lnTo>
                <a:lnTo>
                  <a:pt x="4763" y="295275"/>
                </a:lnTo>
                <a:lnTo>
                  <a:pt x="0" y="290513"/>
                </a:lnTo>
                <a:lnTo>
                  <a:pt x="0" y="280988"/>
                </a:lnTo>
                <a:lnTo>
                  <a:pt x="0" y="271463"/>
                </a:lnTo>
                <a:lnTo>
                  <a:pt x="0" y="261938"/>
                </a:lnTo>
                <a:lnTo>
                  <a:pt x="0" y="252413"/>
                </a:lnTo>
                <a:lnTo>
                  <a:pt x="0" y="242888"/>
                </a:lnTo>
                <a:lnTo>
                  <a:pt x="0" y="233363"/>
                </a:lnTo>
                <a:lnTo>
                  <a:pt x="0" y="223838"/>
                </a:lnTo>
                <a:lnTo>
                  <a:pt x="0" y="214313"/>
                </a:lnTo>
                <a:lnTo>
                  <a:pt x="4763" y="209550"/>
                </a:lnTo>
                <a:lnTo>
                  <a:pt x="9525" y="204788"/>
                </a:lnTo>
                <a:lnTo>
                  <a:pt x="9525" y="195263"/>
                </a:lnTo>
                <a:lnTo>
                  <a:pt x="9525" y="185738"/>
                </a:lnTo>
                <a:lnTo>
                  <a:pt x="9525" y="176213"/>
                </a:lnTo>
                <a:lnTo>
                  <a:pt x="4763" y="171450"/>
                </a:lnTo>
                <a:lnTo>
                  <a:pt x="0" y="166688"/>
                </a:lnTo>
                <a:lnTo>
                  <a:pt x="4763" y="161925"/>
                </a:lnTo>
                <a:lnTo>
                  <a:pt x="9525" y="157163"/>
                </a:lnTo>
                <a:lnTo>
                  <a:pt x="14288" y="152400"/>
                </a:lnTo>
                <a:lnTo>
                  <a:pt x="19050" y="147638"/>
                </a:lnTo>
                <a:lnTo>
                  <a:pt x="19050" y="138113"/>
                </a:lnTo>
                <a:lnTo>
                  <a:pt x="23813" y="133350"/>
                </a:lnTo>
                <a:lnTo>
                  <a:pt x="28575" y="128588"/>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85725" y="52388"/>
                </a:lnTo>
                <a:lnTo>
                  <a:pt x="90488" y="47625"/>
                </a:lnTo>
                <a:lnTo>
                  <a:pt x="100013" y="47625"/>
                </a:lnTo>
                <a:lnTo>
                  <a:pt x="104775" y="42863"/>
                </a:lnTo>
                <a:lnTo>
                  <a:pt x="109538" y="38100"/>
                </a:lnTo>
                <a:lnTo>
                  <a:pt x="114300" y="33338"/>
                </a:lnTo>
                <a:lnTo>
                  <a:pt x="119063" y="28575"/>
                </a:lnTo>
                <a:lnTo>
                  <a:pt x="128588" y="28575"/>
                </a:lnTo>
                <a:lnTo>
                  <a:pt x="133350" y="23813"/>
                </a:lnTo>
                <a:lnTo>
                  <a:pt x="138113" y="19050"/>
                </a:lnTo>
                <a:lnTo>
                  <a:pt x="147638" y="19050"/>
                </a:lnTo>
                <a:lnTo>
                  <a:pt x="152400" y="14288"/>
                </a:lnTo>
                <a:lnTo>
                  <a:pt x="157163" y="9525"/>
                </a:lnTo>
                <a:lnTo>
                  <a:pt x="166688" y="9525"/>
                </a:lnTo>
                <a:lnTo>
                  <a:pt x="176213" y="9525"/>
                </a:lnTo>
                <a:lnTo>
                  <a:pt x="185738" y="9525"/>
                </a:lnTo>
                <a:lnTo>
                  <a:pt x="195263" y="9525"/>
                </a:lnTo>
                <a:lnTo>
                  <a:pt x="204788" y="9525"/>
                </a:lnTo>
                <a:lnTo>
                  <a:pt x="209550" y="4763"/>
                </a:lnTo>
                <a:close/>
              </a:path>
            </a:pathLst>
          </a:custGeom>
          <a:solidFill xmlns:a="http://schemas.openxmlformats.org/drawingml/2006/main">
            <a:srgbClr val="E4E4E4"/>
          </a:solidFill>
          <a:ln xmlns:a="http://schemas.openxmlformats.org/drawingml/2006/main" w="0">
            <a:noFill/>
            <a:prstDash val="solid"/>
          </a:ln>
        </p:spPr>
      </p:sp>
      <p:sp>
        <p:nvSpPr>
          <p:cNvPr id="213" name="deep-skill-chaining-source-component-3-gradient-230-0">
            <a:extLst xmlns:a="http://schemas.openxmlformats.org/drawingml/2006/main">
              <a:ext uri="{FF2B5EF4-FFF2-40B4-BE49-F238E27FC236}">
                <a16:creationId xmlns:a16="http://schemas.microsoft.com/office/drawing/2014/main" id="{DAAECFFF-E8B9-4032-B287-0C6E8A29AB8F}"/>
              </a:ext>
            </a:extLst>
          </p:cNvPr>
          <p:cNvSpPr>
            <a:spLocks xmlns:a="http://schemas.openxmlformats.org/drawingml/2006/main" noGrp="1"/>
          </p:cNvSpPr>
          <p:nvPr/>
        </p:nvSpPr>
        <p:spPr>
          <a:xfrm xmlns:a="http://schemas.openxmlformats.org/drawingml/2006/main" rot="0">
            <a:off x="9801225" y="1238250"/>
            <a:ext cx="428625" cy="428625"/>
          </a:xfrm>
          <a:custGeom xmlns:a="http://schemas.openxmlformats.org/drawingml/2006/main">
            <a:pathLst>
              <a:path w="428625" h="428625">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47650" y="4763"/>
                </a:lnTo>
                <a:lnTo>
                  <a:pt x="252413" y="9525"/>
                </a:lnTo>
                <a:lnTo>
                  <a:pt x="261938" y="9525"/>
                </a:lnTo>
                <a:lnTo>
                  <a:pt x="271463" y="9525"/>
                </a:lnTo>
                <a:lnTo>
                  <a:pt x="280988" y="9525"/>
                </a:lnTo>
                <a:lnTo>
                  <a:pt x="290513" y="9525"/>
                </a:lnTo>
                <a:lnTo>
                  <a:pt x="295275" y="14288"/>
                </a:lnTo>
                <a:lnTo>
                  <a:pt x="300038" y="19050"/>
                </a:lnTo>
                <a:lnTo>
                  <a:pt x="309563" y="19050"/>
                </a:lnTo>
                <a:lnTo>
                  <a:pt x="314325" y="23813"/>
                </a:lnTo>
                <a:lnTo>
                  <a:pt x="319088" y="28575"/>
                </a:lnTo>
                <a:lnTo>
                  <a:pt x="323850" y="33338"/>
                </a:lnTo>
                <a:lnTo>
                  <a:pt x="328613" y="38100"/>
                </a:lnTo>
                <a:lnTo>
                  <a:pt x="333375" y="42863"/>
                </a:lnTo>
                <a:lnTo>
                  <a:pt x="338138" y="47625"/>
                </a:lnTo>
                <a:lnTo>
                  <a:pt x="342900" y="52388"/>
                </a:lnTo>
                <a:lnTo>
                  <a:pt x="347663" y="57150"/>
                </a:lnTo>
                <a:lnTo>
                  <a:pt x="357188" y="57150"/>
                </a:lnTo>
                <a:lnTo>
                  <a:pt x="361950" y="61913"/>
                </a:lnTo>
                <a:lnTo>
                  <a:pt x="361950" y="71438"/>
                </a:lnTo>
                <a:lnTo>
                  <a:pt x="366713" y="76200"/>
                </a:lnTo>
                <a:lnTo>
                  <a:pt x="371475" y="80963"/>
                </a:lnTo>
                <a:lnTo>
                  <a:pt x="376238" y="85725"/>
                </a:lnTo>
                <a:lnTo>
                  <a:pt x="385763" y="85725"/>
                </a:lnTo>
                <a:lnTo>
                  <a:pt x="390525" y="90488"/>
                </a:lnTo>
                <a:lnTo>
                  <a:pt x="390525" y="100013"/>
                </a:lnTo>
                <a:lnTo>
                  <a:pt x="395288" y="104775"/>
                </a:lnTo>
                <a:lnTo>
                  <a:pt x="400050" y="109538"/>
                </a:lnTo>
                <a:lnTo>
                  <a:pt x="404813" y="114300"/>
                </a:lnTo>
                <a:lnTo>
                  <a:pt x="409575" y="119063"/>
                </a:lnTo>
                <a:lnTo>
                  <a:pt x="409575" y="128588"/>
                </a:lnTo>
                <a:lnTo>
                  <a:pt x="414338" y="133350"/>
                </a:lnTo>
                <a:lnTo>
                  <a:pt x="419100" y="138113"/>
                </a:lnTo>
                <a:lnTo>
                  <a:pt x="423863" y="142875"/>
                </a:lnTo>
                <a:lnTo>
                  <a:pt x="428625" y="147638"/>
                </a:lnTo>
                <a:lnTo>
                  <a:pt x="423863" y="152400"/>
                </a:lnTo>
                <a:lnTo>
                  <a:pt x="419100" y="157163"/>
                </a:lnTo>
                <a:lnTo>
                  <a:pt x="419100" y="166688"/>
                </a:lnTo>
                <a:lnTo>
                  <a:pt x="419100" y="176213"/>
                </a:lnTo>
                <a:lnTo>
                  <a:pt x="419100" y="185738"/>
                </a:lnTo>
                <a:lnTo>
                  <a:pt x="419100" y="195263"/>
                </a:lnTo>
                <a:lnTo>
                  <a:pt x="419100" y="204788"/>
                </a:lnTo>
                <a:lnTo>
                  <a:pt x="419100" y="214313"/>
                </a:lnTo>
                <a:lnTo>
                  <a:pt x="423863" y="219075"/>
                </a:lnTo>
                <a:lnTo>
                  <a:pt x="428625" y="223838"/>
                </a:lnTo>
                <a:lnTo>
                  <a:pt x="428625" y="233363"/>
                </a:lnTo>
                <a:lnTo>
                  <a:pt x="428625" y="242888"/>
                </a:lnTo>
                <a:lnTo>
                  <a:pt x="423863" y="247650"/>
                </a:lnTo>
                <a:lnTo>
                  <a:pt x="419100" y="252413"/>
                </a:lnTo>
                <a:lnTo>
                  <a:pt x="419100" y="261938"/>
                </a:lnTo>
                <a:lnTo>
                  <a:pt x="419100" y="271463"/>
                </a:lnTo>
                <a:lnTo>
                  <a:pt x="419100" y="280988"/>
                </a:lnTo>
                <a:lnTo>
                  <a:pt x="419100" y="290513"/>
                </a:lnTo>
                <a:lnTo>
                  <a:pt x="414338" y="295275"/>
                </a:lnTo>
                <a:lnTo>
                  <a:pt x="404813" y="295275"/>
                </a:lnTo>
                <a:lnTo>
                  <a:pt x="400050" y="300038"/>
                </a:lnTo>
                <a:lnTo>
                  <a:pt x="395288" y="304800"/>
                </a:lnTo>
                <a:lnTo>
                  <a:pt x="390525" y="309563"/>
                </a:lnTo>
                <a:lnTo>
                  <a:pt x="390525" y="319088"/>
                </a:lnTo>
                <a:lnTo>
                  <a:pt x="385763" y="323850"/>
                </a:lnTo>
                <a:lnTo>
                  <a:pt x="381000" y="328613"/>
                </a:lnTo>
                <a:lnTo>
                  <a:pt x="376238" y="333375"/>
                </a:lnTo>
                <a:lnTo>
                  <a:pt x="371475" y="338138"/>
                </a:lnTo>
                <a:lnTo>
                  <a:pt x="366713" y="342900"/>
                </a:lnTo>
                <a:lnTo>
                  <a:pt x="361950" y="347663"/>
                </a:lnTo>
                <a:lnTo>
                  <a:pt x="357188" y="352425"/>
                </a:lnTo>
                <a:lnTo>
                  <a:pt x="352425" y="357188"/>
                </a:lnTo>
                <a:lnTo>
                  <a:pt x="352425" y="366713"/>
                </a:lnTo>
                <a:lnTo>
                  <a:pt x="347663" y="371475"/>
                </a:lnTo>
                <a:lnTo>
                  <a:pt x="342900" y="376238"/>
                </a:lnTo>
                <a:lnTo>
                  <a:pt x="338138" y="381000"/>
                </a:lnTo>
                <a:lnTo>
                  <a:pt x="333375" y="385763"/>
                </a:lnTo>
                <a:lnTo>
                  <a:pt x="328613" y="390525"/>
                </a:lnTo>
                <a:lnTo>
                  <a:pt x="319088" y="390525"/>
                </a:lnTo>
                <a:lnTo>
                  <a:pt x="309563" y="390525"/>
                </a:lnTo>
                <a:lnTo>
                  <a:pt x="304800" y="395288"/>
                </a:lnTo>
                <a:lnTo>
                  <a:pt x="300038" y="400050"/>
                </a:lnTo>
                <a:lnTo>
                  <a:pt x="290513" y="400050"/>
                </a:lnTo>
                <a:lnTo>
                  <a:pt x="280988" y="400050"/>
                </a:lnTo>
                <a:lnTo>
                  <a:pt x="276225" y="404813"/>
                </a:lnTo>
                <a:lnTo>
                  <a:pt x="271463" y="409575"/>
                </a:lnTo>
                <a:lnTo>
                  <a:pt x="261938" y="409575"/>
                </a:lnTo>
                <a:lnTo>
                  <a:pt x="252413" y="409575"/>
                </a:lnTo>
                <a:lnTo>
                  <a:pt x="247650" y="414338"/>
                </a:lnTo>
                <a:lnTo>
                  <a:pt x="242888" y="419100"/>
                </a:lnTo>
                <a:lnTo>
                  <a:pt x="233363" y="419100"/>
                </a:lnTo>
                <a:lnTo>
                  <a:pt x="223838" y="419100"/>
                </a:lnTo>
                <a:lnTo>
                  <a:pt x="219075" y="423863"/>
                </a:lnTo>
                <a:lnTo>
                  <a:pt x="214313" y="428625"/>
                </a:lnTo>
                <a:lnTo>
                  <a:pt x="209550" y="423863"/>
                </a:lnTo>
                <a:lnTo>
                  <a:pt x="204788" y="419100"/>
                </a:lnTo>
                <a:lnTo>
                  <a:pt x="195263" y="419100"/>
                </a:lnTo>
                <a:lnTo>
                  <a:pt x="185738" y="419100"/>
                </a:lnTo>
                <a:lnTo>
                  <a:pt x="176213" y="419100"/>
                </a:lnTo>
                <a:lnTo>
                  <a:pt x="166688" y="419100"/>
                </a:lnTo>
                <a:lnTo>
                  <a:pt x="157163" y="419100"/>
                </a:lnTo>
                <a:lnTo>
                  <a:pt x="152400" y="414338"/>
                </a:lnTo>
                <a:lnTo>
                  <a:pt x="147638" y="409575"/>
                </a:lnTo>
                <a:lnTo>
                  <a:pt x="138113" y="409575"/>
                </a:lnTo>
                <a:lnTo>
                  <a:pt x="128588" y="409575"/>
                </a:lnTo>
                <a:lnTo>
                  <a:pt x="123825" y="404813"/>
                </a:lnTo>
                <a:lnTo>
                  <a:pt x="119063" y="400050"/>
                </a:lnTo>
                <a:lnTo>
                  <a:pt x="114300" y="395288"/>
                </a:lnTo>
                <a:lnTo>
                  <a:pt x="109538" y="390525"/>
                </a:lnTo>
                <a:lnTo>
                  <a:pt x="104775" y="385763"/>
                </a:lnTo>
                <a:lnTo>
                  <a:pt x="100013" y="381000"/>
                </a:lnTo>
                <a:lnTo>
                  <a:pt x="95250" y="376238"/>
                </a:lnTo>
                <a:lnTo>
                  <a:pt x="90488" y="371475"/>
                </a:lnTo>
                <a:lnTo>
                  <a:pt x="80963" y="371475"/>
                </a:lnTo>
                <a:lnTo>
                  <a:pt x="76200" y="366713"/>
                </a:lnTo>
                <a:lnTo>
                  <a:pt x="71438" y="361950"/>
                </a:lnTo>
                <a:lnTo>
                  <a:pt x="66675" y="357188"/>
                </a:lnTo>
                <a:lnTo>
                  <a:pt x="61913" y="352425"/>
                </a:lnTo>
                <a:lnTo>
                  <a:pt x="57150" y="347663"/>
                </a:lnTo>
                <a:lnTo>
                  <a:pt x="52388" y="342900"/>
                </a:lnTo>
                <a:lnTo>
                  <a:pt x="42863" y="342900"/>
                </a:lnTo>
                <a:lnTo>
                  <a:pt x="38100" y="338138"/>
                </a:lnTo>
                <a:lnTo>
                  <a:pt x="38100" y="328613"/>
                </a:lnTo>
                <a:lnTo>
                  <a:pt x="33338" y="323850"/>
                </a:lnTo>
                <a:lnTo>
                  <a:pt x="28575" y="319088"/>
                </a:lnTo>
                <a:lnTo>
                  <a:pt x="28575" y="309563"/>
                </a:lnTo>
                <a:lnTo>
                  <a:pt x="28575" y="300038"/>
                </a:lnTo>
                <a:lnTo>
                  <a:pt x="23813" y="295275"/>
                </a:lnTo>
                <a:lnTo>
                  <a:pt x="19050" y="290513"/>
                </a:lnTo>
                <a:lnTo>
                  <a:pt x="14288" y="285750"/>
                </a:lnTo>
                <a:lnTo>
                  <a:pt x="9525" y="280988"/>
                </a:lnTo>
                <a:lnTo>
                  <a:pt x="4763" y="276225"/>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4763" y="180975"/>
                </a:lnTo>
                <a:lnTo>
                  <a:pt x="9525" y="176213"/>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28575" y="100013"/>
                </a:lnTo>
                <a:lnTo>
                  <a:pt x="33338" y="95250"/>
                </a:lnTo>
                <a:lnTo>
                  <a:pt x="38100" y="90488"/>
                </a:lnTo>
                <a:lnTo>
                  <a:pt x="38100" y="80963"/>
                </a:lnTo>
                <a:lnTo>
                  <a:pt x="42863" y="76200"/>
                </a:lnTo>
                <a:lnTo>
                  <a:pt x="47625" y="71438"/>
                </a:lnTo>
                <a:lnTo>
                  <a:pt x="52388" y="66675"/>
                </a:lnTo>
                <a:lnTo>
                  <a:pt x="61913" y="66675"/>
                </a:lnTo>
                <a:lnTo>
                  <a:pt x="66675" y="61913"/>
                </a:lnTo>
                <a:lnTo>
                  <a:pt x="71438" y="57150"/>
                </a:lnTo>
                <a:lnTo>
                  <a:pt x="76200" y="52388"/>
                </a:lnTo>
                <a:lnTo>
                  <a:pt x="80963" y="47625"/>
                </a:lnTo>
                <a:lnTo>
                  <a:pt x="85725" y="42863"/>
                </a:lnTo>
                <a:lnTo>
                  <a:pt x="90488" y="38100"/>
                </a:lnTo>
                <a:lnTo>
                  <a:pt x="95250" y="33338"/>
                </a:lnTo>
                <a:lnTo>
                  <a:pt x="100013" y="28575"/>
                </a:lnTo>
                <a:lnTo>
                  <a:pt x="104775" y="23813"/>
                </a:lnTo>
                <a:lnTo>
                  <a:pt x="109538" y="19050"/>
                </a:lnTo>
                <a:lnTo>
                  <a:pt x="119063" y="19050"/>
                </a:lnTo>
                <a:lnTo>
                  <a:pt x="128588" y="19050"/>
                </a:lnTo>
                <a:lnTo>
                  <a:pt x="133350" y="14288"/>
                </a:lnTo>
                <a:lnTo>
                  <a:pt x="138113" y="9525"/>
                </a:lnTo>
                <a:lnTo>
                  <a:pt x="147638" y="9525"/>
                </a:lnTo>
                <a:lnTo>
                  <a:pt x="152400" y="4763"/>
                </a:lnTo>
                <a:close/>
              </a:path>
            </a:pathLst>
          </a:custGeom>
          <a:solidFill xmlns:a="http://schemas.openxmlformats.org/drawingml/2006/main">
            <a:srgbClr val="E6E6E6"/>
          </a:solidFill>
          <a:ln xmlns:a="http://schemas.openxmlformats.org/drawingml/2006/main" w="0">
            <a:noFill/>
            <a:prstDash val="solid"/>
          </a:ln>
        </p:spPr>
      </p:sp>
      <p:sp>
        <p:nvSpPr>
          <p:cNvPr id="214" name="deep-skill-chaining-source-component-3-gradient-232-0">
            <a:extLst xmlns:a="http://schemas.openxmlformats.org/drawingml/2006/main">
              <a:ext uri="{FF2B5EF4-FFF2-40B4-BE49-F238E27FC236}">
                <a16:creationId xmlns:a16="http://schemas.microsoft.com/office/drawing/2014/main" id="{DFF05CAF-0C0B-4F6A-AC57-9E91AA634BD9}"/>
              </a:ext>
            </a:extLst>
          </p:cNvPr>
          <p:cNvSpPr>
            <a:spLocks xmlns:a="http://schemas.openxmlformats.org/drawingml/2006/main" noGrp="1"/>
          </p:cNvSpPr>
          <p:nvPr/>
        </p:nvSpPr>
        <p:spPr>
          <a:xfrm xmlns:a="http://schemas.openxmlformats.org/drawingml/2006/main" rot="0">
            <a:off x="9810750" y="1257300"/>
            <a:ext cx="409575" cy="390525"/>
          </a:xfrm>
          <a:custGeom xmlns:a="http://schemas.openxmlformats.org/drawingml/2006/main">
            <a:pathLst>
              <a:path w="409575" h="390525">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47650" y="4763"/>
                </a:lnTo>
                <a:lnTo>
                  <a:pt x="252413" y="9525"/>
                </a:lnTo>
                <a:lnTo>
                  <a:pt x="261938" y="9525"/>
                </a:lnTo>
                <a:lnTo>
                  <a:pt x="271463" y="9525"/>
                </a:lnTo>
                <a:lnTo>
                  <a:pt x="280988" y="9525"/>
                </a:lnTo>
                <a:lnTo>
                  <a:pt x="290513" y="9525"/>
                </a:lnTo>
                <a:lnTo>
                  <a:pt x="295275" y="14288"/>
                </a:lnTo>
                <a:lnTo>
                  <a:pt x="300038" y="19050"/>
                </a:lnTo>
                <a:lnTo>
                  <a:pt x="304800" y="23813"/>
                </a:lnTo>
                <a:lnTo>
                  <a:pt x="309563" y="28575"/>
                </a:lnTo>
                <a:lnTo>
                  <a:pt x="314325" y="33338"/>
                </a:lnTo>
                <a:lnTo>
                  <a:pt x="319088" y="38100"/>
                </a:lnTo>
                <a:lnTo>
                  <a:pt x="328613" y="38100"/>
                </a:lnTo>
                <a:lnTo>
                  <a:pt x="333375" y="42863"/>
                </a:lnTo>
                <a:lnTo>
                  <a:pt x="333375" y="52388"/>
                </a:lnTo>
                <a:lnTo>
                  <a:pt x="338138" y="57150"/>
                </a:lnTo>
                <a:lnTo>
                  <a:pt x="342900" y="61913"/>
                </a:lnTo>
                <a:lnTo>
                  <a:pt x="347663" y="66675"/>
                </a:lnTo>
                <a:lnTo>
                  <a:pt x="352425" y="71438"/>
                </a:lnTo>
                <a:lnTo>
                  <a:pt x="357188" y="76200"/>
                </a:lnTo>
                <a:lnTo>
                  <a:pt x="361950" y="80963"/>
                </a:lnTo>
                <a:lnTo>
                  <a:pt x="366713" y="85725"/>
                </a:lnTo>
                <a:lnTo>
                  <a:pt x="371475" y="90488"/>
                </a:lnTo>
                <a:lnTo>
                  <a:pt x="376238" y="95250"/>
                </a:lnTo>
                <a:lnTo>
                  <a:pt x="381000" y="100013"/>
                </a:lnTo>
                <a:lnTo>
                  <a:pt x="381000" y="109538"/>
                </a:lnTo>
                <a:lnTo>
                  <a:pt x="385763" y="114300"/>
                </a:lnTo>
                <a:lnTo>
                  <a:pt x="390525" y="119063"/>
                </a:lnTo>
                <a:lnTo>
                  <a:pt x="395288" y="123825"/>
                </a:lnTo>
                <a:lnTo>
                  <a:pt x="400050" y="128588"/>
                </a:lnTo>
                <a:lnTo>
                  <a:pt x="395288" y="133350"/>
                </a:lnTo>
                <a:lnTo>
                  <a:pt x="390525" y="138113"/>
                </a:lnTo>
                <a:lnTo>
                  <a:pt x="390525" y="147638"/>
                </a:lnTo>
                <a:lnTo>
                  <a:pt x="390525" y="157163"/>
                </a:lnTo>
                <a:lnTo>
                  <a:pt x="390525" y="166688"/>
                </a:lnTo>
                <a:lnTo>
                  <a:pt x="390525" y="176213"/>
                </a:lnTo>
                <a:lnTo>
                  <a:pt x="390525" y="185738"/>
                </a:lnTo>
                <a:lnTo>
                  <a:pt x="390525" y="195263"/>
                </a:lnTo>
                <a:lnTo>
                  <a:pt x="395288" y="200025"/>
                </a:lnTo>
                <a:lnTo>
                  <a:pt x="400050" y="204788"/>
                </a:lnTo>
                <a:lnTo>
                  <a:pt x="404813" y="209550"/>
                </a:lnTo>
                <a:lnTo>
                  <a:pt x="409575" y="214313"/>
                </a:lnTo>
                <a:lnTo>
                  <a:pt x="404813" y="219075"/>
                </a:lnTo>
                <a:lnTo>
                  <a:pt x="400050" y="223838"/>
                </a:lnTo>
                <a:lnTo>
                  <a:pt x="395288" y="228600"/>
                </a:lnTo>
                <a:lnTo>
                  <a:pt x="390525" y="233363"/>
                </a:lnTo>
                <a:lnTo>
                  <a:pt x="390525" y="242888"/>
                </a:lnTo>
                <a:lnTo>
                  <a:pt x="385763" y="247650"/>
                </a:lnTo>
                <a:lnTo>
                  <a:pt x="381000" y="252413"/>
                </a:lnTo>
                <a:lnTo>
                  <a:pt x="381000" y="261938"/>
                </a:lnTo>
                <a:lnTo>
                  <a:pt x="381000" y="271463"/>
                </a:lnTo>
                <a:lnTo>
                  <a:pt x="376238" y="276225"/>
                </a:lnTo>
                <a:lnTo>
                  <a:pt x="371475" y="280988"/>
                </a:lnTo>
                <a:lnTo>
                  <a:pt x="366713" y="285750"/>
                </a:lnTo>
                <a:lnTo>
                  <a:pt x="361950" y="290513"/>
                </a:lnTo>
                <a:lnTo>
                  <a:pt x="361950" y="300038"/>
                </a:lnTo>
                <a:lnTo>
                  <a:pt x="357188" y="304800"/>
                </a:lnTo>
                <a:lnTo>
                  <a:pt x="352425" y="309563"/>
                </a:lnTo>
                <a:lnTo>
                  <a:pt x="347663" y="314325"/>
                </a:lnTo>
                <a:lnTo>
                  <a:pt x="342900" y="319088"/>
                </a:lnTo>
                <a:lnTo>
                  <a:pt x="338138" y="323850"/>
                </a:lnTo>
                <a:lnTo>
                  <a:pt x="333375" y="328613"/>
                </a:lnTo>
                <a:lnTo>
                  <a:pt x="328613" y="333375"/>
                </a:lnTo>
                <a:lnTo>
                  <a:pt x="323850" y="338138"/>
                </a:lnTo>
                <a:lnTo>
                  <a:pt x="323850" y="347663"/>
                </a:lnTo>
                <a:lnTo>
                  <a:pt x="319088" y="352425"/>
                </a:lnTo>
                <a:lnTo>
                  <a:pt x="309563" y="352425"/>
                </a:lnTo>
                <a:lnTo>
                  <a:pt x="300038" y="352425"/>
                </a:lnTo>
                <a:lnTo>
                  <a:pt x="295275" y="357188"/>
                </a:lnTo>
                <a:lnTo>
                  <a:pt x="290513" y="361950"/>
                </a:lnTo>
                <a:lnTo>
                  <a:pt x="280988" y="361950"/>
                </a:lnTo>
                <a:lnTo>
                  <a:pt x="276225" y="366713"/>
                </a:lnTo>
                <a:lnTo>
                  <a:pt x="271463" y="371475"/>
                </a:lnTo>
                <a:lnTo>
                  <a:pt x="261938" y="371475"/>
                </a:lnTo>
                <a:lnTo>
                  <a:pt x="252413" y="371475"/>
                </a:lnTo>
                <a:lnTo>
                  <a:pt x="247650" y="376238"/>
                </a:lnTo>
                <a:lnTo>
                  <a:pt x="242888" y="381000"/>
                </a:lnTo>
                <a:lnTo>
                  <a:pt x="233363" y="381000"/>
                </a:lnTo>
                <a:lnTo>
                  <a:pt x="223838" y="381000"/>
                </a:lnTo>
                <a:lnTo>
                  <a:pt x="214313" y="381000"/>
                </a:lnTo>
                <a:lnTo>
                  <a:pt x="209550" y="385763"/>
                </a:lnTo>
                <a:lnTo>
                  <a:pt x="204788" y="390525"/>
                </a:lnTo>
                <a:lnTo>
                  <a:pt x="195263" y="390525"/>
                </a:lnTo>
                <a:lnTo>
                  <a:pt x="185738" y="390525"/>
                </a:lnTo>
                <a:lnTo>
                  <a:pt x="176213" y="390525"/>
                </a:lnTo>
                <a:lnTo>
                  <a:pt x="171450" y="385763"/>
                </a:lnTo>
                <a:lnTo>
                  <a:pt x="166688" y="381000"/>
                </a:lnTo>
                <a:lnTo>
                  <a:pt x="157163" y="381000"/>
                </a:lnTo>
                <a:lnTo>
                  <a:pt x="147638" y="381000"/>
                </a:lnTo>
                <a:lnTo>
                  <a:pt x="142875" y="376238"/>
                </a:lnTo>
                <a:lnTo>
                  <a:pt x="138113" y="371475"/>
                </a:lnTo>
                <a:lnTo>
                  <a:pt x="128588" y="371475"/>
                </a:lnTo>
                <a:lnTo>
                  <a:pt x="119063" y="371475"/>
                </a:lnTo>
                <a:lnTo>
                  <a:pt x="114300" y="366713"/>
                </a:lnTo>
                <a:lnTo>
                  <a:pt x="109538" y="361950"/>
                </a:lnTo>
                <a:lnTo>
                  <a:pt x="104775" y="357188"/>
                </a:lnTo>
                <a:lnTo>
                  <a:pt x="100013" y="352425"/>
                </a:lnTo>
                <a:lnTo>
                  <a:pt x="95250" y="347663"/>
                </a:lnTo>
                <a:lnTo>
                  <a:pt x="90488" y="342900"/>
                </a:lnTo>
                <a:lnTo>
                  <a:pt x="80963" y="342900"/>
                </a:lnTo>
                <a:lnTo>
                  <a:pt x="76200" y="338138"/>
                </a:lnTo>
                <a:lnTo>
                  <a:pt x="71438" y="333375"/>
                </a:lnTo>
                <a:lnTo>
                  <a:pt x="66675" y="328613"/>
                </a:lnTo>
                <a:lnTo>
                  <a:pt x="61913" y="323850"/>
                </a:lnTo>
                <a:lnTo>
                  <a:pt x="57150" y="319088"/>
                </a:lnTo>
                <a:lnTo>
                  <a:pt x="52388" y="314325"/>
                </a:lnTo>
                <a:lnTo>
                  <a:pt x="47625" y="309563"/>
                </a:lnTo>
                <a:lnTo>
                  <a:pt x="42863" y="304800"/>
                </a:lnTo>
                <a:lnTo>
                  <a:pt x="33338" y="304800"/>
                </a:lnTo>
                <a:lnTo>
                  <a:pt x="28575" y="300038"/>
                </a:lnTo>
                <a:lnTo>
                  <a:pt x="28575" y="290513"/>
                </a:lnTo>
                <a:lnTo>
                  <a:pt x="28575" y="280988"/>
                </a:lnTo>
                <a:lnTo>
                  <a:pt x="28575" y="271463"/>
                </a:lnTo>
                <a:lnTo>
                  <a:pt x="23813" y="266700"/>
                </a:lnTo>
                <a:lnTo>
                  <a:pt x="19050" y="261938"/>
                </a:lnTo>
                <a:lnTo>
                  <a:pt x="14288" y="257175"/>
                </a:lnTo>
                <a:lnTo>
                  <a:pt x="9525" y="252413"/>
                </a:lnTo>
                <a:lnTo>
                  <a:pt x="9525" y="242888"/>
                </a:lnTo>
                <a:lnTo>
                  <a:pt x="9525" y="233363"/>
                </a:lnTo>
                <a:lnTo>
                  <a:pt x="9525" y="223838"/>
                </a:lnTo>
                <a:lnTo>
                  <a:pt x="9525" y="214313"/>
                </a:lnTo>
                <a:lnTo>
                  <a:pt x="9525" y="204788"/>
                </a:lnTo>
                <a:lnTo>
                  <a:pt x="9525" y="195263"/>
                </a:lnTo>
                <a:lnTo>
                  <a:pt x="4763" y="190500"/>
                </a:lnTo>
                <a:lnTo>
                  <a:pt x="0" y="185738"/>
                </a:lnTo>
                <a:lnTo>
                  <a:pt x="4763" y="180975"/>
                </a:lnTo>
                <a:lnTo>
                  <a:pt x="9525" y="176213"/>
                </a:lnTo>
                <a:lnTo>
                  <a:pt x="9525" y="166688"/>
                </a:lnTo>
                <a:lnTo>
                  <a:pt x="14288" y="161925"/>
                </a:lnTo>
                <a:lnTo>
                  <a:pt x="19050" y="157163"/>
                </a:lnTo>
                <a:lnTo>
                  <a:pt x="19050" y="147638"/>
                </a:lnTo>
                <a:lnTo>
                  <a:pt x="19050" y="138113"/>
                </a:lnTo>
                <a:lnTo>
                  <a:pt x="23813" y="133350"/>
                </a:lnTo>
                <a:lnTo>
                  <a:pt x="28575" y="128588"/>
                </a:lnTo>
                <a:lnTo>
                  <a:pt x="28575" y="119063"/>
                </a:lnTo>
                <a:lnTo>
                  <a:pt x="28575" y="109538"/>
                </a:lnTo>
                <a:lnTo>
                  <a:pt x="28575" y="100013"/>
                </a:lnTo>
                <a:lnTo>
                  <a:pt x="33338" y="95250"/>
                </a:lnTo>
                <a:lnTo>
                  <a:pt x="38100" y="90488"/>
                </a:lnTo>
                <a:lnTo>
                  <a:pt x="38100" y="80963"/>
                </a:lnTo>
                <a:lnTo>
                  <a:pt x="42863" y="76200"/>
                </a:lnTo>
                <a:lnTo>
                  <a:pt x="47625" y="71438"/>
                </a:lnTo>
                <a:lnTo>
                  <a:pt x="52388" y="66675"/>
                </a:lnTo>
                <a:lnTo>
                  <a:pt x="57150" y="61913"/>
                </a:lnTo>
                <a:lnTo>
                  <a:pt x="61913" y="57150"/>
                </a:lnTo>
                <a:lnTo>
                  <a:pt x="66675" y="52388"/>
                </a:lnTo>
                <a:lnTo>
                  <a:pt x="71438" y="47625"/>
                </a:lnTo>
                <a:lnTo>
                  <a:pt x="80963" y="47625"/>
                </a:lnTo>
                <a:lnTo>
                  <a:pt x="85725" y="42863"/>
                </a:lnTo>
                <a:lnTo>
                  <a:pt x="90488" y="38100"/>
                </a:lnTo>
                <a:lnTo>
                  <a:pt x="95250" y="33338"/>
                </a:lnTo>
                <a:lnTo>
                  <a:pt x="100013" y="28575"/>
                </a:lnTo>
                <a:lnTo>
                  <a:pt x="104775" y="23813"/>
                </a:lnTo>
                <a:lnTo>
                  <a:pt x="109538" y="19050"/>
                </a:lnTo>
                <a:lnTo>
                  <a:pt x="114300" y="14288"/>
                </a:lnTo>
                <a:lnTo>
                  <a:pt x="119063" y="9525"/>
                </a:lnTo>
                <a:lnTo>
                  <a:pt x="128588" y="9525"/>
                </a:lnTo>
                <a:lnTo>
                  <a:pt x="138113" y="9525"/>
                </a:lnTo>
                <a:lnTo>
                  <a:pt x="147638" y="9525"/>
                </a:lnTo>
                <a:lnTo>
                  <a:pt x="152400" y="4763"/>
                </a:lnTo>
                <a:close/>
              </a:path>
            </a:pathLst>
          </a:custGeom>
          <a:solidFill xmlns:a="http://schemas.openxmlformats.org/drawingml/2006/main">
            <a:srgbClr val="E8E8E8"/>
          </a:solidFill>
          <a:ln xmlns:a="http://schemas.openxmlformats.org/drawingml/2006/main" w="0">
            <a:noFill/>
            <a:prstDash val="solid"/>
          </a:ln>
        </p:spPr>
      </p:sp>
      <p:sp>
        <p:nvSpPr>
          <p:cNvPr id="215" name="deep-skill-chaining-source-component-3-gradient-234-0">
            <a:extLst xmlns:a="http://schemas.openxmlformats.org/drawingml/2006/main">
              <a:ext uri="{FF2B5EF4-FFF2-40B4-BE49-F238E27FC236}">
                <a16:creationId xmlns:a16="http://schemas.microsoft.com/office/drawing/2014/main" id="{15444F18-160A-4360-9725-13D491320E66}"/>
              </a:ext>
            </a:extLst>
          </p:cNvPr>
          <p:cNvSpPr>
            <a:spLocks xmlns:a="http://schemas.openxmlformats.org/drawingml/2006/main" noGrp="1"/>
          </p:cNvSpPr>
          <p:nvPr/>
        </p:nvSpPr>
        <p:spPr>
          <a:xfrm xmlns:a="http://schemas.openxmlformats.org/drawingml/2006/main" rot="0">
            <a:off x="9839325" y="1266825"/>
            <a:ext cx="361950" cy="361950"/>
          </a:xfrm>
          <a:custGeom xmlns:a="http://schemas.openxmlformats.org/drawingml/2006/main">
            <a:pathLst>
              <a:path w="361950" h="361950">
                <a:moveTo>
                  <a:pt x="142875" y="4763"/>
                </a:moveTo>
                <a:lnTo>
                  <a:pt x="147638" y="0"/>
                </a:lnTo>
                <a:lnTo>
                  <a:pt x="157163" y="0"/>
                </a:lnTo>
                <a:lnTo>
                  <a:pt x="166688" y="0"/>
                </a:lnTo>
                <a:lnTo>
                  <a:pt x="176213" y="0"/>
                </a:lnTo>
                <a:lnTo>
                  <a:pt x="185738" y="0"/>
                </a:lnTo>
                <a:lnTo>
                  <a:pt x="195263" y="0"/>
                </a:lnTo>
                <a:lnTo>
                  <a:pt x="204788" y="0"/>
                </a:lnTo>
                <a:lnTo>
                  <a:pt x="209550" y="4763"/>
                </a:lnTo>
                <a:lnTo>
                  <a:pt x="214313" y="9525"/>
                </a:lnTo>
                <a:lnTo>
                  <a:pt x="223838" y="9525"/>
                </a:lnTo>
                <a:lnTo>
                  <a:pt x="233363" y="9525"/>
                </a:lnTo>
                <a:lnTo>
                  <a:pt x="238125" y="14288"/>
                </a:lnTo>
                <a:lnTo>
                  <a:pt x="242888" y="19050"/>
                </a:lnTo>
                <a:lnTo>
                  <a:pt x="252413" y="19050"/>
                </a:lnTo>
                <a:lnTo>
                  <a:pt x="261938" y="19050"/>
                </a:lnTo>
                <a:lnTo>
                  <a:pt x="266700" y="23813"/>
                </a:lnTo>
                <a:lnTo>
                  <a:pt x="271463" y="28575"/>
                </a:lnTo>
                <a:lnTo>
                  <a:pt x="276225" y="33338"/>
                </a:lnTo>
                <a:lnTo>
                  <a:pt x="280988" y="38100"/>
                </a:lnTo>
                <a:lnTo>
                  <a:pt x="285750" y="42863"/>
                </a:lnTo>
                <a:lnTo>
                  <a:pt x="290513" y="47625"/>
                </a:lnTo>
                <a:lnTo>
                  <a:pt x="295275" y="52388"/>
                </a:lnTo>
                <a:lnTo>
                  <a:pt x="300038" y="57150"/>
                </a:lnTo>
                <a:lnTo>
                  <a:pt x="304800" y="61913"/>
                </a:lnTo>
                <a:lnTo>
                  <a:pt x="304800" y="71438"/>
                </a:lnTo>
                <a:lnTo>
                  <a:pt x="309563" y="76200"/>
                </a:lnTo>
                <a:lnTo>
                  <a:pt x="314325" y="80963"/>
                </a:lnTo>
                <a:lnTo>
                  <a:pt x="319088" y="85725"/>
                </a:lnTo>
                <a:lnTo>
                  <a:pt x="323850" y="90488"/>
                </a:lnTo>
                <a:lnTo>
                  <a:pt x="328613" y="95250"/>
                </a:lnTo>
                <a:lnTo>
                  <a:pt x="333375" y="100013"/>
                </a:lnTo>
                <a:lnTo>
                  <a:pt x="338138" y="104775"/>
                </a:lnTo>
                <a:lnTo>
                  <a:pt x="342900" y="109538"/>
                </a:lnTo>
                <a:lnTo>
                  <a:pt x="347663" y="114300"/>
                </a:lnTo>
                <a:lnTo>
                  <a:pt x="352425" y="119063"/>
                </a:lnTo>
                <a:lnTo>
                  <a:pt x="352425" y="128588"/>
                </a:lnTo>
                <a:lnTo>
                  <a:pt x="352425" y="138113"/>
                </a:lnTo>
                <a:lnTo>
                  <a:pt x="352425" y="147638"/>
                </a:lnTo>
                <a:lnTo>
                  <a:pt x="347663" y="152400"/>
                </a:lnTo>
                <a:lnTo>
                  <a:pt x="342900" y="157163"/>
                </a:lnTo>
                <a:lnTo>
                  <a:pt x="342900" y="166688"/>
                </a:lnTo>
                <a:lnTo>
                  <a:pt x="342900" y="176213"/>
                </a:lnTo>
                <a:lnTo>
                  <a:pt x="342900" y="185738"/>
                </a:lnTo>
                <a:lnTo>
                  <a:pt x="347663" y="190500"/>
                </a:lnTo>
                <a:lnTo>
                  <a:pt x="352425" y="195263"/>
                </a:lnTo>
                <a:lnTo>
                  <a:pt x="357188" y="200025"/>
                </a:lnTo>
                <a:lnTo>
                  <a:pt x="361950" y="204788"/>
                </a:lnTo>
                <a:lnTo>
                  <a:pt x="357188" y="209550"/>
                </a:lnTo>
                <a:lnTo>
                  <a:pt x="352425" y="214313"/>
                </a:lnTo>
                <a:lnTo>
                  <a:pt x="347663" y="219075"/>
                </a:lnTo>
                <a:lnTo>
                  <a:pt x="342900" y="223838"/>
                </a:lnTo>
                <a:lnTo>
                  <a:pt x="342900" y="233363"/>
                </a:lnTo>
                <a:lnTo>
                  <a:pt x="338138" y="238125"/>
                </a:lnTo>
                <a:lnTo>
                  <a:pt x="333375" y="242888"/>
                </a:lnTo>
                <a:lnTo>
                  <a:pt x="328613" y="247650"/>
                </a:lnTo>
                <a:lnTo>
                  <a:pt x="323850" y="252413"/>
                </a:lnTo>
                <a:lnTo>
                  <a:pt x="323850" y="261938"/>
                </a:lnTo>
                <a:lnTo>
                  <a:pt x="319088" y="266700"/>
                </a:lnTo>
                <a:lnTo>
                  <a:pt x="314325" y="271463"/>
                </a:lnTo>
                <a:lnTo>
                  <a:pt x="314325" y="280988"/>
                </a:lnTo>
                <a:lnTo>
                  <a:pt x="309563" y="285750"/>
                </a:lnTo>
                <a:lnTo>
                  <a:pt x="304800" y="290513"/>
                </a:lnTo>
                <a:lnTo>
                  <a:pt x="300038" y="295275"/>
                </a:lnTo>
                <a:lnTo>
                  <a:pt x="295275" y="300038"/>
                </a:lnTo>
                <a:lnTo>
                  <a:pt x="295275" y="309563"/>
                </a:lnTo>
                <a:lnTo>
                  <a:pt x="295275" y="319088"/>
                </a:lnTo>
                <a:lnTo>
                  <a:pt x="290513" y="323850"/>
                </a:lnTo>
                <a:lnTo>
                  <a:pt x="280988" y="323850"/>
                </a:lnTo>
                <a:lnTo>
                  <a:pt x="276225" y="328613"/>
                </a:lnTo>
                <a:lnTo>
                  <a:pt x="271463" y="333375"/>
                </a:lnTo>
                <a:lnTo>
                  <a:pt x="261938" y="333375"/>
                </a:lnTo>
                <a:lnTo>
                  <a:pt x="257175" y="338138"/>
                </a:lnTo>
                <a:lnTo>
                  <a:pt x="252413" y="342900"/>
                </a:lnTo>
                <a:lnTo>
                  <a:pt x="242888" y="342900"/>
                </a:lnTo>
                <a:lnTo>
                  <a:pt x="238125" y="347663"/>
                </a:lnTo>
                <a:lnTo>
                  <a:pt x="233363" y="352425"/>
                </a:lnTo>
                <a:lnTo>
                  <a:pt x="223838" y="352425"/>
                </a:lnTo>
                <a:lnTo>
                  <a:pt x="214313" y="352425"/>
                </a:lnTo>
                <a:lnTo>
                  <a:pt x="204788" y="352425"/>
                </a:lnTo>
                <a:lnTo>
                  <a:pt x="195263" y="352425"/>
                </a:lnTo>
                <a:lnTo>
                  <a:pt x="185738" y="352425"/>
                </a:lnTo>
                <a:lnTo>
                  <a:pt x="180975" y="357188"/>
                </a:lnTo>
                <a:lnTo>
                  <a:pt x="176213" y="361950"/>
                </a:lnTo>
                <a:lnTo>
                  <a:pt x="166688" y="361950"/>
                </a:lnTo>
                <a:lnTo>
                  <a:pt x="157163" y="361950"/>
                </a:lnTo>
                <a:lnTo>
                  <a:pt x="147638" y="361950"/>
                </a:lnTo>
                <a:lnTo>
                  <a:pt x="142875" y="357188"/>
                </a:lnTo>
                <a:lnTo>
                  <a:pt x="138113" y="352425"/>
                </a:lnTo>
                <a:lnTo>
                  <a:pt x="128588" y="352425"/>
                </a:lnTo>
                <a:lnTo>
                  <a:pt x="119063" y="352425"/>
                </a:lnTo>
                <a:lnTo>
                  <a:pt x="114300" y="347663"/>
                </a:lnTo>
                <a:lnTo>
                  <a:pt x="109538" y="342900"/>
                </a:lnTo>
                <a:lnTo>
                  <a:pt x="100013" y="342900"/>
                </a:lnTo>
                <a:lnTo>
                  <a:pt x="90488" y="342900"/>
                </a:lnTo>
                <a:lnTo>
                  <a:pt x="85725" y="338138"/>
                </a:lnTo>
                <a:lnTo>
                  <a:pt x="80963" y="333375"/>
                </a:lnTo>
                <a:lnTo>
                  <a:pt x="71438" y="333375"/>
                </a:lnTo>
                <a:lnTo>
                  <a:pt x="66675" y="328613"/>
                </a:lnTo>
                <a:lnTo>
                  <a:pt x="61913" y="323850"/>
                </a:lnTo>
                <a:lnTo>
                  <a:pt x="57150" y="319088"/>
                </a:lnTo>
                <a:lnTo>
                  <a:pt x="52388" y="314325"/>
                </a:lnTo>
                <a:lnTo>
                  <a:pt x="47625" y="309563"/>
                </a:lnTo>
                <a:lnTo>
                  <a:pt x="47625" y="300038"/>
                </a:lnTo>
                <a:lnTo>
                  <a:pt x="42863" y="295275"/>
                </a:lnTo>
                <a:lnTo>
                  <a:pt x="33338" y="295275"/>
                </a:lnTo>
                <a:lnTo>
                  <a:pt x="28575" y="290513"/>
                </a:lnTo>
                <a:lnTo>
                  <a:pt x="28575" y="280988"/>
                </a:lnTo>
                <a:lnTo>
                  <a:pt x="28575" y="271463"/>
                </a:lnTo>
                <a:lnTo>
                  <a:pt x="23813" y="266700"/>
                </a:lnTo>
                <a:lnTo>
                  <a:pt x="19050" y="261938"/>
                </a:lnTo>
                <a:lnTo>
                  <a:pt x="19050" y="252413"/>
                </a:lnTo>
                <a:lnTo>
                  <a:pt x="14288" y="247650"/>
                </a:lnTo>
                <a:lnTo>
                  <a:pt x="4763" y="247650"/>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4763" y="142875"/>
                </a:lnTo>
                <a:lnTo>
                  <a:pt x="9525" y="138113"/>
                </a:lnTo>
                <a:lnTo>
                  <a:pt x="9525" y="128588"/>
                </a:lnTo>
                <a:lnTo>
                  <a:pt x="14288" y="123825"/>
                </a:lnTo>
                <a:lnTo>
                  <a:pt x="19050" y="119063"/>
                </a:lnTo>
                <a:lnTo>
                  <a:pt x="19050" y="109538"/>
                </a:lnTo>
                <a:lnTo>
                  <a:pt x="19050" y="100013"/>
                </a:lnTo>
                <a:lnTo>
                  <a:pt x="23813" y="95250"/>
                </a:lnTo>
                <a:lnTo>
                  <a:pt x="28575" y="90488"/>
                </a:lnTo>
                <a:lnTo>
                  <a:pt x="28575" y="80963"/>
                </a:lnTo>
                <a:lnTo>
                  <a:pt x="28575" y="71438"/>
                </a:lnTo>
                <a:lnTo>
                  <a:pt x="28575" y="61913"/>
                </a:lnTo>
                <a:lnTo>
                  <a:pt x="33338" y="57150"/>
                </a:lnTo>
                <a:lnTo>
                  <a:pt x="42863" y="57150"/>
                </a:lnTo>
                <a:lnTo>
                  <a:pt x="47625" y="52388"/>
                </a:lnTo>
                <a:lnTo>
                  <a:pt x="52388" y="47625"/>
                </a:lnTo>
                <a:lnTo>
                  <a:pt x="61913" y="47625"/>
                </a:lnTo>
                <a:lnTo>
                  <a:pt x="66675" y="42863"/>
                </a:lnTo>
                <a:lnTo>
                  <a:pt x="71438" y="38100"/>
                </a:lnTo>
                <a:lnTo>
                  <a:pt x="80963" y="38100"/>
                </a:lnTo>
                <a:lnTo>
                  <a:pt x="85725" y="33338"/>
                </a:lnTo>
                <a:lnTo>
                  <a:pt x="90488" y="28575"/>
                </a:lnTo>
                <a:lnTo>
                  <a:pt x="95250" y="23813"/>
                </a:lnTo>
                <a:lnTo>
                  <a:pt x="100013" y="19050"/>
                </a:lnTo>
                <a:lnTo>
                  <a:pt x="109538" y="19050"/>
                </a:lnTo>
                <a:lnTo>
                  <a:pt x="119063" y="19050"/>
                </a:lnTo>
                <a:lnTo>
                  <a:pt x="123825" y="14288"/>
                </a:lnTo>
                <a:lnTo>
                  <a:pt x="128588" y="9525"/>
                </a:lnTo>
                <a:lnTo>
                  <a:pt x="138113" y="9525"/>
                </a:lnTo>
                <a:lnTo>
                  <a:pt x="142875" y="4763"/>
                </a:lnTo>
                <a:close/>
              </a:path>
            </a:pathLst>
          </a:custGeom>
          <a:solidFill xmlns:a="http://schemas.openxmlformats.org/drawingml/2006/main">
            <a:srgbClr val="EAEAEA"/>
          </a:solidFill>
          <a:ln xmlns:a="http://schemas.openxmlformats.org/drawingml/2006/main" w="0">
            <a:noFill/>
            <a:prstDash val="solid"/>
          </a:ln>
        </p:spPr>
      </p:sp>
      <p:sp>
        <p:nvSpPr>
          <p:cNvPr id="216" name="deep-skill-chaining-source-component-3-gradient-236-0">
            <a:extLst xmlns:a="http://schemas.openxmlformats.org/drawingml/2006/main">
              <a:ext uri="{FF2B5EF4-FFF2-40B4-BE49-F238E27FC236}">
                <a16:creationId xmlns:a16="http://schemas.microsoft.com/office/drawing/2014/main" id="{7C75B74F-683B-4735-87C6-E72D070A9BC4}"/>
              </a:ext>
            </a:extLst>
          </p:cNvPr>
          <p:cNvSpPr>
            <a:spLocks xmlns:a="http://schemas.openxmlformats.org/drawingml/2006/main" noGrp="1"/>
          </p:cNvSpPr>
          <p:nvPr/>
        </p:nvSpPr>
        <p:spPr>
          <a:xfrm xmlns:a="http://schemas.openxmlformats.org/drawingml/2006/main" rot="0">
            <a:off x="9848850" y="1285875"/>
            <a:ext cx="333375" cy="323850"/>
          </a:xfrm>
          <a:custGeom xmlns:a="http://schemas.openxmlformats.org/drawingml/2006/main">
            <a:pathLst>
              <a:path w="333375" h="323850">
                <a:moveTo>
                  <a:pt x="142875" y="4763"/>
                </a:moveTo>
                <a:lnTo>
                  <a:pt x="147638" y="0"/>
                </a:lnTo>
                <a:lnTo>
                  <a:pt x="157163" y="0"/>
                </a:lnTo>
                <a:lnTo>
                  <a:pt x="166688" y="0"/>
                </a:lnTo>
                <a:lnTo>
                  <a:pt x="176213" y="0"/>
                </a:lnTo>
                <a:lnTo>
                  <a:pt x="185738" y="0"/>
                </a:lnTo>
                <a:lnTo>
                  <a:pt x="190500" y="4763"/>
                </a:lnTo>
                <a:lnTo>
                  <a:pt x="195263" y="9525"/>
                </a:lnTo>
                <a:lnTo>
                  <a:pt x="204788" y="9525"/>
                </a:lnTo>
                <a:lnTo>
                  <a:pt x="214313" y="9525"/>
                </a:lnTo>
                <a:lnTo>
                  <a:pt x="223838" y="9525"/>
                </a:lnTo>
                <a:lnTo>
                  <a:pt x="233363" y="9525"/>
                </a:lnTo>
                <a:lnTo>
                  <a:pt x="238125" y="14288"/>
                </a:lnTo>
                <a:lnTo>
                  <a:pt x="242888" y="19050"/>
                </a:lnTo>
                <a:lnTo>
                  <a:pt x="247650" y="23813"/>
                </a:lnTo>
                <a:lnTo>
                  <a:pt x="252413" y="28575"/>
                </a:lnTo>
                <a:lnTo>
                  <a:pt x="257175" y="33338"/>
                </a:lnTo>
                <a:lnTo>
                  <a:pt x="261938" y="38100"/>
                </a:lnTo>
                <a:lnTo>
                  <a:pt x="266700" y="42863"/>
                </a:lnTo>
                <a:lnTo>
                  <a:pt x="271463" y="47625"/>
                </a:lnTo>
                <a:lnTo>
                  <a:pt x="276225" y="52388"/>
                </a:lnTo>
                <a:lnTo>
                  <a:pt x="276225" y="61913"/>
                </a:lnTo>
                <a:lnTo>
                  <a:pt x="280988" y="66675"/>
                </a:lnTo>
                <a:lnTo>
                  <a:pt x="285750" y="71438"/>
                </a:lnTo>
                <a:lnTo>
                  <a:pt x="290513" y="76200"/>
                </a:lnTo>
                <a:lnTo>
                  <a:pt x="295275" y="80963"/>
                </a:lnTo>
                <a:lnTo>
                  <a:pt x="300038" y="85725"/>
                </a:lnTo>
                <a:lnTo>
                  <a:pt x="309563" y="85725"/>
                </a:lnTo>
                <a:lnTo>
                  <a:pt x="314325" y="90488"/>
                </a:lnTo>
                <a:lnTo>
                  <a:pt x="319088" y="95250"/>
                </a:lnTo>
                <a:lnTo>
                  <a:pt x="323850" y="100013"/>
                </a:lnTo>
                <a:lnTo>
                  <a:pt x="323850" y="109538"/>
                </a:lnTo>
                <a:lnTo>
                  <a:pt x="323850" y="119063"/>
                </a:lnTo>
                <a:lnTo>
                  <a:pt x="323850" y="128588"/>
                </a:lnTo>
                <a:lnTo>
                  <a:pt x="319088" y="133350"/>
                </a:lnTo>
                <a:lnTo>
                  <a:pt x="314325" y="138113"/>
                </a:lnTo>
                <a:lnTo>
                  <a:pt x="314325" y="147638"/>
                </a:lnTo>
                <a:lnTo>
                  <a:pt x="314325" y="157163"/>
                </a:lnTo>
                <a:lnTo>
                  <a:pt x="319088" y="161925"/>
                </a:lnTo>
                <a:lnTo>
                  <a:pt x="323850" y="166688"/>
                </a:lnTo>
                <a:lnTo>
                  <a:pt x="323850" y="176213"/>
                </a:lnTo>
                <a:lnTo>
                  <a:pt x="328613" y="180975"/>
                </a:lnTo>
                <a:lnTo>
                  <a:pt x="333375" y="185738"/>
                </a:lnTo>
                <a:lnTo>
                  <a:pt x="328613" y="190500"/>
                </a:lnTo>
                <a:lnTo>
                  <a:pt x="323850" y="195263"/>
                </a:lnTo>
                <a:lnTo>
                  <a:pt x="319088" y="200025"/>
                </a:lnTo>
                <a:lnTo>
                  <a:pt x="314325" y="204788"/>
                </a:lnTo>
                <a:lnTo>
                  <a:pt x="314325" y="214313"/>
                </a:lnTo>
                <a:lnTo>
                  <a:pt x="309563" y="219075"/>
                </a:lnTo>
                <a:lnTo>
                  <a:pt x="304800" y="223838"/>
                </a:lnTo>
                <a:lnTo>
                  <a:pt x="300038" y="228600"/>
                </a:lnTo>
                <a:lnTo>
                  <a:pt x="295275" y="233363"/>
                </a:lnTo>
                <a:lnTo>
                  <a:pt x="295275" y="242888"/>
                </a:lnTo>
                <a:lnTo>
                  <a:pt x="290513" y="247650"/>
                </a:lnTo>
                <a:lnTo>
                  <a:pt x="285750" y="252413"/>
                </a:lnTo>
                <a:lnTo>
                  <a:pt x="280988" y="257175"/>
                </a:lnTo>
                <a:lnTo>
                  <a:pt x="276225" y="261938"/>
                </a:lnTo>
                <a:lnTo>
                  <a:pt x="276225" y="271463"/>
                </a:lnTo>
                <a:lnTo>
                  <a:pt x="271463" y="276225"/>
                </a:lnTo>
                <a:lnTo>
                  <a:pt x="266700" y="280988"/>
                </a:lnTo>
                <a:lnTo>
                  <a:pt x="261938" y="285750"/>
                </a:lnTo>
                <a:lnTo>
                  <a:pt x="257175" y="290513"/>
                </a:lnTo>
                <a:lnTo>
                  <a:pt x="257175" y="300038"/>
                </a:lnTo>
                <a:lnTo>
                  <a:pt x="252413" y="304800"/>
                </a:lnTo>
                <a:lnTo>
                  <a:pt x="242888" y="304800"/>
                </a:lnTo>
                <a:lnTo>
                  <a:pt x="238125" y="309563"/>
                </a:lnTo>
                <a:lnTo>
                  <a:pt x="233363" y="314325"/>
                </a:lnTo>
                <a:lnTo>
                  <a:pt x="223838" y="314325"/>
                </a:lnTo>
                <a:lnTo>
                  <a:pt x="214313" y="314325"/>
                </a:lnTo>
                <a:lnTo>
                  <a:pt x="204788" y="314325"/>
                </a:lnTo>
                <a:lnTo>
                  <a:pt x="200025" y="319088"/>
                </a:lnTo>
                <a:lnTo>
                  <a:pt x="195263" y="323850"/>
                </a:lnTo>
                <a:lnTo>
                  <a:pt x="185738" y="323850"/>
                </a:lnTo>
                <a:lnTo>
                  <a:pt x="176213" y="323850"/>
                </a:lnTo>
                <a:lnTo>
                  <a:pt x="166688" y="323850"/>
                </a:lnTo>
                <a:lnTo>
                  <a:pt x="157163" y="323850"/>
                </a:lnTo>
                <a:lnTo>
                  <a:pt x="147638" y="323850"/>
                </a:lnTo>
                <a:lnTo>
                  <a:pt x="138113" y="323850"/>
                </a:lnTo>
                <a:lnTo>
                  <a:pt x="133350" y="319088"/>
                </a:lnTo>
                <a:lnTo>
                  <a:pt x="128588" y="314325"/>
                </a:lnTo>
                <a:lnTo>
                  <a:pt x="119063" y="314325"/>
                </a:lnTo>
                <a:lnTo>
                  <a:pt x="109538" y="314325"/>
                </a:lnTo>
                <a:lnTo>
                  <a:pt x="100013" y="314325"/>
                </a:lnTo>
                <a:lnTo>
                  <a:pt x="90488" y="314325"/>
                </a:lnTo>
                <a:lnTo>
                  <a:pt x="85725" y="309563"/>
                </a:lnTo>
                <a:lnTo>
                  <a:pt x="80963" y="304800"/>
                </a:lnTo>
                <a:lnTo>
                  <a:pt x="71438" y="304800"/>
                </a:lnTo>
                <a:lnTo>
                  <a:pt x="66675" y="300038"/>
                </a:lnTo>
                <a:lnTo>
                  <a:pt x="61913" y="295275"/>
                </a:lnTo>
                <a:lnTo>
                  <a:pt x="57150" y="290513"/>
                </a:lnTo>
                <a:lnTo>
                  <a:pt x="57150" y="280988"/>
                </a:lnTo>
                <a:lnTo>
                  <a:pt x="52388" y="276225"/>
                </a:lnTo>
                <a:lnTo>
                  <a:pt x="47625" y="271463"/>
                </a:lnTo>
                <a:lnTo>
                  <a:pt x="47625" y="261938"/>
                </a:lnTo>
                <a:lnTo>
                  <a:pt x="42863" y="257175"/>
                </a:lnTo>
                <a:lnTo>
                  <a:pt x="38100" y="252413"/>
                </a:lnTo>
                <a:lnTo>
                  <a:pt x="33338" y="247650"/>
                </a:lnTo>
                <a:lnTo>
                  <a:pt x="28575" y="242888"/>
                </a:lnTo>
                <a:lnTo>
                  <a:pt x="28575" y="233363"/>
                </a:lnTo>
                <a:lnTo>
                  <a:pt x="23813" y="228600"/>
                </a:lnTo>
                <a:lnTo>
                  <a:pt x="19050" y="223838"/>
                </a:lnTo>
                <a:lnTo>
                  <a:pt x="14288" y="219075"/>
                </a:lnTo>
                <a:lnTo>
                  <a:pt x="9525" y="214313"/>
                </a:lnTo>
                <a:lnTo>
                  <a:pt x="9525" y="204788"/>
                </a:lnTo>
                <a:lnTo>
                  <a:pt x="9525" y="195263"/>
                </a:lnTo>
                <a:lnTo>
                  <a:pt x="9525" y="185738"/>
                </a:lnTo>
                <a:lnTo>
                  <a:pt x="4763" y="180975"/>
                </a:lnTo>
                <a:lnTo>
                  <a:pt x="0" y="176213"/>
                </a:lnTo>
                <a:lnTo>
                  <a:pt x="0" y="166688"/>
                </a:lnTo>
                <a:lnTo>
                  <a:pt x="0" y="157163"/>
                </a:lnTo>
                <a:lnTo>
                  <a:pt x="4763" y="152400"/>
                </a:lnTo>
                <a:lnTo>
                  <a:pt x="9525" y="147638"/>
                </a:lnTo>
                <a:lnTo>
                  <a:pt x="9525" y="138113"/>
                </a:lnTo>
                <a:lnTo>
                  <a:pt x="14288" y="133350"/>
                </a:lnTo>
                <a:lnTo>
                  <a:pt x="19050" y="128588"/>
                </a:lnTo>
                <a:lnTo>
                  <a:pt x="19050" y="119063"/>
                </a:lnTo>
                <a:lnTo>
                  <a:pt x="19050" y="109538"/>
                </a:lnTo>
                <a:lnTo>
                  <a:pt x="19050" y="100013"/>
                </a:lnTo>
                <a:lnTo>
                  <a:pt x="23813" y="95250"/>
                </a:lnTo>
                <a:lnTo>
                  <a:pt x="28575" y="90488"/>
                </a:lnTo>
                <a:lnTo>
                  <a:pt x="28575" y="80963"/>
                </a:lnTo>
                <a:lnTo>
                  <a:pt x="28575" y="71438"/>
                </a:lnTo>
                <a:lnTo>
                  <a:pt x="33338" y="66675"/>
                </a:lnTo>
                <a:lnTo>
                  <a:pt x="38100" y="61913"/>
                </a:lnTo>
                <a:lnTo>
                  <a:pt x="38100" y="52388"/>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100013" y="19050"/>
                </a:lnTo>
                <a:lnTo>
                  <a:pt x="104775" y="14288"/>
                </a:lnTo>
                <a:lnTo>
                  <a:pt x="109538" y="9525"/>
                </a:lnTo>
                <a:lnTo>
                  <a:pt x="119063" y="9525"/>
                </a:lnTo>
                <a:lnTo>
                  <a:pt x="128588" y="9525"/>
                </a:lnTo>
                <a:lnTo>
                  <a:pt x="138113" y="9525"/>
                </a:lnTo>
                <a:lnTo>
                  <a:pt x="142875" y="4763"/>
                </a:lnTo>
                <a:close/>
              </a:path>
            </a:pathLst>
          </a:custGeom>
          <a:solidFill xmlns:a="http://schemas.openxmlformats.org/drawingml/2006/main">
            <a:srgbClr val="ECECEC"/>
          </a:solidFill>
          <a:ln xmlns:a="http://schemas.openxmlformats.org/drawingml/2006/main" w="0">
            <a:noFill/>
            <a:prstDash val="solid"/>
          </a:ln>
        </p:spPr>
      </p:sp>
      <p:sp>
        <p:nvSpPr>
          <p:cNvPr id="217" name="deep-skill-chaining-source-component-3-gradient-238-0">
            <a:extLst xmlns:a="http://schemas.openxmlformats.org/drawingml/2006/main">
              <a:ext uri="{FF2B5EF4-FFF2-40B4-BE49-F238E27FC236}">
                <a16:creationId xmlns:a16="http://schemas.microsoft.com/office/drawing/2014/main" id="{8BB5C0F8-3379-4B9E-8F4C-349946B76B77}"/>
              </a:ext>
            </a:extLst>
          </p:cNvPr>
          <p:cNvSpPr>
            <a:spLocks xmlns:a="http://schemas.openxmlformats.org/drawingml/2006/main" noGrp="1"/>
          </p:cNvSpPr>
          <p:nvPr/>
        </p:nvSpPr>
        <p:spPr>
          <a:xfrm xmlns:a="http://schemas.openxmlformats.org/drawingml/2006/main" rot="0">
            <a:off x="9867900" y="1295400"/>
            <a:ext cx="295275" cy="295275"/>
          </a:xfrm>
          <a:custGeom xmlns:a="http://schemas.openxmlformats.org/drawingml/2006/main">
            <a:pathLst>
              <a:path w="295275" h="295275">
                <a:moveTo>
                  <a:pt x="142875" y="4763"/>
                </a:moveTo>
                <a:lnTo>
                  <a:pt x="147638" y="0"/>
                </a:lnTo>
                <a:lnTo>
                  <a:pt x="152400" y="4763"/>
                </a:lnTo>
                <a:lnTo>
                  <a:pt x="157163" y="9525"/>
                </a:lnTo>
                <a:lnTo>
                  <a:pt x="166688" y="9525"/>
                </a:lnTo>
                <a:lnTo>
                  <a:pt x="171450" y="14288"/>
                </a:lnTo>
                <a:lnTo>
                  <a:pt x="176213" y="19050"/>
                </a:lnTo>
                <a:lnTo>
                  <a:pt x="185738" y="19050"/>
                </a:lnTo>
                <a:lnTo>
                  <a:pt x="195263" y="19050"/>
                </a:lnTo>
                <a:lnTo>
                  <a:pt x="204788" y="19050"/>
                </a:lnTo>
                <a:lnTo>
                  <a:pt x="209550" y="23813"/>
                </a:lnTo>
                <a:lnTo>
                  <a:pt x="214313" y="28575"/>
                </a:lnTo>
                <a:lnTo>
                  <a:pt x="219075" y="33338"/>
                </a:lnTo>
                <a:lnTo>
                  <a:pt x="223838" y="38100"/>
                </a:lnTo>
                <a:lnTo>
                  <a:pt x="228600" y="42863"/>
                </a:lnTo>
                <a:lnTo>
                  <a:pt x="233363" y="47625"/>
                </a:lnTo>
                <a:lnTo>
                  <a:pt x="238125" y="52388"/>
                </a:lnTo>
                <a:lnTo>
                  <a:pt x="242888" y="57150"/>
                </a:lnTo>
                <a:lnTo>
                  <a:pt x="247650" y="61913"/>
                </a:lnTo>
                <a:lnTo>
                  <a:pt x="252413" y="66675"/>
                </a:lnTo>
                <a:lnTo>
                  <a:pt x="257175" y="71438"/>
                </a:lnTo>
                <a:lnTo>
                  <a:pt x="261938" y="76200"/>
                </a:lnTo>
                <a:lnTo>
                  <a:pt x="271463" y="76200"/>
                </a:lnTo>
                <a:lnTo>
                  <a:pt x="276225" y="80963"/>
                </a:lnTo>
                <a:lnTo>
                  <a:pt x="280988" y="85725"/>
                </a:lnTo>
                <a:lnTo>
                  <a:pt x="290513" y="85725"/>
                </a:lnTo>
                <a:lnTo>
                  <a:pt x="295275" y="90488"/>
                </a:lnTo>
                <a:lnTo>
                  <a:pt x="290513" y="95250"/>
                </a:lnTo>
                <a:lnTo>
                  <a:pt x="285750" y="100013"/>
                </a:lnTo>
                <a:lnTo>
                  <a:pt x="285750" y="109538"/>
                </a:lnTo>
                <a:lnTo>
                  <a:pt x="285750" y="119063"/>
                </a:lnTo>
                <a:lnTo>
                  <a:pt x="285750" y="128588"/>
                </a:lnTo>
                <a:lnTo>
                  <a:pt x="285750" y="138113"/>
                </a:lnTo>
                <a:lnTo>
                  <a:pt x="285750" y="147638"/>
                </a:lnTo>
                <a:lnTo>
                  <a:pt x="285750" y="157163"/>
                </a:lnTo>
                <a:lnTo>
                  <a:pt x="290513" y="161925"/>
                </a:lnTo>
                <a:lnTo>
                  <a:pt x="295275" y="166688"/>
                </a:lnTo>
                <a:lnTo>
                  <a:pt x="295275" y="176213"/>
                </a:lnTo>
                <a:lnTo>
                  <a:pt x="295275" y="185738"/>
                </a:lnTo>
                <a:lnTo>
                  <a:pt x="290513" y="190500"/>
                </a:lnTo>
                <a:lnTo>
                  <a:pt x="280988" y="190500"/>
                </a:lnTo>
                <a:lnTo>
                  <a:pt x="276225" y="195263"/>
                </a:lnTo>
                <a:lnTo>
                  <a:pt x="271463" y="200025"/>
                </a:lnTo>
                <a:lnTo>
                  <a:pt x="266700" y="204788"/>
                </a:lnTo>
                <a:lnTo>
                  <a:pt x="261938" y="209550"/>
                </a:lnTo>
                <a:lnTo>
                  <a:pt x="257175" y="214313"/>
                </a:lnTo>
                <a:lnTo>
                  <a:pt x="257175" y="223838"/>
                </a:lnTo>
                <a:lnTo>
                  <a:pt x="257175" y="233363"/>
                </a:lnTo>
                <a:lnTo>
                  <a:pt x="252413" y="238125"/>
                </a:lnTo>
                <a:lnTo>
                  <a:pt x="247650" y="242888"/>
                </a:lnTo>
                <a:lnTo>
                  <a:pt x="242888" y="247650"/>
                </a:lnTo>
                <a:lnTo>
                  <a:pt x="238125" y="252413"/>
                </a:lnTo>
                <a:lnTo>
                  <a:pt x="238125" y="261938"/>
                </a:lnTo>
                <a:lnTo>
                  <a:pt x="233363" y="266700"/>
                </a:lnTo>
                <a:lnTo>
                  <a:pt x="228600" y="271463"/>
                </a:lnTo>
                <a:lnTo>
                  <a:pt x="223838" y="276225"/>
                </a:lnTo>
                <a:lnTo>
                  <a:pt x="219075" y="280988"/>
                </a:lnTo>
                <a:lnTo>
                  <a:pt x="214313" y="285750"/>
                </a:lnTo>
                <a:lnTo>
                  <a:pt x="209550" y="290513"/>
                </a:lnTo>
                <a:lnTo>
                  <a:pt x="204788" y="295275"/>
                </a:lnTo>
                <a:lnTo>
                  <a:pt x="195263" y="295275"/>
                </a:lnTo>
                <a:lnTo>
                  <a:pt x="185738" y="295275"/>
                </a:lnTo>
                <a:lnTo>
                  <a:pt x="176213" y="295275"/>
                </a:lnTo>
                <a:lnTo>
                  <a:pt x="166688" y="295275"/>
                </a:lnTo>
                <a:lnTo>
                  <a:pt x="157163" y="295275"/>
                </a:lnTo>
                <a:lnTo>
                  <a:pt x="147638" y="295275"/>
                </a:lnTo>
                <a:lnTo>
                  <a:pt x="138113" y="295275"/>
                </a:lnTo>
                <a:lnTo>
                  <a:pt x="128588" y="295275"/>
                </a:lnTo>
                <a:lnTo>
                  <a:pt x="119063" y="295275"/>
                </a:lnTo>
                <a:lnTo>
                  <a:pt x="109538" y="295275"/>
                </a:lnTo>
                <a:lnTo>
                  <a:pt x="100013" y="295275"/>
                </a:lnTo>
                <a:lnTo>
                  <a:pt x="90488" y="295275"/>
                </a:lnTo>
                <a:lnTo>
                  <a:pt x="85725" y="290513"/>
                </a:lnTo>
                <a:lnTo>
                  <a:pt x="80963" y="285750"/>
                </a:lnTo>
                <a:lnTo>
                  <a:pt x="71438" y="285750"/>
                </a:lnTo>
                <a:lnTo>
                  <a:pt x="66675" y="280988"/>
                </a:lnTo>
                <a:lnTo>
                  <a:pt x="61913" y="276225"/>
                </a:lnTo>
                <a:lnTo>
                  <a:pt x="57150" y="271463"/>
                </a:lnTo>
                <a:lnTo>
                  <a:pt x="52388" y="266700"/>
                </a:lnTo>
                <a:lnTo>
                  <a:pt x="47625" y="261938"/>
                </a:lnTo>
                <a:lnTo>
                  <a:pt x="47625" y="252413"/>
                </a:lnTo>
                <a:lnTo>
                  <a:pt x="42863" y="247650"/>
                </a:lnTo>
                <a:lnTo>
                  <a:pt x="38100" y="242888"/>
                </a:lnTo>
                <a:lnTo>
                  <a:pt x="33338" y="238125"/>
                </a:lnTo>
                <a:lnTo>
                  <a:pt x="28575" y="233363"/>
                </a:lnTo>
                <a:lnTo>
                  <a:pt x="28575" y="223838"/>
                </a:lnTo>
                <a:lnTo>
                  <a:pt x="23813" y="219075"/>
                </a:lnTo>
                <a:lnTo>
                  <a:pt x="19050" y="214313"/>
                </a:lnTo>
                <a:lnTo>
                  <a:pt x="19050" y="204788"/>
                </a:lnTo>
                <a:lnTo>
                  <a:pt x="14288" y="200025"/>
                </a:lnTo>
                <a:lnTo>
                  <a:pt x="9525" y="195263"/>
                </a:lnTo>
                <a:lnTo>
                  <a:pt x="9525" y="185738"/>
                </a:lnTo>
                <a:lnTo>
                  <a:pt x="4763" y="180975"/>
                </a:lnTo>
                <a:lnTo>
                  <a:pt x="0" y="176213"/>
                </a:lnTo>
                <a:lnTo>
                  <a:pt x="0" y="166688"/>
                </a:lnTo>
                <a:lnTo>
                  <a:pt x="0" y="157163"/>
                </a:lnTo>
                <a:lnTo>
                  <a:pt x="0" y="147638"/>
                </a:lnTo>
                <a:lnTo>
                  <a:pt x="0" y="138113"/>
                </a:lnTo>
                <a:lnTo>
                  <a:pt x="4763" y="133350"/>
                </a:lnTo>
                <a:lnTo>
                  <a:pt x="9525" y="128588"/>
                </a:lnTo>
                <a:lnTo>
                  <a:pt x="9525" y="119063"/>
                </a:lnTo>
                <a:lnTo>
                  <a:pt x="9525" y="109538"/>
                </a:lnTo>
                <a:lnTo>
                  <a:pt x="14288" y="104775"/>
                </a:lnTo>
                <a:lnTo>
                  <a:pt x="19050" y="100013"/>
                </a:lnTo>
                <a:lnTo>
                  <a:pt x="19050" y="90488"/>
                </a:lnTo>
                <a:lnTo>
                  <a:pt x="19050" y="80963"/>
                </a:lnTo>
                <a:lnTo>
                  <a:pt x="19050" y="71438"/>
                </a:lnTo>
                <a:lnTo>
                  <a:pt x="23813" y="66675"/>
                </a:lnTo>
                <a:lnTo>
                  <a:pt x="28575" y="61913"/>
                </a:lnTo>
                <a:lnTo>
                  <a:pt x="28575" y="52388"/>
                </a:lnTo>
                <a:lnTo>
                  <a:pt x="33338" y="47625"/>
                </a:lnTo>
                <a:lnTo>
                  <a:pt x="38100" y="42863"/>
                </a:lnTo>
                <a:lnTo>
                  <a:pt x="42863" y="38100"/>
                </a:lnTo>
                <a:lnTo>
                  <a:pt x="47625" y="33338"/>
                </a:lnTo>
                <a:lnTo>
                  <a:pt x="52388" y="28575"/>
                </a:lnTo>
                <a:lnTo>
                  <a:pt x="61913" y="28575"/>
                </a:lnTo>
                <a:lnTo>
                  <a:pt x="71438" y="28575"/>
                </a:lnTo>
                <a:lnTo>
                  <a:pt x="76200" y="23813"/>
                </a:lnTo>
                <a:lnTo>
                  <a:pt x="80963" y="19050"/>
                </a:lnTo>
                <a:lnTo>
                  <a:pt x="90488" y="19050"/>
                </a:lnTo>
                <a:lnTo>
                  <a:pt x="100013" y="19050"/>
                </a:lnTo>
                <a:lnTo>
                  <a:pt x="109538" y="19050"/>
                </a:lnTo>
                <a:lnTo>
                  <a:pt x="119063" y="19050"/>
                </a:lnTo>
                <a:lnTo>
                  <a:pt x="123825" y="14288"/>
                </a:lnTo>
                <a:lnTo>
                  <a:pt x="128588" y="9525"/>
                </a:lnTo>
                <a:lnTo>
                  <a:pt x="138113" y="9525"/>
                </a:lnTo>
                <a:lnTo>
                  <a:pt x="142875" y="4763"/>
                </a:lnTo>
                <a:close/>
              </a:path>
            </a:pathLst>
          </a:custGeom>
          <a:solidFill xmlns:a="http://schemas.openxmlformats.org/drawingml/2006/main">
            <a:srgbClr val="EEEEEE"/>
          </a:solidFill>
          <a:ln xmlns:a="http://schemas.openxmlformats.org/drawingml/2006/main" w="0">
            <a:noFill/>
            <a:prstDash val="solid"/>
          </a:ln>
        </p:spPr>
      </p:sp>
      <p:sp>
        <p:nvSpPr>
          <p:cNvPr id="218" name="deep-skill-chaining-source-component-3-gradient-240-0">
            <a:extLst xmlns:a="http://schemas.openxmlformats.org/drawingml/2006/main">
              <a:ext uri="{FF2B5EF4-FFF2-40B4-BE49-F238E27FC236}">
                <a16:creationId xmlns:a16="http://schemas.microsoft.com/office/drawing/2014/main" id="{7C7B0D5F-202E-4897-9CB2-3BA30314EBF5}"/>
              </a:ext>
            </a:extLst>
          </p:cNvPr>
          <p:cNvSpPr>
            <a:spLocks xmlns:a="http://schemas.openxmlformats.org/drawingml/2006/main" noGrp="1"/>
          </p:cNvSpPr>
          <p:nvPr/>
        </p:nvSpPr>
        <p:spPr>
          <a:xfrm xmlns:a="http://schemas.openxmlformats.org/drawingml/2006/main" rot="0">
            <a:off x="9886950" y="1323975"/>
            <a:ext cx="257175" cy="247650"/>
          </a:xfrm>
          <a:custGeom xmlns:a="http://schemas.openxmlformats.org/drawingml/2006/main">
            <a:pathLst>
              <a:path w="257175" h="247650">
                <a:moveTo>
                  <a:pt x="66675" y="4763"/>
                </a:move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0975" y="14288"/>
                </a:lnTo>
                <a:lnTo>
                  <a:pt x="185738" y="19050"/>
                </a:lnTo>
                <a:lnTo>
                  <a:pt x="190500" y="23813"/>
                </a:lnTo>
                <a:lnTo>
                  <a:pt x="195263" y="28575"/>
                </a:lnTo>
                <a:lnTo>
                  <a:pt x="200025" y="33338"/>
                </a:lnTo>
                <a:lnTo>
                  <a:pt x="204788" y="38100"/>
                </a:lnTo>
                <a:lnTo>
                  <a:pt x="214313" y="38100"/>
                </a:lnTo>
                <a:lnTo>
                  <a:pt x="219075" y="42863"/>
                </a:lnTo>
                <a:lnTo>
                  <a:pt x="223838" y="47625"/>
                </a:lnTo>
                <a:lnTo>
                  <a:pt x="228600" y="52388"/>
                </a:lnTo>
                <a:lnTo>
                  <a:pt x="233363" y="57150"/>
                </a:lnTo>
                <a:lnTo>
                  <a:pt x="242888" y="57150"/>
                </a:lnTo>
                <a:lnTo>
                  <a:pt x="247650" y="61913"/>
                </a:lnTo>
                <a:lnTo>
                  <a:pt x="247650" y="71438"/>
                </a:lnTo>
                <a:lnTo>
                  <a:pt x="247650" y="80963"/>
                </a:lnTo>
                <a:lnTo>
                  <a:pt x="247650" y="90488"/>
                </a:lnTo>
                <a:lnTo>
                  <a:pt x="247650" y="100013"/>
                </a:lnTo>
                <a:lnTo>
                  <a:pt x="247650" y="109538"/>
                </a:lnTo>
                <a:lnTo>
                  <a:pt x="247650" y="119063"/>
                </a:lnTo>
                <a:lnTo>
                  <a:pt x="247650" y="128588"/>
                </a:lnTo>
                <a:lnTo>
                  <a:pt x="252413" y="133350"/>
                </a:lnTo>
                <a:lnTo>
                  <a:pt x="257175" y="138113"/>
                </a:lnTo>
                <a:lnTo>
                  <a:pt x="257175" y="147638"/>
                </a:lnTo>
                <a:lnTo>
                  <a:pt x="252413" y="152400"/>
                </a:lnTo>
                <a:lnTo>
                  <a:pt x="247650" y="157163"/>
                </a:lnTo>
                <a:lnTo>
                  <a:pt x="242888" y="161925"/>
                </a:lnTo>
                <a:lnTo>
                  <a:pt x="238125" y="166688"/>
                </a:lnTo>
                <a:lnTo>
                  <a:pt x="233363" y="171450"/>
                </a:lnTo>
                <a:lnTo>
                  <a:pt x="228600" y="176213"/>
                </a:lnTo>
                <a:lnTo>
                  <a:pt x="228600" y="185738"/>
                </a:lnTo>
                <a:lnTo>
                  <a:pt x="223838" y="190500"/>
                </a:lnTo>
                <a:lnTo>
                  <a:pt x="219075" y="195263"/>
                </a:lnTo>
                <a:lnTo>
                  <a:pt x="219075" y="204788"/>
                </a:lnTo>
                <a:lnTo>
                  <a:pt x="214313" y="209550"/>
                </a:lnTo>
                <a:lnTo>
                  <a:pt x="209550" y="214313"/>
                </a:lnTo>
                <a:lnTo>
                  <a:pt x="204788" y="219075"/>
                </a:lnTo>
                <a:lnTo>
                  <a:pt x="200025" y="223838"/>
                </a:lnTo>
                <a:lnTo>
                  <a:pt x="195263" y="228600"/>
                </a:lnTo>
                <a:lnTo>
                  <a:pt x="190500" y="233363"/>
                </a:lnTo>
                <a:lnTo>
                  <a:pt x="185738" y="238125"/>
                </a:lnTo>
                <a:lnTo>
                  <a:pt x="176213" y="238125"/>
                </a:lnTo>
                <a:lnTo>
                  <a:pt x="166688" y="238125"/>
                </a:lnTo>
                <a:lnTo>
                  <a:pt x="161925" y="242888"/>
                </a:lnTo>
                <a:lnTo>
                  <a:pt x="157163" y="247650"/>
                </a:lnTo>
                <a:lnTo>
                  <a:pt x="147638" y="247650"/>
                </a:lnTo>
                <a:lnTo>
                  <a:pt x="138113" y="247650"/>
                </a:lnTo>
                <a:lnTo>
                  <a:pt x="128588" y="247650"/>
                </a:lnTo>
                <a:lnTo>
                  <a:pt x="119063" y="247650"/>
                </a:lnTo>
                <a:lnTo>
                  <a:pt x="109538" y="247650"/>
                </a:lnTo>
                <a:lnTo>
                  <a:pt x="100013" y="247650"/>
                </a:lnTo>
                <a:lnTo>
                  <a:pt x="90488" y="247650"/>
                </a:lnTo>
                <a:lnTo>
                  <a:pt x="85725" y="242888"/>
                </a:lnTo>
                <a:lnTo>
                  <a:pt x="80963" y="238125"/>
                </a:lnTo>
                <a:lnTo>
                  <a:pt x="71438" y="238125"/>
                </a:lnTo>
                <a:lnTo>
                  <a:pt x="66675" y="233363"/>
                </a:lnTo>
                <a:lnTo>
                  <a:pt x="61913" y="228600"/>
                </a:lnTo>
                <a:lnTo>
                  <a:pt x="52388" y="228600"/>
                </a:lnTo>
                <a:lnTo>
                  <a:pt x="47625" y="223838"/>
                </a:lnTo>
                <a:lnTo>
                  <a:pt x="42863" y="219075"/>
                </a:lnTo>
                <a:lnTo>
                  <a:pt x="38100" y="214313"/>
                </a:lnTo>
                <a:lnTo>
                  <a:pt x="33338" y="209550"/>
                </a:lnTo>
                <a:lnTo>
                  <a:pt x="28575" y="204788"/>
                </a:lnTo>
                <a:lnTo>
                  <a:pt x="28575" y="195263"/>
                </a:lnTo>
                <a:lnTo>
                  <a:pt x="23813" y="190500"/>
                </a:lnTo>
                <a:lnTo>
                  <a:pt x="19050" y="185738"/>
                </a:lnTo>
                <a:lnTo>
                  <a:pt x="14288" y="180975"/>
                </a:lnTo>
                <a:lnTo>
                  <a:pt x="9525" y="176213"/>
                </a:lnTo>
                <a:lnTo>
                  <a:pt x="9525" y="166688"/>
                </a:lnTo>
                <a:lnTo>
                  <a:pt x="9525" y="157163"/>
                </a:lnTo>
                <a:lnTo>
                  <a:pt x="4763" y="152400"/>
                </a:lnTo>
                <a:lnTo>
                  <a:pt x="0" y="147638"/>
                </a:lnTo>
                <a:lnTo>
                  <a:pt x="0" y="138113"/>
                </a:lnTo>
                <a:lnTo>
                  <a:pt x="0" y="128588"/>
                </a:lnTo>
                <a:lnTo>
                  <a:pt x="0" y="119063"/>
                </a:lnTo>
                <a:lnTo>
                  <a:pt x="0" y="109538"/>
                </a:lnTo>
                <a:lnTo>
                  <a:pt x="0" y="100013"/>
                </a:lnTo>
                <a:lnTo>
                  <a:pt x="4763" y="95250"/>
                </a:lnTo>
                <a:lnTo>
                  <a:pt x="9525" y="90488"/>
                </a:lnTo>
                <a:lnTo>
                  <a:pt x="9525" y="80963"/>
                </a:lnTo>
                <a:lnTo>
                  <a:pt x="9525" y="71438"/>
                </a:lnTo>
                <a:lnTo>
                  <a:pt x="9525" y="61913"/>
                </a:lnTo>
                <a:lnTo>
                  <a:pt x="9525" y="52388"/>
                </a:lnTo>
                <a:lnTo>
                  <a:pt x="14288" y="47625"/>
                </a:lnTo>
                <a:lnTo>
                  <a:pt x="19050" y="42863"/>
                </a:lnTo>
                <a:lnTo>
                  <a:pt x="23813" y="38100"/>
                </a:lnTo>
                <a:lnTo>
                  <a:pt x="28575" y="33338"/>
                </a:lnTo>
                <a:lnTo>
                  <a:pt x="33338" y="28575"/>
                </a:lnTo>
                <a:lnTo>
                  <a:pt x="38100" y="23813"/>
                </a:lnTo>
                <a:lnTo>
                  <a:pt x="42863" y="19050"/>
                </a:lnTo>
                <a:lnTo>
                  <a:pt x="47625" y="14288"/>
                </a:lnTo>
                <a:lnTo>
                  <a:pt x="52388" y="9525"/>
                </a:lnTo>
                <a:lnTo>
                  <a:pt x="61913" y="9525"/>
                </a:lnTo>
                <a:lnTo>
                  <a:pt x="66675" y="4763"/>
                </a:lnTo>
                <a:close/>
              </a:path>
            </a:pathLst>
          </a:custGeom>
          <a:solidFill xmlns:a="http://schemas.openxmlformats.org/drawingml/2006/main">
            <a:srgbClr val="F0F0F0"/>
          </a:solidFill>
          <a:ln xmlns:a="http://schemas.openxmlformats.org/drawingml/2006/main" w="0">
            <a:noFill/>
            <a:prstDash val="solid"/>
          </a:ln>
        </p:spPr>
      </p:sp>
      <p:sp>
        <p:nvSpPr>
          <p:cNvPr id="219" name="deep-skill-chaining-source-component-3-gradient-242-0">
            <a:extLst xmlns:a="http://schemas.openxmlformats.org/drawingml/2006/main">
              <a:ext uri="{FF2B5EF4-FFF2-40B4-BE49-F238E27FC236}">
                <a16:creationId xmlns:a16="http://schemas.microsoft.com/office/drawing/2014/main" id="{7CBB3F18-6978-4C1E-8101-97034C9E3F9E}"/>
              </a:ext>
            </a:extLst>
          </p:cNvPr>
          <p:cNvSpPr>
            <a:spLocks xmlns:a="http://schemas.openxmlformats.org/drawingml/2006/main" noGrp="1"/>
          </p:cNvSpPr>
          <p:nvPr/>
        </p:nvSpPr>
        <p:spPr>
          <a:xfrm xmlns:a="http://schemas.openxmlformats.org/drawingml/2006/main" rot="0">
            <a:off x="9896475" y="1343025"/>
            <a:ext cx="238125" cy="219075"/>
          </a:xfrm>
          <a:custGeom xmlns:a="http://schemas.openxmlformats.org/drawingml/2006/main">
            <a:pathLst>
              <a:path w="238125" h="219075">
                <a:moveTo>
                  <a:pt x="66675" y="4763"/>
                </a:moveTo>
                <a:lnTo>
                  <a:pt x="71438" y="0"/>
                </a:lnTo>
                <a:lnTo>
                  <a:pt x="80963" y="0"/>
                </a:lnTo>
                <a:lnTo>
                  <a:pt x="90488" y="0"/>
                </a:lnTo>
                <a:lnTo>
                  <a:pt x="100013" y="0"/>
                </a:lnTo>
                <a:lnTo>
                  <a:pt x="109538" y="0"/>
                </a:lnTo>
                <a:lnTo>
                  <a:pt x="119063" y="0"/>
                </a:lnTo>
                <a:lnTo>
                  <a:pt x="128588" y="0"/>
                </a:lnTo>
                <a:lnTo>
                  <a:pt x="138113" y="0"/>
                </a:lnTo>
                <a:lnTo>
                  <a:pt x="142875" y="4763"/>
                </a:lnTo>
                <a:lnTo>
                  <a:pt x="147638" y="9525"/>
                </a:lnTo>
                <a:lnTo>
                  <a:pt x="157163" y="9525"/>
                </a:lnTo>
                <a:lnTo>
                  <a:pt x="161925" y="14288"/>
                </a:lnTo>
                <a:lnTo>
                  <a:pt x="166688" y="19050"/>
                </a:lnTo>
                <a:lnTo>
                  <a:pt x="176213" y="19050"/>
                </a:lnTo>
                <a:lnTo>
                  <a:pt x="180975" y="23813"/>
                </a:lnTo>
                <a:lnTo>
                  <a:pt x="185738" y="28575"/>
                </a:lnTo>
                <a:lnTo>
                  <a:pt x="190500" y="33338"/>
                </a:lnTo>
                <a:lnTo>
                  <a:pt x="195263" y="38100"/>
                </a:lnTo>
                <a:lnTo>
                  <a:pt x="204788" y="38100"/>
                </a:lnTo>
                <a:lnTo>
                  <a:pt x="209550" y="42863"/>
                </a:lnTo>
                <a:lnTo>
                  <a:pt x="209550" y="52388"/>
                </a:lnTo>
                <a:lnTo>
                  <a:pt x="209550" y="61913"/>
                </a:lnTo>
                <a:lnTo>
                  <a:pt x="214313" y="66675"/>
                </a:lnTo>
                <a:lnTo>
                  <a:pt x="219075" y="71438"/>
                </a:lnTo>
                <a:lnTo>
                  <a:pt x="219075" y="80963"/>
                </a:lnTo>
                <a:lnTo>
                  <a:pt x="219075" y="90488"/>
                </a:lnTo>
                <a:lnTo>
                  <a:pt x="219075" y="100013"/>
                </a:lnTo>
                <a:lnTo>
                  <a:pt x="219075" y="109538"/>
                </a:lnTo>
                <a:lnTo>
                  <a:pt x="223838" y="114300"/>
                </a:lnTo>
                <a:lnTo>
                  <a:pt x="228600" y="119063"/>
                </a:lnTo>
                <a:lnTo>
                  <a:pt x="233363" y="123825"/>
                </a:lnTo>
                <a:lnTo>
                  <a:pt x="238125" y="128588"/>
                </a:lnTo>
                <a:lnTo>
                  <a:pt x="233363" y="133350"/>
                </a:lnTo>
                <a:lnTo>
                  <a:pt x="223838" y="133350"/>
                </a:lnTo>
                <a:lnTo>
                  <a:pt x="219075" y="138113"/>
                </a:lnTo>
                <a:lnTo>
                  <a:pt x="219075" y="147638"/>
                </a:lnTo>
                <a:lnTo>
                  <a:pt x="214313" y="152400"/>
                </a:lnTo>
                <a:lnTo>
                  <a:pt x="209550" y="157163"/>
                </a:lnTo>
                <a:lnTo>
                  <a:pt x="209550" y="166688"/>
                </a:lnTo>
                <a:lnTo>
                  <a:pt x="204788" y="171450"/>
                </a:lnTo>
                <a:lnTo>
                  <a:pt x="195263" y="171450"/>
                </a:lnTo>
                <a:lnTo>
                  <a:pt x="190500" y="176213"/>
                </a:lnTo>
                <a:lnTo>
                  <a:pt x="185738" y="180975"/>
                </a:lnTo>
                <a:lnTo>
                  <a:pt x="180975" y="185738"/>
                </a:lnTo>
                <a:lnTo>
                  <a:pt x="176213" y="190500"/>
                </a:lnTo>
                <a:lnTo>
                  <a:pt x="166688" y="190500"/>
                </a:lnTo>
                <a:lnTo>
                  <a:pt x="161925" y="195263"/>
                </a:lnTo>
                <a:lnTo>
                  <a:pt x="157163" y="200025"/>
                </a:lnTo>
                <a:lnTo>
                  <a:pt x="152400" y="204788"/>
                </a:lnTo>
                <a:lnTo>
                  <a:pt x="147638" y="209550"/>
                </a:lnTo>
                <a:lnTo>
                  <a:pt x="138113" y="209550"/>
                </a:lnTo>
                <a:lnTo>
                  <a:pt x="128588" y="209550"/>
                </a:lnTo>
                <a:lnTo>
                  <a:pt x="123825" y="214313"/>
                </a:lnTo>
                <a:lnTo>
                  <a:pt x="119063" y="219075"/>
                </a:lnTo>
                <a:lnTo>
                  <a:pt x="109538" y="219075"/>
                </a:lnTo>
                <a:lnTo>
                  <a:pt x="100013" y="219075"/>
                </a:lnTo>
                <a:lnTo>
                  <a:pt x="90488" y="219075"/>
                </a:lnTo>
                <a:lnTo>
                  <a:pt x="85725" y="214313"/>
                </a:lnTo>
                <a:lnTo>
                  <a:pt x="80963" y="209550"/>
                </a:lnTo>
                <a:lnTo>
                  <a:pt x="76200" y="204788"/>
                </a:lnTo>
                <a:lnTo>
                  <a:pt x="71438" y="200025"/>
                </a:lnTo>
                <a:lnTo>
                  <a:pt x="61913" y="200025"/>
                </a:lnTo>
                <a:lnTo>
                  <a:pt x="57150" y="195263"/>
                </a:lnTo>
                <a:lnTo>
                  <a:pt x="52388" y="190500"/>
                </a:lnTo>
                <a:lnTo>
                  <a:pt x="42863" y="190500"/>
                </a:lnTo>
                <a:lnTo>
                  <a:pt x="38100" y="185738"/>
                </a:lnTo>
                <a:lnTo>
                  <a:pt x="33338" y="180975"/>
                </a:lnTo>
                <a:lnTo>
                  <a:pt x="28575" y="176213"/>
                </a:lnTo>
                <a:lnTo>
                  <a:pt x="28575" y="166688"/>
                </a:lnTo>
                <a:lnTo>
                  <a:pt x="23813" y="161925"/>
                </a:lnTo>
                <a:lnTo>
                  <a:pt x="19050" y="157163"/>
                </a:lnTo>
                <a:lnTo>
                  <a:pt x="19050" y="147638"/>
                </a:lnTo>
                <a:lnTo>
                  <a:pt x="19050" y="138113"/>
                </a:lnTo>
                <a:lnTo>
                  <a:pt x="19050" y="128588"/>
                </a:lnTo>
                <a:lnTo>
                  <a:pt x="14288" y="123825"/>
                </a:lnTo>
                <a:lnTo>
                  <a:pt x="9525" y="119063"/>
                </a:lnTo>
                <a:lnTo>
                  <a:pt x="9525" y="109538"/>
                </a:lnTo>
                <a:lnTo>
                  <a:pt x="4763" y="104775"/>
                </a:lnTo>
                <a:lnTo>
                  <a:pt x="0" y="100013"/>
                </a:lnTo>
                <a:lnTo>
                  <a:pt x="4763" y="95250"/>
                </a:lnTo>
                <a:lnTo>
                  <a:pt x="9525" y="90488"/>
                </a:lnTo>
                <a:lnTo>
                  <a:pt x="9525" y="80963"/>
                </a:lnTo>
                <a:lnTo>
                  <a:pt x="14288" y="76200"/>
                </a:lnTo>
                <a:lnTo>
                  <a:pt x="19050" y="71438"/>
                </a:lnTo>
                <a:lnTo>
                  <a:pt x="19050" y="61913"/>
                </a:lnTo>
                <a:lnTo>
                  <a:pt x="19050" y="52388"/>
                </a:lnTo>
                <a:lnTo>
                  <a:pt x="19050" y="42863"/>
                </a:lnTo>
                <a:lnTo>
                  <a:pt x="19050" y="33338"/>
                </a:lnTo>
                <a:lnTo>
                  <a:pt x="23813" y="28575"/>
                </a:lnTo>
                <a:lnTo>
                  <a:pt x="33338" y="28575"/>
                </a:lnTo>
                <a:lnTo>
                  <a:pt x="38100" y="23813"/>
                </a:lnTo>
                <a:lnTo>
                  <a:pt x="42863" y="19050"/>
                </a:lnTo>
                <a:lnTo>
                  <a:pt x="47625" y="14288"/>
                </a:lnTo>
                <a:lnTo>
                  <a:pt x="52388" y="9525"/>
                </a:lnTo>
                <a:lnTo>
                  <a:pt x="61913" y="9525"/>
                </a:lnTo>
                <a:lnTo>
                  <a:pt x="66675" y="4763"/>
                </a:lnTo>
                <a:close/>
              </a:path>
            </a:pathLst>
          </a:custGeom>
          <a:solidFill xmlns:a="http://schemas.openxmlformats.org/drawingml/2006/main">
            <a:srgbClr val="F2F2F2"/>
          </a:solidFill>
          <a:ln xmlns:a="http://schemas.openxmlformats.org/drawingml/2006/main" w="0">
            <a:noFill/>
            <a:prstDash val="solid"/>
          </a:ln>
        </p:spPr>
      </p:sp>
      <p:sp>
        <p:nvSpPr>
          <p:cNvPr id="220" name="deep-skill-chaining-source-component-3-gradient-244-0">
            <a:extLst xmlns:a="http://schemas.openxmlformats.org/drawingml/2006/main">
              <a:ext uri="{FF2B5EF4-FFF2-40B4-BE49-F238E27FC236}">
                <a16:creationId xmlns:a16="http://schemas.microsoft.com/office/drawing/2014/main" id="{75832CB7-9645-4D03-AAB4-5E559D0AB758}"/>
              </a:ext>
            </a:extLst>
          </p:cNvPr>
          <p:cNvSpPr>
            <a:spLocks xmlns:a="http://schemas.openxmlformats.org/drawingml/2006/main" noGrp="1"/>
          </p:cNvSpPr>
          <p:nvPr/>
        </p:nvSpPr>
        <p:spPr>
          <a:xfrm xmlns:a="http://schemas.openxmlformats.org/drawingml/2006/main" rot="0">
            <a:off x="9915525" y="1352550"/>
            <a:ext cx="200025" cy="190500"/>
          </a:xfrm>
          <a:custGeom xmlns:a="http://schemas.openxmlformats.org/drawingml/2006/main">
            <a:pathLst>
              <a:path w="200025" h="190500">
                <a:moveTo>
                  <a:pt x="66675" y="4763"/>
                </a:moveTo>
                <a:lnTo>
                  <a:pt x="71438" y="0"/>
                </a:lnTo>
                <a:lnTo>
                  <a:pt x="80963" y="0"/>
                </a:lnTo>
                <a:lnTo>
                  <a:pt x="90488" y="0"/>
                </a:lnTo>
                <a:lnTo>
                  <a:pt x="100013" y="0"/>
                </a:lnTo>
                <a:lnTo>
                  <a:pt x="104775" y="4763"/>
                </a:lnTo>
                <a:lnTo>
                  <a:pt x="109538" y="9525"/>
                </a:lnTo>
                <a:lnTo>
                  <a:pt x="119063" y="9525"/>
                </a:lnTo>
                <a:lnTo>
                  <a:pt x="123825" y="14288"/>
                </a:lnTo>
                <a:lnTo>
                  <a:pt x="128588" y="19050"/>
                </a:lnTo>
                <a:lnTo>
                  <a:pt x="138113" y="19050"/>
                </a:lnTo>
                <a:lnTo>
                  <a:pt x="142875" y="23813"/>
                </a:lnTo>
                <a:lnTo>
                  <a:pt x="147638" y="28575"/>
                </a:lnTo>
                <a:lnTo>
                  <a:pt x="157163" y="28575"/>
                </a:lnTo>
                <a:lnTo>
                  <a:pt x="161925" y="33338"/>
                </a:lnTo>
                <a:lnTo>
                  <a:pt x="161925" y="42863"/>
                </a:lnTo>
                <a:lnTo>
                  <a:pt x="166688" y="47625"/>
                </a:lnTo>
                <a:lnTo>
                  <a:pt x="171450" y="52388"/>
                </a:lnTo>
                <a:lnTo>
                  <a:pt x="176213" y="57150"/>
                </a:lnTo>
                <a:lnTo>
                  <a:pt x="180975" y="61913"/>
                </a:lnTo>
                <a:lnTo>
                  <a:pt x="180975" y="71438"/>
                </a:lnTo>
                <a:lnTo>
                  <a:pt x="180975" y="80963"/>
                </a:lnTo>
                <a:lnTo>
                  <a:pt x="180975" y="90488"/>
                </a:lnTo>
                <a:lnTo>
                  <a:pt x="180975" y="100013"/>
                </a:lnTo>
                <a:lnTo>
                  <a:pt x="185738" y="104775"/>
                </a:lnTo>
                <a:lnTo>
                  <a:pt x="190500" y="109538"/>
                </a:lnTo>
                <a:lnTo>
                  <a:pt x="195263" y="114300"/>
                </a:lnTo>
                <a:lnTo>
                  <a:pt x="200025" y="119063"/>
                </a:lnTo>
                <a:lnTo>
                  <a:pt x="195263" y="123825"/>
                </a:lnTo>
                <a:lnTo>
                  <a:pt x="190500" y="128588"/>
                </a:lnTo>
                <a:lnTo>
                  <a:pt x="185738" y="133350"/>
                </a:lnTo>
                <a:lnTo>
                  <a:pt x="180975" y="138113"/>
                </a:lnTo>
                <a:lnTo>
                  <a:pt x="176213" y="142875"/>
                </a:lnTo>
                <a:lnTo>
                  <a:pt x="171450" y="147638"/>
                </a:lnTo>
                <a:lnTo>
                  <a:pt x="166688" y="152400"/>
                </a:lnTo>
                <a:lnTo>
                  <a:pt x="161925" y="157163"/>
                </a:lnTo>
                <a:lnTo>
                  <a:pt x="157163" y="161925"/>
                </a:lnTo>
                <a:lnTo>
                  <a:pt x="147638" y="161925"/>
                </a:lnTo>
                <a:lnTo>
                  <a:pt x="142875" y="166688"/>
                </a:lnTo>
                <a:lnTo>
                  <a:pt x="138113" y="171450"/>
                </a:lnTo>
                <a:lnTo>
                  <a:pt x="133350" y="176213"/>
                </a:lnTo>
                <a:lnTo>
                  <a:pt x="128588" y="180975"/>
                </a:lnTo>
                <a:lnTo>
                  <a:pt x="119063" y="180975"/>
                </a:lnTo>
                <a:lnTo>
                  <a:pt x="109538" y="180975"/>
                </a:lnTo>
                <a:lnTo>
                  <a:pt x="104775" y="185738"/>
                </a:lnTo>
                <a:lnTo>
                  <a:pt x="100013" y="190500"/>
                </a:lnTo>
                <a:lnTo>
                  <a:pt x="90488" y="190500"/>
                </a:lnTo>
                <a:lnTo>
                  <a:pt x="80963" y="190500"/>
                </a:lnTo>
                <a:lnTo>
                  <a:pt x="71438" y="190500"/>
                </a:lnTo>
                <a:lnTo>
                  <a:pt x="66675" y="185738"/>
                </a:lnTo>
                <a:lnTo>
                  <a:pt x="61913" y="180975"/>
                </a:lnTo>
                <a:lnTo>
                  <a:pt x="52388" y="180975"/>
                </a:lnTo>
                <a:lnTo>
                  <a:pt x="42863" y="180975"/>
                </a:lnTo>
                <a:lnTo>
                  <a:pt x="38100" y="176213"/>
                </a:lnTo>
                <a:lnTo>
                  <a:pt x="38100" y="166688"/>
                </a:lnTo>
                <a:lnTo>
                  <a:pt x="33338" y="161925"/>
                </a:lnTo>
                <a:lnTo>
                  <a:pt x="28575" y="157163"/>
                </a:lnTo>
                <a:lnTo>
                  <a:pt x="23813" y="152400"/>
                </a:lnTo>
                <a:lnTo>
                  <a:pt x="14288" y="152400"/>
                </a:lnTo>
                <a:lnTo>
                  <a:pt x="9525" y="147638"/>
                </a:lnTo>
                <a:lnTo>
                  <a:pt x="9525" y="138113"/>
                </a:lnTo>
                <a:lnTo>
                  <a:pt x="9525" y="128588"/>
                </a:lnTo>
                <a:lnTo>
                  <a:pt x="9525" y="119063"/>
                </a:lnTo>
                <a:lnTo>
                  <a:pt x="9525" y="109538"/>
                </a:lnTo>
                <a:lnTo>
                  <a:pt x="4763" y="104775"/>
                </a:lnTo>
                <a:lnTo>
                  <a:pt x="0" y="100013"/>
                </a:lnTo>
                <a:lnTo>
                  <a:pt x="0" y="90488"/>
                </a:lnTo>
                <a:lnTo>
                  <a:pt x="0" y="80963"/>
                </a:lnTo>
                <a:lnTo>
                  <a:pt x="4763" y="76200"/>
                </a:lnTo>
                <a:lnTo>
                  <a:pt x="9525" y="71438"/>
                </a:lnTo>
                <a:lnTo>
                  <a:pt x="9525" y="61913"/>
                </a:lnTo>
                <a:lnTo>
                  <a:pt x="9525" y="52388"/>
                </a:lnTo>
                <a:lnTo>
                  <a:pt x="9525" y="42863"/>
                </a:lnTo>
                <a:lnTo>
                  <a:pt x="9525" y="33338"/>
                </a:lnTo>
                <a:lnTo>
                  <a:pt x="14288" y="28575"/>
                </a:lnTo>
                <a:lnTo>
                  <a:pt x="23813" y="28575"/>
                </a:lnTo>
                <a:lnTo>
                  <a:pt x="33338" y="28575"/>
                </a:lnTo>
                <a:lnTo>
                  <a:pt x="38100" y="23813"/>
                </a:lnTo>
                <a:lnTo>
                  <a:pt x="42863" y="19050"/>
                </a:lnTo>
                <a:lnTo>
                  <a:pt x="47625" y="14288"/>
                </a:lnTo>
                <a:lnTo>
                  <a:pt x="52388" y="9525"/>
                </a:lnTo>
                <a:lnTo>
                  <a:pt x="61913" y="9525"/>
                </a:lnTo>
                <a:lnTo>
                  <a:pt x="66675" y="4763"/>
                </a:lnTo>
                <a:close/>
              </a:path>
            </a:pathLst>
          </a:custGeom>
          <a:solidFill xmlns:a="http://schemas.openxmlformats.org/drawingml/2006/main">
            <a:srgbClr val="F4F4F4"/>
          </a:solidFill>
          <a:ln xmlns:a="http://schemas.openxmlformats.org/drawingml/2006/main" w="0">
            <a:noFill/>
            <a:prstDash val="solid"/>
          </a:ln>
        </p:spPr>
      </p:sp>
      <p:sp>
        <p:nvSpPr>
          <p:cNvPr id="221" name="deep-skill-chaining-source-component-3-gradient-246-0">
            <a:extLst xmlns:a="http://schemas.openxmlformats.org/drawingml/2006/main">
              <a:ext uri="{FF2B5EF4-FFF2-40B4-BE49-F238E27FC236}">
                <a16:creationId xmlns:a16="http://schemas.microsoft.com/office/drawing/2014/main" id="{DFFA7846-07AA-4D22-8314-BBBED3A0EFD0}"/>
              </a:ext>
            </a:extLst>
          </p:cNvPr>
          <p:cNvSpPr>
            <a:spLocks xmlns:a="http://schemas.openxmlformats.org/drawingml/2006/main" noGrp="1"/>
          </p:cNvSpPr>
          <p:nvPr/>
        </p:nvSpPr>
        <p:spPr>
          <a:xfrm xmlns:a="http://schemas.openxmlformats.org/drawingml/2006/main" rot="0">
            <a:off x="9925050" y="1381125"/>
            <a:ext cx="161925" cy="142875"/>
          </a:xfrm>
          <a:custGeom xmlns:a="http://schemas.openxmlformats.org/drawingml/2006/main">
            <a:pathLst>
              <a:path w="161925" h="142875">
                <a:moveTo>
                  <a:pt x="47625" y="4763"/>
                </a:moveTo>
                <a:lnTo>
                  <a:pt x="52388" y="0"/>
                </a:lnTo>
                <a:lnTo>
                  <a:pt x="61913" y="0"/>
                </a:lnTo>
                <a:lnTo>
                  <a:pt x="71438" y="0"/>
                </a:lnTo>
                <a:lnTo>
                  <a:pt x="80963" y="0"/>
                </a:lnTo>
                <a:lnTo>
                  <a:pt x="90488" y="0"/>
                </a:lnTo>
                <a:lnTo>
                  <a:pt x="100013" y="0"/>
                </a:lnTo>
                <a:lnTo>
                  <a:pt x="109538" y="0"/>
                </a:lnTo>
                <a:lnTo>
                  <a:pt x="119063" y="0"/>
                </a:lnTo>
                <a:lnTo>
                  <a:pt x="123825" y="4763"/>
                </a:lnTo>
                <a:lnTo>
                  <a:pt x="128588" y="9525"/>
                </a:lnTo>
                <a:lnTo>
                  <a:pt x="133350" y="14288"/>
                </a:lnTo>
                <a:lnTo>
                  <a:pt x="138113" y="19050"/>
                </a:lnTo>
                <a:lnTo>
                  <a:pt x="142875" y="23813"/>
                </a:lnTo>
                <a:lnTo>
                  <a:pt x="147638" y="28575"/>
                </a:lnTo>
                <a:lnTo>
                  <a:pt x="152400" y="33338"/>
                </a:lnTo>
                <a:lnTo>
                  <a:pt x="152400" y="42863"/>
                </a:lnTo>
                <a:lnTo>
                  <a:pt x="152400" y="52388"/>
                </a:lnTo>
                <a:lnTo>
                  <a:pt x="152400" y="61913"/>
                </a:lnTo>
                <a:lnTo>
                  <a:pt x="152400" y="71438"/>
                </a:lnTo>
                <a:lnTo>
                  <a:pt x="152400" y="80963"/>
                </a:lnTo>
                <a:lnTo>
                  <a:pt x="157163" y="85725"/>
                </a:lnTo>
                <a:lnTo>
                  <a:pt x="161925" y="90488"/>
                </a:lnTo>
                <a:lnTo>
                  <a:pt x="157163" y="95250"/>
                </a:lnTo>
                <a:lnTo>
                  <a:pt x="152400" y="100013"/>
                </a:lnTo>
                <a:lnTo>
                  <a:pt x="147638" y="104775"/>
                </a:lnTo>
                <a:lnTo>
                  <a:pt x="142875" y="109538"/>
                </a:lnTo>
                <a:lnTo>
                  <a:pt x="138113" y="114300"/>
                </a:lnTo>
                <a:lnTo>
                  <a:pt x="133350" y="119063"/>
                </a:lnTo>
                <a:lnTo>
                  <a:pt x="128588" y="123825"/>
                </a:lnTo>
                <a:lnTo>
                  <a:pt x="123825" y="128588"/>
                </a:lnTo>
                <a:lnTo>
                  <a:pt x="119063" y="133350"/>
                </a:lnTo>
                <a:lnTo>
                  <a:pt x="109538" y="133350"/>
                </a:lnTo>
                <a:lnTo>
                  <a:pt x="100013" y="133350"/>
                </a:lnTo>
                <a:lnTo>
                  <a:pt x="95250" y="138113"/>
                </a:lnTo>
                <a:lnTo>
                  <a:pt x="90488" y="142875"/>
                </a:lnTo>
                <a:lnTo>
                  <a:pt x="80963" y="142875"/>
                </a:lnTo>
                <a:lnTo>
                  <a:pt x="71438" y="142875"/>
                </a:lnTo>
                <a:lnTo>
                  <a:pt x="61913" y="142875"/>
                </a:lnTo>
                <a:lnTo>
                  <a:pt x="57150" y="138113"/>
                </a:lnTo>
                <a:lnTo>
                  <a:pt x="52388" y="133350"/>
                </a:lnTo>
                <a:lnTo>
                  <a:pt x="47625" y="128588"/>
                </a:lnTo>
                <a:lnTo>
                  <a:pt x="42863" y="123825"/>
                </a:lnTo>
                <a:lnTo>
                  <a:pt x="33338" y="123825"/>
                </a:lnTo>
                <a:lnTo>
                  <a:pt x="28575" y="119063"/>
                </a:lnTo>
                <a:lnTo>
                  <a:pt x="28575" y="109538"/>
                </a:lnTo>
                <a:lnTo>
                  <a:pt x="23813" y="104775"/>
                </a:lnTo>
                <a:lnTo>
                  <a:pt x="19050" y="100013"/>
                </a:lnTo>
                <a:lnTo>
                  <a:pt x="19050" y="90488"/>
                </a:lnTo>
                <a:lnTo>
                  <a:pt x="19050" y="80963"/>
                </a:lnTo>
                <a:lnTo>
                  <a:pt x="14288" y="76200"/>
                </a:lnTo>
                <a:lnTo>
                  <a:pt x="9525" y="71438"/>
                </a:lnTo>
                <a:lnTo>
                  <a:pt x="4763" y="66675"/>
                </a:lnTo>
                <a:lnTo>
                  <a:pt x="0" y="61913"/>
                </a:lnTo>
                <a:lnTo>
                  <a:pt x="4763" y="57150"/>
                </a:lnTo>
                <a:lnTo>
                  <a:pt x="9525" y="52388"/>
                </a:lnTo>
                <a:lnTo>
                  <a:pt x="14288" y="47625"/>
                </a:lnTo>
                <a:lnTo>
                  <a:pt x="19050" y="42863"/>
                </a:lnTo>
                <a:lnTo>
                  <a:pt x="23813" y="38100"/>
                </a:lnTo>
                <a:lnTo>
                  <a:pt x="28575" y="33338"/>
                </a:lnTo>
                <a:lnTo>
                  <a:pt x="28575" y="23813"/>
                </a:lnTo>
                <a:lnTo>
                  <a:pt x="33338" y="19050"/>
                </a:lnTo>
                <a:lnTo>
                  <a:pt x="38100" y="14288"/>
                </a:lnTo>
                <a:lnTo>
                  <a:pt x="42863" y="9525"/>
                </a:lnTo>
                <a:lnTo>
                  <a:pt x="47625" y="4763"/>
                </a:lnTo>
                <a:close/>
              </a:path>
            </a:pathLst>
          </a:custGeom>
          <a:solidFill xmlns:a="http://schemas.openxmlformats.org/drawingml/2006/main">
            <a:srgbClr val="F6F6F6"/>
          </a:solidFill>
          <a:ln xmlns:a="http://schemas.openxmlformats.org/drawingml/2006/main" w="0">
            <a:noFill/>
            <a:prstDash val="solid"/>
          </a:ln>
        </p:spPr>
      </p:sp>
      <p:sp>
        <p:nvSpPr>
          <p:cNvPr id="222" name="deep-skill-chaining-source-component-3-gradient-248-0">
            <a:extLst xmlns:a="http://schemas.openxmlformats.org/drawingml/2006/main">
              <a:ext uri="{FF2B5EF4-FFF2-40B4-BE49-F238E27FC236}">
                <a16:creationId xmlns:a16="http://schemas.microsoft.com/office/drawing/2014/main" id="{41645F92-9981-4790-AC91-8E793D8BC3AF}"/>
              </a:ext>
            </a:extLst>
          </p:cNvPr>
          <p:cNvSpPr>
            <a:spLocks xmlns:a="http://schemas.openxmlformats.org/drawingml/2006/main" noGrp="1"/>
          </p:cNvSpPr>
          <p:nvPr/>
        </p:nvSpPr>
        <p:spPr>
          <a:xfrm xmlns:a="http://schemas.openxmlformats.org/drawingml/2006/main" rot="0">
            <a:off x="9953625" y="1390650"/>
            <a:ext cx="104775" cy="114300"/>
          </a:xfrm>
          <a:custGeom xmlns:a="http://schemas.openxmlformats.org/drawingml/2006/main">
            <a:pathLst>
              <a:path w="104775" h="114300">
                <a:moveTo>
                  <a:pt x="28575" y="4763"/>
                </a:moveTo>
                <a:lnTo>
                  <a:pt x="33338" y="0"/>
                </a:lnTo>
                <a:lnTo>
                  <a:pt x="42863" y="0"/>
                </a:lnTo>
                <a:lnTo>
                  <a:pt x="52388" y="0"/>
                </a:lnTo>
                <a:lnTo>
                  <a:pt x="57150" y="4763"/>
                </a:lnTo>
                <a:lnTo>
                  <a:pt x="61913" y="9525"/>
                </a:lnTo>
                <a:lnTo>
                  <a:pt x="71438" y="9525"/>
                </a:lnTo>
                <a:lnTo>
                  <a:pt x="80963" y="9525"/>
                </a:lnTo>
                <a:lnTo>
                  <a:pt x="90488" y="9525"/>
                </a:lnTo>
                <a:lnTo>
                  <a:pt x="95250" y="14288"/>
                </a:lnTo>
                <a:lnTo>
                  <a:pt x="100013" y="19050"/>
                </a:lnTo>
                <a:lnTo>
                  <a:pt x="104775" y="23813"/>
                </a:lnTo>
                <a:lnTo>
                  <a:pt x="104775" y="33338"/>
                </a:lnTo>
                <a:lnTo>
                  <a:pt x="104775" y="42863"/>
                </a:lnTo>
                <a:lnTo>
                  <a:pt x="104775" y="52388"/>
                </a:lnTo>
                <a:lnTo>
                  <a:pt x="104775" y="61913"/>
                </a:lnTo>
                <a:lnTo>
                  <a:pt x="104775" y="71438"/>
                </a:lnTo>
                <a:lnTo>
                  <a:pt x="104775" y="80963"/>
                </a:lnTo>
                <a:lnTo>
                  <a:pt x="100013" y="85725"/>
                </a:lnTo>
                <a:lnTo>
                  <a:pt x="95250" y="90488"/>
                </a:lnTo>
                <a:lnTo>
                  <a:pt x="90488" y="95250"/>
                </a:lnTo>
                <a:lnTo>
                  <a:pt x="85725" y="100013"/>
                </a:lnTo>
                <a:lnTo>
                  <a:pt x="80963" y="104775"/>
                </a:lnTo>
                <a:lnTo>
                  <a:pt x="76200" y="109538"/>
                </a:lnTo>
                <a:lnTo>
                  <a:pt x="71438" y="114300"/>
                </a:lnTo>
                <a:lnTo>
                  <a:pt x="61913" y="114300"/>
                </a:lnTo>
                <a:lnTo>
                  <a:pt x="52388" y="114300"/>
                </a:lnTo>
                <a:lnTo>
                  <a:pt x="42863" y="114300"/>
                </a:lnTo>
                <a:lnTo>
                  <a:pt x="33338" y="114300"/>
                </a:lnTo>
                <a:lnTo>
                  <a:pt x="28575" y="109538"/>
                </a:lnTo>
                <a:lnTo>
                  <a:pt x="23813" y="104775"/>
                </a:lnTo>
                <a:lnTo>
                  <a:pt x="19050" y="100013"/>
                </a:lnTo>
                <a:lnTo>
                  <a:pt x="14288" y="95250"/>
                </a:lnTo>
                <a:lnTo>
                  <a:pt x="9525" y="90488"/>
                </a:lnTo>
                <a:lnTo>
                  <a:pt x="4763" y="85725"/>
                </a:lnTo>
                <a:lnTo>
                  <a:pt x="0" y="80963"/>
                </a:lnTo>
                <a:lnTo>
                  <a:pt x="0" y="71438"/>
                </a:lnTo>
                <a:lnTo>
                  <a:pt x="0" y="61913"/>
                </a:lnTo>
                <a:lnTo>
                  <a:pt x="0" y="52388"/>
                </a:lnTo>
                <a:lnTo>
                  <a:pt x="0" y="42863"/>
                </a:lnTo>
                <a:lnTo>
                  <a:pt x="4763" y="38100"/>
                </a:lnTo>
                <a:lnTo>
                  <a:pt x="9525" y="33338"/>
                </a:lnTo>
                <a:lnTo>
                  <a:pt x="9525" y="23813"/>
                </a:lnTo>
                <a:lnTo>
                  <a:pt x="14288" y="19050"/>
                </a:lnTo>
                <a:lnTo>
                  <a:pt x="19050" y="14288"/>
                </a:lnTo>
                <a:lnTo>
                  <a:pt x="23813" y="9525"/>
                </a:lnTo>
                <a:lnTo>
                  <a:pt x="28575" y="4763"/>
                </a:lnTo>
                <a:close/>
              </a:path>
            </a:pathLst>
          </a:custGeom>
          <a:solidFill xmlns:a="http://schemas.openxmlformats.org/drawingml/2006/main">
            <a:srgbClr val="F8F8F8"/>
          </a:solidFill>
          <a:ln xmlns:a="http://schemas.openxmlformats.org/drawingml/2006/main" w="0">
            <a:noFill/>
            <a:prstDash val="solid"/>
          </a:ln>
        </p:spPr>
      </p:sp>
      <p:sp>
        <p:nvSpPr>
          <p:cNvPr id="223" name="deep-skill-chaining-source-component-3-gradient-250-0">
            <a:extLst xmlns:a="http://schemas.openxmlformats.org/drawingml/2006/main">
              <a:ext uri="{FF2B5EF4-FFF2-40B4-BE49-F238E27FC236}">
                <a16:creationId xmlns:a16="http://schemas.microsoft.com/office/drawing/2014/main" id="{968CD4C4-14EA-4CE4-8AEB-594C460ACF32}"/>
              </a:ext>
            </a:extLst>
          </p:cNvPr>
          <p:cNvSpPr>
            <a:spLocks xmlns:a="http://schemas.openxmlformats.org/drawingml/2006/main" noGrp="1"/>
          </p:cNvSpPr>
          <p:nvPr/>
        </p:nvSpPr>
        <p:spPr>
          <a:xfrm xmlns:a="http://schemas.openxmlformats.org/drawingml/2006/main" rot="0">
            <a:off x="9963150" y="1409700"/>
            <a:ext cx="76200" cy="85725"/>
          </a:xfrm>
          <a:custGeom xmlns:a="http://schemas.openxmlformats.org/drawingml/2006/main">
            <a:pathLst>
              <a:path w="76200" h="85725">
                <a:moveTo>
                  <a:pt x="19050" y="4763"/>
                </a:moveTo>
                <a:lnTo>
                  <a:pt x="23813" y="0"/>
                </a:lnTo>
                <a:lnTo>
                  <a:pt x="33338" y="0"/>
                </a:lnTo>
                <a:lnTo>
                  <a:pt x="42863" y="0"/>
                </a:lnTo>
                <a:lnTo>
                  <a:pt x="52388" y="0"/>
                </a:lnTo>
                <a:lnTo>
                  <a:pt x="57150" y="4763"/>
                </a:lnTo>
                <a:lnTo>
                  <a:pt x="61913" y="9525"/>
                </a:lnTo>
                <a:lnTo>
                  <a:pt x="66675" y="14288"/>
                </a:lnTo>
                <a:lnTo>
                  <a:pt x="71438" y="19050"/>
                </a:lnTo>
                <a:lnTo>
                  <a:pt x="76200" y="23813"/>
                </a:lnTo>
                <a:lnTo>
                  <a:pt x="76200" y="33338"/>
                </a:lnTo>
                <a:lnTo>
                  <a:pt x="76200" y="42863"/>
                </a:lnTo>
                <a:lnTo>
                  <a:pt x="76200" y="52388"/>
                </a:lnTo>
                <a:lnTo>
                  <a:pt x="76200" y="61913"/>
                </a:lnTo>
                <a:lnTo>
                  <a:pt x="71438" y="66675"/>
                </a:lnTo>
                <a:lnTo>
                  <a:pt x="66675" y="71438"/>
                </a:lnTo>
                <a:lnTo>
                  <a:pt x="61913" y="76200"/>
                </a:lnTo>
                <a:lnTo>
                  <a:pt x="57150" y="80963"/>
                </a:lnTo>
                <a:lnTo>
                  <a:pt x="52388" y="85725"/>
                </a:lnTo>
                <a:lnTo>
                  <a:pt x="47625" y="80963"/>
                </a:lnTo>
                <a:lnTo>
                  <a:pt x="42863" y="76200"/>
                </a:lnTo>
                <a:lnTo>
                  <a:pt x="33338" y="76200"/>
                </a:lnTo>
                <a:lnTo>
                  <a:pt x="23813" y="76200"/>
                </a:lnTo>
                <a:lnTo>
                  <a:pt x="19050" y="71438"/>
                </a:lnTo>
                <a:lnTo>
                  <a:pt x="14288" y="66675"/>
                </a:lnTo>
                <a:lnTo>
                  <a:pt x="9525" y="61913"/>
                </a:lnTo>
                <a:lnTo>
                  <a:pt x="9525" y="52388"/>
                </a:lnTo>
                <a:lnTo>
                  <a:pt x="9525" y="42863"/>
                </a:lnTo>
                <a:lnTo>
                  <a:pt x="4763" y="38100"/>
                </a:lnTo>
                <a:lnTo>
                  <a:pt x="0" y="33338"/>
                </a:lnTo>
                <a:lnTo>
                  <a:pt x="4763" y="28575"/>
                </a:lnTo>
                <a:lnTo>
                  <a:pt x="9525" y="23813"/>
                </a:lnTo>
                <a:lnTo>
                  <a:pt x="9525" y="14288"/>
                </a:lnTo>
                <a:lnTo>
                  <a:pt x="14288" y="9525"/>
                </a:lnTo>
                <a:lnTo>
                  <a:pt x="19050" y="4763"/>
                </a:lnTo>
                <a:close/>
              </a:path>
            </a:pathLst>
          </a:custGeom>
          <a:solidFill xmlns:a="http://schemas.openxmlformats.org/drawingml/2006/main">
            <a:srgbClr val="FAFAFA"/>
          </a:solidFill>
          <a:ln xmlns:a="http://schemas.openxmlformats.org/drawingml/2006/main" w="0">
            <a:noFill/>
            <a:prstDash val="solid"/>
          </a:ln>
        </p:spPr>
      </p:sp>
      <p:sp>
        <p:nvSpPr>
          <p:cNvPr id="224" name="deep-skill-chaining-source-component-3-gradient-252-0">
            <a:extLst xmlns:a="http://schemas.openxmlformats.org/drawingml/2006/main">
              <a:ext uri="{FF2B5EF4-FFF2-40B4-BE49-F238E27FC236}">
                <a16:creationId xmlns:a16="http://schemas.microsoft.com/office/drawing/2014/main" id="{ED5A9D26-5DC4-442E-B2BA-4D61F5ECBE37}"/>
              </a:ext>
            </a:extLst>
          </p:cNvPr>
          <p:cNvSpPr>
            <a:spLocks xmlns:a="http://schemas.openxmlformats.org/drawingml/2006/main" noGrp="1"/>
          </p:cNvSpPr>
          <p:nvPr/>
        </p:nvSpPr>
        <p:spPr>
          <a:xfrm xmlns:a="http://schemas.openxmlformats.org/drawingml/2006/main" rot="0">
            <a:off x="9982200" y="1428750"/>
            <a:ext cx="38100" cy="47625"/>
          </a:xfrm>
          <a:custGeom xmlns:a="http://schemas.openxmlformats.org/drawingml/2006/main">
            <a:pathLst>
              <a:path w="38100" h="47625">
                <a:moveTo>
                  <a:pt x="0" y="4763"/>
                </a:moveTo>
                <a:lnTo>
                  <a:pt x="4763" y="0"/>
                </a:lnTo>
                <a:lnTo>
                  <a:pt x="14288" y="0"/>
                </a:lnTo>
                <a:lnTo>
                  <a:pt x="23813" y="0"/>
                </a:lnTo>
                <a:lnTo>
                  <a:pt x="28575" y="4763"/>
                </a:lnTo>
                <a:lnTo>
                  <a:pt x="33338" y="9525"/>
                </a:lnTo>
                <a:lnTo>
                  <a:pt x="38100" y="14288"/>
                </a:lnTo>
                <a:lnTo>
                  <a:pt x="38100" y="23813"/>
                </a:lnTo>
                <a:lnTo>
                  <a:pt x="38100" y="33338"/>
                </a:lnTo>
                <a:lnTo>
                  <a:pt x="38100" y="42863"/>
                </a:lnTo>
                <a:lnTo>
                  <a:pt x="33338" y="47625"/>
                </a:lnTo>
                <a:lnTo>
                  <a:pt x="23813" y="47625"/>
                </a:lnTo>
                <a:lnTo>
                  <a:pt x="14288" y="47625"/>
                </a:lnTo>
                <a:lnTo>
                  <a:pt x="4763" y="47625"/>
                </a:lnTo>
                <a:lnTo>
                  <a:pt x="0" y="42863"/>
                </a:lnTo>
                <a:lnTo>
                  <a:pt x="0" y="33338"/>
                </a:lnTo>
                <a:lnTo>
                  <a:pt x="0" y="23813"/>
                </a:lnTo>
                <a:lnTo>
                  <a:pt x="0" y="14288"/>
                </a:lnTo>
                <a:lnTo>
                  <a:pt x="0" y="4763"/>
                </a:lnTo>
                <a:close/>
              </a:path>
            </a:pathLst>
          </a:custGeom>
          <a:solidFill xmlns:a="http://schemas.openxmlformats.org/drawingml/2006/main">
            <a:srgbClr val="FCFCFC"/>
          </a:solidFill>
          <a:ln xmlns:a="http://schemas.openxmlformats.org/drawingml/2006/main" w="0">
            <a:noFill/>
            <a:prstDash val="solid"/>
          </a:ln>
        </p:spPr>
      </p:sp>
      <p:sp>
        <p:nvSpPr>
          <p:cNvPr id="225" name="pdf-path-19">
            <a:extLst xmlns:a="http://schemas.openxmlformats.org/drawingml/2006/main">
              <a:ext uri="{FF2B5EF4-FFF2-40B4-BE49-F238E27FC236}">
                <a16:creationId xmlns:a16="http://schemas.microsoft.com/office/drawing/2014/main" id="{39C089E2-3184-43AB-B58C-997640208B58}"/>
              </a:ext>
            </a:extLst>
          </p:cNvPr>
          <p:cNvSpPr>
            <a:spLocks xmlns:a="http://schemas.openxmlformats.org/drawingml/2006/main" noGrp="1"/>
          </p:cNvSpPr>
          <p:nvPr/>
        </p:nvSpPr>
        <p:spPr>
          <a:xfrm xmlns:a="http://schemas.openxmlformats.org/drawingml/2006/main" rot="0">
            <a:off x="9534759" y="881819"/>
            <a:ext cx="954196" cy="1103218"/>
          </a:xfrm>
          <a:custGeom xmlns:a="http://schemas.openxmlformats.org/drawingml/2006/main">
            <a:pathLst>
              <a:path w="954196" h="1103218">
                <a:moveTo>
                  <a:pt x="858736" y="184179"/>
                </a:moveTo>
                <a:cubicBezTo>
                  <a:pt x="954196" y="368357"/>
                  <a:pt x="860701" y="682180"/>
                  <a:pt x="649945" y="885092"/>
                </a:cubicBezTo>
                <a:cubicBezTo>
                  <a:pt x="439191" y="1087989"/>
                  <a:pt x="190921" y="1103218"/>
                  <a:pt x="95460" y="919039"/>
                </a:cubicBezTo>
                <a:cubicBezTo>
                  <a:pt x="0" y="734861"/>
                  <a:pt x="93496" y="421023"/>
                  <a:pt x="304250" y="218126"/>
                </a:cubicBezTo>
                <a:cubicBezTo>
                  <a:pt x="515005" y="15229"/>
                  <a:pt x="763276" y="0"/>
                  <a:pt x="858736" y="184179"/>
                </a:cubicBezTo>
              </a:path>
            </a:pathLst>
          </a:custGeom>
          <a:noFill xmlns:a="http://schemas.openxmlformats.org/drawingml/2006/main"/>
          <a:ln xmlns:a="http://schemas.openxmlformats.org/drawingml/2006/main" w="11787">
            <a:solidFill>
              <a:srgbClr val="000000"/>
            </a:solidFill>
            <a:prstDash val="solid"/>
          </a:ln>
        </p:spPr>
      </p:sp>
      <p:sp>
        <p:nvSpPr>
          <p:cNvPr id="226" name="deep-skill-chaining-source-component-4-gradient-base-0">
            <a:extLst xmlns:a="http://schemas.openxmlformats.org/drawingml/2006/main">
              <a:ext uri="{FF2B5EF4-FFF2-40B4-BE49-F238E27FC236}">
                <a16:creationId xmlns:a16="http://schemas.microsoft.com/office/drawing/2014/main" id="{0D2382E1-4048-418A-8B79-2F96E5D9A5C7}"/>
              </a:ext>
            </a:extLst>
          </p:cNvPr>
          <p:cNvSpPr>
            <a:spLocks xmlns:a="http://schemas.openxmlformats.org/drawingml/2006/main" noGrp="1"/>
          </p:cNvSpPr>
          <p:nvPr/>
        </p:nvSpPr>
        <p:spPr>
          <a:xfrm xmlns:a="http://schemas.openxmlformats.org/drawingml/2006/main" rot="0">
            <a:off x="9170737" y="1642952"/>
            <a:ext cx="670217" cy="1023214"/>
          </a:xfrm>
          <a:custGeom xmlns:a="http://schemas.openxmlformats.org/drawingml/2006/main">
            <a:pathLst>
              <a:path w="670217" h="1023214">
                <a:moveTo>
                  <a:pt x="519521" y="111"/>
                </a:moveTo>
                <a:lnTo>
                  <a:pt x="520950" y="0"/>
                </a:lnTo>
                <a:lnTo>
                  <a:pt x="521426" y="111"/>
                </a:lnTo>
                <a:lnTo>
                  <a:pt x="530475" y="1851"/>
                </a:lnTo>
                <a:lnTo>
                  <a:pt x="540000" y="3141"/>
                </a:lnTo>
                <a:lnTo>
                  <a:pt x="549525" y="4480"/>
                </a:lnTo>
                <a:lnTo>
                  <a:pt x="559050" y="6536"/>
                </a:lnTo>
                <a:lnTo>
                  <a:pt x="565707" y="9636"/>
                </a:lnTo>
                <a:lnTo>
                  <a:pt x="568575" y="11275"/>
                </a:lnTo>
                <a:lnTo>
                  <a:pt x="578100" y="15050"/>
                </a:lnTo>
                <a:lnTo>
                  <a:pt x="584195" y="19161"/>
                </a:lnTo>
                <a:lnTo>
                  <a:pt x="587625" y="21901"/>
                </a:lnTo>
                <a:lnTo>
                  <a:pt x="597150" y="27150"/>
                </a:lnTo>
                <a:lnTo>
                  <a:pt x="598716" y="28686"/>
                </a:lnTo>
                <a:lnTo>
                  <a:pt x="606675" y="35661"/>
                </a:lnTo>
                <a:lnTo>
                  <a:pt x="609286" y="38211"/>
                </a:lnTo>
                <a:lnTo>
                  <a:pt x="616200" y="45384"/>
                </a:lnTo>
                <a:lnTo>
                  <a:pt x="618453" y="47736"/>
                </a:lnTo>
                <a:lnTo>
                  <a:pt x="624190" y="57261"/>
                </a:lnTo>
                <a:lnTo>
                  <a:pt x="625725" y="58881"/>
                </a:lnTo>
                <a:lnTo>
                  <a:pt x="631251" y="66786"/>
                </a:lnTo>
                <a:lnTo>
                  <a:pt x="635250" y="73028"/>
                </a:lnTo>
                <a:lnTo>
                  <a:pt x="637755" y="76311"/>
                </a:lnTo>
                <a:lnTo>
                  <a:pt x="641275" y="85836"/>
                </a:lnTo>
                <a:lnTo>
                  <a:pt x="644775" y="91622"/>
                </a:lnTo>
                <a:lnTo>
                  <a:pt x="647361" y="95361"/>
                </a:lnTo>
                <a:lnTo>
                  <a:pt x="649807" y="104886"/>
                </a:lnTo>
                <a:lnTo>
                  <a:pt x="652713" y="114411"/>
                </a:lnTo>
                <a:lnTo>
                  <a:pt x="654300" y="117171"/>
                </a:lnTo>
                <a:lnTo>
                  <a:pt x="657433" y="123936"/>
                </a:lnTo>
                <a:lnTo>
                  <a:pt x="659083" y="133461"/>
                </a:lnTo>
                <a:lnTo>
                  <a:pt x="660465" y="142986"/>
                </a:lnTo>
                <a:lnTo>
                  <a:pt x="662975" y="152511"/>
                </a:lnTo>
                <a:lnTo>
                  <a:pt x="663825" y="154800"/>
                </a:lnTo>
                <a:lnTo>
                  <a:pt x="666078" y="162036"/>
                </a:lnTo>
                <a:lnTo>
                  <a:pt x="667248" y="171561"/>
                </a:lnTo>
                <a:lnTo>
                  <a:pt x="668047" y="181086"/>
                </a:lnTo>
                <a:lnTo>
                  <a:pt x="668665" y="190611"/>
                </a:lnTo>
                <a:lnTo>
                  <a:pt x="669223" y="200136"/>
                </a:lnTo>
                <a:lnTo>
                  <a:pt x="669448" y="209661"/>
                </a:lnTo>
                <a:lnTo>
                  <a:pt x="669692" y="219186"/>
                </a:lnTo>
                <a:lnTo>
                  <a:pt x="669959" y="228711"/>
                </a:lnTo>
                <a:lnTo>
                  <a:pt x="670217" y="238236"/>
                </a:lnTo>
                <a:lnTo>
                  <a:pt x="669990" y="247761"/>
                </a:lnTo>
                <a:lnTo>
                  <a:pt x="669692" y="257286"/>
                </a:lnTo>
                <a:lnTo>
                  <a:pt x="669396" y="266811"/>
                </a:lnTo>
                <a:lnTo>
                  <a:pt x="669152" y="276336"/>
                </a:lnTo>
                <a:lnTo>
                  <a:pt x="668782" y="285861"/>
                </a:lnTo>
                <a:lnTo>
                  <a:pt x="668226" y="295386"/>
                </a:lnTo>
                <a:lnTo>
                  <a:pt x="667595" y="304911"/>
                </a:lnTo>
                <a:lnTo>
                  <a:pt x="666714" y="314436"/>
                </a:lnTo>
                <a:lnTo>
                  <a:pt x="665615" y="323961"/>
                </a:lnTo>
                <a:lnTo>
                  <a:pt x="663825" y="331355"/>
                </a:lnTo>
                <a:lnTo>
                  <a:pt x="663230" y="333486"/>
                </a:lnTo>
                <a:lnTo>
                  <a:pt x="661047" y="343011"/>
                </a:lnTo>
                <a:lnTo>
                  <a:pt x="659771" y="352536"/>
                </a:lnTo>
                <a:lnTo>
                  <a:pt x="658846" y="362061"/>
                </a:lnTo>
                <a:lnTo>
                  <a:pt x="657783" y="371586"/>
                </a:lnTo>
                <a:lnTo>
                  <a:pt x="655507" y="381111"/>
                </a:lnTo>
                <a:lnTo>
                  <a:pt x="654300" y="384202"/>
                </a:lnTo>
                <a:lnTo>
                  <a:pt x="652091" y="390636"/>
                </a:lnTo>
                <a:lnTo>
                  <a:pt x="650221" y="400161"/>
                </a:lnTo>
                <a:lnTo>
                  <a:pt x="648997" y="409686"/>
                </a:lnTo>
                <a:lnTo>
                  <a:pt x="647240" y="419211"/>
                </a:lnTo>
                <a:lnTo>
                  <a:pt x="644775" y="425444"/>
                </a:lnTo>
                <a:lnTo>
                  <a:pt x="643293" y="428736"/>
                </a:lnTo>
                <a:lnTo>
                  <a:pt x="640745" y="438261"/>
                </a:lnTo>
                <a:lnTo>
                  <a:pt x="639153" y="447786"/>
                </a:lnTo>
                <a:lnTo>
                  <a:pt x="636342" y="457311"/>
                </a:lnTo>
                <a:lnTo>
                  <a:pt x="635250" y="459524"/>
                </a:lnTo>
                <a:lnTo>
                  <a:pt x="632398" y="466836"/>
                </a:lnTo>
                <a:lnTo>
                  <a:pt x="630365" y="476361"/>
                </a:lnTo>
                <a:lnTo>
                  <a:pt x="627754" y="485886"/>
                </a:lnTo>
                <a:lnTo>
                  <a:pt x="625725" y="489752"/>
                </a:lnTo>
                <a:lnTo>
                  <a:pt x="623023" y="495411"/>
                </a:lnTo>
                <a:lnTo>
                  <a:pt x="620840" y="504936"/>
                </a:lnTo>
                <a:lnTo>
                  <a:pt x="618275" y="514461"/>
                </a:lnTo>
                <a:lnTo>
                  <a:pt x="616200" y="518218"/>
                </a:lnTo>
                <a:lnTo>
                  <a:pt x="613348" y="523986"/>
                </a:lnTo>
                <a:lnTo>
                  <a:pt x="610906" y="533511"/>
                </a:lnTo>
                <a:lnTo>
                  <a:pt x="606712" y="543036"/>
                </a:lnTo>
                <a:lnTo>
                  <a:pt x="606675" y="543085"/>
                </a:lnTo>
                <a:lnTo>
                  <a:pt x="602559" y="552561"/>
                </a:lnTo>
                <a:lnTo>
                  <a:pt x="600075" y="562086"/>
                </a:lnTo>
                <a:lnTo>
                  <a:pt x="597150" y="567414"/>
                </a:lnTo>
                <a:lnTo>
                  <a:pt x="594686" y="571611"/>
                </a:lnTo>
                <a:lnTo>
                  <a:pt x="591760" y="581136"/>
                </a:lnTo>
                <a:lnTo>
                  <a:pt x="587625" y="589258"/>
                </a:lnTo>
                <a:lnTo>
                  <a:pt x="586534" y="590661"/>
                </a:lnTo>
                <a:lnTo>
                  <a:pt x="582842" y="600186"/>
                </a:lnTo>
                <a:lnTo>
                  <a:pt x="578951" y="609711"/>
                </a:lnTo>
                <a:lnTo>
                  <a:pt x="578100" y="610803"/>
                </a:lnTo>
                <a:lnTo>
                  <a:pt x="573903" y="619236"/>
                </a:lnTo>
                <a:lnTo>
                  <a:pt x="570265" y="628761"/>
                </a:lnTo>
                <a:lnTo>
                  <a:pt x="568575" y="630926"/>
                </a:lnTo>
                <a:lnTo>
                  <a:pt x="564452" y="638286"/>
                </a:lnTo>
                <a:lnTo>
                  <a:pt x="560689" y="647811"/>
                </a:lnTo>
                <a:lnTo>
                  <a:pt x="559050" y="649897"/>
                </a:lnTo>
                <a:lnTo>
                  <a:pt x="554902" y="657336"/>
                </a:lnTo>
                <a:lnTo>
                  <a:pt x="551113" y="666861"/>
                </a:lnTo>
                <a:lnTo>
                  <a:pt x="549525" y="668758"/>
                </a:lnTo>
                <a:lnTo>
                  <a:pt x="545047" y="676386"/>
                </a:lnTo>
                <a:lnTo>
                  <a:pt x="540000" y="685631"/>
                </a:lnTo>
                <a:lnTo>
                  <a:pt x="539746" y="685911"/>
                </a:lnTo>
                <a:lnTo>
                  <a:pt x="534819" y="695436"/>
                </a:lnTo>
                <a:lnTo>
                  <a:pt x="530475" y="702437"/>
                </a:lnTo>
                <a:lnTo>
                  <a:pt x="528401" y="704961"/>
                </a:lnTo>
                <a:lnTo>
                  <a:pt x="524481" y="714486"/>
                </a:lnTo>
                <a:lnTo>
                  <a:pt x="520950" y="719346"/>
                </a:lnTo>
                <a:lnTo>
                  <a:pt x="517493" y="724011"/>
                </a:lnTo>
                <a:lnTo>
                  <a:pt x="512398" y="733536"/>
                </a:lnTo>
                <a:lnTo>
                  <a:pt x="511425" y="734598"/>
                </a:lnTo>
                <a:lnTo>
                  <a:pt x="506260" y="743061"/>
                </a:lnTo>
                <a:lnTo>
                  <a:pt x="501900" y="749378"/>
                </a:lnTo>
                <a:lnTo>
                  <a:pt x="499236" y="752586"/>
                </a:lnTo>
                <a:lnTo>
                  <a:pt x="494671" y="762111"/>
                </a:lnTo>
                <a:lnTo>
                  <a:pt x="492375" y="764717"/>
                </a:lnTo>
                <a:lnTo>
                  <a:pt x="487476" y="771636"/>
                </a:lnTo>
                <a:lnTo>
                  <a:pt x="482850" y="777716"/>
                </a:lnTo>
                <a:lnTo>
                  <a:pt x="479874" y="781161"/>
                </a:lnTo>
                <a:lnTo>
                  <a:pt x="474358" y="790686"/>
                </a:lnTo>
                <a:lnTo>
                  <a:pt x="473325" y="791788"/>
                </a:lnTo>
                <a:lnTo>
                  <a:pt x="467792" y="800211"/>
                </a:lnTo>
                <a:lnTo>
                  <a:pt x="463800" y="805030"/>
                </a:lnTo>
                <a:lnTo>
                  <a:pt x="459824" y="809736"/>
                </a:lnTo>
                <a:lnTo>
                  <a:pt x="454275" y="816804"/>
                </a:lnTo>
                <a:lnTo>
                  <a:pt x="451979" y="819261"/>
                </a:lnTo>
                <a:lnTo>
                  <a:pt x="445601" y="828786"/>
                </a:lnTo>
                <a:lnTo>
                  <a:pt x="444750" y="829661"/>
                </a:lnTo>
                <a:lnTo>
                  <a:pt x="438426" y="838311"/>
                </a:lnTo>
                <a:lnTo>
                  <a:pt x="435225" y="841854"/>
                </a:lnTo>
                <a:lnTo>
                  <a:pt x="430226" y="847836"/>
                </a:lnTo>
                <a:lnTo>
                  <a:pt x="425700" y="852834"/>
                </a:lnTo>
                <a:lnTo>
                  <a:pt x="421497" y="857361"/>
                </a:lnTo>
                <a:lnTo>
                  <a:pt x="416175" y="863253"/>
                </a:lnTo>
                <a:lnTo>
                  <a:pt x="412737" y="866886"/>
                </a:lnTo>
                <a:lnTo>
                  <a:pt x="406650" y="873869"/>
                </a:lnTo>
                <a:lnTo>
                  <a:pt x="404199" y="876411"/>
                </a:lnTo>
                <a:lnTo>
                  <a:pt x="397125" y="884433"/>
                </a:lnTo>
                <a:lnTo>
                  <a:pt x="395633" y="885936"/>
                </a:lnTo>
                <a:lnTo>
                  <a:pt x="387600" y="893969"/>
                </a:lnTo>
                <a:lnTo>
                  <a:pt x="386108" y="895461"/>
                </a:lnTo>
                <a:lnTo>
                  <a:pt x="378075" y="903602"/>
                </a:lnTo>
                <a:lnTo>
                  <a:pt x="376692" y="904986"/>
                </a:lnTo>
                <a:lnTo>
                  <a:pt x="368550" y="912810"/>
                </a:lnTo>
                <a:lnTo>
                  <a:pt x="366827" y="914511"/>
                </a:lnTo>
                <a:lnTo>
                  <a:pt x="359025" y="921326"/>
                </a:lnTo>
                <a:lnTo>
                  <a:pt x="356202" y="924036"/>
                </a:lnTo>
                <a:lnTo>
                  <a:pt x="349500" y="930053"/>
                </a:lnTo>
                <a:lnTo>
                  <a:pt x="345814" y="933561"/>
                </a:lnTo>
                <a:lnTo>
                  <a:pt x="339975" y="938652"/>
                </a:lnTo>
                <a:lnTo>
                  <a:pt x="334947" y="943086"/>
                </a:lnTo>
                <a:lnTo>
                  <a:pt x="330450" y="947070"/>
                </a:lnTo>
                <a:lnTo>
                  <a:pt x="322888" y="952611"/>
                </a:lnTo>
                <a:lnTo>
                  <a:pt x="320925" y="954449"/>
                </a:lnTo>
                <a:lnTo>
                  <a:pt x="311400" y="960497"/>
                </a:lnTo>
                <a:lnTo>
                  <a:pt x="309659" y="962136"/>
                </a:lnTo>
                <a:lnTo>
                  <a:pt x="301875" y="967536"/>
                </a:lnTo>
                <a:lnTo>
                  <a:pt x="296241" y="971661"/>
                </a:lnTo>
                <a:lnTo>
                  <a:pt x="292350" y="974811"/>
                </a:lnTo>
                <a:lnTo>
                  <a:pt x="282825" y="979251"/>
                </a:lnTo>
                <a:lnTo>
                  <a:pt x="280614" y="981186"/>
                </a:lnTo>
                <a:lnTo>
                  <a:pt x="273300" y="985926"/>
                </a:lnTo>
                <a:lnTo>
                  <a:pt x="264759" y="990711"/>
                </a:lnTo>
                <a:lnTo>
                  <a:pt x="263775" y="991561"/>
                </a:lnTo>
                <a:lnTo>
                  <a:pt x="254250" y="995687"/>
                </a:lnTo>
                <a:lnTo>
                  <a:pt x="245429" y="1000236"/>
                </a:lnTo>
                <a:lnTo>
                  <a:pt x="244725" y="1000831"/>
                </a:lnTo>
                <a:lnTo>
                  <a:pt x="235200" y="1004916"/>
                </a:lnTo>
                <a:lnTo>
                  <a:pt x="225675" y="1007552"/>
                </a:lnTo>
                <a:lnTo>
                  <a:pt x="221689" y="1009761"/>
                </a:lnTo>
                <a:lnTo>
                  <a:pt x="216150" y="1012576"/>
                </a:lnTo>
                <a:lnTo>
                  <a:pt x="206625" y="1014766"/>
                </a:lnTo>
                <a:lnTo>
                  <a:pt x="197100" y="1016325"/>
                </a:lnTo>
                <a:lnTo>
                  <a:pt x="187575" y="1019103"/>
                </a:lnTo>
                <a:lnTo>
                  <a:pt x="187108" y="1019286"/>
                </a:lnTo>
                <a:lnTo>
                  <a:pt x="178050" y="1021911"/>
                </a:lnTo>
                <a:lnTo>
                  <a:pt x="168525" y="1022551"/>
                </a:lnTo>
                <a:lnTo>
                  <a:pt x="159000" y="1023000"/>
                </a:lnTo>
                <a:lnTo>
                  <a:pt x="149475" y="1023214"/>
                </a:lnTo>
                <a:lnTo>
                  <a:pt x="139950" y="1022385"/>
                </a:lnTo>
                <a:lnTo>
                  <a:pt x="130425" y="1021124"/>
                </a:lnTo>
                <a:lnTo>
                  <a:pt x="124496" y="1019286"/>
                </a:lnTo>
                <a:lnTo>
                  <a:pt x="120900" y="1018079"/>
                </a:lnTo>
                <a:lnTo>
                  <a:pt x="111375" y="1015050"/>
                </a:lnTo>
                <a:lnTo>
                  <a:pt x="101850" y="1012993"/>
                </a:lnTo>
                <a:lnTo>
                  <a:pt x="97014" y="1009761"/>
                </a:lnTo>
                <a:lnTo>
                  <a:pt x="92325" y="1006594"/>
                </a:lnTo>
                <a:lnTo>
                  <a:pt x="82800" y="1002532"/>
                </a:lnTo>
                <a:lnTo>
                  <a:pt x="80103" y="1000236"/>
                </a:lnTo>
                <a:lnTo>
                  <a:pt x="73275" y="995426"/>
                </a:lnTo>
                <a:lnTo>
                  <a:pt x="67897" y="990711"/>
                </a:lnTo>
                <a:lnTo>
                  <a:pt x="63750" y="986784"/>
                </a:lnTo>
                <a:lnTo>
                  <a:pt x="58211" y="981186"/>
                </a:lnTo>
                <a:lnTo>
                  <a:pt x="54225" y="976834"/>
                </a:lnTo>
                <a:lnTo>
                  <a:pt x="49856" y="971661"/>
                </a:lnTo>
                <a:lnTo>
                  <a:pt x="44700" y="964896"/>
                </a:lnTo>
                <a:lnTo>
                  <a:pt x="42195" y="962136"/>
                </a:lnTo>
                <a:lnTo>
                  <a:pt x="37340" y="952611"/>
                </a:lnTo>
                <a:lnTo>
                  <a:pt x="35175" y="949842"/>
                </a:lnTo>
                <a:lnTo>
                  <a:pt x="31122" y="943086"/>
                </a:lnTo>
                <a:lnTo>
                  <a:pt x="27289" y="933561"/>
                </a:lnTo>
                <a:lnTo>
                  <a:pt x="25650" y="931347"/>
                </a:lnTo>
                <a:lnTo>
                  <a:pt x="21774" y="924036"/>
                </a:lnTo>
                <a:lnTo>
                  <a:pt x="19726" y="914511"/>
                </a:lnTo>
                <a:lnTo>
                  <a:pt x="16125" y="906122"/>
                </a:lnTo>
                <a:lnTo>
                  <a:pt x="15400" y="904986"/>
                </a:lnTo>
                <a:lnTo>
                  <a:pt x="12071" y="895461"/>
                </a:lnTo>
                <a:lnTo>
                  <a:pt x="10822" y="885936"/>
                </a:lnTo>
                <a:lnTo>
                  <a:pt x="9065" y="876411"/>
                </a:lnTo>
                <a:lnTo>
                  <a:pt x="6600" y="868975"/>
                </a:lnTo>
                <a:lnTo>
                  <a:pt x="5750" y="866886"/>
                </a:lnTo>
                <a:lnTo>
                  <a:pt x="3675" y="857361"/>
                </a:lnTo>
                <a:lnTo>
                  <a:pt x="2724" y="847836"/>
                </a:lnTo>
                <a:lnTo>
                  <a:pt x="2013" y="838311"/>
                </a:lnTo>
                <a:lnTo>
                  <a:pt x="1388" y="828786"/>
                </a:lnTo>
                <a:lnTo>
                  <a:pt x="899" y="819261"/>
                </a:lnTo>
                <a:lnTo>
                  <a:pt x="676" y="809736"/>
                </a:lnTo>
                <a:lnTo>
                  <a:pt x="404" y="800211"/>
                </a:lnTo>
                <a:lnTo>
                  <a:pt x="106" y="790686"/>
                </a:lnTo>
                <a:lnTo>
                  <a:pt x="0" y="781161"/>
                </a:lnTo>
                <a:lnTo>
                  <a:pt x="308" y="771636"/>
                </a:lnTo>
                <a:lnTo>
                  <a:pt x="647" y="762111"/>
                </a:lnTo>
                <a:lnTo>
                  <a:pt x="925" y="752586"/>
                </a:lnTo>
                <a:lnTo>
                  <a:pt x="1203" y="743061"/>
                </a:lnTo>
                <a:lnTo>
                  <a:pt x="1702" y="733536"/>
                </a:lnTo>
                <a:lnTo>
                  <a:pt x="2221" y="724011"/>
                </a:lnTo>
                <a:lnTo>
                  <a:pt x="2942" y="714486"/>
                </a:lnTo>
                <a:lnTo>
                  <a:pt x="3822" y="704961"/>
                </a:lnTo>
                <a:lnTo>
                  <a:pt x="5226" y="695436"/>
                </a:lnTo>
                <a:lnTo>
                  <a:pt x="6600" y="690316"/>
                </a:lnTo>
                <a:lnTo>
                  <a:pt x="7807" y="685911"/>
                </a:lnTo>
                <a:lnTo>
                  <a:pt x="9700" y="676386"/>
                </a:lnTo>
                <a:lnTo>
                  <a:pt x="10891" y="666861"/>
                </a:lnTo>
                <a:lnTo>
                  <a:pt x="11768" y="657336"/>
                </a:lnTo>
                <a:lnTo>
                  <a:pt x="12992" y="647811"/>
                </a:lnTo>
                <a:lnTo>
                  <a:pt x="15596" y="638286"/>
                </a:lnTo>
                <a:lnTo>
                  <a:pt x="16125" y="637032"/>
                </a:lnTo>
                <a:lnTo>
                  <a:pt x="18789" y="628761"/>
                </a:lnTo>
                <a:lnTo>
                  <a:pt x="20501" y="619236"/>
                </a:lnTo>
                <a:lnTo>
                  <a:pt x="21696" y="609711"/>
                </a:lnTo>
                <a:lnTo>
                  <a:pt x="23860" y="600186"/>
                </a:lnTo>
                <a:lnTo>
                  <a:pt x="25650" y="596172"/>
                </a:lnTo>
                <a:lnTo>
                  <a:pt x="27946" y="590661"/>
                </a:lnTo>
                <a:lnTo>
                  <a:pt x="30129" y="581136"/>
                </a:lnTo>
                <a:lnTo>
                  <a:pt x="31753" y="571611"/>
                </a:lnTo>
                <a:lnTo>
                  <a:pt x="35138" y="562086"/>
                </a:lnTo>
                <a:lnTo>
                  <a:pt x="35175" y="562021"/>
                </a:lnTo>
                <a:lnTo>
                  <a:pt x="38628" y="552561"/>
                </a:lnTo>
                <a:lnTo>
                  <a:pt x="40578" y="543036"/>
                </a:lnTo>
                <a:lnTo>
                  <a:pt x="43788" y="533511"/>
                </a:lnTo>
                <a:lnTo>
                  <a:pt x="44700" y="532016"/>
                </a:lnTo>
                <a:lnTo>
                  <a:pt x="48153" y="523986"/>
                </a:lnTo>
                <a:lnTo>
                  <a:pt x="50128" y="514461"/>
                </a:lnTo>
                <a:lnTo>
                  <a:pt x="53500" y="504936"/>
                </a:lnTo>
                <a:lnTo>
                  <a:pt x="54225" y="503915"/>
                </a:lnTo>
                <a:lnTo>
                  <a:pt x="58102" y="495411"/>
                </a:lnTo>
                <a:lnTo>
                  <a:pt x="60328" y="485886"/>
                </a:lnTo>
                <a:lnTo>
                  <a:pt x="63750" y="479007"/>
                </a:lnTo>
                <a:lnTo>
                  <a:pt x="65440" y="476361"/>
                </a:lnTo>
                <a:lnTo>
                  <a:pt x="68492" y="466836"/>
                </a:lnTo>
                <a:lnTo>
                  <a:pt x="71437" y="457311"/>
                </a:lnTo>
                <a:lnTo>
                  <a:pt x="73275" y="454596"/>
                </a:lnTo>
                <a:lnTo>
                  <a:pt x="76847" y="447786"/>
                </a:lnTo>
                <a:lnTo>
                  <a:pt x="79568" y="438261"/>
                </a:lnTo>
                <a:lnTo>
                  <a:pt x="82800" y="432740"/>
                </a:lnTo>
                <a:lnTo>
                  <a:pt x="85386" y="428736"/>
                </a:lnTo>
                <a:lnTo>
                  <a:pt x="88334" y="419211"/>
                </a:lnTo>
                <a:lnTo>
                  <a:pt x="92325" y="411374"/>
                </a:lnTo>
                <a:lnTo>
                  <a:pt x="93589" y="409686"/>
                </a:lnTo>
                <a:lnTo>
                  <a:pt x="97324" y="400161"/>
                </a:lnTo>
                <a:lnTo>
                  <a:pt x="101850" y="391572"/>
                </a:lnTo>
                <a:lnTo>
                  <a:pt x="102638" y="390636"/>
                </a:lnTo>
                <a:lnTo>
                  <a:pt x="106892" y="381111"/>
                </a:lnTo>
                <a:lnTo>
                  <a:pt x="111375" y="372675"/>
                </a:lnTo>
                <a:lnTo>
                  <a:pt x="112287" y="371586"/>
                </a:lnTo>
                <a:lnTo>
                  <a:pt x="116526" y="362061"/>
                </a:lnTo>
                <a:lnTo>
                  <a:pt x="120900" y="353936"/>
                </a:lnTo>
                <a:lnTo>
                  <a:pt x="122050" y="352536"/>
                </a:lnTo>
                <a:lnTo>
                  <a:pt x="126404" y="343011"/>
                </a:lnTo>
                <a:lnTo>
                  <a:pt x="130425" y="336878"/>
                </a:lnTo>
                <a:lnTo>
                  <a:pt x="133089" y="333486"/>
                </a:lnTo>
                <a:lnTo>
                  <a:pt x="136885" y="323961"/>
                </a:lnTo>
                <a:lnTo>
                  <a:pt x="139950" y="319874"/>
                </a:lnTo>
                <a:lnTo>
                  <a:pt x="143691" y="314436"/>
                </a:lnTo>
                <a:lnTo>
                  <a:pt x="147940" y="304911"/>
                </a:lnTo>
                <a:lnTo>
                  <a:pt x="149475" y="303207"/>
                </a:lnTo>
                <a:lnTo>
                  <a:pt x="154483" y="295386"/>
                </a:lnTo>
                <a:lnTo>
                  <a:pt x="159000" y="288480"/>
                </a:lnTo>
                <a:lnTo>
                  <a:pt x="161209" y="285861"/>
                </a:lnTo>
                <a:lnTo>
                  <a:pt x="165785" y="276336"/>
                </a:lnTo>
                <a:lnTo>
                  <a:pt x="168525" y="273021"/>
                </a:lnTo>
                <a:lnTo>
                  <a:pt x="172861" y="266811"/>
                </a:lnTo>
                <a:lnTo>
                  <a:pt x="178050" y="258283"/>
                </a:lnTo>
                <a:lnTo>
                  <a:pt x="178962" y="257286"/>
                </a:lnTo>
                <a:lnTo>
                  <a:pt x="184443" y="247761"/>
                </a:lnTo>
                <a:lnTo>
                  <a:pt x="187575" y="244122"/>
                </a:lnTo>
                <a:lnTo>
                  <a:pt x="192110" y="238236"/>
                </a:lnTo>
                <a:lnTo>
                  <a:pt x="197100" y="231507"/>
                </a:lnTo>
                <a:lnTo>
                  <a:pt x="199605" y="228711"/>
                </a:lnTo>
                <a:lnTo>
                  <a:pt x="204643" y="219186"/>
                </a:lnTo>
                <a:lnTo>
                  <a:pt x="206625" y="217044"/>
                </a:lnTo>
                <a:lnTo>
                  <a:pt x="212126" y="209661"/>
                </a:lnTo>
                <a:lnTo>
                  <a:pt x="216150" y="205035"/>
                </a:lnTo>
                <a:lnTo>
                  <a:pt x="220370" y="200136"/>
                </a:lnTo>
                <a:lnTo>
                  <a:pt x="225675" y="193562"/>
                </a:lnTo>
                <a:lnTo>
                  <a:pt x="228408" y="190611"/>
                </a:lnTo>
                <a:lnTo>
                  <a:pt x="234946" y="181086"/>
                </a:lnTo>
                <a:lnTo>
                  <a:pt x="235200" y="180827"/>
                </a:lnTo>
                <a:lnTo>
                  <a:pt x="242150" y="171561"/>
                </a:lnTo>
                <a:lnTo>
                  <a:pt x="244725" y="168876"/>
                </a:lnTo>
                <a:lnTo>
                  <a:pt x="250761" y="162036"/>
                </a:lnTo>
                <a:lnTo>
                  <a:pt x="254250" y="158350"/>
                </a:lnTo>
                <a:lnTo>
                  <a:pt x="259523" y="152511"/>
                </a:lnTo>
                <a:lnTo>
                  <a:pt x="263775" y="147956"/>
                </a:lnTo>
                <a:lnTo>
                  <a:pt x="268369" y="142986"/>
                </a:lnTo>
                <a:lnTo>
                  <a:pt x="273300" y="137847"/>
                </a:lnTo>
                <a:lnTo>
                  <a:pt x="277687" y="133461"/>
                </a:lnTo>
                <a:lnTo>
                  <a:pt x="282825" y="128268"/>
                </a:lnTo>
                <a:lnTo>
                  <a:pt x="287111" y="123936"/>
                </a:lnTo>
                <a:lnTo>
                  <a:pt x="292350" y="118778"/>
                </a:lnTo>
                <a:lnTo>
                  <a:pt x="296764" y="114411"/>
                </a:lnTo>
                <a:lnTo>
                  <a:pt x="301875" y="109245"/>
                </a:lnTo>
                <a:lnTo>
                  <a:pt x="306353" y="104886"/>
                </a:lnTo>
                <a:lnTo>
                  <a:pt x="311400" y="100242"/>
                </a:lnTo>
                <a:lnTo>
                  <a:pt x="316824" y="95361"/>
                </a:lnTo>
                <a:lnTo>
                  <a:pt x="320925" y="91556"/>
                </a:lnTo>
                <a:lnTo>
                  <a:pt x="327570" y="85836"/>
                </a:lnTo>
                <a:lnTo>
                  <a:pt x="330450" y="83087"/>
                </a:lnTo>
                <a:lnTo>
                  <a:pt x="339106" y="76311"/>
                </a:lnTo>
                <a:lnTo>
                  <a:pt x="339975" y="75460"/>
                </a:lnTo>
                <a:lnTo>
                  <a:pt x="349500" y="69542"/>
                </a:lnTo>
                <a:lnTo>
                  <a:pt x="352566" y="66786"/>
                </a:lnTo>
                <a:lnTo>
                  <a:pt x="359025" y="61769"/>
                </a:lnTo>
                <a:lnTo>
                  <a:pt x="364620" y="57261"/>
                </a:lnTo>
                <a:lnTo>
                  <a:pt x="368550" y="53898"/>
                </a:lnTo>
                <a:lnTo>
                  <a:pt x="378075" y="49055"/>
                </a:lnTo>
                <a:lnTo>
                  <a:pt x="379543" y="47736"/>
                </a:lnTo>
                <a:lnTo>
                  <a:pt x="387600" y="42752"/>
                </a:lnTo>
                <a:lnTo>
                  <a:pt x="394428" y="38211"/>
                </a:lnTo>
                <a:lnTo>
                  <a:pt x="397125" y="35915"/>
                </a:lnTo>
                <a:lnTo>
                  <a:pt x="406650" y="32199"/>
                </a:lnTo>
                <a:lnTo>
                  <a:pt x="412282" y="28686"/>
                </a:lnTo>
                <a:lnTo>
                  <a:pt x="416175" y="25945"/>
                </a:lnTo>
                <a:lnTo>
                  <a:pt x="425700" y="22750"/>
                </a:lnTo>
                <a:lnTo>
                  <a:pt x="432036" y="19161"/>
                </a:lnTo>
                <a:lnTo>
                  <a:pt x="435225" y="16952"/>
                </a:lnTo>
                <a:lnTo>
                  <a:pt x="444750" y="14316"/>
                </a:lnTo>
                <a:lnTo>
                  <a:pt x="454275" y="11571"/>
                </a:lnTo>
                <a:lnTo>
                  <a:pt x="457917" y="9636"/>
                </a:lnTo>
                <a:lnTo>
                  <a:pt x="463800" y="6858"/>
                </a:lnTo>
                <a:lnTo>
                  <a:pt x="473325" y="5195"/>
                </a:lnTo>
                <a:lnTo>
                  <a:pt x="482850" y="4013"/>
                </a:lnTo>
                <a:lnTo>
                  <a:pt x="492375" y="2320"/>
                </a:lnTo>
                <a:lnTo>
                  <a:pt x="501900" y="1485"/>
                </a:lnTo>
                <a:lnTo>
                  <a:pt x="511425" y="706"/>
                </a:lnTo>
                <a:lnTo>
                  <a:pt x="519521" y="111"/>
                </a:lnTo>
                <a:close/>
              </a:path>
            </a:pathLst>
          </a:custGeom>
          <a:solidFill xmlns:a="http://schemas.openxmlformats.org/drawingml/2006/main">
            <a:srgbClr val="888888"/>
          </a:solidFill>
          <a:ln xmlns:a="http://schemas.openxmlformats.org/drawingml/2006/main" w="0">
            <a:noFill/>
            <a:prstDash val="solid"/>
          </a:ln>
        </p:spPr>
      </p:sp>
      <p:sp>
        <p:nvSpPr>
          <p:cNvPr id="227" name="deep-skill-chaining-source-component-4-gradient-144-0">
            <a:extLst xmlns:a="http://schemas.openxmlformats.org/drawingml/2006/main">
              <a:ext uri="{FF2B5EF4-FFF2-40B4-BE49-F238E27FC236}">
                <a16:creationId xmlns:a16="http://schemas.microsoft.com/office/drawing/2014/main" id="{A1D8A243-5CF0-4558-A9B7-1EB7DC2755F1}"/>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09090"/>
          </a:solidFill>
          <a:ln xmlns:a="http://schemas.openxmlformats.org/drawingml/2006/main" w="0">
            <a:noFill/>
            <a:prstDash val="solid"/>
          </a:ln>
        </p:spPr>
      </p:sp>
      <p:sp>
        <p:nvSpPr>
          <p:cNvPr id="228" name="deep-skill-chaining-source-component-4-gradient-146-0">
            <a:extLst xmlns:a="http://schemas.openxmlformats.org/drawingml/2006/main">
              <a:ext uri="{FF2B5EF4-FFF2-40B4-BE49-F238E27FC236}">
                <a16:creationId xmlns:a16="http://schemas.microsoft.com/office/drawing/2014/main" id="{4699DD72-3BED-4A5E-B7AB-F1A61E016C2E}"/>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29292"/>
          </a:solidFill>
          <a:ln xmlns:a="http://schemas.openxmlformats.org/drawingml/2006/main" w="0">
            <a:noFill/>
            <a:prstDash val="solid"/>
          </a:ln>
        </p:spPr>
      </p:sp>
      <p:sp>
        <p:nvSpPr>
          <p:cNvPr id="229" name="deep-skill-chaining-source-component-4-gradient-148-0">
            <a:extLst xmlns:a="http://schemas.openxmlformats.org/drawingml/2006/main">
              <a:ext uri="{FF2B5EF4-FFF2-40B4-BE49-F238E27FC236}">
                <a16:creationId xmlns:a16="http://schemas.microsoft.com/office/drawing/2014/main" id="{56F2E5F0-9F70-4756-90D8-1C5DFD68F2BC}"/>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49494"/>
          </a:solidFill>
          <a:ln xmlns:a="http://schemas.openxmlformats.org/drawingml/2006/main" w="0">
            <a:noFill/>
            <a:prstDash val="solid"/>
          </a:ln>
        </p:spPr>
      </p:sp>
      <p:sp>
        <p:nvSpPr>
          <p:cNvPr id="230" name="deep-skill-chaining-source-component-4-gradient-150-0">
            <a:extLst xmlns:a="http://schemas.openxmlformats.org/drawingml/2006/main">
              <a:ext uri="{FF2B5EF4-FFF2-40B4-BE49-F238E27FC236}">
                <a16:creationId xmlns:a16="http://schemas.microsoft.com/office/drawing/2014/main" id="{F960581F-DCE4-4550-8FCD-5823AA3A568A}"/>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69696"/>
          </a:solidFill>
          <a:ln xmlns:a="http://schemas.openxmlformats.org/drawingml/2006/main" w="0">
            <a:noFill/>
            <a:prstDash val="solid"/>
          </a:ln>
        </p:spPr>
      </p:sp>
      <p:sp>
        <p:nvSpPr>
          <p:cNvPr id="231" name="deep-skill-chaining-source-component-4-gradient-152-0">
            <a:extLst xmlns:a="http://schemas.openxmlformats.org/drawingml/2006/main">
              <a:ext uri="{FF2B5EF4-FFF2-40B4-BE49-F238E27FC236}">
                <a16:creationId xmlns:a16="http://schemas.microsoft.com/office/drawing/2014/main" id="{01A2EEAB-4A23-46D0-9378-E3E631117F3B}"/>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89898"/>
          </a:solidFill>
          <a:ln xmlns:a="http://schemas.openxmlformats.org/drawingml/2006/main" w="0">
            <a:noFill/>
            <a:prstDash val="solid"/>
          </a:ln>
        </p:spPr>
      </p:sp>
      <p:sp>
        <p:nvSpPr>
          <p:cNvPr id="232" name="deep-skill-chaining-source-component-4-gradient-154-0">
            <a:extLst xmlns:a="http://schemas.openxmlformats.org/drawingml/2006/main">
              <a:ext uri="{FF2B5EF4-FFF2-40B4-BE49-F238E27FC236}">
                <a16:creationId xmlns:a16="http://schemas.microsoft.com/office/drawing/2014/main" id="{5120E911-403F-4C6E-8FF2-B105558BF807}"/>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A9A9A"/>
          </a:solidFill>
          <a:ln xmlns:a="http://schemas.openxmlformats.org/drawingml/2006/main" w="0">
            <a:noFill/>
            <a:prstDash val="solid"/>
          </a:ln>
        </p:spPr>
      </p:sp>
      <p:sp>
        <p:nvSpPr>
          <p:cNvPr id="233" name="deep-skill-chaining-source-component-4-gradient-156-0">
            <a:extLst xmlns:a="http://schemas.openxmlformats.org/drawingml/2006/main">
              <a:ext uri="{FF2B5EF4-FFF2-40B4-BE49-F238E27FC236}">
                <a16:creationId xmlns:a16="http://schemas.microsoft.com/office/drawing/2014/main" id="{4A9426A7-E01F-416A-A695-1C3C7351E7C5}"/>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C9C9C"/>
          </a:solidFill>
          <a:ln xmlns:a="http://schemas.openxmlformats.org/drawingml/2006/main" w="0">
            <a:noFill/>
            <a:prstDash val="solid"/>
          </a:ln>
        </p:spPr>
      </p:sp>
      <p:sp>
        <p:nvSpPr>
          <p:cNvPr id="234" name="deep-skill-chaining-source-component-4-gradient-158-0">
            <a:extLst xmlns:a="http://schemas.openxmlformats.org/drawingml/2006/main">
              <a:ext uri="{FF2B5EF4-FFF2-40B4-BE49-F238E27FC236}">
                <a16:creationId xmlns:a16="http://schemas.microsoft.com/office/drawing/2014/main" id="{D877E3BF-5651-4A5C-8D11-04FCAE95662D}"/>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9E9E9E"/>
          </a:solidFill>
          <a:ln xmlns:a="http://schemas.openxmlformats.org/drawingml/2006/main" w="0">
            <a:noFill/>
            <a:prstDash val="solid"/>
          </a:ln>
        </p:spPr>
      </p:sp>
      <p:sp>
        <p:nvSpPr>
          <p:cNvPr id="235" name="deep-skill-chaining-source-component-4-gradient-160-0">
            <a:extLst xmlns:a="http://schemas.openxmlformats.org/drawingml/2006/main">
              <a:ext uri="{FF2B5EF4-FFF2-40B4-BE49-F238E27FC236}">
                <a16:creationId xmlns:a16="http://schemas.microsoft.com/office/drawing/2014/main" id="{A50355B0-81CD-4CC9-9C7A-0E84DD8A8A97}"/>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0A0A0"/>
          </a:solidFill>
          <a:ln xmlns:a="http://schemas.openxmlformats.org/drawingml/2006/main" w="0">
            <a:noFill/>
            <a:prstDash val="solid"/>
          </a:ln>
        </p:spPr>
      </p:sp>
      <p:sp>
        <p:nvSpPr>
          <p:cNvPr id="236" name="deep-skill-chaining-source-component-4-gradient-162-0">
            <a:extLst xmlns:a="http://schemas.openxmlformats.org/drawingml/2006/main">
              <a:ext uri="{FF2B5EF4-FFF2-40B4-BE49-F238E27FC236}">
                <a16:creationId xmlns:a16="http://schemas.microsoft.com/office/drawing/2014/main" id="{0CD7AB2D-8BCD-4EF4-B4D9-EB19C13E64E8}"/>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2A2A2"/>
          </a:solidFill>
          <a:ln xmlns:a="http://schemas.openxmlformats.org/drawingml/2006/main" w="0">
            <a:noFill/>
            <a:prstDash val="solid"/>
          </a:ln>
        </p:spPr>
      </p:sp>
      <p:sp>
        <p:nvSpPr>
          <p:cNvPr id="237" name="deep-skill-chaining-source-component-4-gradient-164-0">
            <a:extLst xmlns:a="http://schemas.openxmlformats.org/drawingml/2006/main">
              <a:ext uri="{FF2B5EF4-FFF2-40B4-BE49-F238E27FC236}">
                <a16:creationId xmlns:a16="http://schemas.microsoft.com/office/drawing/2014/main" id="{E9F79F5D-2F73-4F5D-8C11-5A220CEED876}"/>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4A4A4"/>
          </a:solidFill>
          <a:ln xmlns:a="http://schemas.openxmlformats.org/drawingml/2006/main" w="0">
            <a:noFill/>
            <a:prstDash val="solid"/>
          </a:ln>
        </p:spPr>
      </p:sp>
      <p:sp>
        <p:nvSpPr>
          <p:cNvPr id="238" name="deep-skill-chaining-source-component-4-gradient-166-0">
            <a:extLst xmlns:a="http://schemas.openxmlformats.org/drawingml/2006/main">
              <a:ext uri="{FF2B5EF4-FFF2-40B4-BE49-F238E27FC236}">
                <a16:creationId xmlns:a16="http://schemas.microsoft.com/office/drawing/2014/main" id="{8992DF4C-4F94-4BE5-B898-F1D9C5938650}"/>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6A6A6"/>
          </a:solidFill>
          <a:ln xmlns:a="http://schemas.openxmlformats.org/drawingml/2006/main" w="0">
            <a:noFill/>
            <a:prstDash val="solid"/>
          </a:ln>
        </p:spPr>
      </p:sp>
      <p:sp>
        <p:nvSpPr>
          <p:cNvPr id="239" name="deep-skill-chaining-source-component-4-gradient-168-0">
            <a:extLst xmlns:a="http://schemas.openxmlformats.org/drawingml/2006/main">
              <a:ext uri="{FF2B5EF4-FFF2-40B4-BE49-F238E27FC236}">
                <a16:creationId xmlns:a16="http://schemas.microsoft.com/office/drawing/2014/main" id="{D502E20D-0665-49AF-9A31-AC64400B0B6E}"/>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8A8A8"/>
          </a:solidFill>
          <a:ln xmlns:a="http://schemas.openxmlformats.org/drawingml/2006/main" w="0">
            <a:noFill/>
            <a:prstDash val="solid"/>
          </a:ln>
        </p:spPr>
      </p:sp>
      <p:sp>
        <p:nvSpPr>
          <p:cNvPr id="240" name="deep-skill-chaining-source-component-4-gradient-170-0">
            <a:extLst xmlns:a="http://schemas.openxmlformats.org/drawingml/2006/main">
              <a:ext uri="{FF2B5EF4-FFF2-40B4-BE49-F238E27FC236}">
                <a16:creationId xmlns:a16="http://schemas.microsoft.com/office/drawing/2014/main" id="{5F6BE284-4B8E-46F9-9294-F0ADDB9C01DD}"/>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AAAAA"/>
          </a:solidFill>
          <a:ln xmlns:a="http://schemas.openxmlformats.org/drawingml/2006/main" w="0">
            <a:noFill/>
            <a:prstDash val="solid"/>
          </a:ln>
        </p:spPr>
      </p:sp>
      <p:sp>
        <p:nvSpPr>
          <p:cNvPr id="241" name="deep-skill-chaining-source-component-4-gradient-172-0">
            <a:extLst xmlns:a="http://schemas.openxmlformats.org/drawingml/2006/main">
              <a:ext uri="{FF2B5EF4-FFF2-40B4-BE49-F238E27FC236}">
                <a16:creationId xmlns:a16="http://schemas.microsoft.com/office/drawing/2014/main" id="{486156BB-4156-4C38-836C-D3BB6FD84916}"/>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CACAC"/>
          </a:solidFill>
          <a:ln xmlns:a="http://schemas.openxmlformats.org/drawingml/2006/main" w="0">
            <a:noFill/>
            <a:prstDash val="solid"/>
          </a:ln>
        </p:spPr>
      </p:sp>
      <p:sp>
        <p:nvSpPr>
          <p:cNvPr id="242" name="deep-skill-chaining-source-component-4-gradient-174-0">
            <a:extLst xmlns:a="http://schemas.openxmlformats.org/drawingml/2006/main">
              <a:ext uri="{FF2B5EF4-FFF2-40B4-BE49-F238E27FC236}">
                <a16:creationId xmlns:a16="http://schemas.microsoft.com/office/drawing/2014/main" id="{E0BFAAEE-6009-42BF-BD4C-AE08B87CC165}"/>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AEAEAE"/>
          </a:solidFill>
          <a:ln xmlns:a="http://schemas.openxmlformats.org/drawingml/2006/main" w="0">
            <a:noFill/>
            <a:prstDash val="solid"/>
          </a:ln>
        </p:spPr>
      </p:sp>
      <p:sp>
        <p:nvSpPr>
          <p:cNvPr id="243" name="deep-skill-chaining-source-component-4-gradient-176-0">
            <a:extLst xmlns:a="http://schemas.openxmlformats.org/drawingml/2006/main">
              <a:ext uri="{FF2B5EF4-FFF2-40B4-BE49-F238E27FC236}">
                <a16:creationId xmlns:a16="http://schemas.microsoft.com/office/drawing/2014/main" id="{FD4A0D47-2E5E-4429-B932-9B077779340E}"/>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B0B0B0"/>
          </a:solidFill>
          <a:ln xmlns:a="http://schemas.openxmlformats.org/drawingml/2006/main" w="0">
            <a:noFill/>
            <a:prstDash val="solid"/>
          </a:ln>
        </p:spPr>
      </p:sp>
      <p:sp>
        <p:nvSpPr>
          <p:cNvPr id="244" name="deep-skill-chaining-source-component-4-gradient-178-0">
            <a:extLst xmlns:a="http://schemas.openxmlformats.org/drawingml/2006/main">
              <a:ext uri="{FF2B5EF4-FFF2-40B4-BE49-F238E27FC236}">
                <a16:creationId xmlns:a16="http://schemas.microsoft.com/office/drawing/2014/main" id="{AFFD54DC-CE50-48CD-8F2F-5AF1CD3B3280}"/>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B2B2B2"/>
          </a:solidFill>
          <a:ln xmlns:a="http://schemas.openxmlformats.org/drawingml/2006/main" w="0">
            <a:noFill/>
            <a:prstDash val="solid"/>
          </a:ln>
        </p:spPr>
      </p:sp>
      <p:sp>
        <p:nvSpPr>
          <p:cNvPr id="245" name="deep-skill-chaining-source-component-4-gradient-180-0">
            <a:extLst xmlns:a="http://schemas.openxmlformats.org/drawingml/2006/main">
              <a:ext uri="{FF2B5EF4-FFF2-40B4-BE49-F238E27FC236}">
                <a16:creationId xmlns:a16="http://schemas.microsoft.com/office/drawing/2014/main" id="{68ADF940-5A52-47DC-99AF-B1CB04FDAC16}"/>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B4B4B4"/>
          </a:solidFill>
          <a:ln xmlns:a="http://schemas.openxmlformats.org/drawingml/2006/main" w="0">
            <a:noFill/>
            <a:prstDash val="solid"/>
          </a:ln>
        </p:spPr>
      </p:sp>
      <p:sp>
        <p:nvSpPr>
          <p:cNvPr id="246" name="deep-skill-chaining-source-component-4-gradient-182-0">
            <a:extLst xmlns:a="http://schemas.openxmlformats.org/drawingml/2006/main">
              <a:ext uri="{FF2B5EF4-FFF2-40B4-BE49-F238E27FC236}">
                <a16:creationId xmlns:a16="http://schemas.microsoft.com/office/drawing/2014/main" id="{967931A5-394D-4229-9922-DCDFA3FF3344}"/>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7213" y="9525"/>
                </a:lnTo>
                <a:lnTo>
                  <a:pt x="561975" y="14288"/>
                </a:lnTo>
                <a:lnTo>
                  <a:pt x="566738" y="19050"/>
                </a:lnTo>
                <a:lnTo>
                  <a:pt x="576263" y="19050"/>
                </a:lnTo>
                <a:lnTo>
                  <a:pt x="581025" y="23813"/>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B6B6B6"/>
          </a:solidFill>
          <a:ln xmlns:a="http://schemas.openxmlformats.org/drawingml/2006/main" w="0">
            <a:noFill/>
            <a:prstDash val="solid"/>
          </a:ln>
        </p:spPr>
      </p:sp>
      <p:sp>
        <p:nvSpPr>
          <p:cNvPr id="247" name="deep-skill-chaining-source-component-4-gradient-184-0">
            <a:extLst xmlns:a="http://schemas.openxmlformats.org/drawingml/2006/main">
              <a:ext uri="{FF2B5EF4-FFF2-40B4-BE49-F238E27FC236}">
                <a16:creationId xmlns:a16="http://schemas.microsoft.com/office/drawing/2014/main" id="{F9358648-659F-4E49-9E5B-9BC76E657212}"/>
              </a:ext>
            </a:extLst>
          </p:cNvPr>
          <p:cNvSpPr>
            <a:spLocks xmlns:a="http://schemas.openxmlformats.org/drawingml/2006/main" noGrp="1"/>
          </p:cNvSpPr>
          <p:nvPr/>
        </p:nvSpPr>
        <p:spPr>
          <a:xfrm xmlns:a="http://schemas.openxmlformats.org/drawingml/2006/main" rot="0">
            <a:off x="9172575" y="1638300"/>
            <a:ext cx="666750" cy="1028700"/>
          </a:xfrm>
          <a:custGeom xmlns:a="http://schemas.openxmlformats.org/drawingml/2006/main">
            <a:pathLst>
              <a:path w="666750" h="1028700">
                <a:moveTo>
                  <a:pt x="514350" y="4763"/>
                </a:moveTo>
                <a:lnTo>
                  <a:pt x="519113" y="0"/>
                </a:lnTo>
                <a:lnTo>
                  <a:pt x="523875" y="4763"/>
                </a:lnTo>
                <a:lnTo>
                  <a:pt x="528638" y="9525"/>
                </a:lnTo>
                <a:lnTo>
                  <a:pt x="538163" y="9525"/>
                </a:lnTo>
                <a:lnTo>
                  <a:pt x="547688" y="9525"/>
                </a:lnTo>
                <a:lnTo>
                  <a:pt x="552450" y="14288"/>
                </a:lnTo>
                <a:lnTo>
                  <a:pt x="557213" y="19050"/>
                </a:lnTo>
                <a:lnTo>
                  <a:pt x="566738" y="19050"/>
                </a:lnTo>
                <a:lnTo>
                  <a:pt x="571500" y="23813"/>
                </a:lnTo>
                <a:lnTo>
                  <a:pt x="576263" y="28575"/>
                </a:lnTo>
                <a:lnTo>
                  <a:pt x="585788" y="28575"/>
                </a:lnTo>
                <a:lnTo>
                  <a:pt x="595313" y="28575"/>
                </a:lnTo>
                <a:lnTo>
                  <a:pt x="600075" y="33338"/>
                </a:lnTo>
                <a:lnTo>
                  <a:pt x="604838" y="38100"/>
                </a:lnTo>
                <a:lnTo>
                  <a:pt x="609600" y="42863"/>
                </a:lnTo>
                <a:lnTo>
                  <a:pt x="614363" y="47625"/>
                </a:lnTo>
                <a:lnTo>
                  <a:pt x="619125" y="52388"/>
                </a:lnTo>
                <a:lnTo>
                  <a:pt x="619125" y="61913"/>
                </a:lnTo>
                <a:lnTo>
                  <a:pt x="623888" y="66675"/>
                </a:lnTo>
                <a:lnTo>
                  <a:pt x="628650" y="71438"/>
                </a:lnTo>
                <a:lnTo>
                  <a:pt x="633413" y="76200"/>
                </a:lnTo>
                <a:lnTo>
                  <a:pt x="638175" y="80963"/>
                </a:lnTo>
                <a:lnTo>
                  <a:pt x="638175" y="90488"/>
                </a:lnTo>
                <a:lnTo>
                  <a:pt x="642938" y="95250"/>
                </a:lnTo>
                <a:lnTo>
                  <a:pt x="647700" y="100013"/>
                </a:lnTo>
                <a:lnTo>
                  <a:pt x="647700" y="109538"/>
                </a:lnTo>
                <a:lnTo>
                  <a:pt x="647700" y="119063"/>
                </a:lnTo>
                <a:lnTo>
                  <a:pt x="652463" y="123825"/>
                </a:lnTo>
                <a:lnTo>
                  <a:pt x="657225" y="128588"/>
                </a:lnTo>
                <a:lnTo>
                  <a:pt x="657225" y="138113"/>
                </a:lnTo>
                <a:lnTo>
                  <a:pt x="657225" y="147638"/>
                </a:lnTo>
                <a:lnTo>
                  <a:pt x="657225" y="157163"/>
                </a:lnTo>
                <a:lnTo>
                  <a:pt x="661988" y="161925"/>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6750" y="328613"/>
                </a:lnTo>
                <a:lnTo>
                  <a:pt x="661988" y="333375"/>
                </a:lnTo>
                <a:lnTo>
                  <a:pt x="657225" y="338138"/>
                </a:lnTo>
                <a:lnTo>
                  <a:pt x="657225" y="347663"/>
                </a:lnTo>
                <a:lnTo>
                  <a:pt x="657225" y="357188"/>
                </a:lnTo>
                <a:lnTo>
                  <a:pt x="657225" y="366713"/>
                </a:lnTo>
                <a:lnTo>
                  <a:pt x="657225" y="376238"/>
                </a:lnTo>
                <a:lnTo>
                  <a:pt x="657225" y="385763"/>
                </a:lnTo>
                <a:lnTo>
                  <a:pt x="652463" y="390525"/>
                </a:lnTo>
                <a:lnTo>
                  <a:pt x="647700" y="395288"/>
                </a:lnTo>
                <a:lnTo>
                  <a:pt x="647700" y="404813"/>
                </a:lnTo>
                <a:lnTo>
                  <a:pt x="647700" y="414338"/>
                </a:lnTo>
                <a:lnTo>
                  <a:pt x="647700" y="423863"/>
                </a:lnTo>
                <a:lnTo>
                  <a:pt x="642938" y="428625"/>
                </a:lnTo>
                <a:lnTo>
                  <a:pt x="638175" y="433388"/>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9125" y="509588"/>
                </a:lnTo>
                <a:lnTo>
                  <a:pt x="619125" y="519113"/>
                </a:lnTo>
                <a:lnTo>
                  <a:pt x="614363" y="523875"/>
                </a:lnTo>
                <a:lnTo>
                  <a:pt x="609600" y="528638"/>
                </a:lnTo>
                <a:lnTo>
                  <a:pt x="609600" y="538163"/>
                </a:lnTo>
                <a:lnTo>
                  <a:pt x="609600" y="547688"/>
                </a:lnTo>
                <a:lnTo>
                  <a:pt x="604838" y="552450"/>
                </a:lnTo>
                <a:lnTo>
                  <a:pt x="600075" y="557213"/>
                </a:lnTo>
                <a:lnTo>
                  <a:pt x="600075" y="566738"/>
                </a:lnTo>
                <a:lnTo>
                  <a:pt x="595313" y="571500"/>
                </a:lnTo>
                <a:lnTo>
                  <a:pt x="590550" y="576263"/>
                </a:lnTo>
                <a:lnTo>
                  <a:pt x="590550" y="585788"/>
                </a:lnTo>
                <a:lnTo>
                  <a:pt x="585788" y="590550"/>
                </a:lnTo>
                <a:lnTo>
                  <a:pt x="581025" y="595313"/>
                </a:lnTo>
                <a:lnTo>
                  <a:pt x="581025" y="604838"/>
                </a:lnTo>
                <a:lnTo>
                  <a:pt x="581025" y="614363"/>
                </a:lnTo>
                <a:lnTo>
                  <a:pt x="576263" y="619125"/>
                </a:lnTo>
                <a:lnTo>
                  <a:pt x="571500" y="623888"/>
                </a:lnTo>
                <a:lnTo>
                  <a:pt x="571500" y="633413"/>
                </a:lnTo>
                <a:lnTo>
                  <a:pt x="566738" y="638175"/>
                </a:lnTo>
                <a:lnTo>
                  <a:pt x="561975" y="642938"/>
                </a:lnTo>
                <a:lnTo>
                  <a:pt x="561975" y="652463"/>
                </a:lnTo>
                <a:lnTo>
                  <a:pt x="557213" y="657225"/>
                </a:lnTo>
                <a:lnTo>
                  <a:pt x="552450" y="661988"/>
                </a:lnTo>
                <a:lnTo>
                  <a:pt x="552450" y="671513"/>
                </a:lnTo>
                <a:lnTo>
                  <a:pt x="547688" y="676275"/>
                </a:lnTo>
                <a:lnTo>
                  <a:pt x="542925" y="681038"/>
                </a:lnTo>
                <a:lnTo>
                  <a:pt x="538163" y="685800"/>
                </a:lnTo>
                <a:lnTo>
                  <a:pt x="533400" y="690563"/>
                </a:lnTo>
                <a:lnTo>
                  <a:pt x="533400" y="700088"/>
                </a:lnTo>
                <a:lnTo>
                  <a:pt x="528638" y="704850"/>
                </a:lnTo>
                <a:lnTo>
                  <a:pt x="523875" y="709613"/>
                </a:lnTo>
                <a:lnTo>
                  <a:pt x="523875" y="719138"/>
                </a:lnTo>
                <a:lnTo>
                  <a:pt x="519113" y="723900"/>
                </a:lnTo>
                <a:lnTo>
                  <a:pt x="514350" y="728663"/>
                </a:lnTo>
                <a:lnTo>
                  <a:pt x="514350" y="738188"/>
                </a:lnTo>
                <a:lnTo>
                  <a:pt x="509588" y="742950"/>
                </a:lnTo>
                <a:lnTo>
                  <a:pt x="504825" y="747713"/>
                </a:lnTo>
                <a:lnTo>
                  <a:pt x="500063" y="752475"/>
                </a:lnTo>
                <a:lnTo>
                  <a:pt x="495300" y="757238"/>
                </a:lnTo>
                <a:lnTo>
                  <a:pt x="495300" y="766763"/>
                </a:lnTo>
                <a:lnTo>
                  <a:pt x="490538" y="771525"/>
                </a:lnTo>
                <a:lnTo>
                  <a:pt x="485775" y="776288"/>
                </a:lnTo>
                <a:lnTo>
                  <a:pt x="481013" y="781050"/>
                </a:lnTo>
                <a:lnTo>
                  <a:pt x="476250" y="785813"/>
                </a:lnTo>
                <a:lnTo>
                  <a:pt x="476250" y="795338"/>
                </a:lnTo>
                <a:lnTo>
                  <a:pt x="471488" y="800100"/>
                </a:lnTo>
                <a:lnTo>
                  <a:pt x="466725" y="804863"/>
                </a:lnTo>
                <a:lnTo>
                  <a:pt x="461963" y="809625"/>
                </a:lnTo>
                <a:lnTo>
                  <a:pt x="457200" y="814388"/>
                </a:lnTo>
                <a:lnTo>
                  <a:pt x="452438" y="819150"/>
                </a:lnTo>
                <a:lnTo>
                  <a:pt x="447675" y="823913"/>
                </a:lnTo>
                <a:lnTo>
                  <a:pt x="447675" y="833438"/>
                </a:lnTo>
                <a:lnTo>
                  <a:pt x="442913" y="838200"/>
                </a:lnTo>
                <a:lnTo>
                  <a:pt x="438150" y="842963"/>
                </a:lnTo>
                <a:lnTo>
                  <a:pt x="433388" y="847725"/>
                </a:lnTo>
                <a:lnTo>
                  <a:pt x="428625" y="852488"/>
                </a:lnTo>
                <a:lnTo>
                  <a:pt x="423863" y="857250"/>
                </a:lnTo>
                <a:lnTo>
                  <a:pt x="419100" y="862013"/>
                </a:lnTo>
                <a:lnTo>
                  <a:pt x="414338" y="866775"/>
                </a:lnTo>
                <a:lnTo>
                  <a:pt x="409575" y="871538"/>
                </a:lnTo>
                <a:lnTo>
                  <a:pt x="404813" y="876300"/>
                </a:lnTo>
                <a:lnTo>
                  <a:pt x="400050" y="881063"/>
                </a:lnTo>
                <a:lnTo>
                  <a:pt x="395288" y="885825"/>
                </a:lnTo>
                <a:lnTo>
                  <a:pt x="390525" y="890588"/>
                </a:lnTo>
                <a:lnTo>
                  <a:pt x="385763" y="895350"/>
                </a:lnTo>
                <a:lnTo>
                  <a:pt x="381000" y="900113"/>
                </a:lnTo>
                <a:lnTo>
                  <a:pt x="376238" y="904875"/>
                </a:lnTo>
                <a:lnTo>
                  <a:pt x="371475" y="909638"/>
                </a:lnTo>
                <a:lnTo>
                  <a:pt x="366713" y="914400"/>
                </a:lnTo>
                <a:lnTo>
                  <a:pt x="361950" y="919163"/>
                </a:lnTo>
                <a:lnTo>
                  <a:pt x="357188" y="923925"/>
                </a:lnTo>
                <a:lnTo>
                  <a:pt x="352425" y="928688"/>
                </a:lnTo>
                <a:lnTo>
                  <a:pt x="347663" y="933450"/>
                </a:lnTo>
                <a:lnTo>
                  <a:pt x="342900" y="938213"/>
                </a:lnTo>
                <a:lnTo>
                  <a:pt x="338138" y="942975"/>
                </a:lnTo>
                <a:lnTo>
                  <a:pt x="333375" y="947738"/>
                </a:lnTo>
                <a:lnTo>
                  <a:pt x="328613" y="952500"/>
                </a:lnTo>
                <a:lnTo>
                  <a:pt x="323850" y="957263"/>
                </a:lnTo>
                <a:lnTo>
                  <a:pt x="319088" y="962025"/>
                </a:lnTo>
                <a:lnTo>
                  <a:pt x="309563" y="962025"/>
                </a:lnTo>
                <a:lnTo>
                  <a:pt x="304800" y="966788"/>
                </a:lnTo>
                <a:lnTo>
                  <a:pt x="300038" y="971550"/>
                </a:lnTo>
                <a:lnTo>
                  <a:pt x="295275" y="976313"/>
                </a:lnTo>
                <a:lnTo>
                  <a:pt x="290513" y="981075"/>
                </a:lnTo>
                <a:lnTo>
                  <a:pt x="280988" y="981075"/>
                </a:lnTo>
                <a:lnTo>
                  <a:pt x="276225" y="985838"/>
                </a:lnTo>
                <a:lnTo>
                  <a:pt x="271463" y="990600"/>
                </a:lnTo>
                <a:lnTo>
                  <a:pt x="266700" y="995363"/>
                </a:lnTo>
                <a:lnTo>
                  <a:pt x="261938" y="1000125"/>
                </a:lnTo>
                <a:lnTo>
                  <a:pt x="252413" y="1000125"/>
                </a:lnTo>
                <a:lnTo>
                  <a:pt x="247650" y="1004888"/>
                </a:lnTo>
                <a:lnTo>
                  <a:pt x="242888" y="1009650"/>
                </a:lnTo>
                <a:lnTo>
                  <a:pt x="233363" y="1009650"/>
                </a:lnTo>
                <a:lnTo>
                  <a:pt x="223838" y="1009650"/>
                </a:lnTo>
                <a:lnTo>
                  <a:pt x="219075" y="1014413"/>
                </a:lnTo>
                <a:lnTo>
                  <a:pt x="214313" y="1019175"/>
                </a:lnTo>
                <a:lnTo>
                  <a:pt x="204788" y="1019175"/>
                </a:lnTo>
                <a:lnTo>
                  <a:pt x="195263" y="1019175"/>
                </a:lnTo>
                <a:lnTo>
                  <a:pt x="185738" y="1019175"/>
                </a:lnTo>
                <a:lnTo>
                  <a:pt x="180975" y="1023938"/>
                </a:lnTo>
                <a:lnTo>
                  <a:pt x="176213" y="1028700"/>
                </a:lnTo>
                <a:lnTo>
                  <a:pt x="166688" y="1028700"/>
                </a:lnTo>
                <a:lnTo>
                  <a:pt x="157163" y="1028700"/>
                </a:lnTo>
                <a:lnTo>
                  <a:pt x="147638" y="1028700"/>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0963" y="1009650"/>
                </a:lnTo>
                <a:lnTo>
                  <a:pt x="76200" y="1004888"/>
                </a:lnTo>
                <a:lnTo>
                  <a:pt x="71438" y="1000125"/>
                </a:lnTo>
                <a:lnTo>
                  <a:pt x="66675" y="995363"/>
                </a:lnTo>
                <a:lnTo>
                  <a:pt x="61913" y="990600"/>
                </a:lnTo>
                <a:lnTo>
                  <a:pt x="57150" y="985838"/>
                </a:lnTo>
                <a:lnTo>
                  <a:pt x="52388" y="981075"/>
                </a:lnTo>
                <a:lnTo>
                  <a:pt x="47625" y="976313"/>
                </a:lnTo>
                <a:lnTo>
                  <a:pt x="42863" y="971550"/>
                </a:lnTo>
                <a:lnTo>
                  <a:pt x="38100" y="966788"/>
                </a:lnTo>
                <a:lnTo>
                  <a:pt x="38100" y="957263"/>
                </a:lnTo>
                <a:lnTo>
                  <a:pt x="33338" y="952500"/>
                </a:lnTo>
                <a:lnTo>
                  <a:pt x="28575" y="947738"/>
                </a:lnTo>
                <a:lnTo>
                  <a:pt x="28575" y="938213"/>
                </a:lnTo>
                <a:lnTo>
                  <a:pt x="23813" y="933450"/>
                </a:lnTo>
                <a:lnTo>
                  <a:pt x="19050" y="928688"/>
                </a:lnTo>
                <a:lnTo>
                  <a:pt x="19050" y="919163"/>
                </a:lnTo>
                <a:lnTo>
                  <a:pt x="14288" y="914400"/>
                </a:lnTo>
                <a:lnTo>
                  <a:pt x="9525" y="909638"/>
                </a:lnTo>
                <a:lnTo>
                  <a:pt x="9525" y="900113"/>
                </a:lnTo>
                <a:lnTo>
                  <a:pt x="9525" y="890588"/>
                </a:lnTo>
                <a:lnTo>
                  <a:pt x="9525" y="881063"/>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9525" y="661988"/>
                </a:lnTo>
                <a:lnTo>
                  <a:pt x="9525" y="652463"/>
                </a:lnTo>
                <a:lnTo>
                  <a:pt x="9525" y="642938"/>
                </a:lnTo>
                <a:lnTo>
                  <a:pt x="14288" y="638175"/>
                </a:lnTo>
                <a:lnTo>
                  <a:pt x="19050" y="633413"/>
                </a:lnTo>
                <a:lnTo>
                  <a:pt x="19050" y="623888"/>
                </a:lnTo>
                <a:lnTo>
                  <a:pt x="19050" y="614363"/>
                </a:lnTo>
                <a:lnTo>
                  <a:pt x="19050" y="604838"/>
                </a:lnTo>
                <a:lnTo>
                  <a:pt x="23813" y="600075"/>
                </a:lnTo>
                <a:lnTo>
                  <a:pt x="28575" y="595313"/>
                </a:lnTo>
                <a:lnTo>
                  <a:pt x="28575" y="585788"/>
                </a:lnTo>
                <a:lnTo>
                  <a:pt x="28575" y="576263"/>
                </a:lnTo>
                <a:lnTo>
                  <a:pt x="28575" y="566738"/>
                </a:lnTo>
                <a:lnTo>
                  <a:pt x="33338" y="561975"/>
                </a:lnTo>
                <a:lnTo>
                  <a:pt x="38100" y="557213"/>
                </a:lnTo>
                <a:lnTo>
                  <a:pt x="38100" y="547688"/>
                </a:lnTo>
                <a:lnTo>
                  <a:pt x="38100" y="538163"/>
                </a:lnTo>
                <a:lnTo>
                  <a:pt x="42863" y="533400"/>
                </a:lnTo>
                <a:lnTo>
                  <a:pt x="47625" y="528638"/>
                </a:lnTo>
                <a:lnTo>
                  <a:pt x="47625" y="519113"/>
                </a:lnTo>
                <a:lnTo>
                  <a:pt x="47625" y="509588"/>
                </a:lnTo>
                <a:lnTo>
                  <a:pt x="52388" y="504825"/>
                </a:lnTo>
                <a:lnTo>
                  <a:pt x="57150" y="500063"/>
                </a:lnTo>
                <a:lnTo>
                  <a:pt x="57150" y="490538"/>
                </a:lnTo>
                <a:lnTo>
                  <a:pt x="61913" y="485775"/>
                </a:lnTo>
                <a:lnTo>
                  <a:pt x="66675" y="481013"/>
                </a:lnTo>
                <a:lnTo>
                  <a:pt x="66675" y="471488"/>
                </a:lnTo>
                <a:lnTo>
                  <a:pt x="66675" y="461963"/>
                </a:lnTo>
                <a:lnTo>
                  <a:pt x="71438" y="457200"/>
                </a:lnTo>
                <a:lnTo>
                  <a:pt x="76200" y="452438"/>
                </a:lnTo>
                <a:lnTo>
                  <a:pt x="76200" y="442913"/>
                </a:lnTo>
                <a:lnTo>
                  <a:pt x="80963" y="438150"/>
                </a:lnTo>
                <a:lnTo>
                  <a:pt x="85725" y="433388"/>
                </a:lnTo>
                <a:lnTo>
                  <a:pt x="85725" y="423863"/>
                </a:lnTo>
                <a:lnTo>
                  <a:pt x="90488" y="419100"/>
                </a:lnTo>
                <a:lnTo>
                  <a:pt x="95250" y="414338"/>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3350" y="328613"/>
                </a:lnTo>
                <a:lnTo>
                  <a:pt x="138113" y="323850"/>
                </a:lnTo>
                <a:lnTo>
                  <a:pt x="142875" y="319088"/>
                </a:lnTo>
                <a:lnTo>
                  <a:pt x="142875" y="309563"/>
                </a:lnTo>
                <a:lnTo>
                  <a:pt x="147638" y="304800"/>
                </a:lnTo>
                <a:lnTo>
                  <a:pt x="152400" y="300038"/>
                </a:lnTo>
                <a:lnTo>
                  <a:pt x="157163" y="295275"/>
                </a:lnTo>
                <a:lnTo>
                  <a:pt x="161925" y="290513"/>
                </a:lnTo>
                <a:lnTo>
                  <a:pt x="161925" y="280988"/>
                </a:lnTo>
                <a:lnTo>
                  <a:pt x="166688" y="276225"/>
                </a:lnTo>
                <a:lnTo>
                  <a:pt x="171450" y="271463"/>
                </a:lnTo>
                <a:lnTo>
                  <a:pt x="176213" y="266700"/>
                </a:lnTo>
                <a:lnTo>
                  <a:pt x="180975" y="261938"/>
                </a:lnTo>
                <a:lnTo>
                  <a:pt x="180975" y="252413"/>
                </a:lnTo>
                <a:lnTo>
                  <a:pt x="185738" y="247650"/>
                </a:lnTo>
                <a:lnTo>
                  <a:pt x="190500" y="242888"/>
                </a:lnTo>
                <a:lnTo>
                  <a:pt x="195263" y="238125"/>
                </a:lnTo>
                <a:lnTo>
                  <a:pt x="200025" y="233363"/>
                </a:lnTo>
                <a:lnTo>
                  <a:pt x="200025" y="223838"/>
                </a:lnTo>
                <a:lnTo>
                  <a:pt x="204788" y="219075"/>
                </a:lnTo>
                <a:lnTo>
                  <a:pt x="209550" y="214313"/>
                </a:lnTo>
                <a:lnTo>
                  <a:pt x="214313" y="209550"/>
                </a:lnTo>
                <a:lnTo>
                  <a:pt x="219075" y="204788"/>
                </a:lnTo>
                <a:lnTo>
                  <a:pt x="223838" y="200025"/>
                </a:lnTo>
                <a:lnTo>
                  <a:pt x="228600" y="195263"/>
                </a:lnTo>
                <a:lnTo>
                  <a:pt x="228600" y="185738"/>
                </a:lnTo>
                <a:lnTo>
                  <a:pt x="233363" y="180975"/>
                </a:lnTo>
                <a:lnTo>
                  <a:pt x="238125" y="176213"/>
                </a:lnTo>
                <a:lnTo>
                  <a:pt x="242888" y="171450"/>
                </a:lnTo>
                <a:lnTo>
                  <a:pt x="247650" y="166688"/>
                </a:lnTo>
                <a:lnTo>
                  <a:pt x="252413" y="161925"/>
                </a:lnTo>
                <a:lnTo>
                  <a:pt x="257175" y="157163"/>
                </a:lnTo>
                <a:lnTo>
                  <a:pt x="261938" y="152400"/>
                </a:lnTo>
                <a:lnTo>
                  <a:pt x="266700" y="147638"/>
                </a:lnTo>
                <a:lnTo>
                  <a:pt x="271463" y="142875"/>
                </a:lnTo>
                <a:lnTo>
                  <a:pt x="276225" y="138113"/>
                </a:lnTo>
                <a:lnTo>
                  <a:pt x="280988" y="133350"/>
                </a:lnTo>
                <a:lnTo>
                  <a:pt x="285750" y="128588"/>
                </a:lnTo>
                <a:lnTo>
                  <a:pt x="290513" y="123825"/>
                </a:lnTo>
                <a:lnTo>
                  <a:pt x="295275" y="119063"/>
                </a:lnTo>
                <a:lnTo>
                  <a:pt x="300038" y="114300"/>
                </a:lnTo>
                <a:lnTo>
                  <a:pt x="304800" y="109538"/>
                </a:lnTo>
                <a:lnTo>
                  <a:pt x="309563" y="104775"/>
                </a:lnTo>
                <a:lnTo>
                  <a:pt x="314325" y="100013"/>
                </a:lnTo>
                <a:lnTo>
                  <a:pt x="319088" y="95250"/>
                </a:lnTo>
                <a:lnTo>
                  <a:pt x="323850" y="90488"/>
                </a:lnTo>
                <a:lnTo>
                  <a:pt x="328613" y="85725"/>
                </a:lnTo>
                <a:lnTo>
                  <a:pt x="333375" y="80963"/>
                </a:lnTo>
                <a:lnTo>
                  <a:pt x="338138" y="76200"/>
                </a:lnTo>
                <a:lnTo>
                  <a:pt x="347663" y="76200"/>
                </a:lnTo>
                <a:lnTo>
                  <a:pt x="352425" y="71438"/>
                </a:lnTo>
                <a:lnTo>
                  <a:pt x="357188" y="66675"/>
                </a:lnTo>
                <a:lnTo>
                  <a:pt x="361950" y="61913"/>
                </a:lnTo>
                <a:lnTo>
                  <a:pt x="366713" y="57150"/>
                </a:lnTo>
                <a:lnTo>
                  <a:pt x="376238" y="57150"/>
                </a:lnTo>
                <a:lnTo>
                  <a:pt x="381000" y="52388"/>
                </a:lnTo>
                <a:lnTo>
                  <a:pt x="385763" y="47625"/>
                </a:lnTo>
                <a:lnTo>
                  <a:pt x="390525" y="42863"/>
                </a:lnTo>
                <a:lnTo>
                  <a:pt x="395288" y="38100"/>
                </a:lnTo>
                <a:lnTo>
                  <a:pt x="404813" y="38100"/>
                </a:lnTo>
                <a:lnTo>
                  <a:pt x="409575" y="33338"/>
                </a:lnTo>
                <a:lnTo>
                  <a:pt x="414338" y="28575"/>
                </a:lnTo>
                <a:lnTo>
                  <a:pt x="423863" y="28575"/>
                </a:lnTo>
                <a:lnTo>
                  <a:pt x="428625" y="23813"/>
                </a:lnTo>
                <a:lnTo>
                  <a:pt x="433388" y="19050"/>
                </a:lnTo>
                <a:lnTo>
                  <a:pt x="442913" y="19050"/>
                </a:lnTo>
                <a:lnTo>
                  <a:pt x="452438" y="19050"/>
                </a:lnTo>
                <a:lnTo>
                  <a:pt x="457200" y="14288"/>
                </a:lnTo>
                <a:lnTo>
                  <a:pt x="461963" y="9525"/>
                </a:lnTo>
                <a:lnTo>
                  <a:pt x="471488" y="9525"/>
                </a:lnTo>
                <a:lnTo>
                  <a:pt x="481013" y="9525"/>
                </a:lnTo>
                <a:lnTo>
                  <a:pt x="490538" y="9525"/>
                </a:lnTo>
                <a:lnTo>
                  <a:pt x="500063" y="9525"/>
                </a:lnTo>
                <a:lnTo>
                  <a:pt x="509588" y="9525"/>
                </a:lnTo>
                <a:lnTo>
                  <a:pt x="514350" y="4763"/>
                </a:lnTo>
                <a:close/>
              </a:path>
            </a:pathLst>
          </a:custGeom>
          <a:solidFill xmlns:a="http://schemas.openxmlformats.org/drawingml/2006/main">
            <a:srgbClr val="B8B8B8"/>
          </a:solidFill>
          <a:ln xmlns:a="http://schemas.openxmlformats.org/drawingml/2006/main" w="0">
            <a:noFill/>
            <a:prstDash val="solid"/>
          </a:ln>
        </p:spPr>
      </p:sp>
      <p:sp>
        <p:nvSpPr>
          <p:cNvPr id="248" name="deep-skill-chaining-source-component-4-gradient-186-0">
            <a:extLst xmlns:a="http://schemas.openxmlformats.org/drawingml/2006/main">
              <a:ext uri="{FF2B5EF4-FFF2-40B4-BE49-F238E27FC236}">
                <a16:creationId xmlns:a16="http://schemas.microsoft.com/office/drawing/2014/main" id="{56A9F97E-95F3-42F3-8BD1-6951F4232FFB}"/>
              </a:ext>
            </a:extLst>
          </p:cNvPr>
          <p:cNvSpPr>
            <a:spLocks xmlns:a="http://schemas.openxmlformats.org/drawingml/2006/main" noGrp="1"/>
          </p:cNvSpPr>
          <p:nvPr/>
        </p:nvSpPr>
        <p:spPr>
          <a:xfrm xmlns:a="http://schemas.openxmlformats.org/drawingml/2006/main" rot="0">
            <a:off x="9172575" y="1647825"/>
            <a:ext cx="666750" cy="1019175"/>
          </a:xfrm>
          <a:custGeom xmlns:a="http://schemas.openxmlformats.org/drawingml/2006/main">
            <a:pathLst>
              <a:path w="666750" h="1019175">
                <a:moveTo>
                  <a:pt x="457200" y="4763"/>
                </a:moveTo>
                <a:lnTo>
                  <a:pt x="461963" y="0"/>
                </a:lnTo>
                <a:lnTo>
                  <a:pt x="471488" y="0"/>
                </a:lnTo>
                <a:lnTo>
                  <a:pt x="481013" y="0"/>
                </a:lnTo>
                <a:lnTo>
                  <a:pt x="490538" y="0"/>
                </a:lnTo>
                <a:lnTo>
                  <a:pt x="500063" y="0"/>
                </a:lnTo>
                <a:lnTo>
                  <a:pt x="509588" y="0"/>
                </a:lnTo>
                <a:lnTo>
                  <a:pt x="519113" y="0"/>
                </a:lnTo>
                <a:lnTo>
                  <a:pt x="528638" y="0"/>
                </a:lnTo>
                <a:lnTo>
                  <a:pt x="533400" y="4763"/>
                </a:lnTo>
                <a:lnTo>
                  <a:pt x="538163" y="9525"/>
                </a:lnTo>
                <a:lnTo>
                  <a:pt x="547688" y="9525"/>
                </a:lnTo>
                <a:lnTo>
                  <a:pt x="552450" y="14288"/>
                </a:lnTo>
                <a:lnTo>
                  <a:pt x="557213" y="19050"/>
                </a:lnTo>
                <a:lnTo>
                  <a:pt x="566738" y="19050"/>
                </a:lnTo>
                <a:lnTo>
                  <a:pt x="576263" y="19050"/>
                </a:lnTo>
                <a:lnTo>
                  <a:pt x="585788" y="19050"/>
                </a:lnTo>
                <a:lnTo>
                  <a:pt x="590550" y="23813"/>
                </a:lnTo>
                <a:lnTo>
                  <a:pt x="595313" y="28575"/>
                </a:lnTo>
                <a:lnTo>
                  <a:pt x="600075" y="33338"/>
                </a:lnTo>
                <a:lnTo>
                  <a:pt x="604838" y="38100"/>
                </a:lnTo>
                <a:lnTo>
                  <a:pt x="614363" y="38100"/>
                </a:lnTo>
                <a:lnTo>
                  <a:pt x="619125" y="42863"/>
                </a:lnTo>
                <a:lnTo>
                  <a:pt x="619125" y="52388"/>
                </a:lnTo>
                <a:lnTo>
                  <a:pt x="623888" y="57150"/>
                </a:lnTo>
                <a:lnTo>
                  <a:pt x="628650" y="61913"/>
                </a:lnTo>
                <a:lnTo>
                  <a:pt x="633413" y="66675"/>
                </a:lnTo>
                <a:lnTo>
                  <a:pt x="638175" y="71438"/>
                </a:lnTo>
                <a:lnTo>
                  <a:pt x="638175" y="80963"/>
                </a:lnTo>
                <a:lnTo>
                  <a:pt x="642938" y="85725"/>
                </a:lnTo>
                <a:lnTo>
                  <a:pt x="647700" y="90488"/>
                </a:lnTo>
                <a:lnTo>
                  <a:pt x="647700" y="100013"/>
                </a:lnTo>
                <a:lnTo>
                  <a:pt x="647700" y="109538"/>
                </a:lnTo>
                <a:lnTo>
                  <a:pt x="652463" y="114300"/>
                </a:lnTo>
                <a:lnTo>
                  <a:pt x="657225" y="119063"/>
                </a:lnTo>
                <a:lnTo>
                  <a:pt x="657225" y="128588"/>
                </a:lnTo>
                <a:lnTo>
                  <a:pt x="657225" y="138113"/>
                </a:lnTo>
                <a:lnTo>
                  <a:pt x="657225" y="147638"/>
                </a:lnTo>
                <a:lnTo>
                  <a:pt x="661988" y="152400"/>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1988" y="323850"/>
                </a:lnTo>
                <a:lnTo>
                  <a:pt x="657225" y="328613"/>
                </a:lnTo>
                <a:lnTo>
                  <a:pt x="657225" y="338138"/>
                </a:lnTo>
                <a:lnTo>
                  <a:pt x="657225" y="347663"/>
                </a:lnTo>
                <a:lnTo>
                  <a:pt x="657225" y="357188"/>
                </a:lnTo>
                <a:lnTo>
                  <a:pt x="657225" y="366713"/>
                </a:lnTo>
                <a:lnTo>
                  <a:pt x="657225" y="376238"/>
                </a:lnTo>
                <a:lnTo>
                  <a:pt x="652463" y="381000"/>
                </a:lnTo>
                <a:lnTo>
                  <a:pt x="647700" y="385763"/>
                </a:lnTo>
                <a:lnTo>
                  <a:pt x="647700" y="395288"/>
                </a:lnTo>
                <a:lnTo>
                  <a:pt x="647700" y="404813"/>
                </a:lnTo>
                <a:lnTo>
                  <a:pt x="647700" y="414338"/>
                </a:lnTo>
                <a:lnTo>
                  <a:pt x="642938" y="419100"/>
                </a:lnTo>
                <a:lnTo>
                  <a:pt x="638175" y="423863"/>
                </a:lnTo>
                <a:lnTo>
                  <a:pt x="638175" y="433388"/>
                </a:lnTo>
                <a:lnTo>
                  <a:pt x="638175" y="442913"/>
                </a:lnTo>
                <a:lnTo>
                  <a:pt x="638175" y="452438"/>
                </a:lnTo>
                <a:lnTo>
                  <a:pt x="633413" y="457200"/>
                </a:lnTo>
                <a:lnTo>
                  <a:pt x="628650" y="461963"/>
                </a:lnTo>
                <a:lnTo>
                  <a:pt x="628650" y="471488"/>
                </a:lnTo>
                <a:lnTo>
                  <a:pt x="628650" y="481013"/>
                </a:lnTo>
                <a:lnTo>
                  <a:pt x="623888" y="485775"/>
                </a:lnTo>
                <a:lnTo>
                  <a:pt x="619125" y="490538"/>
                </a:lnTo>
                <a:lnTo>
                  <a:pt x="619125" y="500063"/>
                </a:lnTo>
                <a:lnTo>
                  <a:pt x="619125" y="509588"/>
                </a:lnTo>
                <a:lnTo>
                  <a:pt x="614363" y="514350"/>
                </a:lnTo>
                <a:lnTo>
                  <a:pt x="609600" y="519113"/>
                </a:lnTo>
                <a:lnTo>
                  <a:pt x="609600" y="528638"/>
                </a:lnTo>
                <a:lnTo>
                  <a:pt x="609600" y="538163"/>
                </a:lnTo>
                <a:lnTo>
                  <a:pt x="604838" y="542925"/>
                </a:lnTo>
                <a:lnTo>
                  <a:pt x="600075" y="547688"/>
                </a:lnTo>
                <a:lnTo>
                  <a:pt x="600075" y="557213"/>
                </a:lnTo>
                <a:lnTo>
                  <a:pt x="595313" y="561975"/>
                </a:lnTo>
                <a:lnTo>
                  <a:pt x="590550" y="566738"/>
                </a:lnTo>
                <a:lnTo>
                  <a:pt x="590550" y="576263"/>
                </a:lnTo>
                <a:lnTo>
                  <a:pt x="585788" y="581025"/>
                </a:lnTo>
                <a:lnTo>
                  <a:pt x="581025" y="585788"/>
                </a:lnTo>
                <a:lnTo>
                  <a:pt x="581025" y="595313"/>
                </a:lnTo>
                <a:lnTo>
                  <a:pt x="581025" y="604838"/>
                </a:lnTo>
                <a:lnTo>
                  <a:pt x="576263" y="609600"/>
                </a:lnTo>
                <a:lnTo>
                  <a:pt x="571500" y="614363"/>
                </a:lnTo>
                <a:lnTo>
                  <a:pt x="571500" y="623888"/>
                </a:lnTo>
                <a:lnTo>
                  <a:pt x="566738" y="628650"/>
                </a:lnTo>
                <a:lnTo>
                  <a:pt x="561975" y="633413"/>
                </a:lnTo>
                <a:lnTo>
                  <a:pt x="561975" y="642938"/>
                </a:lnTo>
                <a:lnTo>
                  <a:pt x="557213" y="647700"/>
                </a:lnTo>
                <a:lnTo>
                  <a:pt x="552450" y="652463"/>
                </a:lnTo>
                <a:lnTo>
                  <a:pt x="552450" y="661988"/>
                </a:lnTo>
                <a:lnTo>
                  <a:pt x="547688" y="666750"/>
                </a:lnTo>
                <a:lnTo>
                  <a:pt x="542925" y="671513"/>
                </a:lnTo>
                <a:lnTo>
                  <a:pt x="538163" y="676275"/>
                </a:lnTo>
                <a:lnTo>
                  <a:pt x="533400" y="681038"/>
                </a:lnTo>
                <a:lnTo>
                  <a:pt x="533400" y="690563"/>
                </a:lnTo>
                <a:lnTo>
                  <a:pt x="528638" y="695325"/>
                </a:lnTo>
                <a:lnTo>
                  <a:pt x="523875" y="700088"/>
                </a:lnTo>
                <a:lnTo>
                  <a:pt x="523875" y="709613"/>
                </a:lnTo>
                <a:lnTo>
                  <a:pt x="519113" y="714375"/>
                </a:lnTo>
                <a:lnTo>
                  <a:pt x="514350" y="719138"/>
                </a:lnTo>
                <a:lnTo>
                  <a:pt x="514350" y="728663"/>
                </a:lnTo>
                <a:lnTo>
                  <a:pt x="509588" y="733425"/>
                </a:lnTo>
                <a:lnTo>
                  <a:pt x="504825" y="738188"/>
                </a:lnTo>
                <a:lnTo>
                  <a:pt x="500063" y="742950"/>
                </a:lnTo>
                <a:lnTo>
                  <a:pt x="495300" y="747713"/>
                </a:lnTo>
                <a:lnTo>
                  <a:pt x="495300" y="757238"/>
                </a:lnTo>
                <a:lnTo>
                  <a:pt x="490538" y="762000"/>
                </a:lnTo>
                <a:lnTo>
                  <a:pt x="485775" y="766763"/>
                </a:lnTo>
                <a:lnTo>
                  <a:pt x="481013" y="771525"/>
                </a:lnTo>
                <a:lnTo>
                  <a:pt x="476250" y="776288"/>
                </a:lnTo>
                <a:lnTo>
                  <a:pt x="476250" y="785813"/>
                </a:lnTo>
                <a:lnTo>
                  <a:pt x="471488" y="790575"/>
                </a:lnTo>
                <a:lnTo>
                  <a:pt x="466725" y="795338"/>
                </a:lnTo>
                <a:lnTo>
                  <a:pt x="461963" y="800100"/>
                </a:lnTo>
                <a:lnTo>
                  <a:pt x="457200" y="804863"/>
                </a:lnTo>
                <a:lnTo>
                  <a:pt x="452438" y="809625"/>
                </a:lnTo>
                <a:lnTo>
                  <a:pt x="447675" y="814388"/>
                </a:lnTo>
                <a:lnTo>
                  <a:pt x="447675" y="823913"/>
                </a:lnTo>
                <a:lnTo>
                  <a:pt x="442913" y="828675"/>
                </a:lnTo>
                <a:lnTo>
                  <a:pt x="438150" y="833438"/>
                </a:lnTo>
                <a:lnTo>
                  <a:pt x="433388" y="838200"/>
                </a:lnTo>
                <a:lnTo>
                  <a:pt x="428625" y="842963"/>
                </a:lnTo>
                <a:lnTo>
                  <a:pt x="423863" y="847725"/>
                </a:lnTo>
                <a:lnTo>
                  <a:pt x="419100" y="852488"/>
                </a:lnTo>
                <a:lnTo>
                  <a:pt x="414338" y="857250"/>
                </a:lnTo>
                <a:lnTo>
                  <a:pt x="409575" y="862013"/>
                </a:lnTo>
                <a:lnTo>
                  <a:pt x="404813" y="866775"/>
                </a:lnTo>
                <a:lnTo>
                  <a:pt x="400050" y="871538"/>
                </a:lnTo>
                <a:lnTo>
                  <a:pt x="395288" y="876300"/>
                </a:lnTo>
                <a:lnTo>
                  <a:pt x="390525" y="881063"/>
                </a:lnTo>
                <a:lnTo>
                  <a:pt x="385763" y="885825"/>
                </a:lnTo>
                <a:lnTo>
                  <a:pt x="381000" y="890588"/>
                </a:lnTo>
                <a:lnTo>
                  <a:pt x="376238" y="895350"/>
                </a:lnTo>
                <a:lnTo>
                  <a:pt x="371475" y="900113"/>
                </a:lnTo>
                <a:lnTo>
                  <a:pt x="366713" y="904875"/>
                </a:lnTo>
                <a:lnTo>
                  <a:pt x="361950" y="909638"/>
                </a:lnTo>
                <a:lnTo>
                  <a:pt x="357188" y="914400"/>
                </a:lnTo>
                <a:lnTo>
                  <a:pt x="352425" y="919163"/>
                </a:lnTo>
                <a:lnTo>
                  <a:pt x="347663" y="923925"/>
                </a:lnTo>
                <a:lnTo>
                  <a:pt x="342900" y="928688"/>
                </a:lnTo>
                <a:lnTo>
                  <a:pt x="338138" y="933450"/>
                </a:lnTo>
                <a:lnTo>
                  <a:pt x="333375" y="938213"/>
                </a:lnTo>
                <a:lnTo>
                  <a:pt x="328613" y="942975"/>
                </a:lnTo>
                <a:lnTo>
                  <a:pt x="323850" y="947738"/>
                </a:lnTo>
                <a:lnTo>
                  <a:pt x="319088" y="952500"/>
                </a:lnTo>
                <a:lnTo>
                  <a:pt x="309563" y="952500"/>
                </a:lnTo>
                <a:lnTo>
                  <a:pt x="304800" y="957263"/>
                </a:lnTo>
                <a:lnTo>
                  <a:pt x="300038" y="962025"/>
                </a:lnTo>
                <a:lnTo>
                  <a:pt x="295275" y="966788"/>
                </a:lnTo>
                <a:lnTo>
                  <a:pt x="290513" y="971550"/>
                </a:lnTo>
                <a:lnTo>
                  <a:pt x="280988" y="971550"/>
                </a:lnTo>
                <a:lnTo>
                  <a:pt x="276225" y="976313"/>
                </a:lnTo>
                <a:lnTo>
                  <a:pt x="271463" y="981075"/>
                </a:lnTo>
                <a:lnTo>
                  <a:pt x="266700" y="985838"/>
                </a:lnTo>
                <a:lnTo>
                  <a:pt x="261938" y="990600"/>
                </a:lnTo>
                <a:lnTo>
                  <a:pt x="252413" y="990600"/>
                </a:lnTo>
                <a:lnTo>
                  <a:pt x="247650" y="995363"/>
                </a:lnTo>
                <a:lnTo>
                  <a:pt x="242888" y="1000125"/>
                </a:lnTo>
                <a:lnTo>
                  <a:pt x="233363" y="1000125"/>
                </a:lnTo>
                <a:lnTo>
                  <a:pt x="223838" y="1000125"/>
                </a:lnTo>
                <a:lnTo>
                  <a:pt x="219075" y="1004888"/>
                </a:lnTo>
                <a:lnTo>
                  <a:pt x="214313" y="1009650"/>
                </a:lnTo>
                <a:lnTo>
                  <a:pt x="204788" y="1009650"/>
                </a:lnTo>
                <a:lnTo>
                  <a:pt x="195263" y="1009650"/>
                </a:lnTo>
                <a:lnTo>
                  <a:pt x="185738" y="1009650"/>
                </a:lnTo>
                <a:lnTo>
                  <a:pt x="180975" y="1014413"/>
                </a:lnTo>
                <a:lnTo>
                  <a:pt x="176213" y="1019175"/>
                </a:lnTo>
                <a:lnTo>
                  <a:pt x="166688" y="1019175"/>
                </a:lnTo>
                <a:lnTo>
                  <a:pt x="157163" y="1019175"/>
                </a:lnTo>
                <a:lnTo>
                  <a:pt x="147638" y="1019175"/>
                </a:lnTo>
                <a:lnTo>
                  <a:pt x="138113" y="1019175"/>
                </a:lnTo>
                <a:lnTo>
                  <a:pt x="128588" y="1019175"/>
                </a:lnTo>
                <a:lnTo>
                  <a:pt x="123825" y="1014413"/>
                </a:lnTo>
                <a:lnTo>
                  <a:pt x="119063" y="1009650"/>
                </a:lnTo>
                <a:lnTo>
                  <a:pt x="109538" y="1009650"/>
                </a:lnTo>
                <a:lnTo>
                  <a:pt x="100013" y="1009650"/>
                </a:lnTo>
                <a:lnTo>
                  <a:pt x="95250" y="1004888"/>
                </a:lnTo>
                <a:lnTo>
                  <a:pt x="90488" y="1000125"/>
                </a:lnTo>
                <a:lnTo>
                  <a:pt x="80963" y="1000125"/>
                </a:lnTo>
                <a:lnTo>
                  <a:pt x="76200" y="995363"/>
                </a:lnTo>
                <a:lnTo>
                  <a:pt x="71438" y="990600"/>
                </a:lnTo>
                <a:lnTo>
                  <a:pt x="66675" y="985838"/>
                </a:lnTo>
                <a:lnTo>
                  <a:pt x="61913" y="981075"/>
                </a:lnTo>
                <a:lnTo>
                  <a:pt x="57150" y="976313"/>
                </a:lnTo>
                <a:lnTo>
                  <a:pt x="52388" y="971550"/>
                </a:lnTo>
                <a:lnTo>
                  <a:pt x="47625" y="966788"/>
                </a:lnTo>
                <a:lnTo>
                  <a:pt x="42863" y="962025"/>
                </a:lnTo>
                <a:lnTo>
                  <a:pt x="38100" y="957263"/>
                </a:lnTo>
                <a:lnTo>
                  <a:pt x="38100" y="947738"/>
                </a:lnTo>
                <a:lnTo>
                  <a:pt x="33338" y="942975"/>
                </a:lnTo>
                <a:lnTo>
                  <a:pt x="28575" y="938213"/>
                </a:lnTo>
                <a:lnTo>
                  <a:pt x="28575" y="928688"/>
                </a:lnTo>
                <a:lnTo>
                  <a:pt x="23813" y="923925"/>
                </a:lnTo>
                <a:lnTo>
                  <a:pt x="19050" y="919163"/>
                </a:lnTo>
                <a:lnTo>
                  <a:pt x="19050" y="909638"/>
                </a:lnTo>
                <a:lnTo>
                  <a:pt x="14288" y="904875"/>
                </a:lnTo>
                <a:lnTo>
                  <a:pt x="9525" y="900113"/>
                </a:lnTo>
                <a:lnTo>
                  <a:pt x="9525" y="890588"/>
                </a:lnTo>
                <a:lnTo>
                  <a:pt x="9525" y="881063"/>
                </a:lnTo>
                <a:lnTo>
                  <a:pt x="9525" y="871538"/>
                </a:lnTo>
                <a:lnTo>
                  <a:pt x="4763" y="866775"/>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4763" y="685800"/>
                </a:lnTo>
                <a:lnTo>
                  <a:pt x="9525" y="681038"/>
                </a:lnTo>
                <a:lnTo>
                  <a:pt x="9525" y="671513"/>
                </a:lnTo>
                <a:lnTo>
                  <a:pt x="9525" y="661988"/>
                </a:lnTo>
                <a:lnTo>
                  <a:pt x="9525" y="652463"/>
                </a:lnTo>
                <a:lnTo>
                  <a:pt x="9525" y="642938"/>
                </a:lnTo>
                <a:lnTo>
                  <a:pt x="9525" y="633413"/>
                </a:lnTo>
                <a:lnTo>
                  <a:pt x="14288" y="628650"/>
                </a:lnTo>
                <a:lnTo>
                  <a:pt x="19050" y="623888"/>
                </a:lnTo>
                <a:lnTo>
                  <a:pt x="19050" y="614363"/>
                </a:lnTo>
                <a:lnTo>
                  <a:pt x="19050" y="604838"/>
                </a:lnTo>
                <a:lnTo>
                  <a:pt x="19050" y="595313"/>
                </a:lnTo>
                <a:lnTo>
                  <a:pt x="23813" y="590550"/>
                </a:lnTo>
                <a:lnTo>
                  <a:pt x="28575" y="585788"/>
                </a:lnTo>
                <a:lnTo>
                  <a:pt x="28575" y="576263"/>
                </a:lnTo>
                <a:lnTo>
                  <a:pt x="28575" y="566738"/>
                </a:lnTo>
                <a:lnTo>
                  <a:pt x="28575" y="557213"/>
                </a:lnTo>
                <a:lnTo>
                  <a:pt x="33338" y="552450"/>
                </a:lnTo>
                <a:lnTo>
                  <a:pt x="38100" y="547688"/>
                </a:lnTo>
                <a:lnTo>
                  <a:pt x="38100" y="538163"/>
                </a:lnTo>
                <a:lnTo>
                  <a:pt x="38100" y="528638"/>
                </a:lnTo>
                <a:lnTo>
                  <a:pt x="42863" y="523875"/>
                </a:lnTo>
                <a:lnTo>
                  <a:pt x="47625" y="519113"/>
                </a:lnTo>
                <a:lnTo>
                  <a:pt x="47625" y="509588"/>
                </a:lnTo>
                <a:lnTo>
                  <a:pt x="47625" y="500063"/>
                </a:lnTo>
                <a:lnTo>
                  <a:pt x="52388" y="495300"/>
                </a:lnTo>
                <a:lnTo>
                  <a:pt x="57150" y="490538"/>
                </a:lnTo>
                <a:lnTo>
                  <a:pt x="57150" y="481013"/>
                </a:lnTo>
                <a:lnTo>
                  <a:pt x="61913" y="476250"/>
                </a:lnTo>
                <a:lnTo>
                  <a:pt x="66675" y="471488"/>
                </a:lnTo>
                <a:lnTo>
                  <a:pt x="66675" y="461963"/>
                </a:lnTo>
                <a:lnTo>
                  <a:pt x="66675" y="452438"/>
                </a:lnTo>
                <a:lnTo>
                  <a:pt x="71438" y="447675"/>
                </a:lnTo>
                <a:lnTo>
                  <a:pt x="76200" y="442913"/>
                </a:lnTo>
                <a:lnTo>
                  <a:pt x="76200" y="433388"/>
                </a:lnTo>
                <a:lnTo>
                  <a:pt x="80963" y="428625"/>
                </a:lnTo>
                <a:lnTo>
                  <a:pt x="85725" y="423863"/>
                </a:lnTo>
                <a:lnTo>
                  <a:pt x="85725" y="414338"/>
                </a:lnTo>
                <a:lnTo>
                  <a:pt x="90488" y="409575"/>
                </a:lnTo>
                <a:lnTo>
                  <a:pt x="95250" y="404813"/>
                </a:lnTo>
                <a:lnTo>
                  <a:pt x="95250" y="395288"/>
                </a:lnTo>
                <a:lnTo>
                  <a:pt x="100013" y="390525"/>
                </a:lnTo>
                <a:lnTo>
                  <a:pt x="104775" y="385763"/>
                </a:lnTo>
                <a:lnTo>
                  <a:pt x="104775" y="376238"/>
                </a:lnTo>
                <a:lnTo>
                  <a:pt x="109538" y="371475"/>
                </a:lnTo>
                <a:lnTo>
                  <a:pt x="114300" y="366713"/>
                </a:lnTo>
                <a:lnTo>
                  <a:pt x="114300" y="357188"/>
                </a:lnTo>
                <a:lnTo>
                  <a:pt x="119063" y="352425"/>
                </a:lnTo>
                <a:lnTo>
                  <a:pt x="123825" y="347663"/>
                </a:lnTo>
                <a:lnTo>
                  <a:pt x="123825" y="338138"/>
                </a:lnTo>
                <a:lnTo>
                  <a:pt x="128588" y="333375"/>
                </a:lnTo>
                <a:lnTo>
                  <a:pt x="133350" y="328613"/>
                </a:lnTo>
                <a:lnTo>
                  <a:pt x="133350" y="319088"/>
                </a:lnTo>
                <a:lnTo>
                  <a:pt x="138113" y="314325"/>
                </a:lnTo>
                <a:lnTo>
                  <a:pt x="142875" y="309563"/>
                </a:lnTo>
                <a:lnTo>
                  <a:pt x="142875" y="300038"/>
                </a:lnTo>
                <a:lnTo>
                  <a:pt x="147638" y="295275"/>
                </a:lnTo>
                <a:lnTo>
                  <a:pt x="152400" y="290513"/>
                </a:lnTo>
                <a:lnTo>
                  <a:pt x="157163" y="285750"/>
                </a:lnTo>
                <a:lnTo>
                  <a:pt x="161925" y="280988"/>
                </a:lnTo>
                <a:lnTo>
                  <a:pt x="161925" y="271463"/>
                </a:lnTo>
                <a:lnTo>
                  <a:pt x="166688" y="266700"/>
                </a:lnTo>
                <a:lnTo>
                  <a:pt x="171450" y="261938"/>
                </a:lnTo>
                <a:lnTo>
                  <a:pt x="176213" y="257175"/>
                </a:lnTo>
                <a:lnTo>
                  <a:pt x="180975" y="252413"/>
                </a:lnTo>
                <a:lnTo>
                  <a:pt x="180975" y="242888"/>
                </a:lnTo>
                <a:lnTo>
                  <a:pt x="185738" y="238125"/>
                </a:lnTo>
                <a:lnTo>
                  <a:pt x="190500" y="233363"/>
                </a:lnTo>
                <a:lnTo>
                  <a:pt x="195263" y="228600"/>
                </a:lnTo>
                <a:lnTo>
                  <a:pt x="200025" y="223838"/>
                </a:lnTo>
                <a:lnTo>
                  <a:pt x="200025" y="214313"/>
                </a:lnTo>
                <a:lnTo>
                  <a:pt x="204788" y="209550"/>
                </a:lnTo>
                <a:lnTo>
                  <a:pt x="209550" y="204788"/>
                </a:lnTo>
                <a:lnTo>
                  <a:pt x="214313" y="200025"/>
                </a:lnTo>
                <a:lnTo>
                  <a:pt x="219075" y="195263"/>
                </a:lnTo>
                <a:lnTo>
                  <a:pt x="223838" y="190500"/>
                </a:lnTo>
                <a:lnTo>
                  <a:pt x="228600" y="185738"/>
                </a:lnTo>
                <a:lnTo>
                  <a:pt x="228600" y="176213"/>
                </a:lnTo>
                <a:lnTo>
                  <a:pt x="233363" y="171450"/>
                </a:lnTo>
                <a:lnTo>
                  <a:pt x="238125" y="166688"/>
                </a:lnTo>
                <a:lnTo>
                  <a:pt x="242888" y="161925"/>
                </a:lnTo>
                <a:lnTo>
                  <a:pt x="247650" y="157163"/>
                </a:lnTo>
                <a:lnTo>
                  <a:pt x="252413" y="152400"/>
                </a:lnTo>
                <a:lnTo>
                  <a:pt x="257175" y="147638"/>
                </a:lnTo>
                <a:lnTo>
                  <a:pt x="261938" y="142875"/>
                </a:lnTo>
                <a:lnTo>
                  <a:pt x="266700" y="138113"/>
                </a:lnTo>
                <a:lnTo>
                  <a:pt x="271463" y="133350"/>
                </a:lnTo>
                <a:lnTo>
                  <a:pt x="276225" y="128588"/>
                </a:lnTo>
                <a:lnTo>
                  <a:pt x="280988" y="123825"/>
                </a:lnTo>
                <a:lnTo>
                  <a:pt x="285750" y="119063"/>
                </a:lnTo>
                <a:lnTo>
                  <a:pt x="290513" y="114300"/>
                </a:lnTo>
                <a:lnTo>
                  <a:pt x="295275" y="109538"/>
                </a:lnTo>
                <a:lnTo>
                  <a:pt x="300038" y="104775"/>
                </a:lnTo>
                <a:lnTo>
                  <a:pt x="304800" y="100013"/>
                </a:lnTo>
                <a:lnTo>
                  <a:pt x="309563" y="95250"/>
                </a:lnTo>
                <a:lnTo>
                  <a:pt x="314325" y="90488"/>
                </a:lnTo>
                <a:lnTo>
                  <a:pt x="319088" y="85725"/>
                </a:lnTo>
                <a:lnTo>
                  <a:pt x="323850" y="80963"/>
                </a:lnTo>
                <a:lnTo>
                  <a:pt x="328613" y="76200"/>
                </a:lnTo>
                <a:lnTo>
                  <a:pt x="333375" y="71438"/>
                </a:lnTo>
                <a:lnTo>
                  <a:pt x="338138" y="66675"/>
                </a:lnTo>
                <a:lnTo>
                  <a:pt x="347663" y="66675"/>
                </a:lnTo>
                <a:lnTo>
                  <a:pt x="352425" y="61913"/>
                </a:lnTo>
                <a:lnTo>
                  <a:pt x="357188" y="57150"/>
                </a:lnTo>
                <a:lnTo>
                  <a:pt x="361950" y="52388"/>
                </a:lnTo>
                <a:lnTo>
                  <a:pt x="366713" y="47625"/>
                </a:lnTo>
                <a:lnTo>
                  <a:pt x="376238" y="47625"/>
                </a:lnTo>
                <a:lnTo>
                  <a:pt x="381000" y="42863"/>
                </a:lnTo>
                <a:lnTo>
                  <a:pt x="385763" y="38100"/>
                </a:lnTo>
                <a:lnTo>
                  <a:pt x="390525" y="33338"/>
                </a:lnTo>
                <a:lnTo>
                  <a:pt x="395288" y="28575"/>
                </a:lnTo>
                <a:lnTo>
                  <a:pt x="404813" y="28575"/>
                </a:lnTo>
                <a:lnTo>
                  <a:pt x="409575" y="23813"/>
                </a:lnTo>
                <a:lnTo>
                  <a:pt x="414338" y="19050"/>
                </a:lnTo>
                <a:lnTo>
                  <a:pt x="423863" y="19050"/>
                </a:lnTo>
                <a:lnTo>
                  <a:pt x="428625" y="14288"/>
                </a:lnTo>
                <a:lnTo>
                  <a:pt x="433388" y="9525"/>
                </a:lnTo>
                <a:lnTo>
                  <a:pt x="442913" y="9525"/>
                </a:lnTo>
                <a:lnTo>
                  <a:pt x="452438" y="9525"/>
                </a:lnTo>
                <a:lnTo>
                  <a:pt x="457200" y="4763"/>
                </a:lnTo>
                <a:close/>
              </a:path>
            </a:pathLst>
          </a:custGeom>
          <a:solidFill xmlns:a="http://schemas.openxmlformats.org/drawingml/2006/main">
            <a:srgbClr val="BABABA"/>
          </a:solidFill>
          <a:ln xmlns:a="http://schemas.openxmlformats.org/drawingml/2006/main" w="0">
            <a:noFill/>
            <a:prstDash val="solid"/>
          </a:ln>
        </p:spPr>
      </p:sp>
      <p:sp>
        <p:nvSpPr>
          <p:cNvPr id="249" name="deep-skill-chaining-source-component-4-gradient-188-0">
            <a:extLst xmlns:a="http://schemas.openxmlformats.org/drawingml/2006/main">
              <a:ext uri="{FF2B5EF4-FFF2-40B4-BE49-F238E27FC236}">
                <a16:creationId xmlns:a16="http://schemas.microsoft.com/office/drawing/2014/main" id="{F64A3F41-FA75-4FAB-A0B8-0C148278D5D5}"/>
              </a:ext>
            </a:extLst>
          </p:cNvPr>
          <p:cNvSpPr>
            <a:spLocks xmlns:a="http://schemas.openxmlformats.org/drawingml/2006/main" noGrp="1"/>
          </p:cNvSpPr>
          <p:nvPr/>
        </p:nvSpPr>
        <p:spPr>
          <a:xfrm xmlns:a="http://schemas.openxmlformats.org/drawingml/2006/main" rot="0">
            <a:off x="9172575" y="1647825"/>
            <a:ext cx="666750" cy="1019175"/>
          </a:xfrm>
          <a:custGeom xmlns:a="http://schemas.openxmlformats.org/drawingml/2006/main">
            <a:pathLst>
              <a:path w="666750" h="1019175">
                <a:moveTo>
                  <a:pt x="457200" y="4763"/>
                </a:moveTo>
                <a:lnTo>
                  <a:pt x="461963" y="0"/>
                </a:lnTo>
                <a:lnTo>
                  <a:pt x="466725" y="4763"/>
                </a:lnTo>
                <a:lnTo>
                  <a:pt x="471488" y="9525"/>
                </a:lnTo>
                <a:lnTo>
                  <a:pt x="481013" y="9525"/>
                </a:lnTo>
                <a:lnTo>
                  <a:pt x="490538" y="9525"/>
                </a:lnTo>
                <a:lnTo>
                  <a:pt x="500063" y="9525"/>
                </a:lnTo>
                <a:lnTo>
                  <a:pt x="509588" y="9525"/>
                </a:lnTo>
                <a:lnTo>
                  <a:pt x="514350" y="14288"/>
                </a:lnTo>
                <a:lnTo>
                  <a:pt x="519113" y="19050"/>
                </a:lnTo>
                <a:lnTo>
                  <a:pt x="528638" y="19050"/>
                </a:lnTo>
                <a:lnTo>
                  <a:pt x="538163" y="19050"/>
                </a:lnTo>
                <a:lnTo>
                  <a:pt x="542925" y="23813"/>
                </a:lnTo>
                <a:lnTo>
                  <a:pt x="547688" y="28575"/>
                </a:lnTo>
                <a:lnTo>
                  <a:pt x="552450" y="33338"/>
                </a:lnTo>
                <a:lnTo>
                  <a:pt x="557213" y="38100"/>
                </a:lnTo>
                <a:lnTo>
                  <a:pt x="566738" y="38100"/>
                </a:lnTo>
                <a:lnTo>
                  <a:pt x="571500" y="42863"/>
                </a:lnTo>
                <a:lnTo>
                  <a:pt x="576263" y="47625"/>
                </a:lnTo>
                <a:lnTo>
                  <a:pt x="585788" y="47625"/>
                </a:lnTo>
                <a:lnTo>
                  <a:pt x="590550" y="52388"/>
                </a:lnTo>
                <a:lnTo>
                  <a:pt x="595313" y="57150"/>
                </a:lnTo>
                <a:lnTo>
                  <a:pt x="604838" y="57150"/>
                </a:lnTo>
                <a:lnTo>
                  <a:pt x="609600" y="61913"/>
                </a:lnTo>
                <a:lnTo>
                  <a:pt x="614363" y="66675"/>
                </a:lnTo>
                <a:lnTo>
                  <a:pt x="619125" y="71438"/>
                </a:lnTo>
                <a:lnTo>
                  <a:pt x="623888" y="76200"/>
                </a:lnTo>
                <a:lnTo>
                  <a:pt x="628650" y="80963"/>
                </a:lnTo>
                <a:lnTo>
                  <a:pt x="633413" y="85725"/>
                </a:lnTo>
                <a:lnTo>
                  <a:pt x="638175" y="90488"/>
                </a:lnTo>
                <a:lnTo>
                  <a:pt x="642938" y="95250"/>
                </a:lnTo>
                <a:lnTo>
                  <a:pt x="647700" y="100013"/>
                </a:lnTo>
                <a:lnTo>
                  <a:pt x="647700" y="109538"/>
                </a:lnTo>
                <a:lnTo>
                  <a:pt x="652463" y="114300"/>
                </a:lnTo>
                <a:lnTo>
                  <a:pt x="657225" y="119063"/>
                </a:lnTo>
                <a:lnTo>
                  <a:pt x="657225" y="128588"/>
                </a:lnTo>
                <a:lnTo>
                  <a:pt x="657225" y="138113"/>
                </a:lnTo>
                <a:lnTo>
                  <a:pt x="657225" y="147638"/>
                </a:lnTo>
                <a:lnTo>
                  <a:pt x="661988" y="152400"/>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6750" y="319088"/>
                </a:lnTo>
                <a:lnTo>
                  <a:pt x="661988" y="323850"/>
                </a:lnTo>
                <a:lnTo>
                  <a:pt x="657225" y="328613"/>
                </a:lnTo>
                <a:lnTo>
                  <a:pt x="657225" y="338138"/>
                </a:lnTo>
                <a:lnTo>
                  <a:pt x="657225" y="347663"/>
                </a:lnTo>
                <a:lnTo>
                  <a:pt x="657225" y="357188"/>
                </a:lnTo>
                <a:lnTo>
                  <a:pt x="657225" y="366713"/>
                </a:lnTo>
                <a:lnTo>
                  <a:pt x="657225" y="376238"/>
                </a:lnTo>
                <a:lnTo>
                  <a:pt x="652463" y="381000"/>
                </a:lnTo>
                <a:lnTo>
                  <a:pt x="647700" y="385763"/>
                </a:lnTo>
                <a:lnTo>
                  <a:pt x="647700" y="395288"/>
                </a:lnTo>
                <a:lnTo>
                  <a:pt x="647700" y="404813"/>
                </a:lnTo>
                <a:lnTo>
                  <a:pt x="647700" y="414338"/>
                </a:lnTo>
                <a:lnTo>
                  <a:pt x="642938" y="419100"/>
                </a:lnTo>
                <a:lnTo>
                  <a:pt x="638175" y="423863"/>
                </a:lnTo>
                <a:lnTo>
                  <a:pt x="638175" y="433388"/>
                </a:lnTo>
                <a:lnTo>
                  <a:pt x="638175" y="442913"/>
                </a:lnTo>
                <a:lnTo>
                  <a:pt x="638175" y="452438"/>
                </a:lnTo>
                <a:lnTo>
                  <a:pt x="633413" y="457200"/>
                </a:lnTo>
                <a:lnTo>
                  <a:pt x="628650" y="461963"/>
                </a:lnTo>
                <a:lnTo>
                  <a:pt x="628650" y="471488"/>
                </a:lnTo>
                <a:lnTo>
                  <a:pt x="628650" y="481013"/>
                </a:lnTo>
                <a:lnTo>
                  <a:pt x="623888" y="485775"/>
                </a:lnTo>
                <a:lnTo>
                  <a:pt x="619125" y="490538"/>
                </a:lnTo>
                <a:lnTo>
                  <a:pt x="619125" y="500063"/>
                </a:lnTo>
                <a:lnTo>
                  <a:pt x="619125" y="509588"/>
                </a:lnTo>
                <a:lnTo>
                  <a:pt x="614363" y="514350"/>
                </a:lnTo>
                <a:lnTo>
                  <a:pt x="609600" y="519113"/>
                </a:lnTo>
                <a:lnTo>
                  <a:pt x="609600" y="528638"/>
                </a:lnTo>
                <a:lnTo>
                  <a:pt x="609600" y="538163"/>
                </a:lnTo>
                <a:lnTo>
                  <a:pt x="604838" y="542925"/>
                </a:lnTo>
                <a:lnTo>
                  <a:pt x="600075" y="547688"/>
                </a:lnTo>
                <a:lnTo>
                  <a:pt x="600075" y="557213"/>
                </a:lnTo>
                <a:lnTo>
                  <a:pt x="595313" y="561975"/>
                </a:lnTo>
                <a:lnTo>
                  <a:pt x="590550" y="566738"/>
                </a:lnTo>
                <a:lnTo>
                  <a:pt x="590550" y="576263"/>
                </a:lnTo>
                <a:lnTo>
                  <a:pt x="585788" y="581025"/>
                </a:lnTo>
                <a:lnTo>
                  <a:pt x="581025" y="585788"/>
                </a:lnTo>
                <a:lnTo>
                  <a:pt x="581025" y="595313"/>
                </a:lnTo>
                <a:lnTo>
                  <a:pt x="581025" y="604838"/>
                </a:lnTo>
                <a:lnTo>
                  <a:pt x="576263" y="609600"/>
                </a:lnTo>
                <a:lnTo>
                  <a:pt x="571500" y="614363"/>
                </a:lnTo>
                <a:lnTo>
                  <a:pt x="571500" y="623888"/>
                </a:lnTo>
                <a:lnTo>
                  <a:pt x="566738" y="628650"/>
                </a:lnTo>
                <a:lnTo>
                  <a:pt x="561975" y="633413"/>
                </a:lnTo>
                <a:lnTo>
                  <a:pt x="561975" y="642938"/>
                </a:lnTo>
                <a:lnTo>
                  <a:pt x="557213" y="647700"/>
                </a:lnTo>
                <a:lnTo>
                  <a:pt x="552450" y="652463"/>
                </a:lnTo>
                <a:lnTo>
                  <a:pt x="552450" y="661988"/>
                </a:lnTo>
                <a:lnTo>
                  <a:pt x="547688" y="666750"/>
                </a:lnTo>
                <a:lnTo>
                  <a:pt x="542925" y="671513"/>
                </a:lnTo>
                <a:lnTo>
                  <a:pt x="538163" y="676275"/>
                </a:lnTo>
                <a:lnTo>
                  <a:pt x="533400" y="681038"/>
                </a:lnTo>
                <a:lnTo>
                  <a:pt x="533400" y="690563"/>
                </a:lnTo>
                <a:lnTo>
                  <a:pt x="528638" y="695325"/>
                </a:lnTo>
                <a:lnTo>
                  <a:pt x="523875" y="700088"/>
                </a:lnTo>
                <a:lnTo>
                  <a:pt x="523875" y="709613"/>
                </a:lnTo>
                <a:lnTo>
                  <a:pt x="519113" y="714375"/>
                </a:lnTo>
                <a:lnTo>
                  <a:pt x="514350" y="719138"/>
                </a:lnTo>
                <a:lnTo>
                  <a:pt x="514350" y="728663"/>
                </a:lnTo>
                <a:lnTo>
                  <a:pt x="509588" y="733425"/>
                </a:lnTo>
                <a:lnTo>
                  <a:pt x="504825" y="738188"/>
                </a:lnTo>
                <a:lnTo>
                  <a:pt x="500063" y="742950"/>
                </a:lnTo>
                <a:lnTo>
                  <a:pt x="495300" y="747713"/>
                </a:lnTo>
                <a:lnTo>
                  <a:pt x="495300" y="757238"/>
                </a:lnTo>
                <a:lnTo>
                  <a:pt x="490538" y="762000"/>
                </a:lnTo>
                <a:lnTo>
                  <a:pt x="485775" y="766763"/>
                </a:lnTo>
                <a:lnTo>
                  <a:pt x="481013" y="771525"/>
                </a:lnTo>
                <a:lnTo>
                  <a:pt x="476250" y="776288"/>
                </a:lnTo>
                <a:lnTo>
                  <a:pt x="476250" y="785813"/>
                </a:lnTo>
                <a:lnTo>
                  <a:pt x="471488" y="790575"/>
                </a:lnTo>
                <a:lnTo>
                  <a:pt x="466725" y="795338"/>
                </a:lnTo>
                <a:lnTo>
                  <a:pt x="461963" y="800100"/>
                </a:lnTo>
                <a:lnTo>
                  <a:pt x="457200" y="804863"/>
                </a:lnTo>
                <a:lnTo>
                  <a:pt x="452438" y="809625"/>
                </a:lnTo>
                <a:lnTo>
                  <a:pt x="447675" y="814388"/>
                </a:lnTo>
                <a:lnTo>
                  <a:pt x="447675" y="823913"/>
                </a:lnTo>
                <a:lnTo>
                  <a:pt x="442913" y="828675"/>
                </a:lnTo>
                <a:lnTo>
                  <a:pt x="438150" y="833438"/>
                </a:lnTo>
                <a:lnTo>
                  <a:pt x="433388" y="838200"/>
                </a:lnTo>
                <a:lnTo>
                  <a:pt x="428625" y="842963"/>
                </a:lnTo>
                <a:lnTo>
                  <a:pt x="423863" y="847725"/>
                </a:lnTo>
                <a:lnTo>
                  <a:pt x="419100" y="852488"/>
                </a:lnTo>
                <a:lnTo>
                  <a:pt x="414338" y="857250"/>
                </a:lnTo>
                <a:lnTo>
                  <a:pt x="409575" y="862013"/>
                </a:lnTo>
                <a:lnTo>
                  <a:pt x="404813" y="866775"/>
                </a:lnTo>
                <a:lnTo>
                  <a:pt x="400050" y="871538"/>
                </a:lnTo>
                <a:lnTo>
                  <a:pt x="395288" y="876300"/>
                </a:lnTo>
                <a:lnTo>
                  <a:pt x="390525" y="881063"/>
                </a:lnTo>
                <a:lnTo>
                  <a:pt x="385763" y="885825"/>
                </a:lnTo>
                <a:lnTo>
                  <a:pt x="381000" y="890588"/>
                </a:lnTo>
                <a:lnTo>
                  <a:pt x="376238" y="895350"/>
                </a:lnTo>
                <a:lnTo>
                  <a:pt x="371475" y="900113"/>
                </a:lnTo>
                <a:lnTo>
                  <a:pt x="366713" y="904875"/>
                </a:lnTo>
                <a:lnTo>
                  <a:pt x="361950" y="909638"/>
                </a:lnTo>
                <a:lnTo>
                  <a:pt x="357188" y="914400"/>
                </a:lnTo>
                <a:lnTo>
                  <a:pt x="352425" y="919163"/>
                </a:lnTo>
                <a:lnTo>
                  <a:pt x="347663" y="923925"/>
                </a:lnTo>
                <a:lnTo>
                  <a:pt x="342900" y="928688"/>
                </a:lnTo>
                <a:lnTo>
                  <a:pt x="338138" y="933450"/>
                </a:lnTo>
                <a:lnTo>
                  <a:pt x="333375" y="938213"/>
                </a:lnTo>
                <a:lnTo>
                  <a:pt x="328613" y="942975"/>
                </a:lnTo>
                <a:lnTo>
                  <a:pt x="323850" y="947738"/>
                </a:lnTo>
                <a:lnTo>
                  <a:pt x="319088" y="952500"/>
                </a:lnTo>
                <a:lnTo>
                  <a:pt x="309563" y="952500"/>
                </a:lnTo>
                <a:lnTo>
                  <a:pt x="304800" y="957263"/>
                </a:lnTo>
                <a:lnTo>
                  <a:pt x="300038" y="962025"/>
                </a:lnTo>
                <a:lnTo>
                  <a:pt x="295275" y="966788"/>
                </a:lnTo>
                <a:lnTo>
                  <a:pt x="290513" y="971550"/>
                </a:lnTo>
                <a:lnTo>
                  <a:pt x="280988" y="971550"/>
                </a:lnTo>
                <a:lnTo>
                  <a:pt x="276225" y="976313"/>
                </a:lnTo>
                <a:lnTo>
                  <a:pt x="271463" y="981075"/>
                </a:lnTo>
                <a:lnTo>
                  <a:pt x="266700" y="985838"/>
                </a:lnTo>
                <a:lnTo>
                  <a:pt x="261938" y="990600"/>
                </a:lnTo>
                <a:lnTo>
                  <a:pt x="252413" y="990600"/>
                </a:lnTo>
                <a:lnTo>
                  <a:pt x="247650" y="995363"/>
                </a:lnTo>
                <a:lnTo>
                  <a:pt x="242888" y="1000125"/>
                </a:lnTo>
                <a:lnTo>
                  <a:pt x="233363" y="1000125"/>
                </a:lnTo>
                <a:lnTo>
                  <a:pt x="223838" y="1000125"/>
                </a:lnTo>
                <a:lnTo>
                  <a:pt x="219075" y="1004888"/>
                </a:lnTo>
                <a:lnTo>
                  <a:pt x="214313" y="1009650"/>
                </a:lnTo>
                <a:lnTo>
                  <a:pt x="204788" y="1009650"/>
                </a:lnTo>
                <a:lnTo>
                  <a:pt x="195263" y="1009650"/>
                </a:lnTo>
                <a:lnTo>
                  <a:pt x="185738" y="1009650"/>
                </a:lnTo>
                <a:lnTo>
                  <a:pt x="180975" y="1014413"/>
                </a:lnTo>
                <a:lnTo>
                  <a:pt x="176213" y="1019175"/>
                </a:lnTo>
                <a:lnTo>
                  <a:pt x="166688" y="1019175"/>
                </a:lnTo>
                <a:lnTo>
                  <a:pt x="157163" y="1019175"/>
                </a:lnTo>
                <a:lnTo>
                  <a:pt x="147638" y="1019175"/>
                </a:lnTo>
                <a:lnTo>
                  <a:pt x="138113" y="1019175"/>
                </a:lnTo>
                <a:lnTo>
                  <a:pt x="133350" y="1014413"/>
                </a:lnTo>
                <a:lnTo>
                  <a:pt x="128588" y="1009650"/>
                </a:lnTo>
                <a:lnTo>
                  <a:pt x="119063" y="1009650"/>
                </a:lnTo>
                <a:lnTo>
                  <a:pt x="109538" y="1009650"/>
                </a:lnTo>
                <a:lnTo>
                  <a:pt x="104775" y="1004888"/>
                </a:lnTo>
                <a:lnTo>
                  <a:pt x="100013" y="1000125"/>
                </a:lnTo>
                <a:lnTo>
                  <a:pt x="90488" y="1000125"/>
                </a:lnTo>
                <a:lnTo>
                  <a:pt x="85725" y="995363"/>
                </a:lnTo>
                <a:lnTo>
                  <a:pt x="80963" y="990600"/>
                </a:lnTo>
                <a:lnTo>
                  <a:pt x="76200" y="985838"/>
                </a:lnTo>
                <a:lnTo>
                  <a:pt x="71438" y="981075"/>
                </a:lnTo>
                <a:lnTo>
                  <a:pt x="66675" y="976313"/>
                </a:lnTo>
                <a:lnTo>
                  <a:pt x="61913" y="971550"/>
                </a:lnTo>
                <a:lnTo>
                  <a:pt x="52388" y="971550"/>
                </a:lnTo>
                <a:lnTo>
                  <a:pt x="47625" y="966788"/>
                </a:lnTo>
                <a:lnTo>
                  <a:pt x="42863" y="962025"/>
                </a:lnTo>
                <a:lnTo>
                  <a:pt x="38100" y="957263"/>
                </a:lnTo>
                <a:lnTo>
                  <a:pt x="38100" y="947738"/>
                </a:lnTo>
                <a:lnTo>
                  <a:pt x="33338" y="942975"/>
                </a:lnTo>
                <a:lnTo>
                  <a:pt x="28575" y="938213"/>
                </a:lnTo>
                <a:lnTo>
                  <a:pt x="28575" y="928688"/>
                </a:lnTo>
                <a:lnTo>
                  <a:pt x="23813" y="923925"/>
                </a:lnTo>
                <a:lnTo>
                  <a:pt x="19050" y="919163"/>
                </a:lnTo>
                <a:lnTo>
                  <a:pt x="19050" y="909638"/>
                </a:lnTo>
                <a:lnTo>
                  <a:pt x="14288" y="904875"/>
                </a:lnTo>
                <a:lnTo>
                  <a:pt x="9525" y="900113"/>
                </a:lnTo>
                <a:lnTo>
                  <a:pt x="9525" y="890588"/>
                </a:lnTo>
                <a:lnTo>
                  <a:pt x="9525" y="881063"/>
                </a:lnTo>
                <a:lnTo>
                  <a:pt x="9525" y="871538"/>
                </a:lnTo>
                <a:lnTo>
                  <a:pt x="4763" y="866775"/>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4763" y="685800"/>
                </a:lnTo>
                <a:lnTo>
                  <a:pt x="9525" y="681038"/>
                </a:lnTo>
                <a:lnTo>
                  <a:pt x="9525" y="671513"/>
                </a:lnTo>
                <a:lnTo>
                  <a:pt x="9525" y="661988"/>
                </a:lnTo>
                <a:lnTo>
                  <a:pt x="9525" y="652463"/>
                </a:lnTo>
                <a:lnTo>
                  <a:pt x="9525" y="642938"/>
                </a:lnTo>
                <a:lnTo>
                  <a:pt x="9525" y="633413"/>
                </a:lnTo>
                <a:lnTo>
                  <a:pt x="14288" y="628650"/>
                </a:lnTo>
                <a:lnTo>
                  <a:pt x="19050" y="623888"/>
                </a:lnTo>
                <a:lnTo>
                  <a:pt x="19050" y="614363"/>
                </a:lnTo>
                <a:lnTo>
                  <a:pt x="19050" y="604838"/>
                </a:lnTo>
                <a:lnTo>
                  <a:pt x="19050" y="595313"/>
                </a:lnTo>
                <a:lnTo>
                  <a:pt x="23813" y="590550"/>
                </a:lnTo>
                <a:lnTo>
                  <a:pt x="28575" y="585788"/>
                </a:lnTo>
                <a:lnTo>
                  <a:pt x="28575" y="576263"/>
                </a:lnTo>
                <a:lnTo>
                  <a:pt x="28575" y="566738"/>
                </a:lnTo>
                <a:lnTo>
                  <a:pt x="28575" y="557213"/>
                </a:lnTo>
                <a:lnTo>
                  <a:pt x="33338" y="552450"/>
                </a:lnTo>
                <a:lnTo>
                  <a:pt x="38100" y="547688"/>
                </a:lnTo>
                <a:lnTo>
                  <a:pt x="38100" y="538163"/>
                </a:lnTo>
                <a:lnTo>
                  <a:pt x="38100" y="528638"/>
                </a:lnTo>
                <a:lnTo>
                  <a:pt x="42863" y="523875"/>
                </a:lnTo>
                <a:lnTo>
                  <a:pt x="47625" y="519113"/>
                </a:lnTo>
                <a:lnTo>
                  <a:pt x="47625" y="509588"/>
                </a:lnTo>
                <a:lnTo>
                  <a:pt x="47625" y="500063"/>
                </a:lnTo>
                <a:lnTo>
                  <a:pt x="52388" y="495300"/>
                </a:lnTo>
                <a:lnTo>
                  <a:pt x="57150" y="490538"/>
                </a:lnTo>
                <a:lnTo>
                  <a:pt x="57150" y="481013"/>
                </a:lnTo>
                <a:lnTo>
                  <a:pt x="61913" y="476250"/>
                </a:lnTo>
                <a:lnTo>
                  <a:pt x="66675" y="471488"/>
                </a:lnTo>
                <a:lnTo>
                  <a:pt x="66675" y="461963"/>
                </a:lnTo>
                <a:lnTo>
                  <a:pt x="66675" y="452438"/>
                </a:lnTo>
                <a:lnTo>
                  <a:pt x="71438" y="447675"/>
                </a:lnTo>
                <a:lnTo>
                  <a:pt x="76200" y="442913"/>
                </a:lnTo>
                <a:lnTo>
                  <a:pt x="76200" y="433388"/>
                </a:lnTo>
                <a:lnTo>
                  <a:pt x="80963" y="428625"/>
                </a:lnTo>
                <a:lnTo>
                  <a:pt x="85725" y="423863"/>
                </a:lnTo>
                <a:lnTo>
                  <a:pt x="85725" y="414338"/>
                </a:lnTo>
                <a:lnTo>
                  <a:pt x="90488" y="409575"/>
                </a:lnTo>
                <a:lnTo>
                  <a:pt x="95250" y="404813"/>
                </a:lnTo>
                <a:lnTo>
                  <a:pt x="95250" y="395288"/>
                </a:lnTo>
                <a:lnTo>
                  <a:pt x="100013" y="390525"/>
                </a:lnTo>
                <a:lnTo>
                  <a:pt x="104775" y="385763"/>
                </a:lnTo>
                <a:lnTo>
                  <a:pt x="104775" y="376238"/>
                </a:lnTo>
                <a:lnTo>
                  <a:pt x="109538" y="371475"/>
                </a:lnTo>
                <a:lnTo>
                  <a:pt x="114300" y="366713"/>
                </a:lnTo>
                <a:lnTo>
                  <a:pt x="114300" y="357188"/>
                </a:lnTo>
                <a:lnTo>
                  <a:pt x="119063" y="352425"/>
                </a:lnTo>
                <a:lnTo>
                  <a:pt x="123825" y="347663"/>
                </a:lnTo>
                <a:lnTo>
                  <a:pt x="123825" y="338138"/>
                </a:lnTo>
                <a:lnTo>
                  <a:pt x="128588" y="333375"/>
                </a:lnTo>
                <a:lnTo>
                  <a:pt x="133350" y="328613"/>
                </a:lnTo>
                <a:lnTo>
                  <a:pt x="133350" y="319088"/>
                </a:lnTo>
                <a:lnTo>
                  <a:pt x="138113" y="314325"/>
                </a:lnTo>
                <a:lnTo>
                  <a:pt x="142875" y="309563"/>
                </a:lnTo>
                <a:lnTo>
                  <a:pt x="142875" y="300038"/>
                </a:lnTo>
                <a:lnTo>
                  <a:pt x="147638" y="295275"/>
                </a:lnTo>
                <a:lnTo>
                  <a:pt x="152400" y="290513"/>
                </a:lnTo>
                <a:lnTo>
                  <a:pt x="157163" y="285750"/>
                </a:lnTo>
                <a:lnTo>
                  <a:pt x="161925" y="280988"/>
                </a:lnTo>
                <a:lnTo>
                  <a:pt x="161925" y="271463"/>
                </a:lnTo>
                <a:lnTo>
                  <a:pt x="166688" y="266700"/>
                </a:lnTo>
                <a:lnTo>
                  <a:pt x="171450" y="261938"/>
                </a:lnTo>
                <a:lnTo>
                  <a:pt x="176213" y="257175"/>
                </a:lnTo>
                <a:lnTo>
                  <a:pt x="180975" y="252413"/>
                </a:lnTo>
                <a:lnTo>
                  <a:pt x="180975" y="242888"/>
                </a:lnTo>
                <a:lnTo>
                  <a:pt x="185738" y="238125"/>
                </a:lnTo>
                <a:lnTo>
                  <a:pt x="190500" y="233363"/>
                </a:lnTo>
                <a:lnTo>
                  <a:pt x="195263" y="228600"/>
                </a:lnTo>
                <a:lnTo>
                  <a:pt x="200025" y="223838"/>
                </a:lnTo>
                <a:lnTo>
                  <a:pt x="200025" y="214313"/>
                </a:lnTo>
                <a:lnTo>
                  <a:pt x="204788" y="209550"/>
                </a:lnTo>
                <a:lnTo>
                  <a:pt x="209550" y="204788"/>
                </a:lnTo>
                <a:lnTo>
                  <a:pt x="214313" y="200025"/>
                </a:lnTo>
                <a:lnTo>
                  <a:pt x="219075" y="195263"/>
                </a:lnTo>
                <a:lnTo>
                  <a:pt x="223838" y="190500"/>
                </a:lnTo>
                <a:lnTo>
                  <a:pt x="228600" y="185738"/>
                </a:lnTo>
                <a:lnTo>
                  <a:pt x="228600" y="176213"/>
                </a:lnTo>
                <a:lnTo>
                  <a:pt x="233363" y="171450"/>
                </a:lnTo>
                <a:lnTo>
                  <a:pt x="238125" y="166688"/>
                </a:lnTo>
                <a:lnTo>
                  <a:pt x="242888" y="161925"/>
                </a:lnTo>
                <a:lnTo>
                  <a:pt x="247650" y="157163"/>
                </a:lnTo>
                <a:lnTo>
                  <a:pt x="252413" y="152400"/>
                </a:lnTo>
                <a:lnTo>
                  <a:pt x="257175" y="147638"/>
                </a:lnTo>
                <a:lnTo>
                  <a:pt x="261938" y="142875"/>
                </a:lnTo>
                <a:lnTo>
                  <a:pt x="266700" y="138113"/>
                </a:lnTo>
                <a:lnTo>
                  <a:pt x="271463" y="133350"/>
                </a:lnTo>
                <a:lnTo>
                  <a:pt x="276225" y="128588"/>
                </a:lnTo>
                <a:lnTo>
                  <a:pt x="280988" y="123825"/>
                </a:lnTo>
                <a:lnTo>
                  <a:pt x="285750" y="119063"/>
                </a:lnTo>
                <a:lnTo>
                  <a:pt x="290513" y="114300"/>
                </a:lnTo>
                <a:lnTo>
                  <a:pt x="295275" y="109538"/>
                </a:lnTo>
                <a:lnTo>
                  <a:pt x="300038" y="104775"/>
                </a:lnTo>
                <a:lnTo>
                  <a:pt x="304800" y="100013"/>
                </a:lnTo>
                <a:lnTo>
                  <a:pt x="309563" y="95250"/>
                </a:lnTo>
                <a:lnTo>
                  <a:pt x="314325" y="90488"/>
                </a:lnTo>
                <a:lnTo>
                  <a:pt x="319088" y="85725"/>
                </a:lnTo>
                <a:lnTo>
                  <a:pt x="323850" y="80963"/>
                </a:lnTo>
                <a:lnTo>
                  <a:pt x="328613" y="76200"/>
                </a:lnTo>
                <a:lnTo>
                  <a:pt x="333375" y="71438"/>
                </a:lnTo>
                <a:lnTo>
                  <a:pt x="338138" y="66675"/>
                </a:lnTo>
                <a:lnTo>
                  <a:pt x="347663" y="66675"/>
                </a:lnTo>
                <a:lnTo>
                  <a:pt x="352425" y="61913"/>
                </a:lnTo>
                <a:lnTo>
                  <a:pt x="357188" y="57150"/>
                </a:lnTo>
                <a:lnTo>
                  <a:pt x="361950" y="52388"/>
                </a:lnTo>
                <a:lnTo>
                  <a:pt x="366713" y="47625"/>
                </a:lnTo>
                <a:lnTo>
                  <a:pt x="376238" y="47625"/>
                </a:lnTo>
                <a:lnTo>
                  <a:pt x="381000" y="42863"/>
                </a:lnTo>
                <a:lnTo>
                  <a:pt x="385763" y="38100"/>
                </a:lnTo>
                <a:lnTo>
                  <a:pt x="390525" y="33338"/>
                </a:lnTo>
                <a:lnTo>
                  <a:pt x="395288" y="28575"/>
                </a:lnTo>
                <a:lnTo>
                  <a:pt x="404813" y="28575"/>
                </a:lnTo>
                <a:lnTo>
                  <a:pt x="409575" y="23813"/>
                </a:lnTo>
                <a:lnTo>
                  <a:pt x="414338" y="19050"/>
                </a:lnTo>
                <a:lnTo>
                  <a:pt x="423863" y="19050"/>
                </a:lnTo>
                <a:lnTo>
                  <a:pt x="428625" y="14288"/>
                </a:lnTo>
                <a:lnTo>
                  <a:pt x="433388" y="9525"/>
                </a:lnTo>
                <a:lnTo>
                  <a:pt x="442913" y="9525"/>
                </a:lnTo>
                <a:lnTo>
                  <a:pt x="452438" y="9525"/>
                </a:lnTo>
                <a:lnTo>
                  <a:pt x="457200" y="4763"/>
                </a:lnTo>
                <a:close/>
              </a:path>
            </a:pathLst>
          </a:custGeom>
          <a:solidFill xmlns:a="http://schemas.openxmlformats.org/drawingml/2006/main">
            <a:srgbClr val="BCBCBC"/>
          </a:solidFill>
          <a:ln xmlns:a="http://schemas.openxmlformats.org/drawingml/2006/main" w="0">
            <a:noFill/>
            <a:prstDash val="solid"/>
          </a:ln>
        </p:spPr>
      </p:sp>
      <p:sp>
        <p:nvSpPr>
          <p:cNvPr id="250" name="deep-skill-chaining-source-component-4-gradient-190-0">
            <a:extLst xmlns:a="http://schemas.openxmlformats.org/drawingml/2006/main">
              <a:ext uri="{FF2B5EF4-FFF2-40B4-BE49-F238E27FC236}">
                <a16:creationId xmlns:a16="http://schemas.microsoft.com/office/drawing/2014/main" id="{C1A8E25D-0C71-4639-AC4A-53BBE27E5395}"/>
              </a:ext>
            </a:extLst>
          </p:cNvPr>
          <p:cNvSpPr>
            <a:spLocks xmlns:a="http://schemas.openxmlformats.org/drawingml/2006/main" noGrp="1"/>
          </p:cNvSpPr>
          <p:nvPr/>
        </p:nvSpPr>
        <p:spPr>
          <a:xfrm xmlns:a="http://schemas.openxmlformats.org/drawingml/2006/main" rot="0">
            <a:off x="9172575" y="1657350"/>
            <a:ext cx="666750" cy="1009650"/>
          </a:xfrm>
          <a:custGeom xmlns:a="http://schemas.openxmlformats.org/drawingml/2006/main">
            <a:pathLst>
              <a:path w="666750" h="1009650">
                <a:moveTo>
                  <a:pt x="428625" y="4763"/>
                </a:moveTo>
                <a:lnTo>
                  <a:pt x="433388" y="0"/>
                </a:lnTo>
                <a:lnTo>
                  <a:pt x="438150" y="4763"/>
                </a:lnTo>
                <a:lnTo>
                  <a:pt x="442913" y="9525"/>
                </a:lnTo>
                <a:lnTo>
                  <a:pt x="447675" y="4763"/>
                </a:lnTo>
                <a:lnTo>
                  <a:pt x="452438" y="0"/>
                </a:lnTo>
                <a:lnTo>
                  <a:pt x="457200" y="4763"/>
                </a:lnTo>
                <a:lnTo>
                  <a:pt x="461963" y="9525"/>
                </a:lnTo>
                <a:lnTo>
                  <a:pt x="471488" y="9525"/>
                </a:lnTo>
                <a:lnTo>
                  <a:pt x="481013" y="9525"/>
                </a:lnTo>
                <a:lnTo>
                  <a:pt x="490538" y="9525"/>
                </a:lnTo>
                <a:lnTo>
                  <a:pt x="500063" y="9525"/>
                </a:lnTo>
                <a:lnTo>
                  <a:pt x="504825" y="14288"/>
                </a:lnTo>
                <a:lnTo>
                  <a:pt x="509588" y="19050"/>
                </a:lnTo>
                <a:lnTo>
                  <a:pt x="519113" y="19050"/>
                </a:lnTo>
                <a:lnTo>
                  <a:pt x="523875" y="23813"/>
                </a:lnTo>
                <a:lnTo>
                  <a:pt x="528638" y="28575"/>
                </a:lnTo>
                <a:lnTo>
                  <a:pt x="533400" y="33338"/>
                </a:lnTo>
                <a:lnTo>
                  <a:pt x="538163" y="38100"/>
                </a:lnTo>
                <a:lnTo>
                  <a:pt x="547688" y="38100"/>
                </a:lnTo>
                <a:lnTo>
                  <a:pt x="557213" y="38100"/>
                </a:lnTo>
                <a:lnTo>
                  <a:pt x="561975" y="42863"/>
                </a:lnTo>
                <a:lnTo>
                  <a:pt x="566738" y="47625"/>
                </a:lnTo>
                <a:lnTo>
                  <a:pt x="571500" y="52388"/>
                </a:lnTo>
                <a:lnTo>
                  <a:pt x="576263" y="57150"/>
                </a:lnTo>
                <a:lnTo>
                  <a:pt x="585788" y="57150"/>
                </a:lnTo>
                <a:lnTo>
                  <a:pt x="590550" y="61913"/>
                </a:lnTo>
                <a:lnTo>
                  <a:pt x="595313" y="66675"/>
                </a:lnTo>
                <a:lnTo>
                  <a:pt x="600075" y="71438"/>
                </a:lnTo>
                <a:lnTo>
                  <a:pt x="604838" y="76200"/>
                </a:lnTo>
                <a:lnTo>
                  <a:pt x="614363" y="76200"/>
                </a:lnTo>
                <a:lnTo>
                  <a:pt x="619125" y="80963"/>
                </a:lnTo>
                <a:lnTo>
                  <a:pt x="623888" y="85725"/>
                </a:lnTo>
                <a:lnTo>
                  <a:pt x="633413" y="85725"/>
                </a:lnTo>
                <a:lnTo>
                  <a:pt x="638175" y="90488"/>
                </a:lnTo>
                <a:lnTo>
                  <a:pt x="642938" y="95250"/>
                </a:lnTo>
                <a:lnTo>
                  <a:pt x="647700" y="100013"/>
                </a:lnTo>
                <a:lnTo>
                  <a:pt x="652463" y="104775"/>
                </a:lnTo>
                <a:lnTo>
                  <a:pt x="657225" y="109538"/>
                </a:lnTo>
                <a:lnTo>
                  <a:pt x="657225" y="119063"/>
                </a:lnTo>
                <a:lnTo>
                  <a:pt x="657225" y="128588"/>
                </a:lnTo>
                <a:lnTo>
                  <a:pt x="657225" y="138113"/>
                </a:lnTo>
                <a:lnTo>
                  <a:pt x="661988" y="142875"/>
                </a:lnTo>
                <a:lnTo>
                  <a:pt x="666750" y="147638"/>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6750" y="309563"/>
                </a:lnTo>
                <a:lnTo>
                  <a:pt x="661988" y="314325"/>
                </a:lnTo>
                <a:lnTo>
                  <a:pt x="657225" y="319088"/>
                </a:lnTo>
                <a:lnTo>
                  <a:pt x="657225" y="328613"/>
                </a:lnTo>
                <a:lnTo>
                  <a:pt x="657225" y="338138"/>
                </a:lnTo>
                <a:lnTo>
                  <a:pt x="657225" y="347663"/>
                </a:lnTo>
                <a:lnTo>
                  <a:pt x="657225" y="357188"/>
                </a:lnTo>
                <a:lnTo>
                  <a:pt x="657225" y="366713"/>
                </a:lnTo>
                <a:lnTo>
                  <a:pt x="652463" y="371475"/>
                </a:lnTo>
                <a:lnTo>
                  <a:pt x="647700" y="376238"/>
                </a:lnTo>
                <a:lnTo>
                  <a:pt x="647700" y="385763"/>
                </a:lnTo>
                <a:lnTo>
                  <a:pt x="647700" y="395288"/>
                </a:lnTo>
                <a:lnTo>
                  <a:pt x="647700" y="404813"/>
                </a:lnTo>
                <a:lnTo>
                  <a:pt x="642938" y="409575"/>
                </a:lnTo>
                <a:lnTo>
                  <a:pt x="638175" y="414338"/>
                </a:lnTo>
                <a:lnTo>
                  <a:pt x="638175" y="423863"/>
                </a:lnTo>
                <a:lnTo>
                  <a:pt x="638175" y="433388"/>
                </a:lnTo>
                <a:lnTo>
                  <a:pt x="638175" y="442913"/>
                </a:lnTo>
                <a:lnTo>
                  <a:pt x="633413" y="447675"/>
                </a:lnTo>
                <a:lnTo>
                  <a:pt x="628650" y="452438"/>
                </a:lnTo>
                <a:lnTo>
                  <a:pt x="628650" y="461963"/>
                </a:lnTo>
                <a:lnTo>
                  <a:pt x="628650" y="471488"/>
                </a:lnTo>
                <a:lnTo>
                  <a:pt x="623888" y="476250"/>
                </a:lnTo>
                <a:lnTo>
                  <a:pt x="619125" y="481013"/>
                </a:lnTo>
                <a:lnTo>
                  <a:pt x="619125" y="490538"/>
                </a:lnTo>
                <a:lnTo>
                  <a:pt x="619125" y="500063"/>
                </a:lnTo>
                <a:lnTo>
                  <a:pt x="614363" y="504825"/>
                </a:lnTo>
                <a:lnTo>
                  <a:pt x="609600" y="509588"/>
                </a:lnTo>
                <a:lnTo>
                  <a:pt x="609600" y="519113"/>
                </a:lnTo>
                <a:lnTo>
                  <a:pt x="609600" y="528638"/>
                </a:lnTo>
                <a:lnTo>
                  <a:pt x="604838" y="533400"/>
                </a:lnTo>
                <a:lnTo>
                  <a:pt x="600075" y="538163"/>
                </a:lnTo>
                <a:lnTo>
                  <a:pt x="600075" y="547688"/>
                </a:lnTo>
                <a:lnTo>
                  <a:pt x="595313" y="552450"/>
                </a:lnTo>
                <a:lnTo>
                  <a:pt x="590550" y="557213"/>
                </a:lnTo>
                <a:lnTo>
                  <a:pt x="590550" y="566738"/>
                </a:lnTo>
                <a:lnTo>
                  <a:pt x="585788" y="571500"/>
                </a:lnTo>
                <a:lnTo>
                  <a:pt x="581025" y="576263"/>
                </a:lnTo>
                <a:lnTo>
                  <a:pt x="581025" y="585788"/>
                </a:lnTo>
                <a:lnTo>
                  <a:pt x="581025" y="595313"/>
                </a:lnTo>
                <a:lnTo>
                  <a:pt x="576263" y="600075"/>
                </a:lnTo>
                <a:lnTo>
                  <a:pt x="571500" y="604838"/>
                </a:lnTo>
                <a:lnTo>
                  <a:pt x="571500" y="614363"/>
                </a:lnTo>
                <a:lnTo>
                  <a:pt x="566738" y="619125"/>
                </a:lnTo>
                <a:lnTo>
                  <a:pt x="561975" y="623888"/>
                </a:lnTo>
                <a:lnTo>
                  <a:pt x="561975" y="633413"/>
                </a:lnTo>
                <a:lnTo>
                  <a:pt x="557213" y="638175"/>
                </a:lnTo>
                <a:lnTo>
                  <a:pt x="552450" y="642938"/>
                </a:lnTo>
                <a:lnTo>
                  <a:pt x="552450" y="652463"/>
                </a:lnTo>
                <a:lnTo>
                  <a:pt x="547688" y="657225"/>
                </a:lnTo>
                <a:lnTo>
                  <a:pt x="542925" y="661988"/>
                </a:lnTo>
                <a:lnTo>
                  <a:pt x="538163" y="666750"/>
                </a:lnTo>
                <a:lnTo>
                  <a:pt x="533400" y="671513"/>
                </a:lnTo>
                <a:lnTo>
                  <a:pt x="533400" y="681038"/>
                </a:lnTo>
                <a:lnTo>
                  <a:pt x="528638" y="685800"/>
                </a:lnTo>
                <a:lnTo>
                  <a:pt x="523875" y="690563"/>
                </a:lnTo>
                <a:lnTo>
                  <a:pt x="523875" y="700088"/>
                </a:lnTo>
                <a:lnTo>
                  <a:pt x="519113" y="704850"/>
                </a:lnTo>
                <a:lnTo>
                  <a:pt x="514350" y="709613"/>
                </a:lnTo>
                <a:lnTo>
                  <a:pt x="514350" y="719138"/>
                </a:lnTo>
                <a:lnTo>
                  <a:pt x="509588" y="723900"/>
                </a:lnTo>
                <a:lnTo>
                  <a:pt x="504825" y="728663"/>
                </a:lnTo>
                <a:lnTo>
                  <a:pt x="500063" y="733425"/>
                </a:lnTo>
                <a:lnTo>
                  <a:pt x="495300" y="738188"/>
                </a:lnTo>
                <a:lnTo>
                  <a:pt x="495300" y="747713"/>
                </a:lnTo>
                <a:lnTo>
                  <a:pt x="490538" y="752475"/>
                </a:lnTo>
                <a:lnTo>
                  <a:pt x="485775" y="757238"/>
                </a:lnTo>
                <a:lnTo>
                  <a:pt x="481013" y="762000"/>
                </a:lnTo>
                <a:lnTo>
                  <a:pt x="476250" y="766763"/>
                </a:lnTo>
                <a:lnTo>
                  <a:pt x="476250" y="776288"/>
                </a:lnTo>
                <a:lnTo>
                  <a:pt x="471488" y="781050"/>
                </a:lnTo>
                <a:lnTo>
                  <a:pt x="466725" y="785813"/>
                </a:lnTo>
                <a:lnTo>
                  <a:pt x="461963" y="790575"/>
                </a:lnTo>
                <a:lnTo>
                  <a:pt x="457200" y="795338"/>
                </a:lnTo>
                <a:lnTo>
                  <a:pt x="452438" y="800100"/>
                </a:lnTo>
                <a:lnTo>
                  <a:pt x="447675" y="804863"/>
                </a:lnTo>
                <a:lnTo>
                  <a:pt x="447675" y="814388"/>
                </a:lnTo>
                <a:lnTo>
                  <a:pt x="442913" y="819150"/>
                </a:lnTo>
                <a:lnTo>
                  <a:pt x="438150" y="823913"/>
                </a:lnTo>
                <a:lnTo>
                  <a:pt x="433388" y="828675"/>
                </a:lnTo>
                <a:lnTo>
                  <a:pt x="428625" y="833438"/>
                </a:lnTo>
                <a:lnTo>
                  <a:pt x="423863" y="838200"/>
                </a:lnTo>
                <a:lnTo>
                  <a:pt x="419100" y="842963"/>
                </a:lnTo>
                <a:lnTo>
                  <a:pt x="414338" y="847725"/>
                </a:lnTo>
                <a:lnTo>
                  <a:pt x="409575" y="852488"/>
                </a:lnTo>
                <a:lnTo>
                  <a:pt x="404813" y="857250"/>
                </a:lnTo>
                <a:lnTo>
                  <a:pt x="400050" y="862013"/>
                </a:lnTo>
                <a:lnTo>
                  <a:pt x="395288" y="866775"/>
                </a:lnTo>
                <a:lnTo>
                  <a:pt x="390525" y="871538"/>
                </a:lnTo>
                <a:lnTo>
                  <a:pt x="385763" y="876300"/>
                </a:lnTo>
                <a:lnTo>
                  <a:pt x="381000" y="881063"/>
                </a:lnTo>
                <a:lnTo>
                  <a:pt x="376238" y="885825"/>
                </a:lnTo>
                <a:lnTo>
                  <a:pt x="371475" y="890588"/>
                </a:lnTo>
                <a:lnTo>
                  <a:pt x="366713" y="895350"/>
                </a:lnTo>
                <a:lnTo>
                  <a:pt x="361950" y="900113"/>
                </a:lnTo>
                <a:lnTo>
                  <a:pt x="357188" y="904875"/>
                </a:lnTo>
                <a:lnTo>
                  <a:pt x="352425" y="909638"/>
                </a:lnTo>
                <a:lnTo>
                  <a:pt x="347663" y="914400"/>
                </a:lnTo>
                <a:lnTo>
                  <a:pt x="342900" y="919163"/>
                </a:lnTo>
                <a:lnTo>
                  <a:pt x="338138" y="923925"/>
                </a:lnTo>
                <a:lnTo>
                  <a:pt x="333375" y="928688"/>
                </a:lnTo>
                <a:lnTo>
                  <a:pt x="328613" y="933450"/>
                </a:lnTo>
                <a:lnTo>
                  <a:pt x="323850" y="938213"/>
                </a:lnTo>
                <a:lnTo>
                  <a:pt x="319088" y="942975"/>
                </a:lnTo>
                <a:lnTo>
                  <a:pt x="309563" y="942975"/>
                </a:lnTo>
                <a:lnTo>
                  <a:pt x="304800" y="947738"/>
                </a:lnTo>
                <a:lnTo>
                  <a:pt x="300038" y="952500"/>
                </a:lnTo>
                <a:lnTo>
                  <a:pt x="295275" y="957263"/>
                </a:lnTo>
                <a:lnTo>
                  <a:pt x="290513" y="962025"/>
                </a:lnTo>
                <a:lnTo>
                  <a:pt x="280988" y="962025"/>
                </a:lnTo>
                <a:lnTo>
                  <a:pt x="276225" y="966788"/>
                </a:lnTo>
                <a:lnTo>
                  <a:pt x="271463" y="971550"/>
                </a:lnTo>
                <a:lnTo>
                  <a:pt x="266700" y="976313"/>
                </a:lnTo>
                <a:lnTo>
                  <a:pt x="261938" y="981075"/>
                </a:lnTo>
                <a:lnTo>
                  <a:pt x="252413" y="981075"/>
                </a:lnTo>
                <a:lnTo>
                  <a:pt x="247650" y="985838"/>
                </a:lnTo>
                <a:lnTo>
                  <a:pt x="242888" y="990600"/>
                </a:lnTo>
                <a:lnTo>
                  <a:pt x="233363" y="990600"/>
                </a:lnTo>
                <a:lnTo>
                  <a:pt x="223838" y="990600"/>
                </a:lnTo>
                <a:lnTo>
                  <a:pt x="219075" y="995363"/>
                </a:lnTo>
                <a:lnTo>
                  <a:pt x="214313" y="1000125"/>
                </a:lnTo>
                <a:lnTo>
                  <a:pt x="204788" y="1000125"/>
                </a:lnTo>
                <a:lnTo>
                  <a:pt x="195263" y="1000125"/>
                </a:lnTo>
                <a:lnTo>
                  <a:pt x="185738" y="1000125"/>
                </a:lnTo>
                <a:lnTo>
                  <a:pt x="176213" y="1000125"/>
                </a:lnTo>
                <a:lnTo>
                  <a:pt x="171450" y="1004888"/>
                </a:lnTo>
                <a:lnTo>
                  <a:pt x="166688" y="1009650"/>
                </a:lnTo>
                <a:lnTo>
                  <a:pt x="157163" y="1009650"/>
                </a:lnTo>
                <a:lnTo>
                  <a:pt x="152400" y="1004888"/>
                </a:lnTo>
                <a:lnTo>
                  <a:pt x="147638" y="1000125"/>
                </a:lnTo>
                <a:lnTo>
                  <a:pt x="142875" y="995363"/>
                </a:lnTo>
                <a:lnTo>
                  <a:pt x="138113" y="990600"/>
                </a:lnTo>
                <a:lnTo>
                  <a:pt x="128588" y="990600"/>
                </a:lnTo>
                <a:lnTo>
                  <a:pt x="123825" y="985838"/>
                </a:lnTo>
                <a:lnTo>
                  <a:pt x="119063" y="981075"/>
                </a:lnTo>
                <a:lnTo>
                  <a:pt x="109538" y="981075"/>
                </a:lnTo>
                <a:lnTo>
                  <a:pt x="100013" y="981075"/>
                </a:lnTo>
                <a:lnTo>
                  <a:pt x="95250" y="976313"/>
                </a:lnTo>
                <a:lnTo>
                  <a:pt x="90488" y="971550"/>
                </a:lnTo>
                <a:lnTo>
                  <a:pt x="85725" y="966788"/>
                </a:lnTo>
                <a:lnTo>
                  <a:pt x="80963" y="962025"/>
                </a:lnTo>
                <a:lnTo>
                  <a:pt x="71438" y="962025"/>
                </a:lnTo>
                <a:lnTo>
                  <a:pt x="66675" y="957263"/>
                </a:lnTo>
                <a:lnTo>
                  <a:pt x="61913" y="952500"/>
                </a:lnTo>
                <a:lnTo>
                  <a:pt x="52388" y="952500"/>
                </a:lnTo>
                <a:lnTo>
                  <a:pt x="47625" y="947738"/>
                </a:lnTo>
                <a:lnTo>
                  <a:pt x="42863" y="942975"/>
                </a:lnTo>
                <a:lnTo>
                  <a:pt x="38100" y="938213"/>
                </a:lnTo>
                <a:lnTo>
                  <a:pt x="33338" y="933450"/>
                </a:lnTo>
                <a:lnTo>
                  <a:pt x="28575" y="928688"/>
                </a:lnTo>
                <a:lnTo>
                  <a:pt x="28575" y="919163"/>
                </a:lnTo>
                <a:lnTo>
                  <a:pt x="23813" y="914400"/>
                </a:lnTo>
                <a:lnTo>
                  <a:pt x="19050" y="909638"/>
                </a:lnTo>
                <a:lnTo>
                  <a:pt x="19050" y="900113"/>
                </a:lnTo>
                <a:lnTo>
                  <a:pt x="14288" y="895350"/>
                </a:lnTo>
                <a:lnTo>
                  <a:pt x="9525" y="890588"/>
                </a:lnTo>
                <a:lnTo>
                  <a:pt x="9525" y="881063"/>
                </a:lnTo>
                <a:lnTo>
                  <a:pt x="9525" y="871538"/>
                </a:lnTo>
                <a:lnTo>
                  <a:pt x="9525" y="862013"/>
                </a:lnTo>
                <a:lnTo>
                  <a:pt x="4763" y="857250"/>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4763" y="676275"/>
                </a:lnTo>
                <a:lnTo>
                  <a:pt x="9525" y="671513"/>
                </a:lnTo>
                <a:lnTo>
                  <a:pt x="9525" y="661988"/>
                </a:lnTo>
                <a:lnTo>
                  <a:pt x="9525" y="652463"/>
                </a:lnTo>
                <a:lnTo>
                  <a:pt x="9525" y="642938"/>
                </a:lnTo>
                <a:lnTo>
                  <a:pt x="9525" y="633413"/>
                </a:lnTo>
                <a:lnTo>
                  <a:pt x="9525" y="623888"/>
                </a:lnTo>
                <a:lnTo>
                  <a:pt x="14288" y="619125"/>
                </a:lnTo>
                <a:lnTo>
                  <a:pt x="19050" y="614363"/>
                </a:lnTo>
                <a:lnTo>
                  <a:pt x="19050" y="604838"/>
                </a:lnTo>
                <a:lnTo>
                  <a:pt x="19050" y="595313"/>
                </a:lnTo>
                <a:lnTo>
                  <a:pt x="19050" y="585788"/>
                </a:lnTo>
                <a:lnTo>
                  <a:pt x="23813" y="581025"/>
                </a:lnTo>
                <a:lnTo>
                  <a:pt x="28575" y="576263"/>
                </a:lnTo>
                <a:lnTo>
                  <a:pt x="28575" y="566738"/>
                </a:lnTo>
                <a:lnTo>
                  <a:pt x="28575" y="557213"/>
                </a:lnTo>
                <a:lnTo>
                  <a:pt x="28575" y="547688"/>
                </a:lnTo>
                <a:lnTo>
                  <a:pt x="33338" y="542925"/>
                </a:lnTo>
                <a:lnTo>
                  <a:pt x="38100" y="538163"/>
                </a:lnTo>
                <a:lnTo>
                  <a:pt x="38100" y="528638"/>
                </a:lnTo>
                <a:lnTo>
                  <a:pt x="38100" y="519113"/>
                </a:lnTo>
                <a:lnTo>
                  <a:pt x="42863" y="514350"/>
                </a:lnTo>
                <a:lnTo>
                  <a:pt x="47625" y="509588"/>
                </a:lnTo>
                <a:lnTo>
                  <a:pt x="47625" y="500063"/>
                </a:lnTo>
                <a:lnTo>
                  <a:pt x="47625" y="490538"/>
                </a:lnTo>
                <a:lnTo>
                  <a:pt x="52388" y="485775"/>
                </a:lnTo>
                <a:lnTo>
                  <a:pt x="57150" y="481013"/>
                </a:lnTo>
                <a:lnTo>
                  <a:pt x="57150" y="471488"/>
                </a:lnTo>
                <a:lnTo>
                  <a:pt x="61913" y="466725"/>
                </a:lnTo>
                <a:lnTo>
                  <a:pt x="66675" y="461963"/>
                </a:lnTo>
                <a:lnTo>
                  <a:pt x="66675" y="452438"/>
                </a:lnTo>
                <a:lnTo>
                  <a:pt x="66675" y="442913"/>
                </a:lnTo>
                <a:lnTo>
                  <a:pt x="71438" y="438150"/>
                </a:lnTo>
                <a:lnTo>
                  <a:pt x="76200" y="433388"/>
                </a:lnTo>
                <a:lnTo>
                  <a:pt x="76200" y="423863"/>
                </a:lnTo>
                <a:lnTo>
                  <a:pt x="80963" y="419100"/>
                </a:lnTo>
                <a:lnTo>
                  <a:pt x="85725" y="414338"/>
                </a:lnTo>
                <a:lnTo>
                  <a:pt x="85725" y="404813"/>
                </a:lnTo>
                <a:lnTo>
                  <a:pt x="90488" y="400050"/>
                </a:lnTo>
                <a:lnTo>
                  <a:pt x="95250" y="395288"/>
                </a:lnTo>
                <a:lnTo>
                  <a:pt x="95250" y="385763"/>
                </a:lnTo>
                <a:lnTo>
                  <a:pt x="100013" y="381000"/>
                </a:lnTo>
                <a:lnTo>
                  <a:pt x="104775" y="376238"/>
                </a:lnTo>
                <a:lnTo>
                  <a:pt x="104775" y="366713"/>
                </a:lnTo>
                <a:lnTo>
                  <a:pt x="109538" y="361950"/>
                </a:lnTo>
                <a:lnTo>
                  <a:pt x="114300" y="357188"/>
                </a:lnTo>
                <a:lnTo>
                  <a:pt x="114300" y="347663"/>
                </a:lnTo>
                <a:lnTo>
                  <a:pt x="119063" y="342900"/>
                </a:lnTo>
                <a:lnTo>
                  <a:pt x="123825" y="338138"/>
                </a:lnTo>
                <a:lnTo>
                  <a:pt x="123825" y="328613"/>
                </a:lnTo>
                <a:lnTo>
                  <a:pt x="128588" y="323850"/>
                </a:lnTo>
                <a:lnTo>
                  <a:pt x="133350" y="319088"/>
                </a:lnTo>
                <a:lnTo>
                  <a:pt x="133350" y="309563"/>
                </a:lnTo>
                <a:lnTo>
                  <a:pt x="138113" y="304800"/>
                </a:lnTo>
                <a:lnTo>
                  <a:pt x="142875" y="300038"/>
                </a:lnTo>
                <a:lnTo>
                  <a:pt x="142875" y="290513"/>
                </a:lnTo>
                <a:lnTo>
                  <a:pt x="147638" y="285750"/>
                </a:lnTo>
                <a:lnTo>
                  <a:pt x="152400" y="280988"/>
                </a:lnTo>
                <a:lnTo>
                  <a:pt x="157163" y="276225"/>
                </a:lnTo>
                <a:lnTo>
                  <a:pt x="161925" y="271463"/>
                </a:lnTo>
                <a:lnTo>
                  <a:pt x="161925" y="261938"/>
                </a:lnTo>
                <a:lnTo>
                  <a:pt x="166688" y="257175"/>
                </a:lnTo>
                <a:lnTo>
                  <a:pt x="171450" y="252413"/>
                </a:lnTo>
                <a:lnTo>
                  <a:pt x="176213" y="247650"/>
                </a:lnTo>
                <a:lnTo>
                  <a:pt x="180975" y="242888"/>
                </a:lnTo>
                <a:lnTo>
                  <a:pt x="180975" y="233363"/>
                </a:lnTo>
                <a:lnTo>
                  <a:pt x="185738" y="228600"/>
                </a:lnTo>
                <a:lnTo>
                  <a:pt x="190500" y="223838"/>
                </a:lnTo>
                <a:lnTo>
                  <a:pt x="195263" y="219075"/>
                </a:lnTo>
                <a:lnTo>
                  <a:pt x="200025" y="214313"/>
                </a:lnTo>
                <a:lnTo>
                  <a:pt x="200025" y="204788"/>
                </a:lnTo>
                <a:lnTo>
                  <a:pt x="204788" y="200025"/>
                </a:lnTo>
                <a:lnTo>
                  <a:pt x="209550" y="195263"/>
                </a:lnTo>
                <a:lnTo>
                  <a:pt x="214313" y="190500"/>
                </a:lnTo>
                <a:lnTo>
                  <a:pt x="219075" y="185738"/>
                </a:lnTo>
                <a:lnTo>
                  <a:pt x="223838" y="180975"/>
                </a:lnTo>
                <a:lnTo>
                  <a:pt x="228600" y="176213"/>
                </a:lnTo>
                <a:lnTo>
                  <a:pt x="228600" y="166688"/>
                </a:lnTo>
                <a:lnTo>
                  <a:pt x="233363" y="161925"/>
                </a:lnTo>
                <a:lnTo>
                  <a:pt x="238125" y="157163"/>
                </a:lnTo>
                <a:lnTo>
                  <a:pt x="242888" y="152400"/>
                </a:lnTo>
                <a:lnTo>
                  <a:pt x="247650" y="147638"/>
                </a:lnTo>
                <a:lnTo>
                  <a:pt x="252413" y="142875"/>
                </a:lnTo>
                <a:lnTo>
                  <a:pt x="257175" y="138113"/>
                </a:lnTo>
                <a:lnTo>
                  <a:pt x="261938" y="133350"/>
                </a:lnTo>
                <a:lnTo>
                  <a:pt x="266700" y="128588"/>
                </a:lnTo>
                <a:lnTo>
                  <a:pt x="271463" y="123825"/>
                </a:lnTo>
                <a:lnTo>
                  <a:pt x="276225" y="119063"/>
                </a:lnTo>
                <a:lnTo>
                  <a:pt x="280988" y="114300"/>
                </a:lnTo>
                <a:lnTo>
                  <a:pt x="285750" y="109538"/>
                </a:lnTo>
                <a:lnTo>
                  <a:pt x="290513" y="104775"/>
                </a:lnTo>
                <a:lnTo>
                  <a:pt x="295275" y="100013"/>
                </a:lnTo>
                <a:lnTo>
                  <a:pt x="300038" y="95250"/>
                </a:lnTo>
                <a:lnTo>
                  <a:pt x="304800" y="90488"/>
                </a:lnTo>
                <a:lnTo>
                  <a:pt x="309563" y="85725"/>
                </a:lnTo>
                <a:lnTo>
                  <a:pt x="314325" y="80963"/>
                </a:lnTo>
                <a:lnTo>
                  <a:pt x="319088" y="76200"/>
                </a:lnTo>
                <a:lnTo>
                  <a:pt x="323850" y="71438"/>
                </a:lnTo>
                <a:lnTo>
                  <a:pt x="328613" y="66675"/>
                </a:lnTo>
                <a:lnTo>
                  <a:pt x="333375" y="61913"/>
                </a:lnTo>
                <a:lnTo>
                  <a:pt x="338138" y="57150"/>
                </a:lnTo>
                <a:lnTo>
                  <a:pt x="347663" y="57150"/>
                </a:lnTo>
                <a:lnTo>
                  <a:pt x="352425" y="52388"/>
                </a:lnTo>
                <a:lnTo>
                  <a:pt x="357188" y="47625"/>
                </a:lnTo>
                <a:lnTo>
                  <a:pt x="361950" y="42863"/>
                </a:lnTo>
                <a:lnTo>
                  <a:pt x="366713" y="38100"/>
                </a:lnTo>
                <a:lnTo>
                  <a:pt x="376238" y="38100"/>
                </a:lnTo>
                <a:lnTo>
                  <a:pt x="381000" y="33338"/>
                </a:lnTo>
                <a:lnTo>
                  <a:pt x="385763" y="28575"/>
                </a:lnTo>
                <a:lnTo>
                  <a:pt x="390525" y="23813"/>
                </a:lnTo>
                <a:lnTo>
                  <a:pt x="395288" y="19050"/>
                </a:lnTo>
                <a:lnTo>
                  <a:pt x="404813" y="19050"/>
                </a:lnTo>
                <a:lnTo>
                  <a:pt x="409575" y="14288"/>
                </a:lnTo>
                <a:lnTo>
                  <a:pt x="414338" y="9525"/>
                </a:lnTo>
                <a:lnTo>
                  <a:pt x="423863" y="9525"/>
                </a:lnTo>
                <a:lnTo>
                  <a:pt x="428625" y="4763"/>
                </a:lnTo>
                <a:close/>
              </a:path>
            </a:pathLst>
          </a:custGeom>
          <a:solidFill xmlns:a="http://schemas.openxmlformats.org/drawingml/2006/main">
            <a:srgbClr val="BEBEBE"/>
          </a:solidFill>
          <a:ln xmlns:a="http://schemas.openxmlformats.org/drawingml/2006/main" w="0">
            <a:noFill/>
            <a:prstDash val="solid"/>
          </a:ln>
        </p:spPr>
      </p:sp>
      <p:sp>
        <p:nvSpPr>
          <p:cNvPr id="251" name="deep-skill-chaining-source-component-4-gradient-192-0">
            <a:extLst xmlns:a="http://schemas.openxmlformats.org/drawingml/2006/main">
              <a:ext uri="{FF2B5EF4-FFF2-40B4-BE49-F238E27FC236}">
                <a16:creationId xmlns:a16="http://schemas.microsoft.com/office/drawing/2014/main" id="{5417A9FB-0D00-4239-BF41-2F619F4B9266}"/>
              </a:ext>
            </a:extLst>
          </p:cNvPr>
          <p:cNvSpPr>
            <a:spLocks xmlns:a="http://schemas.openxmlformats.org/drawingml/2006/main" noGrp="1"/>
          </p:cNvSpPr>
          <p:nvPr/>
        </p:nvSpPr>
        <p:spPr>
          <a:xfrm xmlns:a="http://schemas.openxmlformats.org/drawingml/2006/main" rot="0">
            <a:off x="9172575" y="1666875"/>
            <a:ext cx="666750" cy="990600"/>
          </a:xfrm>
          <a:custGeom xmlns:a="http://schemas.openxmlformats.org/drawingml/2006/main">
            <a:pathLst>
              <a:path w="666750" h="990600">
                <a:moveTo>
                  <a:pt x="409575" y="4763"/>
                </a:moveTo>
                <a:lnTo>
                  <a:pt x="414338" y="0"/>
                </a:lnTo>
                <a:lnTo>
                  <a:pt x="419100" y="4763"/>
                </a:lnTo>
                <a:lnTo>
                  <a:pt x="423863" y="9525"/>
                </a:lnTo>
                <a:lnTo>
                  <a:pt x="428625" y="4763"/>
                </a:lnTo>
                <a:lnTo>
                  <a:pt x="433388" y="0"/>
                </a:lnTo>
                <a:lnTo>
                  <a:pt x="442913" y="0"/>
                </a:lnTo>
                <a:lnTo>
                  <a:pt x="447675" y="4763"/>
                </a:lnTo>
                <a:lnTo>
                  <a:pt x="452438" y="9525"/>
                </a:lnTo>
                <a:lnTo>
                  <a:pt x="457200" y="14288"/>
                </a:lnTo>
                <a:lnTo>
                  <a:pt x="461963" y="19050"/>
                </a:lnTo>
                <a:lnTo>
                  <a:pt x="471488" y="19050"/>
                </a:lnTo>
                <a:lnTo>
                  <a:pt x="481013" y="19050"/>
                </a:lnTo>
                <a:lnTo>
                  <a:pt x="490538" y="19050"/>
                </a:lnTo>
                <a:lnTo>
                  <a:pt x="495300" y="23813"/>
                </a:lnTo>
                <a:lnTo>
                  <a:pt x="500063" y="28575"/>
                </a:lnTo>
                <a:lnTo>
                  <a:pt x="509588" y="28575"/>
                </a:lnTo>
                <a:lnTo>
                  <a:pt x="514350" y="33338"/>
                </a:lnTo>
                <a:lnTo>
                  <a:pt x="519113" y="38100"/>
                </a:lnTo>
                <a:lnTo>
                  <a:pt x="528638" y="38100"/>
                </a:lnTo>
                <a:lnTo>
                  <a:pt x="533400" y="42863"/>
                </a:lnTo>
                <a:lnTo>
                  <a:pt x="538163" y="47625"/>
                </a:lnTo>
                <a:lnTo>
                  <a:pt x="547688" y="47625"/>
                </a:lnTo>
                <a:lnTo>
                  <a:pt x="557213" y="47625"/>
                </a:lnTo>
                <a:lnTo>
                  <a:pt x="561975" y="52388"/>
                </a:lnTo>
                <a:lnTo>
                  <a:pt x="566738" y="57150"/>
                </a:lnTo>
                <a:lnTo>
                  <a:pt x="571500" y="61913"/>
                </a:lnTo>
                <a:lnTo>
                  <a:pt x="576263" y="66675"/>
                </a:lnTo>
                <a:lnTo>
                  <a:pt x="585788" y="66675"/>
                </a:lnTo>
                <a:lnTo>
                  <a:pt x="590550" y="71438"/>
                </a:lnTo>
                <a:lnTo>
                  <a:pt x="595313" y="76200"/>
                </a:lnTo>
                <a:lnTo>
                  <a:pt x="604838" y="76200"/>
                </a:lnTo>
                <a:lnTo>
                  <a:pt x="609600" y="80963"/>
                </a:lnTo>
                <a:lnTo>
                  <a:pt x="614363" y="85725"/>
                </a:lnTo>
                <a:lnTo>
                  <a:pt x="623888" y="85725"/>
                </a:lnTo>
                <a:lnTo>
                  <a:pt x="628650" y="90488"/>
                </a:lnTo>
                <a:lnTo>
                  <a:pt x="633413" y="95250"/>
                </a:lnTo>
                <a:lnTo>
                  <a:pt x="638175" y="100013"/>
                </a:lnTo>
                <a:lnTo>
                  <a:pt x="642938" y="104775"/>
                </a:lnTo>
                <a:lnTo>
                  <a:pt x="652463" y="104775"/>
                </a:lnTo>
                <a:lnTo>
                  <a:pt x="657225" y="109538"/>
                </a:lnTo>
                <a:lnTo>
                  <a:pt x="657225" y="119063"/>
                </a:lnTo>
                <a:lnTo>
                  <a:pt x="657225" y="128588"/>
                </a:lnTo>
                <a:lnTo>
                  <a:pt x="661988" y="133350"/>
                </a:lnTo>
                <a:lnTo>
                  <a:pt x="666750" y="138113"/>
                </a:lnTo>
                <a:lnTo>
                  <a:pt x="666750" y="147638"/>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6750" y="290513"/>
                </a:lnTo>
                <a:lnTo>
                  <a:pt x="666750" y="300038"/>
                </a:lnTo>
                <a:lnTo>
                  <a:pt x="661988" y="304800"/>
                </a:lnTo>
                <a:lnTo>
                  <a:pt x="657225" y="309563"/>
                </a:lnTo>
                <a:lnTo>
                  <a:pt x="657225" y="319088"/>
                </a:lnTo>
                <a:lnTo>
                  <a:pt x="657225" y="328613"/>
                </a:lnTo>
                <a:lnTo>
                  <a:pt x="657225" y="338138"/>
                </a:lnTo>
                <a:lnTo>
                  <a:pt x="657225" y="347663"/>
                </a:lnTo>
                <a:lnTo>
                  <a:pt x="657225" y="357188"/>
                </a:lnTo>
                <a:lnTo>
                  <a:pt x="652463" y="361950"/>
                </a:lnTo>
                <a:lnTo>
                  <a:pt x="647700" y="366713"/>
                </a:lnTo>
                <a:lnTo>
                  <a:pt x="647700" y="376238"/>
                </a:lnTo>
                <a:lnTo>
                  <a:pt x="647700" y="385763"/>
                </a:lnTo>
                <a:lnTo>
                  <a:pt x="647700" y="395288"/>
                </a:lnTo>
                <a:lnTo>
                  <a:pt x="642938" y="400050"/>
                </a:lnTo>
                <a:lnTo>
                  <a:pt x="638175" y="404813"/>
                </a:lnTo>
                <a:lnTo>
                  <a:pt x="638175" y="414338"/>
                </a:lnTo>
                <a:lnTo>
                  <a:pt x="638175" y="423863"/>
                </a:lnTo>
                <a:lnTo>
                  <a:pt x="638175" y="433388"/>
                </a:lnTo>
                <a:lnTo>
                  <a:pt x="633413" y="438150"/>
                </a:lnTo>
                <a:lnTo>
                  <a:pt x="628650" y="442913"/>
                </a:lnTo>
                <a:lnTo>
                  <a:pt x="628650" y="452438"/>
                </a:lnTo>
                <a:lnTo>
                  <a:pt x="628650" y="461963"/>
                </a:lnTo>
                <a:lnTo>
                  <a:pt x="623888" y="466725"/>
                </a:lnTo>
                <a:lnTo>
                  <a:pt x="619125" y="471488"/>
                </a:lnTo>
                <a:lnTo>
                  <a:pt x="619125" y="481013"/>
                </a:lnTo>
                <a:lnTo>
                  <a:pt x="619125" y="490538"/>
                </a:lnTo>
                <a:lnTo>
                  <a:pt x="614363" y="495300"/>
                </a:lnTo>
                <a:lnTo>
                  <a:pt x="609600" y="500063"/>
                </a:lnTo>
                <a:lnTo>
                  <a:pt x="609600" y="509588"/>
                </a:lnTo>
                <a:lnTo>
                  <a:pt x="609600" y="519113"/>
                </a:lnTo>
                <a:lnTo>
                  <a:pt x="604838" y="523875"/>
                </a:lnTo>
                <a:lnTo>
                  <a:pt x="600075" y="528638"/>
                </a:lnTo>
                <a:lnTo>
                  <a:pt x="600075" y="538163"/>
                </a:lnTo>
                <a:lnTo>
                  <a:pt x="595313" y="542925"/>
                </a:lnTo>
                <a:lnTo>
                  <a:pt x="590550" y="547688"/>
                </a:lnTo>
                <a:lnTo>
                  <a:pt x="590550" y="557213"/>
                </a:lnTo>
                <a:lnTo>
                  <a:pt x="585788" y="561975"/>
                </a:lnTo>
                <a:lnTo>
                  <a:pt x="581025" y="566738"/>
                </a:lnTo>
                <a:lnTo>
                  <a:pt x="581025" y="576263"/>
                </a:lnTo>
                <a:lnTo>
                  <a:pt x="581025" y="585788"/>
                </a:lnTo>
                <a:lnTo>
                  <a:pt x="576263" y="590550"/>
                </a:lnTo>
                <a:lnTo>
                  <a:pt x="571500" y="595313"/>
                </a:lnTo>
                <a:lnTo>
                  <a:pt x="571500" y="604838"/>
                </a:lnTo>
                <a:lnTo>
                  <a:pt x="566738" y="609600"/>
                </a:lnTo>
                <a:lnTo>
                  <a:pt x="561975" y="614363"/>
                </a:lnTo>
                <a:lnTo>
                  <a:pt x="561975" y="623888"/>
                </a:lnTo>
                <a:lnTo>
                  <a:pt x="557213" y="628650"/>
                </a:lnTo>
                <a:lnTo>
                  <a:pt x="552450" y="633413"/>
                </a:lnTo>
                <a:lnTo>
                  <a:pt x="552450" y="642938"/>
                </a:lnTo>
                <a:lnTo>
                  <a:pt x="547688" y="647700"/>
                </a:lnTo>
                <a:lnTo>
                  <a:pt x="542925" y="652463"/>
                </a:lnTo>
                <a:lnTo>
                  <a:pt x="538163" y="657225"/>
                </a:lnTo>
                <a:lnTo>
                  <a:pt x="533400" y="661988"/>
                </a:lnTo>
                <a:lnTo>
                  <a:pt x="533400" y="671513"/>
                </a:lnTo>
                <a:lnTo>
                  <a:pt x="528638" y="676275"/>
                </a:lnTo>
                <a:lnTo>
                  <a:pt x="523875" y="681038"/>
                </a:lnTo>
                <a:lnTo>
                  <a:pt x="523875" y="690563"/>
                </a:lnTo>
                <a:lnTo>
                  <a:pt x="519113" y="695325"/>
                </a:lnTo>
                <a:lnTo>
                  <a:pt x="514350" y="700088"/>
                </a:lnTo>
                <a:lnTo>
                  <a:pt x="514350" y="709613"/>
                </a:lnTo>
                <a:lnTo>
                  <a:pt x="509588" y="714375"/>
                </a:lnTo>
                <a:lnTo>
                  <a:pt x="504825" y="719138"/>
                </a:lnTo>
                <a:lnTo>
                  <a:pt x="500063" y="723900"/>
                </a:lnTo>
                <a:lnTo>
                  <a:pt x="495300" y="728663"/>
                </a:lnTo>
                <a:lnTo>
                  <a:pt x="495300" y="738188"/>
                </a:lnTo>
                <a:lnTo>
                  <a:pt x="490538" y="742950"/>
                </a:lnTo>
                <a:lnTo>
                  <a:pt x="485775" y="747713"/>
                </a:lnTo>
                <a:lnTo>
                  <a:pt x="481013" y="752475"/>
                </a:lnTo>
                <a:lnTo>
                  <a:pt x="476250" y="757238"/>
                </a:lnTo>
                <a:lnTo>
                  <a:pt x="476250" y="766763"/>
                </a:lnTo>
                <a:lnTo>
                  <a:pt x="471488" y="771525"/>
                </a:lnTo>
                <a:lnTo>
                  <a:pt x="466725" y="776288"/>
                </a:lnTo>
                <a:lnTo>
                  <a:pt x="461963" y="781050"/>
                </a:lnTo>
                <a:lnTo>
                  <a:pt x="457200" y="785813"/>
                </a:lnTo>
                <a:lnTo>
                  <a:pt x="452438" y="790575"/>
                </a:lnTo>
                <a:lnTo>
                  <a:pt x="447675" y="795338"/>
                </a:lnTo>
                <a:lnTo>
                  <a:pt x="447675" y="804863"/>
                </a:lnTo>
                <a:lnTo>
                  <a:pt x="442913" y="809625"/>
                </a:lnTo>
                <a:lnTo>
                  <a:pt x="438150" y="814388"/>
                </a:lnTo>
                <a:lnTo>
                  <a:pt x="433388" y="819150"/>
                </a:lnTo>
                <a:lnTo>
                  <a:pt x="428625" y="823913"/>
                </a:lnTo>
                <a:lnTo>
                  <a:pt x="423863" y="828675"/>
                </a:lnTo>
                <a:lnTo>
                  <a:pt x="419100" y="833438"/>
                </a:lnTo>
                <a:lnTo>
                  <a:pt x="414338" y="838200"/>
                </a:lnTo>
                <a:lnTo>
                  <a:pt x="409575" y="842963"/>
                </a:lnTo>
                <a:lnTo>
                  <a:pt x="404813" y="847725"/>
                </a:lnTo>
                <a:lnTo>
                  <a:pt x="400050" y="852488"/>
                </a:lnTo>
                <a:lnTo>
                  <a:pt x="395288" y="857250"/>
                </a:lnTo>
                <a:lnTo>
                  <a:pt x="390525" y="862013"/>
                </a:lnTo>
                <a:lnTo>
                  <a:pt x="385763" y="866775"/>
                </a:lnTo>
                <a:lnTo>
                  <a:pt x="381000" y="871538"/>
                </a:lnTo>
                <a:lnTo>
                  <a:pt x="376238" y="876300"/>
                </a:lnTo>
                <a:lnTo>
                  <a:pt x="371475" y="881063"/>
                </a:lnTo>
                <a:lnTo>
                  <a:pt x="366713" y="885825"/>
                </a:lnTo>
                <a:lnTo>
                  <a:pt x="361950" y="890588"/>
                </a:lnTo>
                <a:lnTo>
                  <a:pt x="357188" y="895350"/>
                </a:lnTo>
                <a:lnTo>
                  <a:pt x="352425" y="900113"/>
                </a:lnTo>
                <a:lnTo>
                  <a:pt x="347663" y="904875"/>
                </a:lnTo>
                <a:lnTo>
                  <a:pt x="342900" y="909638"/>
                </a:lnTo>
                <a:lnTo>
                  <a:pt x="338138" y="914400"/>
                </a:lnTo>
                <a:lnTo>
                  <a:pt x="333375" y="919163"/>
                </a:lnTo>
                <a:lnTo>
                  <a:pt x="328613" y="923925"/>
                </a:lnTo>
                <a:lnTo>
                  <a:pt x="323850" y="928688"/>
                </a:lnTo>
                <a:lnTo>
                  <a:pt x="319088" y="933450"/>
                </a:lnTo>
                <a:lnTo>
                  <a:pt x="309563" y="933450"/>
                </a:lnTo>
                <a:lnTo>
                  <a:pt x="304800" y="938213"/>
                </a:lnTo>
                <a:lnTo>
                  <a:pt x="300038" y="942975"/>
                </a:lnTo>
                <a:lnTo>
                  <a:pt x="295275" y="947738"/>
                </a:lnTo>
                <a:lnTo>
                  <a:pt x="290513" y="952500"/>
                </a:lnTo>
                <a:lnTo>
                  <a:pt x="280988" y="952500"/>
                </a:lnTo>
                <a:lnTo>
                  <a:pt x="276225" y="957263"/>
                </a:lnTo>
                <a:lnTo>
                  <a:pt x="271463" y="962025"/>
                </a:lnTo>
                <a:lnTo>
                  <a:pt x="266700" y="966788"/>
                </a:lnTo>
                <a:lnTo>
                  <a:pt x="261938" y="971550"/>
                </a:lnTo>
                <a:lnTo>
                  <a:pt x="252413" y="971550"/>
                </a:lnTo>
                <a:lnTo>
                  <a:pt x="247650" y="976313"/>
                </a:lnTo>
                <a:lnTo>
                  <a:pt x="242888" y="981075"/>
                </a:lnTo>
                <a:lnTo>
                  <a:pt x="233363" y="981075"/>
                </a:lnTo>
                <a:lnTo>
                  <a:pt x="223838" y="981075"/>
                </a:lnTo>
                <a:lnTo>
                  <a:pt x="214313" y="981075"/>
                </a:lnTo>
                <a:lnTo>
                  <a:pt x="209550" y="985838"/>
                </a:lnTo>
                <a:lnTo>
                  <a:pt x="204788" y="990600"/>
                </a:lnTo>
                <a:lnTo>
                  <a:pt x="195263" y="990600"/>
                </a:lnTo>
                <a:lnTo>
                  <a:pt x="185738" y="990600"/>
                </a:lnTo>
                <a:lnTo>
                  <a:pt x="180975" y="985838"/>
                </a:lnTo>
                <a:lnTo>
                  <a:pt x="176213" y="981075"/>
                </a:lnTo>
                <a:lnTo>
                  <a:pt x="166688" y="981075"/>
                </a:lnTo>
                <a:lnTo>
                  <a:pt x="157163" y="981075"/>
                </a:lnTo>
                <a:lnTo>
                  <a:pt x="152400" y="976313"/>
                </a:lnTo>
                <a:lnTo>
                  <a:pt x="147638" y="971550"/>
                </a:lnTo>
                <a:lnTo>
                  <a:pt x="142875" y="966788"/>
                </a:lnTo>
                <a:lnTo>
                  <a:pt x="138113" y="962025"/>
                </a:lnTo>
                <a:lnTo>
                  <a:pt x="128588" y="962025"/>
                </a:lnTo>
                <a:lnTo>
                  <a:pt x="119063" y="962025"/>
                </a:lnTo>
                <a:lnTo>
                  <a:pt x="114300" y="957263"/>
                </a:lnTo>
                <a:lnTo>
                  <a:pt x="109538" y="952500"/>
                </a:lnTo>
                <a:lnTo>
                  <a:pt x="100013" y="952500"/>
                </a:lnTo>
                <a:lnTo>
                  <a:pt x="95250" y="947738"/>
                </a:lnTo>
                <a:lnTo>
                  <a:pt x="90488" y="942975"/>
                </a:lnTo>
                <a:lnTo>
                  <a:pt x="85725" y="938213"/>
                </a:lnTo>
                <a:lnTo>
                  <a:pt x="80963" y="933450"/>
                </a:lnTo>
                <a:lnTo>
                  <a:pt x="71438" y="933450"/>
                </a:lnTo>
                <a:lnTo>
                  <a:pt x="61913" y="933450"/>
                </a:lnTo>
                <a:lnTo>
                  <a:pt x="57150" y="928688"/>
                </a:lnTo>
                <a:lnTo>
                  <a:pt x="52388" y="923925"/>
                </a:lnTo>
                <a:lnTo>
                  <a:pt x="42863" y="923925"/>
                </a:lnTo>
                <a:lnTo>
                  <a:pt x="38100" y="919163"/>
                </a:lnTo>
                <a:lnTo>
                  <a:pt x="33338" y="914400"/>
                </a:lnTo>
                <a:lnTo>
                  <a:pt x="28575" y="909638"/>
                </a:lnTo>
                <a:lnTo>
                  <a:pt x="23813" y="904875"/>
                </a:lnTo>
                <a:lnTo>
                  <a:pt x="19050" y="900113"/>
                </a:lnTo>
                <a:lnTo>
                  <a:pt x="19050" y="890588"/>
                </a:lnTo>
                <a:lnTo>
                  <a:pt x="14288" y="885825"/>
                </a:lnTo>
                <a:lnTo>
                  <a:pt x="9525" y="881063"/>
                </a:lnTo>
                <a:lnTo>
                  <a:pt x="9525" y="871538"/>
                </a:lnTo>
                <a:lnTo>
                  <a:pt x="9525" y="862013"/>
                </a:lnTo>
                <a:lnTo>
                  <a:pt x="9525" y="852488"/>
                </a:lnTo>
                <a:lnTo>
                  <a:pt x="4763" y="847725"/>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4763" y="666750"/>
                </a:lnTo>
                <a:lnTo>
                  <a:pt x="9525" y="661988"/>
                </a:lnTo>
                <a:lnTo>
                  <a:pt x="9525" y="652463"/>
                </a:lnTo>
                <a:lnTo>
                  <a:pt x="9525" y="642938"/>
                </a:lnTo>
                <a:lnTo>
                  <a:pt x="9525" y="633413"/>
                </a:lnTo>
                <a:lnTo>
                  <a:pt x="9525" y="623888"/>
                </a:lnTo>
                <a:lnTo>
                  <a:pt x="9525" y="614363"/>
                </a:lnTo>
                <a:lnTo>
                  <a:pt x="14288" y="609600"/>
                </a:lnTo>
                <a:lnTo>
                  <a:pt x="19050" y="604838"/>
                </a:lnTo>
                <a:lnTo>
                  <a:pt x="19050" y="595313"/>
                </a:lnTo>
                <a:lnTo>
                  <a:pt x="19050" y="585788"/>
                </a:lnTo>
                <a:lnTo>
                  <a:pt x="19050" y="576263"/>
                </a:lnTo>
                <a:lnTo>
                  <a:pt x="23813" y="571500"/>
                </a:lnTo>
                <a:lnTo>
                  <a:pt x="28575" y="566738"/>
                </a:lnTo>
                <a:lnTo>
                  <a:pt x="28575" y="557213"/>
                </a:lnTo>
                <a:lnTo>
                  <a:pt x="28575" y="547688"/>
                </a:lnTo>
                <a:lnTo>
                  <a:pt x="28575" y="538163"/>
                </a:lnTo>
                <a:lnTo>
                  <a:pt x="33338" y="533400"/>
                </a:lnTo>
                <a:lnTo>
                  <a:pt x="38100" y="528638"/>
                </a:lnTo>
                <a:lnTo>
                  <a:pt x="38100" y="519113"/>
                </a:lnTo>
                <a:lnTo>
                  <a:pt x="38100" y="509588"/>
                </a:lnTo>
                <a:lnTo>
                  <a:pt x="42863" y="504825"/>
                </a:lnTo>
                <a:lnTo>
                  <a:pt x="47625" y="500063"/>
                </a:lnTo>
                <a:lnTo>
                  <a:pt x="47625" y="490538"/>
                </a:lnTo>
                <a:lnTo>
                  <a:pt x="47625" y="481013"/>
                </a:lnTo>
                <a:lnTo>
                  <a:pt x="52388" y="476250"/>
                </a:lnTo>
                <a:lnTo>
                  <a:pt x="57150" y="471488"/>
                </a:lnTo>
                <a:lnTo>
                  <a:pt x="57150" y="461963"/>
                </a:lnTo>
                <a:lnTo>
                  <a:pt x="61913" y="457200"/>
                </a:lnTo>
                <a:lnTo>
                  <a:pt x="66675" y="452438"/>
                </a:lnTo>
                <a:lnTo>
                  <a:pt x="66675" y="442913"/>
                </a:lnTo>
                <a:lnTo>
                  <a:pt x="66675" y="433388"/>
                </a:lnTo>
                <a:lnTo>
                  <a:pt x="71438" y="428625"/>
                </a:lnTo>
                <a:lnTo>
                  <a:pt x="76200" y="423863"/>
                </a:lnTo>
                <a:lnTo>
                  <a:pt x="76200" y="414338"/>
                </a:lnTo>
                <a:lnTo>
                  <a:pt x="80963" y="409575"/>
                </a:lnTo>
                <a:lnTo>
                  <a:pt x="85725" y="404813"/>
                </a:lnTo>
                <a:lnTo>
                  <a:pt x="85725" y="395288"/>
                </a:lnTo>
                <a:lnTo>
                  <a:pt x="90488" y="390525"/>
                </a:lnTo>
                <a:lnTo>
                  <a:pt x="95250" y="385763"/>
                </a:lnTo>
                <a:lnTo>
                  <a:pt x="95250" y="376238"/>
                </a:lnTo>
                <a:lnTo>
                  <a:pt x="100013" y="371475"/>
                </a:lnTo>
                <a:lnTo>
                  <a:pt x="104775" y="366713"/>
                </a:lnTo>
                <a:lnTo>
                  <a:pt x="104775" y="357188"/>
                </a:lnTo>
                <a:lnTo>
                  <a:pt x="109538" y="352425"/>
                </a:lnTo>
                <a:lnTo>
                  <a:pt x="114300" y="347663"/>
                </a:lnTo>
                <a:lnTo>
                  <a:pt x="114300" y="338138"/>
                </a:lnTo>
                <a:lnTo>
                  <a:pt x="119063" y="333375"/>
                </a:lnTo>
                <a:lnTo>
                  <a:pt x="123825" y="328613"/>
                </a:lnTo>
                <a:lnTo>
                  <a:pt x="123825" y="319088"/>
                </a:lnTo>
                <a:lnTo>
                  <a:pt x="128588" y="314325"/>
                </a:lnTo>
                <a:lnTo>
                  <a:pt x="133350" y="309563"/>
                </a:lnTo>
                <a:lnTo>
                  <a:pt x="133350" y="300038"/>
                </a:lnTo>
                <a:lnTo>
                  <a:pt x="138113" y="295275"/>
                </a:lnTo>
                <a:lnTo>
                  <a:pt x="142875" y="290513"/>
                </a:lnTo>
                <a:lnTo>
                  <a:pt x="142875" y="280988"/>
                </a:lnTo>
                <a:lnTo>
                  <a:pt x="147638" y="276225"/>
                </a:lnTo>
                <a:lnTo>
                  <a:pt x="152400" y="271463"/>
                </a:lnTo>
                <a:lnTo>
                  <a:pt x="157163" y="266700"/>
                </a:lnTo>
                <a:lnTo>
                  <a:pt x="161925" y="261938"/>
                </a:lnTo>
                <a:lnTo>
                  <a:pt x="161925" y="252413"/>
                </a:lnTo>
                <a:lnTo>
                  <a:pt x="166688" y="247650"/>
                </a:lnTo>
                <a:lnTo>
                  <a:pt x="171450" y="242888"/>
                </a:lnTo>
                <a:lnTo>
                  <a:pt x="176213" y="238125"/>
                </a:lnTo>
                <a:lnTo>
                  <a:pt x="180975" y="233363"/>
                </a:lnTo>
                <a:lnTo>
                  <a:pt x="180975" y="223838"/>
                </a:lnTo>
                <a:lnTo>
                  <a:pt x="185738" y="219075"/>
                </a:lnTo>
                <a:lnTo>
                  <a:pt x="190500" y="214313"/>
                </a:lnTo>
                <a:lnTo>
                  <a:pt x="195263" y="209550"/>
                </a:lnTo>
                <a:lnTo>
                  <a:pt x="200025" y="204788"/>
                </a:lnTo>
                <a:lnTo>
                  <a:pt x="200025" y="195263"/>
                </a:lnTo>
                <a:lnTo>
                  <a:pt x="204788" y="190500"/>
                </a:lnTo>
                <a:lnTo>
                  <a:pt x="209550" y="185738"/>
                </a:lnTo>
                <a:lnTo>
                  <a:pt x="214313" y="180975"/>
                </a:lnTo>
                <a:lnTo>
                  <a:pt x="219075" y="176213"/>
                </a:lnTo>
                <a:lnTo>
                  <a:pt x="223838" y="171450"/>
                </a:lnTo>
                <a:lnTo>
                  <a:pt x="228600" y="166688"/>
                </a:lnTo>
                <a:lnTo>
                  <a:pt x="228600" y="157163"/>
                </a:lnTo>
                <a:lnTo>
                  <a:pt x="233363" y="152400"/>
                </a:lnTo>
                <a:lnTo>
                  <a:pt x="238125" y="147638"/>
                </a:lnTo>
                <a:lnTo>
                  <a:pt x="242888" y="142875"/>
                </a:lnTo>
                <a:lnTo>
                  <a:pt x="247650" y="138113"/>
                </a:lnTo>
                <a:lnTo>
                  <a:pt x="252413" y="133350"/>
                </a:lnTo>
                <a:lnTo>
                  <a:pt x="257175" y="128588"/>
                </a:lnTo>
                <a:lnTo>
                  <a:pt x="261938" y="123825"/>
                </a:lnTo>
                <a:lnTo>
                  <a:pt x="266700" y="119063"/>
                </a:lnTo>
                <a:lnTo>
                  <a:pt x="271463" y="114300"/>
                </a:lnTo>
                <a:lnTo>
                  <a:pt x="276225" y="109538"/>
                </a:lnTo>
                <a:lnTo>
                  <a:pt x="280988" y="104775"/>
                </a:lnTo>
                <a:lnTo>
                  <a:pt x="285750" y="100013"/>
                </a:lnTo>
                <a:lnTo>
                  <a:pt x="290513" y="95250"/>
                </a:lnTo>
                <a:lnTo>
                  <a:pt x="295275" y="90488"/>
                </a:lnTo>
                <a:lnTo>
                  <a:pt x="300038" y="85725"/>
                </a:lnTo>
                <a:lnTo>
                  <a:pt x="304800" y="80963"/>
                </a:lnTo>
                <a:lnTo>
                  <a:pt x="309563" y="76200"/>
                </a:lnTo>
                <a:lnTo>
                  <a:pt x="314325" y="71438"/>
                </a:lnTo>
                <a:lnTo>
                  <a:pt x="319088" y="66675"/>
                </a:lnTo>
                <a:lnTo>
                  <a:pt x="323850" y="61913"/>
                </a:lnTo>
                <a:lnTo>
                  <a:pt x="328613" y="57150"/>
                </a:lnTo>
                <a:lnTo>
                  <a:pt x="333375" y="52388"/>
                </a:lnTo>
                <a:lnTo>
                  <a:pt x="338138" y="47625"/>
                </a:lnTo>
                <a:lnTo>
                  <a:pt x="347663" y="47625"/>
                </a:lnTo>
                <a:lnTo>
                  <a:pt x="352425" y="42863"/>
                </a:lnTo>
                <a:lnTo>
                  <a:pt x="357188" y="38100"/>
                </a:lnTo>
                <a:lnTo>
                  <a:pt x="361950" y="33338"/>
                </a:lnTo>
                <a:lnTo>
                  <a:pt x="366713" y="28575"/>
                </a:lnTo>
                <a:lnTo>
                  <a:pt x="376238" y="28575"/>
                </a:lnTo>
                <a:lnTo>
                  <a:pt x="381000" y="23813"/>
                </a:lnTo>
                <a:lnTo>
                  <a:pt x="385763" y="19050"/>
                </a:lnTo>
                <a:lnTo>
                  <a:pt x="390525" y="14288"/>
                </a:lnTo>
                <a:lnTo>
                  <a:pt x="395288" y="9525"/>
                </a:lnTo>
                <a:lnTo>
                  <a:pt x="404813" y="9525"/>
                </a:lnTo>
                <a:lnTo>
                  <a:pt x="409575" y="4763"/>
                </a:lnTo>
                <a:close/>
              </a:path>
            </a:pathLst>
          </a:custGeom>
          <a:solidFill xmlns:a="http://schemas.openxmlformats.org/drawingml/2006/main">
            <a:srgbClr val="C0C0C0"/>
          </a:solidFill>
          <a:ln xmlns:a="http://schemas.openxmlformats.org/drawingml/2006/main" w="0">
            <a:noFill/>
            <a:prstDash val="solid"/>
          </a:ln>
        </p:spPr>
      </p:sp>
      <p:sp>
        <p:nvSpPr>
          <p:cNvPr id="252" name="deep-skill-chaining-source-component-4-gradient-194-0">
            <a:extLst xmlns:a="http://schemas.openxmlformats.org/drawingml/2006/main">
              <a:ext uri="{FF2B5EF4-FFF2-40B4-BE49-F238E27FC236}">
                <a16:creationId xmlns:a16="http://schemas.microsoft.com/office/drawing/2014/main" id="{434AFEA7-3620-4EB6-88BA-61D73CFCBA64}"/>
              </a:ext>
            </a:extLst>
          </p:cNvPr>
          <p:cNvSpPr>
            <a:spLocks xmlns:a="http://schemas.openxmlformats.org/drawingml/2006/main" noGrp="1"/>
          </p:cNvSpPr>
          <p:nvPr/>
        </p:nvSpPr>
        <p:spPr>
          <a:xfrm xmlns:a="http://schemas.openxmlformats.org/drawingml/2006/main" rot="0">
            <a:off x="9172575" y="1685925"/>
            <a:ext cx="666750" cy="962025"/>
          </a:xfrm>
          <a:custGeom xmlns:a="http://schemas.openxmlformats.org/drawingml/2006/main">
            <a:pathLst>
              <a:path w="666750" h="962025">
                <a:moveTo>
                  <a:pt x="381000" y="4763"/>
                </a:moveTo>
                <a:lnTo>
                  <a:pt x="385763" y="0"/>
                </a:lnTo>
                <a:lnTo>
                  <a:pt x="395288" y="0"/>
                </a:lnTo>
                <a:lnTo>
                  <a:pt x="404813" y="0"/>
                </a:lnTo>
                <a:lnTo>
                  <a:pt x="414338" y="0"/>
                </a:lnTo>
                <a:lnTo>
                  <a:pt x="419100" y="4763"/>
                </a:lnTo>
                <a:lnTo>
                  <a:pt x="423863" y="9525"/>
                </a:lnTo>
                <a:lnTo>
                  <a:pt x="433388" y="9525"/>
                </a:lnTo>
                <a:lnTo>
                  <a:pt x="442913" y="9525"/>
                </a:lnTo>
                <a:lnTo>
                  <a:pt x="447675" y="14288"/>
                </a:lnTo>
                <a:lnTo>
                  <a:pt x="452438" y="19050"/>
                </a:lnTo>
                <a:lnTo>
                  <a:pt x="461963" y="19050"/>
                </a:lnTo>
                <a:lnTo>
                  <a:pt x="471488" y="19050"/>
                </a:lnTo>
                <a:lnTo>
                  <a:pt x="481013" y="19050"/>
                </a:lnTo>
                <a:lnTo>
                  <a:pt x="490538" y="19050"/>
                </a:lnTo>
                <a:lnTo>
                  <a:pt x="495300" y="23813"/>
                </a:lnTo>
                <a:lnTo>
                  <a:pt x="500063" y="28575"/>
                </a:lnTo>
                <a:lnTo>
                  <a:pt x="509588" y="28575"/>
                </a:lnTo>
                <a:lnTo>
                  <a:pt x="519113" y="28575"/>
                </a:lnTo>
                <a:lnTo>
                  <a:pt x="523875" y="33338"/>
                </a:lnTo>
                <a:lnTo>
                  <a:pt x="528638" y="38100"/>
                </a:lnTo>
                <a:lnTo>
                  <a:pt x="538163" y="38100"/>
                </a:lnTo>
                <a:lnTo>
                  <a:pt x="542925" y="42863"/>
                </a:lnTo>
                <a:lnTo>
                  <a:pt x="547688" y="47625"/>
                </a:lnTo>
                <a:lnTo>
                  <a:pt x="557213" y="47625"/>
                </a:lnTo>
                <a:lnTo>
                  <a:pt x="561975" y="52388"/>
                </a:lnTo>
                <a:lnTo>
                  <a:pt x="566738" y="57150"/>
                </a:lnTo>
                <a:lnTo>
                  <a:pt x="576263" y="57150"/>
                </a:lnTo>
                <a:lnTo>
                  <a:pt x="581025" y="61913"/>
                </a:lnTo>
                <a:lnTo>
                  <a:pt x="585788" y="66675"/>
                </a:lnTo>
                <a:lnTo>
                  <a:pt x="595313" y="66675"/>
                </a:lnTo>
                <a:lnTo>
                  <a:pt x="600075" y="71438"/>
                </a:lnTo>
                <a:lnTo>
                  <a:pt x="604838" y="76200"/>
                </a:lnTo>
                <a:lnTo>
                  <a:pt x="609600" y="80963"/>
                </a:lnTo>
                <a:lnTo>
                  <a:pt x="614363" y="85725"/>
                </a:lnTo>
                <a:lnTo>
                  <a:pt x="619125" y="90488"/>
                </a:lnTo>
                <a:lnTo>
                  <a:pt x="623888" y="95250"/>
                </a:lnTo>
                <a:lnTo>
                  <a:pt x="633413" y="95250"/>
                </a:lnTo>
                <a:lnTo>
                  <a:pt x="642938" y="95250"/>
                </a:lnTo>
                <a:lnTo>
                  <a:pt x="647700" y="100013"/>
                </a:lnTo>
                <a:lnTo>
                  <a:pt x="652463" y="104775"/>
                </a:lnTo>
                <a:lnTo>
                  <a:pt x="657225" y="109538"/>
                </a:lnTo>
                <a:lnTo>
                  <a:pt x="657225" y="119063"/>
                </a:lnTo>
                <a:lnTo>
                  <a:pt x="657225" y="128588"/>
                </a:lnTo>
                <a:lnTo>
                  <a:pt x="661988" y="133350"/>
                </a:lnTo>
                <a:lnTo>
                  <a:pt x="666750" y="138113"/>
                </a:lnTo>
                <a:lnTo>
                  <a:pt x="666750" y="147638"/>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6750" y="280988"/>
                </a:lnTo>
                <a:lnTo>
                  <a:pt x="661988" y="285750"/>
                </a:lnTo>
                <a:lnTo>
                  <a:pt x="657225" y="290513"/>
                </a:lnTo>
                <a:lnTo>
                  <a:pt x="657225" y="300038"/>
                </a:lnTo>
                <a:lnTo>
                  <a:pt x="657225" y="309563"/>
                </a:lnTo>
                <a:lnTo>
                  <a:pt x="657225" y="319088"/>
                </a:lnTo>
                <a:lnTo>
                  <a:pt x="657225" y="328613"/>
                </a:lnTo>
                <a:lnTo>
                  <a:pt x="657225" y="338138"/>
                </a:lnTo>
                <a:lnTo>
                  <a:pt x="652463" y="342900"/>
                </a:lnTo>
                <a:lnTo>
                  <a:pt x="647700" y="347663"/>
                </a:lnTo>
                <a:lnTo>
                  <a:pt x="647700" y="357188"/>
                </a:lnTo>
                <a:lnTo>
                  <a:pt x="647700" y="366713"/>
                </a:lnTo>
                <a:lnTo>
                  <a:pt x="647700" y="376238"/>
                </a:lnTo>
                <a:lnTo>
                  <a:pt x="642938" y="381000"/>
                </a:lnTo>
                <a:lnTo>
                  <a:pt x="638175" y="385763"/>
                </a:lnTo>
                <a:lnTo>
                  <a:pt x="638175" y="395288"/>
                </a:lnTo>
                <a:lnTo>
                  <a:pt x="638175" y="404813"/>
                </a:lnTo>
                <a:lnTo>
                  <a:pt x="638175" y="414338"/>
                </a:lnTo>
                <a:lnTo>
                  <a:pt x="633413" y="419100"/>
                </a:lnTo>
                <a:lnTo>
                  <a:pt x="628650" y="423863"/>
                </a:lnTo>
                <a:lnTo>
                  <a:pt x="628650" y="433388"/>
                </a:lnTo>
                <a:lnTo>
                  <a:pt x="628650" y="442913"/>
                </a:lnTo>
                <a:lnTo>
                  <a:pt x="623888" y="447675"/>
                </a:lnTo>
                <a:lnTo>
                  <a:pt x="619125" y="452438"/>
                </a:lnTo>
                <a:lnTo>
                  <a:pt x="619125" y="461963"/>
                </a:lnTo>
                <a:lnTo>
                  <a:pt x="619125" y="471488"/>
                </a:lnTo>
                <a:lnTo>
                  <a:pt x="614363" y="476250"/>
                </a:lnTo>
                <a:lnTo>
                  <a:pt x="609600" y="481013"/>
                </a:lnTo>
                <a:lnTo>
                  <a:pt x="609600" y="490538"/>
                </a:lnTo>
                <a:lnTo>
                  <a:pt x="609600" y="500063"/>
                </a:lnTo>
                <a:lnTo>
                  <a:pt x="604838" y="504825"/>
                </a:lnTo>
                <a:lnTo>
                  <a:pt x="600075" y="509588"/>
                </a:lnTo>
                <a:lnTo>
                  <a:pt x="600075" y="519113"/>
                </a:lnTo>
                <a:lnTo>
                  <a:pt x="595313" y="523875"/>
                </a:lnTo>
                <a:lnTo>
                  <a:pt x="590550" y="528638"/>
                </a:lnTo>
                <a:lnTo>
                  <a:pt x="590550" y="538163"/>
                </a:lnTo>
                <a:lnTo>
                  <a:pt x="585788" y="542925"/>
                </a:lnTo>
                <a:lnTo>
                  <a:pt x="581025" y="547688"/>
                </a:lnTo>
                <a:lnTo>
                  <a:pt x="581025" y="557213"/>
                </a:lnTo>
                <a:lnTo>
                  <a:pt x="581025" y="566738"/>
                </a:lnTo>
                <a:lnTo>
                  <a:pt x="576263" y="571500"/>
                </a:lnTo>
                <a:lnTo>
                  <a:pt x="571500" y="576263"/>
                </a:lnTo>
                <a:lnTo>
                  <a:pt x="571500" y="585788"/>
                </a:lnTo>
                <a:lnTo>
                  <a:pt x="566738" y="590550"/>
                </a:lnTo>
                <a:lnTo>
                  <a:pt x="561975" y="595313"/>
                </a:lnTo>
                <a:lnTo>
                  <a:pt x="561975" y="604838"/>
                </a:lnTo>
                <a:lnTo>
                  <a:pt x="557213" y="609600"/>
                </a:lnTo>
                <a:lnTo>
                  <a:pt x="552450" y="614363"/>
                </a:lnTo>
                <a:lnTo>
                  <a:pt x="552450" y="623888"/>
                </a:lnTo>
                <a:lnTo>
                  <a:pt x="547688" y="628650"/>
                </a:lnTo>
                <a:lnTo>
                  <a:pt x="542925" y="633413"/>
                </a:lnTo>
                <a:lnTo>
                  <a:pt x="538163" y="638175"/>
                </a:lnTo>
                <a:lnTo>
                  <a:pt x="533400" y="642938"/>
                </a:lnTo>
                <a:lnTo>
                  <a:pt x="533400" y="652463"/>
                </a:lnTo>
                <a:lnTo>
                  <a:pt x="528638" y="657225"/>
                </a:lnTo>
                <a:lnTo>
                  <a:pt x="523875" y="661988"/>
                </a:lnTo>
                <a:lnTo>
                  <a:pt x="523875" y="671513"/>
                </a:lnTo>
                <a:lnTo>
                  <a:pt x="519113" y="676275"/>
                </a:lnTo>
                <a:lnTo>
                  <a:pt x="514350" y="681038"/>
                </a:lnTo>
                <a:lnTo>
                  <a:pt x="514350" y="690563"/>
                </a:lnTo>
                <a:lnTo>
                  <a:pt x="509588" y="695325"/>
                </a:lnTo>
                <a:lnTo>
                  <a:pt x="504825" y="700088"/>
                </a:lnTo>
                <a:lnTo>
                  <a:pt x="500063" y="704850"/>
                </a:lnTo>
                <a:lnTo>
                  <a:pt x="495300" y="709613"/>
                </a:lnTo>
                <a:lnTo>
                  <a:pt x="495300" y="719138"/>
                </a:lnTo>
                <a:lnTo>
                  <a:pt x="490538" y="723900"/>
                </a:lnTo>
                <a:lnTo>
                  <a:pt x="485775" y="728663"/>
                </a:lnTo>
                <a:lnTo>
                  <a:pt x="481013" y="733425"/>
                </a:lnTo>
                <a:lnTo>
                  <a:pt x="476250" y="738188"/>
                </a:lnTo>
                <a:lnTo>
                  <a:pt x="476250" y="747713"/>
                </a:lnTo>
                <a:lnTo>
                  <a:pt x="471488" y="752475"/>
                </a:lnTo>
                <a:lnTo>
                  <a:pt x="466725" y="757238"/>
                </a:lnTo>
                <a:lnTo>
                  <a:pt x="461963" y="762000"/>
                </a:lnTo>
                <a:lnTo>
                  <a:pt x="457200" y="766763"/>
                </a:lnTo>
                <a:lnTo>
                  <a:pt x="452438" y="771525"/>
                </a:lnTo>
                <a:lnTo>
                  <a:pt x="447675" y="776288"/>
                </a:lnTo>
                <a:lnTo>
                  <a:pt x="447675" y="785813"/>
                </a:lnTo>
                <a:lnTo>
                  <a:pt x="442913" y="790575"/>
                </a:lnTo>
                <a:lnTo>
                  <a:pt x="438150" y="795338"/>
                </a:lnTo>
                <a:lnTo>
                  <a:pt x="433388" y="800100"/>
                </a:lnTo>
                <a:lnTo>
                  <a:pt x="428625" y="804863"/>
                </a:lnTo>
                <a:lnTo>
                  <a:pt x="423863" y="809625"/>
                </a:lnTo>
                <a:lnTo>
                  <a:pt x="419100" y="814388"/>
                </a:lnTo>
                <a:lnTo>
                  <a:pt x="414338" y="819150"/>
                </a:lnTo>
                <a:lnTo>
                  <a:pt x="409575" y="823913"/>
                </a:lnTo>
                <a:lnTo>
                  <a:pt x="404813" y="828675"/>
                </a:lnTo>
                <a:lnTo>
                  <a:pt x="400050" y="833438"/>
                </a:lnTo>
                <a:lnTo>
                  <a:pt x="395288" y="838200"/>
                </a:lnTo>
                <a:lnTo>
                  <a:pt x="390525" y="842963"/>
                </a:lnTo>
                <a:lnTo>
                  <a:pt x="385763" y="847725"/>
                </a:lnTo>
                <a:lnTo>
                  <a:pt x="381000" y="852488"/>
                </a:lnTo>
                <a:lnTo>
                  <a:pt x="376238" y="857250"/>
                </a:lnTo>
                <a:lnTo>
                  <a:pt x="371475" y="862013"/>
                </a:lnTo>
                <a:lnTo>
                  <a:pt x="366713" y="866775"/>
                </a:lnTo>
                <a:lnTo>
                  <a:pt x="361950" y="871538"/>
                </a:lnTo>
                <a:lnTo>
                  <a:pt x="357188" y="876300"/>
                </a:lnTo>
                <a:lnTo>
                  <a:pt x="352425" y="881063"/>
                </a:lnTo>
                <a:lnTo>
                  <a:pt x="347663" y="885825"/>
                </a:lnTo>
                <a:lnTo>
                  <a:pt x="342900" y="890588"/>
                </a:lnTo>
                <a:lnTo>
                  <a:pt x="338138" y="895350"/>
                </a:lnTo>
                <a:lnTo>
                  <a:pt x="333375" y="900113"/>
                </a:lnTo>
                <a:lnTo>
                  <a:pt x="328613" y="904875"/>
                </a:lnTo>
                <a:lnTo>
                  <a:pt x="323850" y="909638"/>
                </a:lnTo>
                <a:lnTo>
                  <a:pt x="319088" y="914400"/>
                </a:lnTo>
                <a:lnTo>
                  <a:pt x="309563" y="914400"/>
                </a:lnTo>
                <a:lnTo>
                  <a:pt x="304800" y="919163"/>
                </a:lnTo>
                <a:lnTo>
                  <a:pt x="300038" y="923925"/>
                </a:lnTo>
                <a:lnTo>
                  <a:pt x="295275" y="928688"/>
                </a:lnTo>
                <a:lnTo>
                  <a:pt x="290513" y="933450"/>
                </a:lnTo>
                <a:lnTo>
                  <a:pt x="280988" y="933450"/>
                </a:lnTo>
                <a:lnTo>
                  <a:pt x="276225" y="938213"/>
                </a:lnTo>
                <a:lnTo>
                  <a:pt x="271463" y="942975"/>
                </a:lnTo>
                <a:lnTo>
                  <a:pt x="266700" y="947738"/>
                </a:lnTo>
                <a:lnTo>
                  <a:pt x="261938" y="952500"/>
                </a:lnTo>
                <a:lnTo>
                  <a:pt x="252413" y="952500"/>
                </a:lnTo>
                <a:lnTo>
                  <a:pt x="247650" y="957263"/>
                </a:lnTo>
                <a:lnTo>
                  <a:pt x="242888" y="962025"/>
                </a:lnTo>
                <a:lnTo>
                  <a:pt x="238125" y="957263"/>
                </a:lnTo>
                <a:lnTo>
                  <a:pt x="233363" y="952500"/>
                </a:lnTo>
                <a:lnTo>
                  <a:pt x="228600" y="957263"/>
                </a:lnTo>
                <a:lnTo>
                  <a:pt x="223838" y="962025"/>
                </a:lnTo>
                <a:lnTo>
                  <a:pt x="214313" y="962025"/>
                </a:lnTo>
                <a:lnTo>
                  <a:pt x="209550" y="957263"/>
                </a:lnTo>
                <a:lnTo>
                  <a:pt x="204788" y="952500"/>
                </a:lnTo>
                <a:lnTo>
                  <a:pt x="195263" y="952500"/>
                </a:lnTo>
                <a:lnTo>
                  <a:pt x="185738" y="952500"/>
                </a:lnTo>
                <a:lnTo>
                  <a:pt x="180975" y="947738"/>
                </a:lnTo>
                <a:lnTo>
                  <a:pt x="176213" y="942975"/>
                </a:lnTo>
                <a:lnTo>
                  <a:pt x="166688" y="942975"/>
                </a:lnTo>
                <a:lnTo>
                  <a:pt x="157163" y="942975"/>
                </a:lnTo>
                <a:lnTo>
                  <a:pt x="152400" y="938213"/>
                </a:lnTo>
                <a:lnTo>
                  <a:pt x="147638" y="933450"/>
                </a:lnTo>
                <a:lnTo>
                  <a:pt x="138113" y="933450"/>
                </a:lnTo>
                <a:lnTo>
                  <a:pt x="128588" y="933450"/>
                </a:lnTo>
                <a:lnTo>
                  <a:pt x="123825" y="928688"/>
                </a:lnTo>
                <a:lnTo>
                  <a:pt x="119063" y="923925"/>
                </a:lnTo>
                <a:lnTo>
                  <a:pt x="114300" y="919163"/>
                </a:lnTo>
                <a:lnTo>
                  <a:pt x="109538" y="914400"/>
                </a:lnTo>
                <a:lnTo>
                  <a:pt x="100013" y="914400"/>
                </a:lnTo>
                <a:lnTo>
                  <a:pt x="95250" y="909638"/>
                </a:lnTo>
                <a:lnTo>
                  <a:pt x="90488" y="904875"/>
                </a:lnTo>
                <a:lnTo>
                  <a:pt x="80963" y="904875"/>
                </a:lnTo>
                <a:lnTo>
                  <a:pt x="71438" y="904875"/>
                </a:lnTo>
                <a:lnTo>
                  <a:pt x="66675" y="900113"/>
                </a:lnTo>
                <a:lnTo>
                  <a:pt x="61913" y="895350"/>
                </a:lnTo>
                <a:lnTo>
                  <a:pt x="57150" y="890588"/>
                </a:lnTo>
                <a:lnTo>
                  <a:pt x="52388" y="885825"/>
                </a:lnTo>
                <a:lnTo>
                  <a:pt x="42863" y="885825"/>
                </a:lnTo>
                <a:lnTo>
                  <a:pt x="38100" y="881063"/>
                </a:lnTo>
                <a:lnTo>
                  <a:pt x="33338" y="876300"/>
                </a:lnTo>
                <a:lnTo>
                  <a:pt x="28575" y="871538"/>
                </a:lnTo>
                <a:lnTo>
                  <a:pt x="23813" y="866775"/>
                </a:lnTo>
                <a:lnTo>
                  <a:pt x="19050" y="862013"/>
                </a:lnTo>
                <a:lnTo>
                  <a:pt x="14288" y="857250"/>
                </a:lnTo>
                <a:lnTo>
                  <a:pt x="9525" y="852488"/>
                </a:lnTo>
                <a:lnTo>
                  <a:pt x="9525" y="842963"/>
                </a:lnTo>
                <a:lnTo>
                  <a:pt x="9525" y="833438"/>
                </a:lnTo>
                <a:lnTo>
                  <a:pt x="4763" y="828675"/>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4763" y="647700"/>
                </a:lnTo>
                <a:lnTo>
                  <a:pt x="9525" y="642938"/>
                </a:lnTo>
                <a:lnTo>
                  <a:pt x="9525" y="633413"/>
                </a:lnTo>
                <a:lnTo>
                  <a:pt x="9525" y="623888"/>
                </a:lnTo>
                <a:lnTo>
                  <a:pt x="9525" y="614363"/>
                </a:lnTo>
                <a:lnTo>
                  <a:pt x="9525" y="604838"/>
                </a:lnTo>
                <a:lnTo>
                  <a:pt x="9525" y="595313"/>
                </a:lnTo>
                <a:lnTo>
                  <a:pt x="14288" y="590550"/>
                </a:lnTo>
                <a:lnTo>
                  <a:pt x="19050" y="585788"/>
                </a:lnTo>
                <a:lnTo>
                  <a:pt x="19050" y="576263"/>
                </a:lnTo>
                <a:lnTo>
                  <a:pt x="19050" y="566738"/>
                </a:lnTo>
                <a:lnTo>
                  <a:pt x="19050" y="557213"/>
                </a:lnTo>
                <a:lnTo>
                  <a:pt x="23813" y="552450"/>
                </a:lnTo>
                <a:lnTo>
                  <a:pt x="28575" y="547688"/>
                </a:lnTo>
                <a:lnTo>
                  <a:pt x="28575" y="538163"/>
                </a:lnTo>
                <a:lnTo>
                  <a:pt x="28575" y="528638"/>
                </a:lnTo>
                <a:lnTo>
                  <a:pt x="28575" y="519113"/>
                </a:lnTo>
                <a:lnTo>
                  <a:pt x="33338" y="514350"/>
                </a:lnTo>
                <a:lnTo>
                  <a:pt x="38100" y="509588"/>
                </a:lnTo>
                <a:lnTo>
                  <a:pt x="38100" y="500063"/>
                </a:lnTo>
                <a:lnTo>
                  <a:pt x="38100" y="490538"/>
                </a:lnTo>
                <a:lnTo>
                  <a:pt x="42863" y="485775"/>
                </a:lnTo>
                <a:lnTo>
                  <a:pt x="47625" y="481013"/>
                </a:lnTo>
                <a:lnTo>
                  <a:pt x="47625" y="471488"/>
                </a:lnTo>
                <a:lnTo>
                  <a:pt x="47625" y="461963"/>
                </a:lnTo>
                <a:lnTo>
                  <a:pt x="52388" y="457200"/>
                </a:lnTo>
                <a:lnTo>
                  <a:pt x="57150" y="452438"/>
                </a:lnTo>
                <a:lnTo>
                  <a:pt x="57150" y="442913"/>
                </a:lnTo>
                <a:lnTo>
                  <a:pt x="61913" y="438150"/>
                </a:lnTo>
                <a:lnTo>
                  <a:pt x="66675" y="433388"/>
                </a:lnTo>
                <a:lnTo>
                  <a:pt x="66675" y="423863"/>
                </a:lnTo>
                <a:lnTo>
                  <a:pt x="66675" y="414338"/>
                </a:lnTo>
                <a:lnTo>
                  <a:pt x="71438" y="409575"/>
                </a:lnTo>
                <a:lnTo>
                  <a:pt x="76200" y="404813"/>
                </a:lnTo>
                <a:lnTo>
                  <a:pt x="76200" y="395288"/>
                </a:lnTo>
                <a:lnTo>
                  <a:pt x="80963" y="390525"/>
                </a:lnTo>
                <a:lnTo>
                  <a:pt x="85725" y="385763"/>
                </a:lnTo>
                <a:lnTo>
                  <a:pt x="85725" y="376238"/>
                </a:lnTo>
                <a:lnTo>
                  <a:pt x="90488" y="371475"/>
                </a:lnTo>
                <a:lnTo>
                  <a:pt x="95250" y="366713"/>
                </a:lnTo>
                <a:lnTo>
                  <a:pt x="95250" y="357188"/>
                </a:lnTo>
                <a:lnTo>
                  <a:pt x="100013" y="352425"/>
                </a:lnTo>
                <a:lnTo>
                  <a:pt x="104775" y="347663"/>
                </a:lnTo>
                <a:lnTo>
                  <a:pt x="104775" y="338138"/>
                </a:lnTo>
                <a:lnTo>
                  <a:pt x="109538" y="333375"/>
                </a:lnTo>
                <a:lnTo>
                  <a:pt x="114300" y="328613"/>
                </a:lnTo>
                <a:lnTo>
                  <a:pt x="114300" y="319088"/>
                </a:lnTo>
                <a:lnTo>
                  <a:pt x="119063" y="314325"/>
                </a:lnTo>
                <a:lnTo>
                  <a:pt x="123825" y="309563"/>
                </a:lnTo>
                <a:lnTo>
                  <a:pt x="123825" y="300038"/>
                </a:lnTo>
                <a:lnTo>
                  <a:pt x="128588" y="295275"/>
                </a:lnTo>
                <a:lnTo>
                  <a:pt x="133350" y="290513"/>
                </a:lnTo>
                <a:lnTo>
                  <a:pt x="133350" y="280988"/>
                </a:lnTo>
                <a:lnTo>
                  <a:pt x="138113" y="276225"/>
                </a:lnTo>
                <a:lnTo>
                  <a:pt x="142875" y="271463"/>
                </a:lnTo>
                <a:lnTo>
                  <a:pt x="142875" y="261938"/>
                </a:lnTo>
                <a:lnTo>
                  <a:pt x="147638" y="257175"/>
                </a:lnTo>
                <a:lnTo>
                  <a:pt x="152400" y="252413"/>
                </a:lnTo>
                <a:lnTo>
                  <a:pt x="157163" y="247650"/>
                </a:lnTo>
                <a:lnTo>
                  <a:pt x="161925" y="242888"/>
                </a:lnTo>
                <a:lnTo>
                  <a:pt x="161925" y="233363"/>
                </a:lnTo>
                <a:lnTo>
                  <a:pt x="166688" y="228600"/>
                </a:lnTo>
                <a:lnTo>
                  <a:pt x="171450" y="223838"/>
                </a:lnTo>
                <a:lnTo>
                  <a:pt x="176213" y="219075"/>
                </a:lnTo>
                <a:lnTo>
                  <a:pt x="180975" y="214313"/>
                </a:lnTo>
                <a:lnTo>
                  <a:pt x="180975" y="204788"/>
                </a:lnTo>
                <a:lnTo>
                  <a:pt x="185738" y="200025"/>
                </a:lnTo>
                <a:lnTo>
                  <a:pt x="190500" y="195263"/>
                </a:lnTo>
                <a:lnTo>
                  <a:pt x="195263" y="190500"/>
                </a:lnTo>
                <a:lnTo>
                  <a:pt x="200025" y="185738"/>
                </a:lnTo>
                <a:lnTo>
                  <a:pt x="200025" y="176213"/>
                </a:lnTo>
                <a:lnTo>
                  <a:pt x="204788" y="171450"/>
                </a:lnTo>
                <a:lnTo>
                  <a:pt x="209550" y="166688"/>
                </a:lnTo>
                <a:lnTo>
                  <a:pt x="214313" y="161925"/>
                </a:lnTo>
                <a:lnTo>
                  <a:pt x="219075" y="157163"/>
                </a:lnTo>
                <a:lnTo>
                  <a:pt x="223838" y="152400"/>
                </a:lnTo>
                <a:lnTo>
                  <a:pt x="228600" y="147638"/>
                </a:lnTo>
                <a:lnTo>
                  <a:pt x="228600" y="138113"/>
                </a:lnTo>
                <a:lnTo>
                  <a:pt x="233363" y="133350"/>
                </a:lnTo>
                <a:lnTo>
                  <a:pt x="238125" y="128588"/>
                </a:lnTo>
                <a:lnTo>
                  <a:pt x="242888" y="123825"/>
                </a:lnTo>
                <a:lnTo>
                  <a:pt x="247650" y="119063"/>
                </a:lnTo>
                <a:lnTo>
                  <a:pt x="252413" y="114300"/>
                </a:lnTo>
                <a:lnTo>
                  <a:pt x="257175" y="109538"/>
                </a:lnTo>
                <a:lnTo>
                  <a:pt x="261938" y="104775"/>
                </a:lnTo>
                <a:lnTo>
                  <a:pt x="266700" y="100013"/>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4325" y="52388"/>
                </a:lnTo>
                <a:lnTo>
                  <a:pt x="319088" y="47625"/>
                </a:lnTo>
                <a:lnTo>
                  <a:pt x="323850" y="42863"/>
                </a:lnTo>
                <a:lnTo>
                  <a:pt x="328613" y="38100"/>
                </a:lnTo>
                <a:lnTo>
                  <a:pt x="333375" y="33338"/>
                </a:lnTo>
                <a:lnTo>
                  <a:pt x="338138" y="28575"/>
                </a:lnTo>
                <a:lnTo>
                  <a:pt x="347663" y="28575"/>
                </a:lnTo>
                <a:lnTo>
                  <a:pt x="352425" y="23813"/>
                </a:lnTo>
                <a:lnTo>
                  <a:pt x="357188" y="19050"/>
                </a:lnTo>
                <a:lnTo>
                  <a:pt x="361950" y="14288"/>
                </a:lnTo>
                <a:lnTo>
                  <a:pt x="366713" y="9525"/>
                </a:lnTo>
                <a:lnTo>
                  <a:pt x="376238" y="9525"/>
                </a:lnTo>
                <a:lnTo>
                  <a:pt x="381000" y="4763"/>
                </a:lnTo>
                <a:close/>
              </a:path>
            </a:pathLst>
          </a:custGeom>
          <a:solidFill xmlns:a="http://schemas.openxmlformats.org/drawingml/2006/main">
            <a:srgbClr val="C2C2C2"/>
          </a:solidFill>
          <a:ln xmlns:a="http://schemas.openxmlformats.org/drawingml/2006/main" w="0">
            <a:noFill/>
            <a:prstDash val="solid"/>
          </a:ln>
        </p:spPr>
      </p:sp>
      <p:sp>
        <p:nvSpPr>
          <p:cNvPr id="253" name="deep-skill-chaining-source-component-4-gradient-196-0">
            <a:extLst xmlns:a="http://schemas.openxmlformats.org/drawingml/2006/main">
              <a:ext uri="{FF2B5EF4-FFF2-40B4-BE49-F238E27FC236}">
                <a16:creationId xmlns:a16="http://schemas.microsoft.com/office/drawing/2014/main" id="{788A645C-5C96-4124-A885-A715343C094D}"/>
              </a:ext>
            </a:extLst>
          </p:cNvPr>
          <p:cNvSpPr>
            <a:spLocks xmlns:a="http://schemas.openxmlformats.org/drawingml/2006/main" noGrp="1"/>
          </p:cNvSpPr>
          <p:nvPr/>
        </p:nvSpPr>
        <p:spPr>
          <a:xfrm xmlns:a="http://schemas.openxmlformats.org/drawingml/2006/main" rot="0">
            <a:off x="9172575" y="1695450"/>
            <a:ext cx="666750" cy="942975"/>
          </a:xfrm>
          <a:custGeom xmlns:a="http://schemas.openxmlformats.org/drawingml/2006/main">
            <a:pathLst>
              <a:path w="666750" h="942975">
                <a:moveTo>
                  <a:pt x="361950" y="4763"/>
                </a:moveTo>
                <a:lnTo>
                  <a:pt x="366713" y="0"/>
                </a:lnTo>
                <a:lnTo>
                  <a:pt x="376238" y="0"/>
                </a:lnTo>
                <a:lnTo>
                  <a:pt x="385763" y="0"/>
                </a:lnTo>
                <a:lnTo>
                  <a:pt x="390525" y="4763"/>
                </a:lnTo>
                <a:lnTo>
                  <a:pt x="395288" y="9525"/>
                </a:lnTo>
                <a:lnTo>
                  <a:pt x="404813" y="9525"/>
                </a:lnTo>
                <a:lnTo>
                  <a:pt x="414338" y="9525"/>
                </a:lnTo>
                <a:lnTo>
                  <a:pt x="419100" y="14288"/>
                </a:lnTo>
                <a:lnTo>
                  <a:pt x="423863" y="19050"/>
                </a:lnTo>
                <a:lnTo>
                  <a:pt x="433388" y="19050"/>
                </a:lnTo>
                <a:lnTo>
                  <a:pt x="442913" y="19050"/>
                </a:lnTo>
                <a:lnTo>
                  <a:pt x="452438" y="19050"/>
                </a:lnTo>
                <a:lnTo>
                  <a:pt x="457200" y="23813"/>
                </a:lnTo>
                <a:lnTo>
                  <a:pt x="461963" y="28575"/>
                </a:lnTo>
                <a:lnTo>
                  <a:pt x="471488" y="28575"/>
                </a:lnTo>
                <a:lnTo>
                  <a:pt x="481013" y="28575"/>
                </a:lnTo>
                <a:lnTo>
                  <a:pt x="490538" y="28575"/>
                </a:lnTo>
                <a:lnTo>
                  <a:pt x="500063" y="28575"/>
                </a:lnTo>
                <a:lnTo>
                  <a:pt x="504825" y="33338"/>
                </a:lnTo>
                <a:lnTo>
                  <a:pt x="509588" y="38100"/>
                </a:lnTo>
                <a:lnTo>
                  <a:pt x="519113" y="38100"/>
                </a:lnTo>
                <a:lnTo>
                  <a:pt x="523875" y="42863"/>
                </a:lnTo>
                <a:lnTo>
                  <a:pt x="528638" y="47625"/>
                </a:lnTo>
                <a:lnTo>
                  <a:pt x="538163" y="47625"/>
                </a:lnTo>
                <a:lnTo>
                  <a:pt x="547688" y="47625"/>
                </a:lnTo>
                <a:lnTo>
                  <a:pt x="552450" y="52388"/>
                </a:lnTo>
                <a:lnTo>
                  <a:pt x="557213" y="57150"/>
                </a:lnTo>
                <a:lnTo>
                  <a:pt x="566738" y="57150"/>
                </a:lnTo>
                <a:lnTo>
                  <a:pt x="571500" y="61913"/>
                </a:lnTo>
                <a:lnTo>
                  <a:pt x="576263" y="66675"/>
                </a:lnTo>
                <a:lnTo>
                  <a:pt x="581025" y="71438"/>
                </a:lnTo>
                <a:lnTo>
                  <a:pt x="585788" y="76200"/>
                </a:lnTo>
                <a:lnTo>
                  <a:pt x="590550" y="80963"/>
                </a:lnTo>
                <a:lnTo>
                  <a:pt x="595313" y="85725"/>
                </a:lnTo>
                <a:lnTo>
                  <a:pt x="600075" y="90488"/>
                </a:lnTo>
                <a:lnTo>
                  <a:pt x="604838" y="95250"/>
                </a:lnTo>
                <a:lnTo>
                  <a:pt x="614363" y="95250"/>
                </a:lnTo>
                <a:lnTo>
                  <a:pt x="619125" y="100013"/>
                </a:lnTo>
                <a:lnTo>
                  <a:pt x="623888" y="104775"/>
                </a:lnTo>
                <a:lnTo>
                  <a:pt x="633413" y="104775"/>
                </a:lnTo>
                <a:lnTo>
                  <a:pt x="638175" y="109538"/>
                </a:lnTo>
                <a:lnTo>
                  <a:pt x="642938" y="114300"/>
                </a:lnTo>
                <a:lnTo>
                  <a:pt x="647700" y="119063"/>
                </a:lnTo>
                <a:lnTo>
                  <a:pt x="652463" y="123825"/>
                </a:lnTo>
                <a:lnTo>
                  <a:pt x="657225" y="128588"/>
                </a:lnTo>
                <a:lnTo>
                  <a:pt x="657225" y="138113"/>
                </a:lnTo>
                <a:lnTo>
                  <a:pt x="661988" y="142875"/>
                </a:lnTo>
                <a:lnTo>
                  <a:pt x="666750" y="147638"/>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6750" y="261938"/>
                </a:lnTo>
                <a:lnTo>
                  <a:pt x="666750" y="271463"/>
                </a:lnTo>
                <a:lnTo>
                  <a:pt x="661988" y="276225"/>
                </a:lnTo>
                <a:lnTo>
                  <a:pt x="657225" y="280988"/>
                </a:lnTo>
                <a:lnTo>
                  <a:pt x="657225" y="290513"/>
                </a:lnTo>
                <a:lnTo>
                  <a:pt x="657225" y="300038"/>
                </a:lnTo>
                <a:lnTo>
                  <a:pt x="657225" y="309563"/>
                </a:lnTo>
                <a:lnTo>
                  <a:pt x="657225" y="319088"/>
                </a:lnTo>
                <a:lnTo>
                  <a:pt x="657225" y="328613"/>
                </a:lnTo>
                <a:lnTo>
                  <a:pt x="652463" y="333375"/>
                </a:lnTo>
                <a:lnTo>
                  <a:pt x="647700" y="338138"/>
                </a:lnTo>
                <a:lnTo>
                  <a:pt x="647700" y="347663"/>
                </a:lnTo>
                <a:lnTo>
                  <a:pt x="647700" y="357188"/>
                </a:lnTo>
                <a:lnTo>
                  <a:pt x="647700" y="366713"/>
                </a:lnTo>
                <a:lnTo>
                  <a:pt x="642938" y="371475"/>
                </a:lnTo>
                <a:lnTo>
                  <a:pt x="638175" y="376238"/>
                </a:lnTo>
                <a:lnTo>
                  <a:pt x="638175" y="385763"/>
                </a:lnTo>
                <a:lnTo>
                  <a:pt x="638175" y="395288"/>
                </a:lnTo>
                <a:lnTo>
                  <a:pt x="638175" y="404813"/>
                </a:lnTo>
                <a:lnTo>
                  <a:pt x="633413" y="409575"/>
                </a:lnTo>
                <a:lnTo>
                  <a:pt x="628650" y="414338"/>
                </a:lnTo>
                <a:lnTo>
                  <a:pt x="628650" y="423863"/>
                </a:lnTo>
                <a:lnTo>
                  <a:pt x="628650" y="433388"/>
                </a:lnTo>
                <a:lnTo>
                  <a:pt x="623888" y="438150"/>
                </a:lnTo>
                <a:lnTo>
                  <a:pt x="619125" y="442913"/>
                </a:lnTo>
                <a:lnTo>
                  <a:pt x="619125" y="452438"/>
                </a:lnTo>
                <a:lnTo>
                  <a:pt x="619125" y="461963"/>
                </a:lnTo>
                <a:lnTo>
                  <a:pt x="614363" y="466725"/>
                </a:lnTo>
                <a:lnTo>
                  <a:pt x="609600" y="471488"/>
                </a:lnTo>
                <a:lnTo>
                  <a:pt x="609600" y="481013"/>
                </a:lnTo>
                <a:lnTo>
                  <a:pt x="609600" y="490538"/>
                </a:lnTo>
                <a:lnTo>
                  <a:pt x="604838" y="495300"/>
                </a:lnTo>
                <a:lnTo>
                  <a:pt x="600075" y="500063"/>
                </a:lnTo>
                <a:lnTo>
                  <a:pt x="600075" y="509588"/>
                </a:lnTo>
                <a:lnTo>
                  <a:pt x="595313" y="514350"/>
                </a:lnTo>
                <a:lnTo>
                  <a:pt x="590550" y="519113"/>
                </a:lnTo>
                <a:lnTo>
                  <a:pt x="590550" y="528638"/>
                </a:lnTo>
                <a:lnTo>
                  <a:pt x="585788" y="533400"/>
                </a:lnTo>
                <a:lnTo>
                  <a:pt x="581025" y="538163"/>
                </a:lnTo>
                <a:lnTo>
                  <a:pt x="581025" y="547688"/>
                </a:lnTo>
                <a:lnTo>
                  <a:pt x="581025" y="557213"/>
                </a:lnTo>
                <a:lnTo>
                  <a:pt x="576263" y="561975"/>
                </a:lnTo>
                <a:lnTo>
                  <a:pt x="571500" y="566738"/>
                </a:lnTo>
                <a:lnTo>
                  <a:pt x="571500" y="576263"/>
                </a:lnTo>
                <a:lnTo>
                  <a:pt x="566738" y="581025"/>
                </a:lnTo>
                <a:lnTo>
                  <a:pt x="561975" y="585788"/>
                </a:lnTo>
                <a:lnTo>
                  <a:pt x="561975" y="595313"/>
                </a:lnTo>
                <a:lnTo>
                  <a:pt x="557213" y="600075"/>
                </a:lnTo>
                <a:lnTo>
                  <a:pt x="552450" y="604838"/>
                </a:lnTo>
                <a:lnTo>
                  <a:pt x="552450" y="614363"/>
                </a:lnTo>
                <a:lnTo>
                  <a:pt x="547688" y="619125"/>
                </a:lnTo>
                <a:lnTo>
                  <a:pt x="542925" y="623888"/>
                </a:lnTo>
                <a:lnTo>
                  <a:pt x="538163" y="628650"/>
                </a:lnTo>
                <a:lnTo>
                  <a:pt x="533400" y="633413"/>
                </a:lnTo>
                <a:lnTo>
                  <a:pt x="533400" y="642938"/>
                </a:lnTo>
                <a:lnTo>
                  <a:pt x="528638" y="647700"/>
                </a:lnTo>
                <a:lnTo>
                  <a:pt x="523875" y="652463"/>
                </a:lnTo>
                <a:lnTo>
                  <a:pt x="523875" y="661988"/>
                </a:lnTo>
                <a:lnTo>
                  <a:pt x="519113" y="666750"/>
                </a:lnTo>
                <a:lnTo>
                  <a:pt x="514350" y="671513"/>
                </a:lnTo>
                <a:lnTo>
                  <a:pt x="514350" y="681038"/>
                </a:lnTo>
                <a:lnTo>
                  <a:pt x="509588" y="685800"/>
                </a:lnTo>
                <a:lnTo>
                  <a:pt x="504825" y="690563"/>
                </a:lnTo>
                <a:lnTo>
                  <a:pt x="500063" y="695325"/>
                </a:lnTo>
                <a:lnTo>
                  <a:pt x="495300" y="700088"/>
                </a:lnTo>
                <a:lnTo>
                  <a:pt x="495300" y="709613"/>
                </a:lnTo>
                <a:lnTo>
                  <a:pt x="490538" y="714375"/>
                </a:lnTo>
                <a:lnTo>
                  <a:pt x="485775" y="719138"/>
                </a:lnTo>
                <a:lnTo>
                  <a:pt x="481013" y="723900"/>
                </a:lnTo>
                <a:lnTo>
                  <a:pt x="476250" y="728663"/>
                </a:lnTo>
                <a:lnTo>
                  <a:pt x="476250" y="738188"/>
                </a:lnTo>
                <a:lnTo>
                  <a:pt x="471488" y="742950"/>
                </a:lnTo>
                <a:lnTo>
                  <a:pt x="466725" y="747713"/>
                </a:lnTo>
                <a:lnTo>
                  <a:pt x="461963" y="752475"/>
                </a:lnTo>
                <a:lnTo>
                  <a:pt x="457200" y="757238"/>
                </a:lnTo>
                <a:lnTo>
                  <a:pt x="452438" y="762000"/>
                </a:lnTo>
                <a:lnTo>
                  <a:pt x="447675" y="766763"/>
                </a:lnTo>
                <a:lnTo>
                  <a:pt x="447675" y="776288"/>
                </a:lnTo>
                <a:lnTo>
                  <a:pt x="442913" y="781050"/>
                </a:lnTo>
                <a:lnTo>
                  <a:pt x="438150" y="785813"/>
                </a:lnTo>
                <a:lnTo>
                  <a:pt x="433388" y="790575"/>
                </a:lnTo>
                <a:lnTo>
                  <a:pt x="428625" y="795338"/>
                </a:lnTo>
                <a:lnTo>
                  <a:pt x="423863" y="800100"/>
                </a:lnTo>
                <a:lnTo>
                  <a:pt x="419100" y="804863"/>
                </a:lnTo>
                <a:lnTo>
                  <a:pt x="414338" y="809625"/>
                </a:lnTo>
                <a:lnTo>
                  <a:pt x="409575" y="814388"/>
                </a:lnTo>
                <a:lnTo>
                  <a:pt x="404813" y="819150"/>
                </a:lnTo>
                <a:lnTo>
                  <a:pt x="400050" y="823913"/>
                </a:lnTo>
                <a:lnTo>
                  <a:pt x="395288" y="828675"/>
                </a:lnTo>
                <a:lnTo>
                  <a:pt x="390525" y="833438"/>
                </a:lnTo>
                <a:lnTo>
                  <a:pt x="385763" y="838200"/>
                </a:lnTo>
                <a:lnTo>
                  <a:pt x="381000" y="842963"/>
                </a:lnTo>
                <a:lnTo>
                  <a:pt x="376238" y="847725"/>
                </a:lnTo>
                <a:lnTo>
                  <a:pt x="371475" y="852488"/>
                </a:lnTo>
                <a:lnTo>
                  <a:pt x="366713" y="857250"/>
                </a:lnTo>
                <a:lnTo>
                  <a:pt x="361950" y="862013"/>
                </a:lnTo>
                <a:lnTo>
                  <a:pt x="357188" y="866775"/>
                </a:lnTo>
                <a:lnTo>
                  <a:pt x="352425" y="871538"/>
                </a:lnTo>
                <a:lnTo>
                  <a:pt x="347663" y="876300"/>
                </a:lnTo>
                <a:lnTo>
                  <a:pt x="342900" y="881063"/>
                </a:lnTo>
                <a:lnTo>
                  <a:pt x="338138" y="885825"/>
                </a:lnTo>
                <a:lnTo>
                  <a:pt x="333375" y="890588"/>
                </a:lnTo>
                <a:lnTo>
                  <a:pt x="328613" y="895350"/>
                </a:lnTo>
                <a:lnTo>
                  <a:pt x="323850" y="900113"/>
                </a:lnTo>
                <a:lnTo>
                  <a:pt x="319088" y="904875"/>
                </a:lnTo>
                <a:lnTo>
                  <a:pt x="309563" y="904875"/>
                </a:lnTo>
                <a:lnTo>
                  <a:pt x="304800" y="909638"/>
                </a:lnTo>
                <a:lnTo>
                  <a:pt x="300038" y="914400"/>
                </a:lnTo>
                <a:lnTo>
                  <a:pt x="295275" y="919163"/>
                </a:lnTo>
                <a:lnTo>
                  <a:pt x="290513" y="923925"/>
                </a:lnTo>
                <a:lnTo>
                  <a:pt x="280988" y="923925"/>
                </a:lnTo>
                <a:lnTo>
                  <a:pt x="276225" y="928688"/>
                </a:lnTo>
                <a:lnTo>
                  <a:pt x="271463" y="933450"/>
                </a:lnTo>
                <a:lnTo>
                  <a:pt x="266700" y="938213"/>
                </a:lnTo>
                <a:lnTo>
                  <a:pt x="261938" y="942975"/>
                </a:lnTo>
                <a:lnTo>
                  <a:pt x="252413" y="942975"/>
                </a:lnTo>
                <a:lnTo>
                  <a:pt x="242888" y="942975"/>
                </a:lnTo>
                <a:lnTo>
                  <a:pt x="238125" y="938213"/>
                </a:lnTo>
                <a:lnTo>
                  <a:pt x="233363" y="933450"/>
                </a:lnTo>
                <a:lnTo>
                  <a:pt x="223838" y="933450"/>
                </a:lnTo>
                <a:lnTo>
                  <a:pt x="214313" y="933450"/>
                </a:lnTo>
                <a:lnTo>
                  <a:pt x="209550" y="928688"/>
                </a:lnTo>
                <a:lnTo>
                  <a:pt x="204788" y="923925"/>
                </a:lnTo>
                <a:lnTo>
                  <a:pt x="195263" y="923925"/>
                </a:lnTo>
                <a:lnTo>
                  <a:pt x="185738" y="923925"/>
                </a:lnTo>
                <a:lnTo>
                  <a:pt x="180975" y="919163"/>
                </a:lnTo>
                <a:lnTo>
                  <a:pt x="176213" y="914400"/>
                </a:lnTo>
                <a:lnTo>
                  <a:pt x="166688" y="914400"/>
                </a:lnTo>
                <a:lnTo>
                  <a:pt x="157163" y="914400"/>
                </a:lnTo>
                <a:lnTo>
                  <a:pt x="152400" y="909638"/>
                </a:lnTo>
                <a:lnTo>
                  <a:pt x="147638" y="904875"/>
                </a:lnTo>
                <a:lnTo>
                  <a:pt x="138113" y="904875"/>
                </a:lnTo>
                <a:lnTo>
                  <a:pt x="128588" y="904875"/>
                </a:lnTo>
                <a:lnTo>
                  <a:pt x="123825" y="900113"/>
                </a:lnTo>
                <a:lnTo>
                  <a:pt x="119063" y="895350"/>
                </a:lnTo>
                <a:lnTo>
                  <a:pt x="114300" y="890588"/>
                </a:lnTo>
                <a:lnTo>
                  <a:pt x="109538" y="885825"/>
                </a:lnTo>
                <a:lnTo>
                  <a:pt x="100013" y="885825"/>
                </a:lnTo>
                <a:lnTo>
                  <a:pt x="95250" y="881063"/>
                </a:lnTo>
                <a:lnTo>
                  <a:pt x="90488" y="876300"/>
                </a:lnTo>
                <a:lnTo>
                  <a:pt x="85725" y="871538"/>
                </a:lnTo>
                <a:lnTo>
                  <a:pt x="80963" y="866775"/>
                </a:lnTo>
                <a:lnTo>
                  <a:pt x="71438" y="866775"/>
                </a:lnTo>
                <a:lnTo>
                  <a:pt x="66675" y="862013"/>
                </a:lnTo>
                <a:lnTo>
                  <a:pt x="61913" y="857250"/>
                </a:lnTo>
                <a:lnTo>
                  <a:pt x="52388" y="857250"/>
                </a:lnTo>
                <a:lnTo>
                  <a:pt x="47625" y="852488"/>
                </a:lnTo>
                <a:lnTo>
                  <a:pt x="42863" y="847725"/>
                </a:lnTo>
                <a:lnTo>
                  <a:pt x="38100" y="842963"/>
                </a:lnTo>
                <a:lnTo>
                  <a:pt x="33338" y="838200"/>
                </a:lnTo>
                <a:lnTo>
                  <a:pt x="28575" y="833438"/>
                </a:lnTo>
                <a:lnTo>
                  <a:pt x="23813" y="828675"/>
                </a:lnTo>
                <a:lnTo>
                  <a:pt x="14288" y="828675"/>
                </a:lnTo>
                <a:lnTo>
                  <a:pt x="9525" y="823913"/>
                </a:lnTo>
                <a:lnTo>
                  <a:pt x="4763" y="819150"/>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4763" y="638175"/>
                </a:lnTo>
                <a:lnTo>
                  <a:pt x="9525" y="633413"/>
                </a:lnTo>
                <a:lnTo>
                  <a:pt x="9525" y="623888"/>
                </a:lnTo>
                <a:lnTo>
                  <a:pt x="9525" y="614363"/>
                </a:lnTo>
                <a:lnTo>
                  <a:pt x="9525" y="604838"/>
                </a:lnTo>
                <a:lnTo>
                  <a:pt x="9525" y="595313"/>
                </a:lnTo>
                <a:lnTo>
                  <a:pt x="9525" y="585788"/>
                </a:lnTo>
                <a:lnTo>
                  <a:pt x="14288" y="581025"/>
                </a:lnTo>
                <a:lnTo>
                  <a:pt x="19050" y="576263"/>
                </a:lnTo>
                <a:lnTo>
                  <a:pt x="19050" y="566738"/>
                </a:lnTo>
                <a:lnTo>
                  <a:pt x="19050" y="557213"/>
                </a:lnTo>
                <a:lnTo>
                  <a:pt x="19050" y="547688"/>
                </a:lnTo>
                <a:lnTo>
                  <a:pt x="23813" y="542925"/>
                </a:lnTo>
                <a:lnTo>
                  <a:pt x="28575" y="538163"/>
                </a:lnTo>
                <a:lnTo>
                  <a:pt x="28575" y="528638"/>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47625" y="452438"/>
                </a:lnTo>
                <a:lnTo>
                  <a:pt x="52388" y="447675"/>
                </a:lnTo>
                <a:lnTo>
                  <a:pt x="57150" y="442913"/>
                </a:lnTo>
                <a:lnTo>
                  <a:pt x="57150" y="433388"/>
                </a:lnTo>
                <a:lnTo>
                  <a:pt x="61913" y="428625"/>
                </a:lnTo>
                <a:lnTo>
                  <a:pt x="66675" y="423863"/>
                </a:lnTo>
                <a:lnTo>
                  <a:pt x="66675" y="414338"/>
                </a:lnTo>
                <a:lnTo>
                  <a:pt x="66675" y="404813"/>
                </a:lnTo>
                <a:lnTo>
                  <a:pt x="71438" y="400050"/>
                </a:lnTo>
                <a:lnTo>
                  <a:pt x="76200" y="395288"/>
                </a:lnTo>
                <a:lnTo>
                  <a:pt x="76200" y="385763"/>
                </a:lnTo>
                <a:lnTo>
                  <a:pt x="80963" y="381000"/>
                </a:lnTo>
                <a:lnTo>
                  <a:pt x="85725" y="376238"/>
                </a:lnTo>
                <a:lnTo>
                  <a:pt x="85725" y="366713"/>
                </a:lnTo>
                <a:lnTo>
                  <a:pt x="90488" y="361950"/>
                </a:lnTo>
                <a:lnTo>
                  <a:pt x="95250" y="357188"/>
                </a:lnTo>
                <a:lnTo>
                  <a:pt x="95250" y="347663"/>
                </a:lnTo>
                <a:lnTo>
                  <a:pt x="100013" y="342900"/>
                </a:lnTo>
                <a:lnTo>
                  <a:pt x="104775" y="338138"/>
                </a:lnTo>
                <a:lnTo>
                  <a:pt x="104775" y="328613"/>
                </a:lnTo>
                <a:lnTo>
                  <a:pt x="109538" y="323850"/>
                </a:lnTo>
                <a:lnTo>
                  <a:pt x="114300" y="319088"/>
                </a:lnTo>
                <a:lnTo>
                  <a:pt x="114300" y="309563"/>
                </a:lnTo>
                <a:lnTo>
                  <a:pt x="119063" y="304800"/>
                </a:lnTo>
                <a:lnTo>
                  <a:pt x="123825" y="300038"/>
                </a:lnTo>
                <a:lnTo>
                  <a:pt x="123825" y="290513"/>
                </a:lnTo>
                <a:lnTo>
                  <a:pt x="128588" y="285750"/>
                </a:lnTo>
                <a:lnTo>
                  <a:pt x="133350" y="280988"/>
                </a:lnTo>
                <a:lnTo>
                  <a:pt x="133350" y="271463"/>
                </a:lnTo>
                <a:lnTo>
                  <a:pt x="138113" y="266700"/>
                </a:lnTo>
                <a:lnTo>
                  <a:pt x="142875" y="261938"/>
                </a:lnTo>
                <a:lnTo>
                  <a:pt x="142875" y="252413"/>
                </a:lnTo>
                <a:lnTo>
                  <a:pt x="147638" y="247650"/>
                </a:lnTo>
                <a:lnTo>
                  <a:pt x="152400" y="242888"/>
                </a:lnTo>
                <a:lnTo>
                  <a:pt x="157163" y="238125"/>
                </a:lnTo>
                <a:lnTo>
                  <a:pt x="161925" y="233363"/>
                </a:lnTo>
                <a:lnTo>
                  <a:pt x="161925" y="223838"/>
                </a:lnTo>
                <a:lnTo>
                  <a:pt x="166688" y="219075"/>
                </a:lnTo>
                <a:lnTo>
                  <a:pt x="171450" y="214313"/>
                </a:lnTo>
                <a:lnTo>
                  <a:pt x="176213" y="209550"/>
                </a:lnTo>
                <a:lnTo>
                  <a:pt x="180975" y="204788"/>
                </a:lnTo>
                <a:lnTo>
                  <a:pt x="180975" y="195263"/>
                </a:lnTo>
                <a:lnTo>
                  <a:pt x="185738" y="190500"/>
                </a:lnTo>
                <a:lnTo>
                  <a:pt x="190500" y="185738"/>
                </a:lnTo>
                <a:lnTo>
                  <a:pt x="195263" y="180975"/>
                </a:lnTo>
                <a:lnTo>
                  <a:pt x="200025" y="176213"/>
                </a:lnTo>
                <a:lnTo>
                  <a:pt x="200025" y="166688"/>
                </a:lnTo>
                <a:lnTo>
                  <a:pt x="204788" y="161925"/>
                </a:lnTo>
                <a:lnTo>
                  <a:pt x="209550" y="157163"/>
                </a:lnTo>
                <a:lnTo>
                  <a:pt x="214313" y="152400"/>
                </a:lnTo>
                <a:lnTo>
                  <a:pt x="219075" y="147638"/>
                </a:lnTo>
                <a:lnTo>
                  <a:pt x="223838" y="142875"/>
                </a:lnTo>
                <a:lnTo>
                  <a:pt x="228600" y="138113"/>
                </a:lnTo>
                <a:lnTo>
                  <a:pt x="228600" y="128588"/>
                </a:lnTo>
                <a:lnTo>
                  <a:pt x="233363" y="123825"/>
                </a:lnTo>
                <a:lnTo>
                  <a:pt x="238125" y="119063"/>
                </a:lnTo>
                <a:lnTo>
                  <a:pt x="242888" y="114300"/>
                </a:lnTo>
                <a:lnTo>
                  <a:pt x="247650" y="109538"/>
                </a:lnTo>
                <a:lnTo>
                  <a:pt x="252413" y="104775"/>
                </a:lnTo>
                <a:lnTo>
                  <a:pt x="257175" y="100013"/>
                </a:lnTo>
                <a:lnTo>
                  <a:pt x="261938" y="95250"/>
                </a:lnTo>
                <a:lnTo>
                  <a:pt x="266700" y="90488"/>
                </a:lnTo>
                <a:lnTo>
                  <a:pt x="271463" y="85725"/>
                </a:lnTo>
                <a:lnTo>
                  <a:pt x="276225" y="80963"/>
                </a:lnTo>
                <a:lnTo>
                  <a:pt x="280988" y="76200"/>
                </a:lnTo>
                <a:lnTo>
                  <a:pt x="285750" y="71438"/>
                </a:lnTo>
                <a:lnTo>
                  <a:pt x="290513" y="66675"/>
                </a:lnTo>
                <a:lnTo>
                  <a:pt x="295275" y="61913"/>
                </a:lnTo>
                <a:lnTo>
                  <a:pt x="300038" y="57150"/>
                </a:lnTo>
                <a:lnTo>
                  <a:pt x="304800" y="52388"/>
                </a:lnTo>
                <a:lnTo>
                  <a:pt x="309563" y="47625"/>
                </a:lnTo>
                <a:lnTo>
                  <a:pt x="314325" y="42863"/>
                </a:lnTo>
                <a:lnTo>
                  <a:pt x="319088" y="38100"/>
                </a:lnTo>
                <a:lnTo>
                  <a:pt x="323850" y="33338"/>
                </a:lnTo>
                <a:lnTo>
                  <a:pt x="328613" y="28575"/>
                </a:lnTo>
                <a:lnTo>
                  <a:pt x="333375" y="23813"/>
                </a:lnTo>
                <a:lnTo>
                  <a:pt x="338138" y="19050"/>
                </a:lnTo>
                <a:lnTo>
                  <a:pt x="347663" y="19050"/>
                </a:lnTo>
                <a:lnTo>
                  <a:pt x="352425" y="14288"/>
                </a:lnTo>
                <a:lnTo>
                  <a:pt x="357188" y="9525"/>
                </a:lnTo>
                <a:lnTo>
                  <a:pt x="361950" y="4763"/>
                </a:lnTo>
                <a:close/>
              </a:path>
            </a:pathLst>
          </a:custGeom>
          <a:solidFill xmlns:a="http://schemas.openxmlformats.org/drawingml/2006/main">
            <a:srgbClr val="C4C4C4"/>
          </a:solidFill>
          <a:ln xmlns:a="http://schemas.openxmlformats.org/drawingml/2006/main" w="0">
            <a:noFill/>
            <a:prstDash val="solid"/>
          </a:ln>
        </p:spPr>
      </p:sp>
      <p:sp>
        <p:nvSpPr>
          <p:cNvPr id="254" name="deep-skill-chaining-source-component-4-gradient-198-0">
            <a:extLst xmlns:a="http://schemas.openxmlformats.org/drawingml/2006/main">
              <a:ext uri="{FF2B5EF4-FFF2-40B4-BE49-F238E27FC236}">
                <a16:creationId xmlns:a16="http://schemas.microsoft.com/office/drawing/2014/main" id="{E70B9819-C5B8-4A1B-833D-D9AE2F9B4A24}"/>
              </a:ext>
            </a:extLst>
          </p:cNvPr>
          <p:cNvSpPr>
            <a:spLocks xmlns:a="http://schemas.openxmlformats.org/drawingml/2006/main" noGrp="1"/>
          </p:cNvSpPr>
          <p:nvPr/>
        </p:nvSpPr>
        <p:spPr>
          <a:xfrm xmlns:a="http://schemas.openxmlformats.org/drawingml/2006/main" rot="0">
            <a:off x="9172575" y="1714500"/>
            <a:ext cx="666750" cy="904875"/>
          </a:xfrm>
          <a:custGeom xmlns:a="http://schemas.openxmlformats.org/drawingml/2006/main">
            <a:pathLst>
              <a:path w="666750" h="904875">
                <a:moveTo>
                  <a:pt x="333375" y="4763"/>
                </a:moveTo>
                <a:lnTo>
                  <a:pt x="338138" y="0"/>
                </a:lnTo>
                <a:lnTo>
                  <a:pt x="342900" y="4763"/>
                </a:lnTo>
                <a:lnTo>
                  <a:pt x="347663" y="9525"/>
                </a:lnTo>
                <a:lnTo>
                  <a:pt x="352425" y="4763"/>
                </a:lnTo>
                <a:lnTo>
                  <a:pt x="357188" y="0"/>
                </a:lnTo>
                <a:lnTo>
                  <a:pt x="366713" y="0"/>
                </a:lnTo>
                <a:lnTo>
                  <a:pt x="376238" y="0"/>
                </a:lnTo>
                <a:lnTo>
                  <a:pt x="381000" y="4763"/>
                </a:lnTo>
                <a:lnTo>
                  <a:pt x="385763" y="9525"/>
                </a:lnTo>
                <a:lnTo>
                  <a:pt x="395288" y="9525"/>
                </a:lnTo>
                <a:lnTo>
                  <a:pt x="404813" y="9525"/>
                </a:lnTo>
                <a:lnTo>
                  <a:pt x="414338" y="9525"/>
                </a:lnTo>
                <a:lnTo>
                  <a:pt x="423863" y="9525"/>
                </a:lnTo>
                <a:lnTo>
                  <a:pt x="433388" y="9525"/>
                </a:lnTo>
                <a:lnTo>
                  <a:pt x="442913" y="9525"/>
                </a:lnTo>
                <a:lnTo>
                  <a:pt x="447675" y="14288"/>
                </a:lnTo>
                <a:lnTo>
                  <a:pt x="452438" y="19050"/>
                </a:lnTo>
                <a:lnTo>
                  <a:pt x="461963" y="19050"/>
                </a:lnTo>
                <a:lnTo>
                  <a:pt x="471488" y="19050"/>
                </a:lnTo>
                <a:lnTo>
                  <a:pt x="476250" y="23813"/>
                </a:lnTo>
                <a:lnTo>
                  <a:pt x="481013" y="28575"/>
                </a:lnTo>
                <a:lnTo>
                  <a:pt x="490538" y="28575"/>
                </a:lnTo>
                <a:lnTo>
                  <a:pt x="500063" y="28575"/>
                </a:lnTo>
                <a:lnTo>
                  <a:pt x="509588" y="28575"/>
                </a:lnTo>
                <a:lnTo>
                  <a:pt x="514350" y="33338"/>
                </a:lnTo>
                <a:lnTo>
                  <a:pt x="519113" y="38100"/>
                </a:lnTo>
                <a:lnTo>
                  <a:pt x="528638" y="38100"/>
                </a:lnTo>
                <a:lnTo>
                  <a:pt x="533400" y="42863"/>
                </a:lnTo>
                <a:lnTo>
                  <a:pt x="538163" y="47625"/>
                </a:lnTo>
                <a:lnTo>
                  <a:pt x="547688" y="47625"/>
                </a:lnTo>
                <a:lnTo>
                  <a:pt x="552450" y="52388"/>
                </a:lnTo>
                <a:lnTo>
                  <a:pt x="557213" y="57150"/>
                </a:lnTo>
                <a:lnTo>
                  <a:pt x="561975" y="61913"/>
                </a:lnTo>
                <a:lnTo>
                  <a:pt x="566738" y="66675"/>
                </a:lnTo>
                <a:lnTo>
                  <a:pt x="571500" y="71438"/>
                </a:lnTo>
                <a:lnTo>
                  <a:pt x="576263" y="76200"/>
                </a:lnTo>
                <a:lnTo>
                  <a:pt x="585788" y="76200"/>
                </a:lnTo>
                <a:lnTo>
                  <a:pt x="590550" y="80963"/>
                </a:lnTo>
                <a:lnTo>
                  <a:pt x="595313" y="85725"/>
                </a:lnTo>
                <a:lnTo>
                  <a:pt x="604838" y="85725"/>
                </a:lnTo>
                <a:lnTo>
                  <a:pt x="609600" y="90488"/>
                </a:lnTo>
                <a:lnTo>
                  <a:pt x="614363" y="95250"/>
                </a:lnTo>
                <a:lnTo>
                  <a:pt x="623888" y="95250"/>
                </a:lnTo>
                <a:lnTo>
                  <a:pt x="628650" y="100013"/>
                </a:lnTo>
                <a:lnTo>
                  <a:pt x="628650" y="109538"/>
                </a:lnTo>
                <a:lnTo>
                  <a:pt x="633413" y="114300"/>
                </a:lnTo>
                <a:lnTo>
                  <a:pt x="638175" y="119063"/>
                </a:lnTo>
                <a:lnTo>
                  <a:pt x="642938" y="123825"/>
                </a:lnTo>
                <a:lnTo>
                  <a:pt x="647700" y="128588"/>
                </a:lnTo>
                <a:lnTo>
                  <a:pt x="652463" y="133350"/>
                </a:lnTo>
                <a:lnTo>
                  <a:pt x="657225" y="138113"/>
                </a:lnTo>
                <a:lnTo>
                  <a:pt x="661988" y="142875"/>
                </a:lnTo>
                <a:lnTo>
                  <a:pt x="666750" y="147638"/>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6750" y="252413"/>
                </a:lnTo>
                <a:lnTo>
                  <a:pt x="661988" y="257175"/>
                </a:lnTo>
                <a:lnTo>
                  <a:pt x="657225" y="261938"/>
                </a:lnTo>
                <a:lnTo>
                  <a:pt x="657225" y="271463"/>
                </a:lnTo>
                <a:lnTo>
                  <a:pt x="657225" y="280988"/>
                </a:lnTo>
                <a:lnTo>
                  <a:pt x="657225" y="290513"/>
                </a:lnTo>
                <a:lnTo>
                  <a:pt x="657225" y="300038"/>
                </a:lnTo>
                <a:lnTo>
                  <a:pt x="657225" y="309563"/>
                </a:lnTo>
                <a:lnTo>
                  <a:pt x="652463" y="314325"/>
                </a:lnTo>
                <a:lnTo>
                  <a:pt x="647700" y="319088"/>
                </a:lnTo>
                <a:lnTo>
                  <a:pt x="647700" y="328613"/>
                </a:lnTo>
                <a:lnTo>
                  <a:pt x="647700" y="338138"/>
                </a:lnTo>
                <a:lnTo>
                  <a:pt x="647700" y="347663"/>
                </a:lnTo>
                <a:lnTo>
                  <a:pt x="642938" y="352425"/>
                </a:lnTo>
                <a:lnTo>
                  <a:pt x="638175" y="357188"/>
                </a:lnTo>
                <a:lnTo>
                  <a:pt x="638175" y="366713"/>
                </a:lnTo>
                <a:lnTo>
                  <a:pt x="638175" y="376238"/>
                </a:lnTo>
                <a:lnTo>
                  <a:pt x="638175" y="385763"/>
                </a:lnTo>
                <a:lnTo>
                  <a:pt x="633413" y="390525"/>
                </a:lnTo>
                <a:lnTo>
                  <a:pt x="628650" y="395288"/>
                </a:lnTo>
                <a:lnTo>
                  <a:pt x="628650" y="404813"/>
                </a:lnTo>
                <a:lnTo>
                  <a:pt x="628650" y="414338"/>
                </a:lnTo>
                <a:lnTo>
                  <a:pt x="623888" y="419100"/>
                </a:lnTo>
                <a:lnTo>
                  <a:pt x="619125" y="423863"/>
                </a:lnTo>
                <a:lnTo>
                  <a:pt x="619125" y="433388"/>
                </a:lnTo>
                <a:lnTo>
                  <a:pt x="619125" y="442913"/>
                </a:lnTo>
                <a:lnTo>
                  <a:pt x="614363" y="447675"/>
                </a:lnTo>
                <a:lnTo>
                  <a:pt x="609600" y="452438"/>
                </a:lnTo>
                <a:lnTo>
                  <a:pt x="609600" y="461963"/>
                </a:lnTo>
                <a:lnTo>
                  <a:pt x="609600" y="471488"/>
                </a:lnTo>
                <a:lnTo>
                  <a:pt x="604838" y="476250"/>
                </a:lnTo>
                <a:lnTo>
                  <a:pt x="600075" y="481013"/>
                </a:lnTo>
                <a:lnTo>
                  <a:pt x="600075" y="490538"/>
                </a:lnTo>
                <a:lnTo>
                  <a:pt x="595313" y="495300"/>
                </a:lnTo>
                <a:lnTo>
                  <a:pt x="590550" y="500063"/>
                </a:lnTo>
                <a:lnTo>
                  <a:pt x="590550" y="509588"/>
                </a:lnTo>
                <a:lnTo>
                  <a:pt x="585788" y="514350"/>
                </a:lnTo>
                <a:lnTo>
                  <a:pt x="581025" y="519113"/>
                </a:lnTo>
                <a:lnTo>
                  <a:pt x="581025" y="528638"/>
                </a:lnTo>
                <a:lnTo>
                  <a:pt x="581025" y="538163"/>
                </a:lnTo>
                <a:lnTo>
                  <a:pt x="576263" y="542925"/>
                </a:lnTo>
                <a:lnTo>
                  <a:pt x="571500" y="547688"/>
                </a:lnTo>
                <a:lnTo>
                  <a:pt x="571500" y="557213"/>
                </a:lnTo>
                <a:lnTo>
                  <a:pt x="566738" y="561975"/>
                </a:lnTo>
                <a:lnTo>
                  <a:pt x="561975" y="566738"/>
                </a:lnTo>
                <a:lnTo>
                  <a:pt x="561975" y="576263"/>
                </a:lnTo>
                <a:lnTo>
                  <a:pt x="557213" y="581025"/>
                </a:lnTo>
                <a:lnTo>
                  <a:pt x="552450" y="585788"/>
                </a:lnTo>
                <a:lnTo>
                  <a:pt x="552450" y="595313"/>
                </a:lnTo>
                <a:lnTo>
                  <a:pt x="547688" y="600075"/>
                </a:lnTo>
                <a:lnTo>
                  <a:pt x="542925" y="604838"/>
                </a:lnTo>
                <a:lnTo>
                  <a:pt x="538163" y="609600"/>
                </a:lnTo>
                <a:lnTo>
                  <a:pt x="533400" y="614363"/>
                </a:lnTo>
                <a:lnTo>
                  <a:pt x="533400" y="623888"/>
                </a:lnTo>
                <a:lnTo>
                  <a:pt x="528638" y="628650"/>
                </a:lnTo>
                <a:lnTo>
                  <a:pt x="523875" y="633413"/>
                </a:lnTo>
                <a:lnTo>
                  <a:pt x="523875" y="642938"/>
                </a:lnTo>
                <a:lnTo>
                  <a:pt x="519113" y="647700"/>
                </a:lnTo>
                <a:lnTo>
                  <a:pt x="514350" y="652463"/>
                </a:lnTo>
                <a:lnTo>
                  <a:pt x="514350" y="661988"/>
                </a:lnTo>
                <a:lnTo>
                  <a:pt x="509588" y="666750"/>
                </a:lnTo>
                <a:lnTo>
                  <a:pt x="504825" y="671513"/>
                </a:lnTo>
                <a:lnTo>
                  <a:pt x="500063" y="676275"/>
                </a:lnTo>
                <a:lnTo>
                  <a:pt x="495300" y="681038"/>
                </a:lnTo>
                <a:lnTo>
                  <a:pt x="495300" y="690563"/>
                </a:lnTo>
                <a:lnTo>
                  <a:pt x="490538" y="695325"/>
                </a:lnTo>
                <a:lnTo>
                  <a:pt x="485775" y="700088"/>
                </a:lnTo>
                <a:lnTo>
                  <a:pt x="481013" y="704850"/>
                </a:lnTo>
                <a:lnTo>
                  <a:pt x="476250" y="709613"/>
                </a:lnTo>
                <a:lnTo>
                  <a:pt x="476250" y="719138"/>
                </a:lnTo>
                <a:lnTo>
                  <a:pt x="471488" y="723900"/>
                </a:lnTo>
                <a:lnTo>
                  <a:pt x="466725" y="728663"/>
                </a:lnTo>
                <a:lnTo>
                  <a:pt x="461963" y="733425"/>
                </a:lnTo>
                <a:lnTo>
                  <a:pt x="457200" y="738188"/>
                </a:lnTo>
                <a:lnTo>
                  <a:pt x="452438" y="742950"/>
                </a:lnTo>
                <a:lnTo>
                  <a:pt x="447675" y="747713"/>
                </a:lnTo>
                <a:lnTo>
                  <a:pt x="447675" y="757238"/>
                </a:lnTo>
                <a:lnTo>
                  <a:pt x="442913" y="762000"/>
                </a:lnTo>
                <a:lnTo>
                  <a:pt x="438150" y="766763"/>
                </a:lnTo>
                <a:lnTo>
                  <a:pt x="433388" y="771525"/>
                </a:lnTo>
                <a:lnTo>
                  <a:pt x="428625" y="776288"/>
                </a:lnTo>
                <a:lnTo>
                  <a:pt x="423863" y="781050"/>
                </a:lnTo>
                <a:lnTo>
                  <a:pt x="419100" y="785813"/>
                </a:lnTo>
                <a:lnTo>
                  <a:pt x="414338" y="790575"/>
                </a:lnTo>
                <a:lnTo>
                  <a:pt x="409575" y="795338"/>
                </a:lnTo>
                <a:lnTo>
                  <a:pt x="404813" y="800100"/>
                </a:lnTo>
                <a:lnTo>
                  <a:pt x="400050" y="804863"/>
                </a:lnTo>
                <a:lnTo>
                  <a:pt x="395288" y="809625"/>
                </a:lnTo>
                <a:lnTo>
                  <a:pt x="390525" y="814388"/>
                </a:lnTo>
                <a:lnTo>
                  <a:pt x="385763" y="819150"/>
                </a:lnTo>
                <a:lnTo>
                  <a:pt x="381000" y="823913"/>
                </a:lnTo>
                <a:lnTo>
                  <a:pt x="376238" y="828675"/>
                </a:lnTo>
                <a:lnTo>
                  <a:pt x="371475" y="833438"/>
                </a:lnTo>
                <a:lnTo>
                  <a:pt x="366713" y="838200"/>
                </a:lnTo>
                <a:lnTo>
                  <a:pt x="361950" y="842963"/>
                </a:lnTo>
                <a:lnTo>
                  <a:pt x="357188" y="847725"/>
                </a:lnTo>
                <a:lnTo>
                  <a:pt x="352425" y="852488"/>
                </a:lnTo>
                <a:lnTo>
                  <a:pt x="347663" y="857250"/>
                </a:lnTo>
                <a:lnTo>
                  <a:pt x="342900" y="862013"/>
                </a:lnTo>
                <a:lnTo>
                  <a:pt x="338138" y="866775"/>
                </a:lnTo>
                <a:lnTo>
                  <a:pt x="333375" y="871538"/>
                </a:lnTo>
                <a:lnTo>
                  <a:pt x="328613" y="876300"/>
                </a:lnTo>
                <a:lnTo>
                  <a:pt x="323850" y="881063"/>
                </a:lnTo>
                <a:lnTo>
                  <a:pt x="319088" y="885825"/>
                </a:lnTo>
                <a:lnTo>
                  <a:pt x="309563" y="885825"/>
                </a:lnTo>
                <a:lnTo>
                  <a:pt x="304800" y="890588"/>
                </a:lnTo>
                <a:lnTo>
                  <a:pt x="300038" y="895350"/>
                </a:lnTo>
                <a:lnTo>
                  <a:pt x="295275" y="900113"/>
                </a:lnTo>
                <a:lnTo>
                  <a:pt x="290513" y="904875"/>
                </a:lnTo>
                <a:lnTo>
                  <a:pt x="280988" y="904875"/>
                </a:lnTo>
                <a:lnTo>
                  <a:pt x="271463" y="904875"/>
                </a:lnTo>
                <a:lnTo>
                  <a:pt x="261938" y="904875"/>
                </a:lnTo>
                <a:lnTo>
                  <a:pt x="252413" y="904875"/>
                </a:lnTo>
                <a:lnTo>
                  <a:pt x="242888" y="904875"/>
                </a:lnTo>
                <a:lnTo>
                  <a:pt x="238125" y="900113"/>
                </a:lnTo>
                <a:lnTo>
                  <a:pt x="233363" y="895350"/>
                </a:lnTo>
                <a:lnTo>
                  <a:pt x="223838" y="895350"/>
                </a:lnTo>
                <a:lnTo>
                  <a:pt x="214313" y="895350"/>
                </a:lnTo>
                <a:lnTo>
                  <a:pt x="209550" y="890588"/>
                </a:lnTo>
                <a:lnTo>
                  <a:pt x="204788" y="885825"/>
                </a:lnTo>
                <a:lnTo>
                  <a:pt x="195263" y="885825"/>
                </a:lnTo>
                <a:lnTo>
                  <a:pt x="185738" y="885825"/>
                </a:lnTo>
                <a:lnTo>
                  <a:pt x="180975" y="881063"/>
                </a:lnTo>
                <a:lnTo>
                  <a:pt x="176213" y="876300"/>
                </a:lnTo>
                <a:lnTo>
                  <a:pt x="166688" y="876300"/>
                </a:lnTo>
                <a:lnTo>
                  <a:pt x="157163" y="876300"/>
                </a:lnTo>
                <a:lnTo>
                  <a:pt x="152400" y="871538"/>
                </a:lnTo>
                <a:lnTo>
                  <a:pt x="147638" y="866775"/>
                </a:lnTo>
                <a:lnTo>
                  <a:pt x="138113" y="866775"/>
                </a:lnTo>
                <a:lnTo>
                  <a:pt x="128588" y="866775"/>
                </a:lnTo>
                <a:lnTo>
                  <a:pt x="123825" y="862013"/>
                </a:lnTo>
                <a:lnTo>
                  <a:pt x="119063" y="857250"/>
                </a:lnTo>
                <a:lnTo>
                  <a:pt x="114300" y="852488"/>
                </a:lnTo>
                <a:lnTo>
                  <a:pt x="109538" y="847725"/>
                </a:lnTo>
                <a:lnTo>
                  <a:pt x="100013" y="847725"/>
                </a:lnTo>
                <a:lnTo>
                  <a:pt x="95250" y="842963"/>
                </a:lnTo>
                <a:lnTo>
                  <a:pt x="90488" y="838200"/>
                </a:lnTo>
                <a:lnTo>
                  <a:pt x="85725" y="833438"/>
                </a:lnTo>
                <a:lnTo>
                  <a:pt x="80963" y="828675"/>
                </a:lnTo>
                <a:lnTo>
                  <a:pt x="71438" y="828675"/>
                </a:lnTo>
                <a:lnTo>
                  <a:pt x="66675" y="823913"/>
                </a:lnTo>
                <a:lnTo>
                  <a:pt x="61913" y="819150"/>
                </a:lnTo>
                <a:lnTo>
                  <a:pt x="57150" y="814388"/>
                </a:lnTo>
                <a:lnTo>
                  <a:pt x="52388" y="809625"/>
                </a:lnTo>
                <a:lnTo>
                  <a:pt x="42863" y="809625"/>
                </a:lnTo>
                <a:lnTo>
                  <a:pt x="38100" y="804863"/>
                </a:lnTo>
                <a:lnTo>
                  <a:pt x="33338" y="800100"/>
                </a:lnTo>
                <a:lnTo>
                  <a:pt x="28575" y="795338"/>
                </a:lnTo>
                <a:lnTo>
                  <a:pt x="23813" y="790575"/>
                </a:lnTo>
                <a:lnTo>
                  <a:pt x="14288" y="790575"/>
                </a:lnTo>
                <a:lnTo>
                  <a:pt x="9525" y="785813"/>
                </a:lnTo>
                <a:lnTo>
                  <a:pt x="9525" y="776288"/>
                </a:lnTo>
                <a:lnTo>
                  <a:pt x="9525" y="766763"/>
                </a:lnTo>
                <a:lnTo>
                  <a:pt x="4763" y="762000"/>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4763" y="619125"/>
                </a:lnTo>
                <a:lnTo>
                  <a:pt x="9525" y="614363"/>
                </a:lnTo>
                <a:lnTo>
                  <a:pt x="9525" y="604838"/>
                </a:lnTo>
                <a:lnTo>
                  <a:pt x="9525" y="595313"/>
                </a:lnTo>
                <a:lnTo>
                  <a:pt x="9525" y="585788"/>
                </a:lnTo>
                <a:lnTo>
                  <a:pt x="9525" y="576263"/>
                </a:lnTo>
                <a:lnTo>
                  <a:pt x="9525" y="566738"/>
                </a:lnTo>
                <a:lnTo>
                  <a:pt x="14288" y="561975"/>
                </a:lnTo>
                <a:lnTo>
                  <a:pt x="19050" y="557213"/>
                </a:lnTo>
                <a:lnTo>
                  <a:pt x="19050" y="547688"/>
                </a:lnTo>
                <a:lnTo>
                  <a:pt x="19050" y="538163"/>
                </a:lnTo>
                <a:lnTo>
                  <a:pt x="19050" y="528638"/>
                </a:lnTo>
                <a:lnTo>
                  <a:pt x="23813" y="523875"/>
                </a:lnTo>
                <a:lnTo>
                  <a:pt x="28575" y="519113"/>
                </a:lnTo>
                <a:lnTo>
                  <a:pt x="28575" y="509588"/>
                </a:lnTo>
                <a:lnTo>
                  <a:pt x="28575" y="500063"/>
                </a:lnTo>
                <a:lnTo>
                  <a:pt x="28575" y="490538"/>
                </a:lnTo>
                <a:lnTo>
                  <a:pt x="33338" y="485775"/>
                </a:lnTo>
                <a:lnTo>
                  <a:pt x="38100" y="481013"/>
                </a:lnTo>
                <a:lnTo>
                  <a:pt x="38100" y="471488"/>
                </a:lnTo>
                <a:lnTo>
                  <a:pt x="38100" y="461963"/>
                </a:lnTo>
                <a:lnTo>
                  <a:pt x="42863" y="457200"/>
                </a:lnTo>
                <a:lnTo>
                  <a:pt x="47625" y="452438"/>
                </a:lnTo>
                <a:lnTo>
                  <a:pt x="47625" y="442913"/>
                </a:lnTo>
                <a:lnTo>
                  <a:pt x="47625" y="433388"/>
                </a:lnTo>
                <a:lnTo>
                  <a:pt x="52388" y="428625"/>
                </a:lnTo>
                <a:lnTo>
                  <a:pt x="57150" y="423863"/>
                </a:lnTo>
                <a:lnTo>
                  <a:pt x="57150" y="414338"/>
                </a:lnTo>
                <a:lnTo>
                  <a:pt x="61913" y="409575"/>
                </a:lnTo>
                <a:lnTo>
                  <a:pt x="66675" y="404813"/>
                </a:lnTo>
                <a:lnTo>
                  <a:pt x="66675" y="395288"/>
                </a:lnTo>
                <a:lnTo>
                  <a:pt x="66675" y="385763"/>
                </a:lnTo>
                <a:lnTo>
                  <a:pt x="71438" y="381000"/>
                </a:lnTo>
                <a:lnTo>
                  <a:pt x="76200" y="376238"/>
                </a:lnTo>
                <a:lnTo>
                  <a:pt x="76200" y="366713"/>
                </a:lnTo>
                <a:lnTo>
                  <a:pt x="80963" y="361950"/>
                </a:lnTo>
                <a:lnTo>
                  <a:pt x="85725" y="357188"/>
                </a:lnTo>
                <a:lnTo>
                  <a:pt x="85725" y="347663"/>
                </a:lnTo>
                <a:lnTo>
                  <a:pt x="90488" y="342900"/>
                </a:lnTo>
                <a:lnTo>
                  <a:pt x="95250" y="338138"/>
                </a:lnTo>
                <a:lnTo>
                  <a:pt x="95250" y="328613"/>
                </a:lnTo>
                <a:lnTo>
                  <a:pt x="100013" y="323850"/>
                </a:lnTo>
                <a:lnTo>
                  <a:pt x="104775" y="319088"/>
                </a:lnTo>
                <a:lnTo>
                  <a:pt x="104775" y="309563"/>
                </a:lnTo>
                <a:lnTo>
                  <a:pt x="109538" y="304800"/>
                </a:lnTo>
                <a:lnTo>
                  <a:pt x="114300" y="300038"/>
                </a:lnTo>
                <a:lnTo>
                  <a:pt x="114300" y="290513"/>
                </a:lnTo>
                <a:lnTo>
                  <a:pt x="119063" y="285750"/>
                </a:lnTo>
                <a:lnTo>
                  <a:pt x="123825" y="280988"/>
                </a:lnTo>
                <a:lnTo>
                  <a:pt x="123825" y="271463"/>
                </a:lnTo>
                <a:lnTo>
                  <a:pt x="128588" y="266700"/>
                </a:lnTo>
                <a:lnTo>
                  <a:pt x="133350" y="261938"/>
                </a:lnTo>
                <a:lnTo>
                  <a:pt x="133350" y="252413"/>
                </a:lnTo>
                <a:lnTo>
                  <a:pt x="138113" y="247650"/>
                </a:lnTo>
                <a:lnTo>
                  <a:pt x="142875" y="242888"/>
                </a:lnTo>
                <a:lnTo>
                  <a:pt x="142875" y="233363"/>
                </a:lnTo>
                <a:lnTo>
                  <a:pt x="147638" y="228600"/>
                </a:lnTo>
                <a:lnTo>
                  <a:pt x="152400" y="223838"/>
                </a:lnTo>
                <a:lnTo>
                  <a:pt x="157163" y="219075"/>
                </a:lnTo>
                <a:lnTo>
                  <a:pt x="161925" y="214313"/>
                </a:lnTo>
                <a:lnTo>
                  <a:pt x="161925" y="204788"/>
                </a:lnTo>
                <a:lnTo>
                  <a:pt x="166688" y="200025"/>
                </a:lnTo>
                <a:lnTo>
                  <a:pt x="171450" y="195263"/>
                </a:lnTo>
                <a:lnTo>
                  <a:pt x="176213" y="190500"/>
                </a:lnTo>
                <a:lnTo>
                  <a:pt x="180975" y="185738"/>
                </a:lnTo>
                <a:lnTo>
                  <a:pt x="180975" y="176213"/>
                </a:lnTo>
                <a:lnTo>
                  <a:pt x="185738" y="171450"/>
                </a:lnTo>
                <a:lnTo>
                  <a:pt x="190500" y="166688"/>
                </a:lnTo>
                <a:lnTo>
                  <a:pt x="195263" y="161925"/>
                </a:lnTo>
                <a:lnTo>
                  <a:pt x="200025" y="157163"/>
                </a:lnTo>
                <a:lnTo>
                  <a:pt x="200025" y="147638"/>
                </a:lnTo>
                <a:lnTo>
                  <a:pt x="204788" y="142875"/>
                </a:lnTo>
                <a:lnTo>
                  <a:pt x="209550" y="138113"/>
                </a:lnTo>
                <a:lnTo>
                  <a:pt x="214313" y="133350"/>
                </a:lnTo>
                <a:lnTo>
                  <a:pt x="219075" y="128588"/>
                </a:lnTo>
                <a:lnTo>
                  <a:pt x="223838" y="123825"/>
                </a:lnTo>
                <a:lnTo>
                  <a:pt x="228600" y="119063"/>
                </a:lnTo>
                <a:lnTo>
                  <a:pt x="228600" y="109538"/>
                </a:lnTo>
                <a:lnTo>
                  <a:pt x="233363" y="104775"/>
                </a:lnTo>
                <a:lnTo>
                  <a:pt x="238125" y="100013"/>
                </a:lnTo>
                <a:lnTo>
                  <a:pt x="242888" y="95250"/>
                </a:lnTo>
                <a:lnTo>
                  <a:pt x="247650" y="90488"/>
                </a:lnTo>
                <a:lnTo>
                  <a:pt x="252413" y="85725"/>
                </a:lnTo>
                <a:lnTo>
                  <a:pt x="257175" y="80963"/>
                </a:lnTo>
                <a:lnTo>
                  <a:pt x="261938" y="76200"/>
                </a:lnTo>
                <a:lnTo>
                  <a:pt x="266700" y="71438"/>
                </a:lnTo>
                <a:lnTo>
                  <a:pt x="271463" y="66675"/>
                </a:lnTo>
                <a:lnTo>
                  <a:pt x="276225" y="61913"/>
                </a:lnTo>
                <a:lnTo>
                  <a:pt x="280988" y="57150"/>
                </a:lnTo>
                <a:lnTo>
                  <a:pt x="285750" y="52388"/>
                </a:lnTo>
                <a:lnTo>
                  <a:pt x="290513" y="47625"/>
                </a:lnTo>
                <a:lnTo>
                  <a:pt x="295275" y="42863"/>
                </a:lnTo>
                <a:lnTo>
                  <a:pt x="300038" y="38100"/>
                </a:lnTo>
                <a:lnTo>
                  <a:pt x="304800" y="33338"/>
                </a:lnTo>
                <a:lnTo>
                  <a:pt x="309563" y="28575"/>
                </a:lnTo>
                <a:lnTo>
                  <a:pt x="314325" y="23813"/>
                </a:lnTo>
                <a:lnTo>
                  <a:pt x="319088" y="19050"/>
                </a:lnTo>
                <a:lnTo>
                  <a:pt x="323850" y="14288"/>
                </a:lnTo>
                <a:lnTo>
                  <a:pt x="328613" y="9525"/>
                </a:lnTo>
                <a:lnTo>
                  <a:pt x="333375" y="4763"/>
                </a:lnTo>
                <a:close/>
              </a:path>
            </a:pathLst>
          </a:custGeom>
          <a:solidFill xmlns:a="http://schemas.openxmlformats.org/drawingml/2006/main">
            <a:srgbClr val="C6C6C6"/>
          </a:solidFill>
          <a:ln xmlns:a="http://schemas.openxmlformats.org/drawingml/2006/main" w="0">
            <a:noFill/>
            <a:prstDash val="solid"/>
          </a:ln>
        </p:spPr>
      </p:sp>
      <p:sp>
        <p:nvSpPr>
          <p:cNvPr id="255" name="deep-skill-chaining-source-component-4-gradient-200-0">
            <a:extLst xmlns:a="http://schemas.openxmlformats.org/drawingml/2006/main">
              <a:ext uri="{FF2B5EF4-FFF2-40B4-BE49-F238E27FC236}">
                <a16:creationId xmlns:a16="http://schemas.microsoft.com/office/drawing/2014/main" id="{EE817325-0A3A-4AB8-99F0-2AF9B978B747}"/>
              </a:ext>
            </a:extLst>
          </p:cNvPr>
          <p:cNvSpPr>
            <a:spLocks xmlns:a="http://schemas.openxmlformats.org/drawingml/2006/main" noGrp="1"/>
          </p:cNvSpPr>
          <p:nvPr/>
        </p:nvSpPr>
        <p:spPr>
          <a:xfrm xmlns:a="http://schemas.openxmlformats.org/drawingml/2006/main" rot="0">
            <a:off x="9172575" y="1724025"/>
            <a:ext cx="666750" cy="885825"/>
          </a:xfrm>
          <a:custGeom xmlns:a="http://schemas.openxmlformats.org/drawingml/2006/main">
            <a:pathLst>
              <a:path w="666750" h="885825">
                <a:moveTo>
                  <a:pt x="323850" y="4763"/>
                </a:moveTo>
                <a:lnTo>
                  <a:pt x="328613" y="0"/>
                </a:lnTo>
                <a:lnTo>
                  <a:pt x="338138" y="0"/>
                </a:lnTo>
                <a:lnTo>
                  <a:pt x="347663" y="0"/>
                </a:lnTo>
                <a:lnTo>
                  <a:pt x="357188" y="0"/>
                </a:lnTo>
                <a:lnTo>
                  <a:pt x="361950" y="4763"/>
                </a:lnTo>
                <a:lnTo>
                  <a:pt x="366713" y="9525"/>
                </a:lnTo>
                <a:lnTo>
                  <a:pt x="376238" y="9525"/>
                </a:lnTo>
                <a:lnTo>
                  <a:pt x="385763" y="9525"/>
                </a:lnTo>
                <a:lnTo>
                  <a:pt x="395288" y="9525"/>
                </a:lnTo>
                <a:lnTo>
                  <a:pt x="404813" y="9525"/>
                </a:lnTo>
                <a:lnTo>
                  <a:pt x="414338" y="9525"/>
                </a:lnTo>
                <a:lnTo>
                  <a:pt x="419100" y="14288"/>
                </a:lnTo>
                <a:lnTo>
                  <a:pt x="423863" y="19050"/>
                </a:lnTo>
                <a:lnTo>
                  <a:pt x="433388" y="19050"/>
                </a:lnTo>
                <a:lnTo>
                  <a:pt x="442913" y="19050"/>
                </a:lnTo>
                <a:lnTo>
                  <a:pt x="452438" y="19050"/>
                </a:lnTo>
                <a:lnTo>
                  <a:pt x="457200" y="23813"/>
                </a:lnTo>
                <a:lnTo>
                  <a:pt x="461963" y="28575"/>
                </a:lnTo>
                <a:lnTo>
                  <a:pt x="471488" y="28575"/>
                </a:lnTo>
                <a:lnTo>
                  <a:pt x="481013" y="28575"/>
                </a:lnTo>
                <a:lnTo>
                  <a:pt x="490538" y="28575"/>
                </a:lnTo>
                <a:lnTo>
                  <a:pt x="500063" y="28575"/>
                </a:lnTo>
                <a:lnTo>
                  <a:pt x="504825" y="33338"/>
                </a:lnTo>
                <a:lnTo>
                  <a:pt x="509588" y="38100"/>
                </a:lnTo>
                <a:lnTo>
                  <a:pt x="514350" y="42863"/>
                </a:lnTo>
                <a:lnTo>
                  <a:pt x="519113" y="47625"/>
                </a:lnTo>
                <a:lnTo>
                  <a:pt x="528638" y="47625"/>
                </a:lnTo>
                <a:lnTo>
                  <a:pt x="533400" y="52388"/>
                </a:lnTo>
                <a:lnTo>
                  <a:pt x="538163" y="57150"/>
                </a:lnTo>
                <a:lnTo>
                  <a:pt x="542925" y="61913"/>
                </a:lnTo>
                <a:lnTo>
                  <a:pt x="547688" y="66675"/>
                </a:lnTo>
                <a:lnTo>
                  <a:pt x="557213" y="66675"/>
                </a:lnTo>
                <a:lnTo>
                  <a:pt x="561975" y="71438"/>
                </a:lnTo>
                <a:lnTo>
                  <a:pt x="566738" y="76200"/>
                </a:lnTo>
                <a:lnTo>
                  <a:pt x="576263" y="76200"/>
                </a:lnTo>
                <a:lnTo>
                  <a:pt x="581025" y="80963"/>
                </a:lnTo>
                <a:lnTo>
                  <a:pt x="585788" y="85725"/>
                </a:lnTo>
                <a:lnTo>
                  <a:pt x="595313" y="85725"/>
                </a:lnTo>
                <a:lnTo>
                  <a:pt x="600075" y="90488"/>
                </a:lnTo>
                <a:lnTo>
                  <a:pt x="604838" y="95250"/>
                </a:lnTo>
                <a:lnTo>
                  <a:pt x="609600" y="100013"/>
                </a:lnTo>
                <a:lnTo>
                  <a:pt x="614363" y="104775"/>
                </a:lnTo>
                <a:lnTo>
                  <a:pt x="619125" y="109538"/>
                </a:lnTo>
                <a:lnTo>
                  <a:pt x="623888" y="114300"/>
                </a:lnTo>
                <a:lnTo>
                  <a:pt x="628650" y="119063"/>
                </a:lnTo>
                <a:lnTo>
                  <a:pt x="628650" y="128588"/>
                </a:lnTo>
                <a:lnTo>
                  <a:pt x="633413" y="133350"/>
                </a:lnTo>
                <a:lnTo>
                  <a:pt x="642938" y="133350"/>
                </a:lnTo>
                <a:lnTo>
                  <a:pt x="647700" y="138113"/>
                </a:lnTo>
                <a:lnTo>
                  <a:pt x="652463" y="142875"/>
                </a:lnTo>
                <a:lnTo>
                  <a:pt x="657225" y="147638"/>
                </a:lnTo>
                <a:lnTo>
                  <a:pt x="661988" y="152400"/>
                </a:lnTo>
                <a:lnTo>
                  <a:pt x="666750" y="157163"/>
                </a:lnTo>
                <a:lnTo>
                  <a:pt x="666750" y="166688"/>
                </a:lnTo>
                <a:lnTo>
                  <a:pt x="666750" y="176213"/>
                </a:lnTo>
                <a:lnTo>
                  <a:pt x="666750" y="185738"/>
                </a:lnTo>
                <a:lnTo>
                  <a:pt x="666750" y="195263"/>
                </a:lnTo>
                <a:lnTo>
                  <a:pt x="666750" y="204788"/>
                </a:lnTo>
                <a:lnTo>
                  <a:pt x="666750" y="214313"/>
                </a:lnTo>
                <a:lnTo>
                  <a:pt x="666750" y="223838"/>
                </a:lnTo>
                <a:lnTo>
                  <a:pt x="666750" y="233363"/>
                </a:lnTo>
                <a:lnTo>
                  <a:pt x="666750" y="242888"/>
                </a:lnTo>
                <a:lnTo>
                  <a:pt x="661988" y="247650"/>
                </a:lnTo>
                <a:lnTo>
                  <a:pt x="657225" y="252413"/>
                </a:lnTo>
                <a:lnTo>
                  <a:pt x="657225" y="261938"/>
                </a:lnTo>
                <a:lnTo>
                  <a:pt x="657225" y="271463"/>
                </a:lnTo>
                <a:lnTo>
                  <a:pt x="657225" y="280988"/>
                </a:lnTo>
                <a:lnTo>
                  <a:pt x="657225" y="290513"/>
                </a:lnTo>
                <a:lnTo>
                  <a:pt x="657225" y="300038"/>
                </a:lnTo>
                <a:lnTo>
                  <a:pt x="652463" y="304800"/>
                </a:lnTo>
                <a:lnTo>
                  <a:pt x="647700" y="309563"/>
                </a:lnTo>
                <a:lnTo>
                  <a:pt x="647700" y="319088"/>
                </a:lnTo>
                <a:lnTo>
                  <a:pt x="647700" y="328613"/>
                </a:lnTo>
                <a:lnTo>
                  <a:pt x="647700" y="338138"/>
                </a:lnTo>
                <a:lnTo>
                  <a:pt x="642938" y="342900"/>
                </a:lnTo>
                <a:lnTo>
                  <a:pt x="638175" y="347663"/>
                </a:lnTo>
                <a:lnTo>
                  <a:pt x="638175" y="357188"/>
                </a:lnTo>
                <a:lnTo>
                  <a:pt x="638175" y="366713"/>
                </a:lnTo>
                <a:lnTo>
                  <a:pt x="638175" y="376238"/>
                </a:lnTo>
                <a:lnTo>
                  <a:pt x="633413" y="381000"/>
                </a:lnTo>
                <a:lnTo>
                  <a:pt x="628650" y="385763"/>
                </a:lnTo>
                <a:lnTo>
                  <a:pt x="628650" y="395288"/>
                </a:lnTo>
                <a:lnTo>
                  <a:pt x="628650" y="404813"/>
                </a:lnTo>
                <a:lnTo>
                  <a:pt x="623888" y="409575"/>
                </a:lnTo>
                <a:lnTo>
                  <a:pt x="619125" y="414338"/>
                </a:lnTo>
                <a:lnTo>
                  <a:pt x="619125" y="423863"/>
                </a:lnTo>
                <a:lnTo>
                  <a:pt x="619125" y="433388"/>
                </a:lnTo>
                <a:lnTo>
                  <a:pt x="614363" y="438150"/>
                </a:lnTo>
                <a:lnTo>
                  <a:pt x="609600" y="442913"/>
                </a:lnTo>
                <a:lnTo>
                  <a:pt x="609600" y="452438"/>
                </a:lnTo>
                <a:lnTo>
                  <a:pt x="609600" y="461963"/>
                </a:lnTo>
                <a:lnTo>
                  <a:pt x="604838" y="466725"/>
                </a:lnTo>
                <a:lnTo>
                  <a:pt x="600075" y="471488"/>
                </a:lnTo>
                <a:lnTo>
                  <a:pt x="600075" y="481013"/>
                </a:lnTo>
                <a:lnTo>
                  <a:pt x="595313" y="485775"/>
                </a:lnTo>
                <a:lnTo>
                  <a:pt x="590550" y="490538"/>
                </a:lnTo>
                <a:lnTo>
                  <a:pt x="590550" y="500063"/>
                </a:lnTo>
                <a:lnTo>
                  <a:pt x="585788" y="504825"/>
                </a:lnTo>
                <a:lnTo>
                  <a:pt x="581025" y="509588"/>
                </a:lnTo>
                <a:lnTo>
                  <a:pt x="581025" y="519113"/>
                </a:lnTo>
                <a:lnTo>
                  <a:pt x="581025" y="528638"/>
                </a:lnTo>
                <a:lnTo>
                  <a:pt x="576263" y="533400"/>
                </a:lnTo>
                <a:lnTo>
                  <a:pt x="571500" y="538163"/>
                </a:lnTo>
                <a:lnTo>
                  <a:pt x="571500" y="547688"/>
                </a:lnTo>
                <a:lnTo>
                  <a:pt x="566738" y="552450"/>
                </a:lnTo>
                <a:lnTo>
                  <a:pt x="561975" y="557213"/>
                </a:lnTo>
                <a:lnTo>
                  <a:pt x="561975" y="566738"/>
                </a:lnTo>
                <a:lnTo>
                  <a:pt x="557213" y="571500"/>
                </a:lnTo>
                <a:lnTo>
                  <a:pt x="552450" y="576263"/>
                </a:lnTo>
                <a:lnTo>
                  <a:pt x="552450" y="585788"/>
                </a:lnTo>
                <a:lnTo>
                  <a:pt x="547688" y="590550"/>
                </a:lnTo>
                <a:lnTo>
                  <a:pt x="542925" y="595313"/>
                </a:lnTo>
                <a:lnTo>
                  <a:pt x="538163" y="600075"/>
                </a:lnTo>
                <a:lnTo>
                  <a:pt x="533400" y="604838"/>
                </a:lnTo>
                <a:lnTo>
                  <a:pt x="533400" y="614363"/>
                </a:lnTo>
                <a:lnTo>
                  <a:pt x="528638" y="619125"/>
                </a:lnTo>
                <a:lnTo>
                  <a:pt x="523875" y="623888"/>
                </a:lnTo>
                <a:lnTo>
                  <a:pt x="523875" y="633413"/>
                </a:lnTo>
                <a:lnTo>
                  <a:pt x="519113" y="638175"/>
                </a:lnTo>
                <a:lnTo>
                  <a:pt x="514350" y="642938"/>
                </a:lnTo>
                <a:lnTo>
                  <a:pt x="514350" y="652463"/>
                </a:lnTo>
                <a:lnTo>
                  <a:pt x="509588" y="657225"/>
                </a:lnTo>
                <a:lnTo>
                  <a:pt x="504825" y="661988"/>
                </a:lnTo>
                <a:lnTo>
                  <a:pt x="500063" y="666750"/>
                </a:lnTo>
                <a:lnTo>
                  <a:pt x="495300" y="671513"/>
                </a:lnTo>
                <a:lnTo>
                  <a:pt x="495300" y="681038"/>
                </a:lnTo>
                <a:lnTo>
                  <a:pt x="490538" y="685800"/>
                </a:lnTo>
                <a:lnTo>
                  <a:pt x="485775" y="690563"/>
                </a:lnTo>
                <a:lnTo>
                  <a:pt x="481013" y="695325"/>
                </a:lnTo>
                <a:lnTo>
                  <a:pt x="476250" y="700088"/>
                </a:lnTo>
                <a:lnTo>
                  <a:pt x="476250" y="709613"/>
                </a:lnTo>
                <a:lnTo>
                  <a:pt x="471488" y="714375"/>
                </a:lnTo>
                <a:lnTo>
                  <a:pt x="466725" y="719138"/>
                </a:lnTo>
                <a:lnTo>
                  <a:pt x="461963" y="723900"/>
                </a:lnTo>
                <a:lnTo>
                  <a:pt x="457200" y="728663"/>
                </a:lnTo>
                <a:lnTo>
                  <a:pt x="452438" y="733425"/>
                </a:lnTo>
                <a:lnTo>
                  <a:pt x="447675" y="738188"/>
                </a:lnTo>
                <a:lnTo>
                  <a:pt x="447675" y="747713"/>
                </a:lnTo>
                <a:lnTo>
                  <a:pt x="442913" y="752475"/>
                </a:lnTo>
                <a:lnTo>
                  <a:pt x="438150" y="757238"/>
                </a:lnTo>
                <a:lnTo>
                  <a:pt x="433388" y="762000"/>
                </a:lnTo>
                <a:lnTo>
                  <a:pt x="428625" y="766763"/>
                </a:lnTo>
                <a:lnTo>
                  <a:pt x="423863" y="771525"/>
                </a:lnTo>
                <a:lnTo>
                  <a:pt x="419100" y="776288"/>
                </a:lnTo>
                <a:lnTo>
                  <a:pt x="414338" y="781050"/>
                </a:lnTo>
                <a:lnTo>
                  <a:pt x="409575" y="785813"/>
                </a:lnTo>
                <a:lnTo>
                  <a:pt x="404813" y="790575"/>
                </a:lnTo>
                <a:lnTo>
                  <a:pt x="400050" y="795338"/>
                </a:lnTo>
                <a:lnTo>
                  <a:pt x="395288" y="800100"/>
                </a:lnTo>
                <a:lnTo>
                  <a:pt x="390525" y="804863"/>
                </a:lnTo>
                <a:lnTo>
                  <a:pt x="385763" y="809625"/>
                </a:lnTo>
                <a:lnTo>
                  <a:pt x="381000" y="814388"/>
                </a:lnTo>
                <a:lnTo>
                  <a:pt x="376238" y="819150"/>
                </a:lnTo>
                <a:lnTo>
                  <a:pt x="371475" y="823913"/>
                </a:lnTo>
                <a:lnTo>
                  <a:pt x="366713" y="828675"/>
                </a:lnTo>
                <a:lnTo>
                  <a:pt x="361950" y="833438"/>
                </a:lnTo>
                <a:lnTo>
                  <a:pt x="357188" y="838200"/>
                </a:lnTo>
                <a:lnTo>
                  <a:pt x="352425" y="842963"/>
                </a:lnTo>
                <a:lnTo>
                  <a:pt x="347663" y="847725"/>
                </a:lnTo>
                <a:lnTo>
                  <a:pt x="342900" y="852488"/>
                </a:lnTo>
                <a:lnTo>
                  <a:pt x="338138" y="857250"/>
                </a:lnTo>
                <a:lnTo>
                  <a:pt x="333375" y="862013"/>
                </a:lnTo>
                <a:lnTo>
                  <a:pt x="328613" y="866775"/>
                </a:lnTo>
                <a:lnTo>
                  <a:pt x="323850" y="871538"/>
                </a:lnTo>
                <a:lnTo>
                  <a:pt x="319088" y="876300"/>
                </a:lnTo>
                <a:lnTo>
                  <a:pt x="309563" y="876300"/>
                </a:lnTo>
                <a:lnTo>
                  <a:pt x="304800" y="881063"/>
                </a:lnTo>
                <a:lnTo>
                  <a:pt x="300038" y="885825"/>
                </a:lnTo>
                <a:lnTo>
                  <a:pt x="290513" y="885825"/>
                </a:lnTo>
                <a:lnTo>
                  <a:pt x="285750" y="881063"/>
                </a:lnTo>
                <a:lnTo>
                  <a:pt x="280988" y="876300"/>
                </a:lnTo>
                <a:lnTo>
                  <a:pt x="271463" y="876300"/>
                </a:lnTo>
                <a:lnTo>
                  <a:pt x="261938" y="876300"/>
                </a:lnTo>
                <a:lnTo>
                  <a:pt x="252413" y="876300"/>
                </a:lnTo>
                <a:lnTo>
                  <a:pt x="242888" y="876300"/>
                </a:lnTo>
                <a:lnTo>
                  <a:pt x="233363" y="876300"/>
                </a:lnTo>
                <a:lnTo>
                  <a:pt x="223838" y="876300"/>
                </a:lnTo>
                <a:lnTo>
                  <a:pt x="219075" y="871538"/>
                </a:lnTo>
                <a:lnTo>
                  <a:pt x="214313" y="866775"/>
                </a:lnTo>
                <a:lnTo>
                  <a:pt x="204788" y="866775"/>
                </a:lnTo>
                <a:lnTo>
                  <a:pt x="200025" y="862013"/>
                </a:lnTo>
                <a:lnTo>
                  <a:pt x="195263" y="857250"/>
                </a:lnTo>
                <a:lnTo>
                  <a:pt x="185738" y="857250"/>
                </a:lnTo>
                <a:lnTo>
                  <a:pt x="180975" y="852488"/>
                </a:lnTo>
                <a:lnTo>
                  <a:pt x="176213" y="847725"/>
                </a:lnTo>
                <a:lnTo>
                  <a:pt x="166688" y="847725"/>
                </a:lnTo>
                <a:lnTo>
                  <a:pt x="157163" y="847725"/>
                </a:lnTo>
                <a:lnTo>
                  <a:pt x="152400" y="842963"/>
                </a:lnTo>
                <a:lnTo>
                  <a:pt x="147638" y="838200"/>
                </a:lnTo>
                <a:lnTo>
                  <a:pt x="138113" y="838200"/>
                </a:lnTo>
                <a:lnTo>
                  <a:pt x="128588" y="838200"/>
                </a:lnTo>
                <a:lnTo>
                  <a:pt x="123825" y="833438"/>
                </a:lnTo>
                <a:lnTo>
                  <a:pt x="119063" y="828675"/>
                </a:lnTo>
                <a:lnTo>
                  <a:pt x="114300" y="823913"/>
                </a:lnTo>
                <a:lnTo>
                  <a:pt x="109538" y="819150"/>
                </a:lnTo>
                <a:lnTo>
                  <a:pt x="100013" y="819150"/>
                </a:lnTo>
                <a:lnTo>
                  <a:pt x="95250" y="814388"/>
                </a:lnTo>
                <a:lnTo>
                  <a:pt x="90488" y="809625"/>
                </a:lnTo>
                <a:lnTo>
                  <a:pt x="85725" y="804863"/>
                </a:lnTo>
                <a:lnTo>
                  <a:pt x="80963" y="800100"/>
                </a:lnTo>
                <a:lnTo>
                  <a:pt x="71438" y="800100"/>
                </a:lnTo>
                <a:lnTo>
                  <a:pt x="66675" y="795338"/>
                </a:lnTo>
                <a:lnTo>
                  <a:pt x="61913" y="790575"/>
                </a:lnTo>
                <a:lnTo>
                  <a:pt x="57150" y="785813"/>
                </a:lnTo>
                <a:lnTo>
                  <a:pt x="52388" y="781050"/>
                </a:lnTo>
                <a:lnTo>
                  <a:pt x="42863" y="781050"/>
                </a:lnTo>
                <a:lnTo>
                  <a:pt x="38100" y="776288"/>
                </a:lnTo>
                <a:lnTo>
                  <a:pt x="33338" y="771525"/>
                </a:lnTo>
                <a:lnTo>
                  <a:pt x="28575" y="766763"/>
                </a:lnTo>
                <a:lnTo>
                  <a:pt x="23813" y="762000"/>
                </a:lnTo>
                <a:lnTo>
                  <a:pt x="19050" y="757238"/>
                </a:lnTo>
                <a:lnTo>
                  <a:pt x="14288" y="752475"/>
                </a:lnTo>
                <a:lnTo>
                  <a:pt x="9525" y="747713"/>
                </a:lnTo>
                <a:lnTo>
                  <a:pt x="4763" y="742950"/>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4763" y="609600"/>
                </a:lnTo>
                <a:lnTo>
                  <a:pt x="9525" y="604838"/>
                </a:lnTo>
                <a:lnTo>
                  <a:pt x="9525" y="595313"/>
                </a:lnTo>
                <a:lnTo>
                  <a:pt x="9525" y="585788"/>
                </a:lnTo>
                <a:lnTo>
                  <a:pt x="9525" y="576263"/>
                </a:lnTo>
                <a:lnTo>
                  <a:pt x="9525" y="566738"/>
                </a:lnTo>
                <a:lnTo>
                  <a:pt x="9525" y="557213"/>
                </a:lnTo>
                <a:lnTo>
                  <a:pt x="14288" y="552450"/>
                </a:lnTo>
                <a:lnTo>
                  <a:pt x="19050" y="547688"/>
                </a:lnTo>
                <a:lnTo>
                  <a:pt x="19050" y="538163"/>
                </a:lnTo>
                <a:lnTo>
                  <a:pt x="19050" y="528638"/>
                </a:lnTo>
                <a:lnTo>
                  <a:pt x="19050" y="519113"/>
                </a:lnTo>
                <a:lnTo>
                  <a:pt x="23813" y="514350"/>
                </a:lnTo>
                <a:lnTo>
                  <a:pt x="28575" y="509588"/>
                </a:lnTo>
                <a:lnTo>
                  <a:pt x="28575" y="500063"/>
                </a:lnTo>
                <a:lnTo>
                  <a:pt x="28575" y="490538"/>
                </a:lnTo>
                <a:lnTo>
                  <a:pt x="28575" y="481013"/>
                </a:lnTo>
                <a:lnTo>
                  <a:pt x="33338" y="476250"/>
                </a:lnTo>
                <a:lnTo>
                  <a:pt x="38100" y="471488"/>
                </a:lnTo>
                <a:lnTo>
                  <a:pt x="38100" y="461963"/>
                </a:lnTo>
                <a:lnTo>
                  <a:pt x="38100" y="452438"/>
                </a:lnTo>
                <a:lnTo>
                  <a:pt x="42863" y="447675"/>
                </a:lnTo>
                <a:lnTo>
                  <a:pt x="47625" y="442913"/>
                </a:lnTo>
                <a:lnTo>
                  <a:pt x="47625" y="433388"/>
                </a:lnTo>
                <a:lnTo>
                  <a:pt x="47625" y="423863"/>
                </a:lnTo>
                <a:lnTo>
                  <a:pt x="52388" y="419100"/>
                </a:lnTo>
                <a:lnTo>
                  <a:pt x="57150" y="414338"/>
                </a:lnTo>
                <a:lnTo>
                  <a:pt x="57150" y="404813"/>
                </a:lnTo>
                <a:lnTo>
                  <a:pt x="61913" y="400050"/>
                </a:lnTo>
                <a:lnTo>
                  <a:pt x="66675" y="395288"/>
                </a:lnTo>
                <a:lnTo>
                  <a:pt x="66675" y="385763"/>
                </a:lnTo>
                <a:lnTo>
                  <a:pt x="66675" y="376238"/>
                </a:lnTo>
                <a:lnTo>
                  <a:pt x="71438" y="371475"/>
                </a:lnTo>
                <a:lnTo>
                  <a:pt x="76200" y="366713"/>
                </a:lnTo>
                <a:lnTo>
                  <a:pt x="76200" y="357188"/>
                </a:lnTo>
                <a:lnTo>
                  <a:pt x="80963" y="352425"/>
                </a:lnTo>
                <a:lnTo>
                  <a:pt x="85725" y="347663"/>
                </a:lnTo>
                <a:lnTo>
                  <a:pt x="85725" y="338138"/>
                </a:lnTo>
                <a:lnTo>
                  <a:pt x="90488" y="333375"/>
                </a:lnTo>
                <a:lnTo>
                  <a:pt x="95250" y="328613"/>
                </a:lnTo>
                <a:lnTo>
                  <a:pt x="95250" y="319088"/>
                </a:lnTo>
                <a:lnTo>
                  <a:pt x="100013" y="314325"/>
                </a:lnTo>
                <a:lnTo>
                  <a:pt x="104775" y="309563"/>
                </a:lnTo>
                <a:lnTo>
                  <a:pt x="104775" y="300038"/>
                </a:lnTo>
                <a:lnTo>
                  <a:pt x="109538" y="295275"/>
                </a:lnTo>
                <a:lnTo>
                  <a:pt x="114300" y="290513"/>
                </a:lnTo>
                <a:lnTo>
                  <a:pt x="114300" y="280988"/>
                </a:lnTo>
                <a:lnTo>
                  <a:pt x="119063" y="276225"/>
                </a:lnTo>
                <a:lnTo>
                  <a:pt x="123825" y="271463"/>
                </a:lnTo>
                <a:lnTo>
                  <a:pt x="123825" y="261938"/>
                </a:lnTo>
                <a:lnTo>
                  <a:pt x="128588" y="257175"/>
                </a:lnTo>
                <a:lnTo>
                  <a:pt x="133350" y="252413"/>
                </a:lnTo>
                <a:lnTo>
                  <a:pt x="133350" y="242888"/>
                </a:lnTo>
                <a:lnTo>
                  <a:pt x="138113" y="238125"/>
                </a:lnTo>
                <a:lnTo>
                  <a:pt x="142875" y="233363"/>
                </a:lnTo>
                <a:lnTo>
                  <a:pt x="142875" y="223838"/>
                </a:lnTo>
                <a:lnTo>
                  <a:pt x="147638" y="219075"/>
                </a:lnTo>
                <a:lnTo>
                  <a:pt x="152400" y="214313"/>
                </a:lnTo>
                <a:lnTo>
                  <a:pt x="157163" y="209550"/>
                </a:lnTo>
                <a:lnTo>
                  <a:pt x="161925" y="204788"/>
                </a:lnTo>
                <a:lnTo>
                  <a:pt x="161925" y="195263"/>
                </a:lnTo>
                <a:lnTo>
                  <a:pt x="166688" y="190500"/>
                </a:lnTo>
                <a:lnTo>
                  <a:pt x="171450" y="185738"/>
                </a:lnTo>
                <a:lnTo>
                  <a:pt x="176213" y="180975"/>
                </a:lnTo>
                <a:lnTo>
                  <a:pt x="180975" y="176213"/>
                </a:lnTo>
                <a:lnTo>
                  <a:pt x="180975" y="166688"/>
                </a:lnTo>
                <a:lnTo>
                  <a:pt x="185738" y="161925"/>
                </a:lnTo>
                <a:lnTo>
                  <a:pt x="190500" y="157163"/>
                </a:lnTo>
                <a:lnTo>
                  <a:pt x="195263" y="152400"/>
                </a:lnTo>
                <a:lnTo>
                  <a:pt x="200025" y="147638"/>
                </a:lnTo>
                <a:lnTo>
                  <a:pt x="200025" y="138113"/>
                </a:lnTo>
                <a:lnTo>
                  <a:pt x="204788" y="133350"/>
                </a:lnTo>
                <a:lnTo>
                  <a:pt x="209550" y="128588"/>
                </a:lnTo>
                <a:lnTo>
                  <a:pt x="214313" y="123825"/>
                </a:lnTo>
                <a:lnTo>
                  <a:pt x="219075" y="119063"/>
                </a:lnTo>
                <a:lnTo>
                  <a:pt x="223838" y="114300"/>
                </a:lnTo>
                <a:lnTo>
                  <a:pt x="228600" y="109538"/>
                </a:lnTo>
                <a:lnTo>
                  <a:pt x="228600" y="100013"/>
                </a:lnTo>
                <a:lnTo>
                  <a:pt x="233363" y="95250"/>
                </a:lnTo>
                <a:lnTo>
                  <a:pt x="238125" y="90488"/>
                </a:lnTo>
                <a:lnTo>
                  <a:pt x="242888" y="85725"/>
                </a:lnTo>
                <a:lnTo>
                  <a:pt x="247650" y="80963"/>
                </a:lnTo>
                <a:lnTo>
                  <a:pt x="252413" y="76200"/>
                </a:lnTo>
                <a:lnTo>
                  <a:pt x="257175" y="71438"/>
                </a:lnTo>
                <a:lnTo>
                  <a:pt x="261938" y="66675"/>
                </a:lnTo>
                <a:lnTo>
                  <a:pt x="266700" y="61913"/>
                </a:lnTo>
                <a:lnTo>
                  <a:pt x="271463" y="57150"/>
                </a:lnTo>
                <a:lnTo>
                  <a:pt x="276225" y="52388"/>
                </a:lnTo>
                <a:lnTo>
                  <a:pt x="280988" y="47625"/>
                </a:lnTo>
                <a:lnTo>
                  <a:pt x="285750" y="42863"/>
                </a:lnTo>
                <a:lnTo>
                  <a:pt x="290513" y="38100"/>
                </a:lnTo>
                <a:lnTo>
                  <a:pt x="295275" y="33338"/>
                </a:lnTo>
                <a:lnTo>
                  <a:pt x="300038" y="28575"/>
                </a:lnTo>
                <a:lnTo>
                  <a:pt x="304800" y="23813"/>
                </a:lnTo>
                <a:lnTo>
                  <a:pt x="309563" y="19050"/>
                </a:lnTo>
                <a:lnTo>
                  <a:pt x="314325" y="14288"/>
                </a:lnTo>
                <a:lnTo>
                  <a:pt x="319088" y="9525"/>
                </a:lnTo>
                <a:lnTo>
                  <a:pt x="323850" y="4763"/>
                </a:lnTo>
                <a:close/>
              </a:path>
            </a:pathLst>
          </a:custGeom>
          <a:solidFill xmlns:a="http://schemas.openxmlformats.org/drawingml/2006/main">
            <a:srgbClr val="C8C8C8"/>
          </a:solidFill>
          <a:ln xmlns:a="http://schemas.openxmlformats.org/drawingml/2006/main" w="0">
            <a:noFill/>
            <a:prstDash val="solid"/>
          </a:ln>
        </p:spPr>
      </p:sp>
      <p:sp>
        <p:nvSpPr>
          <p:cNvPr id="256" name="deep-skill-chaining-source-component-4-gradient-202-0">
            <a:extLst xmlns:a="http://schemas.openxmlformats.org/drawingml/2006/main">
              <a:ext uri="{FF2B5EF4-FFF2-40B4-BE49-F238E27FC236}">
                <a16:creationId xmlns:a16="http://schemas.microsoft.com/office/drawing/2014/main" id="{412D8196-D478-4B7D-ADF9-7B89F2B6A07A}"/>
              </a:ext>
            </a:extLst>
          </p:cNvPr>
          <p:cNvSpPr>
            <a:spLocks xmlns:a="http://schemas.openxmlformats.org/drawingml/2006/main" noGrp="1"/>
          </p:cNvSpPr>
          <p:nvPr/>
        </p:nvSpPr>
        <p:spPr>
          <a:xfrm xmlns:a="http://schemas.openxmlformats.org/drawingml/2006/main" rot="0">
            <a:off x="9172575" y="1743075"/>
            <a:ext cx="666750" cy="847725"/>
          </a:xfrm>
          <a:custGeom xmlns:a="http://schemas.openxmlformats.org/drawingml/2006/main">
            <a:pathLst>
              <a:path w="666750" h="847725">
                <a:moveTo>
                  <a:pt x="314325" y="4763"/>
                </a:move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33388" y="9525"/>
                </a:lnTo>
                <a:lnTo>
                  <a:pt x="442913" y="9525"/>
                </a:lnTo>
                <a:lnTo>
                  <a:pt x="447675" y="14288"/>
                </a:lnTo>
                <a:lnTo>
                  <a:pt x="452438" y="19050"/>
                </a:lnTo>
                <a:lnTo>
                  <a:pt x="461963" y="19050"/>
                </a:lnTo>
                <a:lnTo>
                  <a:pt x="466725" y="23813"/>
                </a:lnTo>
                <a:lnTo>
                  <a:pt x="471488" y="28575"/>
                </a:lnTo>
                <a:lnTo>
                  <a:pt x="481013" y="28575"/>
                </a:lnTo>
                <a:lnTo>
                  <a:pt x="485775" y="33338"/>
                </a:lnTo>
                <a:lnTo>
                  <a:pt x="490538" y="38100"/>
                </a:lnTo>
                <a:lnTo>
                  <a:pt x="500063" y="38100"/>
                </a:lnTo>
                <a:lnTo>
                  <a:pt x="504825" y="42863"/>
                </a:lnTo>
                <a:lnTo>
                  <a:pt x="509588" y="47625"/>
                </a:lnTo>
                <a:lnTo>
                  <a:pt x="519113" y="47625"/>
                </a:lnTo>
                <a:lnTo>
                  <a:pt x="528638" y="47625"/>
                </a:lnTo>
                <a:lnTo>
                  <a:pt x="533400" y="52388"/>
                </a:lnTo>
                <a:lnTo>
                  <a:pt x="538163" y="57150"/>
                </a:lnTo>
                <a:lnTo>
                  <a:pt x="547688" y="57150"/>
                </a:lnTo>
                <a:lnTo>
                  <a:pt x="557213" y="57150"/>
                </a:lnTo>
                <a:lnTo>
                  <a:pt x="561975" y="61913"/>
                </a:lnTo>
                <a:lnTo>
                  <a:pt x="566738" y="66675"/>
                </a:lnTo>
                <a:lnTo>
                  <a:pt x="576263" y="66675"/>
                </a:lnTo>
                <a:lnTo>
                  <a:pt x="581025" y="71438"/>
                </a:lnTo>
                <a:lnTo>
                  <a:pt x="581025" y="80963"/>
                </a:lnTo>
                <a:lnTo>
                  <a:pt x="585788" y="85725"/>
                </a:lnTo>
                <a:lnTo>
                  <a:pt x="590550" y="90488"/>
                </a:lnTo>
                <a:lnTo>
                  <a:pt x="595313" y="95250"/>
                </a:lnTo>
                <a:lnTo>
                  <a:pt x="600075" y="100013"/>
                </a:lnTo>
                <a:lnTo>
                  <a:pt x="604838" y="104775"/>
                </a:lnTo>
                <a:lnTo>
                  <a:pt x="614363" y="104775"/>
                </a:lnTo>
                <a:lnTo>
                  <a:pt x="619125" y="109538"/>
                </a:lnTo>
                <a:lnTo>
                  <a:pt x="623888" y="114300"/>
                </a:lnTo>
                <a:lnTo>
                  <a:pt x="628650" y="119063"/>
                </a:lnTo>
                <a:lnTo>
                  <a:pt x="633413" y="123825"/>
                </a:lnTo>
                <a:lnTo>
                  <a:pt x="638175" y="128588"/>
                </a:lnTo>
                <a:lnTo>
                  <a:pt x="642938" y="133350"/>
                </a:lnTo>
                <a:lnTo>
                  <a:pt x="647700" y="138113"/>
                </a:lnTo>
                <a:lnTo>
                  <a:pt x="652463" y="142875"/>
                </a:lnTo>
                <a:lnTo>
                  <a:pt x="657225" y="147638"/>
                </a:lnTo>
                <a:lnTo>
                  <a:pt x="661988" y="152400"/>
                </a:lnTo>
                <a:lnTo>
                  <a:pt x="666750" y="157163"/>
                </a:lnTo>
                <a:lnTo>
                  <a:pt x="666750" y="166688"/>
                </a:lnTo>
                <a:lnTo>
                  <a:pt x="666750" y="176213"/>
                </a:lnTo>
                <a:lnTo>
                  <a:pt x="666750" y="185738"/>
                </a:lnTo>
                <a:lnTo>
                  <a:pt x="666750" y="195263"/>
                </a:lnTo>
                <a:lnTo>
                  <a:pt x="666750" y="204788"/>
                </a:lnTo>
                <a:lnTo>
                  <a:pt x="666750" y="214313"/>
                </a:lnTo>
                <a:lnTo>
                  <a:pt x="666750" y="223838"/>
                </a:lnTo>
                <a:lnTo>
                  <a:pt x="661988" y="228600"/>
                </a:lnTo>
                <a:lnTo>
                  <a:pt x="657225" y="233363"/>
                </a:lnTo>
                <a:lnTo>
                  <a:pt x="657225" y="242888"/>
                </a:lnTo>
                <a:lnTo>
                  <a:pt x="657225" y="252413"/>
                </a:lnTo>
                <a:lnTo>
                  <a:pt x="657225" y="261938"/>
                </a:lnTo>
                <a:lnTo>
                  <a:pt x="657225" y="271463"/>
                </a:lnTo>
                <a:lnTo>
                  <a:pt x="657225" y="280988"/>
                </a:lnTo>
                <a:lnTo>
                  <a:pt x="652463" y="285750"/>
                </a:lnTo>
                <a:lnTo>
                  <a:pt x="647700" y="290513"/>
                </a:lnTo>
                <a:lnTo>
                  <a:pt x="647700" y="300038"/>
                </a:lnTo>
                <a:lnTo>
                  <a:pt x="647700" y="309563"/>
                </a:lnTo>
                <a:lnTo>
                  <a:pt x="647700" y="319088"/>
                </a:lnTo>
                <a:lnTo>
                  <a:pt x="642938" y="323850"/>
                </a:lnTo>
                <a:lnTo>
                  <a:pt x="638175" y="328613"/>
                </a:lnTo>
                <a:lnTo>
                  <a:pt x="638175" y="338138"/>
                </a:lnTo>
                <a:lnTo>
                  <a:pt x="638175" y="347663"/>
                </a:lnTo>
                <a:lnTo>
                  <a:pt x="638175" y="357188"/>
                </a:lnTo>
                <a:lnTo>
                  <a:pt x="633413" y="361950"/>
                </a:lnTo>
                <a:lnTo>
                  <a:pt x="628650" y="366713"/>
                </a:lnTo>
                <a:lnTo>
                  <a:pt x="628650" y="376238"/>
                </a:lnTo>
                <a:lnTo>
                  <a:pt x="628650" y="385763"/>
                </a:lnTo>
                <a:lnTo>
                  <a:pt x="623888" y="390525"/>
                </a:lnTo>
                <a:lnTo>
                  <a:pt x="619125" y="395288"/>
                </a:lnTo>
                <a:lnTo>
                  <a:pt x="619125" y="404813"/>
                </a:lnTo>
                <a:lnTo>
                  <a:pt x="619125" y="414338"/>
                </a:lnTo>
                <a:lnTo>
                  <a:pt x="614363" y="419100"/>
                </a:lnTo>
                <a:lnTo>
                  <a:pt x="609600" y="423863"/>
                </a:lnTo>
                <a:lnTo>
                  <a:pt x="609600" y="433388"/>
                </a:lnTo>
                <a:lnTo>
                  <a:pt x="609600" y="442913"/>
                </a:lnTo>
                <a:lnTo>
                  <a:pt x="604838" y="447675"/>
                </a:lnTo>
                <a:lnTo>
                  <a:pt x="600075" y="452438"/>
                </a:lnTo>
                <a:lnTo>
                  <a:pt x="600075" y="461963"/>
                </a:lnTo>
                <a:lnTo>
                  <a:pt x="595313" y="466725"/>
                </a:lnTo>
                <a:lnTo>
                  <a:pt x="590550" y="471488"/>
                </a:lnTo>
                <a:lnTo>
                  <a:pt x="590550" y="481013"/>
                </a:lnTo>
                <a:lnTo>
                  <a:pt x="585788" y="485775"/>
                </a:lnTo>
                <a:lnTo>
                  <a:pt x="581025" y="490538"/>
                </a:lnTo>
                <a:lnTo>
                  <a:pt x="581025" y="500063"/>
                </a:lnTo>
                <a:lnTo>
                  <a:pt x="581025" y="509588"/>
                </a:lnTo>
                <a:lnTo>
                  <a:pt x="576263" y="514350"/>
                </a:lnTo>
                <a:lnTo>
                  <a:pt x="571500" y="519113"/>
                </a:lnTo>
                <a:lnTo>
                  <a:pt x="571500" y="528638"/>
                </a:lnTo>
                <a:lnTo>
                  <a:pt x="566738" y="533400"/>
                </a:lnTo>
                <a:lnTo>
                  <a:pt x="561975" y="538163"/>
                </a:lnTo>
                <a:lnTo>
                  <a:pt x="561975" y="547688"/>
                </a:lnTo>
                <a:lnTo>
                  <a:pt x="557213" y="552450"/>
                </a:lnTo>
                <a:lnTo>
                  <a:pt x="552450" y="557213"/>
                </a:lnTo>
                <a:lnTo>
                  <a:pt x="552450" y="566738"/>
                </a:lnTo>
                <a:lnTo>
                  <a:pt x="547688" y="571500"/>
                </a:lnTo>
                <a:lnTo>
                  <a:pt x="542925" y="576263"/>
                </a:lnTo>
                <a:lnTo>
                  <a:pt x="538163" y="581025"/>
                </a:lnTo>
                <a:lnTo>
                  <a:pt x="533400" y="585788"/>
                </a:lnTo>
                <a:lnTo>
                  <a:pt x="533400" y="595313"/>
                </a:lnTo>
                <a:lnTo>
                  <a:pt x="528638" y="600075"/>
                </a:lnTo>
                <a:lnTo>
                  <a:pt x="523875" y="604838"/>
                </a:lnTo>
                <a:lnTo>
                  <a:pt x="523875" y="614363"/>
                </a:lnTo>
                <a:lnTo>
                  <a:pt x="519113" y="619125"/>
                </a:lnTo>
                <a:lnTo>
                  <a:pt x="514350" y="623888"/>
                </a:lnTo>
                <a:lnTo>
                  <a:pt x="514350" y="633413"/>
                </a:lnTo>
                <a:lnTo>
                  <a:pt x="509588" y="638175"/>
                </a:lnTo>
                <a:lnTo>
                  <a:pt x="504825" y="642938"/>
                </a:lnTo>
                <a:lnTo>
                  <a:pt x="500063" y="647700"/>
                </a:lnTo>
                <a:lnTo>
                  <a:pt x="495300" y="652463"/>
                </a:lnTo>
                <a:lnTo>
                  <a:pt x="495300" y="661988"/>
                </a:lnTo>
                <a:lnTo>
                  <a:pt x="490538" y="666750"/>
                </a:lnTo>
                <a:lnTo>
                  <a:pt x="485775" y="671513"/>
                </a:lnTo>
                <a:lnTo>
                  <a:pt x="481013" y="676275"/>
                </a:lnTo>
                <a:lnTo>
                  <a:pt x="476250" y="681038"/>
                </a:lnTo>
                <a:lnTo>
                  <a:pt x="476250" y="690563"/>
                </a:lnTo>
                <a:lnTo>
                  <a:pt x="471488" y="695325"/>
                </a:lnTo>
                <a:lnTo>
                  <a:pt x="466725" y="700088"/>
                </a:lnTo>
                <a:lnTo>
                  <a:pt x="461963" y="704850"/>
                </a:lnTo>
                <a:lnTo>
                  <a:pt x="457200" y="709613"/>
                </a:lnTo>
                <a:lnTo>
                  <a:pt x="452438" y="714375"/>
                </a:lnTo>
                <a:lnTo>
                  <a:pt x="447675" y="719138"/>
                </a:lnTo>
                <a:lnTo>
                  <a:pt x="447675" y="728663"/>
                </a:lnTo>
                <a:lnTo>
                  <a:pt x="442913" y="733425"/>
                </a:lnTo>
                <a:lnTo>
                  <a:pt x="438150" y="738188"/>
                </a:lnTo>
                <a:lnTo>
                  <a:pt x="433388" y="742950"/>
                </a:lnTo>
                <a:lnTo>
                  <a:pt x="428625" y="747713"/>
                </a:lnTo>
                <a:lnTo>
                  <a:pt x="423863" y="752475"/>
                </a:lnTo>
                <a:lnTo>
                  <a:pt x="419100" y="757238"/>
                </a:lnTo>
                <a:lnTo>
                  <a:pt x="414338" y="762000"/>
                </a:lnTo>
                <a:lnTo>
                  <a:pt x="409575" y="766763"/>
                </a:lnTo>
                <a:lnTo>
                  <a:pt x="404813" y="771525"/>
                </a:lnTo>
                <a:lnTo>
                  <a:pt x="400050" y="776288"/>
                </a:lnTo>
                <a:lnTo>
                  <a:pt x="395288" y="781050"/>
                </a:lnTo>
                <a:lnTo>
                  <a:pt x="390525" y="785813"/>
                </a:lnTo>
                <a:lnTo>
                  <a:pt x="385763" y="790575"/>
                </a:lnTo>
                <a:lnTo>
                  <a:pt x="381000" y="795338"/>
                </a:lnTo>
                <a:lnTo>
                  <a:pt x="376238" y="800100"/>
                </a:lnTo>
                <a:lnTo>
                  <a:pt x="371475" y="804863"/>
                </a:lnTo>
                <a:lnTo>
                  <a:pt x="366713" y="809625"/>
                </a:lnTo>
                <a:lnTo>
                  <a:pt x="361950" y="814388"/>
                </a:lnTo>
                <a:lnTo>
                  <a:pt x="357188" y="819150"/>
                </a:lnTo>
                <a:lnTo>
                  <a:pt x="352425" y="823913"/>
                </a:lnTo>
                <a:lnTo>
                  <a:pt x="347663" y="828675"/>
                </a:lnTo>
                <a:lnTo>
                  <a:pt x="342900" y="833438"/>
                </a:lnTo>
                <a:lnTo>
                  <a:pt x="338138" y="838200"/>
                </a:lnTo>
                <a:lnTo>
                  <a:pt x="333375" y="842963"/>
                </a:lnTo>
                <a:lnTo>
                  <a:pt x="328613" y="847725"/>
                </a:lnTo>
                <a:lnTo>
                  <a:pt x="319088" y="847725"/>
                </a:lnTo>
                <a:lnTo>
                  <a:pt x="309563" y="847725"/>
                </a:lnTo>
                <a:lnTo>
                  <a:pt x="300038" y="847725"/>
                </a:lnTo>
                <a:lnTo>
                  <a:pt x="290513" y="847725"/>
                </a:lnTo>
                <a:lnTo>
                  <a:pt x="280988" y="847725"/>
                </a:lnTo>
                <a:lnTo>
                  <a:pt x="271463" y="847725"/>
                </a:lnTo>
                <a:lnTo>
                  <a:pt x="261938" y="847725"/>
                </a:lnTo>
                <a:lnTo>
                  <a:pt x="252413" y="847725"/>
                </a:lnTo>
                <a:lnTo>
                  <a:pt x="242888" y="847725"/>
                </a:lnTo>
                <a:lnTo>
                  <a:pt x="238125" y="842963"/>
                </a:lnTo>
                <a:lnTo>
                  <a:pt x="233363" y="838200"/>
                </a:lnTo>
                <a:lnTo>
                  <a:pt x="223838" y="838200"/>
                </a:lnTo>
                <a:lnTo>
                  <a:pt x="214313" y="838200"/>
                </a:lnTo>
                <a:lnTo>
                  <a:pt x="209550" y="833438"/>
                </a:lnTo>
                <a:lnTo>
                  <a:pt x="204788" y="828675"/>
                </a:lnTo>
                <a:lnTo>
                  <a:pt x="195263" y="828675"/>
                </a:lnTo>
                <a:lnTo>
                  <a:pt x="190500" y="823913"/>
                </a:lnTo>
                <a:lnTo>
                  <a:pt x="185738" y="819150"/>
                </a:lnTo>
                <a:lnTo>
                  <a:pt x="176213" y="819150"/>
                </a:lnTo>
                <a:lnTo>
                  <a:pt x="171450" y="814388"/>
                </a:lnTo>
                <a:lnTo>
                  <a:pt x="166688" y="809625"/>
                </a:lnTo>
                <a:lnTo>
                  <a:pt x="157163" y="809625"/>
                </a:lnTo>
                <a:lnTo>
                  <a:pt x="152400" y="804863"/>
                </a:lnTo>
                <a:lnTo>
                  <a:pt x="147638" y="800100"/>
                </a:lnTo>
                <a:lnTo>
                  <a:pt x="138113" y="800100"/>
                </a:lnTo>
                <a:lnTo>
                  <a:pt x="128588" y="800100"/>
                </a:lnTo>
                <a:lnTo>
                  <a:pt x="123825" y="795338"/>
                </a:lnTo>
                <a:lnTo>
                  <a:pt x="119063" y="790575"/>
                </a:lnTo>
                <a:lnTo>
                  <a:pt x="114300" y="785813"/>
                </a:lnTo>
                <a:lnTo>
                  <a:pt x="109538" y="781050"/>
                </a:lnTo>
                <a:lnTo>
                  <a:pt x="100013" y="781050"/>
                </a:lnTo>
                <a:lnTo>
                  <a:pt x="95250" y="776288"/>
                </a:lnTo>
                <a:lnTo>
                  <a:pt x="90488" y="771525"/>
                </a:lnTo>
                <a:lnTo>
                  <a:pt x="85725" y="766763"/>
                </a:lnTo>
                <a:lnTo>
                  <a:pt x="80963" y="762000"/>
                </a:lnTo>
                <a:lnTo>
                  <a:pt x="71438" y="762000"/>
                </a:lnTo>
                <a:lnTo>
                  <a:pt x="66675" y="757238"/>
                </a:lnTo>
                <a:lnTo>
                  <a:pt x="61913" y="752475"/>
                </a:lnTo>
                <a:lnTo>
                  <a:pt x="57150" y="747713"/>
                </a:lnTo>
                <a:lnTo>
                  <a:pt x="52388" y="742950"/>
                </a:lnTo>
                <a:lnTo>
                  <a:pt x="47625" y="738188"/>
                </a:lnTo>
                <a:lnTo>
                  <a:pt x="42863" y="733425"/>
                </a:lnTo>
                <a:lnTo>
                  <a:pt x="38100" y="728663"/>
                </a:lnTo>
                <a:lnTo>
                  <a:pt x="33338" y="723900"/>
                </a:lnTo>
                <a:lnTo>
                  <a:pt x="28575" y="719138"/>
                </a:lnTo>
                <a:lnTo>
                  <a:pt x="23813" y="714375"/>
                </a:lnTo>
                <a:lnTo>
                  <a:pt x="14288" y="714375"/>
                </a:lnTo>
                <a:lnTo>
                  <a:pt x="9525" y="709613"/>
                </a:lnTo>
                <a:lnTo>
                  <a:pt x="4763" y="704850"/>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4763" y="590550"/>
                </a:lnTo>
                <a:lnTo>
                  <a:pt x="9525" y="585788"/>
                </a:lnTo>
                <a:lnTo>
                  <a:pt x="9525" y="576263"/>
                </a:lnTo>
                <a:lnTo>
                  <a:pt x="9525" y="566738"/>
                </a:lnTo>
                <a:lnTo>
                  <a:pt x="9525" y="557213"/>
                </a:lnTo>
                <a:lnTo>
                  <a:pt x="9525" y="547688"/>
                </a:lnTo>
                <a:lnTo>
                  <a:pt x="9525" y="538163"/>
                </a:lnTo>
                <a:lnTo>
                  <a:pt x="14288" y="533400"/>
                </a:lnTo>
                <a:lnTo>
                  <a:pt x="19050" y="528638"/>
                </a:lnTo>
                <a:lnTo>
                  <a:pt x="19050" y="519113"/>
                </a:lnTo>
                <a:lnTo>
                  <a:pt x="19050" y="509588"/>
                </a:lnTo>
                <a:lnTo>
                  <a:pt x="19050" y="500063"/>
                </a:lnTo>
                <a:lnTo>
                  <a:pt x="23813" y="495300"/>
                </a:lnTo>
                <a:lnTo>
                  <a:pt x="28575" y="490538"/>
                </a:lnTo>
                <a:lnTo>
                  <a:pt x="28575" y="481013"/>
                </a:lnTo>
                <a:lnTo>
                  <a:pt x="28575" y="471488"/>
                </a:lnTo>
                <a:lnTo>
                  <a:pt x="28575" y="461963"/>
                </a:lnTo>
                <a:lnTo>
                  <a:pt x="33338" y="457200"/>
                </a:lnTo>
                <a:lnTo>
                  <a:pt x="38100" y="452438"/>
                </a:lnTo>
                <a:lnTo>
                  <a:pt x="38100" y="442913"/>
                </a:lnTo>
                <a:lnTo>
                  <a:pt x="38100" y="433388"/>
                </a:lnTo>
                <a:lnTo>
                  <a:pt x="42863" y="428625"/>
                </a:lnTo>
                <a:lnTo>
                  <a:pt x="47625" y="423863"/>
                </a:lnTo>
                <a:lnTo>
                  <a:pt x="47625" y="414338"/>
                </a:lnTo>
                <a:lnTo>
                  <a:pt x="47625" y="404813"/>
                </a:lnTo>
                <a:lnTo>
                  <a:pt x="52388" y="400050"/>
                </a:lnTo>
                <a:lnTo>
                  <a:pt x="57150" y="395288"/>
                </a:lnTo>
                <a:lnTo>
                  <a:pt x="57150" y="385763"/>
                </a:lnTo>
                <a:lnTo>
                  <a:pt x="61913" y="381000"/>
                </a:lnTo>
                <a:lnTo>
                  <a:pt x="66675" y="376238"/>
                </a:lnTo>
                <a:lnTo>
                  <a:pt x="66675" y="366713"/>
                </a:lnTo>
                <a:lnTo>
                  <a:pt x="66675" y="357188"/>
                </a:lnTo>
                <a:lnTo>
                  <a:pt x="71438" y="352425"/>
                </a:lnTo>
                <a:lnTo>
                  <a:pt x="76200" y="347663"/>
                </a:lnTo>
                <a:lnTo>
                  <a:pt x="76200" y="338138"/>
                </a:lnTo>
                <a:lnTo>
                  <a:pt x="80963" y="333375"/>
                </a:lnTo>
                <a:lnTo>
                  <a:pt x="85725" y="328613"/>
                </a:lnTo>
                <a:lnTo>
                  <a:pt x="85725" y="319088"/>
                </a:lnTo>
                <a:lnTo>
                  <a:pt x="90488" y="314325"/>
                </a:lnTo>
                <a:lnTo>
                  <a:pt x="95250" y="309563"/>
                </a:lnTo>
                <a:lnTo>
                  <a:pt x="95250" y="300038"/>
                </a:lnTo>
                <a:lnTo>
                  <a:pt x="100013" y="295275"/>
                </a:lnTo>
                <a:lnTo>
                  <a:pt x="104775" y="290513"/>
                </a:lnTo>
                <a:lnTo>
                  <a:pt x="104775" y="280988"/>
                </a:lnTo>
                <a:lnTo>
                  <a:pt x="109538" y="276225"/>
                </a:lnTo>
                <a:lnTo>
                  <a:pt x="114300" y="271463"/>
                </a:lnTo>
                <a:lnTo>
                  <a:pt x="114300" y="261938"/>
                </a:lnTo>
                <a:lnTo>
                  <a:pt x="119063" y="257175"/>
                </a:lnTo>
                <a:lnTo>
                  <a:pt x="123825" y="252413"/>
                </a:lnTo>
                <a:lnTo>
                  <a:pt x="123825" y="242888"/>
                </a:lnTo>
                <a:lnTo>
                  <a:pt x="128588" y="238125"/>
                </a:lnTo>
                <a:lnTo>
                  <a:pt x="133350" y="233363"/>
                </a:lnTo>
                <a:lnTo>
                  <a:pt x="133350" y="223838"/>
                </a:lnTo>
                <a:lnTo>
                  <a:pt x="138113" y="219075"/>
                </a:lnTo>
                <a:lnTo>
                  <a:pt x="142875" y="214313"/>
                </a:lnTo>
                <a:lnTo>
                  <a:pt x="142875" y="204788"/>
                </a:lnTo>
                <a:lnTo>
                  <a:pt x="147638" y="200025"/>
                </a:lnTo>
                <a:lnTo>
                  <a:pt x="152400" y="195263"/>
                </a:lnTo>
                <a:lnTo>
                  <a:pt x="157163" y="190500"/>
                </a:lnTo>
                <a:lnTo>
                  <a:pt x="161925" y="185738"/>
                </a:lnTo>
                <a:lnTo>
                  <a:pt x="161925" y="176213"/>
                </a:lnTo>
                <a:lnTo>
                  <a:pt x="166688" y="171450"/>
                </a:lnTo>
                <a:lnTo>
                  <a:pt x="171450" y="166688"/>
                </a:lnTo>
                <a:lnTo>
                  <a:pt x="176213" y="161925"/>
                </a:lnTo>
                <a:lnTo>
                  <a:pt x="180975" y="157163"/>
                </a:lnTo>
                <a:lnTo>
                  <a:pt x="180975" y="147638"/>
                </a:lnTo>
                <a:lnTo>
                  <a:pt x="185738" y="142875"/>
                </a:lnTo>
                <a:lnTo>
                  <a:pt x="190500" y="138113"/>
                </a:lnTo>
                <a:lnTo>
                  <a:pt x="195263" y="133350"/>
                </a:lnTo>
                <a:lnTo>
                  <a:pt x="200025" y="128588"/>
                </a:lnTo>
                <a:lnTo>
                  <a:pt x="200025" y="119063"/>
                </a:lnTo>
                <a:lnTo>
                  <a:pt x="204788" y="114300"/>
                </a:lnTo>
                <a:lnTo>
                  <a:pt x="209550" y="109538"/>
                </a:lnTo>
                <a:lnTo>
                  <a:pt x="214313" y="104775"/>
                </a:lnTo>
                <a:lnTo>
                  <a:pt x="219075" y="100013"/>
                </a:lnTo>
                <a:lnTo>
                  <a:pt x="223838" y="95250"/>
                </a:lnTo>
                <a:lnTo>
                  <a:pt x="228600" y="90488"/>
                </a:lnTo>
                <a:lnTo>
                  <a:pt x="228600" y="80963"/>
                </a:lnTo>
                <a:lnTo>
                  <a:pt x="233363" y="76200"/>
                </a:lnTo>
                <a:lnTo>
                  <a:pt x="238125" y="71438"/>
                </a:lnTo>
                <a:lnTo>
                  <a:pt x="242888" y="66675"/>
                </a:lnTo>
                <a:lnTo>
                  <a:pt x="247650" y="61913"/>
                </a:lnTo>
                <a:lnTo>
                  <a:pt x="252413" y="57150"/>
                </a:lnTo>
                <a:lnTo>
                  <a:pt x="257175" y="52388"/>
                </a:lnTo>
                <a:lnTo>
                  <a:pt x="261938" y="47625"/>
                </a:lnTo>
                <a:lnTo>
                  <a:pt x="266700" y="42863"/>
                </a:lnTo>
                <a:lnTo>
                  <a:pt x="271463" y="38100"/>
                </a:lnTo>
                <a:lnTo>
                  <a:pt x="276225" y="33338"/>
                </a:lnTo>
                <a:lnTo>
                  <a:pt x="280988" y="28575"/>
                </a:lnTo>
                <a:lnTo>
                  <a:pt x="285750" y="23813"/>
                </a:lnTo>
                <a:lnTo>
                  <a:pt x="290513" y="19050"/>
                </a:lnTo>
                <a:lnTo>
                  <a:pt x="295275" y="14288"/>
                </a:lnTo>
                <a:lnTo>
                  <a:pt x="300038" y="9525"/>
                </a:lnTo>
                <a:lnTo>
                  <a:pt x="309563" y="9525"/>
                </a:lnTo>
                <a:lnTo>
                  <a:pt x="314325" y="4763"/>
                </a:lnTo>
                <a:close/>
              </a:path>
            </a:pathLst>
          </a:custGeom>
          <a:solidFill xmlns:a="http://schemas.openxmlformats.org/drawingml/2006/main">
            <a:srgbClr val="CACACA"/>
          </a:solidFill>
          <a:ln xmlns:a="http://schemas.openxmlformats.org/drawingml/2006/main" w="0">
            <a:noFill/>
            <a:prstDash val="solid"/>
          </a:ln>
        </p:spPr>
      </p:sp>
      <p:sp>
        <p:nvSpPr>
          <p:cNvPr id="257" name="deep-skill-chaining-source-component-4-gradient-204-0">
            <a:extLst xmlns:a="http://schemas.openxmlformats.org/drawingml/2006/main">
              <a:ext uri="{FF2B5EF4-FFF2-40B4-BE49-F238E27FC236}">
                <a16:creationId xmlns:a16="http://schemas.microsoft.com/office/drawing/2014/main" id="{E40DAB8C-EBE0-473C-8411-D3D1ABE2BEBD}"/>
              </a:ext>
            </a:extLst>
          </p:cNvPr>
          <p:cNvSpPr>
            <a:spLocks xmlns:a="http://schemas.openxmlformats.org/drawingml/2006/main" noGrp="1"/>
          </p:cNvSpPr>
          <p:nvPr/>
        </p:nvSpPr>
        <p:spPr>
          <a:xfrm xmlns:a="http://schemas.openxmlformats.org/drawingml/2006/main" rot="0">
            <a:off x="9172575" y="1752600"/>
            <a:ext cx="666750" cy="828675"/>
          </a:xfrm>
          <a:custGeom xmlns:a="http://schemas.openxmlformats.org/drawingml/2006/main">
            <a:pathLst>
              <a:path w="666750" h="828675">
                <a:moveTo>
                  <a:pt x="323850" y="4763"/>
                </a:moveTo>
                <a:lnTo>
                  <a:pt x="328613" y="0"/>
                </a:lnTo>
                <a:lnTo>
                  <a:pt x="333375" y="4763"/>
                </a:lnTo>
                <a:lnTo>
                  <a:pt x="338138" y="9525"/>
                </a:lnTo>
                <a:lnTo>
                  <a:pt x="347663" y="9525"/>
                </a:lnTo>
                <a:lnTo>
                  <a:pt x="357188" y="9525"/>
                </a:lnTo>
                <a:lnTo>
                  <a:pt x="366713" y="9525"/>
                </a:lnTo>
                <a:lnTo>
                  <a:pt x="376238" y="9525"/>
                </a:lnTo>
                <a:lnTo>
                  <a:pt x="385763" y="9525"/>
                </a:lnTo>
                <a:lnTo>
                  <a:pt x="395288" y="9525"/>
                </a:lnTo>
                <a:lnTo>
                  <a:pt x="404813" y="9525"/>
                </a:lnTo>
                <a:lnTo>
                  <a:pt x="409575" y="14288"/>
                </a:lnTo>
                <a:lnTo>
                  <a:pt x="414338" y="19050"/>
                </a:lnTo>
                <a:lnTo>
                  <a:pt x="423863" y="19050"/>
                </a:lnTo>
                <a:lnTo>
                  <a:pt x="433388" y="19050"/>
                </a:lnTo>
                <a:lnTo>
                  <a:pt x="442913" y="19050"/>
                </a:lnTo>
                <a:lnTo>
                  <a:pt x="447675" y="23813"/>
                </a:lnTo>
                <a:lnTo>
                  <a:pt x="452438" y="28575"/>
                </a:lnTo>
                <a:lnTo>
                  <a:pt x="461963" y="28575"/>
                </a:lnTo>
                <a:lnTo>
                  <a:pt x="471488" y="28575"/>
                </a:lnTo>
                <a:lnTo>
                  <a:pt x="476250" y="33338"/>
                </a:lnTo>
                <a:lnTo>
                  <a:pt x="481013" y="38100"/>
                </a:lnTo>
                <a:lnTo>
                  <a:pt x="485775" y="42863"/>
                </a:lnTo>
                <a:lnTo>
                  <a:pt x="490538" y="47625"/>
                </a:lnTo>
                <a:lnTo>
                  <a:pt x="500063" y="47625"/>
                </a:lnTo>
                <a:lnTo>
                  <a:pt x="509588" y="47625"/>
                </a:lnTo>
                <a:lnTo>
                  <a:pt x="514350" y="52388"/>
                </a:lnTo>
                <a:lnTo>
                  <a:pt x="519113" y="57150"/>
                </a:lnTo>
                <a:lnTo>
                  <a:pt x="528638" y="57150"/>
                </a:lnTo>
                <a:lnTo>
                  <a:pt x="538163" y="57150"/>
                </a:lnTo>
                <a:lnTo>
                  <a:pt x="547688" y="57150"/>
                </a:lnTo>
                <a:lnTo>
                  <a:pt x="557213" y="57150"/>
                </a:lnTo>
                <a:lnTo>
                  <a:pt x="561975" y="61913"/>
                </a:lnTo>
                <a:lnTo>
                  <a:pt x="561975" y="71438"/>
                </a:lnTo>
                <a:lnTo>
                  <a:pt x="561975" y="80963"/>
                </a:lnTo>
                <a:lnTo>
                  <a:pt x="566738" y="85725"/>
                </a:lnTo>
                <a:lnTo>
                  <a:pt x="571500" y="90488"/>
                </a:lnTo>
                <a:lnTo>
                  <a:pt x="576263" y="95250"/>
                </a:lnTo>
                <a:lnTo>
                  <a:pt x="585788" y="95250"/>
                </a:lnTo>
                <a:lnTo>
                  <a:pt x="590550" y="100013"/>
                </a:lnTo>
                <a:lnTo>
                  <a:pt x="595313" y="104775"/>
                </a:lnTo>
                <a:lnTo>
                  <a:pt x="600075" y="109538"/>
                </a:lnTo>
                <a:lnTo>
                  <a:pt x="604838" y="114300"/>
                </a:lnTo>
                <a:lnTo>
                  <a:pt x="614363" y="114300"/>
                </a:lnTo>
                <a:lnTo>
                  <a:pt x="619125" y="119063"/>
                </a:lnTo>
                <a:lnTo>
                  <a:pt x="619125" y="128588"/>
                </a:lnTo>
                <a:lnTo>
                  <a:pt x="623888" y="133350"/>
                </a:lnTo>
                <a:lnTo>
                  <a:pt x="628650" y="138113"/>
                </a:lnTo>
                <a:lnTo>
                  <a:pt x="633413" y="142875"/>
                </a:lnTo>
                <a:lnTo>
                  <a:pt x="642938" y="142875"/>
                </a:lnTo>
                <a:lnTo>
                  <a:pt x="647700" y="147638"/>
                </a:lnTo>
                <a:lnTo>
                  <a:pt x="647700" y="157163"/>
                </a:lnTo>
                <a:lnTo>
                  <a:pt x="647700" y="166688"/>
                </a:lnTo>
                <a:lnTo>
                  <a:pt x="652463" y="171450"/>
                </a:lnTo>
                <a:lnTo>
                  <a:pt x="657225" y="176213"/>
                </a:lnTo>
                <a:lnTo>
                  <a:pt x="657225" y="185738"/>
                </a:lnTo>
                <a:lnTo>
                  <a:pt x="661988" y="190500"/>
                </a:lnTo>
                <a:lnTo>
                  <a:pt x="666750" y="195263"/>
                </a:lnTo>
                <a:lnTo>
                  <a:pt x="666750" y="204788"/>
                </a:lnTo>
                <a:lnTo>
                  <a:pt x="666750" y="214313"/>
                </a:lnTo>
                <a:lnTo>
                  <a:pt x="661988" y="219075"/>
                </a:lnTo>
                <a:lnTo>
                  <a:pt x="657225" y="223838"/>
                </a:lnTo>
                <a:lnTo>
                  <a:pt x="657225" y="233363"/>
                </a:lnTo>
                <a:lnTo>
                  <a:pt x="657225" y="242888"/>
                </a:lnTo>
                <a:lnTo>
                  <a:pt x="657225" y="252413"/>
                </a:lnTo>
                <a:lnTo>
                  <a:pt x="657225" y="261938"/>
                </a:lnTo>
                <a:lnTo>
                  <a:pt x="657225" y="271463"/>
                </a:lnTo>
                <a:lnTo>
                  <a:pt x="652463" y="276225"/>
                </a:lnTo>
                <a:lnTo>
                  <a:pt x="647700" y="280988"/>
                </a:lnTo>
                <a:lnTo>
                  <a:pt x="647700" y="290513"/>
                </a:lnTo>
                <a:lnTo>
                  <a:pt x="647700" y="300038"/>
                </a:lnTo>
                <a:lnTo>
                  <a:pt x="647700" y="309563"/>
                </a:lnTo>
                <a:lnTo>
                  <a:pt x="642938" y="314325"/>
                </a:lnTo>
                <a:lnTo>
                  <a:pt x="638175" y="319088"/>
                </a:lnTo>
                <a:lnTo>
                  <a:pt x="638175" y="328613"/>
                </a:lnTo>
                <a:lnTo>
                  <a:pt x="638175" y="338138"/>
                </a:lnTo>
                <a:lnTo>
                  <a:pt x="638175" y="347663"/>
                </a:lnTo>
                <a:lnTo>
                  <a:pt x="633413" y="352425"/>
                </a:lnTo>
                <a:lnTo>
                  <a:pt x="628650" y="357188"/>
                </a:lnTo>
                <a:lnTo>
                  <a:pt x="628650" y="366713"/>
                </a:lnTo>
                <a:lnTo>
                  <a:pt x="628650" y="376238"/>
                </a:lnTo>
                <a:lnTo>
                  <a:pt x="623888" y="381000"/>
                </a:lnTo>
                <a:lnTo>
                  <a:pt x="619125" y="385763"/>
                </a:lnTo>
                <a:lnTo>
                  <a:pt x="619125" y="395288"/>
                </a:lnTo>
                <a:lnTo>
                  <a:pt x="619125" y="404813"/>
                </a:lnTo>
                <a:lnTo>
                  <a:pt x="614363" y="409575"/>
                </a:lnTo>
                <a:lnTo>
                  <a:pt x="609600" y="414338"/>
                </a:lnTo>
                <a:lnTo>
                  <a:pt x="609600" y="423863"/>
                </a:lnTo>
                <a:lnTo>
                  <a:pt x="609600" y="433388"/>
                </a:lnTo>
                <a:lnTo>
                  <a:pt x="604838" y="438150"/>
                </a:lnTo>
                <a:lnTo>
                  <a:pt x="600075" y="442913"/>
                </a:lnTo>
                <a:lnTo>
                  <a:pt x="600075" y="452438"/>
                </a:lnTo>
                <a:lnTo>
                  <a:pt x="595313" y="457200"/>
                </a:lnTo>
                <a:lnTo>
                  <a:pt x="590550" y="461963"/>
                </a:lnTo>
                <a:lnTo>
                  <a:pt x="590550" y="471488"/>
                </a:lnTo>
                <a:lnTo>
                  <a:pt x="585788" y="476250"/>
                </a:lnTo>
                <a:lnTo>
                  <a:pt x="581025" y="481013"/>
                </a:lnTo>
                <a:lnTo>
                  <a:pt x="581025" y="490538"/>
                </a:lnTo>
                <a:lnTo>
                  <a:pt x="581025" y="500063"/>
                </a:lnTo>
                <a:lnTo>
                  <a:pt x="576263" y="504825"/>
                </a:lnTo>
                <a:lnTo>
                  <a:pt x="571500" y="509588"/>
                </a:lnTo>
                <a:lnTo>
                  <a:pt x="571500" y="519113"/>
                </a:lnTo>
                <a:lnTo>
                  <a:pt x="566738" y="523875"/>
                </a:lnTo>
                <a:lnTo>
                  <a:pt x="561975" y="528638"/>
                </a:lnTo>
                <a:lnTo>
                  <a:pt x="561975" y="538163"/>
                </a:lnTo>
                <a:lnTo>
                  <a:pt x="557213" y="542925"/>
                </a:lnTo>
                <a:lnTo>
                  <a:pt x="552450" y="547688"/>
                </a:lnTo>
                <a:lnTo>
                  <a:pt x="552450" y="557213"/>
                </a:lnTo>
                <a:lnTo>
                  <a:pt x="547688" y="561975"/>
                </a:lnTo>
                <a:lnTo>
                  <a:pt x="542925" y="566738"/>
                </a:lnTo>
                <a:lnTo>
                  <a:pt x="538163" y="571500"/>
                </a:lnTo>
                <a:lnTo>
                  <a:pt x="533400" y="576263"/>
                </a:lnTo>
                <a:lnTo>
                  <a:pt x="533400" y="585788"/>
                </a:lnTo>
                <a:lnTo>
                  <a:pt x="528638" y="590550"/>
                </a:lnTo>
                <a:lnTo>
                  <a:pt x="523875" y="595313"/>
                </a:lnTo>
                <a:lnTo>
                  <a:pt x="523875" y="604838"/>
                </a:lnTo>
                <a:lnTo>
                  <a:pt x="519113" y="609600"/>
                </a:lnTo>
                <a:lnTo>
                  <a:pt x="514350" y="614363"/>
                </a:lnTo>
                <a:lnTo>
                  <a:pt x="514350" y="623888"/>
                </a:lnTo>
                <a:lnTo>
                  <a:pt x="509588" y="628650"/>
                </a:lnTo>
                <a:lnTo>
                  <a:pt x="504825" y="633413"/>
                </a:lnTo>
                <a:lnTo>
                  <a:pt x="500063" y="638175"/>
                </a:lnTo>
                <a:lnTo>
                  <a:pt x="495300" y="642938"/>
                </a:lnTo>
                <a:lnTo>
                  <a:pt x="495300" y="652463"/>
                </a:lnTo>
                <a:lnTo>
                  <a:pt x="490538" y="657225"/>
                </a:lnTo>
                <a:lnTo>
                  <a:pt x="485775" y="661988"/>
                </a:lnTo>
                <a:lnTo>
                  <a:pt x="481013" y="666750"/>
                </a:lnTo>
                <a:lnTo>
                  <a:pt x="476250" y="671513"/>
                </a:lnTo>
                <a:lnTo>
                  <a:pt x="476250" y="681038"/>
                </a:lnTo>
                <a:lnTo>
                  <a:pt x="471488" y="685800"/>
                </a:lnTo>
                <a:lnTo>
                  <a:pt x="466725" y="690563"/>
                </a:lnTo>
                <a:lnTo>
                  <a:pt x="461963" y="695325"/>
                </a:lnTo>
                <a:lnTo>
                  <a:pt x="457200" y="700088"/>
                </a:lnTo>
                <a:lnTo>
                  <a:pt x="452438" y="704850"/>
                </a:lnTo>
                <a:lnTo>
                  <a:pt x="447675" y="709613"/>
                </a:lnTo>
                <a:lnTo>
                  <a:pt x="447675" y="719138"/>
                </a:lnTo>
                <a:lnTo>
                  <a:pt x="442913" y="723900"/>
                </a:lnTo>
                <a:lnTo>
                  <a:pt x="438150" y="728663"/>
                </a:lnTo>
                <a:lnTo>
                  <a:pt x="433388" y="733425"/>
                </a:lnTo>
                <a:lnTo>
                  <a:pt x="428625" y="738188"/>
                </a:lnTo>
                <a:lnTo>
                  <a:pt x="423863" y="742950"/>
                </a:lnTo>
                <a:lnTo>
                  <a:pt x="419100" y="747713"/>
                </a:lnTo>
                <a:lnTo>
                  <a:pt x="414338" y="752475"/>
                </a:lnTo>
                <a:lnTo>
                  <a:pt x="409575" y="757238"/>
                </a:lnTo>
                <a:lnTo>
                  <a:pt x="404813" y="762000"/>
                </a:lnTo>
                <a:lnTo>
                  <a:pt x="400050" y="766763"/>
                </a:lnTo>
                <a:lnTo>
                  <a:pt x="395288" y="771525"/>
                </a:lnTo>
                <a:lnTo>
                  <a:pt x="390525" y="776288"/>
                </a:lnTo>
                <a:lnTo>
                  <a:pt x="385763" y="781050"/>
                </a:lnTo>
                <a:lnTo>
                  <a:pt x="381000" y="785813"/>
                </a:lnTo>
                <a:lnTo>
                  <a:pt x="376238" y="790575"/>
                </a:lnTo>
                <a:lnTo>
                  <a:pt x="371475" y="795338"/>
                </a:lnTo>
                <a:lnTo>
                  <a:pt x="366713" y="800100"/>
                </a:lnTo>
                <a:lnTo>
                  <a:pt x="361950" y="804863"/>
                </a:lnTo>
                <a:lnTo>
                  <a:pt x="357188" y="809625"/>
                </a:lnTo>
                <a:lnTo>
                  <a:pt x="352425" y="814388"/>
                </a:lnTo>
                <a:lnTo>
                  <a:pt x="347663" y="819150"/>
                </a:lnTo>
                <a:lnTo>
                  <a:pt x="342900" y="823913"/>
                </a:lnTo>
                <a:lnTo>
                  <a:pt x="338138" y="828675"/>
                </a:lnTo>
                <a:lnTo>
                  <a:pt x="328613" y="828675"/>
                </a:lnTo>
                <a:lnTo>
                  <a:pt x="319088" y="828675"/>
                </a:lnTo>
                <a:lnTo>
                  <a:pt x="309563" y="828675"/>
                </a:lnTo>
                <a:lnTo>
                  <a:pt x="300038" y="828675"/>
                </a:lnTo>
                <a:lnTo>
                  <a:pt x="295275" y="823913"/>
                </a:lnTo>
                <a:lnTo>
                  <a:pt x="290513" y="819150"/>
                </a:lnTo>
                <a:lnTo>
                  <a:pt x="280988" y="819150"/>
                </a:lnTo>
                <a:lnTo>
                  <a:pt x="271463" y="819150"/>
                </a:lnTo>
                <a:lnTo>
                  <a:pt x="261938" y="819150"/>
                </a:lnTo>
                <a:lnTo>
                  <a:pt x="252413" y="819150"/>
                </a:lnTo>
                <a:lnTo>
                  <a:pt x="242888" y="819150"/>
                </a:lnTo>
                <a:lnTo>
                  <a:pt x="238125" y="814388"/>
                </a:lnTo>
                <a:lnTo>
                  <a:pt x="233363" y="809625"/>
                </a:lnTo>
                <a:lnTo>
                  <a:pt x="223838" y="809625"/>
                </a:lnTo>
                <a:lnTo>
                  <a:pt x="214313" y="809625"/>
                </a:lnTo>
                <a:lnTo>
                  <a:pt x="209550" y="804863"/>
                </a:lnTo>
                <a:lnTo>
                  <a:pt x="204788" y="800100"/>
                </a:lnTo>
                <a:lnTo>
                  <a:pt x="195263" y="800100"/>
                </a:lnTo>
                <a:lnTo>
                  <a:pt x="185738" y="800100"/>
                </a:lnTo>
                <a:lnTo>
                  <a:pt x="180975" y="795338"/>
                </a:lnTo>
                <a:lnTo>
                  <a:pt x="176213" y="790575"/>
                </a:lnTo>
                <a:lnTo>
                  <a:pt x="166688" y="790575"/>
                </a:lnTo>
                <a:lnTo>
                  <a:pt x="161925" y="785813"/>
                </a:lnTo>
                <a:lnTo>
                  <a:pt x="157163" y="781050"/>
                </a:lnTo>
                <a:lnTo>
                  <a:pt x="147638" y="781050"/>
                </a:lnTo>
                <a:lnTo>
                  <a:pt x="142875" y="776288"/>
                </a:lnTo>
                <a:lnTo>
                  <a:pt x="138113" y="771525"/>
                </a:lnTo>
                <a:lnTo>
                  <a:pt x="128588" y="771525"/>
                </a:lnTo>
                <a:lnTo>
                  <a:pt x="123825" y="766763"/>
                </a:lnTo>
                <a:lnTo>
                  <a:pt x="119063" y="762000"/>
                </a:lnTo>
                <a:lnTo>
                  <a:pt x="114300" y="757238"/>
                </a:lnTo>
                <a:lnTo>
                  <a:pt x="109538" y="752475"/>
                </a:lnTo>
                <a:lnTo>
                  <a:pt x="100013" y="752475"/>
                </a:lnTo>
                <a:lnTo>
                  <a:pt x="95250" y="747713"/>
                </a:lnTo>
                <a:lnTo>
                  <a:pt x="90488" y="742950"/>
                </a:lnTo>
                <a:lnTo>
                  <a:pt x="85725" y="738188"/>
                </a:lnTo>
                <a:lnTo>
                  <a:pt x="80963" y="733425"/>
                </a:lnTo>
                <a:lnTo>
                  <a:pt x="71438" y="733425"/>
                </a:lnTo>
                <a:lnTo>
                  <a:pt x="66675" y="728663"/>
                </a:lnTo>
                <a:lnTo>
                  <a:pt x="61913" y="723900"/>
                </a:lnTo>
                <a:lnTo>
                  <a:pt x="57150" y="719138"/>
                </a:lnTo>
                <a:lnTo>
                  <a:pt x="57150" y="709613"/>
                </a:lnTo>
                <a:lnTo>
                  <a:pt x="52388" y="704850"/>
                </a:lnTo>
                <a:lnTo>
                  <a:pt x="42863" y="704850"/>
                </a:lnTo>
                <a:lnTo>
                  <a:pt x="38100" y="700088"/>
                </a:lnTo>
                <a:lnTo>
                  <a:pt x="33338" y="695325"/>
                </a:lnTo>
                <a:lnTo>
                  <a:pt x="28575" y="690563"/>
                </a:lnTo>
                <a:lnTo>
                  <a:pt x="28575" y="681038"/>
                </a:lnTo>
                <a:lnTo>
                  <a:pt x="28575" y="671513"/>
                </a:lnTo>
                <a:lnTo>
                  <a:pt x="23813" y="666750"/>
                </a:lnTo>
                <a:lnTo>
                  <a:pt x="19050" y="661988"/>
                </a:lnTo>
                <a:lnTo>
                  <a:pt x="14288" y="657225"/>
                </a:lnTo>
                <a:lnTo>
                  <a:pt x="9525" y="652463"/>
                </a:lnTo>
                <a:lnTo>
                  <a:pt x="9525" y="642938"/>
                </a:lnTo>
                <a:lnTo>
                  <a:pt x="4763" y="638175"/>
                </a:lnTo>
                <a:lnTo>
                  <a:pt x="0" y="633413"/>
                </a:lnTo>
                <a:lnTo>
                  <a:pt x="0" y="623888"/>
                </a:lnTo>
                <a:lnTo>
                  <a:pt x="0" y="614363"/>
                </a:lnTo>
                <a:lnTo>
                  <a:pt x="0" y="604838"/>
                </a:lnTo>
                <a:lnTo>
                  <a:pt x="0" y="595313"/>
                </a:lnTo>
                <a:lnTo>
                  <a:pt x="0" y="585788"/>
                </a:lnTo>
                <a:lnTo>
                  <a:pt x="4763" y="581025"/>
                </a:lnTo>
                <a:lnTo>
                  <a:pt x="9525" y="576263"/>
                </a:lnTo>
                <a:lnTo>
                  <a:pt x="9525" y="566738"/>
                </a:lnTo>
                <a:lnTo>
                  <a:pt x="9525" y="557213"/>
                </a:lnTo>
                <a:lnTo>
                  <a:pt x="9525" y="547688"/>
                </a:lnTo>
                <a:lnTo>
                  <a:pt x="9525" y="538163"/>
                </a:lnTo>
                <a:lnTo>
                  <a:pt x="9525" y="528638"/>
                </a:lnTo>
                <a:lnTo>
                  <a:pt x="14288" y="523875"/>
                </a:lnTo>
                <a:lnTo>
                  <a:pt x="19050" y="519113"/>
                </a:lnTo>
                <a:lnTo>
                  <a:pt x="19050" y="509588"/>
                </a:lnTo>
                <a:lnTo>
                  <a:pt x="19050" y="500063"/>
                </a:lnTo>
                <a:lnTo>
                  <a:pt x="19050" y="490538"/>
                </a:lnTo>
                <a:lnTo>
                  <a:pt x="23813" y="485775"/>
                </a:lnTo>
                <a:lnTo>
                  <a:pt x="28575" y="481013"/>
                </a:lnTo>
                <a:lnTo>
                  <a:pt x="28575" y="471488"/>
                </a:lnTo>
                <a:lnTo>
                  <a:pt x="28575" y="461963"/>
                </a:lnTo>
                <a:lnTo>
                  <a:pt x="28575" y="452438"/>
                </a:lnTo>
                <a:lnTo>
                  <a:pt x="33338" y="447675"/>
                </a:lnTo>
                <a:lnTo>
                  <a:pt x="38100" y="442913"/>
                </a:lnTo>
                <a:lnTo>
                  <a:pt x="38100" y="433388"/>
                </a:lnTo>
                <a:lnTo>
                  <a:pt x="38100" y="423863"/>
                </a:lnTo>
                <a:lnTo>
                  <a:pt x="42863" y="419100"/>
                </a:lnTo>
                <a:lnTo>
                  <a:pt x="47625" y="414338"/>
                </a:lnTo>
                <a:lnTo>
                  <a:pt x="47625" y="404813"/>
                </a:lnTo>
                <a:lnTo>
                  <a:pt x="47625" y="395288"/>
                </a:lnTo>
                <a:lnTo>
                  <a:pt x="52388" y="390525"/>
                </a:lnTo>
                <a:lnTo>
                  <a:pt x="57150" y="385763"/>
                </a:lnTo>
                <a:lnTo>
                  <a:pt x="57150" y="376238"/>
                </a:lnTo>
                <a:lnTo>
                  <a:pt x="61913" y="371475"/>
                </a:lnTo>
                <a:lnTo>
                  <a:pt x="66675" y="366713"/>
                </a:lnTo>
                <a:lnTo>
                  <a:pt x="66675" y="357188"/>
                </a:lnTo>
                <a:lnTo>
                  <a:pt x="66675" y="347663"/>
                </a:lnTo>
                <a:lnTo>
                  <a:pt x="71438" y="342900"/>
                </a:lnTo>
                <a:lnTo>
                  <a:pt x="76200" y="338138"/>
                </a:lnTo>
                <a:lnTo>
                  <a:pt x="76200" y="328613"/>
                </a:lnTo>
                <a:lnTo>
                  <a:pt x="80963" y="323850"/>
                </a:lnTo>
                <a:lnTo>
                  <a:pt x="85725" y="319088"/>
                </a:lnTo>
                <a:lnTo>
                  <a:pt x="85725" y="309563"/>
                </a:lnTo>
                <a:lnTo>
                  <a:pt x="90488" y="304800"/>
                </a:lnTo>
                <a:lnTo>
                  <a:pt x="95250" y="300038"/>
                </a:lnTo>
                <a:lnTo>
                  <a:pt x="95250" y="290513"/>
                </a:lnTo>
                <a:lnTo>
                  <a:pt x="100013" y="285750"/>
                </a:lnTo>
                <a:lnTo>
                  <a:pt x="104775" y="280988"/>
                </a:lnTo>
                <a:lnTo>
                  <a:pt x="104775" y="271463"/>
                </a:lnTo>
                <a:lnTo>
                  <a:pt x="109538" y="266700"/>
                </a:lnTo>
                <a:lnTo>
                  <a:pt x="114300" y="261938"/>
                </a:lnTo>
                <a:lnTo>
                  <a:pt x="114300" y="252413"/>
                </a:lnTo>
                <a:lnTo>
                  <a:pt x="119063" y="247650"/>
                </a:lnTo>
                <a:lnTo>
                  <a:pt x="123825" y="242888"/>
                </a:lnTo>
                <a:lnTo>
                  <a:pt x="123825" y="233363"/>
                </a:lnTo>
                <a:lnTo>
                  <a:pt x="128588" y="228600"/>
                </a:lnTo>
                <a:lnTo>
                  <a:pt x="133350" y="223838"/>
                </a:lnTo>
                <a:lnTo>
                  <a:pt x="133350" y="214313"/>
                </a:lnTo>
                <a:lnTo>
                  <a:pt x="138113" y="209550"/>
                </a:lnTo>
                <a:lnTo>
                  <a:pt x="142875" y="204788"/>
                </a:lnTo>
                <a:lnTo>
                  <a:pt x="142875" y="195263"/>
                </a:lnTo>
                <a:lnTo>
                  <a:pt x="147638" y="190500"/>
                </a:lnTo>
                <a:lnTo>
                  <a:pt x="152400" y="185738"/>
                </a:lnTo>
                <a:lnTo>
                  <a:pt x="157163" y="180975"/>
                </a:lnTo>
                <a:lnTo>
                  <a:pt x="161925" y="176213"/>
                </a:lnTo>
                <a:lnTo>
                  <a:pt x="161925" y="166688"/>
                </a:lnTo>
                <a:lnTo>
                  <a:pt x="166688" y="161925"/>
                </a:lnTo>
                <a:lnTo>
                  <a:pt x="171450" y="157163"/>
                </a:lnTo>
                <a:lnTo>
                  <a:pt x="176213" y="152400"/>
                </a:lnTo>
                <a:lnTo>
                  <a:pt x="180975" y="147638"/>
                </a:lnTo>
                <a:lnTo>
                  <a:pt x="180975" y="138113"/>
                </a:lnTo>
                <a:lnTo>
                  <a:pt x="185738" y="133350"/>
                </a:lnTo>
                <a:lnTo>
                  <a:pt x="190500" y="128588"/>
                </a:lnTo>
                <a:lnTo>
                  <a:pt x="195263" y="123825"/>
                </a:lnTo>
                <a:lnTo>
                  <a:pt x="200025" y="119063"/>
                </a:lnTo>
                <a:lnTo>
                  <a:pt x="200025" y="109538"/>
                </a:lnTo>
                <a:lnTo>
                  <a:pt x="204788" y="104775"/>
                </a:lnTo>
                <a:lnTo>
                  <a:pt x="209550" y="100013"/>
                </a:lnTo>
                <a:lnTo>
                  <a:pt x="214313" y="95250"/>
                </a:lnTo>
                <a:lnTo>
                  <a:pt x="219075" y="90488"/>
                </a:lnTo>
                <a:lnTo>
                  <a:pt x="223838" y="85725"/>
                </a:lnTo>
                <a:lnTo>
                  <a:pt x="228600" y="80963"/>
                </a:lnTo>
                <a:lnTo>
                  <a:pt x="228600" y="71438"/>
                </a:lnTo>
                <a:lnTo>
                  <a:pt x="233363" y="66675"/>
                </a:lnTo>
                <a:lnTo>
                  <a:pt x="238125" y="61913"/>
                </a:lnTo>
                <a:lnTo>
                  <a:pt x="242888" y="57150"/>
                </a:lnTo>
                <a:lnTo>
                  <a:pt x="247650" y="52388"/>
                </a:lnTo>
                <a:lnTo>
                  <a:pt x="252413" y="47625"/>
                </a:lnTo>
                <a:lnTo>
                  <a:pt x="257175" y="42863"/>
                </a:lnTo>
                <a:lnTo>
                  <a:pt x="261938" y="38100"/>
                </a:lnTo>
                <a:lnTo>
                  <a:pt x="266700" y="33338"/>
                </a:lnTo>
                <a:lnTo>
                  <a:pt x="271463" y="28575"/>
                </a:lnTo>
                <a:lnTo>
                  <a:pt x="276225" y="23813"/>
                </a:lnTo>
                <a:lnTo>
                  <a:pt x="280988" y="19050"/>
                </a:lnTo>
                <a:lnTo>
                  <a:pt x="285750" y="14288"/>
                </a:lnTo>
                <a:lnTo>
                  <a:pt x="290513" y="9525"/>
                </a:lnTo>
                <a:lnTo>
                  <a:pt x="300038" y="9525"/>
                </a:lnTo>
                <a:lnTo>
                  <a:pt x="309563" y="9525"/>
                </a:lnTo>
                <a:lnTo>
                  <a:pt x="319088" y="9525"/>
                </a:lnTo>
                <a:lnTo>
                  <a:pt x="323850" y="4763"/>
                </a:lnTo>
                <a:close/>
              </a:path>
            </a:pathLst>
          </a:custGeom>
          <a:solidFill xmlns:a="http://schemas.openxmlformats.org/drawingml/2006/main">
            <a:srgbClr val="CCCCCC"/>
          </a:solidFill>
          <a:ln xmlns:a="http://schemas.openxmlformats.org/drawingml/2006/main" w="0">
            <a:noFill/>
            <a:prstDash val="solid"/>
          </a:ln>
        </p:spPr>
      </p:sp>
      <p:sp>
        <p:nvSpPr>
          <p:cNvPr id="258" name="deep-skill-chaining-source-component-4-gradient-206-0">
            <a:extLst xmlns:a="http://schemas.openxmlformats.org/drawingml/2006/main">
              <a:ext uri="{FF2B5EF4-FFF2-40B4-BE49-F238E27FC236}">
                <a16:creationId xmlns:a16="http://schemas.microsoft.com/office/drawing/2014/main" id="{88F815A5-00F5-4AAE-8072-D5A0DAFB7B41}"/>
              </a:ext>
            </a:extLst>
          </p:cNvPr>
          <p:cNvSpPr>
            <a:spLocks xmlns:a="http://schemas.openxmlformats.org/drawingml/2006/main" noGrp="1"/>
          </p:cNvSpPr>
          <p:nvPr/>
        </p:nvSpPr>
        <p:spPr>
          <a:xfrm xmlns:a="http://schemas.openxmlformats.org/drawingml/2006/main" rot="0">
            <a:off x="9172575" y="1781175"/>
            <a:ext cx="666750" cy="781050"/>
          </a:xfrm>
          <a:custGeom xmlns:a="http://schemas.openxmlformats.org/drawingml/2006/main">
            <a:pathLst>
              <a:path w="666750" h="78105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19100" y="4763"/>
                </a:lnTo>
                <a:lnTo>
                  <a:pt x="423863" y="9525"/>
                </a:lnTo>
                <a:lnTo>
                  <a:pt x="433388" y="9525"/>
                </a:lnTo>
                <a:lnTo>
                  <a:pt x="442913" y="9525"/>
                </a:lnTo>
                <a:lnTo>
                  <a:pt x="447675" y="14288"/>
                </a:lnTo>
                <a:lnTo>
                  <a:pt x="452438" y="19050"/>
                </a:lnTo>
                <a:lnTo>
                  <a:pt x="461963" y="19050"/>
                </a:lnTo>
                <a:lnTo>
                  <a:pt x="471488" y="19050"/>
                </a:lnTo>
                <a:lnTo>
                  <a:pt x="481013" y="19050"/>
                </a:lnTo>
                <a:lnTo>
                  <a:pt x="485775" y="23813"/>
                </a:lnTo>
                <a:lnTo>
                  <a:pt x="490538" y="28575"/>
                </a:lnTo>
                <a:lnTo>
                  <a:pt x="500063" y="28575"/>
                </a:lnTo>
                <a:lnTo>
                  <a:pt x="504825" y="33338"/>
                </a:lnTo>
                <a:lnTo>
                  <a:pt x="509588" y="38100"/>
                </a:lnTo>
                <a:lnTo>
                  <a:pt x="519113" y="38100"/>
                </a:lnTo>
                <a:lnTo>
                  <a:pt x="523875" y="42863"/>
                </a:lnTo>
                <a:lnTo>
                  <a:pt x="528638" y="47625"/>
                </a:lnTo>
                <a:lnTo>
                  <a:pt x="533400" y="52388"/>
                </a:lnTo>
                <a:lnTo>
                  <a:pt x="538163" y="57150"/>
                </a:lnTo>
                <a:lnTo>
                  <a:pt x="542925" y="61913"/>
                </a:lnTo>
                <a:lnTo>
                  <a:pt x="547688" y="66675"/>
                </a:lnTo>
                <a:lnTo>
                  <a:pt x="557213" y="66675"/>
                </a:lnTo>
                <a:lnTo>
                  <a:pt x="561975" y="71438"/>
                </a:lnTo>
                <a:lnTo>
                  <a:pt x="566738" y="76200"/>
                </a:lnTo>
                <a:lnTo>
                  <a:pt x="571500" y="80963"/>
                </a:lnTo>
                <a:lnTo>
                  <a:pt x="576263" y="85725"/>
                </a:lnTo>
                <a:lnTo>
                  <a:pt x="585788" y="85725"/>
                </a:lnTo>
                <a:lnTo>
                  <a:pt x="590550" y="90488"/>
                </a:lnTo>
                <a:lnTo>
                  <a:pt x="595313" y="95250"/>
                </a:lnTo>
                <a:lnTo>
                  <a:pt x="600075" y="100013"/>
                </a:lnTo>
                <a:lnTo>
                  <a:pt x="604838" y="104775"/>
                </a:lnTo>
                <a:lnTo>
                  <a:pt x="609600" y="109538"/>
                </a:lnTo>
                <a:lnTo>
                  <a:pt x="614363" y="114300"/>
                </a:lnTo>
                <a:lnTo>
                  <a:pt x="619125" y="119063"/>
                </a:lnTo>
                <a:lnTo>
                  <a:pt x="619125" y="128588"/>
                </a:lnTo>
                <a:lnTo>
                  <a:pt x="623888" y="133350"/>
                </a:lnTo>
                <a:lnTo>
                  <a:pt x="628650" y="138113"/>
                </a:lnTo>
                <a:lnTo>
                  <a:pt x="628650" y="147638"/>
                </a:lnTo>
                <a:lnTo>
                  <a:pt x="633413" y="152400"/>
                </a:lnTo>
                <a:lnTo>
                  <a:pt x="638175" y="157163"/>
                </a:lnTo>
                <a:lnTo>
                  <a:pt x="642938" y="161925"/>
                </a:lnTo>
                <a:lnTo>
                  <a:pt x="647700" y="166688"/>
                </a:lnTo>
                <a:lnTo>
                  <a:pt x="652463" y="171450"/>
                </a:lnTo>
                <a:lnTo>
                  <a:pt x="657225" y="176213"/>
                </a:lnTo>
                <a:lnTo>
                  <a:pt x="661988" y="180975"/>
                </a:lnTo>
                <a:lnTo>
                  <a:pt x="666750" y="185738"/>
                </a:lnTo>
                <a:lnTo>
                  <a:pt x="661988" y="190500"/>
                </a:lnTo>
                <a:lnTo>
                  <a:pt x="657225" y="195263"/>
                </a:lnTo>
                <a:lnTo>
                  <a:pt x="657225" y="204788"/>
                </a:lnTo>
                <a:lnTo>
                  <a:pt x="657225" y="214313"/>
                </a:lnTo>
                <a:lnTo>
                  <a:pt x="657225" y="223838"/>
                </a:lnTo>
                <a:lnTo>
                  <a:pt x="657225" y="233363"/>
                </a:lnTo>
                <a:lnTo>
                  <a:pt x="657225" y="242888"/>
                </a:lnTo>
                <a:lnTo>
                  <a:pt x="652463" y="247650"/>
                </a:lnTo>
                <a:lnTo>
                  <a:pt x="647700" y="252413"/>
                </a:lnTo>
                <a:lnTo>
                  <a:pt x="647700" y="261938"/>
                </a:lnTo>
                <a:lnTo>
                  <a:pt x="647700" y="271463"/>
                </a:lnTo>
                <a:lnTo>
                  <a:pt x="647700" y="280988"/>
                </a:lnTo>
                <a:lnTo>
                  <a:pt x="642938" y="285750"/>
                </a:lnTo>
                <a:lnTo>
                  <a:pt x="638175" y="290513"/>
                </a:lnTo>
                <a:lnTo>
                  <a:pt x="638175" y="300038"/>
                </a:lnTo>
                <a:lnTo>
                  <a:pt x="638175" y="309563"/>
                </a:lnTo>
                <a:lnTo>
                  <a:pt x="638175" y="319088"/>
                </a:lnTo>
                <a:lnTo>
                  <a:pt x="633413" y="323850"/>
                </a:lnTo>
                <a:lnTo>
                  <a:pt x="628650" y="328613"/>
                </a:lnTo>
                <a:lnTo>
                  <a:pt x="628650" y="338138"/>
                </a:lnTo>
                <a:lnTo>
                  <a:pt x="628650" y="347663"/>
                </a:lnTo>
                <a:lnTo>
                  <a:pt x="623888" y="352425"/>
                </a:lnTo>
                <a:lnTo>
                  <a:pt x="619125" y="357188"/>
                </a:lnTo>
                <a:lnTo>
                  <a:pt x="619125" y="366713"/>
                </a:lnTo>
                <a:lnTo>
                  <a:pt x="619125" y="376238"/>
                </a:lnTo>
                <a:lnTo>
                  <a:pt x="614363" y="381000"/>
                </a:lnTo>
                <a:lnTo>
                  <a:pt x="609600" y="385763"/>
                </a:lnTo>
                <a:lnTo>
                  <a:pt x="609600" y="395288"/>
                </a:lnTo>
                <a:lnTo>
                  <a:pt x="609600" y="404813"/>
                </a:lnTo>
                <a:lnTo>
                  <a:pt x="604838" y="409575"/>
                </a:lnTo>
                <a:lnTo>
                  <a:pt x="600075" y="414338"/>
                </a:lnTo>
                <a:lnTo>
                  <a:pt x="600075" y="423863"/>
                </a:lnTo>
                <a:lnTo>
                  <a:pt x="595313" y="428625"/>
                </a:lnTo>
                <a:lnTo>
                  <a:pt x="590550" y="433388"/>
                </a:lnTo>
                <a:lnTo>
                  <a:pt x="590550" y="442913"/>
                </a:lnTo>
                <a:lnTo>
                  <a:pt x="585788" y="447675"/>
                </a:lnTo>
                <a:lnTo>
                  <a:pt x="581025" y="452438"/>
                </a:lnTo>
                <a:lnTo>
                  <a:pt x="581025" y="461963"/>
                </a:lnTo>
                <a:lnTo>
                  <a:pt x="581025" y="471488"/>
                </a:lnTo>
                <a:lnTo>
                  <a:pt x="576263" y="476250"/>
                </a:lnTo>
                <a:lnTo>
                  <a:pt x="571500" y="481013"/>
                </a:lnTo>
                <a:lnTo>
                  <a:pt x="571500" y="490538"/>
                </a:lnTo>
                <a:lnTo>
                  <a:pt x="566738" y="495300"/>
                </a:lnTo>
                <a:lnTo>
                  <a:pt x="561975" y="500063"/>
                </a:lnTo>
                <a:lnTo>
                  <a:pt x="561975" y="509588"/>
                </a:lnTo>
                <a:lnTo>
                  <a:pt x="557213" y="514350"/>
                </a:lnTo>
                <a:lnTo>
                  <a:pt x="552450" y="519113"/>
                </a:lnTo>
                <a:lnTo>
                  <a:pt x="552450" y="528638"/>
                </a:lnTo>
                <a:lnTo>
                  <a:pt x="547688" y="533400"/>
                </a:lnTo>
                <a:lnTo>
                  <a:pt x="542925" y="538163"/>
                </a:lnTo>
                <a:lnTo>
                  <a:pt x="538163" y="542925"/>
                </a:lnTo>
                <a:lnTo>
                  <a:pt x="533400" y="547688"/>
                </a:lnTo>
                <a:lnTo>
                  <a:pt x="533400" y="557213"/>
                </a:lnTo>
                <a:lnTo>
                  <a:pt x="528638" y="561975"/>
                </a:lnTo>
                <a:lnTo>
                  <a:pt x="523875" y="566738"/>
                </a:lnTo>
                <a:lnTo>
                  <a:pt x="523875" y="576263"/>
                </a:lnTo>
                <a:lnTo>
                  <a:pt x="519113" y="581025"/>
                </a:lnTo>
                <a:lnTo>
                  <a:pt x="514350" y="585788"/>
                </a:lnTo>
                <a:lnTo>
                  <a:pt x="514350" y="595313"/>
                </a:lnTo>
                <a:lnTo>
                  <a:pt x="509588" y="600075"/>
                </a:lnTo>
                <a:lnTo>
                  <a:pt x="504825" y="604838"/>
                </a:lnTo>
                <a:lnTo>
                  <a:pt x="500063" y="609600"/>
                </a:lnTo>
                <a:lnTo>
                  <a:pt x="495300" y="614363"/>
                </a:lnTo>
                <a:lnTo>
                  <a:pt x="495300" y="623888"/>
                </a:lnTo>
                <a:lnTo>
                  <a:pt x="490538" y="628650"/>
                </a:lnTo>
                <a:lnTo>
                  <a:pt x="485775" y="633413"/>
                </a:lnTo>
                <a:lnTo>
                  <a:pt x="481013" y="638175"/>
                </a:lnTo>
                <a:lnTo>
                  <a:pt x="476250" y="642938"/>
                </a:lnTo>
                <a:lnTo>
                  <a:pt x="476250" y="652463"/>
                </a:lnTo>
                <a:lnTo>
                  <a:pt x="471488" y="657225"/>
                </a:lnTo>
                <a:lnTo>
                  <a:pt x="466725" y="661988"/>
                </a:lnTo>
                <a:lnTo>
                  <a:pt x="461963" y="666750"/>
                </a:lnTo>
                <a:lnTo>
                  <a:pt x="457200" y="671513"/>
                </a:lnTo>
                <a:lnTo>
                  <a:pt x="452438" y="676275"/>
                </a:lnTo>
                <a:lnTo>
                  <a:pt x="447675" y="681038"/>
                </a:lnTo>
                <a:lnTo>
                  <a:pt x="447675" y="690563"/>
                </a:lnTo>
                <a:lnTo>
                  <a:pt x="442913" y="695325"/>
                </a:lnTo>
                <a:lnTo>
                  <a:pt x="438150" y="700088"/>
                </a:lnTo>
                <a:lnTo>
                  <a:pt x="433388" y="704850"/>
                </a:lnTo>
                <a:lnTo>
                  <a:pt x="428625" y="709613"/>
                </a:lnTo>
                <a:lnTo>
                  <a:pt x="423863" y="714375"/>
                </a:lnTo>
                <a:lnTo>
                  <a:pt x="419100" y="719138"/>
                </a:lnTo>
                <a:lnTo>
                  <a:pt x="414338" y="723900"/>
                </a:lnTo>
                <a:lnTo>
                  <a:pt x="409575" y="728663"/>
                </a:lnTo>
                <a:lnTo>
                  <a:pt x="404813" y="733425"/>
                </a:lnTo>
                <a:lnTo>
                  <a:pt x="400050" y="738188"/>
                </a:lnTo>
                <a:lnTo>
                  <a:pt x="395288" y="742950"/>
                </a:lnTo>
                <a:lnTo>
                  <a:pt x="390525" y="747713"/>
                </a:lnTo>
                <a:lnTo>
                  <a:pt x="385763" y="752475"/>
                </a:lnTo>
                <a:lnTo>
                  <a:pt x="381000" y="757238"/>
                </a:lnTo>
                <a:lnTo>
                  <a:pt x="376238" y="762000"/>
                </a:lnTo>
                <a:lnTo>
                  <a:pt x="371475" y="766763"/>
                </a:lnTo>
                <a:lnTo>
                  <a:pt x="366713" y="771525"/>
                </a:lnTo>
                <a:lnTo>
                  <a:pt x="361950" y="776288"/>
                </a:lnTo>
                <a:lnTo>
                  <a:pt x="357188" y="781050"/>
                </a:lnTo>
                <a:lnTo>
                  <a:pt x="347663" y="781050"/>
                </a:lnTo>
                <a:lnTo>
                  <a:pt x="338138" y="781050"/>
                </a:lnTo>
                <a:lnTo>
                  <a:pt x="328613" y="781050"/>
                </a:lnTo>
                <a:lnTo>
                  <a:pt x="319088" y="781050"/>
                </a:lnTo>
                <a:lnTo>
                  <a:pt x="309563" y="781050"/>
                </a:lnTo>
                <a:lnTo>
                  <a:pt x="300038" y="781050"/>
                </a:lnTo>
                <a:lnTo>
                  <a:pt x="290513" y="781050"/>
                </a:lnTo>
                <a:lnTo>
                  <a:pt x="280988" y="781050"/>
                </a:lnTo>
                <a:lnTo>
                  <a:pt x="271463" y="781050"/>
                </a:lnTo>
                <a:lnTo>
                  <a:pt x="266700" y="776288"/>
                </a:lnTo>
                <a:lnTo>
                  <a:pt x="261938" y="771525"/>
                </a:lnTo>
                <a:lnTo>
                  <a:pt x="252413" y="771525"/>
                </a:lnTo>
                <a:lnTo>
                  <a:pt x="242888" y="771525"/>
                </a:lnTo>
                <a:lnTo>
                  <a:pt x="238125" y="766763"/>
                </a:lnTo>
                <a:lnTo>
                  <a:pt x="233363" y="762000"/>
                </a:lnTo>
                <a:lnTo>
                  <a:pt x="223838" y="762000"/>
                </a:lnTo>
                <a:lnTo>
                  <a:pt x="214313" y="762000"/>
                </a:lnTo>
                <a:lnTo>
                  <a:pt x="209550" y="757238"/>
                </a:lnTo>
                <a:lnTo>
                  <a:pt x="204788" y="752475"/>
                </a:lnTo>
                <a:lnTo>
                  <a:pt x="195263" y="752475"/>
                </a:lnTo>
                <a:lnTo>
                  <a:pt x="185738" y="752475"/>
                </a:lnTo>
                <a:lnTo>
                  <a:pt x="176213" y="752475"/>
                </a:lnTo>
                <a:lnTo>
                  <a:pt x="171450" y="747713"/>
                </a:lnTo>
                <a:lnTo>
                  <a:pt x="166688" y="742950"/>
                </a:lnTo>
                <a:lnTo>
                  <a:pt x="157163" y="742950"/>
                </a:lnTo>
                <a:lnTo>
                  <a:pt x="152400" y="738188"/>
                </a:lnTo>
                <a:lnTo>
                  <a:pt x="147638" y="733425"/>
                </a:lnTo>
                <a:lnTo>
                  <a:pt x="138113" y="733425"/>
                </a:lnTo>
                <a:lnTo>
                  <a:pt x="133350" y="728663"/>
                </a:lnTo>
                <a:lnTo>
                  <a:pt x="128588" y="723900"/>
                </a:lnTo>
                <a:lnTo>
                  <a:pt x="119063" y="723900"/>
                </a:lnTo>
                <a:lnTo>
                  <a:pt x="114300" y="719138"/>
                </a:lnTo>
                <a:lnTo>
                  <a:pt x="114300" y="709613"/>
                </a:lnTo>
                <a:lnTo>
                  <a:pt x="109538" y="704850"/>
                </a:lnTo>
                <a:lnTo>
                  <a:pt x="100013" y="704850"/>
                </a:lnTo>
                <a:lnTo>
                  <a:pt x="95250" y="700088"/>
                </a:lnTo>
                <a:lnTo>
                  <a:pt x="90488" y="695325"/>
                </a:lnTo>
                <a:lnTo>
                  <a:pt x="85725" y="690563"/>
                </a:lnTo>
                <a:lnTo>
                  <a:pt x="80963" y="685800"/>
                </a:lnTo>
                <a:lnTo>
                  <a:pt x="76200" y="681038"/>
                </a:lnTo>
                <a:lnTo>
                  <a:pt x="71438" y="676275"/>
                </a:lnTo>
                <a:lnTo>
                  <a:pt x="66675" y="671513"/>
                </a:lnTo>
                <a:lnTo>
                  <a:pt x="61913" y="666750"/>
                </a:lnTo>
                <a:lnTo>
                  <a:pt x="57150" y="661988"/>
                </a:lnTo>
                <a:lnTo>
                  <a:pt x="52388" y="657225"/>
                </a:lnTo>
                <a:lnTo>
                  <a:pt x="47625" y="652463"/>
                </a:lnTo>
                <a:lnTo>
                  <a:pt x="47625" y="642938"/>
                </a:lnTo>
                <a:lnTo>
                  <a:pt x="42863" y="638175"/>
                </a:lnTo>
                <a:lnTo>
                  <a:pt x="38100" y="633413"/>
                </a:lnTo>
                <a:lnTo>
                  <a:pt x="33338" y="628650"/>
                </a:lnTo>
                <a:lnTo>
                  <a:pt x="28575" y="623888"/>
                </a:lnTo>
                <a:lnTo>
                  <a:pt x="23813" y="619125"/>
                </a:lnTo>
                <a:lnTo>
                  <a:pt x="19050" y="614363"/>
                </a:lnTo>
                <a:lnTo>
                  <a:pt x="14288" y="609600"/>
                </a:lnTo>
                <a:lnTo>
                  <a:pt x="9525" y="604838"/>
                </a:lnTo>
                <a:lnTo>
                  <a:pt x="9525" y="595313"/>
                </a:lnTo>
                <a:lnTo>
                  <a:pt x="4763" y="590550"/>
                </a:lnTo>
                <a:lnTo>
                  <a:pt x="0" y="585788"/>
                </a:lnTo>
                <a:lnTo>
                  <a:pt x="0" y="576263"/>
                </a:lnTo>
                <a:lnTo>
                  <a:pt x="0" y="566738"/>
                </a:lnTo>
                <a:lnTo>
                  <a:pt x="0" y="557213"/>
                </a:lnTo>
                <a:lnTo>
                  <a:pt x="4763" y="552450"/>
                </a:lnTo>
                <a:lnTo>
                  <a:pt x="9525" y="547688"/>
                </a:lnTo>
                <a:lnTo>
                  <a:pt x="9525" y="538163"/>
                </a:lnTo>
                <a:lnTo>
                  <a:pt x="9525" y="528638"/>
                </a:lnTo>
                <a:lnTo>
                  <a:pt x="9525" y="519113"/>
                </a:lnTo>
                <a:lnTo>
                  <a:pt x="9525" y="509588"/>
                </a:lnTo>
                <a:lnTo>
                  <a:pt x="9525" y="500063"/>
                </a:lnTo>
                <a:lnTo>
                  <a:pt x="14288" y="495300"/>
                </a:lnTo>
                <a:lnTo>
                  <a:pt x="19050" y="490538"/>
                </a:lnTo>
                <a:lnTo>
                  <a:pt x="19050" y="481013"/>
                </a:lnTo>
                <a:lnTo>
                  <a:pt x="19050" y="471488"/>
                </a:lnTo>
                <a:lnTo>
                  <a:pt x="19050" y="461963"/>
                </a:lnTo>
                <a:lnTo>
                  <a:pt x="23813" y="457200"/>
                </a:lnTo>
                <a:lnTo>
                  <a:pt x="28575" y="452438"/>
                </a:lnTo>
                <a:lnTo>
                  <a:pt x="28575" y="442913"/>
                </a:lnTo>
                <a:lnTo>
                  <a:pt x="28575" y="433388"/>
                </a:lnTo>
                <a:lnTo>
                  <a:pt x="28575" y="423863"/>
                </a:lnTo>
                <a:lnTo>
                  <a:pt x="33338" y="419100"/>
                </a:lnTo>
                <a:lnTo>
                  <a:pt x="38100" y="414338"/>
                </a:lnTo>
                <a:lnTo>
                  <a:pt x="38100" y="404813"/>
                </a:lnTo>
                <a:lnTo>
                  <a:pt x="38100" y="395288"/>
                </a:lnTo>
                <a:lnTo>
                  <a:pt x="42863" y="390525"/>
                </a:lnTo>
                <a:lnTo>
                  <a:pt x="47625" y="385763"/>
                </a:lnTo>
                <a:lnTo>
                  <a:pt x="47625" y="376238"/>
                </a:lnTo>
                <a:lnTo>
                  <a:pt x="47625" y="366713"/>
                </a:lnTo>
                <a:lnTo>
                  <a:pt x="52388" y="361950"/>
                </a:lnTo>
                <a:lnTo>
                  <a:pt x="57150" y="357188"/>
                </a:lnTo>
                <a:lnTo>
                  <a:pt x="57150" y="347663"/>
                </a:lnTo>
                <a:lnTo>
                  <a:pt x="61913" y="342900"/>
                </a:lnTo>
                <a:lnTo>
                  <a:pt x="66675" y="338138"/>
                </a:lnTo>
                <a:lnTo>
                  <a:pt x="66675" y="328613"/>
                </a:lnTo>
                <a:lnTo>
                  <a:pt x="66675" y="319088"/>
                </a:lnTo>
                <a:lnTo>
                  <a:pt x="71438" y="314325"/>
                </a:lnTo>
                <a:lnTo>
                  <a:pt x="76200" y="309563"/>
                </a:lnTo>
                <a:lnTo>
                  <a:pt x="76200" y="300038"/>
                </a:lnTo>
                <a:lnTo>
                  <a:pt x="80963" y="295275"/>
                </a:lnTo>
                <a:lnTo>
                  <a:pt x="85725" y="290513"/>
                </a:lnTo>
                <a:lnTo>
                  <a:pt x="85725" y="280988"/>
                </a:lnTo>
                <a:lnTo>
                  <a:pt x="90488" y="276225"/>
                </a:lnTo>
                <a:lnTo>
                  <a:pt x="95250" y="271463"/>
                </a:lnTo>
                <a:lnTo>
                  <a:pt x="95250" y="261938"/>
                </a:lnTo>
                <a:lnTo>
                  <a:pt x="100013" y="257175"/>
                </a:lnTo>
                <a:lnTo>
                  <a:pt x="104775" y="252413"/>
                </a:lnTo>
                <a:lnTo>
                  <a:pt x="104775" y="242888"/>
                </a:lnTo>
                <a:lnTo>
                  <a:pt x="109538" y="238125"/>
                </a:lnTo>
                <a:lnTo>
                  <a:pt x="114300" y="233363"/>
                </a:lnTo>
                <a:lnTo>
                  <a:pt x="114300" y="223838"/>
                </a:lnTo>
                <a:lnTo>
                  <a:pt x="119063" y="219075"/>
                </a:lnTo>
                <a:lnTo>
                  <a:pt x="123825" y="214313"/>
                </a:lnTo>
                <a:lnTo>
                  <a:pt x="123825" y="204788"/>
                </a:lnTo>
                <a:lnTo>
                  <a:pt x="128588" y="200025"/>
                </a:lnTo>
                <a:lnTo>
                  <a:pt x="133350" y="195263"/>
                </a:lnTo>
                <a:lnTo>
                  <a:pt x="133350" y="185738"/>
                </a:lnTo>
                <a:lnTo>
                  <a:pt x="138113" y="180975"/>
                </a:lnTo>
                <a:lnTo>
                  <a:pt x="142875" y="176213"/>
                </a:lnTo>
                <a:lnTo>
                  <a:pt x="142875" y="166688"/>
                </a:lnTo>
                <a:lnTo>
                  <a:pt x="147638" y="161925"/>
                </a:lnTo>
                <a:lnTo>
                  <a:pt x="152400" y="157163"/>
                </a:lnTo>
                <a:lnTo>
                  <a:pt x="157163" y="152400"/>
                </a:lnTo>
                <a:lnTo>
                  <a:pt x="161925" y="147638"/>
                </a:lnTo>
                <a:lnTo>
                  <a:pt x="161925" y="138113"/>
                </a:lnTo>
                <a:lnTo>
                  <a:pt x="166688" y="133350"/>
                </a:lnTo>
                <a:lnTo>
                  <a:pt x="171450" y="128588"/>
                </a:lnTo>
                <a:lnTo>
                  <a:pt x="176213" y="123825"/>
                </a:lnTo>
                <a:lnTo>
                  <a:pt x="180975" y="119063"/>
                </a:lnTo>
                <a:lnTo>
                  <a:pt x="180975" y="109538"/>
                </a:lnTo>
                <a:lnTo>
                  <a:pt x="185738" y="104775"/>
                </a:lnTo>
                <a:lnTo>
                  <a:pt x="190500" y="100013"/>
                </a:lnTo>
                <a:lnTo>
                  <a:pt x="195263" y="95250"/>
                </a:lnTo>
                <a:lnTo>
                  <a:pt x="200025" y="90488"/>
                </a:lnTo>
                <a:lnTo>
                  <a:pt x="200025" y="80963"/>
                </a:lnTo>
                <a:lnTo>
                  <a:pt x="204788" y="76200"/>
                </a:lnTo>
                <a:lnTo>
                  <a:pt x="209550" y="71438"/>
                </a:lnTo>
                <a:lnTo>
                  <a:pt x="214313" y="66675"/>
                </a:lnTo>
                <a:lnTo>
                  <a:pt x="219075" y="61913"/>
                </a:lnTo>
                <a:lnTo>
                  <a:pt x="223838" y="57150"/>
                </a:lnTo>
                <a:lnTo>
                  <a:pt x="228600" y="52388"/>
                </a:lnTo>
                <a:lnTo>
                  <a:pt x="228600" y="42863"/>
                </a:lnTo>
                <a:lnTo>
                  <a:pt x="233363" y="38100"/>
                </a:lnTo>
                <a:lnTo>
                  <a:pt x="238125" y="33338"/>
                </a:lnTo>
                <a:lnTo>
                  <a:pt x="242888" y="28575"/>
                </a:lnTo>
                <a:lnTo>
                  <a:pt x="247650" y="23813"/>
                </a:lnTo>
                <a:lnTo>
                  <a:pt x="252413" y="19050"/>
                </a:lnTo>
                <a:lnTo>
                  <a:pt x="257175" y="14288"/>
                </a:lnTo>
                <a:lnTo>
                  <a:pt x="261938" y="9525"/>
                </a:lnTo>
                <a:lnTo>
                  <a:pt x="266700" y="4763"/>
                </a:lnTo>
                <a:close/>
              </a:path>
            </a:pathLst>
          </a:custGeom>
          <a:solidFill xmlns:a="http://schemas.openxmlformats.org/drawingml/2006/main">
            <a:srgbClr val="CECECE"/>
          </a:solidFill>
          <a:ln xmlns:a="http://schemas.openxmlformats.org/drawingml/2006/main" w="0">
            <a:noFill/>
            <a:prstDash val="solid"/>
          </a:ln>
        </p:spPr>
      </p:sp>
      <p:sp>
        <p:nvSpPr>
          <p:cNvPr id="259" name="deep-skill-chaining-source-component-4-gradient-208-0">
            <a:extLst xmlns:a="http://schemas.openxmlformats.org/drawingml/2006/main">
              <a:ext uri="{FF2B5EF4-FFF2-40B4-BE49-F238E27FC236}">
                <a16:creationId xmlns:a16="http://schemas.microsoft.com/office/drawing/2014/main" id="{4C921D17-8453-4928-8D24-5490EAAA6730}"/>
              </a:ext>
            </a:extLst>
          </p:cNvPr>
          <p:cNvSpPr>
            <a:spLocks xmlns:a="http://schemas.openxmlformats.org/drawingml/2006/main" noGrp="1"/>
          </p:cNvSpPr>
          <p:nvPr/>
        </p:nvSpPr>
        <p:spPr>
          <a:xfrm xmlns:a="http://schemas.openxmlformats.org/drawingml/2006/main" rot="0">
            <a:off x="9172575" y="1790700"/>
            <a:ext cx="657225" cy="752475"/>
          </a:xfrm>
          <a:custGeom xmlns:a="http://schemas.openxmlformats.org/drawingml/2006/main">
            <a:pathLst>
              <a:path w="657225" h="752475">
                <a:moveTo>
                  <a:pt x="304800" y="4763"/>
                </a:move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85775" y="33338"/>
                </a:lnTo>
                <a:lnTo>
                  <a:pt x="490538" y="38100"/>
                </a:lnTo>
                <a:lnTo>
                  <a:pt x="500063" y="38100"/>
                </a:lnTo>
                <a:lnTo>
                  <a:pt x="504825" y="42863"/>
                </a:lnTo>
                <a:lnTo>
                  <a:pt x="509588" y="47625"/>
                </a:lnTo>
                <a:lnTo>
                  <a:pt x="514350" y="52388"/>
                </a:lnTo>
                <a:lnTo>
                  <a:pt x="519113" y="57150"/>
                </a:lnTo>
                <a:lnTo>
                  <a:pt x="528638" y="57150"/>
                </a:lnTo>
                <a:lnTo>
                  <a:pt x="533400" y="61913"/>
                </a:lnTo>
                <a:lnTo>
                  <a:pt x="538163" y="66675"/>
                </a:lnTo>
                <a:lnTo>
                  <a:pt x="542925" y="71438"/>
                </a:lnTo>
                <a:lnTo>
                  <a:pt x="547688" y="76200"/>
                </a:lnTo>
                <a:lnTo>
                  <a:pt x="557213" y="76200"/>
                </a:lnTo>
                <a:lnTo>
                  <a:pt x="561975" y="80963"/>
                </a:lnTo>
                <a:lnTo>
                  <a:pt x="566738" y="85725"/>
                </a:lnTo>
                <a:lnTo>
                  <a:pt x="571500" y="90488"/>
                </a:lnTo>
                <a:lnTo>
                  <a:pt x="576263" y="95250"/>
                </a:lnTo>
                <a:lnTo>
                  <a:pt x="581025" y="100013"/>
                </a:lnTo>
                <a:lnTo>
                  <a:pt x="585788" y="104775"/>
                </a:lnTo>
                <a:lnTo>
                  <a:pt x="590550" y="109538"/>
                </a:lnTo>
                <a:lnTo>
                  <a:pt x="590550" y="119063"/>
                </a:lnTo>
                <a:lnTo>
                  <a:pt x="595313" y="123825"/>
                </a:lnTo>
                <a:lnTo>
                  <a:pt x="600075" y="128588"/>
                </a:lnTo>
                <a:lnTo>
                  <a:pt x="604838" y="133350"/>
                </a:lnTo>
                <a:lnTo>
                  <a:pt x="609600" y="138113"/>
                </a:lnTo>
                <a:lnTo>
                  <a:pt x="614363" y="142875"/>
                </a:lnTo>
                <a:lnTo>
                  <a:pt x="619125" y="147638"/>
                </a:lnTo>
                <a:lnTo>
                  <a:pt x="623888" y="152400"/>
                </a:lnTo>
                <a:lnTo>
                  <a:pt x="628650" y="157163"/>
                </a:lnTo>
                <a:lnTo>
                  <a:pt x="633413" y="161925"/>
                </a:lnTo>
                <a:lnTo>
                  <a:pt x="638175" y="166688"/>
                </a:lnTo>
                <a:lnTo>
                  <a:pt x="642938" y="171450"/>
                </a:lnTo>
                <a:lnTo>
                  <a:pt x="647700" y="176213"/>
                </a:lnTo>
                <a:lnTo>
                  <a:pt x="652463" y="180975"/>
                </a:lnTo>
                <a:lnTo>
                  <a:pt x="657225" y="185738"/>
                </a:lnTo>
                <a:lnTo>
                  <a:pt x="657225" y="195263"/>
                </a:lnTo>
                <a:lnTo>
                  <a:pt x="657225" y="204788"/>
                </a:lnTo>
                <a:lnTo>
                  <a:pt x="657225" y="214313"/>
                </a:lnTo>
                <a:lnTo>
                  <a:pt x="657225" y="223838"/>
                </a:lnTo>
                <a:lnTo>
                  <a:pt x="657225" y="233363"/>
                </a:lnTo>
                <a:lnTo>
                  <a:pt x="652463" y="238125"/>
                </a:lnTo>
                <a:lnTo>
                  <a:pt x="647700" y="242888"/>
                </a:lnTo>
                <a:lnTo>
                  <a:pt x="647700" y="252413"/>
                </a:lnTo>
                <a:lnTo>
                  <a:pt x="647700" y="261938"/>
                </a:lnTo>
                <a:lnTo>
                  <a:pt x="647700" y="271463"/>
                </a:lnTo>
                <a:lnTo>
                  <a:pt x="642938" y="276225"/>
                </a:lnTo>
                <a:lnTo>
                  <a:pt x="638175" y="280988"/>
                </a:lnTo>
                <a:lnTo>
                  <a:pt x="638175" y="290513"/>
                </a:lnTo>
                <a:lnTo>
                  <a:pt x="638175" y="300038"/>
                </a:lnTo>
                <a:lnTo>
                  <a:pt x="638175" y="309563"/>
                </a:lnTo>
                <a:lnTo>
                  <a:pt x="633413" y="314325"/>
                </a:lnTo>
                <a:lnTo>
                  <a:pt x="628650" y="319088"/>
                </a:lnTo>
                <a:lnTo>
                  <a:pt x="628650" y="328613"/>
                </a:lnTo>
                <a:lnTo>
                  <a:pt x="628650" y="338138"/>
                </a:lnTo>
                <a:lnTo>
                  <a:pt x="623888" y="342900"/>
                </a:lnTo>
                <a:lnTo>
                  <a:pt x="619125" y="347663"/>
                </a:lnTo>
                <a:lnTo>
                  <a:pt x="619125" y="357188"/>
                </a:lnTo>
                <a:lnTo>
                  <a:pt x="619125" y="366713"/>
                </a:lnTo>
                <a:lnTo>
                  <a:pt x="614363" y="371475"/>
                </a:lnTo>
                <a:lnTo>
                  <a:pt x="609600" y="376238"/>
                </a:lnTo>
                <a:lnTo>
                  <a:pt x="609600" y="385763"/>
                </a:lnTo>
                <a:lnTo>
                  <a:pt x="609600" y="395288"/>
                </a:lnTo>
                <a:lnTo>
                  <a:pt x="604838" y="400050"/>
                </a:lnTo>
                <a:lnTo>
                  <a:pt x="600075" y="404813"/>
                </a:lnTo>
                <a:lnTo>
                  <a:pt x="600075" y="414338"/>
                </a:lnTo>
                <a:lnTo>
                  <a:pt x="595313" y="419100"/>
                </a:lnTo>
                <a:lnTo>
                  <a:pt x="590550" y="423863"/>
                </a:lnTo>
                <a:lnTo>
                  <a:pt x="590550" y="433388"/>
                </a:lnTo>
                <a:lnTo>
                  <a:pt x="585788" y="438150"/>
                </a:lnTo>
                <a:lnTo>
                  <a:pt x="581025" y="442913"/>
                </a:lnTo>
                <a:lnTo>
                  <a:pt x="581025" y="452438"/>
                </a:lnTo>
                <a:lnTo>
                  <a:pt x="581025" y="461963"/>
                </a:lnTo>
                <a:lnTo>
                  <a:pt x="576263" y="466725"/>
                </a:lnTo>
                <a:lnTo>
                  <a:pt x="571500" y="471488"/>
                </a:lnTo>
                <a:lnTo>
                  <a:pt x="571500" y="481013"/>
                </a:lnTo>
                <a:lnTo>
                  <a:pt x="566738" y="485775"/>
                </a:lnTo>
                <a:lnTo>
                  <a:pt x="561975" y="490538"/>
                </a:lnTo>
                <a:lnTo>
                  <a:pt x="561975" y="500063"/>
                </a:lnTo>
                <a:lnTo>
                  <a:pt x="557213" y="504825"/>
                </a:lnTo>
                <a:lnTo>
                  <a:pt x="552450" y="509588"/>
                </a:lnTo>
                <a:lnTo>
                  <a:pt x="552450" y="519113"/>
                </a:lnTo>
                <a:lnTo>
                  <a:pt x="547688" y="523875"/>
                </a:lnTo>
                <a:lnTo>
                  <a:pt x="542925" y="528638"/>
                </a:lnTo>
                <a:lnTo>
                  <a:pt x="538163" y="533400"/>
                </a:lnTo>
                <a:lnTo>
                  <a:pt x="533400" y="538163"/>
                </a:lnTo>
                <a:lnTo>
                  <a:pt x="533400" y="547688"/>
                </a:lnTo>
                <a:lnTo>
                  <a:pt x="528638" y="552450"/>
                </a:lnTo>
                <a:lnTo>
                  <a:pt x="523875" y="557213"/>
                </a:lnTo>
                <a:lnTo>
                  <a:pt x="523875" y="566738"/>
                </a:lnTo>
                <a:lnTo>
                  <a:pt x="519113" y="571500"/>
                </a:lnTo>
                <a:lnTo>
                  <a:pt x="514350" y="576263"/>
                </a:lnTo>
                <a:lnTo>
                  <a:pt x="514350" y="585788"/>
                </a:lnTo>
                <a:lnTo>
                  <a:pt x="509588" y="590550"/>
                </a:lnTo>
                <a:lnTo>
                  <a:pt x="504825" y="595313"/>
                </a:lnTo>
                <a:lnTo>
                  <a:pt x="500063" y="600075"/>
                </a:lnTo>
                <a:lnTo>
                  <a:pt x="495300" y="604838"/>
                </a:lnTo>
                <a:lnTo>
                  <a:pt x="495300" y="614363"/>
                </a:lnTo>
                <a:lnTo>
                  <a:pt x="490538" y="619125"/>
                </a:lnTo>
                <a:lnTo>
                  <a:pt x="485775" y="623888"/>
                </a:lnTo>
                <a:lnTo>
                  <a:pt x="481013" y="628650"/>
                </a:lnTo>
                <a:lnTo>
                  <a:pt x="476250" y="633413"/>
                </a:lnTo>
                <a:lnTo>
                  <a:pt x="476250" y="642938"/>
                </a:lnTo>
                <a:lnTo>
                  <a:pt x="471488" y="647700"/>
                </a:lnTo>
                <a:lnTo>
                  <a:pt x="466725" y="652463"/>
                </a:lnTo>
                <a:lnTo>
                  <a:pt x="461963" y="657225"/>
                </a:lnTo>
                <a:lnTo>
                  <a:pt x="457200" y="661988"/>
                </a:lnTo>
                <a:lnTo>
                  <a:pt x="452438" y="666750"/>
                </a:lnTo>
                <a:lnTo>
                  <a:pt x="447675" y="671513"/>
                </a:lnTo>
                <a:lnTo>
                  <a:pt x="447675" y="681038"/>
                </a:lnTo>
                <a:lnTo>
                  <a:pt x="442913" y="685800"/>
                </a:lnTo>
                <a:lnTo>
                  <a:pt x="438150" y="690563"/>
                </a:lnTo>
                <a:lnTo>
                  <a:pt x="433388" y="695325"/>
                </a:lnTo>
                <a:lnTo>
                  <a:pt x="428625" y="700088"/>
                </a:lnTo>
                <a:lnTo>
                  <a:pt x="423863" y="704850"/>
                </a:lnTo>
                <a:lnTo>
                  <a:pt x="419100" y="709613"/>
                </a:lnTo>
                <a:lnTo>
                  <a:pt x="414338" y="714375"/>
                </a:lnTo>
                <a:lnTo>
                  <a:pt x="409575" y="719138"/>
                </a:lnTo>
                <a:lnTo>
                  <a:pt x="404813" y="723900"/>
                </a:lnTo>
                <a:lnTo>
                  <a:pt x="400050" y="728663"/>
                </a:lnTo>
                <a:lnTo>
                  <a:pt x="395288" y="733425"/>
                </a:lnTo>
                <a:lnTo>
                  <a:pt x="390525" y="738188"/>
                </a:lnTo>
                <a:lnTo>
                  <a:pt x="385763" y="742950"/>
                </a:lnTo>
                <a:lnTo>
                  <a:pt x="376238" y="742950"/>
                </a:lnTo>
                <a:lnTo>
                  <a:pt x="371475" y="747713"/>
                </a:lnTo>
                <a:lnTo>
                  <a:pt x="366713" y="752475"/>
                </a:lnTo>
                <a:lnTo>
                  <a:pt x="357188" y="752475"/>
                </a:lnTo>
                <a:lnTo>
                  <a:pt x="347663" y="752475"/>
                </a:lnTo>
                <a:lnTo>
                  <a:pt x="338138" y="752475"/>
                </a:lnTo>
                <a:lnTo>
                  <a:pt x="328613" y="752475"/>
                </a:lnTo>
                <a:lnTo>
                  <a:pt x="319088" y="752475"/>
                </a:lnTo>
                <a:lnTo>
                  <a:pt x="309563" y="752475"/>
                </a:lnTo>
                <a:lnTo>
                  <a:pt x="300038" y="752475"/>
                </a:lnTo>
                <a:lnTo>
                  <a:pt x="290513" y="752475"/>
                </a:lnTo>
                <a:lnTo>
                  <a:pt x="280988" y="752475"/>
                </a:lnTo>
                <a:lnTo>
                  <a:pt x="271463" y="752475"/>
                </a:lnTo>
                <a:lnTo>
                  <a:pt x="266700" y="747713"/>
                </a:lnTo>
                <a:lnTo>
                  <a:pt x="261938" y="742950"/>
                </a:lnTo>
                <a:lnTo>
                  <a:pt x="252413" y="742950"/>
                </a:lnTo>
                <a:lnTo>
                  <a:pt x="242888" y="742950"/>
                </a:lnTo>
                <a:lnTo>
                  <a:pt x="238125" y="738188"/>
                </a:lnTo>
                <a:lnTo>
                  <a:pt x="233363" y="733425"/>
                </a:lnTo>
                <a:lnTo>
                  <a:pt x="223838" y="733425"/>
                </a:lnTo>
                <a:lnTo>
                  <a:pt x="214313" y="733425"/>
                </a:lnTo>
                <a:lnTo>
                  <a:pt x="204788" y="733425"/>
                </a:lnTo>
                <a:lnTo>
                  <a:pt x="200025" y="728663"/>
                </a:lnTo>
                <a:lnTo>
                  <a:pt x="195263" y="723900"/>
                </a:lnTo>
                <a:lnTo>
                  <a:pt x="185738" y="723900"/>
                </a:lnTo>
                <a:lnTo>
                  <a:pt x="180975" y="719138"/>
                </a:lnTo>
                <a:lnTo>
                  <a:pt x="176213" y="714375"/>
                </a:lnTo>
                <a:lnTo>
                  <a:pt x="166688" y="714375"/>
                </a:lnTo>
                <a:lnTo>
                  <a:pt x="157163" y="714375"/>
                </a:lnTo>
                <a:lnTo>
                  <a:pt x="152400" y="709613"/>
                </a:lnTo>
                <a:lnTo>
                  <a:pt x="147638" y="704850"/>
                </a:lnTo>
                <a:lnTo>
                  <a:pt x="138113" y="704850"/>
                </a:lnTo>
                <a:lnTo>
                  <a:pt x="133350" y="700088"/>
                </a:lnTo>
                <a:lnTo>
                  <a:pt x="128588" y="695325"/>
                </a:lnTo>
                <a:lnTo>
                  <a:pt x="123825" y="690563"/>
                </a:lnTo>
                <a:lnTo>
                  <a:pt x="119063" y="685800"/>
                </a:lnTo>
                <a:lnTo>
                  <a:pt x="114300" y="681038"/>
                </a:lnTo>
                <a:lnTo>
                  <a:pt x="109538" y="676275"/>
                </a:lnTo>
                <a:lnTo>
                  <a:pt x="104775" y="671513"/>
                </a:lnTo>
                <a:lnTo>
                  <a:pt x="100013" y="666750"/>
                </a:lnTo>
                <a:lnTo>
                  <a:pt x="95250" y="661988"/>
                </a:lnTo>
                <a:lnTo>
                  <a:pt x="90488" y="657225"/>
                </a:lnTo>
                <a:lnTo>
                  <a:pt x="85725" y="652463"/>
                </a:lnTo>
                <a:lnTo>
                  <a:pt x="80963" y="647700"/>
                </a:lnTo>
                <a:lnTo>
                  <a:pt x="76200" y="642938"/>
                </a:lnTo>
                <a:lnTo>
                  <a:pt x="71438" y="638175"/>
                </a:lnTo>
                <a:lnTo>
                  <a:pt x="66675" y="633413"/>
                </a:lnTo>
                <a:lnTo>
                  <a:pt x="61913" y="628650"/>
                </a:lnTo>
                <a:lnTo>
                  <a:pt x="57150" y="623888"/>
                </a:lnTo>
                <a:lnTo>
                  <a:pt x="57150" y="614363"/>
                </a:lnTo>
                <a:lnTo>
                  <a:pt x="52388" y="609600"/>
                </a:lnTo>
                <a:lnTo>
                  <a:pt x="42863" y="609600"/>
                </a:lnTo>
                <a:lnTo>
                  <a:pt x="38100" y="604838"/>
                </a:lnTo>
                <a:lnTo>
                  <a:pt x="33338" y="600075"/>
                </a:lnTo>
                <a:lnTo>
                  <a:pt x="28575" y="595313"/>
                </a:lnTo>
                <a:lnTo>
                  <a:pt x="28575" y="585788"/>
                </a:lnTo>
                <a:lnTo>
                  <a:pt x="23813" y="581025"/>
                </a:lnTo>
                <a:lnTo>
                  <a:pt x="14288" y="581025"/>
                </a:lnTo>
                <a:lnTo>
                  <a:pt x="9525" y="576263"/>
                </a:lnTo>
                <a:lnTo>
                  <a:pt x="4763" y="571500"/>
                </a:lnTo>
                <a:lnTo>
                  <a:pt x="0" y="566738"/>
                </a:lnTo>
                <a:lnTo>
                  <a:pt x="0" y="557213"/>
                </a:lnTo>
                <a:lnTo>
                  <a:pt x="0" y="547688"/>
                </a:lnTo>
                <a:lnTo>
                  <a:pt x="4763" y="542925"/>
                </a:lnTo>
                <a:lnTo>
                  <a:pt x="9525" y="538163"/>
                </a:lnTo>
                <a:lnTo>
                  <a:pt x="9525" y="528638"/>
                </a:lnTo>
                <a:lnTo>
                  <a:pt x="9525" y="519113"/>
                </a:lnTo>
                <a:lnTo>
                  <a:pt x="9525" y="509588"/>
                </a:lnTo>
                <a:lnTo>
                  <a:pt x="9525" y="500063"/>
                </a:lnTo>
                <a:lnTo>
                  <a:pt x="9525" y="490538"/>
                </a:lnTo>
                <a:lnTo>
                  <a:pt x="14288" y="485775"/>
                </a:lnTo>
                <a:lnTo>
                  <a:pt x="19050" y="481013"/>
                </a:lnTo>
                <a:lnTo>
                  <a:pt x="19050" y="471488"/>
                </a:lnTo>
                <a:lnTo>
                  <a:pt x="19050" y="461963"/>
                </a:lnTo>
                <a:lnTo>
                  <a:pt x="19050" y="452438"/>
                </a:lnTo>
                <a:lnTo>
                  <a:pt x="23813" y="447675"/>
                </a:lnTo>
                <a:lnTo>
                  <a:pt x="28575" y="442913"/>
                </a:lnTo>
                <a:lnTo>
                  <a:pt x="28575" y="433388"/>
                </a:lnTo>
                <a:lnTo>
                  <a:pt x="28575" y="423863"/>
                </a:lnTo>
                <a:lnTo>
                  <a:pt x="28575" y="414338"/>
                </a:lnTo>
                <a:lnTo>
                  <a:pt x="33338" y="409575"/>
                </a:lnTo>
                <a:lnTo>
                  <a:pt x="38100" y="404813"/>
                </a:lnTo>
                <a:lnTo>
                  <a:pt x="38100" y="395288"/>
                </a:lnTo>
                <a:lnTo>
                  <a:pt x="38100" y="385763"/>
                </a:lnTo>
                <a:lnTo>
                  <a:pt x="42863" y="381000"/>
                </a:lnTo>
                <a:lnTo>
                  <a:pt x="47625" y="376238"/>
                </a:lnTo>
                <a:lnTo>
                  <a:pt x="47625" y="366713"/>
                </a:lnTo>
                <a:lnTo>
                  <a:pt x="47625" y="357188"/>
                </a:lnTo>
                <a:lnTo>
                  <a:pt x="52388" y="352425"/>
                </a:lnTo>
                <a:lnTo>
                  <a:pt x="57150" y="347663"/>
                </a:lnTo>
                <a:lnTo>
                  <a:pt x="57150" y="338138"/>
                </a:lnTo>
                <a:lnTo>
                  <a:pt x="61913" y="333375"/>
                </a:lnTo>
                <a:lnTo>
                  <a:pt x="66675" y="328613"/>
                </a:lnTo>
                <a:lnTo>
                  <a:pt x="66675" y="319088"/>
                </a:lnTo>
                <a:lnTo>
                  <a:pt x="66675" y="309563"/>
                </a:lnTo>
                <a:lnTo>
                  <a:pt x="71438" y="304800"/>
                </a:lnTo>
                <a:lnTo>
                  <a:pt x="76200" y="300038"/>
                </a:lnTo>
                <a:lnTo>
                  <a:pt x="76200" y="290513"/>
                </a:lnTo>
                <a:lnTo>
                  <a:pt x="80963" y="285750"/>
                </a:lnTo>
                <a:lnTo>
                  <a:pt x="85725" y="280988"/>
                </a:lnTo>
                <a:lnTo>
                  <a:pt x="85725" y="271463"/>
                </a:lnTo>
                <a:lnTo>
                  <a:pt x="90488" y="266700"/>
                </a:lnTo>
                <a:lnTo>
                  <a:pt x="95250" y="261938"/>
                </a:lnTo>
                <a:lnTo>
                  <a:pt x="95250" y="252413"/>
                </a:lnTo>
                <a:lnTo>
                  <a:pt x="100013" y="247650"/>
                </a:lnTo>
                <a:lnTo>
                  <a:pt x="104775" y="242888"/>
                </a:lnTo>
                <a:lnTo>
                  <a:pt x="104775" y="233363"/>
                </a:lnTo>
                <a:lnTo>
                  <a:pt x="109538" y="228600"/>
                </a:lnTo>
                <a:lnTo>
                  <a:pt x="114300" y="223838"/>
                </a:lnTo>
                <a:lnTo>
                  <a:pt x="114300" y="214313"/>
                </a:lnTo>
                <a:lnTo>
                  <a:pt x="119063" y="209550"/>
                </a:lnTo>
                <a:lnTo>
                  <a:pt x="123825" y="204788"/>
                </a:lnTo>
                <a:lnTo>
                  <a:pt x="123825" y="195263"/>
                </a:lnTo>
                <a:lnTo>
                  <a:pt x="128588" y="190500"/>
                </a:lnTo>
                <a:lnTo>
                  <a:pt x="133350" y="185738"/>
                </a:lnTo>
                <a:lnTo>
                  <a:pt x="133350" y="176213"/>
                </a:lnTo>
                <a:lnTo>
                  <a:pt x="138113" y="171450"/>
                </a:lnTo>
                <a:lnTo>
                  <a:pt x="142875" y="166688"/>
                </a:lnTo>
                <a:lnTo>
                  <a:pt x="142875" y="157163"/>
                </a:lnTo>
                <a:lnTo>
                  <a:pt x="147638" y="152400"/>
                </a:lnTo>
                <a:lnTo>
                  <a:pt x="152400" y="147638"/>
                </a:lnTo>
                <a:lnTo>
                  <a:pt x="157163" y="142875"/>
                </a:lnTo>
                <a:lnTo>
                  <a:pt x="161925" y="138113"/>
                </a:lnTo>
                <a:lnTo>
                  <a:pt x="161925" y="128588"/>
                </a:lnTo>
                <a:lnTo>
                  <a:pt x="166688" y="123825"/>
                </a:lnTo>
                <a:lnTo>
                  <a:pt x="171450" y="119063"/>
                </a:lnTo>
                <a:lnTo>
                  <a:pt x="176213" y="114300"/>
                </a:lnTo>
                <a:lnTo>
                  <a:pt x="180975" y="109538"/>
                </a:lnTo>
                <a:lnTo>
                  <a:pt x="180975" y="100013"/>
                </a:lnTo>
                <a:lnTo>
                  <a:pt x="185738" y="95250"/>
                </a:lnTo>
                <a:lnTo>
                  <a:pt x="190500" y="90488"/>
                </a:lnTo>
                <a:lnTo>
                  <a:pt x="195263" y="85725"/>
                </a:lnTo>
                <a:lnTo>
                  <a:pt x="200025" y="80963"/>
                </a:lnTo>
                <a:lnTo>
                  <a:pt x="200025" y="71438"/>
                </a:lnTo>
                <a:lnTo>
                  <a:pt x="204788" y="66675"/>
                </a:lnTo>
                <a:lnTo>
                  <a:pt x="209550" y="61913"/>
                </a:lnTo>
                <a:lnTo>
                  <a:pt x="214313" y="57150"/>
                </a:lnTo>
                <a:lnTo>
                  <a:pt x="219075" y="52388"/>
                </a:lnTo>
                <a:lnTo>
                  <a:pt x="223838" y="47625"/>
                </a:lnTo>
                <a:lnTo>
                  <a:pt x="228600" y="42863"/>
                </a:lnTo>
                <a:lnTo>
                  <a:pt x="228600" y="33338"/>
                </a:lnTo>
                <a:lnTo>
                  <a:pt x="233363" y="28575"/>
                </a:lnTo>
                <a:lnTo>
                  <a:pt x="238125" y="23813"/>
                </a:lnTo>
                <a:lnTo>
                  <a:pt x="242888" y="19050"/>
                </a:lnTo>
                <a:lnTo>
                  <a:pt x="247650" y="14288"/>
                </a:lnTo>
                <a:lnTo>
                  <a:pt x="252413" y="9525"/>
                </a:lnTo>
                <a:lnTo>
                  <a:pt x="261938" y="9525"/>
                </a:lnTo>
                <a:lnTo>
                  <a:pt x="271463" y="9525"/>
                </a:lnTo>
                <a:lnTo>
                  <a:pt x="280988" y="9525"/>
                </a:lnTo>
                <a:lnTo>
                  <a:pt x="290513" y="9525"/>
                </a:lnTo>
                <a:lnTo>
                  <a:pt x="300038" y="9525"/>
                </a:lnTo>
                <a:lnTo>
                  <a:pt x="304800" y="4763"/>
                </a:lnTo>
                <a:close/>
              </a:path>
            </a:pathLst>
          </a:custGeom>
          <a:solidFill xmlns:a="http://schemas.openxmlformats.org/drawingml/2006/main">
            <a:srgbClr val="D0D0D0"/>
          </a:solidFill>
          <a:ln xmlns:a="http://schemas.openxmlformats.org/drawingml/2006/main" w="0">
            <a:noFill/>
            <a:prstDash val="solid"/>
          </a:ln>
        </p:spPr>
      </p:sp>
      <p:sp>
        <p:nvSpPr>
          <p:cNvPr id="260" name="deep-skill-chaining-source-component-4-gradient-210-0">
            <a:extLst xmlns:a="http://schemas.openxmlformats.org/drawingml/2006/main">
              <a:ext uri="{FF2B5EF4-FFF2-40B4-BE49-F238E27FC236}">
                <a16:creationId xmlns:a16="http://schemas.microsoft.com/office/drawing/2014/main" id="{B6FE20B7-C77B-4400-9EE4-A8B9257FD1B9}"/>
              </a:ext>
            </a:extLst>
          </p:cNvPr>
          <p:cNvSpPr>
            <a:spLocks xmlns:a="http://schemas.openxmlformats.org/drawingml/2006/main" noGrp="1"/>
          </p:cNvSpPr>
          <p:nvPr/>
        </p:nvSpPr>
        <p:spPr>
          <a:xfrm xmlns:a="http://schemas.openxmlformats.org/drawingml/2006/main" rot="0">
            <a:off x="9182100" y="1809750"/>
            <a:ext cx="647700" cy="723900"/>
          </a:xfrm>
          <a:custGeom xmlns:a="http://schemas.openxmlformats.org/drawingml/2006/main">
            <a:pathLst>
              <a:path w="647700" h="72390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09575" y="4763"/>
                </a:lnTo>
                <a:lnTo>
                  <a:pt x="414338" y="9525"/>
                </a:lnTo>
                <a:lnTo>
                  <a:pt x="423863" y="9525"/>
                </a:lnTo>
                <a:lnTo>
                  <a:pt x="428625" y="14288"/>
                </a:lnTo>
                <a:lnTo>
                  <a:pt x="433388" y="19050"/>
                </a:lnTo>
                <a:lnTo>
                  <a:pt x="442913" y="19050"/>
                </a:lnTo>
                <a:lnTo>
                  <a:pt x="452438" y="19050"/>
                </a:lnTo>
                <a:lnTo>
                  <a:pt x="461963" y="19050"/>
                </a:lnTo>
                <a:lnTo>
                  <a:pt x="466725" y="23813"/>
                </a:lnTo>
                <a:lnTo>
                  <a:pt x="471488" y="28575"/>
                </a:lnTo>
                <a:lnTo>
                  <a:pt x="476250" y="33338"/>
                </a:lnTo>
                <a:lnTo>
                  <a:pt x="481013" y="38100"/>
                </a:lnTo>
                <a:lnTo>
                  <a:pt x="485775" y="42863"/>
                </a:lnTo>
                <a:lnTo>
                  <a:pt x="490538" y="47625"/>
                </a:lnTo>
                <a:lnTo>
                  <a:pt x="500063" y="47625"/>
                </a:lnTo>
                <a:lnTo>
                  <a:pt x="504825" y="52388"/>
                </a:lnTo>
                <a:lnTo>
                  <a:pt x="509588" y="57150"/>
                </a:lnTo>
                <a:lnTo>
                  <a:pt x="519113" y="57150"/>
                </a:lnTo>
                <a:lnTo>
                  <a:pt x="523875" y="61913"/>
                </a:lnTo>
                <a:lnTo>
                  <a:pt x="528638" y="66675"/>
                </a:lnTo>
                <a:lnTo>
                  <a:pt x="533400" y="71438"/>
                </a:lnTo>
                <a:lnTo>
                  <a:pt x="538163" y="76200"/>
                </a:lnTo>
                <a:lnTo>
                  <a:pt x="547688" y="76200"/>
                </a:lnTo>
                <a:lnTo>
                  <a:pt x="552450" y="80963"/>
                </a:lnTo>
                <a:lnTo>
                  <a:pt x="557213" y="85725"/>
                </a:lnTo>
                <a:lnTo>
                  <a:pt x="561975" y="90488"/>
                </a:lnTo>
                <a:lnTo>
                  <a:pt x="561975" y="100013"/>
                </a:lnTo>
                <a:lnTo>
                  <a:pt x="566738" y="104775"/>
                </a:lnTo>
                <a:lnTo>
                  <a:pt x="571500" y="109538"/>
                </a:lnTo>
                <a:lnTo>
                  <a:pt x="576263" y="114300"/>
                </a:lnTo>
                <a:lnTo>
                  <a:pt x="581025" y="119063"/>
                </a:lnTo>
                <a:lnTo>
                  <a:pt x="585788" y="123825"/>
                </a:lnTo>
                <a:lnTo>
                  <a:pt x="590550" y="128588"/>
                </a:lnTo>
                <a:lnTo>
                  <a:pt x="595313" y="133350"/>
                </a:lnTo>
                <a:lnTo>
                  <a:pt x="600075" y="138113"/>
                </a:lnTo>
                <a:lnTo>
                  <a:pt x="604838" y="142875"/>
                </a:lnTo>
                <a:lnTo>
                  <a:pt x="609600" y="147638"/>
                </a:lnTo>
                <a:lnTo>
                  <a:pt x="614363" y="152400"/>
                </a:lnTo>
                <a:lnTo>
                  <a:pt x="619125" y="157163"/>
                </a:lnTo>
                <a:lnTo>
                  <a:pt x="623888" y="161925"/>
                </a:lnTo>
                <a:lnTo>
                  <a:pt x="628650" y="166688"/>
                </a:lnTo>
                <a:lnTo>
                  <a:pt x="633413" y="171450"/>
                </a:lnTo>
                <a:lnTo>
                  <a:pt x="642938" y="171450"/>
                </a:lnTo>
                <a:lnTo>
                  <a:pt x="647700" y="176213"/>
                </a:lnTo>
                <a:lnTo>
                  <a:pt x="647700" y="185738"/>
                </a:lnTo>
                <a:lnTo>
                  <a:pt x="642938" y="190500"/>
                </a:lnTo>
                <a:lnTo>
                  <a:pt x="638175" y="195263"/>
                </a:lnTo>
                <a:lnTo>
                  <a:pt x="642938" y="200025"/>
                </a:lnTo>
                <a:lnTo>
                  <a:pt x="647700" y="204788"/>
                </a:lnTo>
                <a:lnTo>
                  <a:pt x="647700" y="214313"/>
                </a:lnTo>
                <a:lnTo>
                  <a:pt x="642938" y="219075"/>
                </a:lnTo>
                <a:lnTo>
                  <a:pt x="638175" y="223838"/>
                </a:lnTo>
                <a:lnTo>
                  <a:pt x="638175" y="233363"/>
                </a:lnTo>
                <a:lnTo>
                  <a:pt x="638175" y="242888"/>
                </a:lnTo>
                <a:lnTo>
                  <a:pt x="638175" y="252413"/>
                </a:lnTo>
                <a:lnTo>
                  <a:pt x="633413" y="257175"/>
                </a:lnTo>
                <a:lnTo>
                  <a:pt x="628650" y="261938"/>
                </a:lnTo>
                <a:lnTo>
                  <a:pt x="628650" y="271463"/>
                </a:lnTo>
                <a:lnTo>
                  <a:pt x="628650" y="280988"/>
                </a:lnTo>
                <a:lnTo>
                  <a:pt x="628650" y="290513"/>
                </a:lnTo>
                <a:lnTo>
                  <a:pt x="623888" y="295275"/>
                </a:lnTo>
                <a:lnTo>
                  <a:pt x="619125" y="300038"/>
                </a:lnTo>
                <a:lnTo>
                  <a:pt x="619125" y="309563"/>
                </a:lnTo>
                <a:lnTo>
                  <a:pt x="619125" y="319088"/>
                </a:lnTo>
                <a:lnTo>
                  <a:pt x="614363" y="323850"/>
                </a:lnTo>
                <a:lnTo>
                  <a:pt x="609600" y="328613"/>
                </a:lnTo>
                <a:lnTo>
                  <a:pt x="609600" y="338138"/>
                </a:lnTo>
                <a:lnTo>
                  <a:pt x="609600" y="347663"/>
                </a:lnTo>
                <a:lnTo>
                  <a:pt x="604838" y="352425"/>
                </a:lnTo>
                <a:lnTo>
                  <a:pt x="600075" y="357188"/>
                </a:lnTo>
                <a:lnTo>
                  <a:pt x="600075" y="366713"/>
                </a:lnTo>
                <a:lnTo>
                  <a:pt x="600075" y="376238"/>
                </a:lnTo>
                <a:lnTo>
                  <a:pt x="595313" y="381000"/>
                </a:lnTo>
                <a:lnTo>
                  <a:pt x="590550" y="385763"/>
                </a:lnTo>
                <a:lnTo>
                  <a:pt x="590550" y="395288"/>
                </a:lnTo>
                <a:lnTo>
                  <a:pt x="585788" y="400050"/>
                </a:lnTo>
                <a:lnTo>
                  <a:pt x="581025" y="404813"/>
                </a:lnTo>
                <a:lnTo>
                  <a:pt x="581025" y="414338"/>
                </a:lnTo>
                <a:lnTo>
                  <a:pt x="576263" y="419100"/>
                </a:lnTo>
                <a:lnTo>
                  <a:pt x="571500" y="423863"/>
                </a:lnTo>
                <a:lnTo>
                  <a:pt x="571500" y="433388"/>
                </a:lnTo>
                <a:lnTo>
                  <a:pt x="571500" y="442913"/>
                </a:lnTo>
                <a:lnTo>
                  <a:pt x="566738" y="447675"/>
                </a:lnTo>
                <a:lnTo>
                  <a:pt x="561975" y="452438"/>
                </a:lnTo>
                <a:lnTo>
                  <a:pt x="561975" y="461963"/>
                </a:lnTo>
                <a:lnTo>
                  <a:pt x="557213" y="466725"/>
                </a:lnTo>
                <a:lnTo>
                  <a:pt x="552450" y="471488"/>
                </a:lnTo>
                <a:lnTo>
                  <a:pt x="552450" y="481013"/>
                </a:lnTo>
                <a:lnTo>
                  <a:pt x="547688" y="485775"/>
                </a:lnTo>
                <a:lnTo>
                  <a:pt x="542925" y="490538"/>
                </a:lnTo>
                <a:lnTo>
                  <a:pt x="542925" y="500063"/>
                </a:lnTo>
                <a:lnTo>
                  <a:pt x="538163" y="504825"/>
                </a:lnTo>
                <a:lnTo>
                  <a:pt x="533400" y="509588"/>
                </a:lnTo>
                <a:lnTo>
                  <a:pt x="528638" y="514350"/>
                </a:lnTo>
                <a:lnTo>
                  <a:pt x="523875" y="519113"/>
                </a:lnTo>
                <a:lnTo>
                  <a:pt x="523875" y="528638"/>
                </a:lnTo>
                <a:lnTo>
                  <a:pt x="519113" y="533400"/>
                </a:lnTo>
                <a:lnTo>
                  <a:pt x="514350" y="538163"/>
                </a:lnTo>
                <a:lnTo>
                  <a:pt x="514350" y="547688"/>
                </a:lnTo>
                <a:lnTo>
                  <a:pt x="509588" y="552450"/>
                </a:lnTo>
                <a:lnTo>
                  <a:pt x="504825" y="557213"/>
                </a:lnTo>
                <a:lnTo>
                  <a:pt x="504825" y="566738"/>
                </a:lnTo>
                <a:lnTo>
                  <a:pt x="500063" y="571500"/>
                </a:lnTo>
                <a:lnTo>
                  <a:pt x="495300" y="576263"/>
                </a:lnTo>
                <a:lnTo>
                  <a:pt x="490538" y="581025"/>
                </a:lnTo>
                <a:lnTo>
                  <a:pt x="485775" y="585788"/>
                </a:lnTo>
                <a:lnTo>
                  <a:pt x="485775" y="595313"/>
                </a:lnTo>
                <a:lnTo>
                  <a:pt x="481013" y="600075"/>
                </a:lnTo>
                <a:lnTo>
                  <a:pt x="476250" y="604838"/>
                </a:lnTo>
                <a:lnTo>
                  <a:pt x="471488" y="609600"/>
                </a:lnTo>
                <a:lnTo>
                  <a:pt x="466725" y="614363"/>
                </a:lnTo>
                <a:lnTo>
                  <a:pt x="466725" y="623888"/>
                </a:lnTo>
                <a:lnTo>
                  <a:pt x="461963" y="628650"/>
                </a:lnTo>
                <a:lnTo>
                  <a:pt x="457200" y="633413"/>
                </a:lnTo>
                <a:lnTo>
                  <a:pt x="452438" y="638175"/>
                </a:lnTo>
                <a:lnTo>
                  <a:pt x="447675" y="642938"/>
                </a:lnTo>
                <a:lnTo>
                  <a:pt x="442913" y="647700"/>
                </a:lnTo>
                <a:lnTo>
                  <a:pt x="438150" y="652463"/>
                </a:lnTo>
                <a:lnTo>
                  <a:pt x="438150" y="661988"/>
                </a:lnTo>
                <a:lnTo>
                  <a:pt x="433388" y="666750"/>
                </a:lnTo>
                <a:lnTo>
                  <a:pt x="428625" y="671513"/>
                </a:lnTo>
                <a:lnTo>
                  <a:pt x="423863" y="676275"/>
                </a:lnTo>
                <a:lnTo>
                  <a:pt x="419100" y="681038"/>
                </a:lnTo>
                <a:lnTo>
                  <a:pt x="414338" y="685800"/>
                </a:lnTo>
                <a:lnTo>
                  <a:pt x="409575" y="690563"/>
                </a:lnTo>
                <a:lnTo>
                  <a:pt x="404813" y="695325"/>
                </a:lnTo>
                <a:lnTo>
                  <a:pt x="400050" y="700088"/>
                </a:lnTo>
                <a:lnTo>
                  <a:pt x="395288" y="704850"/>
                </a:lnTo>
                <a:lnTo>
                  <a:pt x="385763" y="704850"/>
                </a:lnTo>
                <a:lnTo>
                  <a:pt x="381000" y="709613"/>
                </a:lnTo>
                <a:lnTo>
                  <a:pt x="376238" y="714375"/>
                </a:lnTo>
                <a:lnTo>
                  <a:pt x="366713" y="714375"/>
                </a:lnTo>
                <a:lnTo>
                  <a:pt x="357188" y="714375"/>
                </a:lnTo>
                <a:lnTo>
                  <a:pt x="347663" y="714375"/>
                </a:lnTo>
                <a:lnTo>
                  <a:pt x="338138" y="714375"/>
                </a:lnTo>
                <a:lnTo>
                  <a:pt x="328613" y="714375"/>
                </a:lnTo>
                <a:lnTo>
                  <a:pt x="323850" y="719138"/>
                </a:lnTo>
                <a:lnTo>
                  <a:pt x="319088" y="723900"/>
                </a:lnTo>
                <a:lnTo>
                  <a:pt x="314325" y="719138"/>
                </a:lnTo>
                <a:lnTo>
                  <a:pt x="309563" y="714375"/>
                </a:lnTo>
                <a:lnTo>
                  <a:pt x="300038" y="714375"/>
                </a:lnTo>
                <a:lnTo>
                  <a:pt x="290513" y="714375"/>
                </a:lnTo>
                <a:lnTo>
                  <a:pt x="280988" y="714375"/>
                </a:lnTo>
                <a:lnTo>
                  <a:pt x="271463" y="714375"/>
                </a:lnTo>
                <a:lnTo>
                  <a:pt x="261938" y="714375"/>
                </a:lnTo>
                <a:lnTo>
                  <a:pt x="252413" y="714375"/>
                </a:lnTo>
                <a:lnTo>
                  <a:pt x="247650" y="709613"/>
                </a:lnTo>
                <a:lnTo>
                  <a:pt x="242888" y="704850"/>
                </a:lnTo>
                <a:lnTo>
                  <a:pt x="233363" y="704850"/>
                </a:lnTo>
                <a:lnTo>
                  <a:pt x="223838" y="704850"/>
                </a:lnTo>
                <a:lnTo>
                  <a:pt x="214313" y="704850"/>
                </a:lnTo>
                <a:lnTo>
                  <a:pt x="209550" y="700088"/>
                </a:lnTo>
                <a:lnTo>
                  <a:pt x="204788" y="695325"/>
                </a:lnTo>
                <a:lnTo>
                  <a:pt x="195263" y="695325"/>
                </a:lnTo>
                <a:lnTo>
                  <a:pt x="190500" y="690563"/>
                </a:lnTo>
                <a:lnTo>
                  <a:pt x="185738" y="685800"/>
                </a:lnTo>
                <a:lnTo>
                  <a:pt x="176213" y="685800"/>
                </a:lnTo>
                <a:lnTo>
                  <a:pt x="171450" y="681038"/>
                </a:lnTo>
                <a:lnTo>
                  <a:pt x="166688" y="676275"/>
                </a:lnTo>
                <a:lnTo>
                  <a:pt x="157163" y="676275"/>
                </a:lnTo>
                <a:lnTo>
                  <a:pt x="147638" y="676275"/>
                </a:lnTo>
                <a:lnTo>
                  <a:pt x="142875" y="671513"/>
                </a:lnTo>
                <a:lnTo>
                  <a:pt x="138113" y="666750"/>
                </a:lnTo>
                <a:lnTo>
                  <a:pt x="133350" y="661988"/>
                </a:lnTo>
                <a:lnTo>
                  <a:pt x="128588" y="657225"/>
                </a:lnTo>
                <a:lnTo>
                  <a:pt x="119063" y="657225"/>
                </a:lnTo>
                <a:lnTo>
                  <a:pt x="114300" y="652463"/>
                </a:lnTo>
                <a:lnTo>
                  <a:pt x="109538" y="647700"/>
                </a:lnTo>
                <a:lnTo>
                  <a:pt x="104775" y="642938"/>
                </a:lnTo>
                <a:lnTo>
                  <a:pt x="100013" y="638175"/>
                </a:lnTo>
                <a:lnTo>
                  <a:pt x="95250" y="633413"/>
                </a:lnTo>
                <a:lnTo>
                  <a:pt x="90488" y="628650"/>
                </a:lnTo>
                <a:lnTo>
                  <a:pt x="85725" y="623888"/>
                </a:lnTo>
                <a:lnTo>
                  <a:pt x="80963" y="619125"/>
                </a:lnTo>
                <a:lnTo>
                  <a:pt x="76200" y="614363"/>
                </a:lnTo>
                <a:lnTo>
                  <a:pt x="71438" y="609600"/>
                </a:lnTo>
                <a:lnTo>
                  <a:pt x="66675" y="604838"/>
                </a:lnTo>
                <a:lnTo>
                  <a:pt x="61913" y="600075"/>
                </a:lnTo>
                <a:lnTo>
                  <a:pt x="57150" y="595313"/>
                </a:lnTo>
                <a:lnTo>
                  <a:pt x="52388" y="590550"/>
                </a:lnTo>
                <a:lnTo>
                  <a:pt x="47625" y="585788"/>
                </a:lnTo>
                <a:lnTo>
                  <a:pt x="42863" y="581025"/>
                </a:lnTo>
                <a:lnTo>
                  <a:pt x="38100" y="576263"/>
                </a:lnTo>
                <a:lnTo>
                  <a:pt x="33338" y="571500"/>
                </a:lnTo>
                <a:lnTo>
                  <a:pt x="28575" y="566738"/>
                </a:lnTo>
                <a:lnTo>
                  <a:pt x="23813" y="561975"/>
                </a:lnTo>
                <a:lnTo>
                  <a:pt x="19050" y="557213"/>
                </a:lnTo>
                <a:lnTo>
                  <a:pt x="19050" y="547688"/>
                </a:lnTo>
                <a:lnTo>
                  <a:pt x="14288" y="542925"/>
                </a:lnTo>
                <a:lnTo>
                  <a:pt x="9525" y="538163"/>
                </a:lnTo>
                <a:lnTo>
                  <a:pt x="9525" y="528638"/>
                </a:lnTo>
                <a:lnTo>
                  <a:pt x="4763" y="523875"/>
                </a:lnTo>
                <a:lnTo>
                  <a:pt x="0" y="519113"/>
                </a:lnTo>
                <a:lnTo>
                  <a:pt x="0" y="509588"/>
                </a:lnTo>
                <a:lnTo>
                  <a:pt x="0" y="500063"/>
                </a:lnTo>
                <a:lnTo>
                  <a:pt x="0" y="490538"/>
                </a:lnTo>
                <a:lnTo>
                  <a:pt x="0" y="481013"/>
                </a:lnTo>
                <a:lnTo>
                  <a:pt x="0" y="471488"/>
                </a:lnTo>
                <a:lnTo>
                  <a:pt x="4763" y="466725"/>
                </a:lnTo>
                <a:lnTo>
                  <a:pt x="9525" y="461963"/>
                </a:lnTo>
                <a:lnTo>
                  <a:pt x="9525" y="452438"/>
                </a:lnTo>
                <a:lnTo>
                  <a:pt x="9525" y="442913"/>
                </a:lnTo>
                <a:lnTo>
                  <a:pt x="9525" y="433388"/>
                </a:lnTo>
                <a:lnTo>
                  <a:pt x="14288" y="428625"/>
                </a:lnTo>
                <a:lnTo>
                  <a:pt x="19050" y="423863"/>
                </a:lnTo>
                <a:lnTo>
                  <a:pt x="19050" y="414338"/>
                </a:lnTo>
                <a:lnTo>
                  <a:pt x="19050" y="404813"/>
                </a:lnTo>
                <a:lnTo>
                  <a:pt x="19050" y="395288"/>
                </a:lnTo>
                <a:lnTo>
                  <a:pt x="23813" y="390525"/>
                </a:lnTo>
                <a:lnTo>
                  <a:pt x="28575" y="385763"/>
                </a:lnTo>
                <a:lnTo>
                  <a:pt x="28575" y="376238"/>
                </a:lnTo>
                <a:lnTo>
                  <a:pt x="28575" y="366713"/>
                </a:lnTo>
                <a:lnTo>
                  <a:pt x="33338" y="361950"/>
                </a:lnTo>
                <a:lnTo>
                  <a:pt x="38100" y="357188"/>
                </a:lnTo>
                <a:lnTo>
                  <a:pt x="38100" y="347663"/>
                </a:lnTo>
                <a:lnTo>
                  <a:pt x="38100" y="338138"/>
                </a:lnTo>
                <a:lnTo>
                  <a:pt x="42863" y="333375"/>
                </a:lnTo>
                <a:lnTo>
                  <a:pt x="47625" y="328613"/>
                </a:lnTo>
                <a:lnTo>
                  <a:pt x="47625" y="319088"/>
                </a:lnTo>
                <a:lnTo>
                  <a:pt x="52388" y="314325"/>
                </a:lnTo>
                <a:lnTo>
                  <a:pt x="57150" y="309563"/>
                </a:lnTo>
                <a:lnTo>
                  <a:pt x="57150" y="300038"/>
                </a:lnTo>
                <a:lnTo>
                  <a:pt x="57150" y="290513"/>
                </a:lnTo>
                <a:lnTo>
                  <a:pt x="61913" y="285750"/>
                </a:lnTo>
                <a:lnTo>
                  <a:pt x="66675" y="280988"/>
                </a:lnTo>
                <a:lnTo>
                  <a:pt x="66675" y="271463"/>
                </a:lnTo>
                <a:lnTo>
                  <a:pt x="71438" y="266700"/>
                </a:lnTo>
                <a:lnTo>
                  <a:pt x="76200" y="261938"/>
                </a:lnTo>
                <a:lnTo>
                  <a:pt x="76200" y="252413"/>
                </a:lnTo>
                <a:lnTo>
                  <a:pt x="80963" y="247650"/>
                </a:lnTo>
                <a:lnTo>
                  <a:pt x="85725" y="242888"/>
                </a:lnTo>
                <a:lnTo>
                  <a:pt x="85725" y="233363"/>
                </a:lnTo>
                <a:lnTo>
                  <a:pt x="90488" y="228600"/>
                </a:lnTo>
                <a:lnTo>
                  <a:pt x="95250" y="223838"/>
                </a:lnTo>
                <a:lnTo>
                  <a:pt x="95250" y="214313"/>
                </a:lnTo>
                <a:lnTo>
                  <a:pt x="100013" y="209550"/>
                </a:lnTo>
                <a:lnTo>
                  <a:pt x="104775" y="204788"/>
                </a:lnTo>
                <a:lnTo>
                  <a:pt x="104775" y="195263"/>
                </a:lnTo>
                <a:lnTo>
                  <a:pt x="109538" y="190500"/>
                </a:lnTo>
                <a:lnTo>
                  <a:pt x="114300" y="185738"/>
                </a:lnTo>
                <a:lnTo>
                  <a:pt x="114300" y="176213"/>
                </a:lnTo>
                <a:lnTo>
                  <a:pt x="119063" y="171450"/>
                </a:lnTo>
                <a:lnTo>
                  <a:pt x="123825" y="166688"/>
                </a:lnTo>
                <a:lnTo>
                  <a:pt x="123825" y="157163"/>
                </a:lnTo>
                <a:lnTo>
                  <a:pt x="128588" y="152400"/>
                </a:lnTo>
                <a:lnTo>
                  <a:pt x="133350" y="147638"/>
                </a:lnTo>
                <a:lnTo>
                  <a:pt x="133350" y="138113"/>
                </a:lnTo>
                <a:lnTo>
                  <a:pt x="138113" y="133350"/>
                </a:lnTo>
                <a:lnTo>
                  <a:pt x="142875" y="128588"/>
                </a:lnTo>
                <a:lnTo>
                  <a:pt x="147638" y="123825"/>
                </a:lnTo>
                <a:lnTo>
                  <a:pt x="152400" y="119063"/>
                </a:lnTo>
                <a:lnTo>
                  <a:pt x="152400" y="109538"/>
                </a:lnTo>
                <a:lnTo>
                  <a:pt x="157163" y="104775"/>
                </a:lnTo>
                <a:lnTo>
                  <a:pt x="161925" y="100013"/>
                </a:lnTo>
                <a:lnTo>
                  <a:pt x="166688" y="95250"/>
                </a:lnTo>
                <a:lnTo>
                  <a:pt x="171450" y="90488"/>
                </a:lnTo>
                <a:lnTo>
                  <a:pt x="171450" y="80963"/>
                </a:lnTo>
                <a:lnTo>
                  <a:pt x="176213" y="76200"/>
                </a:lnTo>
                <a:lnTo>
                  <a:pt x="180975" y="71438"/>
                </a:lnTo>
                <a:lnTo>
                  <a:pt x="185738" y="66675"/>
                </a:lnTo>
                <a:lnTo>
                  <a:pt x="190500" y="61913"/>
                </a:lnTo>
                <a:lnTo>
                  <a:pt x="190500" y="52388"/>
                </a:lnTo>
                <a:lnTo>
                  <a:pt x="195263" y="47625"/>
                </a:lnTo>
                <a:lnTo>
                  <a:pt x="200025" y="42863"/>
                </a:lnTo>
                <a:lnTo>
                  <a:pt x="204788" y="38100"/>
                </a:lnTo>
                <a:lnTo>
                  <a:pt x="209550" y="33338"/>
                </a:lnTo>
                <a:lnTo>
                  <a:pt x="214313" y="28575"/>
                </a:lnTo>
                <a:lnTo>
                  <a:pt x="219075" y="23813"/>
                </a:lnTo>
                <a:lnTo>
                  <a:pt x="223838" y="19050"/>
                </a:lnTo>
                <a:lnTo>
                  <a:pt x="228600" y="14288"/>
                </a:lnTo>
                <a:lnTo>
                  <a:pt x="233363" y="9525"/>
                </a:lnTo>
                <a:lnTo>
                  <a:pt x="242888" y="9525"/>
                </a:lnTo>
                <a:lnTo>
                  <a:pt x="252413" y="9525"/>
                </a:lnTo>
                <a:lnTo>
                  <a:pt x="257175" y="4763"/>
                </a:lnTo>
                <a:close/>
              </a:path>
            </a:pathLst>
          </a:custGeom>
          <a:solidFill xmlns:a="http://schemas.openxmlformats.org/drawingml/2006/main">
            <a:srgbClr val="D2D2D2"/>
          </a:solidFill>
          <a:ln xmlns:a="http://schemas.openxmlformats.org/drawingml/2006/main" w="0">
            <a:noFill/>
            <a:prstDash val="solid"/>
          </a:ln>
        </p:spPr>
      </p:sp>
      <p:sp>
        <p:nvSpPr>
          <p:cNvPr id="261" name="deep-skill-chaining-source-component-4-gradient-212-0">
            <a:extLst xmlns:a="http://schemas.openxmlformats.org/drawingml/2006/main">
              <a:ext uri="{FF2B5EF4-FFF2-40B4-BE49-F238E27FC236}">
                <a16:creationId xmlns:a16="http://schemas.microsoft.com/office/drawing/2014/main" id="{EA10C82F-A40D-4D57-81BA-0B2A94DEEAD6}"/>
              </a:ext>
            </a:extLst>
          </p:cNvPr>
          <p:cNvSpPr>
            <a:spLocks xmlns:a="http://schemas.openxmlformats.org/drawingml/2006/main" noGrp="1"/>
          </p:cNvSpPr>
          <p:nvPr/>
        </p:nvSpPr>
        <p:spPr>
          <a:xfrm xmlns:a="http://schemas.openxmlformats.org/drawingml/2006/main" rot="0">
            <a:off x="9191625" y="1828800"/>
            <a:ext cx="628650" cy="685800"/>
          </a:xfrm>
          <a:custGeom xmlns:a="http://schemas.openxmlformats.org/drawingml/2006/main">
            <a:pathLst>
              <a:path w="628650" h="685800">
                <a:moveTo>
                  <a:pt x="238125" y="4763"/>
                </a:move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1950" y="4763"/>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47675" y="23813"/>
                </a:lnTo>
                <a:lnTo>
                  <a:pt x="452438" y="28575"/>
                </a:lnTo>
                <a:lnTo>
                  <a:pt x="457200" y="33338"/>
                </a:lnTo>
                <a:lnTo>
                  <a:pt x="461963" y="38100"/>
                </a:lnTo>
                <a:lnTo>
                  <a:pt x="471488" y="38100"/>
                </a:lnTo>
                <a:lnTo>
                  <a:pt x="481013" y="38100"/>
                </a:lnTo>
                <a:lnTo>
                  <a:pt x="485775" y="42863"/>
                </a:lnTo>
                <a:lnTo>
                  <a:pt x="490538" y="47625"/>
                </a:lnTo>
                <a:lnTo>
                  <a:pt x="495300" y="52388"/>
                </a:lnTo>
                <a:lnTo>
                  <a:pt x="500063" y="57150"/>
                </a:lnTo>
                <a:lnTo>
                  <a:pt x="509588" y="57150"/>
                </a:lnTo>
                <a:lnTo>
                  <a:pt x="514350" y="61913"/>
                </a:lnTo>
                <a:lnTo>
                  <a:pt x="519113" y="66675"/>
                </a:lnTo>
                <a:lnTo>
                  <a:pt x="523875" y="71438"/>
                </a:lnTo>
                <a:lnTo>
                  <a:pt x="528638" y="76200"/>
                </a:lnTo>
                <a:lnTo>
                  <a:pt x="533400" y="80963"/>
                </a:lnTo>
                <a:lnTo>
                  <a:pt x="538163" y="85725"/>
                </a:lnTo>
                <a:lnTo>
                  <a:pt x="542925" y="90488"/>
                </a:lnTo>
                <a:lnTo>
                  <a:pt x="547688" y="95250"/>
                </a:lnTo>
                <a:lnTo>
                  <a:pt x="552450" y="100013"/>
                </a:lnTo>
                <a:lnTo>
                  <a:pt x="557213" y="104775"/>
                </a:lnTo>
                <a:lnTo>
                  <a:pt x="561975" y="109538"/>
                </a:lnTo>
                <a:lnTo>
                  <a:pt x="566738" y="114300"/>
                </a:lnTo>
                <a:lnTo>
                  <a:pt x="571500" y="119063"/>
                </a:lnTo>
                <a:lnTo>
                  <a:pt x="576263" y="123825"/>
                </a:lnTo>
                <a:lnTo>
                  <a:pt x="581025" y="128588"/>
                </a:lnTo>
                <a:lnTo>
                  <a:pt x="581025" y="138113"/>
                </a:lnTo>
                <a:lnTo>
                  <a:pt x="585788" y="142875"/>
                </a:lnTo>
                <a:lnTo>
                  <a:pt x="595313" y="142875"/>
                </a:lnTo>
                <a:lnTo>
                  <a:pt x="600075" y="147638"/>
                </a:lnTo>
                <a:lnTo>
                  <a:pt x="604838" y="152400"/>
                </a:lnTo>
                <a:lnTo>
                  <a:pt x="609600" y="157163"/>
                </a:lnTo>
                <a:lnTo>
                  <a:pt x="614363" y="161925"/>
                </a:lnTo>
                <a:lnTo>
                  <a:pt x="619125" y="166688"/>
                </a:lnTo>
                <a:lnTo>
                  <a:pt x="619125" y="176213"/>
                </a:lnTo>
                <a:lnTo>
                  <a:pt x="623888" y="180975"/>
                </a:lnTo>
                <a:lnTo>
                  <a:pt x="628650" y="185738"/>
                </a:lnTo>
                <a:lnTo>
                  <a:pt x="628650" y="195263"/>
                </a:lnTo>
                <a:lnTo>
                  <a:pt x="628650" y="204788"/>
                </a:lnTo>
                <a:lnTo>
                  <a:pt x="628650" y="214313"/>
                </a:lnTo>
                <a:lnTo>
                  <a:pt x="628650" y="223838"/>
                </a:lnTo>
                <a:lnTo>
                  <a:pt x="628650" y="233363"/>
                </a:lnTo>
                <a:lnTo>
                  <a:pt x="623888" y="238125"/>
                </a:lnTo>
                <a:lnTo>
                  <a:pt x="619125" y="242888"/>
                </a:lnTo>
                <a:lnTo>
                  <a:pt x="619125" y="252413"/>
                </a:lnTo>
                <a:lnTo>
                  <a:pt x="619125" y="261938"/>
                </a:lnTo>
                <a:lnTo>
                  <a:pt x="619125" y="271463"/>
                </a:lnTo>
                <a:lnTo>
                  <a:pt x="614363" y="276225"/>
                </a:lnTo>
                <a:lnTo>
                  <a:pt x="609600" y="280988"/>
                </a:lnTo>
                <a:lnTo>
                  <a:pt x="609600" y="290513"/>
                </a:lnTo>
                <a:lnTo>
                  <a:pt x="609600" y="300038"/>
                </a:lnTo>
                <a:lnTo>
                  <a:pt x="604838" y="304800"/>
                </a:lnTo>
                <a:lnTo>
                  <a:pt x="600075" y="309563"/>
                </a:lnTo>
                <a:lnTo>
                  <a:pt x="600075" y="319088"/>
                </a:lnTo>
                <a:lnTo>
                  <a:pt x="600075" y="328613"/>
                </a:lnTo>
                <a:lnTo>
                  <a:pt x="595313" y="333375"/>
                </a:lnTo>
                <a:lnTo>
                  <a:pt x="590550" y="338138"/>
                </a:lnTo>
                <a:lnTo>
                  <a:pt x="590550" y="347663"/>
                </a:lnTo>
                <a:lnTo>
                  <a:pt x="590550" y="357188"/>
                </a:lnTo>
                <a:lnTo>
                  <a:pt x="585788" y="361950"/>
                </a:lnTo>
                <a:lnTo>
                  <a:pt x="581025" y="366713"/>
                </a:lnTo>
                <a:lnTo>
                  <a:pt x="581025" y="376238"/>
                </a:lnTo>
                <a:lnTo>
                  <a:pt x="576263" y="381000"/>
                </a:lnTo>
                <a:lnTo>
                  <a:pt x="571500" y="385763"/>
                </a:lnTo>
                <a:lnTo>
                  <a:pt x="571500" y="395288"/>
                </a:lnTo>
                <a:lnTo>
                  <a:pt x="566738" y="400050"/>
                </a:lnTo>
                <a:lnTo>
                  <a:pt x="561975" y="404813"/>
                </a:lnTo>
                <a:lnTo>
                  <a:pt x="561975" y="414338"/>
                </a:lnTo>
                <a:lnTo>
                  <a:pt x="561975" y="423863"/>
                </a:lnTo>
                <a:lnTo>
                  <a:pt x="557213" y="428625"/>
                </a:lnTo>
                <a:lnTo>
                  <a:pt x="552450" y="433388"/>
                </a:lnTo>
                <a:lnTo>
                  <a:pt x="552450" y="442913"/>
                </a:lnTo>
                <a:lnTo>
                  <a:pt x="547688" y="447675"/>
                </a:lnTo>
                <a:lnTo>
                  <a:pt x="542925" y="452438"/>
                </a:lnTo>
                <a:lnTo>
                  <a:pt x="542925" y="461963"/>
                </a:lnTo>
                <a:lnTo>
                  <a:pt x="538163" y="466725"/>
                </a:lnTo>
                <a:lnTo>
                  <a:pt x="533400" y="471488"/>
                </a:lnTo>
                <a:lnTo>
                  <a:pt x="533400" y="481013"/>
                </a:lnTo>
                <a:lnTo>
                  <a:pt x="528638" y="485775"/>
                </a:lnTo>
                <a:lnTo>
                  <a:pt x="523875" y="490538"/>
                </a:lnTo>
                <a:lnTo>
                  <a:pt x="519113" y="495300"/>
                </a:lnTo>
                <a:lnTo>
                  <a:pt x="514350" y="500063"/>
                </a:lnTo>
                <a:lnTo>
                  <a:pt x="514350" y="509588"/>
                </a:lnTo>
                <a:lnTo>
                  <a:pt x="509588" y="514350"/>
                </a:lnTo>
                <a:lnTo>
                  <a:pt x="504825" y="519113"/>
                </a:lnTo>
                <a:lnTo>
                  <a:pt x="504825" y="528638"/>
                </a:lnTo>
                <a:lnTo>
                  <a:pt x="500063" y="533400"/>
                </a:lnTo>
                <a:lnTo>
                  <a:pt x="495300" y="538163"/>
                </a:lnTo>
                <a:lnTo>
                  <a:pt x="495300" y="547688"/>
                </a:lnTo>
                <a:lnTo>
                  <a:pt x="490538" y="552450"/>
                </a:lnTo>
                <a:lnTo>
                  <a:pt x="485775" y="557213"/>
                </a:lnTo>
                <a:lnTo>
                  <a:pt x="481013" y="561975"/>
                </a:lnTo>
                <a:lnTo>
                  <a:pt x="476250" y="566738"/>
                </a:lnTo>
                <a:lnTo>
                  <a:pt x="476250" y="576263"/>
                </a:lnTo>
                <a:lnTo>
                  <a:pt x="471488" y="581025"/>
                </a:lnTo>
                <a:lnTo>
                  <a:pt x="466725" y="585788"/>
                </a:lnTo>
                <a:lnTo>
                  <a:pt x="461963" y="590550"/>
                </a:lnTo>
                <a:lnTo>
                  <a:pt x="457200" y="595313"/>
                </a:lnTo>
                <a:lnTo>
                  <a:pt x="457200" y="604838"/>
                </a:lnTo>
                <a:lnTo>
                  <a:pt x="452438" y="609600"/>
                </a:lnTo>
                <a:lnTo>
                  <a:pt x="447675" y="614363"/>
                </a:lnTo>
                <a:lnTo>
                  <a:pt x="442913" y="619125"/>
                </a:lnTo>
                <a:lnTo>
                  <a:pt x="438150" y="623888"/>
                </a:lnTo>
                <a:lnTo>
                  <a:pt x="433388" y="628650"/>
                </a:lnTo>
                <a:lnTo>
                  <a:pt x="428625" y="633413"/>
                </a:lnTo>
                <a:lnTo>
                  <a:pt x="428625" y="642938"/>
                </a:lnTo>
                <a:lnTo>
                  <a:pt x="423863" y="647700"/>
                </a:lnTo>
                <a:lnTo>
                  <a:pt x="419100" y="652463"/>
                </a:lnTo>
                <a:lnTo>
                  <a:pt x="414338" y="657225"/>
                </a:lnTo>
                <a:lnTo>
                  <a:pt x="409575" y="661988"/>
                </a:lnTo>
                <a:lnTo>
                  <a:pt x="404813" y="666750"/>
                </a:lnTo>
                <a:lnTo>
                  <a:pt x="395288" y="666750"/>
                </a:lnTo>
                <a:lnTo>
                  <a:pt x="390525" y="671513"/>
                </a:lnTo>
                <a:lnTo>
                  <a:pt x="385763" y="676275"/>
                </a:lnTo>
                <a:lnTo>
                  <a:pt x="376238" y="676275"/>
                </a:lnTo>
                <a:lnTo>
                  <a:pt x="366713" y="676275"/>
                </a:lnTo>
                <a:lnTo>
                  <a:pt x="357188" y="676275"/>
                </a:lnTo>
                <a:lnTo>
                  <a:pt x="347663" y="676275"/>
                </a:lnTo>
                <a:lnTo>
                  <a:pt x="338138" y="676275"/>
                </a:lnTo>
                <a:lnTo>
                  <a:pt x="328613" y="676275"/>
                </a:lnTo>
                <a:lnTo>
                  <a:pt x="319088" y="676275"/>
                </a:lnTo>
                <a:lnTo>
                  <a:pt x="314325" y="681038"/>
                </a:lnTo>
                <a:lnTo>
                  <a:pt x="309563" y="685800"/>
                </a:lnTo>
                <a:lnTo>
                  <a:pt x="304800" y="681038"/>
                </a:lnTo>
                <a:lnTo>
                  <a:pt x="300038" y="676275"/>
                </a:lnTo>
                <a:lnTo>
                  <a:pt x="290513" y="676275"/>
                </a:lnTo>
                <a:lnTo>
                  <a:pt x="280988" y="676275"/>
                </a:lnTo>
                <a:lnTo>
                  <a:pt x="271463" y="676275"/>
                </a:lnTo>
                <a:lnTo>
                  <a:pt x="261938" y="676275"/>
                </a:lnTo>
                <a:lnTo>
                  <a:pt x="252413" y="676275"/>
                </a:lnTo>
                <a:lnTo>
                  <a:pt x="242888" y="676275"/>
                </a:lnTo>
                <a:lnTo>
                  <a:pt x="233363" y="676275"/>
                </a:lnTo>
                <a:lnTo>
                  <a:pt x="223838" y="676275"/>
                </a:lnTo>
                <a:lnTo>
                  <a:pt x="219075" y="671513"/>
                </a:lnTo>
                <a:lnTo>
                  <a:pt x="214313" y="666750"/>
                </a:lnTo>
                <a:lnTo>
                  <a:pt x="204788" y="666750"/>
                </a:lnTo>
                <a:lnTo>
                  <a:pt x="195263" y="666750"/>
                </a:lnTo>
                <a:lnTo>
                  <a:pt x="190500" y="661988"/>
                </a:lnTo>
                <a:lnTo>
                  <a:pt x="185738" y="657225"/>
                </a:lnTo>
                <a:lnTo>
                  <a:pt x="180975" y="652463"/>
                </a:lnTo>
                <a:lnTo>
                  <a:pt x="176213" y="647700"/>
                </a:lnTo>
                <a:lnTo>
                  <a:pt x="166688" y="647700"/>
                </a:lnTo>
                <a:lnTo>
                  <a:pt x="161925" y="642938"/>
                </a:lnTo>
                <a:lnTo>
                  <a:pt x="157163" y="638175"/>
                </a:lnTo>
                <a:lnTo>
                  <a:pt x="147638" y="638175"/>
                </a:lnTo>
                <a:lnTo>
                  <a:pt x="138113" y="638175"/>
                </a:lnTo>
                <a:lnTo>
                  <a:pt x="133350" y="633413"/>
                </a:lnTo>
                <a:lnTo>
                  <a:pt x="128588" y="628650"/>
                </a:lnTo>
                <a:lnTo>
                  <a:pt x="123825" y="623888"/>
                </a:lnTo>
                <a:lnTo>
                  <a:pt x="119063" y="619125"/>
                </a:lnTo>
                <a:lnTo>
                  <a:pt x="109538" y="619125"/>
                </a:lnTo>
                <a:lnTo>
                  <a:pt x="104775" y="614363"/>
                </a:lnTo>
                <a:lnTo>
                  <a:pt x="104775" y="604838"/>
                </a:lnTo>
                <a:lnTo>
                  <a:pt x="100013" y="600075"/>
                </a:lnTo>
                <a:lnTo>
                  <a:pt x="95250" y="595313"/>
                </a:lnTo>
                <a:lnTo>
                  <a:pt x="90488" y="590550"/>
                </a:lnTo>
                <a:lnTo>
                  <a:pt x="80963" y="590550"/>
                </a:lnTo>
                <a:lnTo>
                  <a:pt x="76200" y="585788"/>
                </a:lnTo>
                <a:lnTo>
                  <a:pt x="76200" y="576263"/>
                </a:lnTo>
                <a:lnTo>
                  <a:pt x="71438" y="571500"/>
                </a:lnTo>
                <a:lnTo>
                  <a:pt x="66675" y="566738"/>
                </a:lnTo>
                <a:lnTo>
                  <a:pt x="61913" y="561975"/>
                </a:lnTo>
                <a:lnTo>
                  <a:pt x="52388" y="561975"/>
                </a:lnTo>
                <a:lnTo>
                  <a:pt x="47625" y="557213"/>
                </a:lnTo>
                <a:lnTo>
                  <a:pt x="42863" y="552450"/>
                </a:lnTo>
                <a:lnTo>
                  <a:pt x="38100" y="547688"/>
                </a:lnTo>
                <a:lnTo>
                  <a:pt x="33338" y="542925"/>
                </a:lnTo>
                <a:lnTo>
                  <a:pt x="28575" y="538163"/>
                </a:lnTo>
                <a:lnTo>
                  <a:pt x="23813" y="533400"/>
                </a:lnTo>
                <a:lnTo>
                  <a:pt x="19050" y="528638"/>
                </a:lnTo>
                <a:lnTo>
                  <a:pt x="19050" y="519113"/>
                </a:lnTo>
                <a:lnTo>
                  <a:pt x="14288" y="514350"/>
                </a:lnTo>
                <a:lnTo>
                  <a:pt x="9525" y="509588"/>
                </a:lnTo>
                <a:lnTo>
                  <a:pt x="9525" y="500063"/>
                </a:lnTo>
                <a:lnTo>
                  <a:pt x="9525" y="490538"/>
                </a:lnTo>
                <a:lnTo>
                  <a:pt x="9525" y="481013"/>
                </a:lnTo>
                <a:lnTo>
                  <a:pt x="4763" y="476250"/>
                </a:lnTo>
                <a:lnTo>
                  <a:pt x="0" y="471488"/>
                </a:lnTo>
                <a:lnTo>
                  <a:pt x="0" y="461963"/>
                </a:lnTo>
                <a:lnTo>
                  <a:pt x="0" y="452438"/>
                </a:lnTo>
                <a:lnTo>
                  <a:pt x="0" y="442913"/>
                </a:lnTo>
                <a:lnTo>
                  <a:pt x="0" y="433388"/>
                </a:lnTo>
                <a:lnTo>
                  <a:pt x="0" y="423863"/>
                </a:lnTo>
                <a:lnTo>
                  <a:pt x="0" y="414338"/>
                </a:lnTo>
                <a:lnTo>
                  <a:pt x="4763" y="409575"/>
                </a:lnTo>
                <a:lnTo>
                  <a:pt x="9525" y="404813"/>
                </a:lnTo>
                <a:lnTo>
                  <a:pt x="9525" y="395288"/>
                </a:lnTo>
                <a:lnTo>
                  <a:pt x="9525" y="385763"/>
                </a:lnTo>
                <a:lnTo>
                  <a:pt x="9525" y="376238"/>
                </a:lnTo>
                <a:lnTo>
                  <a:pt x="14288" y="371475"/>
                </a:lnTo>
                <a:lnTo>
                  <a:pt x="19050" y="366713"/>
                </a:lnTo>
                <a:lnTo>
                  <a:pt x="19050" y="357188"/>
                </a:lnTo>
                <a:lnTo>
                  <a:pt x="19050" y="347663"/>
                </a:lnTo>
                <a:lnTo>
                  <a:pt x="23813" y="342900"/>
                </a:lnTo>
                <a:lnTo>
                  <a:pt x="28575" y="338138"/>
                </a:lnTo>
                <a:lnTo>
                  <a:pt x="28575" y="328613"/>
                </a:lnTo>
                <a:lnTo>
                  <a:pt x="28575" y="319088"/>
                </a:lnTo>
                <a:lnTo>
                  <a:pt x="33338" y="314325"/>
                </a:lnTo>
                <a:lnTo>
                  <a:pt x="38100" y="309563"/>
                </a:lnTo>
                <a:lnTo>
                  <a:pt x="38100" y="300038"/>
                </a:lnTo>
                <a:lnTo>
                  <a:pt x="42863" y="295275"/>
                </a:lnTo>
                <a:lnTo>
                  <a:pt x="47625" y="290513"/>
                </a:lnTo>
                <a:lnTo>
                  <a:pt x="47625" y="280988"/>
                </a:lnTo>
                <a:lnTo>
                  <a:pt x="47625" y="271463"/>
                </a:lnTo>
                <a:lnTo>
                  <a:pt x="52388" y="266700"/>
                </a:lnTo>
                <a:lnTo>
                  <a:pt x="57150" y="261938"/>
                </a:lnTo>
                <a:lnTo>
                  <a:pt x="57150" y="252413"/>
                </a:lnTo>
                <a:lnTo>
                  <a:pt x="61913" y="247650"/>
                </a:lnTo>
                <a:lnTo>
                  <a:pt x="66675" y="242888"/>
                </a:lnTo>
                <a:lnTo>
                  <a:pt x="66675" y="233363"/>
                </a:lnTo>
                <a:lnTo>
                  <a:pt x="71438" y="228600"/>
                </a:lnTo>
                <a:lnTo>
                  <a:pt x="76200" y="223838"/>
                </a:lnTo>
                <a:lnTo>
                  <a:pt x="76200" y="214313"/>
                </a:lnTo>
                <a:lnTo>
                  <a:pt x="80963" y="209550"/>
                </a:lnTo>
                <a:lnTo>
                  <a:pt x="85725" y="204788"/>
                </a:lnTo>
                <a:lnTo>
                  <a:pt x="85725" y="195263"/>
                </a:lnTo>
                <a:lnTo>
                  <a:pt x="90488" y="190500"/>
                </a:lnTo>
                <a:lnTo>
                  <a:pt x="95250" y="185738"/>
                </a:lnTo>
                <a:lnTo>
                  <a:pt x="95250" y="176213"/>
                </a:lnTo>
                <a:lnTo>
                  <a:pt x="100013" y="171450"/>
                </a:lnTo>
                <a:lnTo>
                  <a:pt x="104775" y="166688"/>
                </a:lnTo>
                <a:lnTo>
                  <a:pt x="104775" y="157163"/>
                </a:lnTo>
                <a:lnTo>
                  <a:pt x="109538" y="152400"/>
                </a:lnTo>
                <a:lnTo>
                  <a:pt x="114300" y="147638"/>
                </a:lnTo>
                <a:lnTo>
                  <a:pt x="114300" y="138113"/>
                </a:lnTo>
                <a:lnTo>
                  <a:pt x="119063" y="133350"/>
                </a:lnTo>
                <a:lnTo>
                  <a:pt x="123825" y="128588"/>
                </a:lnTo>
                <a:lnTo>
                  <a:pt x="123825" y="119063"/>
                </a:lnTo>
                <a:lnTo>
                  <a:pt x="128588" y="114300"/>
                </a:lnTo>
                <a:lnTo>
                  <a:pt x="133350" y="109538"/>
                </a:lnTo>
                <a:lnTo>
                  <a:pt x="138113" y="104775"/>
                </a:lnTo>
                <a:lnTo>
                  <a:pt x="142875" y="100013"/>
                </a:lnTo>
                <a:lnTo>
                  <a:pt x="142875" y="90488"/>
                </a:lnTo>
                <a:lnTo>
                  <a:pt x="147638" y="85725"/>
                </a:lnTo>
                <a:lnTo>
                  <a:pt x="152400" y="80963"/>
                </a:lnTo>
                <a:lnTo>
                  <a:pt x="157163" y="76200"/>
                </a:lnTo>
                <a:lnTo>
                  <a:pt x="161925" y="71438"/>
                </a:lnTo>
                <a:lnTo>
                  <a:pt x="161925" y="61913"/>
                </a:lnTo>
                <a:lnTo>
                  <a:pt x="166688" y="57150"/>
                </a:lnTo>
                <a:lnTo>
                  <a:pt x="171450" y="52388"/>
                </a:lnTo>
                <a:lnTo>
                  <a:pt x="176213" y="47625"/>
                </a:lnTo>
                <a:lnTo>
                  <a:pt x="180975" y="42863"/>
                </a:lnTo>
                <a:lnTo>
                  <a:pt x="180975" y="33338"/>
                </a:lnTo>
                <a:lnTo>
                  <a:pt x="185738" y="28575"/>
                </a:lnTo>
                <a:lnTo>
                  <a:pt x="195263" y="28575"/>
                </a:lnTo>
                <a:lnTo>
                  <a:pt x="200025" y="23813"/>
                </a:lnTo>
                <a:lnTo>
                  <a:pt x="200025" y="14288"/>
                </a:lnTo>
                <a:lnTo>
                  <a:pt x="204788" y="9525"/>
                </a:lnTo>
                <a:lnTo>
                  <a:pt x="214313" y="9525"/>
                </a:lnTo>
                <a:lnTo>
                  <a:pt x="223838" y="9525"/>
                </a:lnTo>
                <a:lnTo>
                  <a:pt x="233363" y="9525"/>
                </a:lnTo>
                <a:lnTo>
                  <a:pt x="238125" y="4763"/>
                </a:lnTo>
                <a:close/>
              </a:path>
            </a:pathLst>
          </a:custGeom>
          <a:solidFill xmlns:a="http://schemas.openxmlformats.org/drawingml/2006/main">
            <a:srgbClr val="D4D4D4"/>
          </a:solidFill>
          <a:ln xmlns:a="http://schemas.openxmlformats.org/drawingml/2006/main" w="0">
            <a:noFill/>
            <a:prstDash val="solid"/>
          </a:ln>
        </p:spPr>
      </p:sp>
      <p:sp>
        <p:nvSpPr>
          <p:cNvPr id="262" name="deep-skill-chaining-source-component-4-gradient-214-0">
            <a:extLst xmlns:a="http://schemas.openxmlformats.org/drawingml/2006/main">
              <a:ext uri="{FF2B5EF4-FFF2-40B4-BE49-F238E27FC236}">
                <a16:creationId xmlns:a16="http://schemas.microsoft.com/office/drawing/2014/main" id="{2BAFF1DB-705B-4342-9BF5-8BB41776A016}"/>
              </a:ext>
            </a:extLst>
          </p:cNvPr>
          <p:cNvSpPr>
            <a:spLocks xmlns:a="http://schemas.openxmlformats.org/drawingml/2006/main" noGrp="1"/>
          </p:cNvSpPr>
          <p:nvPr/>
        </p:nvSpPr>
        <p:spPr>
          <a:xfrm xmlns:a="http://schemas.openxmlformats.org/drawingml/2006/main" rot="0">
            <a:off x="9191625" y="1838325"/>
            <a:ext cx="619125" cy="657225"/>
          </a:xfrm>
          <a:custGeom xmlns:a="http://schemas.openxmlformats.org/drawingml/2006/main">
            <a:pathLst>
              <a:path w="619125" h="657225">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0525" y="14288"/>
                </a:lnTo>
                <a:lnTo>
                  <a:pt x="395288" y="19050"/>
                </a:lnTo>
                <a:lnTo>
                  <a:pt x="404813" y="19050"/>
                </a:lnTo>
                <a:lnTo>
                  <a:pt x="414338" y="19050"/>
                </a:lnTo>
                <a:lnTo>
                  <a:pt x="423863" y="19050"/>
                </a:lnTo>
                <a:lnTo>
                  <a:pt x="428625" y="23813"/>
                </a:lnTo>
                <a:lnTo>
                  <a:pt x="433388" y="28575"/>
                </a:lnTo>
                <a:lnTo>
                  <a:pt x="438150" y="33338"/>
                </a:lnTo>
                <a:lnTo>
                  <a:pt x="442913" y="38100"/>
                </a:lnTo>
                <a:lnTo>
                  <a:pt x="452438" y="38100"/>
                </a:lnTo>
                <a:lnTo>
                  <a:pt x="461963" y="38100"/>
                </a:lnTo>
                <a:lnTo>
                  <a:pt x="466725" y="42863"/>
                </a:lnTo>
                <a:lnTo>
                  <a:pt x="471488" y="47625"/>
                </a:lnTo>
                <a:lnTo>
                  <a:pt x="481013" y="47625"/>
                </a:lnTo>
                <a:lnTo>
                  <a:pt x="485775" y="52388"/>
                </a:lnTo>
                <a:lnTo>
                  <a:pt x="490538" y="57150"/>
                </a:lnTo>
                <a:lnTo>
                  <a:pt x="500063" y="57150"/>
                </a:lnTo>
                <a:lnTo>
                  <a:pt x="504825" y="61913"/>
                </a:lnTo>
                <a:lnTo>
                  <a:pt x="504825" y="71438"/>
                </a:lnTo>
                <a:lnTo>
                  <a:pt x="509588" y="76200"/>
                </a:lnTo>
                <a:lnTo>
                  <a:pt x="514350" y="80963"/>
                </a:lnTo>
                <a:lnTo>
                  <a:pt x="519113" y="85725"/>
                </a:lnTo>
                <a:lnTo>
                  <a:pt x="523875" y="90488"/>
                </a:lnTo>
                <a:lnTo>
                  <a:pt x="528638" y="95250"/>
                </a:lnTo>
                <a:lnTo>
                  <a:pt x="538163" y="95250"/>
                </a:lnTo>
                <a:lnTo>
                  <a:pt x="542925" y="100013"/>
                </a:lnTo>
                <a:lnTo>
                  <a:pt x="547688" y="104775"/>
                </a:lnTo>
                <a:lnTo>
                  <a:pt x="552450" y="109538"/>
                </a:lnTo>
                <a:lnTo>
                  <a:pt x="557213" y="114300"/>
                </a:lnTo>
                <a:lnTo>
                  <a:pt x="561975" y="119063"/>
                </a:lnTo>
                <a:lnTo>
                  <a:pt x="566738" y="123825"/>
                </a:lnTo>
                <a:lnTo>
                  <a:pt x="571500" y="128588"/>
                </a:lnTo>
                <a:lnTo>
                  <a:pt x="576263" y="133350"/>
                </a:lnTo>
                <a:lnTo>
                  <a:pt x="581025" y="138113"/>
                </a:lnTo>
                <a:lnTo>
                  <a:pt x="585788" y="142875"/>
                </a:lnTo>
                <a:lnTo>
                  <a:pt x="590550" y="147638"/>
                </a:lnTo>
                <a:lnTo>
                  <a:pt x="590550" y="157163"/>
                </a:lnTo>
                <a:lnTo>
                  <a:pt x="595313" y="161925"/>
                </a:lnTo>
                <a:lnTo>
                  <a:pt x="600075" y="166688"/>
                </a:lnTo>
                <a:lnTo>
                  <a:pt x="604838" y="171450"/>
                </a:lnTo>
                <a:lnTo>
                  <a:pt x="609600" y="176213"/>
                </a:lnTo>
                <a:lnTo>
                  <a:pt x="609600" y="185738"/>
                </a:lnTo>
                <a:lnTo>
                  <a:pt x="609600" y="195263"/>
                </a:lnTo>
                <a:lnTo>
                  <a:pt x="614363" y="200025"/>
                </a:lnTo>
                <a:lnTo>
                  <a:pt x="619125" y="204788"/>
                </a:lnTo>
                <a:lnTo>
                  <a:pt x="619125" y="214313"/>
                </a:lnTo>
                <a:lnTo>
                  <a:pt x="619125" y="223838"/>
                </a:lnTo>
                <a:lnTo>
                  <a:pt x="619125" y="233363"/>
                </a:lnTo>
                <a:lnTo>
                  <a:pt x="619125" y="242888"/>
                </a:lnTo>
                <a:lnTo>
                  <a:pt x="619125" y="252413"/>
                </a:lnTo>
                <a:lnTo>
                  <a:pt x="619125" y="261938"/>
                </a:lnTo>
                <a:lnTo>
                  <a:pt x="614363" y="266700"/>
                </a:lnTo>
                <a:lnTo>
                  <a:pt x="609600" y="271463"/>
                </a:lnTo>
                <a:lnTo>
                  <a:pt x="609600" y="280988"/>
                </a:lnTo>
                <a:lnTo>
                  <a:pt x="609600" y="290513"/>
                </a:lnTo>
                <a:lnTo>
                  <a:pt x="604838" y="295275"/>
                </a:lnTo>
                <a:lnTo>
                  <a:pt x="600075" y="300038"/>
                </a:lnTo>
                <a:lnTo>
                  <a:pt x="600075" y="309563"/>
                </a:lnTo>
                <a:lnTo>
                  <a:pt x="600075" y="319088"/>
                </a:lnTo>
                <a:lnTo>
                  <a:pt x="595313" y="323850"/>
                </a:lnTo>
                <a:lnTo>
                  <a:pt x="590550" y="328613"/>
                </a:lnTo>
                <a:lnTo>
                  <a:pt x="590550" y="338138"/>
                </a:lnTo>
                <a:lnTo>
                  <a:pt x="590550" y="347663"/>
                </a:lnTo>
                <a:lnTo>
                  <a:pt x="585788" y="352425"/>
                </a:lnTo>
                <a:lnTo>
                  <a:pt x="581025" y="357188"/>
                </a:lnTo>
                <a:lnTo>
                  <a:pt x="581025" y="366713"/>
                </a:lnTo>
                <a:lnTo>
                  <a:pt x="576263" y="371475"/>
                </a:lnTo>
                <a:lnTo>
                  <a:pt x="571500" y="376238"/>
                </a:lnTo>
                <a:lnTo>
                  <a:pt x="571500" y="385763"/>
                </a:lnTo>
                <a:lnTo>
                  <a:pt x="566738" y="390525"/>
                </a:lnTo>
                <a:lnTo>
                  <a:pt x="561975" y="395288"/>
                </a:lnTo>
                <a:lnTo>
                  <a:pt x="561975" y="404813"/>
                </a:lnTo>
                <a:lnTo>
                  <a:pt x="561975" y="414338"/>
                </a:lnTo>
                <a:lnTo>
                  <a:pt x="557213" y="419100"/>
                </a:lnTo>
                <a:lnTo>
                  <a:pt x="552450" y="423863"/>
                </a:lnTo>
                <a:lnTo>
                  <a:pt x="552450" y="433388"/>
                </a:lnTo>
                <a:lnTo>
                  <a:pt x="547688" y="438150"/>
                </a:lnTo>
                <a:lnTo>
                  <a:pt x="542925" y="442913"/>
                </a:lnTo>
                <a:lnTo>
                  <a:pt x="542925" y="452438"/>
                </a:lnTo>
                <a:lnTo>
                  <a:pt x="538163" y="457200"/>
                </a:lnTo>
                <a:lnTo>
                  <a:pt x="533400" y="461963"/>
                </a:lnTo>
                <a:lnTo>
                  <a:pt x="533400" y="471488"/>
                </a:lnTo>
                <a:lnTo>
                  <a:pt x="528638" y="476250"/>
                </a:lnTo>
                <a:lnTo>
                  <a:pt x="523875" y="481013"/>
                </a:lnTo>
                <a:lnTo>
                  <a:pt x="519113" y="485775"/>
                </a:lnTo>
                <a:lnTo>
                  <a:pt x="514350" y="490538"/>
                </a:lnTo>
                <a:lnTo>
                  <a:pt x="514350" y="500063"/>
                </a:lnTo>
                <a:lnTo>
                  <a:pt x="509588" y="504825"/>
                </a:lnTo>
                <a:lnTo>
                  <a:pt x="504825" y="509588"/>
                </a:lnTo>
                <a:lnTo>
                  <a:pt x="504825" y="519113"/>
                </a:lnTo>
                <a:lnTo>
                  <a:pt x="500063" y="523875"/>
                </a:lnTo>
                <a:lnTo>
                  <a:pt x="495300" y="528638"/>
                </a:lnTo>
                <a:lnTo>
                  <a:pt x="495300" y="538163"/>
                </a:lnTo>
                <a:lnTo>
                  <a:pt x="490538" y="542925"/>
                </a:lnTo>
                <a:lnTo>
                  <a:pt x="485775" y="547688"/>
                </a:lnTo>
                <a:lnTo>
                  <a:pt x="481013" y="552450"/>
                </a:lnTo>
                <a:lnTo>
                  <a:pt x="476250" y="557213"/>
                </a:lnTo>
                <a:lnTo>
                  <a:pt x="476250" y="566738"/>
                </a:lnTo>
                <a:lnTo>
                  <a:pt x="471488" y="571500"/>
                </a:lnTo>
                <a:lnTo>
                  <a:pt x="466725" y="576263"/>
                </a:lnTo>
                <a:lnTo>
                  <a:pt x="461963" y="581025"/>
                </a:lnTo>
                <a:lnTo>
                  <a:pt x="457200" y="585788"/>
                </a:lnTo>
                <a:lnTo>
                  <a:pt x="457200" y="595313"/>
                </a:lnTo>
                <a:lnTo>
                  <a:pt x="452438" y="600075"/>
                </a:lnTo>
                <a:lnTo>
                  <a:pt x="447675" y="604838"/>
                </a:lnTo>
                <a:lnTo>
                  <a:pt x="442913" y="609600"/>
                </a:lnTo>
                <a:lnTo>
                  <a:pt x="438150" y="614363"/>
                </a:lnTo>
                <a:lnTo>
                  <a:pt x="433388" y="619125"/>
                </a:lnTo>
                <a:lnTo>
                  <a:pt x="428625" y="623888"/>
                </a:lnTo>
                <a:lnTo>
                  <a:pt x="428625" y="633413"/>
                </a:lnTo>
                <a:lnTo>
                  <a:pt x="423863" y="638175"/>
                </a:lnTo>
                <a:lnTo>
                  <a:pt x="414338" y="638175"/>
                </a:lnTo>
                <a:lnTo>
                  <a:pt x="409575" y="642938"/>
                </a:lnTo>
                <a:lnTo>
                  <a:pt x="404813" y="647700"/>
                </a:lnTo>
                <a:lnTo>
                  <a:pt x="395288" y="647700"/>
                </a:lnTo>
                <a:lnTo>
                  <a:pt x="385763" y="647700"/>
                </a:lnTo>
                <a:lnTo>
                  <a:pt x="381000" y="652463"/>
                </a:lnTo>
                <a:lnTo>
                  <a:pt x="376238" y="657225"/>
                </a:lnTo>
                <a:lnTo>
                  <a:pt x="366713" y="657225"/>
                </a:lnTo>
                <a:lnTo>
                  <a:pt x="357188" y="657225"/>
                </a:lnTo>
                <a:lnTo>
                  <a:pt x="347663" y="657225"/>
                </a:lnTo>
                <a:lnTo>
                  <a:pt x="338138" y="657225"/>
                </a:lnTo>
                <a:lnTo>
                  <a:pt x="328613" y="657225"/>
                </a:lnTo>
                <a:lnTo>
                  <a:pt x="319088" y="657225"/>
                </a:lnTo>
                <a:lnTo>
                  <a:pt x="309563" y="657225"/>
                </a:lnTo>
                <a:lnTo>
                  <a:pt x="300038" y="657225"/>
                </a:lnTo>
                <a:lnTo>
                  <a:pt x="290513" y="657225"/>
                </a:lnTo>
                <a:lnTo>
                  <a:pt x="280988" y="657225"/>
                </a:lnTo>
                <a:lnTo>
                  <a:pt x="271463" y="657225"/>
                </a:lnTo>
                <a:lnTo>
                  <a:pt x="261938" y="657225"/>
                </a:lnTo>
                <a:lnTo>
                  <a:pt x="252413" y="657225"/>
                </a:lnTo>
                <a:lnTo>
                  <a:pt x="247650" y="652463"/>
                </a:lnTo>
                <a:lnTo>
                  <a:pt x="242888" y="647700"/>
                </a:lnTo>
                <a:lnTo>
                  <a:pt x="233363" y="647700"/>
                </a:lnTo>
                <a:lnTo>
                  <a:pt x="223838" y="647700"/>
                </a:lnTo>
                <a:lnTo>
                  <a:pt x="219075" y="642938"/>
                </a:lnTo>
                <a:lnTo>
                  <a:pt x="214313" y="638175"/>
                </a:lnTo>
                <a:lnTo>
                  <a:pt x="204788" y="638175"/>
                </a:lnTo>
                <a:lnTo>
                  <a:pt x="195263" y="638175"/>
                </a:lnTo>
                <a:lnTo>
                  <a:pt x="190500" y="633413"/>
                </a:lnTo>
                <a:lnTo>
                  <a:pt x="185738" y="628650"/>
                </a:lnTo>
                <a:lnTo>
                  <a:pt x="180975" y="623888"/>
                </a:lnTo>
                <a:lnTo>
                  <a:pt x="176213" y="619125"/>
                </a:lnTo>
                <a:lnTo>
                  <a:pt x="166688" y="619125"/>
                </a:lnTo>
                <a:lnTo>
                  <a:pt x="157163" y="619125"/>
                </a:lnTo>
                <a:lnTo>
                  <a:pt x="147638" y="619125"/>
                </a:lnTo>
                <a:lnTo>
                  <a:pt x="142875" y="614363"/>
                </a:lnTo>
                <a:lnTo>
                  <a:pt x="138113" y="609600"/>
                </a:lnTo>
                <a:lnTo>
                  <a:pt x="128588" y="609600"/>
                </a:lnTo>
                <a:lnTo>
                  <a:pt x="123825" y="604838"/>
                </a:lnTo>
                <a:lnTo>
                  <a:pt x="123825" y="595313"/>
                </a:lnTo>
                <a:lnTo>
                  <a:pt x="119063" y="590550"/>
                </a:lnTo>
                <a:lnTo>
                  <a:pt x="114300" y="585788"/>
                </a:lnTo>
                <a:lnTo>
                  <a:pt x="109538" y="581025"/>
                </a:lnTo>
                <a:lnTo>
                  <a:pt x="104775" y="576263"/>
                </a:lnTo>
                <a:lnTo>
                  <a:pt x="100013" y="571500"/>
                </a:lnTo>
                <a:lnTo>
                  <a:pt x="95250" y="566738"/>
                </a:lnTo>
                <a:lnTo>
                  <a:pt x="90488" y="561975"/>
                </a:lnTo>
                <a:lnTo>
                  <a:pt x="85725" y="557213"/>
                </a:lnTo>
                <a:lnTo>
                  <a:pt x="80963" y="552450"/>
                </a:lnTo>
                <a:lnTo>
                  <a:pt x="76200" y="547688"/>
                </a:lnTo>
                <a:lnTo>
                  <a:pt x="71438" y="542925"/>
                </a:lnTo>
                <a:lnTo>
                  <a:pt x="66675" y="538163"/>
                </a:lnTo>
                <a:lnTo>
                  <a:pt x="61913" y="533400"/>
                </a:lnTo>
                <a:lnTo>
                  <a:pt x="52388" y="533400"/>
                </a:lnTo>
                <a:lnTo>
                  <a:pt x="47625" y="528638"/>
                </a:lnTo>
                <a:lnTo>
                  <a:pt x="42863" y="523875"/>
                </a:lnTo>
                <a:lnTo>
                  <a:pt x="38100" y="519113"/>
                </a:lnTo>
                <a:lnTo>
                  <a:pt x="38100" y="509588"/>
                </a:lnTo>
                <a:lnTo>
                  <a:pt x="33338" y="504825"/>
                </a:lnTo>
                <a:lnTo>
                  <a:pt x="28575" y="500063"/>
                </a:lnTo>
                <a:lnTo>
                  <a:pt x="23813" y="495300"/>
                </a:lnTo>
                <a:lnTo>
                  <a:pt x="19050" y="490538"/>
                </a:lnTo>
                <a:lnTo>
                  <a:pt x="19050" y="481013"/>
                </a:lnTo>
                <a:lnTo>
                  <a:pt x="19050" y="471488"/>
                </a:lnTo>
                <a:lnTo>
                  <a:pt x="19050" y="461963"/>
                </a:lnTo>
                <a:lnTo>
                  <a:pt x="19050" y="452438"/>
                </a:lnTo>
                <a:lnTo>
                  <a:pt x="19050" y="442913"/>
                </a:lnTo>
                <a:lnTo>
                  <a:pt x="14288" y="438150"/>
                </a:lnTo>
                <a:lnTo>
                  <a:pt x="9525" y="433388"/>
                </a:lnTo>
                <a:lnTo>
                  <a:pt x="9525" y="423863"/>
                </a:lnTo>
                <a:lnTo>
                  <a:pt x="9525" y="414338"/>
                </a:lnTo>
                <a:lnTo>
                  <a:pt x="4763" y="409575"/>
                </a:lnTo>
                <a:lnTo>
                  <a:pt x="0" y="404813"/>
                </a:lnTo>
                <a:lnTo>
                  <a:pt x="4763" y="400050"/>
                </a:lnTo>
                <a:lnTo>
                  <a:pt x="9525" y="395288"/>
                </a:lnTo>
                <a:lnTo>
                  <a:pt x="9525" y="385763"/>
                </a:lnTo>
                <a:lnTo>
                  <a:pt x="9525" y="376238"/>
                </a:lnTo>
                <a:lnTo>
                  <a:pt x="9525" y="366713"/>
                </a:lnTo>
                <a:lnTo>
                  <a:pt x="14288" y="361950"/>
                </a:lnTo>
                <a:lnTo>
                  <a:pt x="19050" y="357188"/>
                </a:lnTo>
                <a:lnTo>
                  <a:pt x="19050" y="347663"/>
                </a:lnTo>
                <a:lnTo>
                  <a:pt x="19050" y="338138"/>
                </a:lnTo>
                <a:lnTo>
                  <a:pt x="23813" y="333375"/>
                </a:lnTo>
                <a:lnTo>
                  <a:pt x="28575" y="328613"/>
                </a:lnTo>
                <a:lnTo>
                  <a:pt x="28575" y="319088"/>
                </a:lnTo>
                <a:lnTo>
                  <a:pt x="28575" y="309563"/>
                </a:lnTo>
                <a:lnTo>
                  <a:pt x="33338" y="304800"/>
                </a:lnTo>
                <a:lnTo>
                  <a:pt x="38100" y="300038"/>
                </a:lnTo>
                <a:lnTo>
                  <a:pt x="38100" y="290513"/>
                </a:lnTo>
                <a:lnTo>
                  <a:pt x="42863" y="285750"/>
                </a:lnTo>
                <a:lnTo>
                  <a:pt x="47625" y="280988"/>
                </a:lnTo>
                <a:lnTo>
                  <a:pt x="47625" y="271463"/>
                </a:lnTo>
                <a:lnTo>
                  <a:pt x="47625" y="261938"/>
                </a:lnTo>
                <a:lnTo>
                  <a:pt x="52388" y="257175"/>
                </a:lnTo>
                <a:lnTo>
                  <a:pt x="57150" y="252413"/>
                </a:lnTo>
                <a:lnTo>
                  <a:pt x="57150" y="242888"/>
                </a:lnTo>
                <a:lnTo>
                  <a:pt x="61913" y="238125"/>
                </a:lnTo>
                <a:lnTo>
                  <a:pt x="66675" y="233363"/>
                </a:lnTo>
                <a:lnTo>
                  <a:pt x="66675" y="223838"/>
                </a:lnTo>
                <a:lnTo>
                  <a:pt x="71438" y="219075"/>
                </a:lnTo>
                <a:lnTo>
                  <a:pt x="76200" y="214313"/>
                </a:lnTo>
                <a:lnTo>
                  <a:pt x="76200" y="204788"/>
                </a:lnTo>
                <a:lnTo>
                  <a:pt x="80963" y="200025"/>
                </a:lnTo>
                <a:lnTo>
                  <a:pt x="85725" y="195263"/>
                </a:lnTo>
                <a:lnTo>
                  <a:pt x="85725" y="185738"/>
                </a:lnTo>
                <a:lnTo>
                  <a:pt x="90488" y="180975"/>
                </a:lnTo>
                <a:lnTo>
                  <a:pt x="95250" y="176213"/>
                </a:lnTo>
                <a:lnTo>
                  <a:pt x="95250" y="166688"/>
                </a:lnTo>
                <a:lnTo>
                  <a:pt x="100013" y="161925"/>
                </a:lnTo>
                <a:lnTo>
                  <a:pt x="104775" y="157163"/>
                </a:lnTo>
                <a:lnTo>
                  <a:pt x="104775" y="147638"/>
                </a:lnTo>
                <a:lnTo>
                  <a:pt x="109538" y="142875"/>
                </a:lnTo>
                <a:lnTo>
                  <a:pt x="114300" y="138113"/>
                </a:lnTo>
                <a:lnTo>
                  <a:pt x="114300" y="128588"/>
                </a:lnTo>
                <a:lnTo>
                  <a:pt x="119063" y="123825"/>
                </a:lnTo>
                <a:lnTo>
                  <a:pt x="123825" y="119063"/>
                </a:lnTo>
                <a:lnTo>
                  <a:pt x="123825" y="109538"/>
                </a:lnTo>
                <a:lnTo>
                  <a:pt x="128588" y="104775"/>
                </a:lnTo>
                <a:lnTo>
                  <a:pt x="133350" y="100013"/>
                </a:lnTo>
                <a:lnTo>
                  <a:pt x="138113" y="95250"/>
                </a:lnTo>
                <a:lnTo>
                  <a:pt x="142875" y="90488"/>
                </a:lnTo>
                <a:lnTo>
                  <a:pt x="142875" y="80963"/>
                </a:lnTo>
                <a:lnTo>
                  <a:pt x="147638" y="76200"/>
                </a:lnTo>
                <a:lnTo>
                  <a:pt x="152400" y="71438"/>
                </a:lnTo>
                <a:lnTo>
                  <a:pt x="157163" y="66675"/>
                </a:lnTo>
                <a:lnTo>
                  <a:pt x="161925" y="61913"/>
                </a:lnTo>
                <a:lnTo>
                  <a:pt x="161925" y="52388"/>
                </a:lnTo>
                <a:lnTo>
                  <a:pt x="166688" y="47625"/>
                </a:lnTo>
                <a:lnTo>
                  <a:pt x="171450" y="42863"/>
                </a:lnTo>
                <a:lnTo>
                  <a:pt x="176213" y="38100"/>
                </a:lnTo>
                <a:lnTo>
                  <a:pt x="180975" y="33338"/>
                </a:lnTo>
                <a:lnTo>
                  <a:pt x="185738" y="28575"/>
                </a:lnTo>
                <a:lnTo>
                  <a:pt x="195263" y="28575"/>
                </a:lnTo>
                <a:lnTo>
                  <a:pt x="200025" y="23813"/>
                </a:lnTo>
                <a:lnTo>
                  <a:pt x="204788" y="19050"/>
                </a:lnTo>
                <a:lnTo>
                  <a:pt x="214313" y="19050"/>
                </a:lnTo>
                <a:lnTo>
                  <a:pt x="223838" y="19050"/>
                </a:lnTo>
                <a:lnTo>
                  <a:pt x="228600" y="14288"/>
                </a:lnTo>
                <a:lnTo>
                  <a:pt x="233363" y="9525"/>
                </a:lnTo>
                <a:lnTo>
                  <a:pt x="242888" y="9525"/>
                </a:lnTo>
                <a:lnTo>
                  <a:pt x="247650" y="4763"/>
                </a:lnTo>
                <a:close/>
              </a:path>
            </a:pathLst>
          </a:custGeom>
          <a:solidFill xmlns:a="http://schemas.openxmlformats.org/drawingml/2006/main">
            <a:srgbClr val="D6D6D6"/>
          </a:solidFill>
          <a:ln xmlns:a="http://schemas.openxmlformats.org/drawingml/2006/main" w="0">
            <a:noFill/>
            <a:prstDash val="solid"/>
          </a:ln>
        </p:spPr>
      </p:sp>
      <p:sp>
        <p:nvSpPr>
          <p:cNvPr id="263" name="deep-skill-chaining-source-component-4-gradient-216-0">
            <a:extLst xmlns:a="http://schemas.openxmlformats.org/drawingml/2006/main">
              <a:ext uri="{FF2B5EF4-FFF2-40B4-BE49-F238E27FC236}">
                <a16:creationId xmlns:a16="http://schemas.microsoft.com/office/drawing/2014/main" id="{5A24C659-A8EE-45EA-8CF7-1A79EBC7E86E}"/>
              </a:ext>
            </a:extLst>
          </p:cNvPr>
          <p:cNvSpPr>
            <a:spLocks xmlns:a="http://schemas.openxmlformats.org/drawingml/2006/main" noGrp="1"/>
          </p:cNvSpPr>
          <p:nvPr/>
        </p:nvSpPr>
        <p:spPr>
          <a:xfrm xmlns:a="http://schemas.openxmlformats.org/drawingml/2006/main" rot="0">
            <a:off x="9201150" y="1857375"/>
            <a:ext cx="609600" cy="619125"/>
          </a:xfrm>
          <a:custGeom xmlns:a="http://schemas.openxmlformats.org/drawingml/2006/main">
            <a:pathLst>
              <a:path w="609600" h="619125">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0525" y="14288"/>
                </a:lnTo>
                <a:lnTo>
                  <a:pt x="395288" y="19050"/>
                </a:lnTo>
                <a:lnTo>
                  <a:pt x="404813" y="19050"/>
                </a:lnTo>
                <a:lnTo>
                  <a:pt x="414338" y="19050"/>
                </a:lnTo>
                <a:lnTo>
                  <a:pt x="419100" y="23813"/>
                </a:lnTo>
                <a:lnTo>
                  <a:pt x="423863" y="28575"/>
                </a:lnTo>
                <a:lnTo>
                  <a:pt x="433388" y="28575"/>
                </a:lnTo>
                <a:lnTo>
                  <a:pt x="442913" y="28575"/>
                </a:lnTo>
                <a:lnTo>
                  <a:pt x="447675" y="33338"/>
                </a:lnTo>
                <a:lnTo>
                  <a:pt x="452438" y="38100"/>
                </a:lnTo>
                <a:lnTo>
                  <a:pt x="461963" y="38100"/>
                </a:lnTo>
                <a:lnTo>
                  <a:pt x="471488" y="38100"/>
                </a:lnTo>
                <a:lnTo>
                  <a:pt x="476250" y="42863"/>
                </a:lnTo>
                <a:lnTo>
                  <a:pt x="476250" y="52388"/>
                </a:lnTo>
                <a:lnTo>
                  <a:pt x="481013" y="57150"/>
                </a:lnTo>
                <a:lnTo>
                  <a:pt x="485775" y="61913"/>
                </a:lnTo>
                <a:lnTo>
                  <a:pt x="490538" y="66675"/>
                </a:lnTo>
                <a:lnTo>
                  <a:pt x="495300" y="71438"/>
                </a:lnTo>
                <a:lnTo>
                  <a:pt x="500063" y="76200"/>
                </a:lnTo>
                <a:lnTo>
                  <a:pt x="504825" y="80963"/>
                </a:lnTo>
                <a:lnTo>
                  <a:pt x="509588" y="85725"/>
                </a:lnTo>
                <a:lnTo>
                  <a:pt x="519113" y="85725"/>
                </a:lnTo>
                <a:lnTo>
                  <a:pt x="523875" y="90488"/>
                </a:lnTo>
                <a:lnTo>
                  <a:pt x="528638" y="95250"/>
                </a:lnTo>
                <a:lnTo>
                  <a:pt x="533400" y="100013"/>
                </a:lnTo>
                <a:lnTo>
                  <a:pt x="538163" y="104775"/>
                </a:lnTo>
                <a:lnTo>
                  <a:pt x="542925" y="109538"/>
                </a:lnTo>
                <a:lnTo>
                  <a:pt x="547688" y="114300"/>
                </a:lnTo>
                <a:lnTo>
                  <a:pt x="552450" y="119063"/>
                </a:lnTo>
                <a:lnTo>
                  <a:pt x="557213" y="123825"/>
                </a:lnTo>
                <a:lnTo>
                  <a:pt x="561975" y="128588"/>
                </a:lnTo>
                <a:lnTo>
                  <a:pt x="561975" y="138113"/>
                </a:lnTo>
                <a:lnTo>
                  <a:pt x="566738" y="142875"/>
                </a:lnTo>
                <a:lnTo>
                  <a:pt x="571500" y="147638"/>
                </a:lnTo>
                <a:lnTo>
                  <a:pt x="576263" y="152400"/>
                </a:lnTo>
                <a:lnTo>
                  <a:pt x="581025" y="157163"/>
                </a:lnTo>
                <a:lnTo>
                  <a:pt x="581025" y="166688"/>
                </a:lnTo>
                <a:lnTo>
                  <a:pt x="581025" y="176213"/>
                </a:lnTo>
                <a:lnTo>
                  <a:pt x="585788" y="180975"/>
                </a:lnTo>
                <a:lnTo>
                  <a:pt x="590550" y="185738"/>
                </a:lnTo>
                <a:lnTo>
                  <a:pt x="590550" y="195263"/>
                </a:lnTo>
                <a:lnTo>
                  <a:pt x="595313" y="200025"/>
                </a:lnTo>
                <a:lnTo>
                  <a:pt x="600075" y="204788"/>
                </a:lnTo>
                <a:lnTo>
                  <a:pt x="600075" y="214313"/>
                </a:lnTo>
                <a:lnTo>
                  <a:pt x="600075" y="223838"/>
                </a:lnTo>
                <a:lnTo>
                  <a:pt x="600075" y="233363"/>
                </a:lnTo>
                <a:lnTo>
                  <a:pt x="604838" y="238125"/>
                </a:lnTo>
                <a:lnTo>
                  <a:pt x="609600" y="242888"/>
                </a:lnTo>
                <a:lnTo>
                  <a:pt x="604838" y="247650"/>
                </a:lnTo>
                <a:lnTo>
                  <a:pt x="600075" y="252413"/>
                </a:lnTo>
                <a:lnTo>
                  <a:pt x="600075" y="261938"/>
                </a:lnTo>
                <a:lnTo>
                  <a:pt x="600075" y="271463"/>
                </a:lnTo>
                <a:lnTo>
                  <a:pt x="595313" y="276225"/>
                </a:lnTo>
                <a:lnTo>
                  <a:pt x="590550" y="280988"/>
                </a:lnTo>
                <a:lnTo>
                  <a:pt x="590550" y="290513"/>
                </a:lnTo>
                <a:lnTo>
                  <a:pt x="590550" y="300038"/>
                </a:lnTo>
                <a:lnTo>
                  <a:pt x="585788" y="304800"/>
                </a:lnTo>
                <a:lnTo>
                  <a:pt x="581025" y="309563"/>
                </a:lnTo>
                <a:lnTo>
                  <a:pt x="581025" y="319088"/>
                </a:lnTo>
                <a:lnTo>
                  <a:pt x="581025" y="328613"/>
                </a:lnTo>
                <a:lnTo>
                  <a:pt x="576263" y="333375"/>
                </a:lnTo>
                <a:lnTo>
                  <a:pt x="571500" y="338138"/>
                </a:lnTo>
                <a:lnTo>
                  <a:pt x="571500" y="347663"/>
                </a:lnTo>
                <a:lnTo>
                  <a:pt x="566738" y="352425"/>
                </a:lnTo>
                <a:lnTo>
                  <a:pt x="561975" y="357188"/>
                </a:lnTo>
                <a:lnTo>
                  <a:pt x="561975" y="366713"/>
                </a:lnTo>
                <a:lnTo>
                  <a:pt x="557213" y="371475"/>
                </a:lnTo>
                <a:lnTo>
                  <a:pt x="552450" y="376238"/>
                </a:lnTo>
                <a:lnTo>
                  <a:pt x="552450" y="385763"/>
                </a:lnTo>
                <a:lnTo>
                  <a:pt x="552450" y="395288"/>
                </a:lnTo>
                <a:lnTo>
                  <a:pt x="547688" y="400050"/>
                </a:lnTo>
                <a:lnTo>
                  <a:pt x="542925" y="404813"/>
                </a:lnTo>
                <a:lnTo>
                  <a:pt x="542925" y="414338"/>
                </a:lnTo>
                <a:lnTo>
                  <a:pt x="538163" y="419100"/>
                </a:lnTo>
                <a:lnTo>
                  <a:pt x="533400" y="423863"/>
                </a:lnTo>
                <a:lnTo>
                  <a:pt x="533400" y="433388"/>
                </a:lnTo>
                <a:lnTo>
                  <a:pt x="528638" y="438150"/>
                </a:lnTo>
                <a:lnTo>
                  <a:pt x="523875" y="442913"/>
                </a:lnTo>
                <a:lnTo>
                  <a:pt x="523875" y="452438"/>
                </a:lnTo>
                <a:lnTo>
                  <a:pt x="519113" y="457200"/>
                </a:lnTo>
                <a:lnTo>
                  <a:pt x="514350" y="461963"/>
                </a:lnTo>
                <a:lnTo>
                  <a:pt x="509588" y="466725"/>
                </a:lnTo>
                <a:lnTo>
                  <a:pt x="504825" y="471488"/>
                </a:lnTo>
                <a:lnTo>
                  <a:pt x="504825" y="481013"/>
                </a:lnTo>
                <a:lnTo>
                  <a:pt x="500063" y="485775"/>
                </a:lnTo>
                <a:lnTo>
                  <a:pt x="495300" y="490538"/>
                </a:lnTo>
                <a:lnTo>
                  <a:pt x="495300" y="500063"/>
                </a:lnTo>
                <a:lnTo>
                  <a:pt x="490538" y="504825"/>
                </a:lnTo>
                <a:lnTo>
                  <a:pt x="485775" y="509588"/>
                </a:lnTo>
                <a:lnTo>
                  <a:pt x="485775" y="519113"/>
                </a:lnTo>
                <a:lnTo>
                  <a:pt x="481013" y="523875"/>
                </a:lnTo>
                <a:lnTo>
                  <a:pt x="476250" y="528638"/>
                </a:lnTo>
                <a:lnTo>
                  <a:pt x="471488" y="533400"/>
                </a:lnTo>
                <a:lnTo>
                  <a:pt x="466725" y="538163"/>
                </a:lnTo>
                <a:lnTo>
                  <a:pt x="466725" y="547688"/>
                </a:lnTo>
                <a:lnTo>
                  <a:pt x="461963" y="552450"/>
                </a:lnTo>
                <a:lnTo>
                  <a:pt x="457200" y="557213"/>
                </a:lnTo>
                <a:lnTo>
                  <a:pt x="452438" y="561975"/>
                </a:lnTo>
                <a:lnTo>
                  <a:pt x="447675" y="566738"/>
                </a:lnTo>
                <a:lnTo>
                  <a:pt x="447675" y="576263"/>
                </a:lnTo>
                <a:lnTo>
                  <a:pt x="442913" y="581025"/>
                </a:lnTo>
                <a:lnTo>
                  <a:pt x="438150" y="585788"/>
                </a:lnTo>
                <a:lnTo>
                  <a:pt x="433388" y="590550"/>
                </a:lnTo>
                <a:lnTo>
                  <a:pt x="428625" y="595313"/>
                </a:lnTo>
                <a:lnTo>
                  <a:pt x="423863" y="600075"/>
                </a:lnTo>
                <a:lnTo>
                  <a:pt x="419100" y="604838"/>
                </a:lnTo>
                <a:lnTo>
                  <a:pt x="414338" y="609600"/>
                </a:lnTo>
                <a:lnTo>
                  <a:pt x="404813" y="609600"/>
                </a:lnTo>
                <a:lnTo>
                  <a:pt x="395288" y="609600"/>
                </a:lnTo>
                <a:lnTo>
                  <a:pt x="390525" y="614363"/>
                </a:lnTo>
                <a:lnTo>
                  <a:pt x="385763" y="619125"/>
                </a:lnTo>
                <a:lnTo>
                  <a:pt x="376238" y="619125"/>
                </a:lnTo>
                <a:lnTo>
                  <a:pt x="366713" y="619125"/>
                </a:lnTo>
                <a:lnTo>
                  <a:pt x="357188" y="619125"/>
                </a:lnTo>
                <a:lnTo>
                  <a:pt x="347663" y="619125"/>
                </a:lnTo>
                <a:lnTo>
                  <a:pt x="338138" y="619125"/>
                </a:lnTo>
                <a:lnTo>
                  <a:pt x="328613" y="619125"/>
                </a:lnTo>
                <a:lnTo>
                  <a:pt x="319088" y="619125"/>
                </a:lnTo>
                <a:lnTo>
                  <a:pt x="309563" y="619125"/>
                </a:lnTo>
                <a:lnTo>
                  <a:pt x="300038" y="619125"/>
                </a:lnTo>
                <a:lnTo>
                  <a:pt x="290513" y="619125"/>
                </a:lnTo>
                <a:lnTo>
                  <a:pt x="280988" y="619125"/>
                </a:lnTo>
                <a:lnTo>
                  <a:pt x="271463" y="619125"/>
                </a:lnTo>
                <a:lnTo>
                  <a:pt x="261938" y="619125"/>
                </a:lnTo>
                <a:lnTo>
                  <a:pt x="252413" y="619125"/>
                </a:lnTo>
                <a:lnTo>
                  <a:pt x="242888" y="619125"/>
                </a:lnTo>
                <a:lnTo>
                  <a:pt x="238125" y="614363"/>
                </a:lnTo>
                <a:lnTo>
                  <a:pt x="233363" y="609600"/>
                </a:lnTo>
                <a:lnTo>
                  <a:pt x="223838" y="609600"/>
                </a:lnTo>
                <a:lnTo>
                  <a:pt x="214313" y="609600"/>
                </a:lnTo>
                <a:lnTo>
                  <a:pt x="209550" y="604838"/>
                </a:lnTo>
                <a:lnTo>
                  <a:pt x="204788" y="600075"/>
                </a:lnTo>
                <a:lnTo>
                  <a:pt x="195263" y="600075"/>
                </a:lnTo>
                <a:lnTo>
                  <a:pt x="185738" y="600075"/>
                </a:lnTo>
                <a:lnTo>
                  <a:pt x="180975" y="595313"/>
                </a:lnTo>
                <a:lnTo>
                  <a:pt x="176213" y="590550"/>
                </a:lnTo>
                <a:lnTo>
                  <a:pt x="166688" y="590550"/>
                </a:lnTo>
                <a:lnTo>
                  <a:pt x="157163" y="590550"/>
                </a:lnTo>
                <a:lnTo>
                  <a:pt x="152400" y="585788"/>
                </a:lnTo>
                <a:lnTo>
                  <a:pt x="147638" y="581025"/>
                </a:lnTo>
                <a:lnTo>
                  <a:pt x="138113" y="581025"/>
                </a:lnTo>
                <a:lnTo>
                  <a:pt x="133350" y="576263"/>
                </a:lnTo>
                <a:lnTo>
                  <a:pt x="128588" y="571500"/>
                </a:lnTo>
                <a:lnTo>
                  <a:pt x="123825" y="566738"/>
                </a:lnTo>
                <a:lnTo>
                  <a:pt x="119063" y="561975"/>
                </a:lnTo>
                <a:lnTo>
                  <a:pt x="114300" y="557213"/>
                </a:lnTo>
                <a:lnTo>
                  <a:pt x="114300" y="547688"/>
                </a:lnTo>
                <a:lnTo>
                  <a:pt x="109538" y="542925"/>
                </a:lnTo>
                <a:lnTo>
                  <a:pt x="100013" y="542925"/>
                </a:lnTo>
                <a:lnTo>
                  <a:pt x="95250" y="538163"/>
                </a:lnTo>
                <a:lnTo>
                  <a:pt x="90488" y="533400"/>
                </a:lnTo>
                <a:lnTo>
                  <a:pt x="85725" y="528638"/>
                </a:lnTo>
                <a:lnTo>
                  <a:pt x="80963" y="523875"/>
                </a:lnTo>
                <a:lnTo>
                  <a:pt x="76200" y="519113"/>
                </a:lnTo>
                <a:lnTo>
                  <a:pt x="71438" y="514350"/>
                </a:lnTo>
                <a:lnTo>
                  <a:pt x="66675" y="509588"/>
                </a:lnTo>
                <a:lnTo>
                  <a:pt x="61913" y="504825"/>
                </a:lnTo>
                <a:lnTo>
                  <a:pt x="52388" y="504825"/>
                </a:lnTo>
                <a:lnTo>
                  <a:pt x="47625" y="500063"/>
                </a:lnTo>
                <a:lnTo>
                  <a:pt x="47625" y="490538"/>
                </a:lnTo>
                <a:lnTo>
                  <a:pt x="42863" y="485775"/>
                </a:lnTo>
                <a:lnTo>
                  <a:pt x="38100" y="481013"/>
                </a:lnTo>
                <a:lnTo>
                  <a:pt x="33338" y="476250"/>
                </a:lnTo>
                <a:lnTo>
                  <a:pt x="28575" y="471488"/>
                </a:lnTo>
                <a:lnTo>
                  <a:pt x="28575" y="461963"/>
                </a:lnTo>
                <a:lnTo>
                  <a:pt x="28575" y="452438"/>
                </a:lnTo>
                <a:lnTo>
                  <a:pt x="28575" y="442913"/>
                </a:lnTo>
                <a:lnTo>
                  <a:pt x="23813" y="438150"/>
                </a:lnTo>
                <a:lnTo>
                  <a:pt x="19050" y="433388"/>
                </a:lnTo>
                <a:lnTo>
                  <a:pt x="19050" y="423863"/>
                </a:lnTo>
                <a:lnTo>
                  <a:pt x="19050" y="414338"/>
                </a:lnTo>
                <a:lnTo>
                  <a:pt x="19050" y="404813"/>
                </a:lnTo>
                <a:lnTo>
                  <a:pt x="19050" y="395288"/>
                </a:lnTo>
                <a:lnTo>
                  <a:pt x="14288" y="390525"/>
                </a:lnTo>
                <a:lnTo>
                  <a:pt x="9525" y="385763"/>
                </a:lnTo>
                <a:lnTo>
                  <a:pt x="9525" y="376238"/>
                </a:lnTo>
                <a:lnTo>
                  <a:pt x="9525" y="366713"/>
                </a:lnTo>
                <a:lnTo>
                  <a:pt x="4763" y="361950"/>
                </a:lnTo>
                <a:lnTo>
                  <a:pt x="0" y="357188"/>
                </a:lnTo>
                <a:lnTo>
                  <a:pt x="0" y="347663"/>
                </a:lnTo>
                <a:lnTo>
                  <a:pt x="4763" y="342900"/>
                </a:lnTo>
                <a:lnTo>
                  <a:pt x="9525" y="338138"/>
                </a:lnTo>
                <a:lnTo>
                  <a:pt x="9525" y="328613"/>
                </a:lnTo>
                <a:lnTo>
                  <a:pt x="9525" y="319088"/>
                </a:lnTo>
                <a:lnTo>
                  <a:pt x="14288" y="314325"/>
                </a:lnTo>
                <a:lnTo>
                  <a:pt x="19050" y="309563"/>
                </a:lnTo>
                <a:lnTo>
                  <a:pt x="19050" y="300038"/>
                </a:lnTo>
                <a:lnTo>
                  <a:pt x="19050" y="290513"/>
                </a:lnTo>
                <a:lnTo>
                  <a:pt x="23813" y="285750"/>
                </a:lnTo>
                <a:lnTo>
                  <a:pt x="28575" y="280988"/>
                </a:lnTo>
                <a:lnTo>
                  <a:pt x="28575" y="271463"/>
                </a:lnTo>
                <a:lnTo>
                  <a:pt x="33338" y="266700"/>
                </a:lnTo>
                <a:lnTo>
                  <a:pt x="38100" y="261938"/>
                </a:lnTo>
                <a:lnTo>
                  <a:pt x="38100" y="252413"/>
                </a:lnTo>
                <a:lnTo>
                  <a:pt x="38100" y="242888"/>
                </a:lnTo>
                <a:lnTo>
                  <a:pt x="42863" y="238125"/>
                </a:lnTo>
                <a:lnTo>
                  <a:pt x="47625" y="233363"/>
                </a:lnTo>
                <a:lnTo>
                  <a:pt x="47625" y="223838"/>
                </a:lnTo>
                <a:lnTo>
                  <a:pt x="52388" y="219075"/>
                </a:lnTo>
                <a:lnTo>
                  <a:pt x="57150" y="214313"/>
                </a:lnTo>
                <a:lnTo>
                  <a:pt x="57150" y="204788"/>
                </a:lnTo>
                <a:lnTo>
                  <a:pt x="61913" y="200025"/>
                </a:lnTo>
                <a:lnTo>
                  <a:pt x="66675" y="195263"/>
                </a:lnTo>
                <a:lnTo>
                  <a:pt x="66675" y="185738"/>
                </a:lnTo>
                <a:lnTo>
                  <a:pt x="71438" y="180975"/>
                </a:lnTo>
                <a:lnTo>
                  <a:pt x="76200" y="176213"/>
                </a:lnTo>
                <a:lnTo>
                  <a:pt x="76200" y="166688"/>
                </a:lnTo>
                <a:lnTo>
                  <a:pt x="80963" y="161925"/>
                </a:lnTo>
                <a:lnTo>
                  <a:pt x="85725" y="157163"/>
                </a:lnTo>
                <a:lnTo>
                  <a:pt x="85725" y="147638"/>
                </a:lnTo>
                <a:lnTo>
                  <a:pt x="90488" y="142875"/>
                </a:lnTo>
                <a:lnTo>
                  <a:pt x="95250" y="138113"/>
                </a:lnTo>
                <a:lnTo>
                  <a:pt x="95250" y="128588"/>
                </a:lnTo>
                <a:lnTo>
                  <a:pt x="100013" y="123825"/>
                </a:lnTo>
                <a:lnTo>
                  <a:pt x="104775" y="119063"/>
                </a:lnTo>
                <a:lnTo>
                  <a:pt x="104775" y="109538"/>
                </a:lnTo>
                <a:lnTo>
                  <a:pt x="109538" y="104775"/>
                </a:lnTo>
                <a:lnTo>
                  <a:pt x="114300" y="100013"/>
                </a:lnTo>
                <a:lnTo>
                  <a:pt x="114300" y="90488"/>
                </a:lnTo>
                <a:lnTo>
                  <a:pt x="119063" y="85725"/>
                </a:lnTo>
                <a:lnTo>
                  <a:pt x="123825" y="80963"/>
                </a:lnTo>
                <a:lnTo>
                  <a:pt x="128588" y="76200"/>
                </a:lnTo>
                <a:lnTo>
                  <a:pt x="133350" y="71438"/>
                </a:lnTo>
                <a:lnTo>
                  <a:pt x="133350" y="61913"/>
                </a:lnTo>
                <a:lnTo>
                  <a:pt x="138113" y="57150"/>
                </a:lnTo>
                <a:lnTo>
                  <a:pt x="142875" y="52388"/>
                </a:lnTo>
                <a:lnTo>
                  <a:pt x="147638" y="47625"/>
                </a:lnTo>
                <a:lnTo>
                  <a:pt x="152400" y="42863"/>
                </a:lnTo>
                <a:lnTo>
                  <a:pt x="157163" y="38100"/>
                </a:lnTo>
                <a:lnTo>
                  <a:pt x="166688" y="38100"/>
                </a:lnTo>
                <a:lnTo>
                  <a:pt x="171450" y="33338"/>
                </a:lnTo>
                <a:lnTo>
                  <a:pt x="176213" y="28575"/>
                </a:lnTo>
                <a:lnTo>
                  <a:pt x="185738" y="28575"/>
                </a:lnTo>
                <a:lnTo>
                  <a:pt x="190500" y="23813"/>
                </a:lnTo>
                <a:lnTo>
                  <a:pt x="195263" y="19050"/>
                </a:lnTo>
                <a:lnTo>
                  <a:pt x="204788" y="19050"/>
                </a:lnTo>
                <a:lnTo>
                  <a:pt x="209550" y="14288"/>
                </a:lnTo>
                <a:lnTo>
                  <a:pt x="214313" y="9525"/>
                </a:lnTo>
                <a:lnTo>
                  <a:pt x="223838" y="9525"/>
                </a:lnTo>
                <a:lnTo>
                  <a:pt x="233363" y="9525"/>
                </a:lnTo>
                <a:lnTo>
                  <a:pt x="242888" y="9525"/>
                </a:lnTo>
                <a:lnTo>
                  <a:pt x="247650" y="4763"/>
                </a:lnTo>
                <a:close/>
              </a:path>
            </a:pathLst>
          </a:custGeom>
          <a:solidFill xmlns:a="http://schemas.openxmlformats.org/drawingml/2006/main">
            <a:srgbClr val="D8D8D8"/>
          </a:solidFill>
          <a:ln xmlns:a="http://schemas.openxmlformats.org/drawingml/2006/main" w="0">
            <a:noFill/>
            <a:prstDash val="solid"/>
          </a:ln>
        </p:spPr>
      </p:sp>
      <p:sp>
        <p:nvSpPr>
          <p:cNvPr id="264" name="deep-skill-chaining-source-component-4-gradient-218-0">
            <a:extLst xmlns:a="http://schemas.openxmlformats.org/drawingml/2006/main">
              <a:ext uri="{FF2B5EF4-FFF2-40B4-BE49-F238E27FC236}">
                <a16:creationId xmlns:a16="http://schemas.microsoft.com/office/drawing/2014/main" id="{3EAE6078-8F45-47D2-9FA8-BDEF8036AC6E}"/>
              </a:ext>
            </a:extLst>
          </p:cNvPr>
          <p:cNvSpPr>
            <a:spLocks xmlns:a="http://schemas.openxmlformats.org/drawingml/2006/main" noGrp="1"/>
          </p:cNvSpPr>
          <p:nvPr/>
        </p:nvSpPr>
        <p:spPr>
          <a:xfrm xmlns:a="http://schemas.openxmlformats.org/drawingml/2006/main" rot="0">
            <a:off x="9210675" y="1866900"/>
            <a:ext cx="581025" cy="600075"/>
          </a:xfrm>
          <a:custGeom xmlns:a="http://schemas.openxmlformats.org/drawingml/2006/main">
            <a:pathLst>
              <a:path w="581025" h="600075">
                <a:moveTo>
                  <a:pt x="257175" y="4763"/>
                </a:move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2425" y="14288"/>
                </a:lnTo>
                <a:lnTo>
                  <a:pt x="357188" y="19050"/>
                </a:lnTo>
                <a:lnTo>
                  <a:pt x="366713" y="19050"/>
                </a:lnTo>
                <a:lnTo>
                  <a:pt x="376238" y="19050"/>
                </a:lnTo>
                <a:lnTo>
                  <a:pt x="385763" y="19050"/>
                </a:lnTo>
                <a:lnTo>
                  <a:pt x="390525" y="23813"/>
                </a:lnTo>
                <a:lnTo>
                  <a:pt x="395288" y="28575"/>
                </a:lnTo>
                <a:lnTo>
                  <a:pt x="404813" y="28575"/>
                </a:lnTo>
                <a:lnTo>
                  <a:pt x="414338" y="28575"/>
                </a:lnTo>
                <a:lnTo>
                  <a:pt x="423863" y="28575"/>
                </a:lnTo>
                <a:lnTo>
                  <a:pt x="433388" y="28575"/>
                </a:lnTo>
                <a:lnTo>
                  <a:pt x="438150" y="33338"/>
                </a:lnTo>
                <a:lnTo>
                  <a:pt x="442913" y="38100"/>
                </a:lnTo>
                <a:lnTo>
                  <a:pt x="447675" y="42863"/>
                </a:lnTo>
                <a:lnTo>
                  <a:pt x="452438" y="47625"/>
                </a:lnTo>
                <a:lnTo>
                  <a:pt x="457200" y="52388"/>
                </a:lnTo>
                <a:lnTo>
                  <a:pt x="461963" y="57150"/>
                </a:lnTo>
                <a:lnTo>
                  <a:pt x="466725" y="61913"/>
                </a:lnTo>
                <a:lnTo>
                  <a:pt x="471488" y="66675"/>
                </a:lnTo>
                <a:lnTo>
                  <a:pt x="476250" y="71438"/>
                </a:lnTo>
                <a:lnTo>
                  <a:pt x="481013" y="76200"/>
                </a:lnTo>
                <a:lnTo>
                  <a:pt x="490538" y="76200"/>
                </a:lnTo>
                <a:lnTo>
                  <a:pt x="495300" y="80963"/>
                </a:lnTo>
                <a:lnTo>
                  <a:pt x="500063" y="85725"/>
                </a:lnTo>
                <a:lnTo>
                  <a:pt x="509588" y="85725"/>
                </a:lnTo>
                <a:lnTo>
                  <a:pt x="514350" y="90488"/>
                </a:lnTo>
                <a:lnTo>
                  <a:pt x="514350" y="100013"/>
                </a:lnTo>
                <a:lnTo>
                  <a:pt x="519113" y="104775"/>
                </a:lnTo>
                <a:lnTo>
                  <a:pt x="523875" y="109538"/>
                </a:lnTo>
                <a:lnTo>
                  <a:pt x="528638" y="114300"/>
                </a:lnTo>
                <a:lnTo>
                  <a:pt x="533400" y="119063"/>
                </a:lnTo>
                <a:lnTo>
                  <a:pt x="533400" y="128588"/>
                </a:lnTo>
                <a:lnTo>
                  <a:pt x="538163" y="133350"/>
                </a:lnTo>
                <a:lnTo>
                  <a:pt x="542925" y="138113"/>
                </a:lnTo>
                <a:lnTo>
                  <a:pt x="547688" y="142875"/>
                </a:lnTo>
                <a:lnTo>
                  <a:pt x="552450" y="147638"/>
                </a:lnTo>
                <a:lnTo>
                  <a:pt x="552450" y="157163"/>
                </a:lnTo>
                <a:lnTo>
                  <a:pt x="557213" y="161925"/>
                </a:lnTo>
                <a:lnTo>
                  <a:pt x="561975" y="166688"/>
                </a:lnTo>
                <a:lnTo>
                  <a:pt x="561975" y="176213"/>
                </a:lnTo>
                <a:lnTo>
                  <a:pt x="561975" y="185738"/>
                </a:lnTo>
                <a:lnTo>
                  <a:pt x="566738" y="190500"/>
                </a:lnTo>
                <a:lnTo>
                  <a:pt x="571500" y="195263"/>
                </a:lnTo>
                <a:lnTo>
                  <a:pt x="576263" y="200025"/>
                </a:lnTo>
                <a:lnTo>
                  <a:pt x="581025" y="204788"/>
                </a:lnTo>
                <a:lnTo>
                  <a:pt x="581025" y="214313"/>
                </a:lnTo>
                <a:lnTo>
                  <a:pt x="581025" y="223838"/>
                </a:lnTo>
                <a:lnTo>
                  <a:pt x="581025" y="233363"/>
                </a:lnTo>
                <a:lnTo>
                  <a:pt x="581025" y="242888"/>
                </a:lnTo>
                <a:lnTo>
                  <a:pt x="581025" y="252413"/>
                </a:lnTo>
                <a:lnTo>
                  <a:pt x="581025" y="261938"/>
                </a:lnTo>
                <a:lnTo>
                  <a:pt x="581025" y="271463"/>
                </a:lnTo>
                <a:lnTo>
                  <a:pt x="581025" y="280988"/>
                </a:lnTo>
                <a:lnTo>
                  <a:pt x="581025" y="290513"/>
                </a:lnTo>
                <a:lnTo>
                  <a:pt x="576263" y="295275"/>
                </a:lnTo>
                <a:lnTo>
                  <a:pt x="571500" y="300038"/>
                </a:lnTo>
                <a:lnTo>
                  <a:pt x="571500" y="309563"/>
                </a:lnTo>
                <a:lnTo>
                  <a:pt x="571500" y="319088"/>
                </a:lnTo>
                <a:lnTo>
                  <a:pt x="566738" y="323850"/>
                </a:lnTo>
                <a:lnTo>
                  <a:pt x="561975" y="328613"/>
                </a:lnTo>
                <a:lnTo>
                  <a:pt x="561975" y="338138"/>
                </a:lnTo>
                <a:lnTo>
                  <a:pt x="557213" y="342900"/>
                </a:lnTo>
                <a:lnTo>
                  <a:pt x="552450" y="347663"/>
                </a:lnTo>
                <a:lnTo>
                  <a:pt x="552450" y="357188"/>
                </a:lnTo>
                <a:lnTo>
                  <a:pt x="547688" y="361950"/>
                </a:lnTo>
                <a:lnTo>
                  <a:pt x="542925" y="366713"/>
                </a:lnTo>
                <a:lnTo>
                  <a:pt x="542925" y="376238"/>
                </a:lnTo>
                <a:lnTo>
                  <a:pt x="542925" y="385763"/>
                </a:lnTo>
                <a:lnTo>
                  <a:pt x="538163" y="390525"/>
                </a:lnTo>
                <a:lnTo>
                  <a:pt x="533400" y="395288"/>
                </a:lnTo>
                <a:lnTo>
                  <a:pt x="533400" y="404813"/>
                </a:lnTo>
                <a:lnTo>
                  <a:pt x="528638" y="409575"/>
                </a:lnTo>
                <a:lnTo>
                  <a:pt x="523875" y="414338"/>
                </a:lnTo>
                <a:lnTo>
                  <a:pt x="523875" y="423863"/>
                </a:lnTo>
                <a:lnTo>
                  <a:pt x="519113" y="428625"/>
                </a:lnTo>
                <a:lnTo>
                  <a:pt x="514350" y="433388"/>
                </a:lnTo>
                <a:lnTo>
                  <a:pt x="514350" y="442913"/>
                </a:lnTo>
                <a:lnTo>
                  <a:pt x="509588" y="447675"/>
                </a:lnTo>
                <a:lnTo>
                  <a:pt x="504825" y="452438"/>
                </a:lnTo>
                <a:lnTo>
                  <a:pt x="500063" y="457200"/>
                </a:lnTo>
                <a:lnTo>
                  <a:pt x="495300" y="461963"/>
                </a:lnTo>
                <a:lnTo>
                  <a:pt x="495300" y="471488"/>
                </a:lnTo>
                <a:lnTo>
                  <a:pt x="490538" y="476250"/>
                </a:lnTo>
                <a:lnTo>
                  <a:pt x="485775" y="481013"/>
                </a:lnTo>
                <a:lnTo>
                  <a:pt x="485775" y="490538"/>
                </a:lnTo>
                <a:lnTo>
                  <a:pt x="481013" y="495300"/>
                </a:lnTo>
                <a:lnTo>
                  <a:pt x="476250" y="500063"/>
                </a:lnTo>
                <a:lnTo>
                  <a:pt x="476250" y="509588"/>
                </a:lnTo>
                <a:lnTo>
                  <a:pt x="471488" y="514350"/>
                </a:lnTo>
                <a:lnTo>
                  <a:pt x="466725" y="519113"/>
                </a:lnTo>
                <a:lnTo>
                  <a:pt x="461963" y="523875"/>
                </a:lnTo>
                <a:lnTo>
                  <a:pt x="457200" y="528638"/>
                </a:lnTo>
                <a:lnTo>
                  <a:pt x="457200" y="538163"/>
                </a:lnTo>
                <a:lnTo>
                  <a:pt x="452438" y="542925"/>
                </a:lnTo>
                <a:lnTo>
                  <a:pt x="447675" y="547688"/>
                </a:lnTo>
                <a:lnTo>
                  <a:pt x="442913" y="552450"/>
                </a:lnTo>
                <a:lnTo>
                  <a:pt x="438150" y="557213"/>
                </a:lnTo>
                <a:lnTo>
                  <a:pt x="433388" y="561975"/>
                </a:lnTo>
                <a:lnTo>
                  <a:pt x="428625" y="566738"/>
                </a:lnTo>
                <a:lnTo>
                  <a:pt x="423863" y="571500"/>
                </a:lnTo>
                <a:lnTo>
                  <a:pt x="414338" y="571500"/>
                </a:lnTo>
                <a:lnTo>
                  <a:pt x="409575" y="576263"/>
                </a:lnTo>
                <a:lnTo>
                  <a:pt x="404813" y="581025"/>
                </a:lnTo>
                <a:lnTo>
                  <a:pt x="395288" y="581025"/>
                </a:lnTo>
                <a:lnTo>
                  <a:pt x="385763" y="581025"/>
                </a:lnTo>
                <a:lnTo>
                  <a:pt x="376238" y="581025"/>
                </a:lnTo>
                <a:lnTo>
                  <a:pt x="366713" y="581025"/>
                </a:lnTo>
                <a:lnTo>
                  <a:pt x="361950" y="585788"/>
                </a:lnTo>
                <a:lnTo>
                  <a:pt x="357188" y="590550"/>
                </a:lnTo>
                <a:lnTo>
                  <a:pt x="352425" y="595313"/>
                </a:lnTo>
                <a:lnTo>
                  <a:pt x="347663" y="600075"/>
                </a:lnTo>
                <a:lnTo>
                  <a:pt x="338138" y="600075"/>
                </a:lnTo>
                <a:lnTo>
                  <a:pt x="328613" y="600075"/>
                </a:lnTo>
                <a:lnTo>
                  <a:pt x="319088" y="600075"/>
                </a:lnTo>
                <a:lnTo>
                  <a:pt x="309563" y="600075"/>
                </a:lnTo>
                <a:lnTo>
                  <a:pt x="300038" y="600075"/>
                </a:lnTo>
                <a:lnTo>
                  <a:pt x="290513" y="600075"/>
                </a:lnTo>
                <a:lnTo>
                  <a:pt x="280988" y="600075"/>
                </a:lnTo>
                <a:lnTo>
                  <a:pt x="271463" y="600075"/>
                </a:lnTo>
                <a:lnTo>
                  <a:pt x="261938" y="600075"/>
                </a:lnTo>
                <a:lnTo>
                  <a:pt x="257175" y="595313"/>
                </a:lnTo>
                <a:lnTo>
                  <a:pt x="252413" y="590550"/>
                </a:lnTo>
                <a:lnTo>
                  <a:pt x="242888" y="590550"/>
                </a:lnTo>
                <a:lnTo>
                  <a:pt x="233363" y="590550"/>
                </a:lnTo>
                <a:lnTo>
                  <a:pt x="223838" y="590550"/>
                </a:lnTo>
                <a:lnTo>
                  <a:pt x="219075" y="585788"/>
                </a:lnTo>
                <a:lnTo>
                  <a:pt x="214313" y="581025"/>
                </a:lnTo>
                <a:lnTo>
                  <a:pt x="204788" y="581025"/>
                </a:lnTo>
                <a:lnTo>
                  <a:pt x="200025" y="576263"/>
                </a:lnTo>
                <a:lnTo>
                  <a:pt x="195263" y="571500"/>
                </a:lnTo>
                <a:lnTo>
                  <a:pt x="185738" y="571500"/>
                </a:lnTo>
                <a:lnTo>
                  <a:pt x="176213" y="571500"/>
                </a:lnTo>
                <a:lnTo>
                  <a:pt x="171450" y="566738"/>
                </a:lnTo>
                <a:lnTo>
                  <a:pt x="166688" y="561975"/>
                </a:lnTo>
                <a:lnTo>
                  <a:pt x="157163" y="561975"/>
                </a:lnTo>
                <a:lnTo>
                  <a:pt x="147638" y="561975"/>
                </a:lnTo>
                <a:lnTo>
                  <a:pt x="142875" y="557213"/>
                </a:lnTo>
                <a:lnTo>
                  <a:pt x="138113" y="552450"/>
                </a:lnTo>
                <a:lnTo>
                  <a:pt x="133350" y="547688"/>
                </a:lnTo>
                <a:lnTo>
                  <a:pt x="128588" y="542925"/>
                </a:lnTo>
                <a:lnTo>
                  <a:pt x="123825" y="538163"/>
                </a:lnTo>
                <a:lnTo>
                  <a:pt x="119063" y="533400"/>
                </a:lnTo>
                <a:lnTo>
                  <a:pt x="114300" y="528638"/>
                </a:lnTo>
                <a:lnTo>
                  <a:pt x="109538" y="523875"/>
                </a:lnTo>
                <a:lnTo>
                  <a:pt x="104775" y="519113"/>
                </a:lnTo>
                <a:lnTo>
                  <a:pt x="100013" y="514350"/>
                </a:lnTo>
                <a:lnTo>
                  <a:pt x="90488" y="514350"/>
                </a:lnTo>
                <a:lnTo>
                  <a:pt x="85725" y="509588"/>
                </a:lnTo>
                <a:lnTo>
                  <a:pt x="80963" y="504825"/>
                </a:lnTo>
                <a:lnTo>
                  <a:pt x="76200" y="500063"/>
                </a:lnTo>
                <a:lnTo>
                  <a:pt x="71438" y="495300"/>
                </a:lnTo>
                <a:lnTo>
                  <a:pt x="61913" y="495300"/>
                </a:lnTo>
                <a:lnTo>
                  <a:pt x="57150" y="490538"/>
                </a:lnTo>
                <a:lnTo>
                  <a:pt x="57150" y="481013"/>
                </a:lnTo>
                <a:lnTo>
                  <a:pt x="52388" y="476250"/>
                </a:lnTo>
                <a:lnTo>
                  <a:pt x="47625" y="471488"/>
                </a:lnTo>
                <a:lnTo>
                  <a:pt x="47625" y="461963"/>
                </a:lnTo>
                <a:lnTo>
                  <a:pt x="42863" y="457200"/>
                </a:lnTo>
                <a:lnTo>
                  <a:pt x="38100" y="452438"/>
                </a:lnTo>
                <a:lnTo>
                  <a:pt x="38100" y="442913"/>
                </a:lnTo>
                <a:lnTo>
                  <a:pt x="33338" y="438150"/>
                </a:lnTo>
                <a:lnTo>
                  <a:pt x="28575" y="433388"/>
                </a:lnTo>
                <a:lnTo>
                  <a:pt x="28575" y="423863"/>
                </a:lnTo>
                <a:lnTo>
                  <a:pt x="28575" y="414338"/>
                </a:lnTo>
                <a:lnTo>
                  <a:pt x="28575" y="404813"/>
                </a:lnTo>
                <a:lnTo>
                  <a:pt x="28575" y="395288"/>
                </a:lnTo>
                <a:lnTo>
                  <a:pt x="23813" y="390525"/>
                </a:lnTo>
                <a:lnTo>
                  <a:pt x="19050" y="385763"/>
                </a:lnTo>
                <a:lnTo>
                  <a:pt x="19050" y="376238"/>
                </a:lnTo>
                <a:lnTo>
                  <a:pt x="14288" y="371475"/>
                </a:lnTo>
                <a:lnTo>
                  <a:pt x="9525" y="366713"/>
                </a:lnTo>
                <a:lnTo>
                  <a:pt x="4763" y="361950"/>
                </a:lnTo>
                <a:lnTo>
                  <a:pt x="0" y="357188"/>
                </a:lnTo>
                <a:lnTo>
                  <a:pt x="0" y="347663"/>
                </a:lnTo>
                <a:lnTo>
                  <a:pt x="0" y="338138"/>
                </a:lnTo>
                <a:lnTo>
                  <a:pt x="0" y="328613"/>
                </a:lnTo>
                <a:lnTo>
                  <a:pt x="4763" y="323850"/>
                </a:lnTo>
                <a:lnTo>
                  <a:pt x="9525" y="319088"/>
                </a:lnTo>
                <a:lnTo>
                  <a:pt x="4763" y="314325"/>
                </a:lnTo>
                <a:lnTo>
                  <a:pt x="0" y="309563"/>
                </a:lnTo>
                <a:lnTo>
                  <a:pt x="4763" y="304800"/>
                </a:lnTo>
                <a:lnTo>
                  <a:pt x="9525" y="300038"/>
                </a:lnTo>
                <a:lnTo>
                  <a:pt x="9525" y="290513"/>
                </a:lnTo>
                <a:lnTo>
                  <a:pt x="9525" y="280988"/>
                </a:lnTo>
                <a:lnTo>
                  <a:pt x="14288" y="276225"/>
                </a:lnTo>
                <a:lnTo>
                  <a:pt x="19050" y="271463"/>
                </a:lnTo>
                <a:lnTo>
                  <a:pt x="19050" y="261938"/>
                </a:lnTo>
                <a:lnTo>
                  <a:pt x="23813" y="257175"/>
                </a:lnTo>
                <a:lnTo>
                  <a:pt x="28575" y="252413"/>
                </a:lnTo>
                <a:lnTo>
                  <a:pt x="28575" y="242888"/>
                </a:lnTo>
                <a:lnTo>
                  <a:pt x="28575" y="233363"/>
                </a:lnTo>
                <a:lnTo>
                  <a:pt x="33338" y="228600"/>
                </a:lnTo>
                <a:lnTo>
                  <a:pt x="38100" y="223838"/>
                </a:lnTo>
                <a:lnTo>
                  <a:pt x="38100" y="214313"/>
                </a:lnTo>
                <a:lnTo>
                  <a:pt x="42863" y="209550"/>
                </a:lnTo>
                <a:lnTo>
                  <a:pt x="47625" y="204788"/>
                </a:lnTo>
                <a:lnTo>
                  <a:pt x="47625" y="195263"/>
                </a:lnTo>
                <a:lnTo>
                  <a:pt x="52388" y="190500"/>
                </a:lnTo>
                <a:lnTo>
                  <a:pt x="57150" y="185738"/>
                </a:lnTo>
                <a:lnTo>
                  <a:pt x="57150" y="176213"/>
                </a:lnTo>
                <a:lnTo>
                  <a:pt x="61913" y="171450"/>
                </a:lnTo>
                <a:lnTo>
                  <a:pt x="66675" y="166688"/>
                </a:lnTo>
                <a:lnTo>
                  <a:pt x="66675" y="157163"/>
                </a:lnTo>
                <a:lnTo>
                  <a:pt x="71438" y="152400"/>
                </a:lnTo>
                <a:lnTo>
                  <a:pt x="76200" y="147638"/>
                </a:lnTo>
                <a:lnTo>
                  <a:pt x="76200" y="138113"/>
                </a:lnTo>
                <a:lnTo>
                  <a:pt x="80963" y="133350"/>
                </a:lnTo>
                <a:lnTo>
                  <a:pt x="85725" y="128588"/>
                </a:lnTo>
                <a:lnTo>
                  <a:pt x="85725" y="119063"/>
                </a:lnTo>
                <a:lnTo>
                  <a:pt x="90488" y="114300"/>
                </a:lnTo>
                <a:lnTo>
                  <a:pt x="95250" y="109538"/>
                </a:lnTo>
                <a:lnTo>
                  <a:pt x="95250" y="100013"/>
                </a:lnTo>
                <a:lnTo>
                  <a:pt x="100013" y="95250"/>
                </a:lnTo>
                <a:lnTo>
                  <a:pt x="104775" y="90488"/>
                </a:lnTo>
                <a:lnTo>
                  <a:pt x="104775" y="80963"/>
                </a:lnTo>
                <a:lnTo>
                  <a:pt x="109538" y="76200"/>
                </a:lnTo>
                <a:lnTo>
                  <a:pt x="114300" y="71438"/>
                </a:lnTo>
                <a:lnTo>
                  <a:pt x="119063" y="66675"/>
                </a:lnTo>
                <a:lnTo>
                  <a:pt x="123825" y="61913"/>
                </a:lnTo>
                <a:lnTo>
                  <a:pt x="128588" y="57150"/>
                </a:lnTo>
                <a:lnTo>
                  <a:pt x="133350" y="52388"/>
                </a:lnTo>
                <a:lnTo>
                  <a:pt x="138113" y="47625"/>
                </a:lnTo>
                <a:lnTo>
                  <a:pt x="147638" y="47625"/>
                </a:lnTo>
                <a:lnTo>
                  <a:pt x="152400" y="42863"/>
                </a:lnTo>
                <a:lnTo>
                  <a:pt x="157163" y="38100"/>
                </a:lnTo>
                <a:lnTo>
                  <a:pt x="166688" y="38100"/>
                </a:lnTo>
                <a:lnTo>
                  <a:pt x="171450" y="33338"/>
                </a:lnTo>
                <a:lnTo>
                  <a:pt x="176213" y="28575"/>
                </a:lnTo>
                <a:lnTo>
                  <a:pt x="185738" y="28575"/>
                </a:lnTo>
                <a:lnTo>
                  <a:pt x="195263" y="28575"/>
                </a:lnTo>
                <a:lnTo>
                  <a:pt x="204788" y="28575"/>
                </a:lnTo>
                <a:lnTo>
                  <a:pt x="209550" y="23813"/>
                </a:lnTo>
                <a:lnTo>
                  <a:pt x="214313" y="19050"/>
                </a:lnTo>
                <a:lnTo>
                  <a:pt x="223838" y="19050"/>
                </a:lnTo>
                <a:lnTo>
                  <a:pt x="233363" y="19050"/>
                </a:lnTo>
                <a:lnTo>
                  <a:pt x="238125" y="14288"/>
                </a:lnTo>
                <a:lnTo>
                  <a:pt x="242888" y="9525"/>
                </a:lnTo>
                <a:lnTo>
                  <a:pt x="252413" y="9525"/>
                </a:lnTo>
                <a:lnTo>
                  <a:pt x="257175" y="4763"/>
                </a:lnTo>
                <a:close/>
              </a:path>
            </a:pathLst>
          </a:custGeom>
          <a:solidFill xmlns:a="http://schemas.openxmlformats.org/drawingml/2006/main">
            <a:srgbClr val="DADADA"/>
          </a:solidFill>
          <a:ln xmlns:a="http://schemas.openxmlformats.org/drawingml/2006/main" w="0">
            <a:noFill/>
            <a:prstDash val="solid"/>
          </a:ln>
        </p:spPr>
      </p:sp>
      <p:sp>
        <p:nvSpPr>
          <p:cNvPr id="265" name="deep-skill-chaining-source-component-4-gradient-220-0">
            <a:extLst xmlns:a="http://schemas.openxmlformats.org/drawingml/2006/main">
              <a:ext uri="{FF2B5EF4-FFF2-40B4-BE49-F238E27FC236}">
                <a16:creationId xmlns:a16="http://schemas.microsoft.com/office/drawing/2014/main" id="{44CDF384-7FB6-4C0A-B7B1-966171094E50}"/>
              </a:ext>
            </a:extLst>
          </p:cNvPr>
          <p:cNvSpPr>
            <a:spLocks xmlns:a="http://schemas.openxmlformats.org/drawingml/2006/main" noGrp="1"/>
          </p:cNvSpPr>
          <p:nvPr/>
        </p:nvSpPr>
        <p:spPr>
          <a:xfrm xmlns:a="http://schemas.openxmlformats.org/drawingml/2006/main" rot="0">
            <a:off x="9220200" y="1895475"/>
            <a:ext cx="571500" cy="552450"/>
          </a:xfrm>
          <a:custGeom xmlns:a="http://schemas.openxmlformats.org/drawingml/2006/main">
            <a:pathLst>
              <a:path w="571500" h="552450">
                <a:moveTo>
                  <a:pt x="219075" y="4763"/>
                </a:move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1475" y="4763"/>
                </a:lnTo>
                <a:lnTo>
                  <a:pt x="376238" y="9525"/>
                </a:lnTo>
                <a:lnTo>
                  <a:pt x="385763" y="9525"/>
                </a:lnTo>
                <a:lnTo>
                  <a:pt x="390525" y="14288"/>
                </a:lnTo>
                <a:lnTo>
                  <a:pt x="395288" y="19050"/>
                </a:lnTo>
                <a:lnTo>
                  <a:pt x="404813" y="19050"/>
                </a:lnTo>
                <a:lnTo>
                  <a:pt x="409575" y="23813"/>
                </a:lnTo>
                <a:lnTo>
                  <a:pt x="414338" y="28575"/>
                </a:lnTo>
                <a:lnTo>
                  <a:pt x="423863" y="28575"/>
                </a:lnTo>
                <a:lnTo>
                  <a:pt x="428625" y="33338"/>
                </a:lnTo>
                <a:lnTo>
                  <a:pt x="433388" y="38100"/>
                </a:lnTo>
                <a:lnTo>
                  <a:pt x="438150" y="42863"/>
                </a:lnTo>
                <a:lnTo>
                  <a:pt x="442913" y="47625"/>
                </a:lnTo>
                <a:lnTo>
                  <a:pt x="452438" y="47625"/>
                </a:lnTo>
                <a:lnTo>
                  <a:pt x="457200" y="52388"/>
                </a:lnTo>
                <a:lnTo>
                  <a:pt x="461963" y="57150"/>
                </a:lnTo>
                <a:lnTo>
                  <a:pt x="471488" y="57150"/>
                </a:lnTo>
                <a:lnTo>
                  <a:pt x="481013" y="57150"/>
                </a:lnTo>
                <a:lnTo>
                  <a:pt x="485775" y="61913"/>
                </a:lnTo>
                <a:lnTo>
                  <a:pt x="485775" y="71438"/>
                </a:lnTo>
                <a:lnTo>
                  <a:pt x="490538" y="76200"/>
                </a:lnTo>
                <a:lnTo>
                  <a:pt x="495300" y="80963"/>
                </a:lnTo>
                <a:lnTo>
                  <a:pt x="500063" y="85725"/>
                </a:lnTo>
                <a:lnTo>
                  <a:pt x="504825" y="90488"/>
                </a:lnTo>
                <a:lnTo>
                  <a:pt x="504825" y="100013"/>
                </a:lnTo>
                <a:lnTo>
                  <a:pt x="509588" y="104775"/>
                </a:lnTo>
                <a:lnTo>
                  <a:pt x="514350" y="109538"/>
                </a:lnTo>
                <a:lnTo>
                  <a:pt x="519113" y="114300"/>
                </a:lnTo>
                <a:lnTo>
                  <a:pt x="523875" y="119063"/>
                </a:lnTo>
                <a:lnTo>
                  <a:pt x="523875" y="128588"/>
                </a:lnTo>
                <a:lnTo>
                  <a:pt x="528638" y="133350"/>
                </a:lnTo>
                <a:lnTo>
                  <a:pt x="533400" y="138113"/>
                </a:lnTo>
                <a:lnTo>
                  <a:pt x="538163" y="142875"/>
                </a:lnTo>
                <a:lnTo>
                  <a:pt x="542925" y="147638"/>
                </a:lnTo>
                <a:lnTo>
                  <a:pt x="542925" y="157163"/>
                </a:lnTo>
                <a:lnTo>
                  <a:pt x="542925" y="166688"/>
                </a:lnTo>
                <a:lnTo>
                  <a:pt x="547688" y="171450"/>
                </a:lnTo>
                <a:lnTo>
                  <a:pt x="552450" y="176213"/>
                </a:lnTo>
                <a:lnTo>
                  <a:pt x="552450" y="185738"/>
                </a:lnTo>
                <a:lnTo>
                  <a:pt x="552450" y="195263"/>
                </a:lnTo>
                <a:lnTo>
                  <a:pt x="552450" y="204788"/>
                </a:lnTo>
                <a:lnTo>
                  <a:pt x="557213" y="209550"/>
                </a:lnTo>
                <a:lnTo>
                  <a:pt x="561975" y="214313"/>
                </a:lnTo>
                <a:lnTo>
                  <a:pt x="561975" y="223838"/>
                </a:lnTo>
                <a:lnTo>
                  <a:pt x="566738" y="228600"/>
                </a:lnTo>
                <a:lnTo>
                  <a:pt x="571500" y="233363"/>
                </a:lnTo>
                <a:lnTo>
                  <a:pt x="571500" y="242888"/>
                </a:lnTo>
                <a:lnTo>
                  <a:pt x="571500" y="252413"/>
                </a:lnTo>
                <a:lnTo>
                  <a:pt x="571500" y="261938"/>
                </a:lnTo>
                <a:lnTo>
                  <a:pt x="566738" y="266700"/>
                </a:lnTo>
                <a:lnTo>
                  <a:pt x="561975" y="271463"/>
                </a:lnTo>
                <a:lnTo>
                  <a:pt x="561975" y="280988"/>
                </a:lnTo>
                <a:lnTo>
                  <a:pt x="557213" y="285750"/>
                </a:lnTo>
                <a:lnTo>
                  <a:pt x="552450" y="290513"/>
                </a:lnTo>
                <a:lnTo>
                  <a:pt x="552450" y="300038"/>
                </a:lnTo>
                <a:lnTo>
                  <a:pt x="552450" y="309563"/>
                </a:lnTo>
                <a:lnTo>
                  <a:pt x="547688" y="314325"/>
                </a:lnTo>
                <a:lnTo>
                  <a:pt x="542925" y="319088"/>
                </a:lnTo>
                <a:lnTo>
                  <a:pt x="542925" y="328613"/>
                </a:lnTo>
                <a:lnTo>
                  <a:pt x="538163" y="333375"/>
                </a:lnTo>
                <a:lnTo>
                  <a:pt x="533400" y="338138"/>
                </a:lnTo>
                <a:lnTo>
                  <a:pt x="533400" y="347663"/>
                </a:lnTo>
                <a:lnTo>
                  <a:pt x="533400" y="357188"/>
                </a:lnTo>
                <a:lnTo>
                  <a:pt x="528638" y="361950"/>
                </a:lnTo>
                <a:lnTo>
                  <a:pt x="523875" y="366713"/>
                </a:lnTo>
                <a:lnTo>
                  <a:pt x="523875" y="376238"/>
                </a:lnTo>
                <a:lnTo>
                  <a:pt x="519113" y="381000"/>
                </a:lnTo>
                <a:lnTo>
                  <a:pt x="514350" y="385763"/>
                </a:lnTo>
                <a:lnTo>
                  <a:pt x="514350" y="395288"/>
                </a:lnTo>
                <a:lnTo>
                  <a:pt x="509588" y="400050"/>
                </a:lnTo>
                <a:lnTo>
                  <a:pt x="504825" y="404813"/>
                </a:lnTo>
                <a:lnTo>
                  <a:pt x="504825" y="414338"/>
                </a:lnTo>
                <a:lnTo>
                  <a:pt x="500063" y="419100"/>
                </a:lnTo>
                <a:lnTo>
                  <a:pt x="495300" y="423863"/>
                </a:lnTo>
                <a:lnTo>
                  <a:pt x="490538" y="428625"/>
                </a:lnTo>
                <a:lnTo>
                  <a:pt x="485775" y="433388"/>
                </a:lnTo>
                <a:lnTo>
                  <a:pt x="485775" y="442913"/>
                </a:lnTo>
                <a:lnTo>
                  <a:pt x="481013" y="447675"/>
                </a:lnTo>
                <a:lnTo>
                  <a:pt x="476250" y="452438"/>
                </a:lnTo>
                <a:lnTo>
                  <a:pt x="476250" y="461963"/>
                </a:lnTo>
                <a:lnTo>
                  <a:pt x="471488" y="466725"/>
                </a:lnTo>
                <a:lnTo>
                  <a:pt x="466725" y="471488"/>
                </a:lnTo>
                <a:lnTo>
                  <a:pt x="466725" y="481013"/>
                </a:lnTo>
                <a:lnTo>
                  <a:pt x="461963" y="485775"/>
                </a:lnTo>
                <a:lnTo>
                  <a:pt x="452438" y="485775"/>
                </a:lnTo>
                <a:lnTo>
                  <a:pt x="447675" y="490538"/>
                </a:lnTo>
                <a:lnTo>
                  <a:pt x="447675" y="500063"/>
                </a:lnTo>
                <a:lnTo>
                  <a:pt x="442913" y="504825"/>
                </a:lnTo>
                <a:lnTo>
                  <a:pt x="438150" y="509588"/>
                </a:lnTo>
                <a:lnTo>
                  <a:pt x="433388" y="514350"/>
                </a:lnTo>
                <a:lnTo>
                  <a:pt x="428625" y="519113"/>
                </a:lnTo>
                <a:lnTo>
                  <a:pt x="423863" y="523875"/>
                </a:lnTo>
                <a:lnTo>
                  <a:pt x="414338" y="523875"/>
                </a:lnTo>
                <a:lnTo>
                  <a:pt x="404813" y="523875"/>
                </a:lnTo>
                <a:lnTo>
                  <a:pt x="400050" y="528638"/>
                </a:lnTo>
                <a:lnTo>
                  <a:pt x="395288" y="533400"/>
                </a:lnTo>
                <a:lnTo>
                  <a:pt x="385763" y="533400"/>
                </a:lnTo>
                <a:lnTo>
                  <a:pt x="376238" y="533400"/>
                </a:lnTo>
                <a:lnTo>
                  <a:pt x="366713" y="533400"/>
                </a:lnTo>
                <a:lnTo>
                  <a:pt x="361950" y="538163"/>
                </a:lnTo>
                <a:lnTo>
                  <a:pt x="357188" y="542925"/>
                </a:lnTo>
                <a:lnTo>
                  <a:pt x="347663" y="542925"/>
                </a:lnTo>
                <a:lnTo>
                  <a:pt x="342900" y="547688"/>
                </a:lnTo>
                <a:lnTo>
                  <a:pt x="338138" y="552450"/>
                </a:lnTo>
                <a:lnTo>
                  <a:pt x="328613" y="552450"/>
                </a:lnTo>
                <a:lnTo>
                  <a:pt x="319088" y="552450"/>
                </a:lnTo>
                <a:lnTo>
                  <a:pt x="309563" y="552450"/>
                </a:lnTo>
                <a:lnTo>
                  <a:pt x="300038" y="552450"/>
                </a:lnTo>
                <a:lnTo>
                  <a:pt x="290513" y="552450"/>
                </a:lnTo>
                <a:lnTo>
                  <a:pt x="280988" y="552450"/>
                </a:lnTo>
                <a:lnTo>
                  <a:pt x="271463" y="552450"/>
                </a:lnTo>
                <a:lnTo>
                  <a:pt x="261938" y="552450"/>
                </a:lnTo>
                <a:lnTo>
                  <a:pt x="252413" y="552450"/>
                </a:lnTo>
                <a:lnTo>
                  <a:pt x="242888" y="552450"/>
                </a:lnTo>
                <a:lnTo>
                  <a:pt x="233363" y="552450"/>
                </a:lnTo>
                <a:lnTo>
                  <a:pt x="223838" y="552450"/>
                </a:lnTo>
                <a:lnTo>
                  <a:pt x="219075" y="547688"/>
                </a:lnTo>
                <a:lnTo>
                  <a:pt x="214313" y="542925"/>
                </a:lnTo>
                <a:lnTo>
                  <a:pt x="209550" y="538163"/>
                </a:lnTo>
                <a:lnTo>
                  <a:pt x="204788" y="533400"/>
                </a:lnTo>
                <a:lnTo>
                  <a:pt x="195263" y="533400"/>
                </a:lnTo>
                <a:lnTo>
                  <a:pt x="185738" y="533400"/>
                </a:lnTo>
                <a:lnTo>
                  <a:pt x="176213" y="533400"/>
                </a:lnTo>
                <a:lnTo>
                  <a:pt x="171450" y="528638"/>
                </a:lnTo>
                <a:lnTo>
                  <a:pt x="166688" y="523875"/>
                </a:lnTo>
                <a:lnTo>
                  <a:pt x="157163" y="523875"/>
                </a:lnTo>
                <a:lnTo>
                  <a:pt x="152400" y="519113"/>
                </a:lnTo>
                <a:lnTo>
                  <a:pt x="147638" y="514350"/>
                </a:lnTo>
                <a:lnTo>
                  <a:pt x="142875" y="509588"/>
                </a:lnTo>
                <a:lnTo>
                  <a:pt x="138113" y="504825"/>
                </a:lnTo>
                <a:lnTo>
                  <a:pt x="133350" y="500063"/>
                </a:lnTo>
                <a:lnTo>
                  <a:pt x="128588" y="495300"/>
                </a:lnTo>
                <a:lnTo>
                  <a:pt x="123825" y="490538"/>
                </a:lnTo>
                <a:lnTo>
                  <a:pt x="119063" y="485775"/>
                </a:lnTo>
                <a:lnTo>
                  <a:pt x="109538" y="485775"/>
                </a:lnTo>
                <a:lnTo>
                  <a:pt x="104775" y="481013"/>
                </a:lnTo>
                <a:lnTo>
                  <a:pt x="100013" y="476250"/>
                </a:lnTo>
                <a:lnTo>
                  <a:pt x="90488" y="476250"/>
                </a:lnTo>
                <a:lnTo>
                  <a:pt x="85725" y="471488"/>
                </a:lnTo>
                <a:lnTo>
                  <a:pt x="80963" y="466725"/>
                </a:lnTo>
                <a:lnTo>
                  <a:pt x="71438" y="466725"/>
                </a:lnTo>
                <a:lnTo>
                  <a:pt x="66675" y="461963"/>
                </a:lnTo>
                <a:lnTo>
                  <a:pt x="66675" y="452438"/>
                </a:lnTo>
                <a:lnTo>
                  <a:pt x="61913" y="447675"/>
                </a:lnTo>
                <a:lnTo>
                  <a:pt x="57150" y="442913"/>
                </a:lnTo>
                <a:lnTo>
                  <a:pt x="52388" y="438150"/>
                </a:lnTo>
                <a:lnTo>
                  <a:pt x="47625" y="433388"/>
                </a:lnTo>
                <a:lnTo>
                  <a:pt x="47625" y="423863"/>
                </a:lnTo>
                <a:lnTo>
                  <a:pt x="47625" y="414338"/>
                </a:lnTo>
                <a:lnTo>
                  <a:pt x="42863" y="409575"/>
                </a:lnTo>
                <a:lnTo>
                  <a:pt x="38100" y="404813"/>
                </a:lnTo>
                <a:lnTo>
                  <a:pt x="38100" y="395288"/>
                </a:lnTo>
                <a:lnTo>
                  <a:pt x="38100" y="385763"/>
                </a:lnTo>
                <a:lnTo>
                  <a:pt x="38100" y="376238"/>
                </a:lnTo>
                <a:lnTo>
                  <a:pt x="33338" y="371475"/>
                </a:lnTo>
                <a:lnTo>
                  <a:pt x="28575" y="366713"/>
                </a:lnTo>
                <a:lnTo>
                  <a:pt x="28575" y="357188"/>
                </a:lnTo>
                <a:lnTo>
                  <a:pt x="23813" y="352425"/>
                </a:lnTo>
                <a:lnTo>
                  <a:pt x="19050" y="347663"/>
                </a:lnTo>
                <a:lnTo>
                  <a:pt x="19050" y="338138"/>
                </a:lnTo>
                <a:lnTo>
                  <a:pt x="14288" y="333375"/>
                </a:lnTo>
                <a:lnTo>
                  <a:pt x="9525" y="328613"/>
                </a:lnTo>
                <a:lnTo>
                  <a:pt x="9525" y="319088"/>
                </a:lnTo>
                <a:lnTo>
                  <a:pt x="4763" y="314325"/>
                </a:lnTo>
                <a:lnTo>
                  <a:pt x="0" y="309563"/>
                </a:lnTo>
                <a:lnTo>
                  <a:pt x="0" y="300038"/>
                </a:lnTo>
                <a:lnTo>
                  <a:pt x="0" y="290513"/>
                </a:lnTo>
                <a:lnTo>
                  <a:pt x="4763" y="285750"/>
                </a:lnTo>
                <a:lnTo>
                  <a:pt x="9525" y="280988"/>
                </a:lnTo>
                <a:lnTo>
                  <a:pt x="9525" y="271463"/>
                </a:lnTo>
                <a:lnTo>
                  <a:pt x="9525" y="261938"/>
                </a:lnTo>
                <a:lnTo>
                  <a:pt x="9525" y="252413"/>
                </a:lnTo>
                <a:lnTo>
                  <a:pt x="9525" y="242888"/>
                </a:lnTo>
                <a:lnTo>
                  <a:pt x="14288" y="238125"/>
                </a:lnTo>
                <a:lnTo>
                  <a:pt x="19050" y="233363"/>
                </a:lnTo>
                <a:lnTo>
                  <a:pt x="19050" y="223838"/>
                </a:lnTo>
                <a:lnTo>
                  <a:pt x="19050" y="214313"/>
                </a:lnTo>
                <a:lnTo>
                  <a:pt x="23813" y="209550"/>
                </a:lnTo>
                <a:lnTo>
                  <a:pt x="28575" y="204788"/>
                </a:lnTo>
                <a:lnTo>
                  <a:pt x="28575" y="195263"/>
                </a:lnTo>
                <a:lnTo>
                  <a:pt x="28575" y="185738"/>
                </a:lnTo>
                <a:lnTo>
                  <a:pt x="33338" y="180975"/>
                </a:lnTo>
                <a:lnTo>
                  <a:pt x="38100" y="176213"/>
                </a:lnTo>
                <a:lnTo>
                  <a:pt x="38100" y="166688"/>
                </a:lnTo>
                <a:lnTo>
                  <a:pt x="42863" y="161925"/>
                </a:lnTo>
                <a:lnTo>
                  <a:pt x="47625" y="157163"/>
                </a:lnTo>
                <a:lnTo>
                  <a:pt x="47625" y="147638"/>
                </a:lnTo>
                <a:lnTo>
                  <a:pt x="52388" y="142875"/>
                </a:lnTo>
                <a:lnTo>
                  <a:pt x="57150" y="138113"/>
                </a:lnTo>
                <a:lnTo>
                  <a:pt x="57150" y="128588"/>
                </a:lnTo>
                <a:lnTo>
                  <a:pt x="61913" y="123825"/>
                </a:lnTo>
                <a:lnTo>
                  <a:pt x="66675" y="119063"/>
                </a:lnTo>
                <a:lnTo>
                  <a:pt x="66675" y="109538"/>
                </a:lnTo>
                <a:lnTo>
                  <a:pt x="71438" y="104775"/>
                </a:lnTo>
                <a:lnTo>
                  <a:pt x="76200" y="100013"/>
                </a:lnTo>
                <a:lnTo>
                  <a:pt x="80963" y="95250"/>
                </a:lnTo>
                <a:lnTo>
                  <a:pt x="85725" y="90488"/>
                </a:lnTo>
                <a:lnTo>
                  <a:pt x="85725" y="80963"/>
                </a:lnTo>
                <a:lnTo>
                  <a:pt x="90488" y="76200"/>
                </a:lnTo>
                <a:lnTo>
                  <a:pt x="95250" y="71438"/>
                </a:lnTo>
                <a:lnTo>
                  <a:pt x="100013" y="66675"/>
                </a:lnTo>
                <a:lnTo>
                  <a:pt x="104775" y="61913"/>
                </a:lnTo>
                <a:lnTo>
                  <a:pt x="109538" y="57150"/>
                </a:lnTo>
                <a:lnTo>
                  <a:pt x="114300" y="52388"/>
                </a:lnTo>
                <a:lnTo>
                  <a:pt x="119063" y="47625"/>
                </a:lnTo>
                <a:lnTo>
                  <a:pt x="123825" y="42863"/>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19075" y="4763"/>
                </a:lnTo>
                <a:close/>
              </a:path>
            </a:pathLst>
          </a:custGeom>
          <a:solidFill xmlns:a="http://schemas.openxmlformats.org/drawingml/2006/main">
            <a:srgbClr val="DCDCDC"/>
          </a:solidFill>
          <a:ln xmlns:a="http://schemas.openxmlformats.org/drawingml/2006/main" w="0">
            <a:noFill/>
            <a:prstDash val="solid"/>
          </a:ln>
        </p:spPr>
      </p:sp>
      <p:sp>
        <p:nvSpPr>
          <p:cNvPr id="266" name="deep-skill-chaining-source-component-4-gradient-222-0">
            <a:extLst xmlns:a="http://schemas.openxmlformats.org/drawingml/2006/main">
              <a:ext uri="{FF2B5EF4-FFF2-40B4-BE49-F238E27FC236}">
                <a16:creationId xmlns:a16="http://schemas.microsoft.com/office/drawing/2014/main" id="{C88317F5-8EDA-43C0-A176-EB425C5EFD0F}"/>
              </a:ext>
            </a:extLst>
          </p:cNvPr>
          <p:cNvSpPr>
            <a:spLocks xmlns:a="http://schemas.openxmlformats.org/drawingml/2006/main" noGrp="1"/>
          </p:cNvSpPr>
          <p:nvPr/>
        </p:nvSpPr>
        <p:spPr>
          <a:xfrm xmlns:a="http://schemas.openxmlformats.org/drawingml/2006/main" rot="0">
            <a:off x="9239250" y="1905000"/>
            <a:ext cx="542925" cy="533400"/>
          </a:xfrm>
          <a:custGeom xmlns:a="http://schemas.openxmlformats.org/drawingml/2006/main">
            <a:pathLst>
              <a:path w="542925" h="533400">
                <a:moveTo>
                  <a:pt x="238125" y="4763"/>
                </a:moveTo>
                <a:lnTo>
                  <a:pt x="242888" y="0"/>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2425" y="14288"/>
                </a:lnTo>
                <a:lnTo>
                  <a:pt x="357188" y="19050"/>
                </a:lnTo>
                <a:lnTo>
                  <a:pt x="361950" y="23813"/>
                </a:lnTo>
                <a:lnTo>
                  <a:pt x="366713" y="28575"/>
                </a:lnTo>
                <a:lnTo>
                  <a:pt x="376238" y="28575"/>
                </a:lnTo>
                <a:lnTo>
                  <a:pt x="381000" y="33338"/>
                </a:lnTo>
                <a:lnTo>
                  <a:pt x="385763" y="38100"/>
                </a:lnTo>
                <a:lnTo>
                  <a:pt x="395288" y="38100"/>
                </a:lnTo>
                <a:lnTo>
                  <a:pt x="404813" y="38100"/>
                </a:lnTo>
                <a:lnTo>
                  <a:pt x="414338" y="38100"/>
                </a:lnTo>
                <a:lnTo>
                  <a:pt x="419100" y="42863"/>
                </a:lnTo>
                <a:lnTo>
                  <a:pt x="423863" y="47625"/>
                </a:lnTo>
                <a:lnTo>
                  <a:pt x="433388" y="47625"/>
                </a:lnTo>
                <a:lnTo>
                  <a:pt x="438150" y="52388"/>
                </a:lnTo>
                <a:lnTo>
                  <a:pt x="442913" y="57150"/>
                </a:lnTo>
                <a:lnTo>
                  <a:pt x="447675" y="61913"/>
                </a:lnTo>
                <a:lnTo>
                  <a:pt x="452438" y="66675"/>
                </a:lnTo>
                <a:lnTo>
                  <a:pt x="457200" y="71438"/>
                </a:lnTo>
                <a:lnTo>
                  <a:pt x="461963" y="76200"/>
                </a:lnTo>
                <a:lnTo>
                  <a:pt x="466725" y="80963"/>
                </a:lnTo>
                <a:lnTo>
                  <a:pt x="466725" y="90488"/>
                </a:lnTo>
                <a:lnTo>
                  <a:pt x="471488" y="95250"/>
                </a:lnTo>
                <a:lnTo>
                  <a:pt x="476250" y="100013"/>
                </a:lnTo>
                <a:lnTo>
                  <a:pt x="481013" y="104775"/>
                </a:lnTo>
                <a:lnTo>
                  <a:pt x="485775" y="109538"/>
                </a:lnTo>
                <a:lnTo>
                  <a:pt x="485775" y="119063"/>
                </a:lnTo>
                <a:lnTo>
                  <a:pt x="490538" y="123825"/>
                </a:lnTo>
                <a:lnTo>
                  <a:pt x="495300" y="128588"/>
                </a:lnTo>
                <a:lnTo>
                  <a:pt x="500063" y="133350"/>
                </a:lnTo>
                <a:lnTo>
                  <a:pt x="504825" y="138113"/>
                </a:lnTo>
                <a:lnTo>
                  <a:pt x="504825" y="147638"/>
                </a:lnTo>
                <a:lnTo>
                  <a:pt x="504825" y="157163"/>
                </a:lnTo>
                <a:lnTo>
                  <a:pt x="509588" y="161925"/>
                </a:lnTo>
                <a:lnTo>
                  <a:pt x="514350" y="166688"/>
                </a:lnTo>
                <a:lnTo>
                  <a:pt x="514350" y="176213"/>
                </a:lnTo>
                <a:lnTo>
                  <a:pt x="514350" y="185738"/>
                </a:lnTo>
                <a:lnTo>
                  <a:pt x="519113" y="190500"/>
                </a:lnTo>
                <a:lnTo>
                  <a:pt x="523875" y="195263"/>
                </a:lnTo>
                <a:lnTo>
                  <a:pt x="523875" y="204788"/>
                </a:lnTo>
                <a:lnTo>
                  <a:pt x="528638" y="209550"/>
                </a:lnTo>
                <a:lnTo>
                  <a:pt x="533400" y="214313"/>
                </a:lnTo>
                <a:lnTo>
                  <a:pt x="533400" y="223838"/>
                </a:lnTo>
                <a:lnTo>
                  <a:pt x="533400" y="233363"/>
                </a:lnTo>
                <a:lnTo>
                  <a:pt x="538163" y="238125"/>
                </a:lnTo>
                <a:lnTo>
                  <a:pt x="542925" y="242888"/>
                </a:lnTo>
                <a:lnTo>
                  <a:pt x="542925" y="252413"/>
                </a:lnTo>
                <a:lnTo>
                  <a:pt x="538163" y="257175"/>
                </a:lnTo>
                <a:lnTo>
                  <a:pt x="533400" y="261938"/>
                </a:lnTo>
                <a:lnTo>
                  <a:pt x="533400" y="271463"/>
                </a:lnTo>
                <a:lnTo>
                  <a:pt x="528638" y="276225"/>
                </a:lnTo>
                <a:lnTo>
                  <a:pt x="523875" y="280988"/>
                </a:lnTo>
                <a:lnTo>
                  <a:pt x="523875" y="290513"/>
                </a:lnTo>
                <a:lnTo>
                  <a:pt x="523875" y="300038"/>
                </a:lnTo>
                <a:lnTo>
                  <a:pt x="523875" y="309563"/>
                </a:lnTo>
                <a:lnTo>
                  <a:pt x="523875" y="319088"/>
                </a:lnTo>
                <a:lnTo>
                  <a:pt x="519113" y="323850"/>
                </a:lnTo>
                <a:lnTo>
                  <a:pt x="514350" y="328613"/>
                </a:lnTo>
                <a:lnTo>
                  <a:pt x="514350" y="338138"/>
                </a:lnTo>
                <a:lnTo>
                  <a:pt x="514350" y="347663"/>
                </a:lnTo>
                <a:lnTo>
                  <a:pt x="509588" y="352425"/>
                </a:lnTo>
                <a:lnTo>
                  <a:pt x="504825" y="357188"/>
                </a:lnTo>
                <a:lnTo>
                  <a:pt x="504825" y="366713"/>
                </a:lnTo>
                <a:lnTo>
                  <a:pt x="500063" y="371475"/>
                </a:lnTo>
                <a:lnTo>
                  <a:pt x="495300" y="376238"/>
                </a:lnTo>
                <a:lnTo>
                  <a:pt x="495300" y="385763"/>
                </a:lnTo>
                <a:lnTo>
                  <a:pt x="490538" y="390525"/>
                </a:lnTo>
                <a:lnTo>
                  <a:pt x="485775" y="395288"/>
                </a:lnTo>
                <a:lnTo>
                  <a:pt x="485775" y="404813"/>
                </a:lnTo>
                <a:lnTo>
                  <a:pt x="481013" y="409575"/>
                </a:lnTo>
                <a:lnTo>
                  <a:pt x="476250" y="414338"/>
                </a:lnTo>
                <a:lnTo>
                  <a:pt x="471488" y="419100"/>
                </a:lnTo>
                <a:lnTo>
                  <a:pt x="466725" y="423863"/>
                </a:lnTo>
                <a:lnTo>
                  <a:pt x="466725" y="433388"/>
                </a:lnTo>
                <a:lnTo>
                  <a:pt x="461963" y="438150"/>
                </a:lnTo>
                <a:lnTo>
                  <a:pt x="457200" y="442913"/>
                </a:lnTo>
                <a:lnTo>
                  <a:pt x="457200" y="452438"/>
                </a:lnTo>
                <a:lnTo>
                  <a:pt x="452438" y="457200"/>
                </a:lnTo>
                <a:lnTo>
                  <a:pt x="442913" y="457200"/>
                </a:lnTo>
                <a:lnTo>
                  <a:pt x="438150" y="461963"/>
                </a:lnTo>
                <a:lnTo>
                  <a:pt x="433388" y="466725"/>
                </a:lnTo>
                <a:lnTo>
                  <a:pt x="428625" y="471488"/>
                </a:lnTo>
                <a:lnTo>
                  <a:pt x="423863" y="476250"/>
                </a:lnTo>
                <a:lnTo>
                  <a:pt x="414338" y="476250"/>
                </a:lnTo>
                <a:lnTo>
                  <a:pt x="409575" y="481013"/>
                </a:lnTo>
                <a:lnTo>
                  <a:pt x="404813" y="485775"/>
                </a:lnTo>
                <a:lnTo>
                  <a:pt x="395288" y="485775"/>
                </a:lnTo>
                <a:lnTo>
                  <a:pt x="390525" y="490538"/>
                </a:lnTo>
                <a:lnTo>
                  <a:pt x="385763" y="495300"/>
                </a:lnTo>
                <a:lnTo>
                  <a:pt x="381000" y="500063"/>
                </a:lnTo>
                <a:lnTo>
                  <a:pt x="376238" y="504825"/>
                </a:lnTo>
                <a:lnTo>
                  <a:pt x="366713" y="504825"/>
                </a:lnTo>
                <a:lnTo>
                  <a:pt x="357188" y="504825"/>
                </a:lnTo>
                <a:lnTo>
                  <a:pt x="352425" y="509588"/>
                </a:lnTo>
                <a:lnTo>
                  <a:pt x="347663" y="514350"/>
                </a:lnTo>
                <a:lnTo>
                  <a:pt x="338138" y="514350"/>
                </a:lnTo>
                <a:lnTo>
                  <a:pt x="333375" y="519113"/>
                </a:lnTo>
                <a:lnTo>
                  <a:pt x="328613" y="523875"/>
                </a:lnTo>
                <a:lnTo>
                  <a:pt x="319088" y="523875"/>
                </a:lnTo>
                <a:lnTo>
                  <a:pt x="309563" y="523875"/>
                </a:lnTo>
                <a:lnTo>
                  <a:pt x="300038" y="523875"/>
                </a:lnTo>
                <a:lnTo>
                  <a:pt x="290513" y="523875"/>
                </a:lnTo>
                <a:lnTo>
                  <a:pt x="280988" y="523875"/>
                </a:lnTo>
                <a:lnTo>
                  <a:pt x="271463" y="523875"/>
                </a:lnTo>
                <a:lnTo>
                  <a:pt x="266700" y="528638"/>
                </a:lnTo>
                <a:lnTo>
                  <a:pt x="261938" y="533400"/>
                </a:lnTo>
                <a:lnTo>
                  <a:pt x="257175" y="528638"/>
                </a:lnTo>
                <a:lnTo>
                  <a:pt x="252413" y="523875"/>
                </a:lnTo>
                <a:lnTo>
                  <a:pt x="242888" y="523875"/>
                </a:lnTo>
                <a:lnTo>
                  <a:pt x="233363" y="523875"/>
                </a:lnTo>
                <a:lnTo>
                  <a:pt x="223838" y="523875"/>
                </a:lnTo>
                <a:lnTo>
                  <a:pt x="214313" y="523875"/>
                </a:lnTo>
                <a:lnTo>
                  <a:pt x="204788" y="523875"/>
                </a:lnTo>
                <a:lnTo>
                  <a:pt x="200025" y="519113"/>
                </a:lnTo>
                <a:lnTo>
                  <a:pt x="195263" y="514350"/>
                </a:lnTo>
                <a:lnTo>
                  <a:pt x="185738" y="514350"/>
                </a:lnTo>
                <a:lnTo>
                  <a:pt x="176213" y="514350"/>
                </a:lnTo>
                <a:lnTo>
                  <a:pt x="171450" y="509588"/>
                </a:lnTo>
                <a:lnTo>
                  <a:pt x="166688" y="504825"/>
                </a:lnTo>
                <a:lnTo>
                  <a:pt x="157163" y="504825"/>
                </a:lnTo>
                <a:lnTo>
                  <a:pt x="152400" y="500063"/>
                </a:lnTo>
                <a:lnTo>
                  <a:pt x="147638" y="495300"/>
                </a:lnTo>
                <a:lnTo>
                  <a:pt x="142875" y="490538"/>
                </a:lnTo>
                <a:lnTo>
                  <a:pt x="138113" y="485775"/>
                </a:lnTo>
                <a:lnTo>
                  <a:pt x="133350" y="481013"/>
                </a:lnTo>
                <a:lnTo>
                  <a:pt x="128588" y="476250"/>
                </a:lnTo>
                <a:lnTo>
                  <a:pt x="119063" y="476250"/>
                </a:lnTo>
                <a:lnTo>
                  <a:pt x="109538" y="476250"/>
                </a:lnTo>
                <a:lnTo>
                  <a:pt x="104775" y="471488"/>
                </a:lnTo>
                <a:lnTo>
                  <a:pt x="100013" y="466725"/>
                </a:lnTo>
                <a:lnTo>
                  <a:pt x="90488" y="466725"/>
                </a:lnTo>
                <a:lnTo>
                  <a:pt x="85725" y="461963"/>
                </a:lnTo>
                <a:lnTo>
                  <a:pt x="80963" y="457200"/>
                </a:lnTo>
                <a:lnTo>
                  <a:pt x="71438" y="457200"/>
                </a:lnTo>
                <a:lnTo>
                  <a:pt x="66675" y="452438"/>
                </a:lnTo>
                <a:lnTo>
                  <a:pt x="66675" y="442913"/>
                </a:lnTo>
                <a:lnTo>
                  <a:pt x="61913" y="438150"/>
                </a:lnTo>
                <a:lnTo>
                  <a:pt x="57150" y="433388"/>
                </a:lnTo>
                <a:lnTo>
                  <a:pt x="52388" y="428625"/>
                </a:lnTo>
                <a:lnTo>
                  <a:pt x="47625" y="423863"/>
                </a:lnTo>
                <a:lnTo>
                  <a:pt x="47625" y="414338"/>
                </a:lnTo>
                <a:lnTo>
                  <a:pt x="47625" y="404813"/>
                </a:lnTo>
                <a:lnTo>
                  <a:pt x="47625" y="395288"/>
                </a:lnTo>
                <a:lnTo>
                  <a:pt x="42863" y="390525"/>
                </a:lnTo>
                <a:lnTo>
                  <a:pt x="38100" y="385763"/>
                </a:lnTo>
                <a:lnTo>
                  <a:pt x="38100" y="376238"/>
                </a:lnTo>
                <a:lnTo>
                  <a:pt x="33338" y="371475"/>
                </a:lnTo>
                <a:lnTo>
                  <a:pt x="28575" y="366713"/>
                </a:lnTo>
                <a:lnTo>
                  <a:pt x="28575" y="357188"/>
                </a:lnTo>
                <a:lnTo>
                  <a:pt x="28575" y="347663"/>
                </a:lnTo>
                <a:lnTo>
                  <a:pt x="23813" y="342900"/>
                </a:lnTo>
                <a:lnTo>
                  <a:pt x="19050" y="338138"/>
                </a:lnTo>
                <a:lnTo>
                  <a:pt x="19050" y="328613"/>
                </a:lnTo>
                <a:lnTo>
                  <a:pt x="14288" y="323850"/>
                </a:lnTo>
                <a:lnTo>
                  <a:pt x="9525" y="319088"/>
                </a:lnTo>
                <a:lnTo>
                  <a:pt x="4763" y="314325"/>
                </a:lnTo>
                <a:lnTo>
                  <a:pt x="0" y="309563"/>
                </a:lnTo>
                <a:lnTo>
                  <a:pt x="0" y="300038"/>
                </a:lnTo>
                <a:lnTo>
                  <a:pt x="0" y="290513"/>
                </a:lnTo>
                <a:lnTo>
                  <a:pt x="0" y="280988"/>
                </a:lnTo>
                <a:lnTo>
                  <a:pt x="0" y="271463"/>
                </a:lnTo>
                <a:lnTo>
                  <a:pt x="0" y="261938"/>
                </a:lnTo>
                <a:lnTo>
                  <a:pt x="0" y="252413"/>
                </a:lnTo>
                <a:lnTo>
                  <a:pt x="4763" y="247650"/>
                </a:lnTo>
                <a:lnTo>
                  <a:pt x="9525" y="242888"/>
                </a:lnTo>
                <a:lnTo>
                  <a:pt x="9525" y="233363"/>
                </a:lnTo>
                <a:lnTo>
                  <a:pt x="9525" y="223838"/>
                </a:lnTo>
                <a:lnTo>
                  <a:pt x="14288" y="219075"/>
                </a:lnTo>
                <a:lnTo>
                  <a:pt x="19050" y="214313"/>
                </a:lnTo>
                <a:lnTo>
                  <a:pt x="19050" y="204788"/>
                </a:lnTo>
                <a:lnTo>
                  <a:pt x="19050" y="195263"/>
                </a:lnTo>
                <a:lnTo>
                  <a:pt x="19050" y="185738"/>
                </a:lnTo>
                <a:lnTo>
                  <a:pt x="19050" y="176213"/>
                </a:lnTo>
                <a:lnTo>
                  <a:pt x="19050" y="166688"/>
                </a:lnTo>
                <a:lnTo>
                  <a:pt x="23813" y="161925"/>
                </a:lnTo>
                <a:lnTo>
                  <a:pt x="28575" y="157163"/>
                </a:lnTo>
                <a:lnTo>
                  <a:pt x="33338" y="152400"/>
                </a:lnTo>
                <a:lnTo>
                  <a:pt x="38100" y="147638"/>
                </a:lnTo>
                <a:lnTo>
                  <a:pt x="42863" y="142875"/>
                </a:lnTo>
                <a:lnTo>
                  <a:pt x="47625" y="138113"/>
                </a:lnTo>
                <a:lnTo>
                  <a:pt x="47625" y="128588"/>
                </a:lnTo>
                <a:lnTo>
                  <a:pt x="47625" y="119063"/>
                </a:lnTo>
                <a:lnTo>
                  <a:pt x="52388" y="114300"/>
                </a:lnTo>
                <a:lnTo>
                  <a:pt x="57150" y="109538"/>
                </a:lnTo>
                <a:lnTo>
                  <a:pt x="61913" y="104775"/>
                </a:lnTo>
                <a:lnTo>
                  <a:pt x="66675" y="100013"/>
                </a:lnTo>
                <a:lnTo>
                  <a:pt x="71438" y="95250"/>
                </a:lnTo>
                <a:lnTo>
                  <a:pt x="76200" y="90488"/>
                </a:lnTo>
                <a:lnTo>
                  <a:pt x="80963" y="85725"/>
                </a:lnTo>
                <a:lnTo>
                  <a:pt x="85725" y="80963"/>
                </a:lnTo>
                <a:lnTo>
                  <a:pt x="85725" y="71438"/>
                </a:lnTo>
                <a:lnTo>
                  <a:pt x="90488" y="66675"/>
                </a:lnTo>
                <a:lnTo>
                  <a:pt x="95250" y="61913"/>
                </a:lnTo>
                <a:lnTo>
                  <a:pt x="100013" y="57150"/>
                </a:lnTo>
                <a:lnTo>
                  <a:pt x="104775" y="52388"/>
                </a:lnTo>
                <a:lnTo>
                  <a:pt x="109538" y="47625"/>
                </a:lnTo>
                <a:lnTo>
                  <a:pt x="114300" y="42863"/>
                </a:lnTo>
                <a:lnTo>
                  <a:pt x="119063" y="38100"/>
                </a:lnTo>
                <a:lnTo>
                  <a:pt x="123825" y="33338"/>
                </a:lnTo>
                <a:lnTo>
                  <a:pt x="128588" y="28575"/>
                </a:lnTo>
                <a:lnTo>
                  <a:pt x="138113" y="28575"/>
                </a:lnTo>
                <a:lnTo>
                  <a:pt x="142875" y="23813"/>
                </a:lnTo>
                <a:lnTo>
                  <a:pt x="147638" y="19050"/>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38125" y="4763"/>
                </a:lnTo>
                <a:close/>
              </a:path>
            </a:pathLst>
          </a:custGeom>
          <a:solidFill xmlns:a="http://schemas.openxmlformats.org/drawingml/2006/main">
            <a:srgbClr val="DEDEDE"/>
          </a:solidFill>
          <a:ln xmlns:a="http://schemas.openxmlformats.org/drawingml/2006/main" w="0">
            <a:noFill/>
            <a:prstDash val="solid"/>
          </a:ln>
        </p:spPr>
      </p:sp>
      <p:sp>
        <p:nvSpPr>
          <p:cNvPr id="267" name="deep-skill-chaining-source-component-4-gradient-224-0">
            <a:extLst xmlns:a="http://schemas.openxmlformats.org/drawingml/2006/main">
              <a:ext uri="{FF2B5EF4-FFF2-40B4-BE49-F238E27FC236}">
                <a16:creationId xmlns:a16="http://schemas.microsoft.com/office/drawing/2014/main" id="{070A5C8A-58A1-4065-9015-DA69ED37ED7E}"/>
              </a:ext>
            </a:extLst>
          </p:cNvPr>
          <p:cNvSpPr>
            <a:spLocks xmlns:a="http://schemas.openxmlformats.org/drawingml/2006/main" noGrp="1"/>
          </p:cNvSpPr>
          <p:nvPr/>
        </p:nvSpPr>
        <p:spPr>
          <a:xfrm xmlns:a="http://schemas.openxmlformats.org/drawingml/2006/main" rot="0">
            <a:off x="9258300" y="1924050"/>
            <a:ext cx="504825" cy="495300"/>
          </a:xfrm>
          <a:custGeom xmlns:a="http://schemas.openxmlformats.org/drawingml/2006/main">
            <a:pathLst>
              <a:path w="504825" h="495300">
                <a:moveTo>
                  <a:pt x="180975" y="4763"/>
                </a:move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4800" y="4763"/>
                </a:lnTo>
                <a:lnTo>
                  <a:pt x="309563" y="9525"/>
                </a:lnTo>
                <a:lnTo>
                  <a:pt x="319088" y="9525"/>
                </a:lnTo>
                <a:lnTo>
                  <a:pt x="323850" y="14288"/>
                </a:lnTo>
                <a:lnTo>
                  <a:pt x="328613" y="19050"/>
                </a:lnTo>
                <a:lnTo>
                  <a:pt x="338138" y="19050"/>
                </a:lnTo>
                <a:lnTo>
                  <a:pt x="347663" y="19050"/>
                </a:lnTo>
                <a:lnTo>
                  <a:pt x="352425" y="23813"/>
                </a:lnTo>
                <a:lnTo>
                  <a:pt x="357188" y="28575"/>
                </a:lnTo>
                <a:lnTo>
                  <a:pt x="366713" y="28575"/>
                </a:lnTo>
                <a:lnTo>
                  <a:pt x="376238" y="28575"/>
                </a:lnTo>
                <a:lnTo>
                  <a:pt x="385763" y="28575"/>
                </a:lnTo>
                <a:lnTo>
                  <a:pt x="390525" y="33338"/>
                </a:lnTo>
                <a:lnTo>
                  <a:pt x="395288" y="38100"/>
                </a:lnTo>
                <a:lnTo>
                  <a:pt x="400050" y="42863"/>
                </a:lnTo>
                <a:lnTo>
                  <a:pt x="404813" y="47625"/>
                </a:lnTo>
                <a:lnTo>
                  <a:pt x="414338" y="47625"/>
                </a:lnTo>
                <a:lnTo>
                  <a:pt x="419100" y="52388"/>
                </a:lnTo>
                <a:lnTo>
                  <a:pt x="423863" y="57150"/>
                </a:lnTo>
                <a:lnTo>
                  <a:pt x="428625" y="61913"/>
                </a:lnTo>
                <a:lnTo>
                  <a:pt x="428625" y="71438"/>
                </a:lnTo>
                <a:lnTo>
                  <a:pt x="433388" y="76200"/>
                </a:lnTo>
                <a:lnTo>
                  <a:pt x="438150" y="80963"/>
                </a:lnTo>
                <a:lnTo>
                  <a:pt x="442913" y="85725"/>
                </a:lnTo>
                <a:lnTo>
                  <a:pt x="447675" y="90488"/>
                </a:lnTo>
                <a:lnTo>
                  <a:pt x="447675" y="100013"/>
                </a:lnTo>
                <a:lnTo>
                  <a:pt x="452438" y="104775"/>
                </a:lnTo>
                <a:lnTo>
                  <a:pt x="457200" y="109538"/>
                </a:lnTo>
                <a:lnTo>
                  <a:pt x="461963" y="114300"/>
                </a:lnTo>
                <a:lnTo>
                  <a:pt x="466725" y="119063"/>
                </a:lnTo>
                <a:lnTo>
                  <a:pt x="466725" y="128588"/>
                </a:lnTo>
                <a:lnTo>
                  <a:pt x="466725" y="138113"/>
                </a:lnTo>
                <a:lnTo>
                  <a:pt x="471488" y="142875"/>
                </a:lnTo>
                <a:lnTo>
                  <a:pt x="476250" y="147638"/>
                </a:lnTo>
                <a:lnTo>
                  <a:pt x="476250" y="157163"/>
                </a:lnTo>
                <a:lnTo>
                  <a:pt x="476250" y="166688"/>
                </a:lnTo>
                <a:lnTo>
                  <a:pt x="481013" y="171450"/>
                </a:lnTo>
                <a:lnTo>
                  <a:pt x="485775" y="176213"/>
                </a:lnTo>
                <a:lnTo>
                  <a:pt x="485775" y="185738"/>
                </a:lnTo>
                <a:lnTo>
                  <a:pt x="490538" y="190500"/>
                </a:lnTo>
                <a:lnTo>
                  <a:pt x="495300" y="195263"/>
                </a:lnTo>
                <a:lnTo>
                  <a:pt x="500063" y="200025"/>
                </a:lnTo>
                <a:lnTo>
                  <a:pt x="504825" y="204788"/>
                </a:lnTo>
                <a:lnTo>
                  <a:pt x="504825" y="214313"/>
                </a:lnTo>
                <a:lnTo>
                  <a:pt x="504825" y="223838"/>
                </a:lnTo>
                <a:lnTo>
                  <a:pt x="504825" y="233363"/>
                </a:lnTo>
                <a:lnTo>
                  <a:pt x="504825" y="242888"/>
                </a:lnTo>
                <a:lnTo>
                  <a:pt x="500063" y="247650"/>
                </a:lnTo>
                <a:lnTo>
                  <a:pt x="495300" y="252413"/>
                </a:lnTo>
                <a:lnTo>
                  <a:pt x="495300" y="261938"/>
                </a:lnTo>
                <a:lnTo>
                  <a:pt x="495300" y="271463"/>
                </a:lnTo>
                <a:lnTo>
                  <a:pt x="495300" y="280988"/>
                </a:lnTo>
                <a:lnTo>
                  <a:pt x="500063" y="285750"/>
                </a:lnTo>
                <a:lnTo>
                  <a:pt x="504825" y="290513"/>
                </a:lnTo>
                <a:lnTo>
                  <a:pt x="500063" y="295275"/>
                </a:lnTo>
                <a:lnTo>
                  <a:pt x="495300" y="300038"/>
                </a:lnTo>
                <a:lnTo>
                  <a:pt x="490538" y="304800"/>
                </a:lnTo>
                <a:lnTo>
                  <a:pt x="485775" y="309563"/>
                </a:lnTo>
                <a:lnTo>
                  <a:pt x="485775" y="319088"/>
                </a:lnTo>
                <a:lnTo>
                  <a:pt x="481013" y="323850"/>
                </a:lnTo>
                <a:lnTo>
                  <a:pt x="476250" y="328613"/>
                </a:lnTo>
                <a:lnTo>
                  <a:pt x="476250" y="338138"/>
                </a:lnTo>
                <a:lnTo>
                  <a:pt x="476250" y="347663"/>
                </a:lnTo>
                <a:lnTo>
                  <a:pt x="471488" y="352425"/>
                </a:lnTo>
                <a:lnTo>
                  <a:pt x="466725" y="357188"/>
                </a:lnTo>
                <a:lnTo>
                  <a:pt x="466725" y="366713"/>
                </a:lnTo>
                <a:lnTo>
                  <a:pt x="461963" y="371475"/>
                </a:lnTo>
                <a:lnTo>
                  <a:pt x="457200" y="376238"/>
                </a:lnTo>
                <a:lnTo>
                  <a:pt x="452438" y="381000"/>
                </a:lnTo>
                <a:lnTo>
                  <a:pt x="447675" y="385763"/>
                </a:lnTo>
                <a:lnTo>
                  <a:pt x="447675" y="395288"/>
                </a:lnTo>
                <a:lnTo>
                  <a:pt x="447675" y="404813"/>
                </a:lnTo>
                <a:lnTo>
                  <a:pt x="442913" y="409575"/>
                </a:lnTo>
                <a:lnTo>
                  <a:pt x="438150" y="414338"/>
                </a:lnTo>
                <a:lnTo>
                  <a:pt x="433388" y="419100"/>
                </a:lnTo>
                <a:lnTo>
                  <a:pt x="428625" y="423863"/>
                </a:lnTo>
                <a:lnTo>
                  <a:pt x="423863" y="428625"/>
                </a:lnTo>
                <a:lnTo>
                  <a:pt x="419100" y="433388"/>
                </a:lnTo>
                <a:lnTo>
                  <a:pt x="414338" y="438150"/>
                </a:lnTo>
                <a:lnTo>
                  <a:pt x="404813" y="438150"/>
                </a:lnTo>
                <a:lnTo>
                  <a:pt x="400050" y="442913"/>
                </a:lnTo>
                <a:lnTo>
                  <a:pt x="395288" y="447675"/>
                </a:lnTo>
                <a:lnTo>
                  <a:pt x="385763" y="447675"/>
                </a:lnTo>
                <a:lnTo>
                  <a:pt x="381000" y="452438"/>
                </a:lnTo>
                <a:lnTo>
                  <a:pt x="376238" y="457200"/>
                </a:lnTo>
                <a:lnTo>
                  <a:pt x="366713" y="457200"/>
                </a:lnTo>
                <a:lnTo>
                  <a:pt x="361950" y="461963"/>
                </a:lnTo>
                <a:lnTo>
                  <a:pt x="357188" y="466725"/>
                </a:lnTo>
                <a:lnTo>
                  <a:pt x="347663" y="466725"/>
                </a:lnTo>
                <a:lnTo>
                  <a:pt x="342900" y="471488"/>
                </a:lnTo>
                <a:lnTo>
                  <a:pt x="338138" y="476250"/>
                </a:lnTo>
                <a:lnTo>
                  <a:pt x="328613" y="476250"/>
                </a:lnTo>
                <a:lnTo>
                  <a:pt x="319088" y="476250"/>
                </a:lnTo>
                <a:lnTo>
                  <a:pt x="314325" y="481013"/>
                </a:lnTo>
                <a:lnTo>
                  <a:pt x="309563" y="485775"/>
                </a:lnTo>
                <a:lnTo>
                  <a:pt x="304800" y="490538"/>
                </a:lnTo>
                <a:lnTo>
                  <a:pt x="300038" y="495300"/>
                </a:lnTo>
                <a:lnTo>
                  <a:pt x="290513" y="495300"/>
                </a:lnTo>
                <a:lnTo>
                  <a:pt x="280988" y="495300"/>
                </a:lnTo>
                <a:lnTo>
                  <a:pt x="271463" y="495300"/>
                </a:lnTo>
                <a:lnTo>
                  <a:pt x="261938" y="495300"/>
                </a:lnTo>
                <a:lnTo>
                  <a:pt x="252413" y="495300"/>
                </a:lnTo>
                <a:lnTo>
                  <a:pt x="242888" y="495300"/>
                </a:lnTo>
                <a:lnTo>
                  <a:pt x="233363" y="495300"/>
                </a:lnTo>
                <a:lnTo>
                  <a:pt x="223838" y="495300"/>
                </a:lnTo>
                <a:lnTo>
                  <a:pt x="214313" y="495300"/>
                </a:lnTo>
                <a:lnTo>
                  <a:pt x="209550" y="490538"/>
                </a:lnTo>
                <a:lnTo>
                  <a:pt x="204788" y="485775"/>
                </a:lnTo>
                <a:lnTo>
                  <a:pt x="195263" y="485775"/>
                </a:lnTo>
                <a:lnTo>
                  <a:pt x="185738" y="485775"/>
                </a:lnTo>
                <a:lnTo>
                  <a:pt x="180975" y="481013"/>
                </a:lnTo>
                <a:lnTo>
                  <a:pt x="176213" y="476250"/>
                </a:lnTo>
                <a:lnTo>
                  <a:pt x="166688" y="476250"/>
                </a:lnTo>
                <a:lnTo>
                  <a:pt x="157163" y="476250"/>
                </a:lnTo>
                <a:lnTo>
                  <a:pt x="152400" y="471488"/>
                </a:lnTo>
                <a:lnTo>
                  <a:pt x="147638" y="466725"/>
                </a:lnTo>
                <a:lnTo>
                  <a:pt x="138113" y="466725"/>
                </a:lnTo>
                <a:lnTo>
                  <a:pt x="133350" y="461963"/>
                </a:lnTo>
                <a:lnTo>
                  <a:pt x="128588" y="457200"/>
                </a:lnTo>
                <a:lnTo>
                  <a:pt x="123825" y="452438"/>
                </a:lnTo>
                <a:lnTo>
                  <a:pt x="119063" y="447675"/>
                </a:lnTo>
                <a:lnTo>
                  <a:pt x="109538" y="447675"/>
                </a:lnTo>
                <a:lnTo>
                  <a:pt x="100013" y="447675"/>
                </a:lnTo>
                <a:lnTo>
                  <a:pt x="95250" y="442913"/>
                </a:lnTo>
                <a:lnTo>
                  <a:pt x="90488" y="438150"/>
                </a:lnTo>
                <a:lnTo>
                  <a:pt x="80963" y="438150"/>
                </a:lnTo>
                <a:lnTo>
                  <a:pt x="71438" y="438150"/>
                </a:lnTo>
                <a:lnTo>
                  <a:pt x="66675" y="433388"/>
                </a:lnTo>
                <a:lnTo>
                  <a:pt x="66675" y="423863"/>
                </a:lnTo>
                <a:lnTo>
                  <a:pt x="61913" y="419100"/>
                </a:lnTo>
                <a:lnTo>
                  <a:pt x="57150" y="414338"/>
                </a:lnTo>
                <a:lnTo>
                  <a:pt x="57150" y="404813"/>
                </a:lnTo>
                <a:lnTo>
                  <a:pt x="52388" y="400050"/>
                </a:lnTo>
                <a:lnTo>
                  <a:pt x="47625" y="395288"/>
                </a:lnTo>
                <a:lnTo>
                  <a:pt x="47625" y="385763"/>
                </a:lnTo>
                <a:lnTo>
                  <a:pt x="42863" y="381000"/>
                </a:lnTo>
                <a:lnTo>
                  <a:pt x="38100" y="376238"/>
                </a:lnTo>
                <a:lnTo>
                  <a:pt x="38100" y="366713"/>
                </a:lnTo>
                <a:lnTo>
                  <a:pt x="38100" y="357188"/>
                </a:lnTo>
                <a:lnTo>
                  <a:pt x="33338" y="352425"/>
                </a:lnTo>
                <a:lnTo>
                  <a:pt x="28575" y="347663"/>
                </a:lnTo>
                <a:lnTo>
                  <a:pt x="28575" y="338138"/>
                </a:lnTo>
                <a:lnTo>
                  <a:pt x="28575" y="328613"/>
                </a:lnTo>
                <a:lnTo>
                  <a:pt x="23813" y="323850"/>
                </a:lnTo>
                <a:lnTo>
                  <a:pt x="19050" y="319088"/>
                </a:lnTo>
                <a:lnTo>
                  <a:pt x="19050" y="309563"/>
                </a:lnTo>
                <a:lnTo>
                  <a:pt x="14288" y="304800"/>
                </a:lnTo>
                <a:lnTo>
                  <a:pt x="9525" y="300038"/>
                </a:lnTo>
                <a:lnTo>
                  <a:pt x="4763" y="295275"/>
                </a:lnTo>
                <a:lnTo>
                  <a:pt x="0" y="290513"/>
                </a:lnTo>
                <a:lnTo>
                  <a:pt x="0" y="280988"/>
                </a:lnTo>
                <a:lnTo>
                  <a:pt x="0" y="271463"/>
                </a:lnTo>
                <a:lnTo>
                  <a:pt x="0" y="261938"/>
                </a:lnTo>
                <a:lnTo>
                  <a:pt x="0" y="252413"/>
                </a:lnTo>
                <a:lnTo>
                  <a:pt x="0" y="242888"/>
                </a:lnTo>
                <a:lnTo>
                  <a:pt x="0" y="233363"/>
                </a:lnTo>
                <a:lnTo>
                  <a:pt x="0" y="223838"/>
                </a:lnTo>
                <a:lnTo>
                  <a:pt x="4763" y="219075"/>
                </a:lnTo>
                <a:lnTo>
                  <a:pt x="9525" y="214313"/>
                </a:lnTo>
                <a:lnTo>
                  <a:pt x="9525" y="204788"/>
                </a:lnTo>
                <a:lnTo>
                  <a:pt x="9525" y="195263"/>
                </a:lnTo>
                <a:lnTo>
                  <a:pt x="9525" y="185738"/>
                </a:lnTo>
                <a:lnTo>
                  <a:pt x="9525" y="176213"/>
                </a:lnTo>
                <a:lnTo>
                  <a:pt x="9525" y="166688"/>
                </a:lnTo>
                <a:lnTo>
                  <a:pt x="9525" y="157163"/>
                </a:lnTo>
                <a:lnTo>
                  <a:pt x="9525" y="147638"/>
                </a:lnTo>
                <a:lnTo>
                  <a:pt x="14288" y="142875"/>
                </a:lnTo>
                <a:lnTo>
                  <a:pt x="19050" y="138113"/>
                </a:lnTo>
                <a:lnTo>
                  <a:pt x="23813" y="133350"/>
                </a:lnTo>
                <a:lnTo>
                  <a:pt x="28575" y="128588"/>
                </a:lnTo>
                <a:lnTo>
                  <a:pt x="33338" y="123825"/>
                </a:lnTo>
                <a:lnTo>
                  <a:pt x="38100" y="119063"/>
                </a:lnTo>
                <a:lnTo>
                  <a:pt x="42863" y="114300"/>
                </a:lnTo>
                <a:lnTo>
                  <a:pt x="47625" y="109538"/>
                </a:lnTo>
                <a:lnTo>
                  <a:pt x="47625" y="100013"/>
                </a:lnTo>
                <a:lnTo>
                  <a:pt x="52388" y="95250"/>
                </a:lnTo>
                <a:lnTo>
                  <a:pt x="57150" y="90488"/>
                </a:lnTo>
                <a:lnTo>
                  <a:pt x="61913" y="85725"/>
                </a:lnTo>
                <a:lnTo>
                  <a:pt x="66675" y="80963"/>
                </a:lnTo>
                <a:lnTo>
                  <a:pt x="71438" y="76200"/>
                </a:lnTo>
                <a:lnTo>
                  <a:pt x="76200" y="71438"/>
                </a:lnTo>
                <a:lnTo>
                  <a:pt x="80963" y="66675"/>
                </a:lnTo>
                <a:lnTo>
                  <a:pt x="85725" y="61913"/>
                </a:lnTo>
                <a:lnTo>
                  <a:pt x="90488" y="57150"/>
                </a:lnTo>
                <a:lnTo>
                  <a:pt x="95250" y="52388"/>
                </a:lnTo>
                <a:lnTo>
                  <a:pt x="100013" y="47625"/>
                </a:lnTo>
                <a:lnTo>
                  <a:pt x="104775" y="42863"/>
                </a:lnTo>
                <a:lnTo>
                  <a:pt x="109538" y="38100"/>
                </a:lnTo>
                <a:lnTo>
                  <a:pt x="114300" y="33338"/>
                </a:lnTo>
                <a:lnTo>
                  <a:pt x="119063" y="28575"/>
                </a:lnTo>
                <a:lnTo>
                  <a:pt x="128588" y="28575"/>
                </a:lnTo>
                <a:lnTo>
                  <a:pt x="133350" y="23813"/>
                </a:lnTo>
                <a:lnTo>
                  <a:pt x="138113" y="19050"/>
                </a:lnTo>
                <a:lnTo>
                  <a:pt x="147638" y="19050"/>
                </a:lnTo>
                <a:lnTo>
                  <a:pt x="157163" y="19050"/>
                </a:lnTo>
                <a:lnTo>
                  <a:pt x="161925" y="14288"/>
                </a:lnTo>
                <a:lnTo>
                  <a:pt x="166688" y="9525"/>
                </a:lnTo>
                <a:lnTo>
                  <a:pt x="176213" y="9525"/>
                </a:lnTo>
                <a:lnTo>
                  <a:pt x="180975" y="4763"/>
                </a:lnTo>
                <a:close/>
              </a:path>
            </a:pathLst>
          </a:custGeom>
          <a:solidFill xmlns:a="http://schemas.openxmlformats.org/drawingml/2006/main">
            <a:srgbClr val="E0E0E0"/>
          </a:solidFill>
          <a:ln xmlns:a="http://schemas.openxmlformats.org/drawingml/2006/main" w="0">
            <a:noFill/>
            <a:prstDash val="solid"/>
          </a:ln>
        </p:spPr>
      </p:sp>
      <p:sp>
        <p:nvSpPr>
          <p:cNvPr id="268" name="deep-skill-chaining-source-component-4-gradient-226-0">
            <a:extLst xmlns:a="http://schemas.openxmlformats.org/drawingml/2006/main">
              <a:ext uri="{FF2B5EF4-FFF2-40B4-BE49-F238E27FC236}">
                <a16:creationId xmlns:a16="http://schemas.microsoft.com/office/drawing/2014/main" id="{1BFAF492-C280-4165-83B9-1FEC381D1D92}"/>
              </a:ext>
            </a:extLst>
          </p:cNvPr>
          <p:cNvSpPr>
            <a:spLocks xmlns:a="http://schemas.openxmlformats.org/drawingml/2006/main" noGrp="1"/>
          </p:cNvSpPr>
          <p:nvPr/>
        </p:nvSpPr>
        <p:spPr>
          <a:xfrm xmlns:a="http://schemas.openxmlformats.org/drawingml/2006/main" rot="0">
            <a:off x="9267825" y="1943100"/>
            <a:ext cx="485775" cy="457200"/>
          </a:xfrm>
          <a:custGeom xmlns:a="http://schemas.openxmlformats.org/drawingml/2006/main">
            <a:pathLst>
              <a:path w="485775" h="457200">
                <a:moveTo>
                  <a:pt x="180975" y="4763"/>
                </a:move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4800" y="4763"/>
                </a:lnTo>
                <a:lnTo>
                  <a:pt x="309563" y="9525"/>
                </a:lnTo>
                <a:lnTo>
                  <a:pt x="319088" y="9525"/>
                </a:lnTo>
                <a:lnTo>
                  <a:pt x="323850" y="14288"/>
                </a:lnTo>
                <a:lnTo>
                  <a:pt x="328613" y="19050"/>
                </a:lnTo>
                <a:lnTo>
                  <a:pt x="338138" y="19050"/>
                </a:lnTo>
                <a:lnTo>
                  <a:pt x="342900" y="23813"/>
                </a:lnTo>
                <a:lnTo>
                  <a:pt x="347663" y="28575"/>
                </a:lnTo>
                <a:lnTo>
                  <a:pt x="357188" y="28575"/>
                </a:lnTo>
                <a:lnTo>
                  <a:pt x="361950" y="33338"/>
                </a:lnTo>
                <a:lnTo>
                  <a:pt x="366713" y="38100"/>
                </a:lnTo>
                <a:lnTo>
                  <a:pt x="376238" y="38100"/>
                </a:lnTo>
                <a:lnTo>
                  <a:pt x="381000" y="42863"/>
                </a:lnTo>
                <a:lnTo>
                  <a:pt x="385763" y="47625"/>
                </a:lnTo>
                <a:lnTo>
                  <a:pt x="395288" y="47625"/>
                </a:lnTo>
                <a:lnTo>
                  <a:pt x="400050" y="52388"/>
                </a:lnTo>
                <a:lnTo>
                  <a:pt x="404813" y="57150"/>
                </a:lnTo>
                <a:lnTo>
                  <a:pt x="409575" y="61913"/>
                </a:lnTo>
                <a:lnTo>
                  <a:pt x="414338" y="66675"/>
                </a:lnTo>
                <a:lnTo>
                  <a:pt x="419100" y="71438"/>
                </a:lnTo>
                <a:lnTo>
                  <a:pt x="419100" y="80963"/>
                </a:lnTo>
                <a:lnTo>
                  <a:pt x="423863" y="85725"/>
                </a:lnTo>
                <a:lnTo>
                  <a:pt x="428625" y="90488"/>
                </a:lnTo>
                <a:lnTo>
                  <a:pt x="433388" y="95250"/>
                </a:lnTo>
                <a:lnTo>
                  <a:pt x="438150" y="100013"/>
                </a:lnTo>
                <a:lnTo>
                  <a:pt x="438150" y="109538"/>
                </a:lnTo>
                <a:lnTo>
                  <a:pt x="438150" y="119063"/>
                </a:lnTo>
                <a:lnTo>
                  <a:pt x="442913" y="123825"/>
                </a:lnTo>
                <a:lnTo>
                  <a:pt x="447675" y="128588"/>
                </a:lnTo>
                <a:lnTo>
                  <a:pt x="447675" y="138113"/>
                </a:lnTo>
                <a:lnTo>
                  <a:pt x="447675" y="147638"/>
                </a:lnTo>
                <a:lnTo>
                  <a:pt x="452438" y="152400"/>
                </a:lnTo>
                <a:lnTo>
                  <a:pt x="457200" y="157163"/>
                </a:lnTo>
                <a:lnTo>
                  <a:pt x="457200" y="166688"/>
                </a:lnTo>
                <a:lnTo>
                  <a:pt x="461963" y="171450"/>
                </a:lnTo>
                <a:lnTo>
                  <a:pt x="466725" y="176213"/>
                </a:lnTo>
                <a:lnTo>
                  <a:pt x="471488" y="180975"/>
                </a:lnTo>
                <a:lnTo>
                  <a:pt x="476250" y="185738"/>
                </a:lnTo>
                <a:lnTo>
                  <a:pt x="476250" y="195263"/>
                </a:lnTo>
                <a:lnTo>
                  <a:pt x="476250" y="204788"/>
                </a:lnTo>
                <a:lnTo>
                  <a:pt x="481013" y="209550"/>
                </a:lnTo>
                <a:lnTo>
                  <a:pt x="485775" y="214313"/>
                </a:lnTo>
                <a:lnTo>
                  <a:pt x="481013" y="219075"/>
                </a:lnTo>
                <a:lnTo>
                  <a:pt x="476250" y="223838"/>
                </a:lnTo>
                <a:lnTo>
                  <a:pt x="471488" y="228600"/>
                </a:lnTo>
                <a:lnTo>
                  <a:pt x="466725" y="233363"/>
                </a:lnTo>
                <a:lnTo>
                  <a:pt x="466725" y="242888"/>
                </a:lnTo>
                <a:lnTo>
                  <a:pt x="466725" y="252413"/>
                </a:lnTo>
                <a:lnTo>
                  <a:pt x="466725" y="261938"/>
                </a:lnTo>
                <a:lnTo>
                  <a:pt x="471488" y="266700"/>
                </a:lnTo>
                <a:lnTo>
                  <a:pt x="476250" y="271463"/>
                </a:lnTo>
                <a:lnTo>
                  <a:pt x="471488" y="276225"/>
                </a:lnTo>
                <a:lnTo>
                  <a:pt x="466725" y="280988"/>
                </a:lnTo>
                <a:lnTo>
                  <a:pt x="461963" y="285750"/>
                </a:lnTo>
                <a:lnTo>
                  <a:pt x="457200" y="290513"/>
                </a:lnTo>
                <a:lnTo>
                  <a:pt x="457200" y="300038"/>
                </a:lnTo>
                <a:lnTo>
                  <a:pt x="452438" y="304800"/>
                </a:lnTo>
                <a:lnTo>
                  <a:pt x="447675" y="309563"/>
                </a:lnTo>
                <a:lnTo>
                  <a:pt x="447675" y="319088"/>
                </a:lnTo>
                <a:lnTo>
                  <a:pt x="447675" y="328613"/>
                </a:lnTo>
                <a:lnTo>
                  <a:pt x="442913" y="333375"/>
                </a:lnTo>
                <a:lnTo>
                  <a:pt x="438150" y="338138"/>
                </a:lnTo>
                <a:lnTo>
                  <a:pt x="433388" y="342900"/>
                </a:lnTo>
                <a:lnTo>
                  <a:pt x="428625" y="347663"/>
                </a:lnTo>
                <a:lnTo>
                  <a:pt x="423863" y="352425"/>
                </a:lnTo>
                <a:lnTo>
                  <a:pt x="419100" y="357188"/>
                </a:lnTo>
                <a:lnTo>
                  <a:pt x="419100" y="366713"/>
                </a:lnTo>
                <a:lnTo>
                  <a:pt x="414338" y="371475"/>
                </a:lnTo>
                <a:lnTo>
                  <a:pt x="409575" y="376238"/>
                </a:lnTo>
                <a:lnTo>
                  <a:pt x="409575" y="385763"/>
                </a:lnTo>
                <a:lnTo>
                  <a:pt x="404813" y="390525"/>
                </a:lnTo>
                <a:lnTo>
                  <a:pt x="400050" y="395288"/>
                </a:lnTo>
                <a:lnTo>
                  <a:pt x="395288" y="400050"/>
                </a:lnTo>
                <a:lnTo>
                  <a:pt x="390525" y="404813"/>
                </a:lnTo>
                <a:lnTo>
                  <a:pt x="385763" y="409575"/>
                </a:lnTo>
                <a:lnTo>
                  <a:pt x="381000" y="414338"/>
                </a:lnTo>
                <a:lnTo>
                  <a:pt x="376238" y="419100"/>
                </a:lnTo>
                <a:lnTo>
                  <a:pt x="366713" y="419100"/>
                </a:lnTo>
                <a:lnTo>
                  <a:pt x="361950" y="423863"/>
                </a:lnTo>
                <a:lnTo>
                  <a:pt x="357188" y="428625"/>
                </a:lnTo>
                <a:lnTo>
                  <a:pt x="347663" y="428625"/>
                </a:lnTo>
                <a:lnTo>
                  <a:pt x="338138" y="428625"/>
                </a:lnTo>
                <a:lnTo>
                  <a:pt x="333375" y="433388"/>
                </a:lnTo>
                <a:lnTo>
                  <a:pt x="328613" y="438150"/>
                </a:lnTo>
                <a:lnTo>
                  <a:pt x="323850" y="442913"/>
                </a:lnTo>
                <a:lnTo>
                  <a:pt x="319088" y="447675"/>
                </a:lnTo>
                <a:lnTo>
                  <a:pt x="309563" y="447675"/>
                </a:lnTo>
                <a:lnTo>
                  <a:pt x="300038" y="447675"/>
                </a:lnTo>
                <a:lnTo>
                  <a:pt x="295275" y="452438"/>
                </a:lnTo>
                <a:lnTo>
                  <a:pt x="290513" y="457200"/>
                </a:lnTo>
                <a:lnTo>
                  <a:pt x="280988" y="457200"/>
                </a:lnTo>
                <a:lnTo>
                  <a:pt x="271463" y="457200"/>
                </a:lnTo>
                <a:lnTo>
                  <a:pt x="261938" y="457200"/>
                </a:lnTo>
                <a:lnTo>
                  <a:pt x="252413" y="457200"/>
                </a:lnTo>
                <a:lnTo>
                  <a:pt x="242888" y="457200"/>
                </a:lnTo>
                <a:lnTo>
                  <a:pt x="233363" y="457200"/>
                </a:lnTo>
                <a:lnTo>
                  <a:pt x="223838" y="457200"/>
                </a:lnTo>
                <a:lnTo>
                  <a:pt x="214313" y="457200"/>
                </a:lnTo>
                <a:lnTo>
                  <a:pt x="204788" y="457200"/>
                </a:lnTo>
                <a:lnTo>
                  <a:pt x="200025" y="452438"/>
                </a:lnTo>
                <a:lnTo>
                  <a:pt x="195263" y="447675"/>
                </a:lnTo>
                <a:lnTo>
                  <a:pt x="185738" y="447675"/>
                </a:lnTo>
                <a:lnTo>
                  <a:pt x="176213" y="447675"/>
                </a:lnTo>
                <a:lnTo>
                  <a:pt x="166688" y="447675"/>
                </a:lnTo>
                <a:lnTo>
                  <a:pt x="157163" y="447675"/>
                </a:lnTo>
                <a:lnTo>
                  <a:pt x="147638" y="447675"/>
                </a:lnTo>
                <a:lnTo>
                  <a:pt x="142875" y="442913"/>
                </a:lnTo>
                <a:lnTo>
                  <a:pt x="138113" y="438150"/>
                </a:lnTo>
                <a:lnTo>
                  <a:pt x="133350" y="433388"/>
                </a:lnTo>
                <a:lnTo>
                  <a:pt x="128588" y="428625"/>
                </a:lnTo>
                <a:lnTo>
                  <a:pt x="123825" y="423863"/>
                </a:lnTo>
                <a:lnTo>
                  <a:pt x="119063" y="419100"/>
                </a:lnTo>
                <a:lnTo>
                  <a:pt x="109538" y="419100"/>
                </a:lnTo>
                <a:lnTo>
                  <a:pt x="100013" y="419100"/>
                </a:lnTo>
                <a:lnTo>
                  <a:pt x="90488" y="419100"/>
                </a:lnTo>
                <a:lnTo>
                  <a:pt x="85725" y="414338"/>
                </a:lnTo>
                <a:lnTo>
                  <a:pt x="80963" y="409575"/>
                </a:lnTo>
                <a:lnTo>
                  <a:pt x="76200" y="404813"/>
                </a:lnTo>
                <a:lnTo>
                  <a:pt x="71438" y="400050"/>
                </a:lnTo>
                <a:lnTo>
                  <a:pt x="66675" y="395288"/>
                </a:lnTo>
                <a:lnTo>
                  <a:pt x="61913" y="390525"/>
                </a:lnTo>
                <a:lnTo>
                  <a:pt x="57150" y="385763"/>
                </a:lnTo>
                <a:lnTo>
                  <a:pt x="57150" y="376238"/>
                </a:lnTo>
                <a:lnTo>
                  <a:pt x="57150" y="366713"/>
                </a:lnTo>
                <a:lnTo>
                  <a:pt x="57150" y="357188"/>
                </a:lnTo>
                <a:lnTo>
                  <a:pt x="57150" y="347663"/>
                </a:lnTo>
                <a:lnTo>
                  <a:pt x="52388" y="342900"/>
                </a:lnTo>
                <a:lnTo>
                  <a:pt x="47625" y="338138"/>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4763" y="247650"/>
                </a:lnTo>
                <a:lnTo>
                  <a:pt x="0" y="242888"/>
                </a:lnTo>
                <a:lnTo>
                  <a:pt x="0" y="233363"/>
                </a:lnTo>
                <a:lnTo>
                  <a:pt x="0" y="223838"/>
                </a:lnTo>
                <a:lnTo>
                  <a:pt x="0" y="214313"/>
                </a:lnTo>
                <a:lnTo>
                  <a:pt x="4763" y="209550"/>
                </a:lnTo>
                <a:lnTo>
                  <a:pt x="9525" y="204788"/>
                </a:lnTo>
                <a:lnTo>
                  <a:pt x="9525" y="195263"/>
                </a:lnTo>
                <a:lnTo>
                  <a:pt x="9525" y="185738"/>
                </a:lnTo>
                <a:lnTo>
                  <a:pt x="14288" y="180975"/>
                </a:lnTo>
                <a:lnTo>
                  <a:pt x="19050" y="176213"/>
                </a:lnTo>
                <a:lnTo>
                  <a:pt x="19050" y="166688"/>
                </a:lnTo>
                <a:lnTo>
                  <a:pt x="23813" y="161925"/>
                </a:lnTo>
                <a:lnTo>
                  <a:pt x="28575" y="157163"/>
                </a:lnTo>
                <a:lnTo>
                  <a:pt x="23813" y="152400"/>
                </a:lnTo>
                <a:lnTo>
                  <a:pt x="19050" y="147638"/>
                </a:lnTo>
                <a:lnTo>
                  <a:pt x="19050" y="138113"/>
                </a:lnTo>
                <a:lnTo>
                  <a:pt x="19050" y="128588"/>
                </a:lnTo>
                <a:lnTo>
                  <a:pt x="23813" y="123825"/>
                </a:lnTo>
                <a:lnTo>
                  <a:pt x="28575" y="119063"/>
                </a:lnTo>
                <a:lnTo>
                  <a:pt x="33338" y="114300"/>
                </a:lnTo>
                <a:lnTo>
                  <a:pt x="38100" y="109538"/>
                </a:lnTo>
                <a:lnTo>
                  <a:pt x="42863" y="104775"/>
                </a:lnTo>
                <a:lnTo>
                  <a:pt x="47625" y="100013"/>
                </a:lnTo>
                <a:lnTo>
                  <a:pt x="52388" y="95250"/>
                </a:lnTo>
                <a:lnTo>
                  <a:pt x="57150" y="90488"/>
                </a:lnTo>
                <a:lnTo>
                  <a:pt x="61913" y="85725"/>
                </a:lnTo>
                <a:lnTo>
                  <a:pt x="66675" y="80963"/>
                </a:lnTo>
                <a:lnTo>
                  <a:pt x="71438" y="76200"/>
                </a:lnTo>
                <a:lnTo>
                  <a:pt x="76200" y="71438"/>
                </a:lnTo>
                <a:lnTo>
                  <a:pt x="76200" y="61913"/>
                </a:lnTo>
                <a:lnTo>
                  <a:pt x="80963" y="57150"/>
                </a:lnTo>
                <a:lnTo>
                  <a:pt x="90488" y="57150"/>
                </a:lnTo>
                <a:lnTo>
                  <a:pt x="95250" y="52388"/>
                </a:lnTo>
                <a:lnTo>
                  <a:pt x="100013" y="47625"/>
                </a:lnTo>
                <a:lnTo>
                  <a:pt x="104775" y="42863"/>
                </a:lnTo>
                <a:lnTo>
                  <a:pt x="109538" y="38100"/>
                </a:lnTo>
                <a:lnTo>
                  <a:pt x="114300" y="33338"/>
                </a:lnTo>
                <a:lnTo>
                  <a:pt x="119063" y="28575"/>
                </a:lnTo>
                <a:lnTo>
                  <a:pt x="123825" y="23813"/>
                </a:lnTo>
                <a:lnTo>
                  <a:pt x="128588" y="19050"/>
                </a:lnTo>
                <a:lnTo>
                  <a:pt x="138113" y="19050"/>
                </a:lnTo>
                <a:lnTo>
                  <a:pt x="142875" y="14288"/>
                </a:lnTo>
                <a:lnTo>
                  <a:pt x="147638" y="9525"/>
                </a:lnTo>
                <a:lnTo>
                  <a:pt x="157163" y="9525"/>
                </a:lnTo>
                <a:lnTo>
                  <a:pt x="166688" y="9525"/>
                </a:lnTo>
                <a:lnTo>
                  <a:pt x="176213" y="9525"/>
                </a:lnTo>
                <a:lnTo>
                  <a:pt x="180975" y="4763"/>
                </a:lnTo>
                <a:close/>
              </a:path>
            </a:pathLst>
          </a:custGeom>
          <a:solidFill xmlns:a="http://schemas.openxmlformats.org/drawingml/2006/main">
            <a:srgbClr val="E2E2E2"/>
          </a:solidFill>
          <a:ln xmlns:a="http://schemas.openxmlformats.org/drawingml/2006/main" w="0">
            <a:noFill/>
            <a:prstDash val="solid"/>
          </a:ln>
        </p:spPr>
      </p:sp>
      <p:sp>
        <p:nvSpPr>
          <p:cNvPr id="269" name="deep-skill-chaining-source-component-4-gradient-228-0">
            <a:extLst xmlns:a="http://schemas.openxmlformats.org/drawingml/2006/main">
              <a:ext uri="{FF2B5EF4-FFF2-40B4-BE49-F238E27FC236}">
                <a16:creationId xmlns:a16="http://schemas.microsoft.com/office/drawing/2014/main" id="{A14A9CEF-D2F9-4D83-A2D2-F0508D943B79}"/>
              </a:ext>
            </a:extLst>
          </p:cNvPr>
          <p:cNvSpPr>
            <a:spLocks xmlns:a="http://schemas.openxmlformats.org/drawingml/2006/main" noGrp="1"/>
          </p:cNvSpPr>
          <p:nvPr/>
        </p:nvSpPr>
        <p:spPr>
          <a:xfrm xmlns:a="http://schemas.openxmlformats.org/drawingml/2006/main" rot="0">
            <a:off x="9286875" y="1952625"/>
            <a:ext cx="447675" cy="438150"/>
          </a:xfrm>
          <a:custGeom xmlns:a="http://schemas.openxmlformats.org/drawingml/2006/main">
            <a:pathLst>
              <a:path w="447675" h="438150">
                <a:moveTo>
                  <a:pt x="180975" y="4763"/>
                </a:move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76225" y="4763"/>
                </a:lnTo>
                <a:lnTo>
                  <a:pt x="280988" y="9525"/>
                </a:lnTo>
                <a:lnTo>
                  <a:pt x="285750" y="14288"/>
                </a:lnTo>
                <a:lnTo>
                  <a:pt x="290513" y="19050"/>
                </a:lnTo>
                <a:lnTo>
                  <a:pt x="300038" y="19050"/>
                </a:lnTo>
                <a:lnTo>
                  <a:pt x="309563" y="19050"/>
                </a:lnTo>
                <a:lnTo>
                  <a:pt x="314325" y="23813"/>
                </a:lnTo>
                <a:lnTo>
                  <a:pt x="319088" y="28575"/>
                </a:lnTo>
                <a:lnTo>
                  <a:pt x="328613" y="28575"/>
                </a:lnTo>
                <a:lnTo>
                  <a:pt x="333375" y="33338"/>
                </a:lnTo>
                <a:lnTo>
                  <a:pt x="338138" y="38100"/>
                </a:lnTo>
                <a:lnTo>
                  <a:pt x="342900" y="42863"/>
                </a:lnTo>
                <a:lnTo>
                  <a:pt x="347663" y="47625"/>
                </a:lnTo>
                <a:lnTo>
                  <a:pt x="357188" y="47625"/>
                </a:lnTo>
                <a:lnTo>
                  <a:pt x="361950" y="52388"/>
                </a:lnTo>
                <a:lnTo>
                  <a:pt x="366713" y="57150"/>
                </a:lnTo>
                <a:lnTo>
                  <a:pt x="371475" y="61913"/>
                </a:lnTo>
                <a:lnTo>
                  <a:pt x="376238" y="66675"/>
                </a:lnTo>
                <a:lnTo>
                  <a:pt x="385763" y="66675"/>
                </a:lnTo>
                <a:lnTo>
                  <a:pt x="390525" y="71438"/>
                </a:lnTo>
                <a:lnTo>
                  <a:pt x="390525" y="80963"/>
                </a:lnTo>
                <a:lnTo>
                  <a:pt x="395288" y="85725"/>
                </a:lnTo>
                <a:lnTo>
                  <a:pt x="400050" y="90488"/>
                </a:lnTo>
                <a:lnTo>
                  <a:pt x="400050" y="100013"/>
                </a:lnTo>
                <a:lnTo>
                  <a:pt x="400050" y="109538"/>
                </a:lnTo>
                <a:lnTo>
                  <a:pt x="404813" y="114300"/>
                </a:lnTo>
                <a:lnTo>
                  <a:pt x="409575" y="119063"/>
                </a:lnTo>
                <a:lnTo>
                  <a:pt x="409575" y="128588"/>
                </a:lnTo>
                <a:lnTo>
                  <a:pt x="414338" y="133350"/>
                </a:lnTo>
                <a:lnTo>
                  <a:pt x="419100" y="138113"/>
                </a:lnTo>
                <a:lnTo>
                  <a:pt x="419100" y="147638"/>
                </a:lnTo>
                <a:lnTo>
                  <a:pt x="423863" y="152400"/>
                </a:lnTo>
                <a:lnTo>
                  <a:pt x="428625" y="157163"/>
                </a:lnTo>
                <a:lnTo>
                  <a:pt x="428625" y="166688"/>
                </a:lnTo>
                <a:lnTo>
                  <a:pt x="433388" y="171450"/>
                </a:lnTo>
                <a:lnTo>
                  <a:pt x="438150" y="176213"/>
                </a:lnTo>
                <a:lnTo>
                  <a:pt x="438150" y="185738"/>
                </a:lnTo>
                <a:lnTo>
                  <a:pt x="438150" y="195263"/>
                </a:lnTo>
                <a:lnTo>
                  <a:pt x="442913" y="200025"/>
                </a:lnTo>
                <a:lnTo>
                  <a:pt x="447675" y="204788"/>
                </a:lnTo>
                <a:lnTo>
                  <a:pt x="442913" y="209550"/>
                </a:lnTo>
                <a:lnTo>
                  <a:pt x="438150" y="214313"/>
                </a:lnTo>
                <a:lnTo>
                  <a:pt x="438150" y="223838"/>
                </a:lnTo>
                <a:lnTo>
                  <a:pt x="433388" y="228600"/>
                </a:lnTo>
                <a:lnTo>
                  <a:pt x="428625" y="233363"/>
                </a:lnTo>
                <a:lnTo>
                  <a:pt x="428625" y="242888"/>
                </a:lnTo>
                <a:lnTo>
                  <a:pt x="428625" y="252413"/>
                </a:lnTo>
                <a:lnTo>
                  <a:pt x="433388" y="257175"/>
                </a:lnTo>
                <a:lnTo>
                  <a:pt x="438150" y="261938"/>
                </a:lnTo>
                <a:lnTo>
                  <a:pt x="433388" y="266700"/>
                </a:lnTo>
                <a:lnTo>
                  <a:pt x="428625" y="271463"/>
                </a:lnTo>
                <a:lnTo>
                  <a:pt x="428625" y="280988"/>
                </a:lnTo>
                <a:lnTo>
                  <a:pt x="423863" y="285750"/>
                </a:lnTo>
                <a:lnTo>
                  <a:pt x="419100" y="290513"/>
                </a:lnTo>
                <a:lnTo>
                  <a:pt x="419100" y="300038"/>
                </a:lnTo>
                <a:lnTo>
                  <a:pt x="414338" y="304800"/>
                </a:lnTo>
                <a:lnTo>
                  <a:pt x="409575" y="309563"/>
                </a:lnTo>
                <a:lnTo>
                  <a:pt x="409575" y="319088"/>
                </a:lnTo>
                <a:lnTo>
                  <a:pt x="404813" y="323850"/>
                </a:lnTo>
                <a:lnTo>
                  <a:pt x="400050" y="328613"/>
                </a:lnTo>
                <a:lnTo>
                  <a:pt x="395288" y="333375"/>
                </a:lnTo>
                <a:lnTo>
                  <a:pt x="390525" y="338138"/>
                </a:lnTo>
                <a:lnTo>
                  <a:pt x="385763" y="342900"/>
                </a:lnTo>
                <a:lnTo>
                  <a:pt x="381000" y="347663"/>
                </a:lnTo>
                <a:lnTo>
                  <a:pt x="376238" y="352425"/>
                </a:lnTo>
                <a:lnTo>
                  <a:pt x="371475" y="357188"/>
                </a:lnTo>
                <a:lnTo>
                  <a:pt x="371475" y="366713"/>
                </a:lnTo>
                <a:lnTo>
                  <a:pt x="371475" y="376238"/>
                </a:lnTo>
                <a:lnTo>
                  <a:pt x="366713" y="381000"/>
                </a:lnTo>
                <a:lnTo>
                  <a:pt x="361950" y="385763"/>
                </a:lnTo>
                <a:lnTo>
                  <a:pt x="357188" y="390525"/>
                </a:lnTo>
                <a:lnTo>
                  <a:pt x="347663" y="390525"/>
                </a:lnTo>
                <a:lnTo>
                  <a:pt x="342900" y="395288"/>
                </a:lnTo>
                <a:lnTo>
                  <a:pt x="338138" y="400050"/>
                </a:lnTo>
                <a:lnTo>
                  <a:pt x="333375" y="404813"/>
                </a:lnTo>
                <a:lnTo>
                  <a:pt x="328613" y="409575"/>
                </a:lnTo>
                <a:lnTo>
                  <a:pt x="319088" y="409575"/>
                </a:lnTo>
                <a:lnTo>
                  <a:pt x="309563" y="409575"/>
                </a:lnTo>
                <a:lnTo>
                  <a:pt x="304800" y="414338"/>
                </a:lnTo>
                <a:lnTo>
                  <a:pt x="300038" y="419100"/>
                </a:lnTo>
                <a:lnTo>
                  <a:pt x="290513" y="419100"/>
                </a:lnTo>
                <a:lnTo>
                  <a:pt x="280988" y="419100"/>
                </a:lnTo>
                <a:lnTo>
                  <a:pt x="276225" y="423863"/>
                </a:lnTo>
                <a:lnTo>
                  <a:pt x="271463" y="428625"/>
                </a:lnTo>
                <a:lnTo>
                  <a:pt x="261938" y="428625"/>
                </a:lnTo>
                <a:lnTo>
                  <a:pt x="252413" y="428625"/>
                </a:lnTo>
                <a:lnTo>
                  <a:pt x="242888" y="428625"/>
                </a:lnTo>
                <a:lnTo>
                  <a:pt x="233363" y="428625"/>
                </a:lnTo>
                <a:lnTo>
                  <a:pt x="223838" y="428625"/>
                </a:lnTo>
                <a:lnTo>
                  <a:pt x="219075" y="433388"/>
                </a:lnTo>
                <a:lnTo>
                  <a:pt x="214313" y="438150"/>
                </a:lnTo>
                <a:lnTo>
                  <a:pt x="209550" y="433388"/>
                </a:lnTo>
                <a:lnTo>
                  <a:pt x="204788" y="428625"/>
                </a:lnTo>
                <a:lnTo>
                  <a:pt x="195263" y="428625"/>
                </a:lnTo>
                <a:lnTo>
                  <a:pt x="185738" y="428625"/>
                </a:lnTo>
                <a:lnTo>
                  <a:pt x="180975" y="423863"/>
                </a:lnTo>
                <a:lnTo>
                  <a:pt x="176213" y="419100"/>
                </a:lnTo>
                <a:lnTo>
                  <a:pt x="166688" y="419100"/>
                </a:lnTo>
                <a:lnTo>
                  <a:pt x="157163" y="419100"/>
                </a:lnTo>
                <a:lnTo>
                  <a:pt x="147638" y="419100"/>
                </a:lnTo>
                <a:lnTo>
                  <a:pt x="138113" y="419100"/>
                </a:lnTo>
                <a:lnTo>
                  <a:pt x="128588" y="419100"/>
                </a:lnTo>
                <a:lnTo>
                  <a:pt x="123825" y="414338"/>
                </a:lnTo>
                <a:lnTo>
                  <a:pt x="119063" y="409575"/>
                </a:lnTo>
                <a:lnTo>
                  <a:pt x="114300" y="404813"/>
                </a:lnTo>
                <a:lnTo>
                  <a:pt x="109538" y="400050"/>
                </a:lnTo>
                <a:lnTo>
                  <a:pt x="100013" y="400050"/>
                </a:lnTo>
                <a:lnTo>
                  <a:pt x="95250" y="395288"/>
                </a:lnTo>
                <a:lnTo>
                  <a:pt x="90488" y="390525"/>
                </a:lnTo>
                <a:lnTo>
                  <a:pt x="85725" y="385763"/>
                </a:lnTo>
                <a:lnTo>
                  <a:pt x="80963" y="381000"/>
                </a:lnTo>
                <a:lnTo>
                  <a:pt x="71438" y="381000"/>
                </a:lnTo>
                <a:lnTo>
                  <a:pt x="66675" y="376238"/>
                </a:lnTo>
                <a:lnTo>
                  <a:pt x="66675" y="366713"/>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4763" y="247650"/>
                </a:lnTo>
                <a:lnTo>
                  <a:pt x="0" y="242888"/>
                </a:lnTo>
                <a:lnTo>
                  <a:pt x="0" y="233363"/>
                </a:lnTo>
                <a:lnTo>
                  <a:pt x="0" y="223838"/>
                </a:lnTo>
                <a:lnTo>
                  <a:pt x="0" y="214313"/>
                </a:lnTo>
                <a:lnTo>
                  <a:pt x="4763" y="209550"/>
                </a:lnTo>
                <a:lnTo>
                  <a:pt x="9525" y="204788"/>
                </a:lnTo>
                <a:lnTo>
                  <a:pt x="9525" y="195263"/>
                </a:lnTo>
                <a:lnTo>
                  <a:pt x="9525" y="185738"/>
                </a:lnTo>
                <a:lnTo>
                  <a:pt x="9525" y="176213"/>
                </a:lnTo>
                <a:lnTo>
                  <a:pt x="9525" y="166688"/>
                </a:lnTo>
                <a:lnTo>
                  <a:pt x="14288" y="161925"/>
                </a:lnTo>
                <a:lnTo>
                  <a:pt x="19050" y="157163"/>
                </a:lnTo>
                <a:lnTo>
                  <a:pt x="19050" y="147638"/>
                </a:lnTo>
                <a:lnTo>
                  <a:pt x="19050" y="138113"/>
                </a:lnTo>
                <a:lnTo>
                  <a:pt x="19050" y="128588"/>
                </a:lnTo>
                <a:lnTo>
                  <a:pt x="14288" y="123825"/>
                </a:lnTo>
                <a:lnTo>
                  <a:pt x="9525" y="119063"/>
                </a:lnTo>
                <a:lnTo>
                  <a:pt x="14288" y="114300"/>
                </a:lnTo>
                <a:lnTo>
                  <a:pt x="23813" y="114300"/>
                </a:lnTo>
                <a:lnTo>
                  <a:pt x="28575" y="109538"/>
                </a:lnTo>
                <a:lnTo>
                  <a:pt x="33338" y="104775"/>
                </a:lnTo>
                <a:lnTo>
                  <a:pt x="38100" y="100013"/>
                </a:lnTo>
                <a:lnTo>
                  <a:pt x="38100" y="90488"/>
                </a:lnTo>
                <a:lnTo>
                  <a:pt x="42863" y="85725"/>
                </a:lnTo>
                <a:lnTo>
                  <a:pt x="52388" y="85725"/>
                </a:lnTo>
                <a:lnTo>
                  <a:pt x="57150" y="80963"/>
                </a:lnTo>
                <a:lnTo>
                  <a:pt x="61913" y="76200"/>
                </a:lnTo>
                <a:lnTo>
                  <a:pt x="66675" y="71438"/>
                </a:lnTo>
                <a:lnTo>
                  <a:pt x="66675" y="61913"/>
                </a:lnTo>
                <a:lnTo>
                  <a:pt x="71438" y="57150"/>
                </a:lnTo>
                <a:lnTo>
                  <a:pt x="80963" y="57150"/>
                </a:lnTo>
                <a:lnTo>
                  <a:pt x="85725" y="52388"/>
                </a:lnTo>
                <a:lnTo>
                  <a:pt x="90488" y="47625"/>
                </a:lnTo>
                <a:lnTo>
                  <a:pt x="100013" y="47625"/>
                </a:lnTo>
                <a:lnTo>
                  <a:pt x="104775" y="42863"/>
                </a:lnTo>
                <a:lnTo>
                  <a:pt x="109538" y="38100"/>
                </a:lnTo>
                <a:lnTo>
                  <a:pt x="114300" y="33338"/>
                </a:lnTo>
                <a:lnTo>
                  <a:pt x="119063" y="28575"/>
                </a:lnTo>
                <a:lnTo>
                  <a:pt x="128588" y="28575"/>
                </a:lnTo>
                <a:lnTo>
                  <a:pt x="133350" y="23813"/>
                </a:lnTo>
                <a:lnTo>
                  <a:pt x="138113" y="19050"/>
                </a:lnTo>
                <a:lnTo>
                  <a:pt x="147638" y="19050"/>
                </a:lnTo>
                <a:lnTo>
                  <a:pt x="152400" y="14288"/>
                </a:lnTo>
                <a:lnTo>
                  <a:pt x="157163" y="9525"/>
                </a:lnTo>
                <a:lnTo>
                  <a:pt x="166688" y="9525"/>
                </a:lnTo>
                <a:lnTo>
                  <a:pt x="176213" y="9525"/>
                </a:lnTo>
                <a:lnTo>
                  <a:pt x="180975" y="4763"/>
                </a:lnTo>
                <a:close/>
              </a:path>
            </a:pathLst>
          </a:custGeom>
          <a:solidFill xmlns:a="http://schemas.openxmlformats.org/drawingml/2006/main">
            <a:srgbClr val="E4E4E4"/>
          </a:solidFill>
          <a:ln xmlns:a="http://schemas.openxmlformats.org/drawingml/2006/main" w="0">
            <a:noFill/>
            <a:prstDash val="solid"/>
          </a:ln>
        </p:spPr>
      </p:sp>
      <p:sp>
        <p:nvSpPr>
          <p:cNvPr id="270" name="deep-skill-chaining-source-component-4-gradient-230-0">
            <a:extLst xmlns:a="http://schemas.openxmlformats.org/drawingml/2006/main">
              <a:ext uri="{FF2B5EF4-FFF2-40B4-BE49-F238E27FC236}">
                <a16:creationId xmlns:a16="http://schemas.microsoft.com/office/drawing/2014/main" id="{6BDE044F-3847-4A54-98EB-F16C1FB14E76}"/>
              </a:ext>
            </a:extLst>
          </p:cNvPr>
          <p:cNvSpPr>
            <a:spLocks xmlns:a="http://schemas.openxmlformats.org/drawingml/2006/main" noGrp="1"/>
          </p:cNvSpPr>
          <p:nvPr/>
        </p:nvSpPr>
        <p:spPr>
          <a:xfrm xmlns:a="http://schemas.openxmlformats.org/drawingml/2006/main" rot="0">
            <a:off x="9305925" y="1971675"/>
            <a:ext cx="409575" cy="400050"/>
          </a:xfrm>
          <a:custGeom xmlns:a="http://schemas.openxmlformats.org/drawingml/2006/main">
            <a:pathLst>
              <a:path w="409575" h="400050">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47650" y="4763"/>
                </a:lnTo>
                <a:lnTo>
                  <a:pt x="252413" y="9525"/>
                </a:lnTo>
                <a:lnTo>
                  <a:pt x="261938" y="9525"/>
                </a:lnTo>
                <a:lnTo>
                  <a:pt x="271463" y="9525"/>
                </a:lnTo>
                <a:lnTo>
                  <a:pt x="280988" y="9525"/>
                </a:lnTo>
                <a:lnTo>
                  <a:pt x="285750" y="14288"/>
                </a:lnTo>
                <a:lnTo>
                  <a:pt x="290513" y="19050"/>
                </a:lnTo>
                <a:lnTo>
                  <a:pt x="295275" y="23813"/>
                </a:lnTo>
                <a:lnTo>
                  <a:pt x="300038" y="28575"/>
                </a:lnTo>
                <a:lnTo>
                  <a:pt x="309563" y="28575"/>
                </a:lnTo>
                <a:lnTo>
                  <a:pt x="314325" y="33338"/>
                </a:lnTo>
                <a:lnTo>
                  <a:pt x="319088" y="38100"/>
                </a:lnTo>
                <a:lnTo>
                  <a:pt x="323850" y="42863"/>
                </a:lnTo>
                <a:lnTo>
                  <a:pt x="328613" y="47625"/>
                </a:lnTo>
                <a:lnTo>
                  <a:pt x="338138" y="47625"/>
                </a:lnTo>
                <a:lnTo>
                  <a:pt x="342900" y="52388"/>
                </a:lnTo>
                <a:lnTo>
                  <a:pt x="347663" y="57150"/>
                </a:lnTo>
                <a:lnTo>
                  <a:pt x="352425" y="61913"/>
                </a:lnTo>
                <a:lnTo>
                  <a:pt x="357188" y="66675"/>
                </a:lnTo>
                <a:lnTo>
                  <a:pt x="366713" y="66675"/>
                </a:lnTo>
                <a:lnTo>
                  <a:pt x="371475" y="71438"/>
                </a:lnTo>
                <a:lnTo>
                  <a:pt x="371475" y="80963"/>
                </a:lnTo>
                <a:lnTo>
                  <a:pt x="371475" y="90488"/>
                </a:lnTo>
                <a:lnTo>
                  <a:pt x="371475" y="100013"/>
                </a:lnTo>
                <a:lnTo>
                  <a:pt x="371475" y="109538"/>
                </a:lnTo>
                <a:lnTo>
                  <a:pt x="376238" y="114300"/>
                </a:lnTo>
                <a:lnTo>
                  <a:pt x="381000" y="119063"/>
                </a:lnTo>
                <a:lnTo>
                  <a:pt x="385763" y="123825"/>
                </a:lnTo>
                <a:lnTo>
                  <a:pt x="390525" y="128588"/>
                </a:lnTo>
                <a:lnTo>
                  <a:pt x="390525" y="138113"/>
                </a:lnTo>
                <a:lnTo>
                  <a:pt x="390525" y="147638"/>
                </a:lnTo>
                <a:lnTo>
                  <a:pt x="395288" y="152400"/>
                </a:lnTo>
                <a:lnTo>
                  <a:pt x="400050" y="157163"/>
                </a:lnTo>
                <a:lnTo>
                  <a:pt x="400050" y="166688"/>
                </a:lnTo>
                <a:lnTo>
                  <a:pt x="404813" y="171450"/>
                </a:lnTo>
                <a:lnTo>
                  <a:pt x="409575" y="176213"/>
                </a:lnTo>
                <a:lnTo>
                  <a:pt x="409575" y="185738"/>
                </a:lnTo>
                <a:lnTo>
                  <a:pt x="409575" y="195263"/>
                </a:lnTo>
                <a:lnTo>
                  <a:pt x="404813" y="200025"/>
                </a:lnTo>
                <a:lnTo>
                  <a:pt x="400050" y="204788"/>
                </a:lnTo>
                <a:lnTo>
                  <a:pt x="400050" y="214313"/>
                </a:lnTo>
                <a:lnTo>
                  <a:pt x="400050" y="223838"/>
                </a:lnTo>
                <a:lnTo>
                  <a:pt x="400050" y="233363"/>
                </a:lnTo>
                <a:lnTo>
                  <a:pt x="400050" y="242888"/>
                </a:lnTo>
                <a:lnTo>
                  <a:pt x="395288" y="247650"/>
                </a:lnTo>
                <a:lnTo>
                  <a:pt x="390525" y="252413"/>
                </a:lnTo>
                <a:lnTo>
                  <a:pt x="390525" y="261938"/>
                </a:lnTo>
                <a:lnTo>
                  <a:pt x="390525" y="271463"/>
                </a:lnTo>
                <a:lnTo>
                  <a:pt x="385763" y="276225"/>
                </a:lnTo>
                <a:lnTo>
                  <a:pt x="381000" y="280988"/>
                </a:lnTo>
                <a:lnTo>
                  <a:pt x="376238" y="285750"/>
                </a:lnTo>
                <a:lnTo>
                  <a:pt x="371475" y="290513"/>
                </a:lnTo>
                <a:lnTo>
                  <a:pt x="371475" y="300038"/>
                </a:lnTo>
                <a:lnTo>
                  <a:pt x="366713" y="304800"/>
                </a:lnTo>
                <a:lnTo>
                  <a:pt x="357188" y="304800"/>
                </a:lnTo>
                <a:lnTo>
                  <a:pt x="352425" y="309563"/>
                </a:lnTo>
                <a:lnTo>
                  <a:pt x="347663" y="314325"/>
                </a:lnTo>
                <a:lnTo>
                  <a:pt x="342900" y="319088"/>
                </a:lnTo>
                <a:lnTo>
                  <a:pt x="342900" y="328613"/>
                </a:lnTo>
                <a:lnTo>
                  <a:pt x="338138" y="333375"/>
                </a:lnTo>
                <a:lnTo>
                  <a:pt x="333375" y="338138"/>
                </a:lnTo>
                <a:lnTo>
                  <a:pt x="333375" y="347663"/>
                </a:lnTo>
                <a:lnTo>
                  <a:pt x="328613" y="352425"/>
                </a:lnTo>
                <a:lnTo>
                  <a:pt x="319088" y="352425"/>
                </a:lnTo>
                <a:lnTo>
                  <a:pt x="314325" y="357188"/>
                </a:lnTo>
                <a:lnTo>
                  <a:pt x="309563" y="361950"/>
                </a:lnTo>
                <a:lnTo>
                  <a:pt x="300038" y="361950"/>
                </a:lnTo>
                <a:lnTo>
                  <a:pt x="295275" y="366713"/>
                </a:lnTo>
                <a:lnTo>
                  <a:pt x="290513" y="371475"/>
                </a:lnTo>
                <a:lnTo>
                  <a:pt x="285750" y="376238"/>
                </a:lnTo>
                <a:lnTo>
                  <a:pt x="280988" y="381000"/>
                </a:lnTo>
                <a:lnTo>
                  <a:pt x="271463" y="381000"/>
                </a:lnTo>
                <a:lnTo>
                  <a:pt x="261938" y="381000"/>
                </a:lnTo>
                <a:lnTo>
                  <a:pt x="257175" y="385763"/>
                </a:lnTo>
                <a:lnTo>
                  <a:pt x="252413" y="390525"/>
                </a:lnTo>
                <a:lnTo>
                  <a:pt x="242888" y="390525"/>
                </a:lnTo>
                <a:lnTo>
                  <a:pt x="233363" y="390525"/>
                </a:lnTo>
                <a:lnTo>
                  <a:pt x="223838" y="390525"/>
                </a:lnTo>
                <a:lnTo>
                  <a:pt x="214313" y="390525"/>
                </a:lnTo>
                <a:lnTo>
                  <a:pt x="204788" y="390525"/>
                </a:lnTo>
                <a:lnTo>
                  <a:pt x="200025" y="395288"/>
                </a:lnTo>
                <a:lnTo>
                  <a:pt x="195263" y="400050"/>
                </a:lnTo>
                <a:lnTo>
                  <a:pt x="190500" y="395288"/>
                </a:lnTo>
                <a:lnTo>
                  <a:pt x="185738" y="390525"/>
                </a:lnTo>
                <a:lnTo>
                  <a:pt x="176213" y="390525"/>
                </a:lnTo>
                <a:lnTo>
                  <a:pt x="166688" y="390525"/>
                </a:lnTo>
                <a:lnTo>
                  <a:pt x="157163" y="390525"/>
                </a:lnTo>
                <a:lnTo>
                  <a:pt x="152400" y="385763"/>
                </a:lnTo>
                <a:lnTo>
                  <a:pt x="147638" y="381000"/>
                </a:lnTo>
                <a:lnTo>
                  <a:pt x="138113" y="381000"/>
                </a:lnTo>
                <a:lnTo>
                  <a:pt x="128588" y="381000"/>
                </a:lnTo>
                <a:lnTo>
                  <a:pt x="119063" y="381000"/>
                </a:lnTo>
                <a:lnTo>
                  <a:pt x="109538" y="381000"/>
                </a:lnTo>
                <a:lnTo>
                  <a:pt x="104775" y="376238"/>
                </a:lnTo>
                <a:lnTo>
                  <a:pt x="100013" y="371475"/>
                </a:lnTo>
                <a:lnTo>
                  <a:pt x="95250" y="366713"/>
                </a:lnTo>
                <a:lnTo>
                  <a:pt x="90488" y="361950"/>
                </a:lnTo>
                <a:lnTo>
                  <a:pt x="80963" y="361950"/>
                </a:lnTo>
                <a:lnTo>
                  <a:pt x="76200" y="357188"/>
                </a:lnTo>
                <a:lnTo>
                  <a:pt x="71438" y="352425"/>
                </a:lnTo>
                <a:lnTo>
                  <a:pt x="66675" y="347663"/>
                </a:lnTo>
                <a:lnTo>
                  <a:pt x="66675" y="338138"/>
                </a:lnTo>
                <a:lnTo>
                  <a:pt x="61913" y="333375"/>
                </a:lnTo>
                <a:lnTo>
                  <a:pt x="57150" y="328613"/>
                </a:lnTo>
                <a:lnTo>
                  <a:pt x="57150" y="319088"/>
                </a:lnTo>
                <a:lnTo>
                  <a:pt x="52388" y="314325"/>
                </a:lnTo>
                <a:lnTo>
                  <a:pt x="47625" y="309563"/>
                </a:lnTo>
                <a:lnTo>
                  <a:pt x="42863" y="304800"/>
                </a:lnTo>
                <a:lnTo>
                  <a:pt x="38100" y="300038"/>
                </a:lnTo>
                <a:lnTo>
                  <a:pt x="33338" y="295275"/>
                </a:lnTo>
                <a:lnTo>
                  <a:pt x="28575" y="290513"/>
                </a:lnTo>
                <a:lnTo>
                  <a:pt x="23813" y="285750"/>
                </a:lnTo>
                <a:lnTo>
                  <a:pt x="19050" y="280988"/>
                </a:lnTo>
                <a:lnTo>
                  <a:pt x="19050" y="271463"/>
                </a:lnTo>
                <a:lnTo>
                  <a:pt x="19050" y="261938"/>
                </a:lnTo>
                <a:lnTo>
                  <a:pt x="19050" y="252413"/>
                </a:lnTo>
                <a:lnTo>
                  <a:pt x="14288" y="247650"/>
                </a:lnTo>
                <a:lnTo>
                  <a:pt x="9525" y="242888"/>
                </a:lnTo>
                <a:lnTo>
                  <a:pt x="9525" y="233363"/>
                </a:lnTo>
                <a:lnTo>
                  <a:pt x="4763" y="228600"/>
                </a:lnTo>
                <a:lnTo>
                  <a:pt x="0" y="223838"/>
                </a:lnTo>
                <a:lnTo>
                  <a:pt x="0" y="214313"/>
                </a:lnTo>
                <a:lnTo>
                  <a:pt x="0" y="204788"/>
                </a:lnTo>
                <a:lnTo>
                  <a:pt x="0" y="195263"/>
                </a:lnTo>
                <a:lnTo>
                  <a:pt x="0" y="185738"/>
                </a:lnTo>
                <a:lnTo>
                  <a:pt x="0" y="176213"/>
                </a:lnTo>
                <a:lnTo>
                  <a:pt x="0" y="166688"/>
                </a:lnTo>
                <a:lnTo>
                  <a:pt x="4763" y="161925"/>
                </a:lnTo>
                <a:lnTo>
                  <a:pt x="9525" y="157163"/>
                </a:lnTo>
                <a:lnTo>
                  <a:pt x="9525" y="147638"/>
                </a:lnTo>
                <a:lnTo>
                  <a:pt x="9525" y="138113"/>
                </a:lnTo>
                <a:lnTo>
                  <a:pt x="14288" y="133350"/>
                </a:lnTo>
                <a:lnTo>
                  <a:pt x="19050" y="128588"/>
                </a:lnTo>
                <a:lnTo>
                  <a:pt x="19050" y="119063"/>
                </a:lnTo>
                <a:lnTo>
                  <a:pt x="19050" y="109538"/>
                </a:lnTo>
                <a:lnTo>
                  <a:pt x="19050" y="100013"/>
                </a:lnTo>
                <a:lnTo>
                  <a:pt x="23813" y="95250"/>
                </a:lnTo>
                <a:lnTo>
                  <a:pt x="28575" y="90488"/>
                </a:lnTo>
                <a:lnTo>
                  <a:pt x="33338" y="85725"/>
                </a:lnTo>
                <a:lnTo>
                  <a:pt x="38100" y="80963"/>
                </a:lnTo>
                <a:lnTo>
                  <a:pt x="42863" y="76200"/>
                </a:lnTo>
                <a:lnTo>
                  <a:pt x="47625" y="71438"/>
                </a:lnTo>
                <a:lnTo>
                  <a:pt x="52388" y="66675"/>
                </a:lnTo>
                <a:lnTo>
                  <a:pt x="57150" y="61913"/>
                </a:lnTo>
                <a:lnTo>
                  <a:pt x="61913" y="57150"/>
                </a:lnTo>
                <a:lnTo>
                  <a:pt x="66675" y="52388"/>
                </a:lnTo>
                <a:lnTo>
                  <a:pt x="71438" y="47625"/>
                </a:lnTo>
                <a:lnTo>
                  <a:pt x="76200" y="42863"/>
                </a:lnTo>
                <a:lnTo>
                  <a:pt x="80963" y="38100"/>
                </a:lnTo>
                <a:lnTo>
                  <a:pt x="90488" y="38100"/>
                </a:lnTo>
                <a:lnTo>
                  <a:pt x="95250" y="33338"/>
                </a:lnTo>
                <a:lnTo>
                  <a:pt x="100013" y="28575"/>
                </a:lnTo>
                <a:lnTo>
                  <a:pt x="104775" y="23813"/>
                </a:lnTo>
                <a:lnTo>
                  <a:pt x="109538" y="19050"/>
                </a:lnTo>
                <a:lnTo>
                  <a:pt x="119063" y="19050"/>
                </a:lnTo>
                <a:lnTo>
                  <a:pt x="123825" y="14288"/>
                </a:lnTo>
                <a:lnTo>
                  <a:pt x="128588" y="9525"/>
                </a:lnTo>
                <a:lnTo>
                  <a:pt x="138113" y="9525"/>
                </a:lnTo>
                <a:lnTo>
                  <a:pt x="147638" y="9525"/>
                </a:lnTo>
                <a:lnTo>
                  <a:pt x="152400" y="4763"/>
                </a:lnTo>
                <a:close/>
              </a:path>
            </a:pathLst>
          </a:custGeom>
          <a:solidFill xmlns:a="http://schemas.openxmlformats.org/drawingml/2006/main">
            <a:srgbClr val="E6E6E6"/>
          </a:solidFill>
          <a:ln xmlns:a="http://schemas.openxmlformats.org/drawingml/2006/main" w="0">
            <a:noFill/>
            <a:prstDash val="solid"/>
          </a:ln>
        </p:spPr>
      </p:sp>
      <p:sp>
        <p:nvSpPr>
          <p:cNvPr id="271" name="deep-skill-chaining-source-component-4-gradient-232-0">
            <a:extLst xmlns:a="http://schemas.openxmlformats.org/drawingml/2006/main">
              <a:ext uri="{FF2B5EF4-FFF2-40B4-BE49-F238E27FC236}">
                <a16:creationId xmlns:a16="http://schemas.microsoft.com/office/drawing/2014/main" id="{06A96800-FA5E-4F2A-A28A-1CC6E5741597}"/>
              </a:ext>
            </a:extLst>
          </p:cNvPr>
          <p:cNvSpPr>
            <a:spLocks xmlns:a="http://schemas.openxmlformats.org/drawingml/2006/main" noGrp="1"/>
          </p:cNvSpPr>
          <p:nvPr/>
        </p:nvSpPr>
        <p:spPr>
          <a:xfrm xmlns:a="http://schemas.openxmlformats.org/drawingml/2006/main" rot="0">
            <a:off x="9315450" y="1981200"/>
            <a:ext cx="390525" cy="371475"/>
          </a:xfrm>
          <a:custGeom xmlns:a="http://schemas.openxmlformats.org/drawingml/2006/main">
            <a:pathLst>
              <a:path w="390525" h="371475">
                <a:moveTo>
                  <a:pt x="152400" y="4763"/>
                </a:moveTo>
                <a:lnTo>
                  <a:pt x="157163" y="0"/>
                </a:lnTo>
                <a:lnTo>
                  <a:pt x="166688" y="0"/>
                </a:lnTo>
                <a:lnTo>
                  <a:pt x="176213" y="0"/>
                </a:lnTo>
                <a:lnTo>
                  <a:pt x="185738" y="0"/>
                </a:lnTo>
                <a:lnTo>
                  <a:pt x="195263" y="0"/>
                </a:lnTo>
                <a:lnTo>
                  <a:pt x="204788" y="0"/>
                </a:lnTo>
                <a:lnTo>
                  <a:pt x="214313" y="0"/>
                </a:lnTo>
                <a:lnTo>
                  <a:pt x="219075" y="4763"/>
                </a:lnTo>
                <a:lnTo>
                  <a:pt x="223838" y="9525"/>
                </a:lnTo>
                <a:lnTo>
                  <a:pt x="233363" y="9525"/>
                </a:lnTo>
                <a:lnTo>
                  <a:pt x="238125" y="14288"/>
                </a:lnTo>
                <a:lnTo>
                  <a:pt x="242888" y="19050"/>
                </a:lnTo>
                <a:lnTo>
                  <a:pt x="252413" y="19050"/>
                </a:lnTo>
                <a:lnTo>
                  <a:pt x="257175" y="23813"/>
                </a:lnTo>
                <a:lnTo>
                  <a:pt x="261938" y="28575"/>
                </a:lnTo>
                <a:lnTo>
                  <a:pt x="271463" y="28575"/>
                </a:lnTo>
                <a:lnTo>
                  <a:pt x="276225" y="33338"/>
                </a:lnTo>
                <a:lnTo>
                  <a:pt x="280988" y="38100"/>
                </a:lnTo>
                <a:lnTo>
                  <a:pt x="290513" y="38100"/>
                </a:lnTo>
                <a:lnTo>
                  <a:pt x="295275" y="42863"/>
                </a:lnTo>
                <a:lnTo>
                  <a:pt x="300038" y="47625"/>
                </a:lnTo>
                <a:lnTo>
                  <a:pt x="309563" y="47625"/>
                </a:lnTo>
                <a:lnTo>
                  <a:pt x="314325" y="52388"/>
                </a:lnTo>
                <a:lnTo>
                  <a:pt x="319088" y="57150"/>
                </a:lnTo>
                <a:lnTo>
                  <a:pt x="328613" y="57150"/>
                </a:lnTo>
                <a:lnTo>
                  <a:pt x="333375" y="61913"/>
                </a:lnTo>
                <a:lnTo>
                  <a:pt x="333375" y="71438"/>
                </a:lnTo>
                <a:lnTo>
                  <a:pt x="333375" y="80963"/>
                </a:lnTo>
                <a:lnTo>
                  <a:pt x="338138" y="85725"/>
                </a:lnTo>
                <a:lnTo>
                  <a:pt x="342900" y="90488"/>
                </a:lnTo>
                <a:lnTo>
                  <a:pt x="342900" y="100013"/>
                </a:lnTo>
                <a:lnTo>
                  <a:pt x="347663" y="104775"/>
                </a:lnTo>
                <a:lnTo>
                  <a:pt x="352425" y="109538"/>
                </a:lnTo>
                <a:lnTo>
                  <a:pt x="357188" y="114300"/>
                </a:lnTo>
                <a:lnTo>
                  <a:pt x="361950" y="119063"/>
                </a:lnTo>
                <a:lnTo>
                  <a:pt x="361950" y="128588"/>
                </a:lnTo>
                <a:lnTo>
                  <a:pt x="361950" y="138113"/>
                </a:lnTo>
                <a:lnTo>
                  <a:pt x="366713" y="142875"/>
                </a:lnTo>
                <a:lnTo>
                  <a:pt x="371475" y="147638"/>
                </a:lnTo>
                <a:lnTo>
                  <a:pt x="371475" y="157163"/>
                </a:lnTo>
                <a:lnTo>
                  <a:pt x="376238" y="161925"/>
                </a:lnTo>
                <a:lnTo>
                  <a:pt x="381000" y="166688"/>
                </a:lnTo>
                <a:lnTo>
                  <a:pt x="385763" y="171450"/>
                </a:lnTo>
                <a:lnTo>
                  <a:pt x="390525" y="176213"/>
                </a:lnTo>
                <a:lnTo>
                  <a:pt x="385763" y="180975"/>
                </a:lnTo>
                <a:lnTo>
                  <a:pt x="381000" y="185738"/>
                </a:lnTo>
                <a:lnTo>
                  <a:pt x="376238" y="190500"/>
                </a:lnTo>
                <a:lnTo>
                  <a:pt x="371475" y="195263"/>
                </a:lnTo>
                <a:lnTo>
                  <a:pt x="371475" y="204788"/>
                </a:lnTo>
                <a:lnTo>
                  <a:pt x="371475" y="214313"/>
                </a:lnTo>
                <a:lnTo>
                  <a:pt x="371475" y="223838"/>
                </a:lnTo>
                <a:lnTo>
                  <a:pt x="371475" y="233363"/>
                </a:lnTo>
                <a:lnTo>
                  <a:pt x="366713" y="238125"/>
                </a:lnTo>
                <a:lnTo>
                  <a:pt x="361950" y="242888"/>
                </a:lnTo>
                <a:lnTo>
                  <a:pt x="361950" y="252413"/>
                </a:lnTo>
                <a:lnTo>
                  <a:pt x="361950" y="261938"/>
                </a:lnTo>
                <a:lnTo>
                  <a:pt x="361950" y="271463"/>
                </a:lnTo>
                <a:lnTo>
                  <a:pt x="357188" y="276225"/>
                </a:lnTo>
                <a:lnTo>
                  <a:pt x="347663" y="276225"/>
                </a:lnTo>
                <a:lnTo>
                  <a:pt x="342900" y="280988"/>
                </a:lnTo>
                <a:lnTo>
                  <a:pt x="338138" y="285750"/>
                </a:lnTo>
                <a:lnTo>
                  <a:pt x="333375" y="290513"/>
                </a:lnTo>
                <a:lnTo>
                  <a:pt x="328613" y="295275"/>
                </a:lnTo>
                <a:lnTo>
                  <a:pt x="323850" y="300038"/>
                </a:lnTo>
                <a:lnTo>
                  <a:pt x="319088" y="304800"/>
                </a:lnTo>
                <a:lnTo>
                  <a:pt x="314325" y="309563"/>
                </a:lnTo>
                <a:lnTo>
                  <a:pt x="314325" y="319088"/>
                </a:lnTo>
                <a:lnTo>
                  <a:pt x="309563" y="323850"/>
                </a:lnTo>
                <a:lnTo>
                  <a:pt x="304800" y="328613"/>
                </a:lnTo>
                <a:lnTo>
                  <a:pt x="300038" y="333375"/>
                </a:lnTo>
                <a:lnTo>
                  <a:pt x="295275" y="338138"/>
                </a:lnTo>
                <a:lnTo>
                  <a:pt x="290513" y="342900"/>
                </a:lnTo>
                <a:lnTo>
                  <a:pt x="280988" y="342900"/>
                </a:lnTo>
                <a:lnTo>
                  <a:pt x="276225" y="347663"/>
                </a:lnTo>
                <a:lnTo>
                  <a:pt x="271463" y="352425"/>
                </a:lnTo>
                <a:lnTo>
                  <a:pt x="261938" y="352425"/>
                </a:lnTo>
                <a:lnTo>
                  <a:pt x="257175" y="357188"/>
                </a:lnTo>
                <a:lnTo>
                  <a:pt x="252413" y="361950"/>
                </a:lnTo>
                <a:lnTo>
                  <a:pt x="242888" y="361950"/>
                </a:lnTo>
                <a:lnTo>
                  <a:pt x="233363" y="361950"/>
                </a:lnTo>
                <a:lnTo>
                  <a:pt x="228600" y="366713"/>
                </a:lnTo>
                <a:lnTo>
                  <a:pt x="223838" y="371475"/>
                </a:lnTo>
                <a:lnTo>
                  <a:pt x="214313" y="371475"/>
                </a:lnTo>
                <a:lnTo>
                  <a:pt x="204788" y="371475"/>
                </a:lnTo>
                <a:lnTo>
                  <a:pt x="195263" y="371475"/>
                </a:lnTo>
                <a:lnTo>
                  <a:pt x="185738" y="371475"/>
                </a:lnTo>
                <a:lnTo>
                  <a:pt x="176213" y="371475"/>
                </a:lnTo>
                <a:lnTo>
                  <a:pt x="166688" y="371475"/>
                </a:lnTo>
                <a:lnTo>
                  <a:pt x="157163" y="371475"/>
                </a:lnTo>
                <a:lnTo>
                  <a:pt x="152400" y="366713"/>
                </a:lnTo>
                <a:lnTo>
                  <a:pt x="147638" y="361950"/>
                </a:lnTo>
                <a:lnTo>
                  <a:pt x="138113" y="361950"/>
                </a:lnTo>
                <a:lnTo>
                  <a:pt x="133350" y="357188"/>
                </a:lnTo>
                <a:lnTo>
                  <a:pt x="128588" y="352425"/>
                </a:lnTo>
                <a:lnTo>
                  <a:pt x="119063" y="352425"/>
                </a:lnTo>
                <a:lnTo>
                  <a:pt x="109538" y="352425"/>
                </a:lnTo>
                <a:lnTo>
                  <a:pt x="100013" y="352425"/>
                </a:lnTo>
                <a:lnTo>
                  <a:pt x="95250" y="347663"/>
                </a:lnTo>
                <a:lnTo>
                  <a:pt x="90488" y="342900"/>
                </a:lnTo>
                <a:lnTo>
                  <a:pt x="85725" y="338138"/>
                </a:lnTo>
                <a:lnTo>
                  <a:pt x="80963" y="333375"/>
                </a:lnTo>
                <a:lnTo>
                  <a:pt x="71438" y="333375"/>
                </a:lnTo>
                <a:lnTo>
                  <a:pt x="66675" y="328613"/>
                </a:lnTo>
                <a:lnTo>
                  <a:pt x="66675" y="319088"/>
                </a:lnTo>
                <a:lnTo>
                  <a:pt x="61913" y="314325"/>
                </a:lnTo>
                <a:lnTo>
                  <a:pt x="57150" y="309563"/>
                </a:lnTo>
                <a:lnTo>
                  <a:pt x="57150" y="300038"/>
                </a:lnTo>
                <a:lnTo>
                  <a:pt x="52388" y="295275"/>
                </a:lnTo>
                <a:lnTo>
                  <a:pt x="47625" y="290513"/>
                </a:lnTo>
                <a:lnTo>
                  <a:pt x="42863" y="285750"/>
                </a:lnTo>
                <a:lnTo>
                  <a:pt x="38100" y="280988"/>
                </a:lnTo>
                <a:lnTo>
                  <a:pt x="33338" y="276225"/>
                </a:lnTo>
                <a:lnTo>
                  <a:pt x="28575" y="271463"/>
                </a:lnTo>
                <a:lnTo>
                  <a:pt x="23813" y="266700"/>
                </a:lnTo>
                <a:lnTo>
                  <a:pt x="19050" y="261938"/>
                </a:lnTo>
                <a:lnTo>
                  <a:pt x="19050" y="252413"/>
                </a:lnTo>
                <a:lnTo>
                  <a:pt x="19050" y="242888"/>
                </a:lnTo>
                <a:lnTo>
                  <a:pt x="19050" y="233363"/>
                </a:lnTo>
                <a:lnTo>
                  <a:pt x="14288" y="228600"/>
                </a:lnTo>
                <a:lnTo>
                  <a:pt x="9525" y="223838"/>
                </a:lnTo>
                <a:lnTo>
                  <a:pt x="9525" y="214313"/>
                </a:lnTo>
                <a:lnTo>
                  <a:pt x="4763" y="209550"/>
                </a:lnTo>
                <a:lnTo>
                  <a:pt x="0" y="204788"/>
                </a:lnTo>
                <a:lnTo>
                  <a:pt x="0" y="195263"/>
                </a:lnTo>
                <a:lnTo>
                  <a:pt x="4763" y="190500"/>
                </a:lnTo>
                <a:lnTo>
                  <a:pt x="9525" y="185738"/>
                </a:lnTo>
                <a:lnTo>
                  <a:pt x="9525" y="176213"/>
                </a:lnTo>
                <a:lnTo>
                  <a:pt x="9525" y="166688"/>
                </a:lnTo>
                <a:lnTo>
                  <a:pt x="9525" y="157163"/>
                </a:lnTo>
                <a:lnTo>
                  <a:pt x="9525" y="147638"/>
                </a:lnTo>
                <a:lnTo>
                  <a:pt x="14288" y="142875"/>
                </a:lnTo>
                <a:lnTo>
                  <a:pt x="19050" y="138113"/>
                </a:lnTo>
                <a:lnTo>
                  <a:pt x="19050" y="128588"/>
                </a:lnTo>
                <a:lnTo>
                  <a:pt x="19050" y="119063"/>
                </a:lnTo>
                <a:lnTo>
                  <a:pt x="19050" y="109538"/>
                </a:lnTo>
                <a:lnTo>
                  <a:pt x="19050" y="100013"/>
                </a:lnTo>
                <a:lnTo>
                  <a:pt x="23813" y="95250"/>
                </a:lnTo>
                <a:lnTo>
                  <a:pt x="28575" y="90488"/>
                </a:lnTo>
                <a:lnTo>
                  <a:pt x="33338" y="85725"/>
                </a:lnTo>
                <a:lnTo>
                  <a:pt x="38100" y="80963"/>
                </a:lnTo>
                <a:lnTo>
                  <a:pt x="42863" y="76200"/>
                </a:lnTo>
                <a:lnTo>
                  <a:pt x="47625" y="71438"/>
                </a:lnTo>
                <a:lnTo>
                  <a:pt x="52388" y="66675"/>
                </a:lnTo>
                <a:lnTo>
                  <a:pt x="57150" y="61913"/>
                </a:lnTo>
                <a:lnTo>
                  <a:pt x="61913" y="57150"/>
                </a:lnTo>
                <a:lnTo>
                  <a:pt x="71438" y="57150"/>
                </a:lnTo>
                <a:lnTo>
                  <a:pt x="76200" y="52388"/>
                </a:lnTo>
                <a:lnTo>
                  <a:pt x="80963" y="47625"/>
                </a:lnTo>
                <a:lnTo>
                  <a:pt x="85725" y="42863"/>
                </a:lnTo>
                <a:lnTo>
                  <a:pt x="90488" y="38100"/>
                </a:lnTo>
                <a:lnTo>
                  <a:pt x="95250" y="33338"/>
                </a:lnTo>
                <a:lnTo>
                  <a:pt x="100013" y="28575"/>
                </a:lnTo>
                <a:lnTo>
                  <a:pt x="104775" y="23813"/>
                </a:lnTo>
                <a:lnTo>
                  <a:pt x="109538" y="19050"/>
                </a:lnTo>
                <a:lnTo>
                  <a:pt x="119063" y="19050"/>
                </a:lnTo>
                <a:lnTo>
                  <a:pt x="123825" y="14288"/>
                </a:lnTo>
                <a:lnTo>
                  <a:pt x="128588" y="9525"/>
                </a:lnTo>
                <a:lnTo>
                  <a:pt x="138113" y="9525"/>
                </a:lnTo>
                <a:lnTo>
                  <a:pt x="147638" y="9525"/>
                </a:lnTo>
                <a:lnTo>
                  <a:pt x="152400" y="4763"/>
                </a:lnTo>
                <a:close/>
              </a:path>
            </a:pathLst>
          </a:custGeom>
          <a:solidFill xmlns:a="http://schemas.openxmlformats.org/drawingml/2006/main">
            <a:srgbClr val="E8E8E8"/>
          </a:solidFill>
          <a:ln xmlns:a="http://schemas.openxmlformats.org/drawingml/2006/main" w="0">
            <a:noFill/>
            <a:prstDash val="solid"/>
          </a:ln>
        </p:spPr>
      </p:sp>
      <p:sp>
        <p:nvSpPr>
          <p:cNvPr id="272" name="deep-skill-chaining-source-component-4-gradient-234-0">
            <a:extLst xmlns:a="http://schemas.openxmlformats.org/drawingml/2006/main">
              <a:ext uri="{FF2B5EF4-FFF2-40B4-BE49-F238E27FC236}">
                <a16:creationId xmlns:a16="http://schemas.microsoft.com/office/drawing/2014/main" id="{D033CF7E-04FC-434D-A3C3-6D08A84E1B09}"/>
              </a:ext>
            </a:extLst>
          </p:cNvPr>
          <p:cNvSpPr>
            <a:spLocks xmlns:a="http://schemas.openxmlformats.org/drawingml/2006/main" noGrp="1"/>
          </p:cNvSpPr>
          <p:nvPr/>
        </p:nvSpPr>
        <p:spPr>
          <a:xfrm xmlns:a="http://schemas.openxmlformats.org/drawingml/2006/main" rot="0">
            <a:off x="9334500" y="2009775"/>
            <a:ext cx="352425" cy="323850"/>
          </a:xfrm>
          <a:custGeom xmlns:a="http://schemas.openxmlformats.org/drawingml/2006/main">
            <a:pathLst>
              <a:path w="352425" h="323850">
                <a:moveTo>
                  <a:pt x="95250" y="4763"/>
                </a:move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28600" y="4763"/>
                </a:lnTo>
                <a:lnTo>
                  <a:pt x="233363" y="9525"/>
                </a:lnTo>
                <a:lnTo>
                  <a:pt x="242888" y="9525"/>
                </a:lnTo>
                <a:lnTo>
                  <a:pt x="247650" y="14288"/>
                </a:lnTo>
                <a:lnTo>
                  <a:pt x="252413" y="19050"/>
                </a:lnTo>
                <a:lnTo>
                  <a:pt x="261938" y="19050"/>
                </a:lnTo>
                <a:lnTo>
                  <a:pt x="266700" y="23813"/>
                </a:lnTo>
                <a:lnTo>
                  <a:pt x="271463" y="28575"/>
                </a:lnTo>
                <a:lnTo>
                  <a:pt x="280988" y="28575"/>
                </a:lnTo>
                <a:lnTo>
                  <a:pt x="285750" y="33338"/>
                </a:lnTo>
                <a:lnTo>
                  <a:pt x="285750" y="42863"/>
                </a:lnTo>
                <a:lnTo>
                  <a:pt x="290513" y="47625"/>
                </a:lnTo>
                <a:lnTo>
                  <a:pt x="295275" y="52388"/>
                </a:lnTo>
                <a:lnTo>
                  <a:pt x="300038" y="57150"/>
                </a:lnTo>
                <a:lnTo>
                  <a:pt x="304800" y="61913"/>
                </a:lnTo>
                <a:lnTo>
                  <a:pt x="304800" y="71438"/>
                </a:lnTo>
                <a:lnTo>
                  <a:pt x="309563" y="76200"/>
                </a:lnTo>
                <a:lnTo>
                  <a:pt x="314325" y="80963"/>
                </a:lnTo>
                <a:lnTo>
                  <a:pt x="319088" y="85725"/>
                </a:lnTo>
                <a:lnTo>
                  <a:pt x="323850" y="90488"/>
                </a:lnTo>
                <a:lnTo>
                  <a:pt x="323850" y="100013"/>
                </a:lnTo>
                <a:lnTo>
                  <a:pt x="323850" y="109538"/>
                </a:lnTo>
                <a:lnTo>
                  <a:pt x="328613" y="114300"/>
                </a:lnTo>
                <a:lnTo>
                  <a:pt x="333375" y="119063"/>
                </a:lnTo>
                <a:lnTo>
                  <a:pt x="333375" y="128588"/>
                </a:lnTo>
                <a:lnTo>
                  <a:pt x="338138" y="133350"/>
                </a:lnTo>
                <a:lnTo>
                  <a:pt x="342900" y="138113"/>
                </a:lnTo>
                <a:lnTo>
                  <a:pt x="347663" y="142875"/>
                </a:lnTo>
                <a:lnTo>
                  <a:pt x="352425" y="147638"/>
                </a:lnTo>
                <a:lnTo>
                  <a:pt x="347663" y="152400"/>
                </a:lnTo>
                <a:lnTo>
                  <a:pt x="342900" y="157163"/>
                </a:lnTo>
                <a:lnTo>
                  <a:pt x="338138" y="161925"/>
                </a:lnTo>
                <a:lnTo>
                  <a:pt x="333375" y="166688"/>
                </a:lnTo>
                <a:lnTo>
                  <a:pt x="333375" y="176213"/>
                </a:lnTo>
                <a:lnTo>
                  <a:pt x="333375" y="185738"/>
                </a:lnTo>
                <a:lnTo>
                  <a:pt x="333375" y="195263"/>
                </a:lnTo>
                <a:lnTo>
                  <a:pt x="333375" y="204788"/>
                </a:lnTo>
                <a:lnTo>
                  <a:pt x="333375" y="214313"/>
                </a:lnTo>
                <a:lnTo>
                  <a:pt x="333375" y="223838"/>
                </a:lnTo>
                <a:lnTo>
                  <a:pt x="333375" y="233363"/>
                </a:lnTo>
                <a:lnTo>
                  <a:pt x="328613" y="238125"/>
                </a:lnTo>
                <a:lnTo>
                  <a:pt x="323850" y="242888"/>
                </a:lnTo>
                <a:lnTo>
                  <a:pt x="319088" y="247650"/>
                </a:lnTo>
                <a:lnTo>
                  <a:pt x="309563" y="247650"/>
                </a:lnTo>
                <a:lnTo>
                  <a:pt x="304800" y="252413"/>
                </a:lnTo>
                <a:lnTo>
                  <a:pt x="300038" y="257175"/>
                </a:lnTo>
                <a:lnTo>
                  <a:pt x="295275" y="261938"/>
                </a:lnTo>
                <a:lnTo>
                  <a:pt x="290513" y="266700"/>
                </a:lnTo>
                <a:lnTo>
                  <a:pt x="285750" y="271463"/>
                </a:lnTo>
                <a:lnTo>
                  <a:pt x="285750" y="280988"/>
                </a:lnTo>
                <a:lnTo>
                  <a:pt x="285750" y="290513"/>
                </a:lnTo>
                <a:lnTo>
                  <a:pt x="280988" y="295275"/>
                </a:lnTo>
                <a:lnTo>
                  <a:pt x="271463" y="295275"/>
                </a:lnTo>
                <a:lnTo>
                  <a:pt x="266700" y="300038"/>
                </a:lnTo>
                <a:lnTo>
                  <a:pt x="261938" y="304800"/>
                </a:lnTo>
                <a:lnTo>
                  <a:pt x="252413" y="304800"/>
                </a:lnTo>
                <a:lnTo>
                  <a:pt x="242888" y="304800"/>
                </a:lnTo>
                <a:lnTo>
                  <a:pt x="238125" y="309563"/>
                </a:lnTo>
                <a:lnTo>
                  <a:pt x="233363" y="314325"/>
                </a:lnTo>
                <a:lnTo>
                  <a:pt x="228600" y="319088"/>
                </a:lnTo>
                <a:lnTo>
                  <a:pt x="223838" y="323850"/>
                </a:lnTo>
                <a:lnTo>
                  <a:pt x="214313" y="323850"/>
                </a:lnTo>
                <a:lnTo>
                  <a:pt x="204788" y="323850"/>
                </a:lnTo>
                <a:lnTo>
                  <a:pt x="195263" y="323850"/>
                </a:lnTo>
                <a:lnTo>
                  <a:pt x="185738" y="323850"/>
                </a:lnTo>
                <a:lnTo>
                  <a:pt x="176213" y="323850"/>
                </a:lnTo>
                <a:lnTo>
                  <a:pt x="166688" y="323850"/>
                </a:lnTo>
                <a:lnTo>
                  <a:pt x="157163" y="323850"/>
                </a:lnTo>
                <a:lnTo>
                  <a:pt x="147638" y="323850"/>
                </a:lnTo>
                <a:lnTo>
                  <a:pt x="138113" y="323850"/>
                </a:lnTo>
                <a:lnTo>
                  <a:pt x="128588" y="323850"/>
                </a:lnTo>
                <a:lnTo>
                  <a:pt x="123825" y="319088"/>
                </a:lnTo>
                <a:lnTo>
                  <a:pt x="119063" y="314325"/>
                </a:lnTo>
                <a:lnTo>
                  <a:pt x="109538" y="314325"/>
                </a:lnTo>
                <a:lnTo>
                  <a:pt x="100013" y="314325"/>
                </a:lnTo>
                <a:lnTo>
                  <a:pt x="95250" y="309563"/>
                </a:lnTo>
                <a:lnTo>
                  <a:pt x="90488" y="304800"/>
                </a:lnTo>
                <a:lnTo>
                  <a:pt x="80963" y="304800"/>
                </a:lnTo>
                <a:lnTo>
                  <a:pt x="76200" y="300038"/>
                </a:lnTo>
                <a:lnTo>
                  <a:pt x="71438" y="295275"/>
                </a:lnTo>
                <a:lnTo>
                  <a:pt x="66675" y="290513"/>
                </a:lnTo>
                <a:lnTo>
                  <a:pt x="61913" y="285750"/>
                </a:lnTo>
                <a:lnTo>
                  <a:pt x="57150" y="280988"/>
                </a:lnTo>
                <a:lnTo>
                  <a:pt x="57150" y="271463"/>
                </a:lnTo>
                <a:lnTo>
                  <a:pt x="52388" y="266700"/>
                </a:lnTo>
                <a:lnTo>
                  <a:pt x="47625" y="261938"/>
                </a:lnTo>
                <a:lnTo>
                  <a:pt x="42863" y="257175"/>
                </a:lnTo>
                <a:lnTo>
                  <a:pt x="38100" y="252413"/>
                </a:lnTo>
                <a:lnTo>
                  <a:pt x="33338" y="247650"/>
                </a:lnTo>
                <a:lnTo>
                  <a:pt x="23813" y="247650"/>
                </a:lnTo>
                <a:lnTo>
                  <a:pt x="19050" y="242888"/>
                </a:lnTo>
                <a:lnTo>
                  <a:pt x="14288" y="238125"/>
                </a:lnTo>
                <a:lnTo>
                  <a:pt x="9525" y="233363"/>
                </a:lnTo>
                <a:lnTo>
                  <a:pt x="14288" y="228600"/>
                </a:lnTo>
                <a:lnTo>
                  <a:pt x="19050" y="223838"/>
                </a:lnTo>
                <a:lnTo>
                  <a:pt x="19050" y="214313"/>
                </a:lnTo>
                <a:lnTo>
                  <a:pt x="19050" y="204788"/>
                </a:lnTo>
                <a:lnTo>
                  <a:pt x="14288" y="200025"/>
                </a:lnTo>
                <a:lnTo>
                  <a:pt x="9525" y="195263"/>
                </a:lnTo>
                <a:lnTo>
                  <a:pt x="4763" y="190500"/>
                </a:lnTo>
                <a:lnTo>
                  <a:pt x="0" y="185738"/>
                </a:lnTo>
                <a:lnTo>
                  <a:pt x="0" y="176213"/>
                </a:lnTo>
                <a:lnTo>
                  <a:pt x="0" y="166688"/>
                </a:lnTo>
                <a:lnTo>
                  <a:pt x="0" y="157163"/>
                </a:lnTo>
                <a:lnTo>
                  <a:pt x="4763" y="152400"/>
                </a:lnTo>
                <a:lnTo>
                  <a:pt x="9525" y="147638"/>
                </a:lnTo>
                <a:lnTo>
                  <a:pt x="9525" y="138113"/>
                </a:lnTo>
                <a:lnTo>
                  <a:pt x="9525" y="128588"/>
                </a:lnTo>
                <a:lnTo>
                  <a:pt x="14288" y="123825"/>
                </a:lnTo>
                <a:lnTo>
                  <a:pt x="19050" y="119063"/>
                </a:lnTo>
                <a:lnTo>
                  <a:pt x="19050" y="109538"/>
                </a:lnTo>
                <a:lnTo>
                  <a:pt x="19050" y="100013"/>
                </a:lnTo>
                <a:lnTo>
                  <a:pt x="19050" y="90488"/>
                </a:lnTo>
                <a:lnTo>
                  <a:pt x="19050" y="80963"/>
                </a:lnTo>
                <a:lnTo>
                  <a:pt x="19050" y="71438"/>
                </a:lnTo>
                <a:lnTo>
                  <a:pt x="19050" y="61913"/>
                </a:lnTo>
                <a:lnTo>
                  <a:pt x="23813" y="57150"/>
                </a:lnTo>
                <a:lnTo>
                  <a:pt x="33338" y="57150"/>
                </a:lnTo>
                <a:lnTo>
                  <a:pt x="38100" y="52388"/>
                </a:lnTo>
                <a:lnTo>
                  <a:pt x="42863" y="47625"/>
                </a:lnTo>
                <a:lnTo>
                  <a:pt x="52388" y="47625"/>
                </a:lnTo>
                <a:lnTo>
                  <a:pt x="57150" y="42863"/>
                </a:lnTo>
                <a:lnTo>
                  <a:pt x="61913" y="38100"/>
                </a:lnTo>
                <a:lnTo>
                  <a:pt x="66675" y="33338"/>
                </a:lnTo>
                <a:lnTo>
                  <a:pt x="71438" y="28575"/>
                </a:lnTo>
                <a:lnTo>
                  <a:pt x="76200" y="23813"/>
                </a:lnTo>
                <a:lnTo>
                  <a:pt x="80963" y="19050"/>
                </a:lnTo>
                <a:lnTo>
                  <a:pt x="85725" y="14288"/>
                </a:lnTo>
                <a:lnTo>
                  <a:pt x="90488" y="9525"/>
                </a:lnTo>
                <a:lnTo>
                  <a:pt x="95250" y="4763"/>
                </a:lnTo>
                <a:close/>
              </a:path>
            </a:pathLst>
          </a:custGeom>
          <a:solidFill xmlns:a="http://schemas.openxmlformats.org/drawingml/2006/main">
            <a:srgbClr val="EAEAEA"/>
          </a:solidFill>
          <a:ln xmlns:a="http://schemas.openxmlformats.org/drawingml/2006/main" w="0">
            <a:noFill/>
            <a:prstDash val="solid"/>
          </a:ln>
        </p:spPr>
      </p:sp>
      <p:sp>
        <p:nvSpPr>
          <p:cNvPr id="273" name="deep-skill-chaining-source-component-4-gradient-236-0">
            <a:extLst xmlns:a="http://schemas.openxmlformats.org/drawingml/2006/main">
              <a:ext uri="{FF2B5EF4-FFF2-40B4-BE49-F238E27FC236}">
                <a16:creationId xmlns:a16="http://schemas.microsoft.com/office/drawing/2014/main" id="{C99E9FFF-3ABD-4296-8107-6E98D0E30E6A}"/>
              </a:ext>
            </a:extLst>
          </p:cNvPr>
          <p:cNvSpPr>
            <a:spLocks xmlns:a="http://schemas.openxmlformats.org/drawingml/2006/main" noGrp="1"/>
          </p:cNvSpPr>
          <p:nvPr/>
        </p:nvSpPr>
        <p:spPr>
          <a:xfrm xmlns:a="http://schemas.openxmlformats.org/drawingml/2006/main" rot="0">
            <a:off x="9344025" y="2019300"/>
            <a:ext cx="323850" cy="304800"/>
          </a:xfrm>
          <a:custGeom xmlns:a="http://schemas.openxmlformats.org/drawingml/2006/main">
            <a:pathLst>
              <a:path w="323850" h="304800">
                <a:moveTo>
                  <a:pt x="114300" y="4763"/>
                </a:moveTo>
                <a:lnTo>
                  <a:pt x="119063" y="0"/>
                </a:lnTo>
                <a:lnTo>
                  <a:pt x="128588" y="0"/>
                </a:lnTo>
                <a:lnTo>
                  <a:pt x="138113" y="0"/>
                </a:lnTo>
                <a:lnTo>
                  <a:pt x="147638" y="0"/>
                </a:lnTo>
                <a:lnTo>
                  <a:pt x="157163" y="0"/>
                </a:lnTo>
                <a:lnTo>
                  <a:pt x="166688" y="0"/>
                </a:lnTo>
                <a:lnTo>
                  <a:pt x="176213" y="0"/>
                </a:lnTo>
                <a:lnTo>
                  <a:pt x="185738" y="0"/>
                </a:lnTo>
                <a:lnTo>
                  <a:pt x="190500" y="4763"/>
                </a:lnTo>
                <a:lnTo>
                  <a:pt x="195263" y="9525"/>
                </a:lnTo>
                <a:lnTo>
                  <a:pt x="204788" y="9525"/>
                </a:lnTo>
                <a:lnTo>
                  <a:pt x="214313" y="9525"/>
                </a:lnTo>
                <a:lnTo>
                  <a:pt x="223838" y="9525"/>
                </a:lnTo>
                <a:lnTo>
                  <a:pt x="228600" y="14288"/>
                </a:lnTo>
                <a:lnTo>
                  <a:pt x="233363" y="19050"/>
                </a:lnTo>
                <a:lnTo>
                  <a:pt x="242888" y="19050"/>
                </a:lnTo>
                <a:lnTo>
                  <a:pt x="252413" y="19050"/>
                </a:lnTo>
                <a:lnTo>
                  <a:pt x="257175" y="23813"/>
                </a:lnTo>
                <a:lnTo>
                  <a:pt x="257175" y="33338"/>
                </a:lnTo>
                <a:lnTo>
                  <a:pt x="261938" y="38100"/>
                </a:lnTo>
                <a:lnTo>
                  <a:pt x="266700" y="42863"/>
                </a:lnTo>
                <a:lnTo>
                  <a:pt x="271463" y="47625"/>
                </a:lnTo>
                <a:lnTo>
                  <a:pt x="276225" y="52388"/>
                </a:lnTo>
                <a:lnTo>
                  <a:pt x="276225" y="61913"/>
                </a:lnTo>
                <a:lnTo>
                  <a:pt x="276225" y="71438"/>
                </a:lnTo>
                <a:lnTo>
                  <a:pt x="280988" y="76200"/>
                </a:lnTo>
                <a:lnTo>
                  <a:pt x="285750" y="80963"/>
                </a:lnTo>
                <a:lnTo>
                  <a:pt x="290513" y="85725"/>
                </a:lnTo>
                <a:lnTo>
                  <a:pt x="295275" y="90488"/>
                </a:lnTo>
                <a:lnTo>
                  <a:pt x="295275" y="100013"/>
                </a:lnTo>
                <a:lnTo>
                  <a:pt x="300038" y="104775"/>
                </a:lnTo>
                <a:lnTo>
                  <a:pt x="304800" y="109538"/>
                </a:lnTo>
                <a:lnTo>
                  <a:pt x="304800" y="119063"/>
                </a:lnTo>
                <a:lnTo>
                  <a:pt x="309563" y="123825"/>
                </a:lnTo>
                <a:lnTo>
                  <a:pt x="314325" y="128588"/>
                </a:lnTo>
                <a:lnTo>
                  <a:pt x="319088" y="133350"/>
                </a:lnTo>
                <a:lnTo>
                  <a:pt x="323850" y="138113"/>
                </a:lnTo>
                <a:lnTo>
                  <a:pt x="319088" y="142875"/>
                </a:lnTo>
                <a:lnTo>
                  <a:pt x="314325" y="147638"/>
                </a:lnTo>
                <a:lnTo>
                  <a:pt x="309563" y="152400"/>
                </a:lnTo>
                <a:lnTo>
                  <a:pt x="304800" y="157163"/>
                </a:lnTo>
                <a:lnTo>
                  <a:pt x="304800" y="166688"/>
                </a:lnTo>
                <a:lnTo>
                  <a:pt x="304800" y="176213"/>
                </a:lnTo>
                <a:lnTo>
                  <a:pt x="304800" y="185738"/>
                </a:lnTo>
                <a:lnTo>
                  <a:pt x="304800" y="195263"/>
                </a:lnTo>
                <a:lnTo>
                  <a:pt x="304800" y="204788"/>
                </a:lnTo>
                <a:lnTo>
                  <a:pt x="304800" y="214313"/>
                </a:lnTo>
                <a:lnTo>
                  <a:pt x="304800" y="223838"/>
                </a:lnTo>
                <a:lnTo>
                  <a:pt x="300038" y="228600"/>
                </a:lnTo>
                <a:lnTo>
                  <a:pt x="295275" y="233363"/>
                </a:lnTo>
                <a:lnTo>
                  <a:pt x="290513" y="238125"/>
                </a:lnTo>
                <a:lnTo>
                  <a:pt x="280988" y="238125"/>
                </a:lnTo>
                <a:lnTo>
                  <a:pt x="276225" y="242888"/>
                </a:lnTo>
                <a:lnTo>
                  <a:pt x="271463" y="247650"/>
                </a:lnTo>
                <a:lnTo>
                  <a:pt x="266700" y="252413"/>
                </a:lnTo>
                <a:lnTo>
                  <a:pt x="261938" y="257175"/>
                </a:lnTo>
                <a:lnTo>
                  <a:pt x="257175" y="261938"/>
                </a:lnTo>
                <a:lnTo>
                  <a:pt x="252413" y="266700"/>
                </a:lnTo>
                <a:lnTo>
                  <a:pt x="247650" y="271463"/>
                </a:lnTo>
                <a:lnTo>
                  <a:pt x="247650" y="280988"/>
                </a:lnTo>
                <a:lnTo>
                  <a:pt x="242888" y="285750"/>
                </a:lnTo>
                <a:lnTo>
                  <a:pt x="233363" y="285750"/>
                </a:lnTo>
                <a:lnTo>
                  <a:pt x="223838" y="285750"/>
                </a:lnTo>
                <a:lnTo>
                  <a:pt x="219075" y="290513"/>
                </a:lnTo>
                <a:lnTo>
                  <a:pt x="214313" y="295275"/>
                </a:lnTo>
                <a:lnTo>
                  <a:pt x="204788" y="295275"/>
                </a:lnTo>
                <a:lnTo>
                  <a:pt x="195263" y="295275"/>
                </a:lnTo>
                <a:lnTo>
                  <a:pt x="190500" y="300038"/>
                </a:lnTo>
                <a:lnTo>
                  <a:pt x="185738" y="304800"/>
                </a:lnTo>
                <a:lnTo>
                  <a:pt x="176213" y="304800"/>
                </a:lnTo>
                <a:lnTo>
                  <a:pt x="166688" y="304800"/>
                </a:lnTo>
                <a:lnTo>
                  <a:pt x="157163" y="304800"/>
                </a:lnTo>
                <a:lnTo>
                  <a:pt x="147638" y="304800"/>
                </a:lnTo>
                <a:lnTo>
                  <a:pt x="138113" y="304800"/>
                </a:lnTo>
                <a:lnTo>
                  <a:pt x="128588" y="304800"/>
                </a:lnTo>
                <a:lnTo>
                  <a:pt x="123825" y="300038"/>
                </a:lnTo>
                <a:lnTo>
                  <a:pt x="119063" y="295275"/>
                </a:lnTo>
                <a:lnTo>
                  <a:pt x="109538" y="295275"/>
                </a:lnTo>
                <a:lnTo>
                  <a:pt x="104775" y="290513"/>
                </a:lnTo>
                <a:lnTo>
                  <a:pt x="100013" y="285750"/>
                </a:lnTo>
                <a:lnTo>
                  <a:pt x="90488" y="285750"/>
                </a:lnTo>
                <a:lnTo>
                  <a:pt x="80963" y="285750"/>
                </a:lnTo>
                <a:lnTo>
                  <a:pt x="71438" y="285750"/>
                </a:lnTo>
                <a:lnTo>
                  <a:pt x="66675" y="280988"/>
                </a:lnTo>
                <a:lnTo>
                  <a:pt x="66675" y="271463"/>
                </a:lnTo>
                <a:lnTo>
                  <a:pt x="61913" y="266700"/>
                </a:lnTo>
                <a:lnTo>
                  <a:pt x="57150" y="261938"/>
                </a:lnTo>
                <a:lnTo>
                  <a:pt x="57150" y="252413"/>
                </a:lnTo>
                <a:lnTo>
                  <a:pt x="52388" y="247650"/>
                </a:lnTo>
                <a:lnTo>
                  <a:pt x="47625" y="242888"/>
                </a:lnTo>
                <a:lnTo>
                  <a:pt x="42863" y="238125"/>
                </a:lnTo>
                <a:lnTo>
                  <a:pt x="38100" y="233363"/>
                </a:lnTo>
                <a:lnTo>
                  <a:pt x="33338" y="228600"/>
                </a:lnTo>
                <a:lnTo>
                  <a:pt x="23813" y="228600"/>
                </a:lnTo>
                <a:lnTo>
                  <a:pt x="19050" y="223838"/>
                </a:lnTo>
                <a:lnTo>
                  <a:pt x="19050" y="214313"/>
                </a:lnTo>
                <a:lnTo>
                  <a:pt x="23813" y="209550"/>
                </a:lnTo>
                <a:lnTo>
                  <a:pt x="28575" y="204788"/>
                </a:lnTo>
                <a:lnTo>
                  <a:pt x="28575" y="195263"/>
                </a:lnTo>
                <a:lnTo>
                  <a:pt x="23813" y="190500"/>
                </a:lnTo>
                <a:lnTo>
                  <a:pt x="19050" y="185738"/>
                </a:lnTo>
                <a:lnTo>
                  <a:pt x="14288" y="180975"/>
                </a:lnTo>
                <a:lnTo>
                  <a:pt x="9525" y="176213"/>
                </a:lnTo>
                <a:lnTo>
                  <a:pt x="4763" y="171450"/>
                </a:lnTo>
                <a:lnTo>
                  <a:pt x="0" y="166688"/>
                </a:lnTo>
                <a:lnTo>
                  <a:pt x="0" y="157163"/>
                </a:lnTo>
                <a:lnTo>
                  <a:pt x="4763" y="152400"/>
                </a:lnTo>
                <a:lnTo>
                  <a:pt x="9525" y="147638"/>
                </a:lnTo>
                <a:lnTo>
                  <a:pt x="9525" y="138113"/>
                </a:lnTo>
                <a:lnTo>
                  <a:pt x="14288" y="133350"/>
                </a:lnTo>
                <a:lnTo>
                  <a:pt x="19050" y="128588"/>
                </a:lnTo>
                <a:lnTo>
                  <a:pt x="19050" y="119063"/>
                </a:lnTo>
                <a:lnTo>
                  <a:pt x="23813" y="114300"/>
                </a:lnTo>
                <a:lnTo>
                  <a:pt x="28575" y="109538"/>
                </a:lnTo>
                <a:lnTo>
                  <a:pt x="28575" y="100013"/>
                </a:lnTo>
                <a:lnTo>
                  <a:pt x="28575" y="90488"/>
                </a:lnTo>
                <a:lnTo>
                  <a:pt x="28575" y="80963"/>
                </a:lnTo>
                <a:lnTo>
                  <a:pt x="28575" y="71438"/>
                </a:lnTo>
                <a:lnTo>
                  <a:pt x="33338" y="66675"/>
                </a:lnTo>
                <a:lnTo>
                  <a:pt x="38100" y="61913"/>
                </a:lnTo>
                <a:lnTo>
                  <a:pt x="38100" y="52388"/>
                </a:lnTo>
                <a:lnTo>
                  <a:pt x="42863" y="47625"/>
                </a:lnTo>
                <a:lnTo>
                  <a:pt x="52388" y="47625"/>
                </a:lnTo>
                <a:lnTo>
                  <a:pt x="57150" y="42863"/>
                </a:lnTo>
                <a:lnTo>
                  <a:pt x="61913" y="38100"/>
                </a:lnTo>
                <a:lnTo>
                  <a:pt x="66675" y="33338"/>
                </a:lnTo>
                <a:lnTo>
                  <a:pt x="71438" y="28575"/>
                </a:lnTo>
                <a:lnTo>
                  <a:pt x="80963" y="28575"/>
                </a:lnTo>
                <a:lnTo>
                  <a:pt x="85725" y="23813"/>
                </a:lnTo>
                <a:lnTo>
                  <a:pt x="90488" y="19050"/>
                </a:lnTo>
                <a:lnTo>
                  <a:pt x="95250" y="14288"/>
                </a:lnTo>
                <a:lnTo>
                  <a:pt x="100013" y="9525"/>
                </a:lnTo>
                <a:lnTo>
                  <a:pt x="109538" y="9525"/>
                </a:lnTo>
                <a:lnTo>
                  <a:pt x="114300" y="4763"/>
                </a:lnTo>
                <a:close/>
              </a:path>
            </a:pathLst>
          </a:custGeom>
          <a:solidFill xmlns:a="http://schemas.openxmlformats.org/drawingml/2006/main">
            <a:srgbClr val="ECECEC"/>
          </a:solidFill>
          <a:ln xmlns:a="http://schemas.openxmlformats.org/drawingml/2006/main" w="0">
            <a:noFill/>
            <a:prstDash val="solid"/>
          </a:ln>
        </p:spPr>
      </p:sp>
      <p:sp>
        <p:nvSpPr>
          <p:cNvPr id="274" name="deep-skill-chaining-source-component-4-gradient-238-0">
            <a:extLst xmlns:a="http://schemas.openxmlformats.org/drawingml/2006/main">
              <a:ext uri="{FF2B5EF4-FFF2-40B4-BE49-F238E27FC236}">
                <a16:creationId xmlns:a16="http://schemas.microsoft.com/office/drawing/2014/main" id="{C84FB020-DFF7-498D-8917-7CA15984E83C}"/>
              </a:ext>
            </a:extLst>
          </p:cNvPr>
          <p:cNvSpPr>
            <a:spLocks xmlns:a="http://schemas.openxmlformats.org/drawingml/2006/main" noGrp="1"/>
          </p:cNvSpPr>
          <p:nvPr/>
        </p:nvSpPr>
        <p:spPr>
          <a:xfrm xmlns:a="http://schemas.openxmlformats.org/drawingml/2006/main" rot="0">
            <a:off x="9363075" y="2038350"/>
            <a:ext cx="285750" cy="266700"/>
          </a:xfrm>
          <a:custGeom xmlns:a="http://schemas.openxmlformats.org/drawingml/2006/main">
            <a:pathLst>
              <a:path w="285750" h="266700">
                <a:moveTo>
                  <a:pt x="95250" y="4763"/>
                </a:move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0025" y="4763"/>
                </a:lnTo>
                <a:lnTo>
                  <a:pt x="204788" y="9525"/>
                </a:lnTo>
                <a:lnTo>
                  <a:pt x="209550" y="14288"/>
                </a:lnTo>
                <a:lnTo>
                  <a:pt x="214313" y="19050"/>
                </a:lnTo>
                <a:lnTo>
                  <a:pt x="223838" y="19050"/>
                </a:lnTo>
                <a:lnTo>
                  <a:pt x="228600" y="23813"/>
                </a:lnTo>
                <a:lnTo>
                  <a:pt x="233363" y="28575"/>
                </a:lnTo>
                <a:lnTo>
                  <a:pt x="238125" y="33338"/>
                </a:lnTo>
                <a:lnTo>
                  <a:pt x="238125" y="42863"/>
                </a:lnTo>
                <a:lnTo>
                  <a:pt x="238125" y="52388"/>
                </a:lnTo>
                <a:lnTo>
                  <a:pt x="242888" y="57150"/>
                </a:lnTo>
                <a:lnTo>
                  <a:pt x="247650" y="61913"/>
                </a:lnTo>
                <a:lnTo>
                  <a:pt x="252413" y="66675"/>
                </a:lnTo>
                <a:lnTo>
                  <a:pt x="257175" y="71438"/>
                </a:lnTo>
                <a:lnTo>
                  <a:pt x="257175" y="80963"/>
                </a:lnTo>
                <a:lnTo>
                  <a:pt x="261938" y="85725"/>
                </a:lnTo>
                <a:lnTo>
                  <a:pt x="266700" y="90488"/>
                </a:lnTo>
                <a:lnTo>
                  <a:pt x="271463" y="95250"/>
                </a:lnTo>
                <a:lnTo>
                  <a:pt x="276225" y="100013"/>
                </a:lnTo>
                <a:lnTo>
                  <a:pt x="280988" y="104775"/>
                </a:lnTo>
                <a:lnTo>
                  <a:pt x="285750" y="109538"/>
                </a:lnTo>
                <a:lnTo>
                  <a:pt x="285750" y="119063"/>
                </a:lnTo>
                <a:lnTo>
                  <a:pt x="285750" y="128588"/>
                </a:lnTo>
                <a:lnTo>
                  <a:pt x="280988" y="133350"/>
                </a:lnTo>
                <a:lnTo>
                  <a:pt x="276225" y="138113"/>
                </a:lnTo>
                <a:lnTo>
                  <a:pt x="271463" y="142875"/>
                </a:lnTo>
                <a:lnTo>
                  <a:pt x="266700" y="147638"/>
                </a:lnTo>
                <a:lnTo>
                  <a:pt x="266700" y="157163"/>
                </a:lnTo>
                <a:lnTo>
                  <a:pt x="266700" y="166688"/>
                </a:lnTo>
                <a:lnTo>
                  <a:pt x="266700" y="176213"/>
                </a:lnTo>
                <a:lnTo>
                  <a:pt x="266700" y="185738"/>
                </a:lnTo>
                <a:lnTo>
                  <a:pt x="266700" y="195263"/>
                </a:lnTo>
                <a:lnTo>
                  <a:pt x="266700" y="204788"/>
                </a:lnTo>
                <a:lnTo>
                  <a:pt x="261938" y="209550"/>
                </a:lnTo>
                <a:lnTo>
                  <a:pt x="252413" y="209550"/>
                </a:lnTo>
                <a:lnTo>
                  <a:pt x="247650" y="214313"/>
                </a:lnTo>
                <a:lnTo>
                  <a:pt x="242888" y="219075"/>
                </a:lnTo>
                <a:lnTo>
                  <a:pt x="233363" y="219075"/>
                </a:lnTo>
                <a:lnTo>
                  <a:pt x="228600" y="223838"/>
                </a:lnTo>
                <a:lnTo>
                  <a:pt x="228600" y="233363"/>
                </a:lnTo>
                <a:lnTo>
                  <a:pt x="223838" y="238125"/>
                </a:lnTo>
                <a:lnTo>
                  <a:pt x="214313" y="238125"/>
                </a:lnTo>
                <a:lnTo>
                  <a:pt x="209550" y="242888"/>
                </a:lnTo>
                <a:lnTo>
                  <a:pt x="204788" y="247650"/>
                </a:lnTo>
                <a:lnTo>
                  <a:pt x="200025" y="252413"/>
                </a:lnTo>
                <a:lnTo>
                  <a:pt x="195263" y="257175"/>
                </a:lnTo>
                <a:lnTo>
                  <a:pt x="185738" y="257175"/>
                </a:lnTo>
                <a:lnTo>
                  <a:pt x="176213" y="257175"/>
                </a:lnTo>
                <a:lnTo>
                  <a:pt x="171450" y="261938"/>
                </a:lnTo>
                <a:lnTo>
                  <a:pt x="166688" y="266700"/>
                </a:lnTo>
                <a:lnTo>
                  <a:pt x="157163" y="266700"/>
                </a:lnTo>
                <a:lnTo>
                  <a:pt x="147638" y="266700"/>
                </a:lnTo>
                <a:lnTo>
                  <a:pt x="138113" y="266700"/>
                </a:lnTo>
                <a:lnTo>
                  <a:pt x="128588" y="266700"/>
                </a:lnTo>
                <a:lnTo>
                  <a:pt x="119063" y="266700"/>
                </a:lnTo>
                <a:lnTo>
                  <a:pt x="109538" y="266700"/>
                </a:lnTo>
                <a:lnTo>
                  <a:pt x="104775" y="261938"/>
                </a:lnTo>
                <a:lnTo>
                  <a:pt x="100013" y="257175"/>
                </a:lnTo>
                <a:lnTo>
                  <a:pt x="90488" y="257175"/>
                </a:lnTo>
                <a:lnTo>
                  <a:pt x="80963" y="257175"/>
                </a:lnTo>
                <a:lnTo>
                  <a:pt x="76200" y="252413"/>
                </a:lnTo>
                <a:lnTo>
                  <a:pt x="71438" y="247650"/>
                </a:lnTo>
                <a:lnTo>
                  <a:pt x="66675" y="242888"/>
                </a:lnTo>
                <a:lnTo>
                  <a:pt x="61913" y="238125"/>
                </a:lnTo>
                <a:lnTo>
                  <a:pt x="52388" y="238125"/>
                </a:lnTo>
                <a:lnTo>
                  <a:pt x="47625" y="233363"/>
                </a:lnTo>
                <a:lnTo>
                  <a:pt x="47625" y="223838"/>
                </a:lnTo>
                <a:lnTo>
                  <a:pt x="42863" y="219075"/>
                </a:lnTo>
                <a:lnTo>
                  <a:pt x="38100" y="214313"/>
                </a:lnTo>
                <a:lnTo>
                  <a:pt x="33338" y="209550"/>
                </a:lnTo>
                <a:lnTo>
                  <a:pt x="28575" y="204788"/>
                </a:lnTo>
                <a:lnTo>
                  <a:pt x="28575" y="195263"/>
                </a:lnTo>
                <a:lnTo>
                  <a:pt x="28575" y="185738"/>
                </a:lnTo>
                <a:lnTo>
                  <a:pt x="28575" y="176213"/>
                </a:lnTo>
                <a:lnTo>
                  <a:pt x="23813" y="171450"/>
                </a:lnTo>
                <a:lnTo>
                  <a:pt x="19050" y="166688"/>
                </a:lnTo>
                <a:lnTo>
                  <a:pt x="14288" y="161925"/>
                </a:lnTo>
                <a:lnTo>
                  <a:pt x="9525" y="157163"/>
                </a:lnTo>
                <a:lnTo>
                  <a:pt x="4763" y="152400"/>
                </a:lnTo>
                <a:lnTo>
                  <a:pt x="0" y="147638"/>
                </a:lnTo>
                <a:lnTo>
                  <a:pt x="0" y="138113"/>
                </a:lnTo>
                <a:lnTo>
                  <a:pt x="4763" y="133350"/>
                </a:lnTo>
                <a:lnTo>
                  <a:pt x="9525" y="128588"/>
                </a:lnTo>
                <a:lnTo>
                  <a:pt x="9525" y="119063"/>
                </a:lnTo>
                <a:lnTo>
                  <a:pt x="9525" y="109538"/>
                </a:lnTo>
                <a:lnTo>
                  <a:pt x="14288" y="104775"/>
                </a:lnTo>
                <a:lnTo>
                  <a:pt x="19050" y="100013"/>
                </a:lnTo>
                <a:lnTo>
                  <a:pt x="19050" y="90488"/>
                </a:lnTo>
                <a:lnTo>
                  <a:pt x="19050" y="80963"/>
                </a:lnTo>
                <a:lnTo>
                  <a:pt x="19050" y="71438"/>
                </a:lnTo>
                <a:lnTo>
                  <a:pt x="19050" y="61913"/>
                </a:lnTo>
                <a:lnTo>
                  <a:pt x="23813" y="57150"/>
                </a:lnTo>
                <a:lnTo>
                  <a:pt x="28575" y="52388"/>
                </a:lnTo>
                <a:lnTo>
                  <a:pt x="33338" y="47625"/>
                </a:lnTo>
                <a:lnTo>
                  <a:pt x="38100" y="42863"/>
                </a:lnTo>
                <a:lnTo>
                  <a:pt x="42863" y="38100"/>
                </a:lnTo>
                <a:lnTo>
                  <a:pt x="47625" y="33338"/>
                </a:lnTo>
                <a:lnTo>
                  <a:pt x="52388" y="28575"/>
                </a:lnTo>
                <a:lnTo>
                  <a:pt x="57150" y="23813"/>
                </a:lnTo>
                <a:lnTo>
                  <a:pt x="61913" y="19050"/>
                </a:lnTo>
                <a:lnTo>
                  <a:pt x="71438" y="19050"/>
                </a:lnTo>
                <a:lnTo>
                  <a:pt x="76200" y="14288"/>
                </a:lnTo>
                <a:lnTo>
                  <a:pt x="80963" y="9525"/>
                </a:lnTo>
                <a:lnTo>
                  <a:pt x="90488" y="9525"/>
                </a:lnTo>
                <a:lnTo>
                  <a:pt x="95250" y="4763"/>
                </a:lnTo>
                <a:close/>
              </a:path>
            </a:pathLst>
          </a:custGeom>
          <a:solidFill xmlns:a="http://schemas.openxmlformats.org/drawingml/2006/main">
            <a:srgbClr val="EEEEEE"/>
          </a:solidFill>
          <a:ln xmlns:a="http://schemas.openxmlformats.org/drawingml/2006/main" w="0">
            <a:noFill/>
            <a:prstDash val="solid"/>
          </a:ln>
        </p:spPr>
      </p:sp>
      <p:sp>
        <p:nvSpPr>
          <p:cNvPr id="275" name="deep-skill-chaining-source-component-4-gradient-240-0">
            <a:extLst xmlns:a="http://schemas.openxmlformats.org/drawingml/2006/main">
              <a:ext uri="{FF2B5EF4-FFF2-40B4-BE49-F238E27FC236}">
                <a16:creationId xmlns:a16="http://schemas.microsoft.com/office/drawing/2014/main" id="{71110C30-AF7A-4404-93F8-765DD5230B91}"/>
              </a:ext>
            </a:extLst>
          </p:cNvPr>
          <p:cNvSpPr>
            <a:spLocks xmlns:a="http://schemas.openxmlformats.org/drawingml/2006/main" noGrp="1"/>
          </p:cNvSpPr>
          <p:nvPr/>
        </p:nvSpPr>
        <p:spPr>
          <a:xfrm xmlns:a="http://schemas.openxmlformats.org/drawingml/2006/main" rot="0">
            <a:off x="9382125" y="2047875"/>
            <a:ext cx="257175" cy="238125"/>
          </a:xfrm>
          <a:custGeom xmlns:a="http://schemas.openxmlformats.org/drawingml/2006/main">
            <a:pathLst>
              <a:path w="257175" h="238125">
                <a:moveTo>
                  <a:pt x="95250" y="4763"/>
                </a:moveTo>
                <a:lnTo>
                  <a:pt x="100013" y="0"/>
                </a:lnTo>
                <a:lnTo>
                  <a:pt x="109538" y="0"/>
                </a:lnTo>
                <a:lnTo>
                  <a:pt x="119063" y="0"/>
                </a:lnTo>
                <a:lnTo>
                  <a:pt x="128588" y="0"/>
                </a:lnTo>
                <a:lnTo>
                  <a:pt x="138113" y="0"/>
                </a:lnTo>
                <a:lnTo>
                  <a:pt x="142875" y="4763"/>
                </a:lnTo>
                <a:lnTo>
                  <a:pt x="147638" y="9525"/>
                </a:lnTo>
                <a:lnTo>
                  <a:pt x="157163" y="9525"/>
                </a:lnTo>
                <a:lnTo>
                  <a:pt x="161925" y="14288"/>
                </a:lnTo>
                <a:lnTo>
                  <a:pt x="166688" y="19050"/>
                </a:lnTo>
                <a:lnTo>
                  <a:pt x="176213" y="19050"/>
                </a:lnTo>
                <a:lnTo>
                  <a:pt x="180975" y="23813"/>
                </a:lnTo>
                <a:lnTo>
                  <a:pt x="185738" y="28575"/>
                </a:lnTo>
                <a:lnTo>
                  <a:pt x="195263" y="28575"/>
                </a:lnTo>
                <a:lnTo>
                  <a:pt x="200025" y="33338"/>
                </a:lnTo>
                <a:lnTo>
                  <a:pt x="204788" y="38100"/>
                </a:lnTo>
                <a:lnTo>
                  <a:pt x="209550" y="42863"/>
                </a:lnTo>
                <a:lnTo>
                  <a:pt x="209550" y="52388"/>
                </a:lnTo>
                <a:lnTo>
                  <a:pt x="214313" y="57150"/>
                </a:lnTo>
                <a:lnTo>
                  <a:pt x="219075" y="61913"/>
                </a:lnTo>
                <a:lnTo>
                  <a:pt x="223838" y="66675"/>
                </a:lnTo>
                <a:lnTo>
                  <a:pt x="228600" y="71438"/>
                </a:lnTo>
                <a:lnTo>
                  <a:pt x="233363" y="76200"/>
                </a:lnTo>
                <a:lnTo>
                  <a:pt x="238125" y="80963"/>
                </a:lnTo>
                <a:lnTo>
                  <a:pt x="238125" y="90488"/>
                </a:lnTo>
                <a:lnTo>
                  <a:pt x="242888" y="95250"/>
                </a:lnTo>
                <a:lnTo>
                  <a:pt x="247650" y="100013"/>
                </a:lnTo>
                <a:lnTo>
                  <a:pt x="252413" y="104775"/>
                </a:lnTo>
                <a:lnTo>
                  <a:pt x="257175" y="109538"/>
                </a:lnTo>
                <a:lnTo>
                  <a:pt x="252413" y="114300"/>
                </a:lnTo>
                <a:lnTo>
                  <a:pt x="247650" y="119063"/>
                </a:lnTo>
                <a:lnTo>
                  <a:pt x="242888" y="123825"/>
                </a:lnTo>
                <a:lnTo>
                  <a:pt x="238125" y="128588"/>
                </a:lnTo>
                <a:lnTo>
                  <a:pt x="238125" y="138113"/>
                </a:lnTo>
                <a:lnTo>
                  <a:pt x="233363" y="142875"/>
                </a:lnTo>
                <a:lnTo>
                  <a:pt x="228600" y="147638"/>
                </a:lnTo>
                <a:lnTo>
                  <a:pt x="228600" y="157163"/>
                </a:lnTo>
                <a:lnTo>
                  <a:pt x="228600" y="166688"/>
                </a:lnTo>
                <a:lnTo>
                  <a:pt x="228600" y="176213"/>
                </a:lnTo>
                <a:lnTo>
                  <a:pt x="223838" y="180975"/>
                </a:lnTo>
                <a:lnTo>
                  <a:pt x="219075" y="185738"/>
                </a:lnTo>
                <a:lnTo>
                  <a:pt x="214313" y="190500"/>
                </a:lnTo>
                <a:lnTo>
                  <a:pt x="209550" y="195263"/>
                </a:lnTo>
                <a:lnTo>
                  <a:pt x="204788" y="200025"/>
                </a:lnTo>
                <a:lnTo>
                  <a:pt x="200025" y="204788"/>
                </a:lnTo>
                <a:lnTo>
                  <a:pt x="195263" y="209550"/>
                </a:lnTo>
                <a:lnTo>
                  <a:pt x="190500" y="214313"/>
                </a:lnTo>
                <a:lnTo>
                  <a:pt x="185738" y="219075"/>
                </a:lnTo>
                <a:lnTo>
                  <a:pt x="180975" y="223838"/>
                </a:lnTo>
                <a:lnTo>
                  <a:pt x="176213" y="228600"/>
                </a:lnTo>
                <a:lnTo>
                  <a:pt x="166688" y="228600"/>
                </a:lnTo>
                <a:lnTo>
                  <a:pt x="157163" y="228600"/>
                </a:lnTo>
                <a:lnTo>
                  <a:pt x="152400" y="233363"/>
                </a:lnTo>
                <a:lnTo>
                  <a:pt x="147638" y="238125"/>
                </a:lnTo>
                <a:lnTo>
                  <a:pt x="138113" y="238125"/>
                </a:lnTo>
                <a:lnTo>
                  <a:pt x="128588" y="238125"/>
                </a:lnTo>
                <a:lnTo>
                  <a:pt x="119063" y="238125"/>
                </a:lnTo>
                <a:lnTo>
                  <a:pt x="109538" y="238125"/>
                </a:lnTo>
                <a:lnTo>
                  <a:pt x="100013" y="238125"/>
                </a:lnTo>
                <a:lnTo>
                  <a:pt x="90488" y="238125"/>
                </a:lnTo>
                <a:lnTo>
                  <a:pt x="80963" y="238125"/>
                </a:lnTo>
                <a:lnTo>
                  <a:pt x="76200" y="233363"/>
                </a:lnTo>
                <a:lnTo>
                  <a:pt x="71438" y="228600"/>
                </a:lnTo>
                <a:lnTo>
                  <a:pt x="61913" y="228600"/>
                </a:lnTo>
                <a:lnTo>
                  <a:pt x="57150" y="223838"/>
                </a:lnTo>
                <a:lnTo>
                  <a:pt x="52388" y="219075"/>
                </a:lnTo>
                <a:lnTo>
                  <a:pt x="47625" y="214313"/>
                </a:lnTo>
                <a:lnTo>
                  <a:pt x="42863" y="209550"/>
                </a:lnTo>
                <a:lnTo>
                  <a:pt x="38100" y="204788"/>
                </a:lnTo>
                <a:lnTo>
                  <a:pt x="33338" y="200025"/>
                </a:lnTo>
                <a:lnTo>
                  <a:pt x="28575" y="195263"/>
                </a:lnTo>
                <a:lnTo>
                  <a:pt x="28575" y="185738"/>
                </a:lnTo>
                <a:lnTo>
                  <a:pt x="23813" y="180975"/>
                </a:lnTo>
                <a:lnTo>
                  <a:pt x="19050" y="176213"/>
                </a:lnTo>
                <a:lnTo>
                  <a:pt x="19050" y="166688"/>
                </a:lnTo>
                <a:lnTo>
                  <a:pt x="14288" y="161925"/>
                </a:lnTo>
                <a:lnTo>
                  <a:pt x="9525" y="157163"/>
                </a:lnTo>
                <a:lnTo>
                  <a:pt x="9525" y="147638"/>
                </a:lnTo>
                <a:lnTo>
                  <a:pt x="4763" y="142875"/>
                </a:lnTo>
                <a:lnTo>
                  <a:pt x="0" y="138113"/>
                </a:lnTo>
                <a:lnTo>
                  <a:pt x="0" y="128588"/>
                </a:lnTo>
                <a:lnTo>
                  <a:pt x="0" y="119063"/>
                </a:lnTo>
                <a:lnTo>
                  <a:pt x="0" y="109538"/>
                </a:lnTo>
                <a:lnTo>
                  <a:pt x="4763" y="104775"/>
                </a:lnTo>
                <a:lnTo>
                  <a:pt x="9525" y="100013"/>
                </a:lnTo>
                <a:lnTo>
                  <a:pt x="14288" y="95250"/>
                </a:lnTo>
                <a:lnTo>
                  <a:pt x="19050" y="90488"/>
                </a:lnTo>
                <a:lnTo>
                  <a:pt x="23813" y="85725"/>
                </a:lnTo>
                <a:lnTo>
                  <a:pt x="28575" y="80963"/>
                </a:lnTo>
                <a:lnTo>
                  <a:pt x="23813" y="76200"/>
                </a:lnTo>
                <a:lnTo>
                  <a:pt x="19050" y="71438"/>
                </a:lnTo>
                <a:lnTo>
                  <a:pt x="19050" y="61913"/>
                </a:lnTo>
                <a:lnTo>
                  <a:pt x="19050" y="52388"/>
                </a:lnTo>
                <a:lnTo>
                  <a:pt x="23813" y="47625"/>
                </a:lnTo>
                <a:lnTo>
                  <a:pt x="28575" y="42863"/>
                </a:lnTo>
                <a:lnTo>
                  <a:pt x="33338" y="38100"/>
                </a:lnTo>
                <a:lnTo>
                  <a:pt x="38100" y="33338"/>
                </a:lnTo>
                <a:lnTo>
                  <a:pt x="42863" y="28575"/>
                </a:lnTo>
                <a:lnTo>
                  <a:pt x="47625" y="23813"/>
                </a:lnTo>
                <a:lnTo>
                  <a:pt x="52388" y="19050"/>
                </a:lnTo>
                <a:lnTo>
                  <a:pt x="61913" y="19050"/>
                </a:lnTo>
                <a:lnTo>
                  <a:pt x="66675" y="14288"/>
                </a:lnTo>
                <a:lnTo>
                  <a:pt x="71438" y="9525"/>
                </a:lnTo>
                <a:lnTo>
                  <a:pt x="80963" y="9525"/>
                </a:lnTo>
                <a:lnTo>
                  <a:pt x="90488" y="9525"/>
                </a:lnTo>
                <a:lnTo>
                  <a:pt x="95250" y="4763"/>
                </a:lnTo>
                <a:close/>
              </a:path>
            </a:pathLst>
          </a:custGeom>
          <a:solidFill xmlns:a="http://schemas.openxmlformats.org/drawingml/2006/main">
            <a:srgbClr val="F0F0F0"/>
          </a:solidFill>
          <a:ln xmlns:a="http://schemas.openxmlformats.org/drawingml/2006/main" w="0">
            <a:noFill/>
            <a:prstDash val="solid"/>
          </a:ln>
        </p:spPr>
      </p:sp>
      <p:sp>
        <p:nvSpPr>
          <p:cNvPr id="276" name="deep-skill-chaining-source-component-4-gradient-242-0">
            <a:extLst xmlns:a="http://schemas.openxmlformats.org/drawingml/2006/main">
              <a:ext uri="{FF2B5EF4-FFF2-40B4-BE49-F238E27FC236}">
                <a16:creationId xmlns:a16="http://schemas.microsoft.com/office/drawing/2014/main" id="{786B86E8-98B8-4B12-992D-35E64EA88B1B}"/>
              </a:ext>
            </a:extLst>
          </p:cNvPr>
          <p:cNvSpPr>
            <a:spLocks xmlns:a="http://schemas.openxmlformats.org/drawingml/2006/main" noGrp="1"/>
          </p:cNvSpPr>
          <p:nvPr/>
        </p:nvSpPr>
        <p:spPr>
          <a:xfrm xmlns:a="http://schemas.openxmlformats.org/drawingml/2006/main" rot="0">
            <a:off x="9391650" y="2066925"/>
            <a:ext cx="228600" cy="209550"/>
          </a:xfrm>
          <a:custGeom xmlns:a="http://schemas.openxmlformats.org/drawingml/2006/main">
            <a:pathLst>
              <a:path w="228600" h="209550">
                <a:moveTo>
                  <a:pt x="76200" y="4763"/>
                </a:moveTo>
                <a:lnTo>
                  <a:pt x="80963" y="0"/>
                </a:lnTo>
                <a:lnTo>
                  <a:pt x="90488" y="0"/>
                </a:lnTo>
                <a:lnTo>
                  <a:pt x="100013" y="0"/>
                </a:lnTo>
                <a:lnTo>
                  <a:pt x="109538" y="0"/>
                </a:lnTo>
                <a:lnTo>
                  <a:pt x="119063" y="0"/>
                </a:lnTo>
                <a:lnTo>
                  <a:pt x="128588" y="0"/>
                </a:lnTo>
                <a:lnTo>
                  <a:pt x="138113" y="0"/>
                </a:lnTo>
                <a:lnTo>
                  <a:pt x="142875" y="4763"/>
                </a:lnTo>
                <a:lnTo>
                  <a:pt x="147638" y="9525"/>
                </a:lnTo>
                <a:lnTo>
                  <a:pt x="152400" y="14288"/>
                </a:lnTo>
                <a:lnTo>
                  <a:pt x="157163" y="19050"/>
                </a:lnTo>
                <a:lnTo>
                  <a:pt x="166688" y="19050"/>
                </a:lnTo>
                <a:lnTo>
                  <a:pt x="171450" y="23813"/>
                </a:lnTo>
                <a:lnTo>
                  <a:pt x="176213" y="28575"/>
                </a:lnTo>
                <a:lnTo>
                  <a:pt x="180975" y="33338"/>
                </a:lnTo>
                <a:lnTo>
                  <a:pt x="185738" y="38100"/>
                </a:lnTo>
                <a:lnTo>
                  <a:pt x="195263" y="38100"/>
                </a:lnTo>
                <a:lnTo>
                  <a:pt x="200025" y="42863"/>
                </a:lnTo>
                <a:lnTo>
                  <a:pt x="200025" y="52388"/>
                </a:lnTo>
                <a:lnTo>
                  <a:pt x="204788" y="57150"/>
                </a:lnTo>
                <a:lnTo>
                  <a:pt x="209550" y="61913"/>
                </a:lnTo>
                <a:lnTo>
                  <a:pt x="214313" y="66675"/>
                </a:lnTo>
                <a:lnTo>
                  <a:pt x="219075" y="71438"/>
                </a:lnTo>
                <a:lnTo>
                  <a:pt x="219075" y="80963"/>
                </a:lnTo>
                <a:lnTo>
                  <a:pt x="223838" y="85725"/>
                </a:lnTo>
                <a:lnTo>
                  <a:pt x="228600" y="90488"/>
                </a:lnTo>
                <a:lnTo>
                  <a:pt x="223838" y="95250"/>
                </a:lnTo>
                <a:lnTo>
                  <a:pt x="219075" y="100013"/>
                </a:lnTo>
                <a:lnTo>
                  <a:pt x="214313" y="104775"/>
                </a:lnTo>
                <a:lnTo>
                  <a:pt x="209550" y="109538"/>
                </a:lnTo>
                <a:lnTo>
                  <a:pt x="209550" y="119063"/>
                </a:lnTo>
                <a:lnTo>
                  <a:pt x="204788" y="123825"/>
                </a:lnTo>
                <a:lnTo>
                  <a:pt x="200025" y="128588"/>
                </a:lnTo>
                <a:lnTo>
                  <a:pt x="200025" y="138113"/>
                </a:lnTo>
                <a:lnTo>
                  <a:pt x="200025" y="147638"/>
                </a:lnTo>
                <a:lnTo>
                  <a:pt x="200025" y="157163"/>
                </a:lnTo>
                <a:lnTo>
                  <a:pt x="195263" y="161925"/>
                </a:lnTo>
                <a:lnTo>
                  <a:pt x="190500" y="166688"/>
                </a:lnTo>
                <a:lnTo>
                  <a:pt x="185738" y="171450"/>
                </a:lnTo>
                <a:lnTo>
                  <a:pt x="180975" y="176213"/>
                </a:lnTo>
                <a:lnTo>
                  <a:pt x="176213" y="180975"/>
                </a:lnTo>
                <a:lnTo>
                  <a:pt x="171450" y="185738"/>
                </a:lnTo>
                <a:lnTo>
                  <a:pt x="166688" y="190500"/>
                </a:lnTo>
                <a:lnTo>
                  <a:pt x="157163" y="190500"/>
                </a:lnTo>
                <a:lnTo>
                  <a:pt x="147638" y="190500"/>
                </a:lnTo>
                <a:lnTo>
                  <a:pt x="142875" y="195263"/>
                </a:lnTo>
                <a:lnTo>
                  <a:pt x="138113" y="200025"/>
                </a:lnTo>
                <a:lnTo>
                  <a:pt x="128588" y="200025"/>
                </a:lnTo>
                <a:lnTo>
                  <a:pt x="119063" y="200025"/>
                </a:lnTo>
                <a:lnTo>
                  <a:pt x="114300" y="204788"/>
                </a:lnTo>
                <a:lnTo>
                  <a:pt x="109538" y="209550"/>
                </a:lnTo>
                <a:lnTo>
                  <a:pt x="100013" y="209550"/>
                </a:lnTo>
                <a:lnTo>
                  <a:pt x="90488" y="209550"/>
                </a:lnTo>
                <a:lnTo>
                  <a:pt x="80963" y="209550"/>
                </a:lnTo>
                <a:lnTo>
                  <a:pt x="76200" y="204788"/>
                </a:lnTo>
                <a:lnTo>
                  <a:pt x="71438" y="200025"/>
                </a:lnTo>
                <a:lnTo>
                  <a:pt x="66675" y="195263"/>
                </a:lnTo>
                <a:lnTo>
                  <a:pt x="61913" y="190500"/>
                </a:lnTo>
                <a:lnTo>
                  <a:pt x="57150" y="185738"/>
                </a:lnTo>
                <a:lnTo>
                  <a:pt x="52388" y="180975"/>
                </a:lnTo>
                <a:lnTo>
                  <a:pt x="47625" y="176213"/>
                </a:lnTo>
                <a:lnTo>
                  <a:pt x="42863" y="171450"/>
                </a:lnTo>
                <a:lnTo>
                  <a:pt x="38100" y="166688"/>
                </a:lnTo>
                <a:lnTo>
                  <a:pt x="33338" y="161925"/>
                </a:lnTo>
                <a:lnTo>
                  <a:pt x="23813" y="161925"/>
                </a:lnTo>
                <a:lnTo>
                  <a:pt x="19050" y="157163"/>
                </a:lnTo>
                <a:lnTo>
                  <a:pt x="19050" y="147638"/>
                </a:lnTo>
                <a:lnTo>
                  <a:pt x="19050" y="138113"/>
                </a:lnTo>
                <a:lnTo>
                  <a:pt x="14288" y="133350"/>
                </a:lnTo>
                <a:lnTo>
                  <a:pt x="9525" y="128588"/>
                </a:lnTo>
                <a:lnTo>
                  <a:pt x="4763" y="123825"/>
                </a:lnTo>
                <a:lnTo>
                  <a:pt x="0" y="119063"/>
                </a:lnTo>
                <a:lnTo>
                  <a:pt x="4763" y="114300"/>
                </a:lnTo>
                <a:lnTo>
                  <a:pt x="9525" y="109538"/>
                </a:lnTo>
                <a:lnTo>
                  <a:pt x="9525" y="100013"/>
                </a:lnTo>
                <a:lnTo>
                  <a:pt x="9525" y="90488"/>
                </a:lnTo>
                <a:lnTo>
                  <a:pt x="14288" y="85725"/>
                </a:lnTo>
                <a:lnTo>
                  <a:pt x="19050" y="80963"/>
                </a:lnTo>
                <a:lnTo>
                  <a:pt x="23813" y="76200"/>
                </a:lnTo>
                <a:lnTo>
                  <a:pt x="28575" y="71438"/>
                </a:lnTo>
                <a:lnTo>
                  <a:pt x="28575" y="61913"/>
                </a:lnTo>
                <a:lnTo>
                  <a:pt x="28575" y="52388"/>
                </a:lnTo>
                <a:lnTo>
                  <a:pt x="28575" y="42863"/>
                </a:lnTo>
                <a:lnTo>
                  <a:pt x="23813" y="38100"/>
                </a:lnTo>
                <a:lnTo>
                  <a:pt x="19050" y="33338"/>
                </a:lnTo>
                <a:lnTo>
                  <a:pt x="23813" y="28575"/>
                </a:lnTo>
                <a:lnTo>
                  <a:pt x="33338" y="28575"/>
                </a:lnTo>
                <a:lnTo>
                  <a:pt x="38100" y="23813"/>
                </a:lnTo>
                <a:lnTo>
                  <a:pt x="42863" y="19050"/>
                </a:lnTo>
                <a:lnTo>
                  <a:pt x="52388" y="19050"/>
                </a:lnTo>
                <a:lnTo>
                  <a:pt x="57150" y="14288"/>
                </a:lnTo>
                <a:lnTo>
                  <a:pt x="61913" y="9525"/>
                </a:lnTo>
                <a:lnTo>
                  <a:pt x="71438" y="9525"/>
                </a:lnTo>
                <a:lnTo>
                  <a:pt x="76200" y="4763"/>
                </a:lnTo>
                <a:close/>
              </a:path>
            </a:pathLst>
          </a:custGeom>
          <a:solidFill xmlns:a="http://schemas.openxmlformats.org/drawingml/2006/main">
            <a:srgbClr val="F2F2F2"/>
          </a:solidFill>
          <a:ln xmlns:a="http://schemas.openxmlformats.org/drawingml/2006/main" w="0">
            <a:noFill/>
            <a:prstDash val="solid"/>
          </a:ln>
        </p:spPr>
      </p:sp>
      <p:sp>
        <p:nvSpPr>
          <p:cNvPr id="277" name="deep-skill-chaining-source-component-4-gradient-244-0">
            <a:extLst xmlns:a="http://schemas.openxmlformats.org/drawingml/2006/main">
              <a:ext uri="{FF2B5EF4-FFF2-40B4-BE49-F238E27FC236}">
                <a16:creationId xmlns:a16="http://schemas.microsoft.com/office/drawing/2014/main" id="{0A061EFE-B260-4AA0-BE85-B46A31E0A9F8}"/>
              </a:ext>
            </a:extLst>
          </p:cNvPr>
          <p:cNvSpPr>
            <a:spLocks xmlns:a="http://schemas.openxmlformats.org/drawingml/2006/main" noGrp="1"/>
          </p:cNvSpPr>
          <p:nvPr/>
        </p:nvSpPr>
        <p:spPr>
          <a:xfrm xmlns:a="http://schemas.openxmlformats.org/drawingml/2006/main" rot="0">
            <a:off x="9410700" y="2085975"/>
            <a:ext cx="190500" cy="171450"/>
          </a:xfrm>
          <a:custGeom xmlns:a="http://schemas.openxmlformats.org/drawingml/2006/main">
            <a:pathLst>
              <a:path w="190500" h="171450">
                <a:moveTo>
                  <a:pt x="47625" y="4763"/>
                </a:moveTo>
                <a:lnTo>
                  <a:pt x="52388" y="0"/>
                </a:lnTo>
                <a:lnTo>
                  <a:pt x="61913" y="0"/>
                </a:lnTo>
                <a:lnTo>
                  <a:pt x="71438" y="0"/>
                </a:lnTo>
                <a:lnTo>
                  <a:pt x="80963" y="0"/>
                </a:lnTo>
                <a:lnTo>
                  <a:pt x="90488" y="0"/>
                </a:lnTo>
                <a:lnTo>
                  <a:pt x="100013" y="0"/>
                </a:lnTo>
                <a:lnTo>
                  <a:pt x="109538" y="0"/>
                </a:lnTo>
                <a:lnTo>
                  <a:pt x="119063" y="0"/>
                </a:lnTo>
                <a:lnTo>
                  <a:pt x="123825" y="4763"/>
                </a:lnTo>
                <a:lnTo>
                  <a:pt x="128588" y="9525"/>
                </a:lnTo>
                <a:lnTo>
                  <a:pt x="138113" y="9525"/>
                </a:lnTo>
                <a:lnTo>
                  <a:pt x="142875" y="14288"/>
                </a:lnTo>
                <a:lnTo>
                  <a:pt x="147638" y="19050"/>
                </a:lnTo>
                <a:lnTo>
                  <a:pt x="152400" y="23813"/>
                </a:lnTo>
                <a:lnTo>
                  <a:pt x="157163" y="28575"/>
                </a:lnTo>
                <a:lnTo>
                  <a:pt x="161925" y="33338"/>
                </a:lnTo>
                <a:lnTo>
                  <a:pt x="166688" y="38100"/>
                </a:lnTo>
                <a:lnTo>
                  <a:pt x="176213" y="38100"/>
                </a:lnTo>
                <a:lnTo>
                  <a:pt x="180975" y="42863"/>
                </a:lnTo>
                <a:lnTo>
                  <a:pt x="180975" y="52388"/>
                </a:lnTo>
                <a:lnTo>
                  <a:pt x="185738" y="57150"/>
                </a:lnTo>
                <a:lnTo>
                  <a:pt x="190500" y="61913"/>
                </a:lnTo>
                <a:lnTo>
                  <a:pt x="190500" y="71438"/>
                </a:lnTo>
                <a:lnTo>
                  <a:pt x="185738" y="76200"/>
                </a:lnTo>
                <a:lnTo>
                  <a:pt x="180975" y="80963"/>
                </a:lnTo>
                <a:lnTo>
                  <a:pt x="180975" y="90488"/>
                </a:lnTo>
                <a:lnTo>
                  <a:pt x="176213" y="95250"/>
                </a:lnTo>
                <a:lnTo>
                  <a:pt x="171450" y="100013"/>
                </a:lnTo>
                <a:lnTo>
                  <a:pt x="171450" y="109538"/>
                </a:lnTo>
                <a:lnTo>
                  <a:pt x="171450" y="119063"/>
                </a:lnTo>
                <a:lnTo>
                  <a:pt x="171450" y="128588"/>
                </a:lnTo>
                <a:lnTo>
                  <a:pt x="166688" y="133350"/>
                </a:lnTo>
                <a:lnTo>
                  <a:pt x="161925" y="138113"/>
                </a:lnTo>
                <a:lnTo>
                  <a:pt x="157163" y="142875"/>
                </a:lnTo>
                <a:lnTo>
                  <a:pt x="152400" y="147638"/>
                </a:lnTo>
                <a:lnTo>
                  <a:pt x="147638" y="152400"/>
                </a:lnTo>
                <a:lnTo>
                  <a:pt x="138113" y="152400"/>
                </a:lnTo>
                <a:lnTo>
                  <a:pt x="133350" y="157163"/>
                </a:lnTo>
                <a:lnTo>
                  <a:pt x="128588" y="161925"/>
                </a:lnTo>
                <a:lnTo>
                  <a:pt x="119063" y="161925"/>
                </a:lnTo>
                <a:lnTo>
                  <a:pt x="109538" y="161925"/>
                </a:lnTo>
                <a:lnTo>
                  <a:pt x="100013" y="161925"/>
                </a:lnTo>
                <a:lnTo>
                  <a:pt x="95250" y="166688"/>
                </a:lnTo>
                <a:lnTo>
                  <a:pt x="90488" y="171450"/>
                </a:lnTo>
                <a:lnTo>
                  <a:pt x="80963" y="171450"/>
                </a:lnTo>
                <a:lnTo>
                  <a:pt x="71438" y="171450"/>
                </a:lnTo>
                <a:lnTo>
                  <a:pt x="61913" y="171450"/>
                </a:lnTo>
                <a:lnTo>
                  <a:pt x="57150" y="166688"/>
                </a:lnTo>
                <a:lnTo>
                  <a:pt x="52388" y="161925"/>
                </a:lnTo>
                <a:lnTo>
                  <a:pt x="47625" y="157163"/>
                </a:lnTo>
                <a:lnTo>
                  <a:pt x="42863" y="152400"/>
                </a:lnTo>
                <a:lnTo>
                  <a:pt x="38100" y="147638"/>
                </a:lnTo>
                <a:lnTo>
                  <a:pt x="33338" y="142875"/>
                </a:lnTo>
                <a:lnTo>
                  <a:pt x="28575" y="138113"/>
                </a:lnTo>
                <a:lnTo>
                  <a:pt x="23813" y="133350"/>
                </a:lnTo>
                <a:lnTo>
                  <a:pt x="14288" y="133350"/>
                </a:lnTo>
                <a:lnTo>
                  <a:pt x="9525" y="128588"/>
                </a:lnTo>
                <a:lnTo>
                  <a:pt x="9525" y="119063"/>
                </a:lnTo>
                <a:lnTo>
                  <a:pt x="4763" y="114300"/>
                </a:lnTo>
                <a:lnTo>
                  <a:pt x="0" y="109538"/>
                </a:lnTo>
                <a:lnTo>
                  <a:pt x="0" y="100013"/>
                </a:lnTo>
                <a:lnTo>
                  <a:pt x="0" y="90488"/>
                </a:lnTo>
                <a:lnTo>
                  <a:pt x="0" y="80963"/>
                </a:lnTo>
                <a:lnTo>
                  <a:pt x="0" y="71438"/>
                </a:lnTo>
                <a:lnTo>
                  <a:pt x="4763" y="66675"/>
                </a:lnTo>
                <a:lnTo>
                  <a:pt x="9525" y="61913"/>
                </a:lnTo>
                <a:lnTo>
                  <a:pt x="14288" y="57150"/>
                </a:lnTo>
                <a:lnTo>
                  <a:pt x="19050" y="52388"/>
                </a:lnTo>
                <a:lnTo>
                  <a:pt x="23813" y="47625"/>
                </a:lnTo>
                <a:lnTo>
                  <a:pt x="28575" y="42863"/>
                </a:lnTo>
                <a:lnTo>
                  <a:pt x="28575" y="33338"/>
                </a:lnTo>
                <a:lnTo>
                  <a:pt x="28575" y="23813"/>
                </a:lnTo>
                <a:lnTo>
                  <a:pt x="28575" y="14288"/>
                </a:lnTo>
                <a:lnTo>
                  <a:pt x="33338" y="9525"/>
                </a:lnTo>
                <a:lnTo>
                  <a:pt x="42863" y="9525"/>
                </a:lnTo>
                <a:lnTo>
                  <a:pt x="47625" y="4763"/>
                </a:lnTo>
                <a:close/>
              </a:path>
            </a:pathLst>
          </a:custGeom>
          <a:solidFill xmlns:a="http://schemas.openxmlformats.org/drawingml/2006/main">
            <a:srgbClr val="F4F4F4"/>
          </a:solidFill>
          <a:ln xmlns:a="http://schemas.openxmlformats.org/drawingml/2006/main" w="0">
            <a:noFill/>
            <a:prstDash val="solid"/>
          </a:ln>
        </p:spPr>
      </p:sp>
      <p:sp>
        <p:nvSpPr>
          <p:cNvPr id="278" name="deep-skill-chaining-source-component-4-gradient-246-0">
            <a:extLst xmlns:a="http://schemas.openxmlformats.org/drawingml/2006/main">
              <a:ext uri="{FF2B5EF4-FFF2-40B4-BE49-F238E27FC236}">
                <a16:creationId xmlns:a16="http://schemas.microsoft.com/office/drawing/2014/main" id="{B7D95DED-D715-465D-82DC-96098B32F7ED}"/>
              </a:ext>
            </a:extLst>
          </p:cNvPr>
          <p:cNvSpPr>
            <a:spLocks xmlns:a="http://schemas.openxmlformats.org/drawingml/2006/main" noGrp="1"/>
          </p:cNvSpPr>
          <p:nvPr/>
        </p:nvSpPr>
        <p:spPr>
          <a:xfrm xmlns:a="http://schemas.openxmlformats.org/drawingml/2006/main" rot="0">
            <a:off x="9429750" y="2095500"/>
            <a:ext cx="161925" cy="142875"/>
          </a:xfrm>
          <a:custGeom xmlns:a="http://schemas.openxmlformats.org/drawingml/2006/main">
            <a:pathLst>
              <a:path w="161925" h="142875">
                <a:moveTo>
                  <a:pt x="38100" y="4763"/>
                </a:moveTo>
                <a:lnTo>
                  <a:pt x="42863" y="0"/>
                </a:lnTo>
                <a:lnTo>
                  <a:pt x="52388" y="0"/>
                </a:lnTo>
                <a:lnTo>
                  <a:pt x="61913" y="0"/>
                </a:lnTo>
                <a:lnTo>
                  <a:pt x="71438" y="0"/>
                </a:lnTo>
                <a:lnTo>
                  <a:pt x="80963" y="0"/>
                </a:lnTo>
                <a:lnTo>
                  <a:pt x="90488" y="0"/>
                </a:lnTo>
                <a:lnTo>
                  <a:pt x="100013" y="0"/>
                </a:lnTo>
                <a:lnTo>
                  <a:pt x="104775" y="4763"/>
                </a:lnTo>
                <a:lnTo>
                  <a:pt x="104775" y="14288"/>
                </a:lnTo>
                <a:lnTo>
                  <a:pt x="109538" y="19050"/>
                </a:lnTo>
                <a:lnTo>
                  <a:pt x="119063" y="19050"/>
                </a:lnTo>
                <a:lnTo>
                  <a:pt x="123825" y="23813"/>
                </a:lnTo>
                <a:lnTo>
                  <a:pt x="128588" y="28575"/>
                </a:lnTo>
                <a:lnTo>
                  <a:pt x="138113" y="28575"/>
                </a:lnTo>
                <a:lnTo>
                  <a:pt x="142875" y="33338"/>
                </a:lnTo>
                <a:lnTo>
                  <a:pt x="142875" y="42863"/>
                </a:lnTo>
                <a:lnTo>
                  <a:pt x="147638" y="47625"/>
                </a:lnTo>
                <a:lnTo>
                  <a:pt x="152400" y="52388"/>
                </a:lnTo>
                <a:lnTo>
                  <a:pt x="157163" y="57150"/>
                </a:lnTo>
                <a:lnTo>
                  <a:pt x="161925" y="61913"/>
                </a:lnTo>
                <a:lnTo>
                  <a:pt x="157163" y="66675"/>
                </a:lnTo>
                <a:lnTo>
                  <a:pt x="152400" y="71438"/>
                </a:lnTo>
                <a:lnTo>
                  <a:pt x="147638" y="76200"/>
                </a:lnTo>
                <a:lnTo>
                  <a:pt x="142875" y="80963"/>
                </a:lnTo>
                <a:lnTo>
                  <a:pt x="142875" y="90488"/>
                </a:lnTo>
                <a:lnTo>
                  <a:pt x="142875" y="100013"/>
                </a:lnTo>
                <a:lnTo>
                  <a:pt x="138113" y="104775"/>
                </a:lnTo>
                <a:lnTo>
                  <a:pt x="133350" y="109538"/>
                </a:lnTo>
                <a:lnTo>
                  <a:pt x="133350" y="119063"/>
                </a:lnTo>
                <a:lnTo>
                  <a:pt x="128588" y="123825"/>
                </a:lnTo>
                <a:lnTo>
                  <a:pt x="119063" y="123825"/>
                </a:lnTo>
                <a:lnTo>
                  <a:pt x="109538" y="123825"/>
                </a:lnTo>
                <a:lnTo>
                  <a:pt x="104775" y="128588"/>
                </a:lnTo>
                <a:lnTo>
                  <a:pt x="100013" y="133350"/>
                </a:lnTo>
                <a:lnTo>
                  <a:pt x="90488" y="133350"/>
                </a:lnTo>
                <a:lnTo>
                  <a:pt x="85725" y="138113"/>
                </a:lnTo>
                <a:lnTo>
                  <a:pt x="80963" y="142875"/>
                </a:lnTo>
                <a:lnTo>
                  <a:pt x="71438" y="142875"/>
                </a:lnTo>
                <a:lnTo>
                  <a:pt x="61913" y="142875"/>
                </a:lnTo>
                <a:lnTo>
                  <a:pt x="52388" y="142875"/>
                </a:lnTo>
                <a:lnTo>
                  <a:pt x="42863" y="142875"/>
                </a:lnTo>
                <a:lnTo>
                  <a:pt x="38100" y="138113"/>
                </a:lnTo>
                <a:lnTo>
                  <a:pt x="33338" y="133350"/>
                </a:lnTo>
                <a:lnTo>
                  <a:pt x="28575" y="128588"/>
                </a:lnTo>
                <a:lnTo>
                  <a:pt x="23813" y="123825"/>
                </a:lnTo>
                <a:lnTo>
                  <a:pt x="14288" y="123825"/>
                </a:lnTo>
                <a:lnTo>
                  <a:pt x="9525" y="119063"/>
                </a:lnTo>
                <a:lnTo>
                  <a:pt x="9525" y="109538"/>
                </a:lnTo>
                <a:lnTo>
                  <a:pt x="4763" y="104775"/>
                </a:lnTo>
                <a:lnTo>
                  <a:pt x="0" y="100013"/>
                </a:lnTo>
                <a:lnTo>
                  <a:pt x="0" y="90488"/>
                </a:lnTo>
                <a:lnTo>
                  <a:pt x="0" y="80963"/>
                </a:lnTo>
                <a:lnTo>
                  <a:pt x="0" y="71438"/>
                </a:lnTo>
                <a:lnTo>
                  <a:pt x="4763" y="66675"/>
                </a:lnTo>
                <a:lnTo>
                  <a:pt x="9525" y="61913"/>
                </a:lnTo>
                <a:lnTo>
                  <a:pt x="9525" y="52388"/>
                </a:lnTo>
                <a:lnTo>
                  <a:pt x="14288" y="47625"/>
                </a:lnTo>
                <a:lnTo>
                  <a:pt x="19050" y="42863"/>
                </a:lnTo>
                <a:lnTo>
                  <a:pt x="19050" y="33338"/>
                </a:lnTo>
                <a:lnTo>
                  <a:pt x="23813" y="28575"/>
                </a:lnTo>
                <a:lnTo>
                  <a:pt x="28575" y="23813"/>
                </a:lnTo>
                <a:lnTo>
                  <a:pt x="28575" y="14288"/>
                </a:lnTo>
                <a:lnTo>
                  <a:pt x="33338" y="9525"/>
                </a:lnTo>
                <a:lnTo>
                  <a:pt x="38100" y="4763"/>
                </a:lnTo>
                <a:close/>
              </a:path>
            </a:pathLst>
          </a:custGeom>
          <a:solidFill xmlns:a="http://schemas.openxmlformats.org/drawingml/2006/main">
            <a:srgbClr val="F6F6F6"/>
          </a:solidFill>
          <a:ln xmlns:a="http://schemas.openxmlformats.org/drawingml/2006/main" w="0">
            <a:noFill/>
            <a:prstDash val="solid"/>
          </a:ln>
        </p:spPr>
      </p:sp>
      <p:sp>
        <p:nvSpPr>
          <p:cNvPr id="279" name="deep-skill-chaining-source-component-4-gradient-248-0">
            <a:extLst xmlns:a="http://schemas.openxmlformats.org/drawingml/2006/main">
              <a:ext uri="{FF2B5EF4-FFF2-40B4-BE49-F238E27FC236}">
                <a16:creationId xmlns:a16="http://schemas.microsoft.com/office/drawing/2014/main" id="{F666A2EE-6309-4F15-9F27-0C0C9D18551A}"/>
              </a:ext>
            </a:extLst>
          </p:cNvPr>
          <p:cNvSpPr>
            <a:spLocks xmlns:a="http://schemas.openxmlformats.org/drawingml/2006/main" noGrp="1"/>
          </p:cNvSpPr>
          <p:nvPr/>
        </p:nvSpPr>
        <p:spPr>
          <a:xfrm xmlns:a="http://schemas.openxmlformats.org/drawingml/2006/main" rot="0">
            <a:off x="9448800" y="2114550"/>
            <a:ext cx="114300" cy="104775"/>
          </a:xfrm>
          <a:custGeom xmlns:a="http://schemas.openxmlformats.org/drawingml/2006/main">
            <a:pathLst>
              <a:path w="114300" h="104775">
                <a:moveTo>
                  <a:pt x="28575" y="4763"/>
                </a:move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4775" y="33338"/>
                </a:lnTo>
                <a:lnTo>
                  <a:pt x="109538" y="38100"/>
                </a:lnTo>
                <a:lnTo>
                  <a:pt x="114300" y="42863"/>
                </a:lnTo>
                <a:lnTo>
                  <a:pt x="114300" y="52388"/>
                </a:lnTo>
                <a:lnTo>
                  <a:pt x="114300" y="61913"/>
                </a:lnTo>
                <a:lnTo>
                  <a:pt x="114300" y="71438"/>
                </a:lnTo>
                <a:lnTo>
                  <a:pt x="114300" y="80963"/>
                </a:lnTo>
                <a:lnTo>
                  <a:pt x="109538" y="85725"/>
                </a:lnTo>
                <a:lnTo>
                  <a:pt x="100013" y="85725"/>
                </a:lnTo>
                <a:lnTo>
                  <a:pt x="90488" y="85725"/>
                </a:lnTo>
                <a:lnTo>
                  <a:pt x="85725" y="90488"/>
                </a:lnTo>
                <a:lnTo>
                  <a:pt x="80963" y="95250"/>
                </a:lnTo>
                <a:lnTo>
                  <a:pt x="71438" y="95250"/>
                </a:lnTo>
                <a:lnTo>
                  <a:pt x="66675" y="100013"/>
                </a:lnTo>
                <a:lnTo>
                  <a:pt x="61913" y="104775"/>
                </a:lnTo>
                <a:lnTo>
                  <a:pt x="52388" y="104775"/>
                </a:lnTo>
                <a:lnTo>
                  <a:pt x="42863" y="104775"/>
                </a:lnTo>
                <a:lnTo>
                  <a:pt x="33338" y="104775"/>
                </a:lnTo>
                <a:lnTo>
                  <a:pt x="23813" y="104775"/>
                </a:lnTo>
                <a:lnTo>
                  <a:pt x="19050" y="100013"/>
                </a:lnTo>
                <a:lnTo>
                  <a:pt x="14288" y="95250"/>
                </a:lnTo>
                <a:lnTo>
                  <a:pt x="9525" y="90488"/>
                </a:lnTo>
                <a:lnTo>
                  <a:pt x="4763" y="85725"/>
                </a:lnTo>
                <a:lnTo>
                  <a:pt x="0" y="80963"/>
                </a:lnTo>
                <a:lnTo>
                  <a:pt x="0" y="71438"/>
                </a:lnTo>
                <a:lnTo>
                  <a:pt x="0" y="61913"/>
                </a:lnTo>
                <a:lnTo>
                  <a:pt x="0" y="52388"/>
                </a:lnTo>
                <a:lnTo>
                  <a:pt x="0" y="42863"/>
                </a:lnTo>
                <a:lnTo>
                  <a:pt x="4763" y="38100"/>
                </a:lnTo>
                <a:lnTo>
                  <a:pt x="9525" y="33338"/>
                </a:lnTo>
                <a:lnTo>
                  <a:pt x="9525" y="23813"/>
                </a:lnTo>
                <a:lnTo>
                  <a:pt x="14288" y="19050"/>
                </a:lnTo>
                <a:lnTo>
                  <a:pt x="19050" y="14288"/>
                </a:lnTo>
                <a:lnTo>
                  <a:pt x="23813" y="9525"/>
                </a:lnTo>
                <a:lnTo>
                  <a:pt x="28575" y="4763"/>
                </a:lnTo>
                <a:close/>
              </a:path>
            </a:pathLst>
          </a:custGeom>
          <a:solidFill xmlns:a="http://schemas.openxmlformats.org/drawingml/2006/main">
            <a:srgbClr val="F8F8F8"/>
          </a:solidFill>
          <a:ln xmlns:a="http://schemas.openxmlformats.org/drawingml/2006/main" w="0">
            <a:noFill/>
            <a:prstDash val="solid"/>
          </a:ln>
        </p:spPr>
      </p:sp>
      <p:sp>
        <p:nvSpPr>
          <p:cNvPr id="280" name="deep-skill-chaining-source-component-4-gradient-250-0">
            <a:extLst xmlns:a="http://schemas.openxmlformats.org/drawingml/2006/main">
              <a:ext uri="{FF2B5EF4-FFF2-40B4-BE49-F238E27FC236}">
                <a16:creationId xmlns:a16="http://schemas.microsoft.com/office/drawing/2014/main" id="{6418AC3A-0CB5-47DB-8426-E745ABBE01CB}"/>
              </a:ext>
            </a:extLst>
          </p:cNvPr>
          <p:cNvSpPr>
            <a:spLocks xmlns:a="http://schemas.openxmlformats.org/drawingml/2006/main" noGrp="1"/>
          </p:cNvSpPr>
          <p:nvPr/>
        </p:nvSpPr>
        <p:spPr>
          <a:xfrm xmlns:a="http://schemas.openxmlformats.org/drawingml/2006/main" rot="0">
            <a:off x="9467850" y="2124075"/>
            <a:ext cx="66675" cy="85725"/>
          </a:xfrm>
          <a:custGeom xmlns:a="http://schemas.openxmlformats.org/drawingml/2006/main">
            <a:pathLst>
              <a:path w="66675" h="85725">
                <a:moveTo>
                  <a:pt x="28575" y="4763"/>
                </a:moveTo>
                <a:lnTo>
                  <a:pt x="33338" y="0"/>
                </a:lnTo>
                <a:lnTo>
                  <a:pt x="38100" y="4763"/>
                </a:lnTo>
                <a:lnTo>
                  <a:pt x="42863" y="9525"/>
                </a:lnTo>
                <a:lnTo>
                  <a:pt x="47625" y="14288"/>
                </a:lnTo>
                <a:lnTo>
                  <a:pt x="52388" y="19050"/>
                </a:lnTo>
                <a:lnTo>
                  <a:pt x="57150" y="23813"/>
                </a:lnTo>
                <a:lnTo>
                  <a:pt x="61913" y="28575"/>
                </a:lnTo>
                <a:lnTo>
                  <a:pt x="66675" y="33338"/>
                </a:lnTo>
                <a:lnTo>
                  <a:pt x="66675" y="42863"/>
                </a:lnTo>
                <a:lnTo>
                  <a:pt x="66675" y="52388"/>
                </a:lnTo>
                <a:lnTo>
                  <a:pt x="66675" y="61913"/>
                </a:lnTo>
                <a:lnTo>
                  <a:pt x="61913" y="66675"/>
                </a:lnTo>
                <a:lnTo>
                  <a:pt x="52388" y="66675"/>
                </a:lnTo>
                <a:lnTo>
                  <a:pt x="47625" y="71438"/>
                </a:lnTo>
                <a:lnTo>
                  <a:pt x="42863" y="76200"/>
                </a:lnTo>
                <a:lnTo>
                  <a:pt x="38100" y="80963"/>
                </a:lnTo>
                <a:lnTo>
                  <a:pt x="33338" y="85725"/>
                </a:lnTo>
                <a:lnTo>
                  <a:pt x="28575" y="80963"/>
                </a:lnTo>
                <a:lnTo>
                  <a:pt x="23813" y="76200"/>
                </a:lnTo>
                <a:lnTo>
                  <a:pt x="14288" y="76200"/>
                </a:lnTo>
                <a:lnTo>
                  <a:pt x="4763" y="76200"/>
                </a:lnTo>
                <a:lnTo>
                  <a:pt x="0" y="71438"/>
                </a:lnTo>
                <a:lnTo>
                  <a:pt x="0" y="61913"/>
                </a:lnTo>
                <a:lnTo>
                  <a:pt x="0" y="52388"/>
                </a:lnTo>
                <a:lnTo>
                  <a:pt x="0" y="42863"/>
                </a:lnTo>
                <a:lnTo>
                  <a:pt x="0" y="33338"/>
                </a:lnTo>
                <a:lnTo>
                  <a:pt x="0" y="23813"/>
                </a:lnTo>
                <a:lnTo>
                  <a:pt x="4763" y="19050"/>
                </a:lnTo>
                <a:lnTo>
                  <a:pt x="9525" y="14288"/>
                </a:lnTo>
                <a:lnTo>
                  <a:pt x="14288" y="9525"/>
                </a:lnTo>
                <a:lnTo>
                  <a:pt x="23813" y="9525"/>
                </a:lnTo>
                <a:lnTo>
                  <a:pt x="28575" y="4763"/>
                </a:lnTo>
                <a:close/>
              </a:path>
            </a:pathLst>
          </a:custGeom>
          <a:solidFill xmlns:a="http://schemas.openxmlformats.org/drawingml/2006/main">
            <a:srgbClr val="FAFAFA"/>
          </a:solidFill>
          <a:ln xmlns:a="http://schemas.openxmlformats.org/drawingml/2006/main" w="0">
            <a:noFill/>
            <a:prstDash val="solid"/>
          </a:ln>
        </p:spPr>
      </p:sp>
      <p:sp>
        <p:nvSpPr>
          <p:cNvPr id="281" name="deep-skill-chaining-source-component-4-gradient-252-0">
            <a:extLst xmlns:a="http://schemas.openxmlformats.org/drawingml/2006/main">
              <a:ext uri="{FF2B5EF4-FFF2-40B4-BE49-F238E27FC236}">
                <a16:creationId xmlns:a16="http://schemas.microsoft.com/office/drawing/2014/main" id="{392B468C-465A-49ED-AF52-D83F4AEB96B9}"/>
              </a:ext>
            </a:extLst>
          </p:cNvPr>
          <p:cNvSpPr>
            <a:spLocks xmlns:a="http://schemas.openxmlformats.org/drawingml/2006/main" noGrp="1"/>
          </p:cNvSpPr>
          <p:nvPr/>
        </p:nvSpPr>
        <p:spPr>
          <a:xfrm xmlns:a="http://schemas.openxmlformats.org/drawingml/2006/main" rot="0">
            <a:off x="9486900" y="2152650"/>
            <a:ext cx="28575" cy="38100"/>
          </a:xfrm>
          <a:custGeom xmlns:a="http://schemas.openxmlformats.org/drawingml/2006/main">
            <a:pathLst>
              <a:path w="28575" h="38100">
                <a:moveTo>
                  <a:pt x="0" y="4763"/>
                </a:moveTo>
                <a:lnTo>
                  <a:pt x="4763" y="0"/>
                </a:lnTo>
                <a:lnTo>
                  <a:pt x="14288" y="0"/>
                </a:lnTo>
                <a:lnTo>
                  <a:pt x="23813" y="0"/>
                </a:lnTo>
                <a:lnTo>
                  <a:pt x="28575" y="4763"/>
                </a:lnTo>
                <a:lnTo>
                  <a:pt x="23813" y="9525"/>
                </a:lnTo>
                <a:lnTo>
                  <a:pt x="19050" y="14288"/>
                </a:lnTo>
                <a:lnTo>
                  <a:pt x="19050" y="23813"/>
                </a:lnTo>
                <a:lnTo>
                  <a:pt x="19050" y="33338"/>
                </a:lnTo>
                <a:lnTo>
                  <a:pt x="14288" y="38100"/>
                </a:lnTo>
                <a:lnTo>
                  <a:pt x="9525" y="33338"/>
                </a:lnTo>
                <a:lnTo>
                  <a:pt x="9525" y="23813"/>
                </a:lnTo>
                <a:lnTo>
                  <a:pt x="4763" y="19050"/>
                </a:lnTo>
                <a:lnTo>
                  <a:pt x="0" y="14288"/>
                </a:lnTo>
                <a:lnTo>
                  <a:pt x="0" y="4763"/>
                </a:lnTo>
                <a:close/>
              </a:path>
            </a:pathLst>
          </a:custGeom>
          <a:solidFill xmlns:a="http://schemas.openxmlformats.org/drawingml/2006/main">
            <a:srgbClr val="FCFCFC"/>
          </a:solidFill>
          <a:ln xmlns:a="http://schemas.openxmlformats.org/drawingml/2006/main" w="0">
            <a:noFill/>
            <a:prstDash val="solid"/>
          </a:ln>
        </p:spPr>
      </p:sp>
      <p:sp>
        <p:nvSpPr>
          <p:cNvPr id="282" name="pdf-path-21">
            <a:extLst xmlns:a="http://schemas.openxmlformats.org/drawingml/2006/main">
              <a:ext uri="{FF2B5EF4-FFF2-40B4-BE49-F238E27FC236}">
                <a16:creationId xmlns:a16="http://schemas.microsoft.com/office/drawing/2014/main" id="{02749C06-5751-4162-A382-AEF5EA57C3F4}"/>
              </a:ext>
            </a:extLst>
          </p:cNvPr>
          <p:cNvSpPr>
            <a:spLocks xmlns:a="http://schemas.openxmlformats.org/drawingml/2006/main" noGrp="1"/>
          </p:cNvSpPr>
          <p:nvPr/>
        </p:nvSpPr>
        <p:spPr>
          <a:xfrm xmlns:a="http://schemas.openxmlformats.org/drawingml/2006/main" rot="0">
            <a:off x="9123433" y="1572360"/>
            <a:ext cx="764942" cy="1163977"/>
          </a:xfrm>
          <a:custGeom xmlns:a="http://schemas.openxmlformats.org/drawingml/2006/main">
            <a:pathLst>
              <a:path w="764942" h="1163977">
                <a:moveTo>
                  <a:pt x="661985" y="114304"/>
                </a:moveTo>
                <a:cubicBezTo>
                  <a:pt x="764942" y="228562"/>
                  <a:pt x="723246" y="530597"/>
                  <a:pt x="568914" y="788940"/>
                </a:cubicBezTo>
                <a:cubicBezTo>
                  <a:pt x="414516" y="1047221"/>
                  <a:pt x="205899" y="1163977"/>
                  <a:pt x="102942" y="1049673"/>
                </a:cubicBezTo>
                <a:cubicBezTo>
                  <a:pt x="0" y="935353"/>
                  <a:pt x="41679" y="633318"/>
                  <a:pt x="196076" y="375037"/>
                </a:cubicBezTo>
                <a:cubicBezTo>
                  <a:pt x="350426" y="116709"/>
                  <a:pt x="559027" y="0"/>
                  <a:pt x="661985" y="114304"/>
                </a:cubicBezTo>
              </a:path>
            </a:pathLst>
          </a:custGeom>
          <a:noFill xmlns:a="http://schemas.openxmlformats.org/drawingml/2006/main"/>
          <a:ln xmlns:a="http://schemas.openxmlformats.org/drawingml/2006/main" w="11787">
            <a:solidFill>
              <a:srgbClr val="000000"/>
            </a:solidFill>
            <a:prstDash val="solid"/>
          </a:ln>
        </p:spPr>
      </p:sp>
      <p:sp>
        <p:nvSpPr>
          <p:cNvPr id="283" name="deep-skill-chaining-source-component-5-gradient-base-0">
            <a:extLst xmlns:a="http://schemas.openxmlformats.org/drawingml/2006/main">
              <a:ext uri="{FF2B5EF4-FFF2-40B4-BE49-F238E27FC236}">
                <a16:creationId xmlns:a16="http://schemas.microsoft.com/office/drawing/2014/main" id="{A8E7536F-73CF-4D6F-96F8-3DE646EA16DE}"/>
              </a:ext>
            </a:extLst>
          </p:cNvPr>
          <p:cNvSpPr>
            <a:spLocks xmlns:a="http://schemas.openxmlformats.org/drawingml/2006/main" noGrp="1"/>
          </p:cNvSpPr>
          <p:nvPr/>
        </p:nvSpPr>
        <p:spPr>
          <a:xfrm xmlns:a="http://schemas.openxmlformats.org/drawingml/2006/main" rot="0">
            <a:off x="8396471" y="2298400"/>
            <a:ext cx="864610" cy="1096667"/>
          </a:xfrm>
          <a:custGeom xmlns:a="http://schemas.openxmlformats.org/drawingml/2006/main">
            <a:pathLst>
              <a:path w="864610" h="1096667">
                <a:moveTo>
                  <a:pt x="699632" y="1887"/>
                </a:moveTo>
                <a:lnTo>
                  <a:pt x="704667" y="680"/>
                </a:lnTo>
                <a:lnTo>
                  <a:pt x="714192" y="0"/>
                </a:lnTo>
                <a:lnTo>
                  <a:pt x="723717" y="300"/>
                </a:lnTo>
                <a:lnTo>
                  <a:pt x="733242" y="300"/>
                </a:lnTo>
                <a:lnTo>
                  <a:pt x="742767" y="1292"/>
                </a:lnTo>
                <a:lnTo>
                  <a:pt x="744791" y="1887"/>
                </a:lnTo>
                <a:lnTo>
                  <a:pt x="752292" y="3774"/>
                </a:lnTo>
                <a:lnTo>
                  <a:pt x="761817" y="5816"/>
                </a:lnTo>
                <a:lnTo>
                  <a:pt x="771342" y="7484"/>
                </a:lnTo>
                <a:lnTo>
                  <a:pt x="779953" y="11412"/>
                </a:lnTo>
                <a:lnTo>
                  <a:pt x="780867" y="12073"/>
                </a:lnTo>
                <a:lnTo>
                  <a:pt x="790392" y="16347"/>
                </a:lnTo>
                <a:lnTo>
                  <a:pt x="797486" y="20937"/>
                </a:lnTo>
                <a:lnTo>
                  <a:pt x="799917" y="23057"/>
                </a:lnTo>
                <a:lnTo>
                  <a:pt x="809442" y="28772"/>
                </a:lnTo>
                <a:lnTo>
                  <a:pt x="811188" y="30462"/>
                </a:lnTo>
                <a:lnTo>
                  <a:pt x="818967" y="37366"/>
                </a:lnTo>
                <a:lnTo>
                  <a:pt x="821557" y="39987"/>
                </a:lnTo>
                <a:lnTo>
                  <a:pt x="828492" y="49180"/>
                </a:lnTo>
                <a:lnTo>
                  <a:pt x="828817" y="49512"/>
                </a:lnTo>
                <a:lnTo>
                  <a:pt x="834654" y="59037"/>
                </a:lnTo>
                <a:lnTo>
                  <a:pt x="838017" y="63476"/>
                </a:lnTo>
                <a:lnTo>
                  <a:pt x="841682" y="68562"/>
                </a:lnTo>
                <a:lnTo>
                  <a:pt x="844917" y="78087"/>
                </a:lnTo>
                <a:lnTo>
                  <a:pt x="847542" y="82445"/>
                </a:lnTo>
                <a:lnTo>
                  <a:pt x="850502" y="87612"/>
                </a:lnTo>
                <a:lnTo>
                  <a:pt x="852487" y="97137"/>
                </a:lnTo>
                <a:lnTo>
                  <a:pt x="854858" y="106662"/>
                </a:lnTo>
                <a:lnTo>
                  <a:pt x="857067" y="111552"/>
                </a:lnTo>
                <a:lnTo>
                  <a:pt x="859187" y="116187"/>
                </a:lnTo>
                <a:lnTo>
                  <a:pt x="860781" y="125712"/>
                </a:lnTo>
                <a:lnTo>
                  <a:pt x="861713" y="135237"/>
                </a:lnTo>
                <a:lnTo>
                  <a:pt x="862537" y="144762"/>
                </a:lnTo>
                <a:lnTo>
                  <a:pt x="863425" y="154287"/>
                </a:lnTo>
                <a:lnTo>
                  <a:pt x="863776" y="163812"/>
                </a:lnTo>
                <a:lnTo>
                  <a:pt x="864087" y="173337"/>
                </a:lnTo>
                <a:lnTo>
                  <a:pt x="864427" y="182862"/>
                </a:lnTo>
                <a:lnTo>
                  <a:pt x="864610" y="192387"/>
                </a:lnTo>
                <a:lnTo>
                  <a:pt x="863890" y="201912"/>
                </a:lnTo>
                <a:lnTo>
                  <a:pt x="863295" y="211437"/>
                </a:lnTo>
                <a:lnTo>
                  <a:pt x="862742" y="220962"/>
                </a:lnTo>
                <a:lnTo>
                  <a:pt x="862324" y="230487"/>
                </a:lnTo>
                <a:lnTo>
                  <a:pt x="861673" y="240012"/>
                </a:lnTo>
                <a:lnTo>
                  <a:pt x="860725" y="249537"/>
                </a:lnTo>
                <a:lnTo>
                  <a:pt x="859363" y="259062"/>
                </a:lnTo>
                <a:lnTo>
                  <a:pt x="857104" y="268587"/>
                </a:lnTo>
                <a:lnTo>
                  <a:pt x="857067" y="268703"/>
                </a:lnTo>
                <a:lnTo>
                  <a:pt x="854771" y="278112"/>
                </a:lnTo>
                <a:lnTo>
                  <a:pt x="852915" y="287637"/>
                </a:lnTo>
                <a:lnTo>
                  <a:pt x="851740" y="297162"/>
                </a:lnTo>
                <a:lnTo>
                  <a:pt x="849838" y="306687"/>
                </a:lnTo>
                <a:lnTo>
                  <a:pt x="847542" y="313116"/>
                </a:lnTo>
                <a:lnTo>
                  <a:pt x="846278" y="316212"/>
                </a:lnTo>
                <a:lnTo>
                  <a:pt x="843884" y="325737"/>
                </a:lnTo>
                <a:lnTo>
                  <a:pt x="842257" y="335262"/>
                </a:lnTo>
                <a:lnTo>
                  <a:pt x="839604" y="344787"/>
                </a:lnTo>
                <a:lnTo>
                  <a:pt x="838017" y="348069"/>
                </a:lnTo>
                <a:lnTo>
                  <a:pt x="835392" y="354312"/>
                </a:lnTo>
                <a:lnTo>
                  <a:pt x="833355" y="363837"/>
                </a:lnTo>
                <a:lnTo>
                  <a:pt x="831344" y="373362"/>
                </a:lnTo>
                <a:lnTo>
                  <a:pt x="828492" y="379130"/>
                </a:lnTo>
                <a:lnTo>
                  <a:pt x="826417" y="382887"/>
                </a:lnTo>
                <a:lnTo>
                  <a:pt x="823750" y="392412"/>
                </a:lnTo>
                <a:lnTo>
                  <a:pt x="821041" y="401937"/>
                </a:lnTo>
                <a:lnTo>
                  <a:pt x="818967" y="405653"/>
                </a:lnTo>
                <a:lnTo>
                  <a:pt x="816078" y="411462"/>
                </a:lnTo>
                <a:lnTo>
                  <a:pt x="813785" y="420987"/>
                </a:lnTo>
                <a:lnTo>
                  <a:pt x="809836" y="430512"/>
                </a:lnTo>
                <a:lnTo>
                  <a:pt x="809442" y="431031"/>
                </a:lnTo>
                <a:lnTo>
                  <a:pt x="805307" y="440037"/>
                </a:lnTo>
                <a:lnTo>
                  <a:pt x="802502" y="449562"/>
                </a:lnTo>
                <a:lnTo>
                  <a:pt x="799917" y="453830"/>
                </a:lnTo>
                <a:lnTo>
                  <a:pt x="796921" y="459087"/>
                </a:lnTo>
                <a:lnTo>
                  <a:pt x="794364" y="468612"/>
                </a:lnTo>
                <a:lnTo>
                  <a:pt x="790392" y="476378"/>
                </a:lnTo>
                <a:lnTo>
                  <a:pt x="789072" y="478137"/>
                </a:lnTo>
                <a:lnTo>
                  <a:pt x="785353" y="487662"/>
                </a:lnTo>
                <a:lnTo>
                  <a:pt x="780867" y="496555"/>
                </a:lnTo>
                <a:lnTo>
                  <a:pt x="780338" y="497187"/>
                </a:lnTo>
                <a:lnTo>
                  <a:pt x="776126" y="506712"/>
                </a:lnTo>
                <a:lnTo>
                  <a:pt x="771667" y="516237"/>
                </a:lnTo>
                <a:lnTo>
                  <a:pt x="771342" y="516623"/>
                </a:lnTo>
                <a:lnTo>
                  <a:pt x="766813" y="525762"/>
                </a:lnTo>
                <a:lnTo>
                  <a:pt x="762279" y="535287"/>
                </a:lnTo>
                <a:lnTo>
                  <a:pt x="761817" y="535821"/>
                </a:lnTo>
                <a:lnTo>
                  <a:pt x="757097" y="544812"/>
                </a:lnTo>
                <a:lnTo>
                  <a:pt x="752292" y="553589"/>
                </a:lnTo>
                <a:lnTo>
                  <a:pt x="751631" y="554337"/>
                </a:lnTo>
                <a:lnTo>
                  <a:pt x="747181" y="563862"/>
                </a:lnTo>
                <a:lnTo>
                  <a:pt x="742767" y="571415"/>
                </a:lnTo>
                <a:lnTo>
                  <a:pt x="741128" y="573387"/>
                </a:lnTo>
                <a:lnTo>
                  <a:pt x="737192" y="582912"/>
                </a:lnTo>
                <a:lnTo>
                  <a:pt x="733242" y="588740"/>
                </a:lnTo>
                <a:lnTo>
                  <a:pt x="730353" y="592437"/>
                </a:lnTo>
                <a:lnTo>
                  <a:pt x="726222" y="601962"/>
                </a:lnTo>
                <a:lnTo>
                  <a:pt x="723717" y="605058"/>
                </a:lnTo>
                <a:lnTo>
                  <a:pt x="719491" y="611487"/>
                </a:lnTo>
                <a:lnTo>
                  <a:pt x="714192" y="620972"/>
                </a:lnTo>
                <a:lnTo>
                  <a:pt x="714155" y="621012"/>
                </a:lnTo>
                <a:lnTo>
                  <a:pt x="708986" y="630537"/>
                </a:lnTo>
                <a:lnTo>
                  <a:pt x="704667" y="636687"/>
                </a:lnTo>
                <a:lnTo>
                  <a:pt x="701851" y="640062"/>
                </a:lnTo>
                <a:lnTo>
                  <a:pt x="697124" y="649587"/>
                </a:lnTo>
                <a:lnTo>
                  <a:pt x="695142" y="651866"/>
                </a:lnTo>
                <a:lnTo>
                  <a:pt x="690402" y="659112"/>
                </a:lnTo>
                <a:lnTo>
                  <a:pt x="685617" y="665938"/>
                </a:lnTo>
                <a:lnTo>
                  <a:pt x="683236" y="668637"/>
                </a:lnTo>
                <a:lnTo>
                  <a:pt x="678794" y="678162"/>
                </a:lnTo>
                <a:lnTo>
                  <a:pt x="676092" y="681306"/>
                </a:lnTo>
                <a:lnTo>
                  <a:pt x="671487" y="687687"/>
                </a:lnTo>
                <a:lnTo>
                  <a:pt x="666567" y="694640"/>
                </a:lnTo>
                <a:lnTo>
                  <a:pt x="664271" y="697212"/>
                </a:lnTo>
                <a:lnTo>
                  <a:pt x="658782" y="706737"/>
                </a:lnTo>
                <a:lnTo>
                  <a:pt x="657042" y="708635"/>
                </a:lnTo>
                <a:lnTo>
                  <a:pt x="651773" y="716262"/>
                </a:lnTo>
                <a:lnTo>
                  <a:pt x="647517" y="721538"/>
                </a:lnTo>
                <a:lnTo>
                  <a:pt x="643915" y="725787"/>
                </a:lnTo>
                <a:lnTo>
                  <a:pt x="637992" y="734763"/>
                </a:lnTo>
                <a:lnTo>
                  <a:pt x="637463" y="735312"/>
                </a:lnTo>
                <a:lnTo>
                  <a:pt x="631460" y="744837"/>
                </a:lnTo>
                <a:lnTo>
                  <a:pt x="628467" y="748156"/>
                </a:lnTo>
                <a:lnTo>
                  <a:pt x="623472" y="754362"/>
                </a:lnTo>
                <a:lnTo>
                  <a:pt x="618942" y="759730"/>
                </a:lnTo>
                <a:lnTo>
                  <a:pt x="615273" y="763887"/>
                </a:lnTo>
                <a:lnTo>
                  <a:pt x="609417" y="771642"/>
                </a:lnTo>
                <a:lnTo>
                  <a:pt x="607727" y="773412"/>
                </a:lnTo>
                <a:lnTo>
                  <a:pt x="601920" y="782937"/>
                </a:lnTo>
                <a:lnTo>
                  <a:pt x="599892" y="785071"/>
                </a:lnTo>
                <a:lnTo>
                  <a:pt x="594025" y="792462"/>
                </a:lnTo>
                <a:lnTo>
                  <a:pt x="590367" y="796540"/>
                </a:lnTo>
                <a:lnTo>
                  <a:pt x="585628" y="801987"/>
                </a:lnTo>
                <a:lnTo>
                  <a:pt x="580842" y="807247"/>
                </a:lnTo>
                <a:lnTo>
                  <a:pt x="576881" y="811512"/>
                </a:lnTo>
                <a:lnTo>
                  <a:pt x="571317" y="817890"/>
                </a:lnTo>
                <a:lnTo>
                  <a:pt x="568327" y="821037"/>
                </a:lnTo>
                <a:lnTo>
                  <a:pt x="561792" y="829150"/>
                </a:lnTo>
                <a:lnTo>
                  <a:pt x="560417" y="830562"/>
                </a:lnTo>
                <a:lnTo>
                  <a:pt x="553055" y="840087"/>
                </a:lnTo>
                <a:lnTo>
                  <a:pt x="552267" y="840887"/>
                </a:lnTo>
                <a:lnTo>
                  <a:pt x="544749" y="849612"/>
                </a:lnTo>
                <a:lnTo>
                  <a:pt x="542742" y="851644"/>
                </a:lnTo>
                <a:lnTo>
                  <a:pt x="535863" y="859137"/>
                </a:lnTo>
                <a:lnTo>
                  <a:pt x="533217" y="861814"/>
                </a:lnTo>
                <a:lnTo>
                  <a:pt x="526715" y="868662"/>
                </a:lnTo>
                <a:lnTo>
                  <a:pt x="523692" y="871791"/>
                </a:lnTo>
                <a:lnTo>
                  <a:pt x="517809" y="878187"/>
                </a:lnTo>
                <a:lnTo>
                  <a:pt x="514167" y="881888"/>
                </a:lnTo>
                <a:lnTo>
                  <a:pt x="508437" y="887712"/>
                </a:lnTo>
                <a:lnTo>
                  <a:pt x="504642" y="891487"/>
                </a:lnTo>
                <a:lnTo>
                  <a:pt x="498702" y="897237"/>
                </a:lnTo>
                <a:lnTo>
                  <a:pt x="495117" y="900764"/>
                </a:lnTo>
                <a:lnTo>
                  <a:pt x="488918" y="906762"/>
                </a:lnTo>
                <a:lnTo>
                  <a:pt x="485592" y="910051"/>
                </a:lnTo>
                <a:lnTo>
                  <a:pt x="479105" y="916287"/>
                </a:lnTo>
                <a:lnTo>
                  <a:pt x="476067" y="919291"/>
                </a:lnTo>
                <a:lnTo>
                  <a:pt x="469235" y="925812"/>
                </a:lnTo>
                <a:lnTo>
                  <a:pt x="466542" y="928458"/>
                </a:lnTo>
                <a:lnTo>
                  <a:pt x="458752" y="935337"/>
                </a:lnTo>
                <a:lnTo>
                  <a:pt x="457017" y="937027"/>
                </a:lnTo>
                <a:lnTo>
                  <a:pt x="447492" y="944137"/>
                </a:lnTo>
                <a:lnTo>
                  <a:pt x="446756" y="944862"/>
                </a:lnTo>
                <a:lnTo>
                  <a:pt x="437967" y="952151"/>
                </a:lnTo>
                <a:lnTo>
                  <a:pt x="435660" y="954387"/>
                </a:lnTo>
                <a:lnTo>
                  <a:pt x="428442" y="960492"/>
                </a:lnTo>
                <a:lnTo>
                  <a:pt x="424747" y="963912"/>
                </a:lnTo>
                <a:lnTo>
                  <a:pt x="418917" y="968934"/>
                </a:lnTo>
                <a:lnTo>
                  <a:pt x="413628" y="973437"/>
                </a:lnTo>
                <a:lnTo>
                  <a:pt x="409392" y="977117"/>
                </a:lnTo>
                <a:lnTo>
                  <a:pt x="401299" y="982962"/>
                </a:lnTo>
                <a:lnTo>
                  <a:pt x="399867" y="984336"/>
                </a:lnTo>
                <a:lnTo>
                  <a:pt x="390342" y="990697"/>
                </a:lnTo>
                <a:lnTo>
                  <a:pt x="388456" y="992487"/>
                </a:lnTo>
                <a:lnTo>
                  <a:pt x="380817" y="998150"/>
                </a:lnTo>
                <a:lnTo>
                  <a:pt x="376054" y="1002012"/>
                </a:lnTo>
                <a:lnTo>
                  <a:pt x="371292" y="1005817"/>
                </a:lnTo>
                <a:lnTo>
                  <a:pt x="361806" y="1011537"/>
                </a:lnTo>
                <a:lnTo>
                  <a:pt x="361767" y="1011574"/>
                </a:lnTo>
                <a:lnTo>
                  <a:pt x="352242" y="1017664"/>
                </a:lnTo>
                <a:lnTo>
                  <a:pt x="348189" y="1021062"/>
                </a:lnTo>
                <a:lnTo>
                  <a:pt x="342717" y="1025218"/>
                </a:lnTo>
                <a:lnTo>
                  <a:pt x="333192" y="1030333"/>
                </a:lnTo>
                <a:lnTo>
                  <a:pt x="332916" y="1030587"/>
                </a:lnTo>
                <a:lnTo>
                  <a:pt x="323667" y="1035793"/>
                </a:lnTo>
                <a:lnTo>
                  <a:pt x="317080" y="1040112"/>
                </a:lnTo>
                <a:lnTo>
                  <a:pt x="314142" y="1042535"/>
                </a:lnTo>
                <a:lnTo>
                  <a:pt x="304617" y="1046572"/>
                </a:lnTo>
                <a:lnTo>
                  <a:pt x="300348" y="1049637"/>
                </a:lnTo>
                <a:lnTo>
                  <a:pt x="295092" y="1053150"/>
                </a:lnTo>
                <a:lnTo>
                  <a:pt x="285567" y="1056347"/>
                </a:lnTo>
                <a:lnTo>
                  <a:pt x="281490" y="1059162"/>
                </a:lnTo>
                <a:lnTo>
                  <a:pt x="276042" y="1062584"/>
                </a:lnTo>
                <a:lnTo>
                  <a:pt x="266517" y="1065762"/>
                </a:lnTo>
                <a:lnTo>
                  <a:pt x="261669" y="1068687"/>
                </a:lnTo>
                <a:lnTo>
                  <a:pt x="256992" y="1071539"/>
                </a:lnTo>
                <a:lnTo>
                  <a:pt x="247467" y="1073981"/>
                </a:lnTo>
                <a:lnTo>
                  <a:pt x="237942" y="1077887"/>
                </a:lnTo>
                <a:lnTo>
                  <a:pt x="237500" y="1078212"/>
                </a:lnTo>
                <a:lnTo>
                  <a:pt x="228417" y="1082235"/>
                </a:lnTo>
                <a:lnTo>
                  <a:pt x="218892" y="1084051"/>
                </a:lnTo>
                <a:lnTo>
                  <a:pt x="209367" y="1086887"/>
                </a:lnTo>
                <a:lnTo>
                  <a:pt x="207616" y="1087737"/>
                </a:lnTo>
                <a:lnTo>
                  <a:pt x="199842" y="1090626"/>
                </a:lnTo>
                <a:lnTo>
                  <a:pt x="190317" y="1092400"/>
                </a:lnTo>
                <a:lnTo>
                  <a:pt x="180792" y="1093282"/>
                </a:lnTo>
                <a:lnTo>
                  <a:pt x="171267" y="1094302"/>
                </a:lnTo>
                <a:lnTo>
                  <a:pt x="161742" y="1095780"/>
                </a:lnTo>
                <a:lnTo>
                  <a:pt x="152217" y="1096667"/>
                </a:lnTo>
                <a:lnTo>
                  <a:pt x="142692" y="1096667"/>
                </a:lnTo>
                <a:lnTo>
                  <a:pt x="133167" y="1096667"/>
                </a:lnTo>
                <a:lnTo>
                  <a:pt x="123642" y="1095675"/>
                </a:lnTo>
                <a:lnTo>
                  <a:pt x="114117" y="1094095"/>
                </a:lnTo>
                <a:lnTo>
                  <a:pt x="104592" y="1092659"/>
                </a:lnTo>
                <a:lnTo>
                  <a:pt x="95067" y="1090870"/>
                </a:lnTo>
                <a:lnTo>
                  <a:pt x="88930" y="1087737"/>
                </a:lnTo>
                <a:lnTo>
                  <a:pt x="85542" y="1085709"/>
                </a:lnTo>
                <a:lnTo>
                  <a:pt x="76017" y="1082335"/>
                </a:lnTo>
                <a:lnTo>
                  <a:pt x="69917" y="1078212"/>
                </a:lnTo>
                <a:lnTo>
                  <a:pt x="66492" y="1075434"/>
                </a:lnTo>
                <a:lnTo>
                  <a:pt x="56967" y="1069778"/>
                </a:lnTo>
                <a:lnTo>
                  <a:pt x="55852" y="1068687"/>
                </a:lnTo>
                <a:lnTo>
                  <a:pt x="47442" y="1061412"/>
                </a:lnTo>
                <a:lnTo>
                  <a:pt x="45206" y="1059162"/>
                </a:lnTo>
                <a:lnTo>
                  <a:pt x="37917" y="1050174"/>
                </a:lnTo>
                <a:lnTo>
                  <a:pt x="37388" y="1049637"/>
                </a:lnTo>
                <a:lnTo>
                  <a:pt x="31558" y="1040112"/>
                </a:lnTo>
                <a:lnTo>
                  <a:pt x="28392" y="1036090"/>
                </a:lnTo>
                <a:lnTo>
                  <a:pt x="24477" y="1030587"/>
                </a:lnTo>
                <a:lnTo>
                  <a:pt x="20849" y="1021062"/>
                </a:lnTo>
                <a:lnTo>
                  <a:pt x="18867" y="1018135"/>
                </a:lnTo>
                <a:lnTo>
                  <a:pt x="15324" y="1011537"/>
                </a:lnTo>
                <a:lnTo>
                  <a:pt x="13488" y="1002012"/>
                </a:lnTo>
                <a:lnTo>
                  <a:pt x="10549" y="992487"/>
                </a:lnTo>
                <a:lnTo>
                  <a:pt x="9342" y="990228"/>
                </a:lnTo>
                <a:lnTo>
                  <a:pt x="6311" y="982962"/>
                </a:lnTo>
                <a:lnTo>
                  <a:pt x="4963" y="973437"/>
                </a:lnTo>
                <a:lnTo>
                  <a:pt x="4174" y="963912"/>
                </a:lnTo>
                <a:lnTo>
                  <a:pt x="3114" y="954387"/>
                </a:lnTo>
                <a:lnTo>
                  <a:pt x="1799" y="944862"/>
                </a:lnTo>
                <a:lnTo>
                  <a:pt x="1191" y="935337"/>
                </a:lnTo>
                <a:lnTo>
                  <a:pt x="789" y="925812"/>
                </a:lnTo>
                <a:lnTo>
                  <a:pt x="279" y="916287"/>
                </a:lnTo>
                <a:lnTo>
                  <a:pt x="0" y="906762"/>
                </a:lnTo>
                <a:lnTo>
                  <a:pt x="849" y="897237"/>
                </a:lnTo>
                <a:lnTo>
                  <a:pt x="1799" y="887712"/>
                </a:lnTo>
                <a:lnTo>
                  <a:pt x="2481" y="878187"/>
                </a:lnTo>
                <a:lnTo>
                  <a:pt x="3146" y="868662"/>
                </a:lnTo>
                <a:lnTo>
                  <a:pt x="3944" y="859137"/>
                </a:lnTo>
                <a:lnTo>
                  <a:pt x="4796" y="849612"/>
                </a:lnTo>
                <a:lnTo>
                  <a:pt x="5741" y="840087"/>
                </a:lnTo>
                <a:lnTo>
                  <a:pt x="7133" y="830562"/>
                </a:lnTo>
                <a:lnTo>
                  <a:pt x="9342" y="821618"/>
                </a:lnTo>
                <a:lnTo>
                  <a:pt x="9525" y="821037"/>
                </a:lnTo>
                <a:lnTo>
                  <a:pt x="12267" y="811512"/>
                </a:lnTo>
                <a:lnTo>
                  <a:pt x="13884" y="801987"/>
                </a:lnTo>
                <a:lnTo>
                  <a:pt x="15153" y="792462"/>
                </a:lnTo>
                <a:lnTo>
                  <a:pt x="17384" y="782937"/>
                </a:lnTo>
                <a:lnTo>
                  <a:pt x="18867" y="779206"/>
                </a:lnTo>
                <a:lnTo>
                  <a:pt x="20987" y="773412"/>
                </a:lnTo>
                <a:lnTo>
                  <a:pt x="23258" y="763887"/>
                </a:lnTo>
                <a:lnTo>
                  <a:pt x="25031" y="754362"/>
                </a:lnTo>
                <a:lnTo>
                  <a:pt x="28392" y="745652"/>
                </a:lnTo>
                <a:lnTo>
                  <a:pt x="28854" y="744837"/>
                </a:lnTo>
                <a:lnTo>
                  <a:pt x="32106" y="735312"/>
                </a:lnTo>
                <a:lnTo>
                  <a:pt x="33838" y="725787"/>
                </a:lnTo>
                <a:lnTo>
                  <a:pt x="37322" y="716262"/>
                </a:lnTo>
                <a:lnTo>
                  <a:pt x="37917" y="715401"/>
                </a:lnTo>
                <a:lnTo>
                  <a:pt x="41740" y="706737"/>
                </a:lnTo>
                <a:lnTo>
                  <a:pt x="43728" y="697212"/>
                </a:lnTo>
                <a:lnTo>
                  <a:pt x="47442" y="688774"/>
                </a:lnTo>
                <a:lnTo>
                  <a:pt x="48167" y="687687"/>
                </a:lnTo>
                <a:lnTo>
                  <a:pt x="51696" y="678162"/>
                </a:lnTo>
                <a:lnTo>
                  <a:pt x="54042" y="668637"/>
                </a:lnTo>
                <a:lnTo>
                  <a:pt x="56967" y="663607"/>
                </a:lnTo>
                <a:lnTo>
                  <a:pt x="59669" y="659112"/>
                </a:lnTo>
                <a:lnTo>
                  <a:pt x="62400" y="649587"/>
                </a:lnTo>
                <a:lnTo>
                  <a:pt x="66492" y="641015"/>
                </a:lnTo>
                <a:lnTo>
                  <a:pt x="67217" y="640062"/>
                </a:lnTo>
                <a:lnTo>
                  <a:pt x="71025" y="630537"/>
                </a:lnTo>
                <a:lnTo>
                  <a:pt x="74277" y="621012"/>
                </a:lnTo>
                <a:lnTo>
                  <a:pt x="76017" y="618692"/>
                </a:lnTo>
                <a:lnTo>
                  <a:pt x="79956" y="611487"/>
                </a:lnTo>
                <a:lnTo>
                  <a:pt x="83119" y="601962"/>
                </a:lnTo>
                <a:lnTo>
                  <a:pt x="85542" y="598593"/>
                </a:lnTo>
                <a:lnTo>
                  <a:pt x="89218" y="592437"/>
                </a:lnTo>
                <a:lnTo>
                  <a:pt x="92178" y="582912"/>
                </a:lnTo>
                <a:lnTo>
                  <a:pt x="95067" y="578543"/>
                </a:lnTo>
                <a:lnTo>
                  <a:pt x="98299" y="573387"/>
                </a:lnTo>
                <a:lnTo>
                  <a:pt x="101527" y="563862"/>
                </a:lnTo>
                <a:lnTo>
                  <a:pt x="104592" y="559625"/>
                </a:lnTo>
                <a:lnTo>
                  <a:pt x="108152" y="554337"/>
                </a:lnTo>
                <a:lnTo>
                  <a:pt x="111653" y="544812"/>
                </a:lnTo>
                <a:lnTo>
                  <a:pt x="114117" y="541649"/>
                </a:lnTo>
                <a:lnTo>
                  <a:pt x="118119" y="535287"/>
                </a:lnTo>
                <a:lnTo>
                  <a:pt x="122054" y="525762"/>
                </a:lnTo>
                <a:lnTo>
                  <a:pt x="123642" y="523850"/>
                </a:lnTo>
                <a:lnTo>
                  <a:pt x="128077" y="516237"/>
                </a:lnTo>
                <a:lnTo>
                  <a:pt x="133167" y="507066"/>
                </a:lnTo>
                <a:lnTo>
                  <a:pt x="133492" y="506712"/>
                </a:lnTo>
                <a:lnTo>
                  <a:pt x="138652" y="497187"/>
                </a:lnTo>
                <a:lnTo>
                  <a:pt x="142692" y="491098"/>
                </a:lnTo>
                <a:lnTo>
                  <a:pt x="145394" y="487662"/>
                </a:lnTo>
                <a:lnTo>
                  <a:pt x="149401" y="478137"/>
                </a:lnTo>
                <a:lnTo>
                  <a:pt x="152217" y="474623"/>
                </a:lnTo>
                <a:lnTo>
                  <a:pt x="156328" y="468612"/>
                </a:lnTo>
                <a:lnTo>
                  <a:pt x="161559" y="459087"/>
                </a:lnTo>
                <a:lnTo>
                  <a:pt x="161742" y="458895"/>
                </a:lnTo>
                <a:lnTo>
                  <a:pt x="167360" y="449562"/>
                </a:lnTo>
                <a:lnTo>
                  <a:pt x="171267" y="444436"/>
                </a:lnTo>
                <a:lnTo>
                  <a:pt x="174772" y="440037"/>
                </a:lnTo>
                <a:lnTo>
                  <a:pt x="179819" y="430512"/>
                </a:lnTo>
                <a:lnTo>
                  <a:pt x="180792" y="429466"/>
                </a:lnTo>
                <a:lnTo>
                  <a:pt x="186121" y="420987"/>
                </a:lnTo>
                <a:lnTo>
                  <a:pt x="190317" y="415303"/>
                </a:lnTo>
                <a:lnTo>
                  <a:pt x="193467" y="411462"/>
                </a:lnTo>
                <a:lnTo>
                  <a:pt x="198930" y="401937"/>
                </a:lnTo>
                <a:lnTo>
                  <a:pt x="199842" y="400977"/>
                </a:lnTo>
                <a:lnTo>
                  <a:pt x="205581" y="392412"/>
                </a:lnTo>
                <a:lnTo>
                  <a:pt x="209367" y="387850"/>
                </a:lnTo>
                <a:lnTo>
                  <a:pt x="213406" y="382887"/>
                </a:lnTo>
                <a:lnTo>
                  <a:pt x="218892" y="374893"/>
                </a:lnTo>
                <a:lnTo>
                  <a:pt x="220321" y="373362"/>
                </a:lnTo>
                <a:lnTo>
                  <a:pt x="225792" y="363837"/>
                </a:lnTo>
                <a:lnTo>
                  <a:pt x="228417" y="360876"/>
                </a:lnTo>
                <a:lnTo>
                  <a:pt x="233387" y="354312"/>
                </a:lnTo>
                <a:lnTo>
                  <a:pt x="237942" y="348857"/>
                </a:lnTo>
                <a:lnTo>
                  <a:pt x="241551" y="344787"/>
                </a:lnTo>
                <a:lnTo>
                  <a:pt x="247467" y="336871"/>
                </a:lnTo>
                <a:lnTo>
                  <a:pt x="249002" y="335262"/>
                </a:lnTo>
                <a:lnTo>
                  <a:pt x="255202" y="325737"/>
                </a:lnTo>
                <a:lnTo>
                  <a:pt x="256992" y="323851"/>
                </a:lnTo>
                <a:lnTo>
                  <a:pt x="262829" y="316212"/>
                </a:lnTo>
                <a:lnTo>
                  <a:pt x="266517" y="312031"/>
                </a:lnTo>
                <a:lnTo>
                  <a:pt x="271023" y="306687"/>
                </a:lnTo>
                <a:lnTo>
                  <a:pt x="276042" y="300836"/>
                </a:lnTo>
                <a:lnTo>
                  <a:pt x="279462" y="297162"/>
                </a:lnTo>
                <a:lnTo>
                  <a:pt x="285567" y="290077"/>
                </a:lnTo>
                <a:lnTo>
                  <a:pt x="287920" y="287637"/>
                </a:lnTo>
                <a:lnTo>
                  <a:pt x="295092" y="278150"/>
                </a:lnTo>
                <a:lnTo>
                  <a:pt x="295129" y="278112"/>
                </a:lnTo>
                <a:lnTo>
                  <a:pt x="302576" y="268587"/>
                </a:lnTo>
                <a:lnTo>
                  <a:pt x="304617" y="266467"/>
                </a:lnTo>
                <a:lnTo>
                  <a:pt x="310722" y="259062"/>
                </a:lnTo>
                <a:lnTo>
                  <a:pt x="314142" y="255490"/>
                </a:lnTo>
                <a:lnTo>
                  <a:pt x="319782" y="249537"/>
                </a:lnTo>
                <a:lnTo>
                  <a:pt x="323667" y="245525"/>
                </a:lnTo>
                <a:lnTo>
                  <a:pt x="328896" y="240012"/>
                </a:lnTo>
                <a:lnTo>
                  <a:pt x="333192" y="235507"/>
                </a:lnTo>
                <a:lnTo>
                  <a:pt x="337954" y="230487"/>
                </a:lnTo>
                <a:lnTo>
                  <a:pt x="342717" y="225573"/>
                </a:lnTo>
                <a:lnTo>
                  <a:pt x="347186" y="220962"/>
                </a:lnTo>
                <a:lnTo>
                  <a:pt x="352242" y="215604"/>
                </a:lnTo>
                <a:lnTo>
                  <a:pt x="356299" y="211437"/>
                </a:lnTo>
                <a:lnTo>
                  <a:pt x="361767" y="206110"/>
                </a:lnTo>
                <a:lnTo>
                  <a:pt x="366099" y="201912"/>
                </a:lnTo>
                <a:lnTo>
                  <a:pt x="371292" y="196746"/>
                </a:lnTo>
                <a:lnTo>
                  <a:pt x="375674" y="192387"/>
                </a:lnTo>
                <a:lnTo>
                  <a:pt x="380817" y="187454"/>
                </a:lnTo>
                <a:lnTo>
                  <a:pt x="385579" y="182862"/>
                </a:lnTo>
                <a:lnTo>
                  <a:pt x="390342" y="178125"/>
                </a:lnTo>
                <a:lnTo>
                  <a:pt x="395155" y="173337"/>
                </a:lnTo>
                <a:lnTo>
                  <a:pt x="399867" y="168816"/>
                </a:lnTo>
                <a:lnTo>
                  <a:pt x="405374" y="163812"/>
                </a:lnTo>
                <a:lnTo>
                  <a:pt x="409392" y="160067"/>
                </a:lnTo>
                <a:lnTo>
                  <a:pt x="416037" y="154287"/>
                </a:lnTo>
                <a:lnTo>
                  <a:pt x="418917" y="151538"/>
                </a:lnTo>
                <a:lnTo>
                  <a:pt x="427152" y="144762"/>
                </a:lnTo>
                <a:lnTo>
                  <a:pt x="428442" y="143499"/>
                </a:lnTo>
                <a:lnTo>
                  <a:pt x="437967" y="136087"/>
                </a:lnTo>
                <a:lnTo>
                  <a:pt x="438836" y="135237"/>
                </a:lnTo>
                <a:lnTo>
                  <a:pt x="447492" y="128896"/>
                </a:lnTo>
                <a:lnTo>
                  <a:pt x="451035" y="125712"/>
                </a:lnTo>
                <a:lnTo>
                  <a:pt x="457017" y="120737"/>
                </a:lnTo>
                <a:lnTo>
                  <a:pt x="462330" y="116187"/>
                </a:lnTo>
                <a:lnTo>
                  <a:pt x="466542" y="112488"/>
                </a:lnTo>
                <a:lnTo>
                  <a:pt x="474403" y="106662"/>
                </a:lnTo>
                <a:lnTo>
                  <a:pt x="476067" y="105075"/>
                </a:lnTo>
                <a:lnTo>
                  <a:pt x="485592" y="99166"/>
                </a:lnTo>
                <a:lnTo>
                  <a:pt x="487843" y="97137"/>
                </a:lnTo>
                <a:lnTo>
                  <a:pt x="495117" y="92080"/>
                </a:lnTo>
                <a:lnTo>
                  <a:pt x="501055" y="87612"/>
                </a:lnTo>
                <a:lnTo>
                  <a:pt x="504642" y="84565"/>
                </a:lnTo>
                <a:lnTo>
                  <a:pt x="514167" y="79675"/>
                </a:lnTo>
                <a:lnTo>
                  <a:pt x="515889" y="78087"/>
                </a:lnTo>
                <a:lnTo>
                  <a:pt x="523692" y="72772"/>
                </a:lnTo>
                <a:lnTo>
                  <a:pt x="529702" y="68562"/>
                </a:lnTo>
                <a:lnTo>
                  <a:pt x="533217" y="65747"/>
                </a:lnTo>
                <a:lnTo>
                  <a:pt x="542742" y="61739"/>
                </a:lnTo>
                <a:lnTo>
                  <a:pt x="546106" y="59037"/>
                </a:lnTo>
                <a:lnTo>
                  <a:pt x="552267" y="54881"/>
                </a:lnTo>
                <a:lnTo>
                  <a:pt x="561792" y="49837"/>
                </a:lnTo>
                <a:lnTo>
                  <a:pt x="562158" y="49512"/>
                </a:lnTo>
                <a:lnTo>
                  <a:pt x="571317" y="44791"/>
                </a:lnTo>
                <a:lnTo>
                  <a:pt x="580842" y="40582"/>
                </a:lnTo>
                <a:lnTo>
                  <a:pt x="581528" y="39987"/>
                </a:lnTo>
                <a:lnTo>
                  <a:pt x="590367" y="35310"/>
                </a:lnTo>
                <a:lnTo>
                  <a:pt x="599892" y="30924"/>
                </a:lnTo>
                <a:lnTo>
                  <a:pt x="600476" y="30462"/>
                </a:lnTo>
                <a:lnTo>
                  <a:pt x="609417" y="26231"/>
                </a:lnTo>
                <a:lnTo>
                  <a:pt x="618942" y="23752"/>
                </a:lnTo>
                <a:lnTo>
                  <a:pt x="624142" y="20937"/>
                </a:lnTo>
                <a:lnTo>
                  <a:pt x="628467" y="18473"/>
                </a:lnTo>
                <a:lnTo>
                  <a:pt x="637992" y="15883"/>
                </a:lnTo>
                <a:lnTo>
                  <a:pt x="647517" y="13441"/>
                </a:lnTo>
                <a:lnTo>
                  <a:pt x="652349" y="11412"/>
                </a:lnTo>
                <a:lnTo>
                  <a:pt x="657042" y="9430"/>
                </a:lnTo>
                <a:lnTo>
                  <a:pt x="666567" y="7190"/>
                </a:lnTo>
                <a:lnTo>
                  <a:pt x="676092" y="5816"/>
                </a:lnTo>
                <a:lnTo>
                  <a:pt x="685617" y="4589"/>
                </a:lnTo>
                <a:lnTo>
                  <a:pt x="695142" y="2978"/>
                </a:lnTo>
                <a:lnTo>
                  <a:pt x="699632" y="1887"/>
                </a:lnTo>
                <a:close/>
              </a:path>
            </a:pathLst>
          </a:custGeom>
          <a:solidFill xmlns:a="http://schemas.openxmlformats.org/drawingml/2006/main">
            <a:srgbClr val="888888"/>
          </a:solidFill>
          <a:ln xmlns:a="http://schemas.openxmlformats.org/drawingml/2006/main" w="0">
            <a:noFill/>
            <a:prstDash val="solid"/>
          </a:ln>
        </p:spPr>
      </p:sp>
      <p:sp>
        <p:nvSpPr>
          <p:cNvPr id="284" name="deep-skill-chaining-source-component-5-gradient-144-0">
            <a:extLst xmlns:a="http://schemas.openxmlformats.org/drawingml/2006/main">
              <a:ext uri="{FF2B5EF4-FFF2-40B4-BE49-F238E27FC236}">
                <a16:creationId xmlns:a16="http://schemas.microsoft.com/office/drawing/2014/main" id="{F654E465-C1DE-43F3-ABF0-BD322EC3118B}"/>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09090"/>
          </a:solidFill>
          <a:ln xmlns:a="http://schemas.openxmlformats.org/drawingml/2006/main" w="0">
            <a:noFill/>
            <a:prstDash val="solid"/>
          </a:ln>
        </p:spPr>
      </p:sp>
      <p:sp>
        <p:nvSpPr>
          <p:cNvPr id="285" name="deep-skill-chaining-source-component-5-gradient-146-0">
            <a:extLst xmlns:a="http://schemas.openxmlformats.org/drawingml/2006/main">
              <a:ext uri="{FF2B5EF4-FFF2-40B4-BE49-F238E27FC236}">
                <a16:creationId xmlns:a16="http://schemas.microsoft.com/office/drawing/2014/main" id="{45C736C0-963F-4495-98C7-7022F0D79DB1}"/>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29292"/>
          </a:solidFill>
          <a:ln xmlns:a="http://schemas.openxmlformats.org/drawingml/2006/main" w="0">
            <a:noFill/>
            <a:prstDash val="solid"/>
          </a:ln>
        </p:spPr>
      </p:sp>
      <p:sp>
        <p:nvSpPr>
          <p:cNvPr id="286" name="deep-skill-chaining-source-component-5-gradient-148-0">
            <a:extLst xmlns:a="http://schemas.openxmlformats.org/drawingml/2006/main">
              <a:ext uri="{FF2B5EF4-FFF2-40B4-BE49-F238E27FC236}">
                <a16:creationId xmlns:a16="http://schemas.microsoft.com/office/drawing/2014/main" id="{D7456343-6C27-47BC-B4DA-55CA013B3040}"/>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49494"/>
          </a:solidFill>
          <a:ln xmlns:a="http://schemas.openxmlformats.org/drawingml/2006/main" w="0">
            <a:noFill/>
            <a:prstDash val="solid"/>
          </a:ln>
        </p:spPr>
      </p:sp>
      <p:sp>
        <p:nvSpPr>
          <p:cNvPr id="287" name="deep-skill-chaining-source-component-5-gradient-150-0">
            <a:extLst xmlns:a="http://schemas.openxmlformats.org/drawingml/2006/main">
              <a:ext uri="{FF2B5EF4-FFF2-40B4-BE49-F238E27FC236}">
                <a16:creationId xmlns:a16="http://schemas.microsoft.com/office/drawing/2014/main" id="{551DD280-FA6C-414C-A91D-D1CECA72AB67}"/>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69696"/>
          </a:solidFill>
          <a:ln xmlns:a="http://schemas.openxmlformats.org/drawingml/2006/main" w="0">
            <a:noFill/>
            <a:prstDash val="solid"/>
          </a:ln>
        </p:spPr>
      </p:sp>
      <p:sp>
        <p:nvSpPr>
          <p:cNvPr id="288" name="deep-skill-chaining-source-component-5-gradient-152-0">
            <a:extLst xmlns:a="http://schemas.openxmlformats.org/drawingml/2006/main">
              <a:ext uri="{FF2B5EF4-FFF2-40B4-BE49-F238E27FC236}">
                <a16:creationId xmlns:a16="http://schemas.microsoft.com/office/drawing/2014/main" id="{33BEED66-72D9-4EE1-9BA0-F14BED5E4EDA}"/>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89898"/>
          </a:solidFill>
          <a:ln xmlns:a="http://schemas.openxmlformats.org/drawingml/2006/main" w="0">
            <a:noFill/>
            <a:prstDash val="solid"/>
          </a:ln>
        </p:spPr>
      </p:sp>
      <p:sp>
        <p:nvSpPr>
          <p:cNvPr id="289" name="deep-skill-chaining-source-component-5-gradient-154-0">
            <a:extLst xmlns:a="http://schemas.openxmlformats.org/drawingml/2006/main">
              <a:ext uri="{FF2B5EF4-FFF2-40B4-BE49-F238E27FC236}">
                <a16:creationId xmlns:a16="http://schemas.microsoft.com/office/drawing/2014/main" id="{1DD813E4-39A0-43B6-9873-0E41E4C86D8D}"/>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A9A9A"/>
          </a:solidFill>
          <a:ln xmlns:a="http://schemas.openxmlformats.org/drawingml/2006/main" w="0">
            <a:noFill/>
            <a:prstDash val="solid"/>
          </a:ln>
        </p:spPr>
      </p:sp>
      <p:sp>
        <p:nvSpPr>
          <p:cNvPr id="290" name="deep-skill-chaining-source-component-5-gradient-156-0">
            <a:extLst xmlns:a="http://schemas.openxmlformats.org/drawingml/2006/main">
              <a:ext uri="{FF2B5EF4-FFF2-40B4-BE49-F238E27FC236}">
                <a16:creationId xmlns:a16="http://schemas.microsoft.com/office/drawing/2014/main" id="{2F3ADA34-73A7-49E0-BAD8-117F90C830F8}"/>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C9C9C"/>
          </a:solidFill>
          <a:ln xmlns:a="http://schemas.openxmlformats.org/drawingml/2006/main" w="0">
            <a:noFill/>
            <a:prstDash val="solid"/>
          </a:ln>
        </p:spPr>
      </p:sp>
      <p:sp>
        <p:nvSpPr>
          <p:cNvPr id="291" name="deep-skill-chaining-source-component-5-gradient-158-0">
            <a:extLst xmlns:a="http://schemas.openxmlformats.org/drawingml/2006/main">
              <a:ext uri="{FF2B5EF4-FFF2-40B4-BE49-F238E27FC236}">
                <a16:creationId xmlns:a16="http://schemas.microsoft.com/office/drawing/2014/main" id="{90A5F30D-D9EF-46FC-A677-A197D5655AF9}"/>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9E9E9E"/>
          </a:solidFill>
          <a:ln xmlns:a="http://schemas.openxmlformats.org/drawingml/2006/main" w="0">
            <a:noFill/>
            <a:prstDash val="solid"/>
          </a:ln>
        </p:spPr>
      </p:sp>
      <p:sp>
        <p:nvSpPr>
          <p:cNvPr id="292" name="deep-skill-chaining-source-component-5-gradient-160-0">
            <a:extLst xmlns:a="http://schemas.openxmlformats.org/drawingml/2006/main">
              <a:ext uri="{FF2B5EF4-FFF2-40B4-BE49-F238E27FC236}">
                <a16:creationId xmlns:a16="http://schemas.microsoft.com/office/drawing/2014/main" id="{C91530E8-D127-47FA-9BCF-91FD1C066393}"/>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0A0A0"/>
          </a:solidFill>
          <a:ln xmlns:a="http://schemas.openxmlformats.org/drawingml/2006/main" w="0">
            <a:noFill/>
            <a:prstDash val="solid"/>
          </a:ln>
        </p:spPr>
      </p:sp>
      <p:sp>
        <p:nvSpPr>
          <p:cNvPr id="293" name="deep-skill-chaining-source-component-5-gradient-162-0">
            <a:extLst xmlns:a="http://schemas.openxmlformats.org/drawingml/2006/main">
              <a:ext uri="{FF2B5EF4-FFF2-40B4-BE49-F238E27FC236}">
                <a16:creationId xmlns:a16="http://schemas.microsoft.com/office/drawing/2014/main" id="{85740677-ABA8-47DA-99B2-8B0DF8D9D41E}"/>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2A2A2"/>
          </a:solidFill>
          <a:ln xmlns:a="http://schemas.openxmlformats.org/drawingml/2006/main" w="0">
            <a:noFill/>
            <a:prstDash val="solid"/>
          </a:ln>
        </p:spPr>
      </p:sp>
      <p:sp>
        <p:nvSpPr>
          <p:cNvPr id="294" name="deep-skill-chaining-source-component-5-gradient-164-0">
            <a:extLst xmlns:a="http://schemas.openxmlformats.org/drawingml/2006/main">
              <a:ext uri="{FF2B5EF4-FFF2-40B4-BE49-F238E27FC236}">
                <a16:creationId xmlns:a16="http://schemas.microsoft.com/office/drawing/2014/main" id="{6217B1FD-595A-4EEA-B167-79DB6CB2FB7B}"/>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4A4A4"/>
          </a:solidFill>
          <a:ln xmlns:a="http://schemas.openxmlformats.org/drawingml/2006/main" w="0">
            <a:noFill/>
            <a:prstDash val="solid"/>
          </a:ln>
        </p:spPr>
      </p:sp>
      <p:sp>
        <p:nvSpPr>
          <p:cNvPr id="295" name="deep-skill-chaining-source-component-5-gradient-166-0">
            <a:extLst xmlns:a="http://schemas.openxmlformats.org/drawingml/2006/main">
              <a:ext uri="{FF2B5EF4-FFF2-40B4-BE49-F238E27FC236}">
                <a16:creationId xmlns:a16="http://schemas.microsoft.com/office/drawing/2014/main" id="{4A4F9531-CF8D-4D60-AD6E-7F6D2936DE18}"/>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6A6A6"/>
          </a:solidFill>
          <a:ln xmlns:a="http://schemas.openxmlformats.org/drawingml/2006/main" w="0">
            <a:noFill/>
            <a:prstDash val="solid"/>
          </a:ln>
        </p:spPr>
      </p:sp>
      <p:sp>
        <p:nvSpPr>
          <p:cNvPr id="296" name="deep-skill-chaining-source-component-5-gradient-168-0">
            <a:extLst xmlns:a="http://schemas.openxmlformats.org/drawingml/2006/main">
              <a:ext uri="{FF2B5EF4-FFF2-40B4-BE49-F238E27FC236}">
                <a16:creationId xmlns:a16="http://schemas.microsoft.com/office/drawing/2014/main" id="{1FE2B082-5CE4-4C66-B73F-018D6EA9A219}"/>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8A8A8"/>
          </a:solidFill>
          <a:ln xmlns:a="http://schemas.openxmlformats.org/drawingml/2006/main" w="0">
            <a:noFill/>
            <a:prstDash val="solid"/>
          </a:ln>
        </p:spPr>
      </p:sp>
      <p:sp>
        <p:nvSpPr>
          <p:cNvPr id="297" name="deep-skill-chaining-source-component-5-gradient-170-0">
            <a:extLst xmlns:a="http://schemas.openxmlformats.org/drawingml/2006/main">
              <a:ext uri="{FF2B5EF4-FFF2-40B4-BE49-F238E27FC236}">
                <a16:creationId xmlns:a16="http://schemas.microsoft.com/office/drawing/2014/main" id="{4175FB3B-5186-474A-B235-601A72EA7979}"/>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AAAAA"/>
          </a:solidFill>
          <a:ln xmlns:a="http://schemas.openxmlformats.org/drawingml/2006/main" w="0">
            <a:noFill/>
            <a:prstDash val="solid"/>
          </a:ln>
        </p:spPr>
      </p:sp>
      <p:sp>
        <p:nvSpPr>
          <p:cNvPr id="298" name="deep-skill-chaining-source-component-5-gradient-172-0">
            <a:extLst xmlns:a="http://schemas.openxmlformats.org/drawingml/2006/main">
              <a:ext uri="{FF2B5EF4-FFF2-40B4-BE49-F238E27FC236}">
                <a16:creationId xmlns:a16="http://schemas.microsoft.com/office/drawing/2014/main" id="{B51BAFF3-B340-4EA4-85F0-A202E01EEECB}"/>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CACAC"/>
          </a:solidFill>
          <a:ln xmlns:a="http://schemas.openxmlformats.org/drawingml/2006/main" w="0">
            <a:noFill/>
            <a:prstDash val="solid"/>
          </a:ln>
        </p:spPr>
      </p:sp>
      <p:sp>
        <p:nvSpPr>
          <p:cNvPr id="299" name="deep-skill-chaining-source-component-5-gradient-174-0">
            <a:extLst xmlns:a="http://schemas.openxmlformats.org/drawingml/2006/main">
              <a:ext uri="{FF2B5EF4-FFF2-40B4-BE49-F238E27FC236}">
                <a16:creationId xmlns:a16="http://schemas.microsoft.com/office/drawing/2014/main" id="{C645C0BB-654B-4726-97B5-6FFEEE50E536}"/>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AEAEAE"/>
          </a:solidFill>
          <a:ln xmlns:a="http://schemas.openxmlformats.org/drawingml/2006/main" w="0">
            <a:noFill/>
            <a:prstDash val="solid"/>
          </a:ln>
        </p:spPr>
      </p:sp>
      <p:sp>
        <p:nvSpPr>
          <p:cNvPr id="300" name="deep-skill-chaining-source-component-5-gradient-176-0">
            <a:extLst xmlns:a="http://schemas.openxmlformats.org/drawingml/2006/main">
              <a:ext uri="{FF2B5EF4-FFF2-40B4-BE49-F238E27FC236}">
                <a16:creationId xmlns:a16="http://schemas.microsoft.com/office/drawing/2014/main" id="{25B4641B-55D0-4C7A-BF4D-FEFDBD84FFD3}"/>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B0B0B0"/>
          </a:solidFill>
          <a:ln xmlns:a="http://schemas.openxmlformats.org/drawingml/2006/main" w="0">
            <a:noFill/>
            <a:prstDash val="solid"/>
          </a:ln>
        </p:spPr>
      </p:sp>
      <p:sp>
        <p:nvSpPr>
          <p:cNvPr id="301" name="deep-skill-chaining-source-component-5-gradient-178-0">
            <a:extLst xmlns:a="http://schemas.openxmlformats.org/drawingml/2006/main">
              <a:ext uri="{FF2B5EF4-FFF2-40B4-BE49-F238E27FC236}">
                <a16:creationId xmlns:a16="http://schemas.microsoft.com/office/drawing/2014/main" id="{D63AB37C-4B74-4548-92C9-55EA215D4ADE}"/>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B2B2B2"/>
          </a:solidFill>
          <a:ln xmlns:a="http://schemas.openxmlformats.org/drawingml/2006/main" w="0">
            <a:noFill/>
            <a:prstDash val="solid"/>
          </a:ln>
        </p:spPr>
      </p:sp>
      <p:sp>
        <p:nvSpPr>
          <p:cNvPr id="302" name="deep-skill-chaining-source-component-5-gradient-180-0">
            <a:extLst xmlns:a="http://schemas.openxmlformats.org/drawingml/2006/main">
              <a:ext uri="{FF2B5EF4-FFF2-40B4-BE49-F238E27FC236}">
                <a16:creationId xmlns:a16="http://schemas.microsoft.com/office/drawing/2014/main" id="{F8777BB1-24D2-407B-975E-484159DE4F29}"/>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B4B4B4"/>
          </a:solidFill>
          <a:ln xmlns:a="http://schemas.openxmlformats.org/drawingml/2006/main" w="0">
            <a:noFill/>
            <a:prstDash val="solid"/>
          </a:ln>
        </p:spPr>
      </p:sp>
      <p:sp>
        <p:nvSpPr>
          <p:cNvPr id="303" name="deep-skill-chaining-source-component-5-gradient-182-0">
            <a:extLst xmlns:a="http://schemas.openxmlformats.org/drawingml/2006/main">
              <a:ext uri="{FF2B5EF4-FFF2-40B4-BE49-F238E27FC236}">
                <a16:creationId xmlns:a16="http://schemas.microsoft.com/office/drawing/2014/main" id="{62328050-D36E-4711-A821-3CC342614FEC}"/>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4863" y="28575"/>
                </a:lnTo>
                <a:lnTo>
                  <a:pt x="809625" y="33338"/>
                </a:lnTo>
                <a:lnTo>
                  <a:pt x="814388" y="38100"/>
                </a:lnTo>
                <a:lnTo>
                  <a:pt x="819150" y="42863"/>
                </a:lnTo>
                <a:lnTo>
                  <a:pt x="823913" y="47625"/>
                </a:lnTo>
                <a:lnTo>
                  <a:pt x="828675" y="52388"/>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B6B6B6"/>
          </a:solidFill>
          <a:ln xmlns:a="http://schemas.openxmlformats.org/drawingml/2006/main" w="0">
            <a:noFill/>
            <a:prstDash val="solid"/>
          </a:ln>
        </p:spPr>
      </p:sp>
      <p:sp>
        <p:nvSpPr>
          <p:cNvPr id="304" name="deep-skill-chaining-source-component-5-gradient-184-0">
            <a:extLst xmlns:a="http://schemas.openxmlformats.org/drawingml/2006/main">
              <a:ext uri="{FF2B5EF4-FFF2-40B4-BE49-F238E27FC236}">
                <a16:creationId xmlns:a16="http://schemas.microsoft.com/office/drawing/2014/main" id="{49447A22-5E68-4D28-8E79-6C0D0202BDE3}"/>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8188" y="0"/>
                </a:lnTo>
                <a:lnTo>
                  <a:pt x="742950" y="4763"/>
                </a:lnTo>
                <a:lnTo>
                  <a:pt x="747713" y="9525"/>
                </a:lnTo>
                <a:lnTo>
                  <a:pt x="757238" y="9525"/>
                </a:lnTo>
                <a:lnTo>
                  <a:pt x="766763" y="9525"/>
                </a:lnTo>
                <a:lnTo>
                  <a:pt x="771525" y="14288"/>
                </a:lnTo>
                <a:lnTo>
                  <a:pt x="776288" y="19050"/>
                </a:lnTo>
                <a:lnTo>
                  <a:pt x="785813" y="19050"/>
                </a:lnTo>
                <a:lnTo>
                  <a:pt x="790575" y="23813"/>
                </a:lnTo>
                <a:lnTo>
                  <a:pt x="795338" y="28575"/>
                </a:lnTo>
                <a:lnTo>
                  <a:pt x="800100" y="33338"/>
                </a:lnTo>
                <a:lnTo>
                  <a:pt x="804863" y="38100"/>
                </a:lnTo>
                <a:lnTo>
                  <a:pt x="814388" y="38100"/>
                </a:lnTo>
                <a:lnTo>
                  <a:pt x="819150" y="42863"/>
                </a:lnTo>
                <a:lnTo>
                  <a:pt x="819150" y="52388"/>
                </a:lnTo>
                <a:lnTo>
                  <a:pt x="823913" y="57150"/>
                </a:lnTo>
                <a:lnTo>
                  <a:pt x="828675" y="61913"/>
                </a:lnTo>
                <a:lnTo>
                  <a:pt x="833438" y="66675"/>
                </a:lnTo>
                <a:lnTo>
                  <a:pt x="838200" y="71438"/>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1438" y="1085850"/>
                </a:lnTo>
                <a:lnTo>
                  <a:pt x="66675" y="1081088"/>
                </a:lnTo>
                <a:lnTo>
                  <a:pt x="61913" y="1076325"/>
                </a:lnTo>
                <a:lnTo>
                  <a:pt x="52388" y="1076325"/>
                </a:lnTo>
                <a:lnTo>
                  <a:pt x="47625" y="1071563"/>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B8B8B8"/>
          </a:solidFill>
          <a:ln xmlns:a="http://schemas.openxmlformats.org/drawingml/2006/main" w="0">
            <a:noFill/>
            <a:prstDash val="solid"/>
          </a:ln>
        </p:spPr>
      </p:sp>
      <p:sp>
        <p:nvSpPr>
          <p:cNvPr id="305" name="deep-skill-chaining-source-component-5-gradient-186-0">
            <a:extLst xmlns:a="http://schemas.openxmlformats.org/drawingml/2006/main">
              <a:ext uri="{FF2B5EF4-FFF2-40B4-BE49-F238E27FC236}">
                <a16:creationId xmlns:a16="http://schemas.microsoft.com/office/drawing/2014/main" id="{7EF9C79B-7B64-42C2-8459-F5BBC2D3213F}"/>
              </a:ext>
            </a:extLst>
          </p:cNvPr>
          <p:cNvSpPr>
            <a:spLocks xmlns:a="http://schemas.openxmlformats.org/drawingml/2006/main" noGrp="1"/>
          </p:cNvSpPr>
          <p:nvPr/>
        </p:nvSpPr>
        <p:spPr>
          <a:xfrm xmlns:a="http://schemas.openxmlformats.org/drawingml/2006/main" rot="0">
            <a:off x="8401050" y="2295525"/>
            <a:ext cx="857250" cy="1095375"/>
          </a:xfrm>
          <a:custGeom xmlns:a="http://schemas.openxmlformats.org/drawingml/2006/main">
            <a:pathLst>
              <a:path w="857250" h="1095375">
                <a:moveTo>
                  <a:pt x="695325" y="4763"/>
                </a:moveTo>
                <a:lnTo>
                  <a:pt x="700088" y="0"/>
                </a:lnTo>
                <a:lnTo>
                  <a:pt x="709613" y="0"/>
                </a:lnTo>
                <a:lnTo>
                  <a:pt x="719138" y="0"/>
                </a:lnTo>
                <a:lnTo>
                  <a:pt x="728663" y="0"/>
                </a:lnTo>
                <a:lnTo>
                  <a:pt x="733425" y="4763"/>
                </a:lnTo>
                <a:lnTo>
                  <a:pt x="738188" y="9525"/>
                </a:lnTo>
                <a:lnTo>
                  <a:pt x="742950" y="14288"/>
                </a:lnTo>
                <a:lnTo>
                  <a:pt x="747713" y="19050"/>
                </a:lnTo>
                <a:lnTo>
                  <a:pt x="752475" y="23813"/>
                </a:lnTo>
                <a:lnTo>
                  <a:pt x="757238" y="28575"/>
                </a:lnTo>
                <a:lnTo>
                  <a:pt x="762000" y="33338"/>
                </a:lnTo>
                <a:lnTo>
                  <a:pt x="766763" y="38100"/>
                </a:lnTo>
                <a:lnTo>
                  <a:pt x="776288" y="38100"/>
                </a:lnTo>
                <a:lnTo>
                  <a:pt x="781050" y="42863"/>
                </a:lnTo>
                <a:lnTo>
                  <a:pt x="785813" y="47625"/>
                </a:lnTo>
                <a:lnTo>
                  <a:pt x="795338" y="47625"/>
                </a:lnTo>
                <a:lnTo>
                  <a:pt x="800100" y="52388"/>
                </a:lnTo>
                <a:lnTo>
                  <a:pt x="804863" y="57150"/>
                </a:lnTo>
                <a:lnTo>
                  <a:pt x="814388" y="57150"/>
                </a:lnTo>
                <a:lnTo>
                  <a:pt x="819150" y="61913"/>
                </a:lnTo>
                <a:lnTo>
                  <a:pt x="823913" y="66675"/>
                </a:lnTo>
                <a:lnTo>
                  <a:pt x="828675" y="71438"/>
                </a:lnTo>
                <a:lnTo>
                  <a:pt x="833438" y="76200"/>
                </a:lnTo>
                <a:lnTo>
                  <a:pt x="838200" y="80963"/>
                </a:lnTo>
                <a:lnTo>
                  <a:pt x="842963" y="85725"/>
                </a:lnTo>
                <a:lnTo>
                  <a:pt x="847725" y="90488"/>
                </a:lnTo>
                <a:lnTo>
                  <a:pt x="847725" y="100013"/>
                </a:lnTo>
                <a:lnTo>
                  <a:pt x="847725" y="109538"/>
                </a:lnTo>
                <a:lnTo>
                  <a:pt x="852488" y="114300"/>
                </a:lnTo>
                <a:lnTo>
                  <a:pt x="857250" y="119063"/>
                </a:lnTo>
                <a:lnTo>
                  <a:pt x="857250" y="128588"/>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7250" y="271463"/>
                </a:lnTo>
                <a:lnTo>
                  <a:pt x="852488" y="276225"/>
                </a:lnTo>
                <a:lnTo>
                  <a:pt x="847725" y="280988"/>
                </a:lnTo>
                <a:lnTo>
                  <a:pt x="847725" y="290513"/>
                </a:lnTo>
                <a:lnTo>
                  <a:pt x="847725" y="300038"/>
                </a:lnTo>
                <a:lnTo>
                  <a:pt x="847725" y="309563"/>
                </a:lnTo>
                <a:lnTo>
                  <a:pt x="842963" y="314325"/>
                </a:lnTo>
                <a:lnTo>
                  <a:pt x="838200" y="319088"/>
                </a:lnTo>
                <a:lnTo>
                  <a:pt x="838200" y="328613"/>
                </a:lnTo>
                <a:lnTo>
                  <a:pt x="838200" y="338138"/>
                </a:lnTo>
                <a:lnTo>
                  <a:pt x="838200" y="347663"/>
                </a:lnTo>
                <a:lnTo>
                  <a:pt x="833438" y="352425"/>
                </a:lnTo>
                <a:lnTo>
                  <a:pt x="828675" y="357188"/>
                </a:lnTo>
                <a:lnTo>
                  <a:pt x="828675" y="366713"/>
                </a:lnTo>
                <a:lnTo>
                  <a:pt x="828675" y="376238"/>
                </a:lnTo>
                <a:lnTo>
                  <a:pt x="823913" y="381000"/>
                </a:lnTo>
                <a:lnTo>
                  <a:pt x="819150" y="385763"/>
                </a:lnTo>
                <a:lnTo>
                  <a:pt x="819150" y="395288"/>
                </a:lnTo>
                <a:lnTo>
                  <a:pt x="819150" y="404813"/>
                </a:lnTo>
                <a:lnTo>
                  <a:pt x="814388" y="409575"/>
                </a:lnTo>
                <a:lnTo>
                  <a:pt x="809625" y="414338"/>
                </a:lnTo>
                <a:lnTo>
                  <a:pt x="809625" y="423863"/>
                </a:lnTo>
                <a:lnTo>
                  <a:pt x="809625" y="433388"/>
                </a:lnTo>
                <a:lnTo>
                  <a:pt x="804863" y="438150"/>
                </a:lnTo>
                <a:lnTo>
                  <a:pt x="800100" y="442913"/>
                </a:lnTo>
                <a:lnTo>
                  <a:pt x="800100" y="452438"/>
                </a:lnTo>
                <a:lnTo>
                  <a:pt x="795338" y="457200"/>
                </a:lnTo>
                <a:lnTo>
                  <a:pt x="790575" y="461963"/>
                </a:lnTo>
                <a:lnTo>
                  <a:pt x="790575" y="471488"/>
                </a:lnTo>
                <a:lnTo>
                  <a:pt x="785813" y="476250"/>
                </a:lnTo>
                <a:lnTo>
                  <a:pt x="781050" y="481013"/>
                </a:lnTo>
                <a:lnTo>
                  <a:pt x="781050" y="490538"/>
                </a:lnTo>
                <a:lnTo>
                  <a:pt x="776288" y="495300"/>
                </a:lnTo>
                <a:lnTo>
                  <a:pt x="771525" y="500063"/>
                </a:lnTo>
                <a:lnTo>
                  <a:pt x="771525" y="509588"/>
                </a:lnTo>
                <a:lnTo>
                  <a:pt x="771525" y="519113"/>
                </a:lnTo>
                <a:lnTo>
                  <a:pt x="766763" y="523875"/>
                </a:lnTo>
                <a:lnTo>
                  <a:pt x="762000" y="528638"/>
                </a:lnTo>
                <a:lnTo>
                  <a:pt x="762000" y="538163"/>
                </a:lnTo>
                <a:lnTo>
                  <a:pt x="757238" y="542925"/>
                </a:lnTo>
                <a:lnTo>
                  <a:pt x="752475" y="547688"/>
                </a:lnTo>
                <a:lnTo>
                  <a:pt x="747713" y="552450"/>
                </a:lnTo>
                <a:lnTo>
                  <a:pt x="742950" y="557213"/>
                </a:lnTo>
                <a:lnTo>
                  <a:pt x="742950" y="566738"/>
                </a:lnTo>
                <a:lnTo>
                  <a:pt x="738188" y="571500"/>
                </a:lnTo>
                <a:lnTo>
                  <a:pt x="733425" y="576263"/>
                </a:lnTo>
                <a:lnTo>
                  <a:pt x="733425" y="585788"/>
                </a:lnTo>
                <a:lnTo>
                  <a:pt x="728663" y="590550"/>
                </a:lnTo>
                <a:lnTo>
                  <a:pt x="723900" y="595313"/>
                </a:lnTo>
                <a:lnTo>
                  <a:pt x="723900" y="604838"/>
                </a:lnTo>
                <a:lnTo>
                  <a:pt x="719138" y="609600"/>
                </a:lnTo>
                <a:lnTo>
                  <a:pt x="714375" y="614363"/>
                </a:lnTo>
                <a:lnTo>
                  <a:pt x="709613" y="619125"/>
                </a:lnTo>
                <a:lnTo>
                  <a:pt x="704850" y="623888"/>
                </a:lnTo>
                <a:lnTo>
                  <a:pt x="704850" y="633413"/>
                </a:lnTo>
                <a:lnTo>
                  <a:pt x="700088" y="638175"/>
                </a:lnTo>
                <a:lnTo>
                  <a:pt x="695325" y="642938"/>
                </a:lnTo>
                <a:lnTo>
                  <a:pt x="695325" y="652463"/>
                </a:lnTo>
                <a:lnTo>
                  <a:pt x="690563" y="657225"/>
                </a:lnTo>
                <a:lnTo>
                  <a:pt x="685800" y="661988"/>
                </a:lnTo>
                <a:lnTo>
                  <a:pt x="681038" y="666750"/>
                </a:lnTo>
                <a:lnTo>
                  <a:pt x="676275" y="671513"/>
                </a:lnTo>
                <a:lnTo>
                  <a:pt x="676275" y="681038"/>
                </a:lnTo>
                <a:lnTo>
                  <a:pt x="671513" y="685800"/>
                </a:lnTo>
                <a:lnTo>
                  <a:pt x="666750" y="690563"/>
                </a:lnTo>
                <a:lnTo>
                  <a:pt x="661988" y="695325"/>
                </a:lnTo>
                <a:lnTo>
                  <a:pt x="657225" y="700088"/>
                </a:lnTo>
                <a:lnTo>
                  <a:pt x="657225" y="709613"/>
                </a:lnTo>
                <a:lnTo>
                  <a:pt x="652463" y="714375"/>
                </a:lnTo>
                <a:lnTo>
                  <a:pt x="647700" y="719138"/>
                </a:lnTo>
                <a:lnTo>
                  <a:pt x="642938" y="723900"/>
                </a:lnTo>
                <a:lnTo>
                  <a:pt x="638175" y="728663"/>
                </a:lnTo>
                <a:lnTo>
                  <a:pt x="633413" y="733425"/>
                </a:lnTo>
                <a:lnTo>
                  <a:pt x="628650" y="738188"/>
                </a:lnTo>
                <a:lnTo>
                  <a:pt x="628650" y="747713"/>
                </a:lnTo>
                <a:lnTo>
                  <a:pt x="623888" y="752475"/>
                </a:lnTo>
                <a:lnTo>
                  <a:pt x="619125" y="757238"/>
                </a:lnTo>
                <a:lnTo>
                  <a:pt x="614363" y="762000"/>
                </a:lnTo>
                <a:lnTo>
                  <a:pt x="609600" y="766763"/>
                </a:lnTo>
                <a:lnTo>
                  <a:pt x="604838" y="771525"/>
                </a:lnTo>
                <a:lnTo>
                  <a:pt x="600075" y="776288"/>
                </a:lnTo>
                <a:lnTo>
                  <a:pt x="600075" y="785813"/>
                </a:lnTo>
                <a:lnTo>
                  <a:pt x="595313" y="790575"/>
                </a:lnTo>
                <a:lnTo>
                  <a:pt x="590550" y="795338"/>
                </a:lnTo>
                <a:lnTo>
                  <a:pt x="585788" y="800100"/>
                </a:lnTo>
                <a:lnTo>
                  <a:pt x="581025" y="804863"/>
                </a:lnTo>
                <a:lnTo>
                  <a:pt x="576263" y="809625"/>
                </a:lnTo>
                <a:lnTo>
                  <a:pt x="571500" y="814388"/>
                </a:lnTo>
                <a:lnTo>
                  <a:pt x="566738" y="819150"/>
                </a:lnTo>
                <a:lnTo>
                  <a:pt x="561975" y="823913"/>
                </a:lnTo>
                <a:lnTo>
                  <a:pt x="557213" y="828675"/>
                </a:lnTo>
                <a:lnTo>
                  <a:pt x="552450" y="833438"/>
                </a:lnTo>
                <a:lnTo>
                  <a:pt x="552450" y="842963"/>
                </a:lnTo>
                <a:lnTo>
                  <a:pt x="547688" y="847725"/>
                </a:lnTo>
                <a:lnTo>
                  <a:pt x="542925" y="852488"/>
                </a:lnTo>
                <a:lnTo>
                  <a:pt x="538163" y="857250"/>
                </a:lnTo>
                <a:lnTo>
                  <a:pt x="533400" y="862013"/>
                </a:lnTo>
                <a:lnTo>
                  <a:pt x="528638" y="866775"/>
                </a:lnTo>
                <a:lnTo>
                  <a:pt x="523875" y="871538"/>
                </a:lnTo>
                <a:lnTo>
                  <a:pt x="519113" y="876300"/>
                </a:lnTo>
                <a:lnTo>
                  <a:pt x="514350" y="881063"/>
                </a:lnTo>
                <a:lnTo>
                  <a:pt x="509588" y="885825"/>
                </a:lnTo>
                <a:lnTo>
                  <a:pt x="504825" y="890588"/>
                </a:lnTo>
                <a:lnTo>
                  <a:pt x="500063" y="895350"/>
                </a:lnTo>
                <a:lnTo>
                  <a:pt x="495300" y="900113"/>
                </a:lnTo>
                <a:lnTo>
                  <a:pt x="490538" y="904875"/>
                </a:lnTo>
                <a:lnTo>
                  <a:pt x="485775" y="909638"/>
                </a:lnTo>
                <a:lnTo>
                  <a:pt x="481013" y="914400"/>
                </a:lnTo>
                <a:lnTo>
                  <a:pt x="476250" y="919163"/>
                </a:lnTo>
                <a:lnTo>
                  <a:pt x="471488" y="923925"/>
                </a:lnTo>
                <a:lnTo>
                  <a:pt x="466725" y="928688"/>
                </a:lnTo>
                <a:lnTo>
                  <a:pt x="461963" y="933450"/>
                </a:lnTo>
                <a:lnTo>
                  <a:pt x="457200" y="938213"/>
                </a:lnTo>
                <a:lnTo>
                  <a:pt x="452438" y="942975"/>
                </a:lnTo>
                <a:lnTo>
                  <a:pt x="442913" y="942975"/>
                </a:lnTo>
                <a:lnTo>
                  <a:pt x="438150" y="947738"/>
                </a:lnTo>
                <a:lnTo>
                  <a:pt x="433388" y="952500"/>
                </a:lnTo>
                <a:lnTo>
                  <a:pt x="428625" y="957263"/>
                </a:lnTo>
                <a:lnTo>
                  <a:pt x="423863" y="962025"/>
                </a:lnTo>
                <a:lnTo>
                  <a:pt x="419100" y="966788"/>
                </a:lnTo>
                <a:lnTo>
                  <a:pt x="414338" y="971550"/>
                </a:lnTo>
                <a:lnTo>
                  <a:pt x="409575" y="976313"/>
                </a:lnTo>
                <a:lnTo>
                  <a:pt x="404813" y="981075"/>
                </a:lnTo>
                <a:lnTo>
                  <a:pt x="400050" y="985838"/>
                </a:lnTo>
                <a:lnTo>
                  <a:pt x="395288" y="990600"/>
                </a:lnTo>
                <a:lnTo>
                  <a:pt x="385763" y="990600"/>
                </a:lnTo>
                <a:lnTo>
                  <a:pt x="381000" y="995363"/>
                </a:lnTo>
                <a:lnTo>
                  <a:pt x="376238" y="1000125"/>
                </a:lnTo>
                <a:lnTo>
                  <a:pt x="371475" y="1004888"/>
                </a:lnTo>
                <a:lnTo>
                  <a:pt x="366713" y="1009650"/>
                </a:lnTo>
                <a:lnTo>
                  <a:pt x="361950" y="1014413"/>
                </a:lnTo>
                <a:lnTo>
                  <a:pt x="357188" y="1019175"/>
                </a:lnTo>
                <a:lnTo>
                  <a:pt x="347663" y="1019175"/>
                </a:lnTo>
                <a:lnTo>
                  <a:pt x="342900" y="1023938"/>
                </a:lnTo>
                <a:lnTo>
                  <a:pt x="338138" y="1028700"/>
                </a:lnTo>
                <a:lnTo>
                  <a:pt x="328613" y="1028700"/>
                </a:lnTo>
                <a:lnTo>
                  <a:pt x="323850" y="1033463"/>
                </a:lnTo>
                <a:lnTo>
                  <a:pt x="319088" y="1038225"/>
                </a:lnTo>
                <a:lnTo>
                  <a:pt x="314325" y="1042988"/>
                </a:lnTo>
                <a:lnTo>
                  <a:pt x="309563" y="1047750"/>
                </a:lnTo>
                <a:lnTo>
                  <a:pt x="300038" y="1047750"/>
                </a:lnTo>
                <a:lnTo>
                  <a:pt x="295275" y="1052513"/>
                </a:lnTo>
                <a:lnTo>
                  <a:pt x="290513" y="1057275"/>
                </a:lnTo>
                <a:lnTo>
                  <a:pt x="280988" y="1057275"/>
                </a:lnTo>
                <a:lnTo>
                  <a:pt x="276225" y="1062038"/>
                </a:lnTo>
                <a:lnTo>
                  <a:pt x="271463" y="1066800"/>
                </a:lnTo>
                <a:lnTo>
                  <a:pt x="261938" y="1066800"/>
                </a:lnTo>
                <a:lnTo>
                  <a:pt x="257175" y="1071563"/>
                </a:lnTo>
                <a:lnTo>
                  <a:pt x="252413" y="1076325"/>
                </a:lnTo>
                <a:lnTo>
                  <a:pt x="242888" y="1076325"/>
                </a:lnTo>
                <a:lnTo>
                  <a:pt x="233363" y="1076325"/>
                </a:lnTo>
                <a:lnTo>
                  <a:pt x="228600" y="1081088"/>
                </a:lnTo>
                <a:lnTo>
                  <a:pt x="223838" y="1085850"/>
                </a:lnTo>
                <a:lnTo>
                  <a:pt x="214313" y="1085850"/>
                </a:lnTo>
                <a:lnTo>
                  <a:pt x="204788" y="1085850"/>
                </a:lnTo>
                <a:lnTo>
                  <a:pt x="200025" y="1090613"/>
                </a:lnTo>
                <a:lnTo>
                  <a:pt x="195263" y="1095375"/>
                </a:lnTo>
                <a:lnTo>
                  <a:pt x="185738" y="1095375"/>
                </a:lnTo>
                <a:lnTo>
                  <a:pt x="176213" y="1095375"/>
                </a:lnTo>
                <a:lnTo>
                  <a:pt x="166688" y="1095375"/>
                </a:lnTo>
                <a:lnTo>
                  <a:pt x="157163" y="1095375"/>
                </a:lnTo>
                <a:lnTo>
                  <a:pt x="147638" y="1095375"/>
                </a:lnTo>
                <a:lnTo>
                  <a:pt x="138113" y="1095375"/>
                </a:lnTo>
                <a:lnTo>
                  <a:pt x="128588" y="1095375"/>
                </a:lnTo>
                <a:lnTo>
                  <a:pt x="119063" y="1095375"/>
                </a:lnTo>
                <a:lnTo>
                  <a:pt x="109538" y="1095375"/>
                </a:lnTo>
                <a:lnTo>
                  <a:pt x="100013" y="1095375"/>
                </a:lnTo>
                <a:lnTo>
                  <a:pt x="90488" y="1095375"/>
                </a:lnTo>
                <a:lnTo>
                  <a:pt x="85725" y="1090613"/>
                </a:lnTo>
                <a:lnTo>
                  <a:pt x="80963" y="1085850"/>
                </a:lnTo>
                <a:lnTo>
                  <a:pt x="76200" y="1081088"/>
                </a:lnTo>
                <a:lnTo>
                  <a:pt x="71438" y="1076325"/>
                </a:lnTo>
                <a:lnTo>
                  <a:pt x="61913" y="1076325"/>
                </a:lnTo>
                <a:lnTo>
                  <a:pt x="57150" y="1071563"/>
                </a:lnTo>
                <a:lnTo>
                  <a:pt x="52388" y="1066800"/>
                </a:lnTo>
                <a:lnTo>
                  <a:pt x="42863" y="1066800"/>
                </a:lnTo>
                <a:lnTo>
                  <a:pt x="38100" y="1062038"/>
                </a:lnTo>
                <a:lnTo>
                  <a:pt x="33338" y="1057275"/>
                </a:lnTo>
                <a:lnTo>
                  <a:pt x="28575" y="1052513"/>
                </a:lnTo>
                <a:lnTo>
                  <a:pt x="28575" y="1042988"/>
                </a:lnTo>
                <a:lnTo>
                  <a:pt x="23813" y="1038225"/>
                </a:lnTo>
                <a:lnTo>
                  <a:pt x="19050" y="1033463"/>
                </a:lnTo>
                <a:lnTo>
                  <a:pt x="19050" y="1023938"/>
                </a:lnTo>
                <a:lnTo>
                  <a:pt x="14288" y="1019175"/>
                </a:lnTo>
                <a:lnTo>
                  <a:pt x="9525" y="1014413"/>
                </a:lnTo>
                <a:lnTo>
                  <a:pt x="9525" y="1004888"/>
                </a:lnTo>
                <a:lnTo>
                  <a:pt x="9525" y="995363"/>
                </a:lnTo>
                <a:lnTo>
                  <a:pt x="4763" y="990600"/>
                </a:lnTo>
                <a:lnTo>
                  <a:pt x="0" y="985838"/>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4763" y="828675"/>
                </a:lnTo>
                <a:lnTo>
                  <a:pt x="9525" y="823913"/>
                </a:lnTo>
                <a:lnTo>
                  <a:pt x="9525" y="814388"/>
                </a:lnTo>
                <a:lnTo>
                  <a:pt x="9525" y="804863"/>
                </a:lnTo>
                <a:lnTo>
                  <a:pt x="9525" y="795338"/>
                </a:lnTo>
                <a:lnTo>
                  <a:pt x="9525" y="785813"/>
                </a:lnTo>
                <a:lnTo>
                  <a:pt x="14288" y="781050"/>
                </a:lnTo>
                <a:lnTo>
                  <a:pt x="19050" y="776288"/>
                </a:lnTo>
                <a:lnTo>
                  <a:pt x="19050" y="766763"/>
                </a:lnTo>
                <a:lnTo>
                  <a:pt x="19050" y="757238"/>
                </a:lnTo>
                <a:lnTo>
                  <a:pt x="23813" y="752475"/>
                </a:lnTo>
                <a:lnTo>
                  <a:pt x="28575" y="747713"/>
                </a:lnTo>
                <a:lnTo>
                  <a:pt x="28575" y="738188"/>
                </a:lnTo>
                <a:lnTo>
                  <a:pt x="28575" y="728663"/>
                </a:lnTo>
                <a:lnTo>
                  <a:pt x="28575" y="719138"/>
                </a:lnTo>
                <a:lnTo>
                  <a:pt x="33338" y="714375"/>
                </a:lnTo>
                <a:lnTo>
                  <a:pt x="38100" y="709613"/>
                </a:lnTo>
                <a:lnTo>
                  <a:pt x="38100" y="700088"/>
                </a:lnTo>
                <a:lnTo>
                  <a:pt x="42863" y="695325"/>
                </a:lnTo>
                <a:lnTo>
                  <a:pt x="47625" y="690563"/>
                </a:lnTo>
                <a:lnTo>
                  <a:pt x="47625" y="681038"/>
                </a:lnTo>
                <a:lnTo>
                  <a:pt x="47625" y="671513"/>
                </a:lnTo>
                <a:lnTo>
                  <a:pt x="52388" y="666750"/>
                </a:lnTo>
                <a:lnTo>
                  <a:pt x="57150" y="661988"/>
                </a:lnTo>
                <a:lnTo>
                  <a:pt x="57150" y="652463"/>
                </a:lnTo>
                <a:lnTo>
                  <a:pt x="61913" y="647700"/>
                </a:lnTo>
                <a:lnTo>
                  <a:pt x="66675" y="642938"/>
                </a:lnTo>
                <a:lnTo>
                  <a:pt x="66675" y="633413"/>
                </a:lnTo>
                <a:lnTo>
                  <a:pt x="66675" y="623888"/>
                </a:lnTo>
                <a:lnTo>
                  <a:pt x="71438" y="619125"/>
                </a:lnTo>
                <a:lnTo>
                  <a:pt x="76200" y="614363"/>
                </a:lnTo>
                <a:lnTo>
                  <a:pt x="76200" y="604838"/>
                </a:lnTo>
                <a:lnTo>
                  <a:pt x="80963" y="600075"/>
                </a:lnTo>
                <a:lnTo>
                  <a:pt x="85725" y="595313"/>
                </a:lnTo>
                <a:lnTo>
                  <a:pt x="85725" y="585788"/>
                </a:lnTo>
                <a:lnTo>
                  <a:pt x="90488" y="581025"/>
                </a:lnTo>
                <a:lnTo>
                  <a:pt x="95250" y="576263"/>
                </a:lnTo>
                <a:lnTo>
                  <a:pt x="95250" y="566738"/>
                </a:lnTo>
                <a:lnTo>
                  <a:pt x="100013" y="561975"/>
                </a:lnTo>
                <a:lnTo>
                  <a:pt x="104775" y="557213"/>
                </a:lnTo>
                <a:lnTo>
                  <a:pt x="104775" y="547688"/>
                </a:lnTo>
                <a:lnTo>
                  <a:pt x="109538" y="542925"/>
                </a:lnTo>
                <a:lnTo>
                  <a:pt x="114300" y="538163"/>
                </a:lnTo>
                <a:lnTo>
                  <a:pt x="114300" y="528638"/>
                </a:lnTo>
                <a:lnTo>
                  <a:pt x="119063" y="523875"/>
                </a:lnTo>
                <a:lnTo>
                  <a:pt x="123825" y="519113"/>
                </a:lnTo>
                <a:lnTo>
                  <a:pt x="128588" y="514350"/>
                </a:lnTo>
                <a:lnTo>
                  <a:pt x="133350" y="509588"/>
                </a:lnTo>
                <a:lnTo>
                  <a:pt x="133350" y="500063"/>
                </a:lnTo>
                <a:lnTo>
                  <a:pt x="138113" y="495300"/>
                </a:lnTo>
                <a:lnTo>
                  <a:pt x="142875" y="490538"/>
                </a:lnTo>
                <a:lnTo>
                  <a:pt x="142875" y="481013"/>
                </a:lnTo>
                <a:lnTo>
                  <a:pt x="147638" y="476250"/>
                </a:lnTo>
                <a:lnTo>
                  <a:pt x="152400" y="471488"/>
                </a:lnTo>
                <a:lnTo>
                  <a:pt x="152400" y="461963"/>
                </a:lnTo>
                <a:lnTo>
                  <a:pt x="157163" y="457200"/>
                </a:lnTo>
                <a:lnTo>
                  <a:pt x="161925" y="452438"/>
                </a:lnTo>
                <a:lnTo>
                  <a:pt x="166688" y="447675"/>
                </a:lnTo>
                <a:lnTo>
                  <a:pt x="171450" y="442913"/>
                </a:lnTo>
                <a:lnTo>
                  <a:pt x="171450" y="433388"/>
                </a:lnTo>
                <a:lnTo>
                  <a:pt x="176213" y="428625"/>
                </a:lnTo>
                <a:lnTo>
                  <a:pt x="180975" y="423863"/>
                </a:lnTo>
                <a:lnTo>
                  <a:pt x="185738" y="419100"/>
                </a:lnTo>
                <a:lnTo>
                  <a:pt x="190500" y="414338"/>
                </a:lnTo>
                <a:lnTo>
                  <a:pt x="190500" y="404813"/>
                </a:lnTo>
                <a:lnTo>
                  <a:pt x="195263" y="400050"/>
                </a:lnTo>
                <a:lnTo>
                  <a:pt x="200025" y="395288"/>
                </a:lnTo>
                <a:lnTo>
                  <a:pt x="204788" y="390525"/>
                </a:lnTo>
                <a:lnTo>
                  <a:pt x="209550" y="385763"/>
                </a:lnTo>
                <a:lnTo>
                  <a:pt x="214313" y="381000"/>
                </a:lnTo>
                <a:lnTo>
                  <a:pt x="219075" y="376238"/>
                </a:lnTo>
                <a:lnTo>
                  <a:pt x="219075" y="366713"/>
                </a:lnTo>
                <a:lnTo>
                  <a:pt x="223838" y="361950"/>
                </a:lnTo>
                <a:lnTo>
                  <a:pt x="228600" y="357188"/>
                </a:lnTo>
                <a:lnTo>
                  <a:pt x="233363" y="352425"/>
                </a:lnTo>
                <a:lnTo>
                  <a:pt x="238125" y="347663"/>
                </a:lnTo>
                <a:lnTo>
                  <a:pt x="242888" y="342900"/>
                </a:lnTo>
                <a:lnTo>
                  <a:pt x="247650" y="338138"/>
                </a:lnTo>
                <a:lnTo>
                  <a:pt x="247650" y="328613"/>
                </a:lnTo>
                <a:lnTo>
                  <a:pt x="252413" y="323850"/>
                </a:lnTo>
                <a:lnTo>
                  <a:pt x="257175" y="319088"/>
                </a:lnTo>
                <a:lnTo>
                  <a:pt x="261938" y="314325"/>
                </a:lnTo>
                <a:lnTo>
                  <a:pt x="266700" y="309563"/>
                </a:lnTo>
                <a:lnTo>
                  <a:pt x="271463" y="304800"/>
                </a:lnTo>
                <a:lnTo>
                  <a:pt x="276225" y="300038"/>
                </a:lnTo>
                <a:lnTo>
                  <a:pt x="280988" y="295275"/>
                </a:lnTo>
                <a:lnTo>
                  <a:pt x="285750" y="290513"/>
                </a:lnTo>
                <a:lnTo>
                  <a:pt x="290513" y="285750"/>
                </a:lnTo>
                <a:lnTo>
                  <a:pt x="295275" y="280988"/>
                </a:lnTo>
                <a:lnTo>
                  <a:pt x="295275" y="271463"/>
                </a:lnTo>
                <a:lnTo>
                  <a:pt x="300038" y="266700"/>
                </a:lnTo>
                <a:lnTo>
                  <a:pt x="304800" y="261938"/>
                </a:lnTo>
                <a:lnTo>
                  <a:pt x="309563" y="257175"/>
                </a:lnTo>
                <a:lnTo>
                  <a:pt x="314325" y="252413"/>
                </a:lnTo>
                <a:lnTo>
                  <a:pt x="319088" y="247650"/>
                </a:lnTo>
                <a:lnTo>
                  <a:pt x="323850" y="242888"/>
                </a:lnTo>
                <a:lnTo>
                  <a:pt x="328613" y="238125"/>
                </a:lnTo>
                <a:lnTo>
                  <a:pt x="333375" y="233363"/>
                </a:lnTo>
                <a:lnTo>
                  <a:pt x="338138" y="228600"/>
                </a:lnTo>
                <a:lnTo>
                  <a:pt x="342900" y="223838"/>
                </a:lnTo>
                <a:lnTo>
                  <a:pt x="347663" y="219075"/>
                </a:lnTo>
                <a:lnTo>
                  <a:pt x="352425" y="214313"/>
                </a:lnTo>
                <a:lnTo>
                  <a:pt x="357188" y="209550"/>
                </a:lnTo>
                <a:lnTo>
                  <a:pt x="361950" y="204788"/>
                </a:lnTo>
                <a:lnTo>
                  <a:pt x="366713" y="200025"/>
                </a:lnTo>
                <a:lnTo>
                  <a:pt x="371475" y="195263"/>
                </a:lnTo>
                <a:lnTo>
                  <a:pt x="376238" y="190500"/>
                </a:lnTo>
                <a:lnTo>
                  <a:pt x="381000" y="185738"/>
                </a:lnTo>
                <a:lnTo>
                  <a:pt x="385763" y="180975"/>
                </a:lnTo>
                <a:lnTo>
                  <a:pt x="390525" y="176213"/>
                </a:lnTo>
                <a:lnTo>
                  <a:pt x="395288" y="171450"/>
                </a:lnTo>
                <a:lnTo>
                  <a:pt x="400050" y="166688"/>
                </a:lnTo>
                <a:lnTo>
                  <a:pt x="404813" y="161925"/>
                </a:lnTo>
                <a:lnTo>
                  <a:pt x="409575" y="157163"/>
                </a:lnTo>
                <a:lnTo>
                  <a:pt x="414338" y="152400"/>
                </a:lnTo>
                <a:lnTo>
                  <a:pt x="419100" y="147638"/>
                </a:lnTo>
                <a:lnTo>
                  <a:pt x="423863" y="142875"/>
                </a:lnTo>
                <a:lnTo>
                  <a:pt x="433388" y="142875"/>
                </a:lnTo>
                <a:lnTo>
                  <a:pt x="438150" y="138113"/>
                </a:lnTo>
                <a:lnTo>
                  <a:pt x="442913" y="133350"/>
                </a:lnTo>
                <a:lnTo>
                  <a:pt x="447675" y="128588"/>
                </a:lnTo>
                <a:lnTo>
                  <a:pt x="452438" y="123825"/>
                </a:lnTo>
                <a:lnTo>
                  <a:pt x="457200" y="119063"/>
                </a:lnTo>
                <a:lnTo>
                  <a:pt x="461963" y="114300"/>
                </a:lnTo>
                <a:lnTo>
                  <a:pt x="466725" y="109538"/>
                </a:lnTo>
                <a:lnTo>
                  <a:pt x="471488" y="104775"/>
                </a:lnTo>
                <a:lnTo>
                  <a:pt x="481013" y="104775"/>
                </a:lnTo>
                <a:lnTo>
                  <a:pt x="485775" y="100013"/>
                </a:lnTo>
                <a:lnTo>
                  <a:pt x="490538" y="95250"/>
                </a:lnTo>
                <a:lnTo>
                  <a:pt x="495300" y="90488"/>
                </a:lnTo>
                <a:lnTo>
                  <a:pt x="500063" y="85725"/>
                </a:lnTo>
                <a:lnTo>
                  <a:pt x="509588" y="85725"/>
                </a:lnTo>
                <a:lnTo>
                  <a:pt x="514350" y="80963"/>
                </a:lnTo>
                <a:lnTo>
                  <a:pt x="519113" y="76200"/>
                </a:lnTo>
                <a:lnTo>
                  <a:pt x="523875" y="71438"/>
                </a:lnTo>
                <a:lnTo>
                  <a:pt x="528638" y="66675"/>
                </a:lnTo>
                <a:lnTo>
                  <a:pt x="538163" y="66675"/>
                </a:lnTo>
                <a:lnTo>
                  <a:pt x="542925" y="61913"/>
                </a:lnTo>
                <a:lnTo>
                  <a:pt x="547688" y="57150"/>
                </a:lnTo>
                <a:lnTo>
                  <a:pt x="557213" y="57150"/>
                </a:lnTo>
                <a:lnTo>
                  <a:pt x="561975" y="52388"/>
                </a:lnTo>
                <a:lnTo>
                  <a:pt x="566738" y="47625"/>
                </a:lnTo>
                <a:lnTo>
                  <a:pt x="576263" y="47625"/>
                </a:lnTo>
                <a:lnTo>
                  <a:pt x="581025" y="42863"/>
                </a:lnTo>
                <a:lnTo>
                  <a:pt x="585788" y="38100"/>
                </a:lnTo>
                <a:lnTo>
                  <a:pt x="595313" y="38100"/>
                </a:lnTo>
                <a:lnTo>
                  <a:pt x="600075" y="33338"/>
                </a:lnTo>
                <a:lnTo>
                  <a:pt x="604838" y="28575"/>
                </a:lnTo>
                <a:lnTo>
                  <a:pt x="614363" y="28575"/>
                </a:lnTo>
                <a:lnTo>
                  <a:pt x="619125" y="23813"/>
                </a:lnTo>
                <a:lnTo>
                  <a:pt x="623888" y="19050"/>
                </a:lnTo>
                <a:lnTo>
                  <a:pt x="633413" y="19050"/>
                </a:lnTo>
                <a:lnTo>
                  <a:pt x="642938" y="19050"/>
                </a:lnTo>
                <a:lnTo>
                  <a:pt x="647700" y="14288"/>
                </a:lnTo>
                <a:lnTo>
                  <a:pt x="652463" y="9525"/>
                </a:lnTo>
                <a:lnTo>
                  <a:pt x="661988" y="9525"/>
                </a:lnTo>
                <a:lnTo>
                  <a:pt x="671513" y="9525"/>
                </a:lnTo>
                <a:lnTo>
                  <a:pt x="681038" y="9525"/>
                </a:lnTo>
                <a:lnTo>
                  <a:pt x="690563" y="9525"/>
                </a:lnTo>
                <a:lnTo>
                  <a:pt x="695325" y="4763"/>
                </a:lnTo>
                <a:close/>
              </a:path>
            </a:pathLst>
          </a:custGeom>
          <a:solidFill xmlns:a="http://schemas.openxmlformats.org/drawingml/2006/main">
            <a:srgbClr val="BABABA"/>
          </a:solidFill>
          <a:ln xmlns:a="http://schemas.openxmlformats.org/drawingml/2006/main" w="0">
            <a:noFill/>
            <a:prstDash val="solid"/>
          </a:ln>
        </p:spPr>
      </p:sp>
      <p:sp>
        <p:nvSpPr>
          <p:cNvPr id="306" name="deep-skill-chaining-source-component-5-gradient-188-0">
            <a:extLst xmlns:a="http://schemas.openxmlformats.org/drawingml/2006/main">
              <a:ext uri="{FF2B5EF4-FFF2-40B4-BE49-F238E27FC236}">
                <a16:creationId xmlns:a16="http://schemas.microsoft.com/office/drawing/2014/main" id="{48D393A2-FF48-4496-A796-F3A5A042B289}"/>
              </a:ext>
            </a:extLst>
          </p:cNvPr>
          <p:cNvSpPr>
            <a:spLocks xmlns:a="http://schemas.openxmlformats.org/drawingml/2006/main" noGrp="1"/>
          </p:cNvSpPr>
          <p:nvPr/>
        </p:nvSpPr>
        <p:spPr>
          <a:xfrm xmlns:a="http://schemas.openxmlformats.org/drawingml/2006/main" rot="0">
            <a:off x="8401050" y="2305050"/>
            <a:ext cx="857250" cy="1085850"/>
          </a:xfrm>
          <a:custGeom xmlns:a="http://schemas.openxmlformats.org/drawingml/2006/main">
            <a:pathLst>
              <a:path w="857250" h="1085850">
                <a:moveTo>
                  <a:pt x="647700" y="4763"/>
                </a:moveTo>
                <a:lnTo>
                  <a:pt x="652463" y="0"/>
                </a:lnTo>
                <a:lnTo>
                  <a:pt x="661988" y="0"/>
                </a:lnTo>
                <a:lnTo>
                  <a:pt x="671513" y="0"/>
                </a:lnTo>
                <a:lnTo>
                  <a:pt x="681038" y="0"/>
                </a:lnTo>
                <a:lnTo>
                  <a:pt x="685800" y="4763"/>
                </a:lnTo>
                <a:lnTo>
                  <a:pt x="690563" y="9525"/>
                </a:lnTo>
                <a:lnTo>
                  <a:pt x="700088" y="9525"/>
                </a:lnTo>
                <a:lnTo>
                  <a:pt x="709613" y="9525"/>
                </a:lnTo>
                <a:lnTo>
                  <a:pt x="714375" y="14288"/>
                </a:lnTo>
                <a:lnTo>
                  <a:pt x="719138" y="19050"/>
                </a:lnTo>
                <a:lnTo>
                  <a:pt x="728663" y="19050"/>
                </a:lnTo>
                <a:lnTo>
                  <a:pt x="733425" y="23813"/>
                </a:lnTo>
                <a:lnTo>
                  <a:pt x="738188" y="28575"/>
                </a:lnTo>
                <a:lnTo>
                  <a:pt x="742950" y="33338"/>
                </a:lnTo>
                <a:lnTo>
                  <a:pt x="747713" y="38100"/>
                </a:lnTo>
                <a:lnTo>
                  <a:pt x="757238" y="38100"/>
                </a:lnTo>
                <a:lnTo>
                  <a:pt x="766763" y="38100"/>
                </a:lnTo>
                <a:lnTo>
                  <a:pt x="771525" y="42863"/>
                </a:lnTo>
                <a:lnTo>
                  <a:pt x="776288" y="47625"/>
                </a:lnTo>
                <a:lnTo>
                  <a:pt x="785813" y="47625"/>
                </a:lnTo>
                <a:lnTo>
                  <a:pt x="790575" y="52388"/>
                </a:lnTo>
                <a:lnTo>
                  <a:pt x="795338" y="57150"/>
                </a:lnTo>
                <a:lnTo>
                  <a:pt x="800100" y="61913"/>
                </a:lnTo>
                <a:lnTo>
                  <a:pt x="804863" y="66675"/>
                </a:lnTo>
                <a:lnTo>
                  <a:pt x="809625" y="71438"/>
                </a:lnTo>
                <a:lnTo>
                  <a:pt x="814388" y="76200"/>
                </a:lnTo>
                <a:lnTo>
                  <a:pt x="819150" y="80963"/>
                </a:lnTo>
                <a:lnTo>
                  <a:pt x="819150" y="90488"/>
                </a:lnTo>
                <a:lnTo>
                  <a:pt x="823913" y="95250"/>
                </a:lnTo>
                <a:lnTo>
                  <a:pt x="828675" y="100013"/>
                </a:lnTo>
                <a:lnTo>
                  <a:pt x="833438" y="104775"/>
                </a:lnTo>
                <a:lnTo>
                  <a:pt x="838200" y="109538"/>
                </a:lnTo>
                <a:lnTo>
                  <a:pt x="842963" y="114300"/>
                </a:lnTo>
                <a:lnTo>
                  <a:pt x="847725" y="119063"/>
                </a:lnTo>
                <a:lnTo>
                  <a:pt x="847725" y="128588"/>
                </a:lnTo>
                <a:lnTo>
                  <a:pt x="852488" y="133350"/>
                </a:lnTo>
                <a:lnTo>
                  <a:pt x="857250" y="138113"/>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2488" y="266700"/>
                </a:lnTo>
                <a:lnTo>
                  <a:pt x="847725" y="271463"/>
                </a:lnTo>
                <a:lnTo>
                  <a:pt x="847725" y="280988"/>
                </a:lnTo>
                <a:lnTo>
                  <a:pt x="847725" y="290513"/>
                </a:lnTo>
                <a:lnTo>
                  <a:pt x="847725" y="300038"/>
                </a:lnTo>
                <a:lnTo>
                  <a:pt x="842963" y="304800"/>
                </a:lnTo>
                <a:lnTo>
                  <a:pt x="838200" y="309563"/>
                </a:lnTo>
                <a:lnTo>
                  <a:pt x="838200" y="319088"/>
                </a:lnTo>
                <a:lnTo>
                  <a:pt x="838200" y="328613"/>
                </a:lnTo>
                <a:lnTo>
                  <a:pt x="838200" y="338138"/>
                </a:lnTo>
                <a:lnTo>
                  <a:pt x="833438" y="342900"/>
                </a:lnTo>
                <a:lnTo>
                  <a:pt x="828675" y="347663"/>
                </a:lnTo>
                <a:lnTo>
                  <a:pt x="828675" y="357188"/>
                </a:lnTo>
                <a:lnTo>
                  <a:pt x="828675" y="366713"/>
                </a:lnTo>
                <a:lnTo>
                  <a:pt x="823913" y="371475"/>
                </a:lnTo>
                <a:lnTo>
                  <a:pt x="819150" y="376238"/>
                </a:lnTo>
                <a:lnTo>
                  <a:pt x="819150" y="385763"/>
                </a:lnTo>
                <a:lnTo>
                  <a:pt x="819150" y="395288"/>
                </a:lnTo>
                <a:lnTo>
                  <a:pt x="814388" y="400050"/>
                </a:lnTo>
                <a:lnTo>
                  <a:pt x="809625" y="404813"/>
                </a:lnTo>
                <a:lnTo>
                  <a:pt x="809625" y="414338"/>
                </a:lnTo>
                <a:lnTo>
                  <a:pt x="809625" y="423863"/>
                </a:lnTo>
                <a:lnTo>
                  <a:pt x="804863" y="428625"/>
                </a:lnTo>
                <a:lnTo>
                  <a:pt x="800100" y="433388"/>
                </a:lnTo>
                <a:lnTo>
                  <a:pt x="800100" y="442913"/>
                </a:lnTo>
                <a:lnTo>
                  <a:pt x="795338" y="447675"/>
                </a:lnTo>
                <a:lnTo>
                  <a:pt x="790575" y="452438"/>
                </a:lnTo>
                <a:lnTo>
                  <a:pt x="790575" y="461963"/>
                </a:lnTo>
                <a:lnTo>
                  <a:pt x="785813" y="466725"/>
                </a:lnTo>
                <a:lnTo>
                  <a:pt x="781050" y="471488"/>
                </a:lnTo>
                <a:lnTo>
                  <a:pt x="781050" y="481013"/>
                </a:lnTo>
                <a:lnTo>
                  <a:pt x="776288" y="485775"/>
                </a:lnTo>
                <a:lnTo>
                  <a:pt x="771525" y="490538"/>
                </a:lnTo>
                <a:lnTo>
                  <a:pt x="771525" y="500063"/>
                </a:lnTo>
                <a:lnTo>
                  <a:pt x="771525" y="509588"/>
                </a:lnTo>
                <a:lnTo>
                  <a:pt x="766763" y="514350"/>
                </a:lnTo>
                <a:lnTo>
                  <a:pt x="762000" y="519113"/>
                </a:lnTo>
                <a:lnTo>
                  <a:pt x="762000" y="528638"/>
                </a:lnTo>
                <a:lnTo>
                  <a:pt x="757238" y="533400"/>
                </a:lnTo>
                <a:lnTo>
                  <a:pt x="752475" y="538163"/>
                </a:lnTo>
                <a:lnTo>
                  <a:pt x="747713" y="542925"/>
                </a:lnTo>
                <a:lnTo>
                  <a:pt x="742950" y="547688"/>
                </a:lnTo>
                <a:lnTo>
                  <a:pt x="742950" y="557213"/>
                </a:lnTo>
                <a:lnTo>
                  <a:pt x="738188" y="561975"/>
                </a:lnTo>
                <a:lnTo>
                  <a:pt x="733425" y="566738"/>
                </a:lnTo>
                <a:lnTo>
                  <a:pt x="733425" y="576263"/>
                </a:lnTo>
                <a:lnTo>
                  <a:pt x="728663" y="581025"/>
                </a:lnTo>
                <a:lnTo>
                  <a:pt x="723900" y="585788"/>
                </a:lnTo>
                <a:lnTo>
                  <a:pt x="723900" y="595313"/>
                </a:lnTo>
                <a:lnTo>
                  <a:pt x="719138" y="600075"/>
                </a:lnTo>
                <a:lnTo>
                  <a:pt x="714375" y="604838"/>
                </a:lnTo>
                <a:lnTo>
                  <a:pt x="709613" y="609600"/>
                </a:lnTo>
                <a:lnTo>
                  <a:pt x="704850" y="614363"/>
                </a:lnTo>
                <a:lnTo>
                  <a:pt x="704850" y="623888"/>
                </a:lnTo>
                <a:lnTo>
                  <a:pt x="700088" y="628650"/>
                </a:lnTo>
                <a:lnTo>
                  <a:pt x="695325" y="633413"/>
                </a:lnTo>
                <a:lnTo>
                  <a:pt x="695325" y="642938"/>
                </a:lnTo>
                <a:lnTo>
                  <a:pt x="690563" y="647700"/>
                </a:lnTo>
                <a:lnTo>
                  <a:pt x="685800" y="652463"/>
                </a:lnTo>
                <a:lnTo>
                  <a:pt x="681038" y="657225"/>
                </a:lnTo>
                <a:lnTo>
                  <a:pt x="676275" y="661988"/>
                </a:lnTo>
                <a:lnTo>
                  <a:pt x="676275" y="671513"/>
                </a:lnTo>
                <a:lnTo>
                  <a:pt x="671513" y="676275"/>
                </a:lnTo>
                <a:lnTo>
                  <a:pt x="666750" y="681038"/>
                </a:lnTo>
                <a:lnTo>
                  <a:pt x="661988" y="685800"/>
                </a:lnTo>
                <a:lnTo>
                  <a:pt x="657225" y="690563"/>
                </a:lnTo>
                <a:lnTo>
                  <a:pt x="657225" y="700088"/>
                </a:lnTo>
                <a:lnTo>
                  <a:pt x="652463" y="704850"/>
                </a:lnTo>
                <a:lnTo>
                  <a:pt x="647700" y="709613"/>
                </a:lnTo>
                <a:lnTo>
                  <a:pt x="642938" y="714375"/>
                </a:lnTo>
                <a:lnTo>
                  <a:pt x="638175" y="719138"/>
                </a:lnTo>
                <a:lnTo>
                  <a:pt x="633413" y="723900"/>
                </a:lnTo>
                <a:lnTo>
                  <a:pt x="628650" y="728663"/>
                </a:lnTo>
                <a:lnTo>
                  <a:pt x="628650" y="738188"/>
                </a:lnTo>
                <a:lnTo>
                  <a:pt x="623888" y="742950"/>
                </a:lnTo>
                <a:lnTo>
                  <a:pt x="619125" y="747713"/>
                </a:lnTo>
                <a:lnTo>
                  <a:pt x="614363" y="752475"/>
                </a:lnTo>
                <a:lnTo>
                  <a:pt x="609600" y="757238"/>
                </a:lnTo>
                <a:lnTo>
                  <a:pt x="604838" y="762000"/>
                </a:lnTo>
                <a:lnTo>
                  <a:pt x="600075" y="766763"/>
                </a:lnTo>
                <a:lnTo>
                  <a:pt x="600075" y="776288"/>
                </a:lnTo>
                <a:lnTo>
                  <a:pt x="595313" y="781050"/>
                </a:lnTo>
                <a:lnTo>
                  <a:pt x="590550" y="785813"/>
                </a:lnTo>
                <a:lnTo>
                  <a:pt x="585788" y="790575"/>
                </a:lnTo>
                <a:lnTo>
                  <a:pt x="581025" y="795338"/>
                </a:lnTo>
                <a:lnTo>
                  <a:pt x="576263" y="800100"/>
                </a:lnTo>
                <a:lnTo>
                  <a:pt x="571500" y="804863"/>
                </a:lnTo>
                <a:lnTo>
                  <a:pt x="566738" y="809625"/>
                </a:lnTo>
                <a:lnTo>
                  <a:pt x="561975" y="814388"/>
                </a:lnTo>
                <a:lnTo>
                  <a:pt x="557213" y="819150"/>
                </a:lnTo>
                <a:lnTo>
                  <a:pt x="552450" y="823913"/>
                </a:lnTo>
                <a:lnTo>
                  <a:pt x="552450" y="833438"/>
                </a:lnTo>
                <a:lnTo>
                  <a:pt x="547688" y="838200"/>
                </a:lnTo>
                <a:lnTo>
                  <a:pt x="542925" y="842963"/>
                </a:lnTo>
                <a:lnTo>
                  <a:pt x="538163" y="847725"/>
                </a:lnTo>
                <a:lnTo>
                  <a:pt x="533400" y="852488"/>
                </a:lnTo>
                <a:lnTo>
                  <a:pt x="528638" y="857250"/>
                </a:lnTo>
                <a:lnTo>
                  <a:pt x="523875" y="862013"/>
                </a:lnTo>
                <a:lnTo>
                  <a:pt x="519113" y="866775"/>
                </a:lnTo>
                <a:lnTo>
                  <a:pt x="514350" y="871538"/>
                </a:lnTo>
                <a:lnTo>
                  <a:pt x="509588" y="876300"/>
                </a:lnTo>
                <a:lnTo>
                  <a:pt x="504825" y="881063"/>
                </a:lnTo>
                <a:lnTo>
                  <a:pt x="500063" y="885825"/>
                </a:lnTo>
                <a:lnTo>
                  <a:pt x="495300" y="890588"/>
                </a:lnTo>
                <a:lnTo>
                  <a:pt x="490538" y="895350"/>
                </a:lnTo>
                <a:lnTo>
                  <a:pt x="485775" y="900113"/>
                </a:lnTo>
                <a:lnTo>
                  <a:pt x="481013" y="904875"/>
                </a:lnTo>
                <a:lnTo>
                  <a:pt x="476250" y="909638"/>
                </a:lnTo>
                <a:lnTo>
                  <a:pt x="471488" y="914400"/>
                </a:lnTo>
                <a:lnTo>
                  <a:pt x="466725" y="919163"/>
                </a:lnTo>
                <a:lnTo>
                  <a:pt x="461963" y="923925"/>
                </a:lnTo>
                <a:lnTo>
                  <a:pt x="457200" y="928688"/>
                </a:lnTo>
                <a:lnTo>
                  <a:pt x="452438" y="933450"/>
                </a:lnTo>
                <a:lnTo>
                  <a:pt x="442913" y="933450"/>
                </a:lnTo>
                <a:lnTo>
                  <a:pt x="438150" y="938213"/>
                </a:lnTo>
                <a:lnTo>
                  <a:pt x="433388" y="942975"/>
                </a:lnTo>
                <a:lnTo>
                  <a:pt x="428625" y="947738"/>
                </a:lnTo>
                <a:lnTo>
                  <a:pt x="423863" y="952500"/>
                </a:lnTo>
                <a:lnTo>
                  <a:pt x="419100" y="957263"/>
                </a:lnTo>
                <a:lnTo>
                  <a:pt x="414338" y="962025"/>
                </a:lnTo>
                <a:lnTo>
                  <a:pt x="409575" y="966788"/>
                </a:lnTo>
                <a:lnTo>
                  <a:pt x="404813" y="971550"/>
                </a:lnTo>
                <a:lnTo>
                  <a:pt x="400050" y="976313"/>
                </a:lnTo>
                <a:lnTo>
                  <a:pt x="395288" y="981075"/>
                </a:lnTo>
                <a:lnTo>
                  <a:pt x="385763" y="981075"/>
                </a:lnTo>
                <a:lnTo>
                  <a:pt x="381000" y="985838"/>
                </a:lnTo>
                <a:lnTo>
                  <a:pt x="376238" y="990600"/>
                </a:lnTo>
                <a:lnTo>
                  <a:pt x="371475" y="995363"/>
                </a:lnTo>
                <a:lnTo>
                  <a:pt x="366713" y="1000125"/>
                </a:lnTo>
                <a:lnTo>
                  <a:pt x="361950" y="1004888"/>
                </a:lnTo>
                <a:lnTo>
                  <a:pt x="357188" y="1009650"/>
                </a:lnTo>
                <a:lnTo>
                  <a:pt x="347663" y="1009650"/>
                </a:lnTo>
                <a:lnTo>
                  <a:pt x="342900" y="1014413"/>
                </a:lnTo>
                <a:lnTo>
                  <a:pt x="338138" y="1019175"/>
                </a:lnTo>
                <a:lnTo>
                  <a:pt x="328613" y="1019175"/>
                </a:lnTo>
                <a:lnTo>
                  <a:pt x="323850" y="1023938"/>
                </a:lnTo>
                <a:lnTo>
                  <a:pt x="319088" y="1028700"/>
                </a:lnTo>
                <a:lnTo>
                  <a:pt x="314325" y="1033463"/>
                </a:lnTo>
                <a:lnTo>
                  <a:pt x="309563" y="1038225"/>
                </a:lnTo>
                <a:lnTo>
                  <a:pt x="300038" y="1038225"/>
                </a:lnTo>
                <a:lnTo>
                  <a:pt x="295275" y="1042988"/>
                </a:lnTo>
                <a:lnTo>
                  <a:pt x="290513" y="1047750"/>
                </a:lnTo>
                <a:lnTo>
                  <a:pt x="280988" y="1047750"/>
                </a:lnTo>
                <a:lnTo>
                  <a:pt x="276225" y="1052513"/>
                </a:lnTo>
                <a:lnTo>
                  <a:pt x="271463" y="1057275"/>
                </a:lnTo>
                <a:lnTo>
                  <a:pt x="261938" y="1057275"/>
                </a:lnTo>
                <a:lnTo>
                  <a:pt x="257175" y="1062038"/>
                </a:lnTo>
                <a:lnTo>
                  <a:pt x="252413" y="1066800"/>
                </a:lnTo>
                <a:lnTo>
                  <a:pt x="242888" y="1066800"/>
                </a:lnTo>
                <a:lnTo>
                  <a:pt x="233363" y="1066800"/>
                </a:lnTo>
                <a:lnTo>
                  <a:pt x="228600" y="1071563"/>
                </a:lnTo>
                <a:lnTo>
                  <a:pt x="223838" y="1076325"/>
                </a:lnTo>
                <a:lnTo>
                  <a:pt x="214313" y="1076325"/>
                </a:lnTo>
                <a:lnTo>
                  <a:pt x="204788" y="1076325"/>
                </a:lnTo>
                <a:lnTo>
                  <a:pt x="200025" y="1081088"/>
                </a:lnTo>
                <a:lnTo>
                  <a:pt x="195263" y="1085850"/>
                </a:lnTo>
                <a:lnTo>
                  <a:pt x="185738" y="1085850"/>
                </a:lnTo>
                <a:lnTo>
                  <a:pt x="176213" y="1085850"/>
                </a:lnTo>
                <a:lnTo>
                  <a:pt x="166688" y="1085850"/>
                </a:lnTo>
                <a:lnTo>
                  <a:pt x="157163" y="1085850"/>
                </a:lnTo>
                <a:lnTo>
                  <a:pt x="147638" y="1085850"/>
                </a:lnTo>
                <a:lnTo>
                  <a:pt x="138113" y="1085850"/>
                </a:lnTo>
                <a:lnTo>
                  <a:pt x="128588" y="1085850"/>
                </a:lnTo>
                <a:lnTo>
                  <a:pt x="119063" y="1085850"/>
                </a:lnTo>
                <a:lnTo>
                  <a:pt x="114300" y="1081088"/>
                </a:lnTo>
                <a:lnTo>
                  <a:pt x="109538" y="1076325"/>
                </a:lnTo>
                <a:lnTo>
                  <a:pt x="100013" y="1076325"/>
                </a:lnTo>
                <a:lnTo>
                  <a:pt x="95250" y="1071563"/>
                </a:lnTo>
                <a:lnTo>
                  <a:pt x="90488" y="1066800"/>
                </a:lnTo>
                <a:lnTo>
                  <a:pt x="85725" y="1062038"/>
                </a:lnTo>
                <a:lnTo>
                  <a:pt x="80963" y="1057275"/>
                </a:lnTo>
                <a:lnTo>
                  <a:pt x="71438" y="1057275"/>
                </a:lnTo>
                <a:lnTo>
                  <a:pt x="66675" y="1052513"/>
                </a:lnTo>
                <a:lnTo>
                  <a:pt x="61913" y="1047750"/>
                </a:lnTo>
                <a:lnTo>
                  <a:pt x="52388" y="1047750"/>
                </a:lnTo>
                <a:lnTo>
                  <a:pt x="47625" y="1042988"/>
                </a:lnTo>
                <a:lnTo>
                  <a:pt x="42863" y="1038225"/>
                </a:lnTo>
                <a:lnTo>
                  <a:pt x="38100" y="1033463"/>
                </a:lnTo>
                <a:lnTo>
                  <a:pt x="33338" y="1028700"/>
                </a:lnTo>
                <a:lnTo>
                  <a:pt x="28575" y="1023938"/>
                </a:lnTo>
                <a:lnTo>
                  <a:pt x="23813" y="1019175"/>
                </a:lnTo>
                <a:lnTo>
                  <a:pt x="19050" y="1014413"/>
                </a:lnTo>
                <a:lnTo>
                  <a:pt x="14288" y="1009650"/>
                </a:lnTo>
                <a:lnTo>
                  <a:pt x="9525" y="1004888"/>
                </a:lnTo>
                <a:lnTo>
                  <a:pt x="9525" y="995363"/>
                </a:lnTo>
                <a:lnTo>
                  <a:pt x="9525" y="985838"/>
                </a:lnTo>
                <a:lnTo>
                  <a:pt x="4763" y="981075"/>
                </a:lnTo>
                <a:lnTo>
                  <a:pt x="0" y="976313"/>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0" y="823913"/>
                </a:lnTo>
                <a:lnTo>
                  <a:pt x="4763" y="819150"/>
                </a:lnTo>
                <a:lnTo>
                  <a:pt x="9525" y="814388"/>
                </a:lnTo>
                <a:lnTo>
                  <a:pt x="9525" y="804863"/>
                </a:lnTo>
                <a:lnTo>
                  <a:pt x="9525" y="795338"/>
                </a:lnTo>
                <a:lnTo>
                  <a:pt x="9525" y="785813"/>
                </a:lnTo>
                <a:lnTo>
                  <a:pt x="9525" y="776288"/>
                </a:lnTo>
                <a:lnTo>
                  <a:pt x="14288" y="771525"/>
                </a:lnTo>
                <a:lnTo>
                  <a:pt x="19050" y="766763"/>
                </a:lnTo>
                <a:lnTo>
                  <a:pt x="19050" y="757238"/>
                </a:lnTo>
                <a:lnTo>
                  <a:pt x="19050" y="747713"/>
                </a:lnTo>
                <a:lnTo>
                  <a:pt x="23813" y="742950"/>
                </a:lnTo>
                <a:lnTo>
                  <a:pt x="28575" y="738188"/>
                </a:lnTo>
                <a:lnTo>
                  <a:pt x="28575" y="728663"/>
                </a:lnTo>
                <a:lnTo>
                  <a:pt x="28575" y="719138"/>
                </a:lnTo>
                <a:lnTo>
                  <a:pt x="28575" y="709613"/>
                </a:lnTo>
                <a:lnTo>
                  <a:pt x="33338" y="704850"/>
                </a:lnTo>
                <a:lnTo>
                  <a:pt x="38100" y="700088"/>
                </a:lnTo>
                <a:lnTo>
                  <a:pt x="38100" y="690563"/>
                </a:lnTo>
                <a:lnTo>
                  <a:pt x="42863" y="685800"/>
                </a:lnTo>
                <a:lnTo>
                  <a:pt x="47625" y="681038"/>
                </a:lnTo>
                <a:lnTo>
                  <a:pt x="47625" y="671513"/>
                </a:lnTo>
                <a:lnTo>
                  <a:pt x="47625" y="661988"/>
                </a:lnTo>
                <a:lnTo>
                  <a:pt x="52388" y="657225"/>
                </a:lnTo>
                <a:lnTo>
                  <a:pt x="57150" y="652463"/>
                </a:lnTo>
                <a:lnTo>
                  <a:pt x="57150" y="642938"/>
                </a:lnTo>
                <a:lnTo>
                  <a:pt x="61913" y="638175"/>
                </a:lnTo>
                <a:lnTo>
                  <a:pt x="66675" y="633413"/>
                </a:lnTo>
                <a:lnTo>
                  <a:pt x="66675" y="623888"/>
                </a:lnTo>
                <a:lnTo>
                  <a:pt x="66675" y="614363"/>
                </a:lnTo>
                <a:lnTo>
                  <a:pt x="71438" y="609600"/>
                </a:lnTo>
                <a:lnTo>
                  <a:pt x="76200" y="604838"/>
                </a:lnTo>
                <a:lnTo>
                  <a:pt x="76200" y="595313"/>
                </a:lnTo>
                <a:lnTo>
                  <a:pt x="80963" y="590550"/>
                </a:lnTo>
                <a:lnTo>
                  <a:pt x="85725" y="585788"/>
                </a:lnTo>
                <a:lnTo>
                  <a:pt x="85725" y="576263"/>
                </a:lnTo>
                <a:lnTo>
                  <a:pt x="90488" y="571500"/>
                </a:lnTo>
                <a:lnTo>
                  <a:pt x="95250" y="566738"/>
                </a:lnTo>
                <a:lnTo>
                  <a:pt x="95250" y="557213"/>
                </a:lnTo>
                <a:lnTo>
                  <a:pt x="100013" y="552450"/>
                </a:lnTo>
                <a:lnTo>
                  <a:pt x="104775" y="547688"/>
                </a:lnTo>
                <a:lnTo>
                  <a:pt x="104775" y="538163"/>
                </a:lnTo>
                <a:lnTo>
                  <a:pt x="109538" y="533400"/>
                </a:lnTo>
                <a:lnTo>
                  <a:pt x="114300" y="528638"/>
                </a:lnTo>
                <a:lnTo>
                  <a:pt x="114300" y="519113"/>
                </a:lnTo>
                <a:lnTo>
                  <a:pt x="119063" y="514350"/>
                </a:lnTo>
                <a:lnTo>
                  <a:pt x="123825" y="509588"/>
                </a:lnTo>
                <a:lnTo>
                  <a:pt x="128588" y="504825"/>
                </a:lnTo>
                <a:lnTo>
                  <a:pt x="133350" y="500063"/>
                </a:lnTo>
                <a:lnTo>
                  <a:pt x="133350" y="490538"/>
                </a:lnTo>
                <a:lnTo>
                  <a:pt x="138113" y="485775"/>
                </a:lnTo>
                <a:lnTo>
                  <a:pt x="142875" y="481013"/>
                </a:lnTo>
                <a:lnTo>
                  <a:pt x="142875" y="471488"/>
                </a:lnTo>
                <a:lnTo>
                  <a:pt x="147638" y="466725"/>
                </a:lnTo>
                <a:lnTo>
                  <a:pt x="152400" y="461963"/>
                </a:lnTo>
                <a:lnTo>
                  <a:pt x="152400" y="452438"/>
                </a:lnTo>
                <a:lnTo>
                  <a:pt x="157163" y="447675"/>
                </a:lnTo>
                <a:lnTo>
                  <a:pt x="161925" y="442913"/>
                </a:lnTo>
                <a:lnTo>
                  <a:pt x="166688" y="438150"/>
                </a:lnTo>
                <a:lnTo>
                  <a:pt x="171450" y="433388"/>
                </a:lnTo>
                <a:lnTo>
                  <a:pt x="171450" y="423863"/>
                </a:lnTo>
                <a:lnTo>
                  <a:pt x="176213" y="419100"/>
                </a:lnTo>
                <a:lnTo>
                  <a:pt x="180975" y="414338"/>
                </a:lnTo>
                <a:lnTo>
                  <a:pt x="185738" y="409575"/>
                </a:lnTo>
                <a:lnTo>
                  <a:pt x="190500" y="404813"/>
                </a:lnTo>
                <a:lnTo>
                  <a:pt x="190500" y="395288"/>
                </a:lnTo>
                <a:lnTo>
                  <a:pt x="195263" y="390525"/>
                </a:lnTo>
                <a:lnTo>
                  <a:pt x="200025" y="385763"/>
                </a:lnTo>
                <a:lnTo>
                  <a:pt x="204788" y="381000"/>
                </a:lnTo>
                <a:lnTo>
                  <a:pt x="209550" y="376238"/>
                </a:lnTo>
                <a:lnTo>
                  <a:pt x="214313" y="371475"/>
                </a:lnTo>
                <a:lnTo>
                  <a:pt x="219075" y="366713"/>
                </a:lnTo>
                <a:lnTo>
                  <a:pt x="219075" y="357188"/>
                </a:lnTo>
                <a:lnTo>
                  <a:pt x="223838" y="352425"/>
                </a:lnTo>
                <a:lnTo>
                  <a:pt x="228600" y="347663"/>
                </a:lnTo>
                <a:lnTo>
                  <a:pt x="233363" y="342900"/>
                </a:lnTo>
                <a:lnTo>
                  <a:pt x="238125" y="338138"/>
                </a:lnTo>
                <a:lnTo>
                  <a:pt x="242888" y="333375"/>
                </a:lnTo>
                <a:lnTo>
                  <a:pt x="247650" y="328613"/>
                </a:lnTo>
                <a:lnTo>
                  <a:pt x="247650" y="319088"/>
                </a:lnTo>
                <a:lnTo>
                  <a:pt x="252413" y="314325"/>
                </a:lnTo>
                <a:lnTo>
                  <a:pt x="257175" y="309563"/>
                </a:lnTo>
                <a:lnTo>
                  <a:pt x="261938" y="304800"/>
                </a:lnTo>
                <a:lnTo>
                  <a:pt x="266700" y="300038"/>
                </a:lnTo>
                <a:lnTo>
                  <a:pt x="271463" y="295275"/>
                </a:lnTo>
                <a:lnTo>
                  <a:pt x="276225" y="290513"/>
                </a:lnTo>
                <a:lnTo>
                  <a:pt x="280988" y="285750"/>
                </a:lnTo>
                <a:lnTo>
                  <a:pt x="285750" y="280988"/>
                </a:lnTo>
                <a:lnTo>
                  <a:pt x="290513" y="276225"/>
                </a:lnTo>
                <a:lnTo>
                  <a:pt x="295275" y="271463"/>
                </a:lnTo>
                <a:lnTo>
                  <a:pt x="295275" y="261938"/>
                </a:lnTo>
                <a:lnTo>
                  <a:pt x="300038" y="257175"/>
                </a:lnTo>
                <a:lnTo>
                  <a:pt x="304800" y="252413"/>
                </a:lnTo>
                <a:lnTo>
                  <a:pt x="309563" y="247650"/>
                </a:lnTo>
                <a:lnTo>
                  <a:pt x="314325" y="242888"/>
                </a:lnTo>
                <a:lnTo>
                  <a:pt x="319088" y="238125"/>
                </a:lnTo>
                <a:lnTo>
                  <a:pt x="323850" y="233363"/>
                </a:lnTo>
                <a:lnTo>
                  <a:pt x="328613" y="228600"/>
                </a:lnTo>
                <a:lnTo>
                  <a:pt x="333375" y="223838"/>
                </a:lnTo>
                <a:lnTo>
                  <a:pt x="338138" y="219075"/>
                </a:lnTo>
                <a:lnTo>
                  <a:pt x="342900" y="214313"/>
                </a:lnTo>
                <a:lnTo>
                  <a:pt x="347663" y="209550"/>
                </a:lnTo>
                <a:lnTo>
                  <a:pt x="352425" y="204788"/>
                </a:lnTo>
                <a:lnTo>
                  <a:pt x="357188" y="200025"/>
                </a:lnTo>
                <a:lnTo>
                  <a:pt x="361950" y="195263"/>
                </a:lnTo>
                <a:lnTo>
                  <a:pt x="366713" y="190500"/>
                </a:lnTo>
                <a:lnTo>
                  <a:pt x="371475" y="185738"/>
                </a:lnTo>
                <a:lnTo>
                  <a:pt x="376238" y="180975"/>
                </a:lnTo>
                <a:lnTo>
                  <a:pt x="381000" y="176213"/>
                </a:lnTo>
                <a:lnTo>
                  <a:pt x="385763" y="171450"/>
                </a:lnTo>
                <a:lnTo>
                  <a:pt x="390525" y="166688"/>
                </a:lnTo>
                <a:lnTo>
                  <a:pt x="395288" y="161925"/>
                </a:lnTo>
                <a:lnTo>
                  <a:pt x="400050" y="157163"/>
                </a:lnTo>
                <a:lnTo>
                  <a:pt x="404813" y="152400"/>
                </a:lnTo>
                <a:lnTo>
                  <a:pt x="409575" y="147638"/>
                </a:lnTo>
                <a:lnTo>
                  <a:pt x="414338" y="142875"/>
                </a:lnTo>
                <a:lnTo>
                  <a:pt x="419100" y="138113"/>
                </a:lnTo>
                <a:lnTo>
                  <a:pt x="423863" y="133350"/>
                </a:lnTo>
                <a:lnTo>
                  <a:pt x="433388" y="133350"/>
                </a:lnTo>
                <a:lnTo>
                  <a:pt x="438150" y="128588"/>
                </a:lnTo>
                <a:lnTo>
                  <a:pt x="442913" y="123825"/>
                </a:lnTo>
                <a:lnTo>
                  <a:pt x="447675" y="119063"/>
                </a:lnTo>
                <a:lnTo>
                  <a:pt x="452438" y="114300"/>
                </a:lnTo>
                <a:lnTo>
                  <a:pt x="457200" y="109538"/>
                </a:lnTo>
                <a:lnTo>
                  <a:pt x="461963" y="104775"/>
                </a:lnTo>
                <a:lnTo>
                  <a:pt x="466725" y="100013"/>
                </a:lnTo>
                <a:lnTo>
                  <a:pt x="471488" y="95250"/>
                </a:lnTo>
                <a:lnTo>
                  <a:pt x="481013" y="95250"/>
                </a:lnTo>
                <a:lnTo>
                  <a:pt x="485775" y="90488"/>
                </a:lnTo>
                <a:lnTo>
                  <a:pt x="490538" y="85725"/>
                </a:lnTo>
                <a:lnTo>
                  <a:pt x="495300" y="80963"/>
                </a:lnTo>
                <a:lnTo>
                  <a:pt x="500063" y="76200"/>
                </a:lnTo>
                <a:lnTo>
                  <a:pt x="509588" y="76200"/>
                </a:lnTo>
                <a:lnTo>
                  <a:pt x="514350" y="71438"/>
                </a:lnTo>
                <a:lnTo>
                  <a:pt x="519113" y="66675"/>
                </a:lnTo>
                <a:lnTo>
                  <a:pt x="523875" y="61913"/>
                </a:lnTo>
                <a:lnTo>
                  <a:pt x="528638" y="57150"/>
                </a:lnTo>
                <a:lnTo>
                  <a:pt x="538163" y="57150"/>
                </a:lnTo>
                <a:lnTo>
                  <a:pt x="542925" y="52388"/>
                </a:lnTo>
                <a:lnTo>
                  <a:pt x="547688" y="47625"/>
                </a:lnTo>
                <a:lnTo>
                  <a:pt x="557213" y="47625"/>
                </a:lnTo>
                <a:lnTo>
                  <a:pt x="561975" y="42863"/>
                </a:lnTo>
                <a:lnTo>
                  <a:pt x="566738" y="38100"/>
                </a:lnTo>
                <a:lnTo>
                  <a:pt x="576263" y="38100"/>
                </a:lnTo>
                <a:lnTo>
                  <a:pt x="581025" y="33338"/>
                </a:lnTo>
                <a:lnTo>
                  <a:pt x="585788" y="28575"/>
                </a:lnTo>
                <a:lnTo>
                  <a:pt x="595313" y="28575"/>
                </a:lnTo>
                <a:lnTo>
                  <a:pt x="600075" y="23813"/>
                </a:lnTo>
                <a:lnTo>
                  <a:pt x="604838" y="19050"/>
                </a:lnTo>
                <a:lnTo>
                  <a:pt x="614363" y="19050"/>
                </a:lnTo>
                <a:lnTo>
                  <a:pt x="619125" y="14288"/>
                </a:lnTo>
                <a:lnTo>
                  <a:pt x="623888" y="9525"/>
                </a:lnTo>
                <a:lnTo>
                  <a:pt x="633413" y="9525"/>
                </a:lnTo>
                <a:lnTo>
                  <a:pt x="642938" y="9525"/>
                </a:lnTo>
                <a:lnTo>
                  <a:pt x="647700" y="4763"/>
                </a:lnTo>
                <a:close/>
              </a:path>
            </a:pathLst>
          </a:custGeom>
          <a:solidFill xmlns:a="http://schemas.openxmlformats.org/drawingml/2006/main">
            <a:srgbClr val="BCBCBC"/>
          </a:solidFill>
          <a:ln xmlns:a="http://schemas.openxmlformats.org/drawingml/2006/main" w="0">
            <a:noFill/>
            <a:prstDash val="solid"/>
          </a:ln>
        </p:spPr>
      </p:sp>
      <p:sp>
        <p:nvSpPr>
          <p:cNvPr id="307" name="deep-skill-chaining-source-component-5-gradient-190-0">
            <a:extLst xmlns:a="http://schemas.openxmlformats.org/drawingml/2006/main">
              <a:ext uri="{FF2B5EF4-FFF2-40B4-BE49-F238E27FC236}">
                <a16:creationId xmlns:a16="http://schemas.microsoft.com/office/drawing/2014/main" id="{2D8C404C-D7CD-41B0-A718-5D0220004C78}"/>
              </a:ext>
            </a:extLst>
          </p:cNvPr>
          <p:cNvSpPr>
            <a:spLocks xmlns:a="http://schemas.openxmlformats.org/drawingml/2006/main" noGrp="1"/>
          </p:cNvSpPr>
          <p:nvPr/>
        </p:nvSpPr>
        <p:spPr>
          <a:xfrm xmlns:a="http://schemas.openxmlformats.org/drawingml/2006/main" rot="0">
            <a:off x="8401050" y="2305050"/>
            <a:ext cx="857250" cy="1085850"/>
          </a:xfrm>
          <a:custGeom xmlns:a="http://schemas.openxmlformats.org/drawingml/2006/main">
            <a:pathLst>
              <a:path w="857250" h="1085850">
                <a:moveTo>
                  <a:pt x="647700" y="4763"/>
                </a:moveTo>
                <a:lnTo>
                  <a:pt x="652463" y="0"/>
                </a:lnTo>
                <a:lnTo>
                  <a:pt x="657225" y="4763"/>
                </a:lnTo>
                <a:lnTo>
                  <a:pt x="661988" y="9525"/>
                </a:lnTo>
                <a:lnTo>
                  <a:pt x="666750" y="14288"/>
                </a:lnTo>
                <a:lnTo>
                  <a:pt x="671513" y="19050"/>
                </a:lnTo>
                <a:lnTo>
                  <a:pt x="676275" y="23813"/>
                </a:lnTo>
                <a:lnTo>
                  <a:pt x="681038" y="28575"/>
                </a:lnTo>
                <a:lnTo>
                  <a:pt x="690563" y="28575"/>
                </a:lnTo>
                <a:lnTo>
                  <a:pt x="700088" y="28575"/>
                </a:lnTo>
                <a:lnTo>
                  <a:pt x="704850" y="33338"/>
                </a:lnTo>
                <a:lnTo>
                  <a:pt x="709613" y="38100"/>
                </a:lnTo>
                <a:lnTo>
                  <a:pt x="719138" y="38100"/>
                </a:lnTo>
                <a:lnTo>
                  <a:pt x="728663" y="38100"/>
                </a:lnTo>
                <a:lnTo>
                  <a:pt x="733425" y="42863"/>
                </a:lnTo>
                <a:lnTo>
                  <a:pt x="738188" y="47625"/>
                </a:lnTo>
                <a:lnTo>
                  <a:pt x="747713" y="47625"/>
                </a:lnTo>
                <a:lnTo>
                  <a:pt x="757238" y="47625"/>
                </a:lnTo>
                <a:lnTo>
                  <a:pt x="762000" y="52388"/>
                </a:lnTo>
                <a:lnTo>
                  <a:pt x="762000" y="61913"/>
                </a:lnTo>
                <a:lnTo>
                  <a:pt x="766763" y="66675"/>
                </a:lnTo>
                <a:lnTo>
                  <a:pt x="771525" y="71438"/>
                </a:lnTo>
                <a:lnTo>
                  <a:pt x="776288" y="76200"/>
                </a:lnTo>
                <a:lnTo>
                  <a:pt x="785813" y="76200"/>
                </a:lnTo>
                <a:lnTo>
                  <a:pt x="790575" y="80963"/>
                </a:lnTo>
                <a:lnTo>
                  <a:pt x="795338" y="85725"/>
                </a:lnTo>
                <a:lnTo>
                  <a:pt x="800100" y="90488"/>
                </a:lnTo>
                <a:lnTo>
                  <a:pt x="804863" y="95250"/>
                </a:lnTo>
                <a:lnTo>
                  <a:pt x="809625" y="100013"/>
                </a:lnTo>
                <a:lnTo>
                  <a:pt x="814388" y="104775"/>
                </a:lnTo>
                <a:lnTo>
                  <a:pt x="819150" y="109538"/>
                </a:lnTo>
                <a:lnTo>
                  <a:pt x="819150" y="119063"/>
                </a:lnTo>
                <a:lnTo>
                  <a:pt x="823913" y="123825"/>
                </a:lnTo>
                <a:lnTo>
                  <a:pt x="828675" y="128588"/>
                </a:lnTo>
                <a:lnTo>
                  <a:pt x="833438" y="133350"/>
                </a:lnTo>
                <a:lnTo>
                  <a:pt x="842963" y="133350"/>
                </a:lnTo>
                <a:lnTo>
                  <a:pt x="847725" y="138113"/>
                </a:lnTo>
                <a:lnTo>
                  <a:pt x="852488" y="142875"/>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7250" y="252413"/>
                </a:lnTo>
                <a:lnTo>
                  <a:pt x="857250" y="261938"/>
                </a:lnTo>
                <a:lnTo>
                  <a:pt x="852488" y="266700"/>
                </a:lnTo>
                <a:lnTo>
                  <a:pt x="847725" y="271463"/>
                </a:lnTo>
                <a:lnTo>
                  <a:pt x="847725" y="280988"/>
                </a:lnTo>
                <a:lnTo>
                  <a:pt x="847725" y="290513"/>
                </a:lnTo>
                <a:lnTo>
                  <a:pt x="847725" y="300038"/>
                </a:lnTo>
                <a:lnTo>
                  <a:pt x="842963" y="304800"/>
                </a:lnTo>
                <a:lnTo>
                  <a:pt x="838200" y="309563"/>
                </a:lnTo>
                <a:lnTo>
                  <a:pt x="838200" y="319088"/>
                </a:lnTo>
                <a:lnTo>
                  <a:pt x="838200" y="328613"/>
                </a:lnTo>
                <a:lnTo>
                  <a:pt x="838200" y="338138"/>
                </a:lnTo>
                <a:lnTo>
                  <a:pt x="833438" y="342900"/>
                </a:lnTo>
                <a:lnTo>
                  <a:pt x="828675" y="347663"/>
                </a:lnTo>
                <a:lnTo>
                  <a:pt x="828675" y="357188"/>
                </a:lnTo>
                <a:lnTo>
                  <a:pt x="828675" y="366713"/>
                </a:lnTo>
                <a:lnTo>
                  <a:pt x="823913" y="371475"/>
                </a:lnTo>
                <a:lnTo>
                  <a:pt x="819150" y="376238"/>
                </a:lnTo>
                <a:lnTo>
                  <a:pt x="819150" y="385763"/>
                </a:lnTo>
                <a:lnTo>
                  <a:pt x="819150" y="395288"/>
                </a:lnTo>
                <a:lnTo>
                  <a:pt x="814388" y="400050"/>
                </a:lnTo>
                <a:lnTo>
                  <a:pt x="809625" y="404813"/>
                </a:lnTo>
                <a:lnTo>
                  <a:pt x="809625" y="414338"/>
                </a:lnTo>
                <a:lnTo>
                  <a:pt x="809625" y="423863"/>
                </a:lnTo>
                <a:lnTo>
                  <a:pt x="804863" y="428625"/>
                </a:lnTo>
                <a:lnTo>
                  <a:pt x="800100" y="433388"/>
                </a:lnTo>
                <a:lnTo>
                  <a:pt x="800100" y="442913"/>
                </a:lnTo>
                <a:lnTo>
                  <a:pt x="795338" y="447675"/>
                </a:lnTo>
                <a:lnTo>
                  <a:pt x="790575" y="452438"/>
                </a:lnTo>
                <a:lnTo>
                  <a:pt x="790575" y="461963"/>
                </a:lnTo>
                <a:lnTo>
                  <a:pt x="785813" y="466725"/>
                </a:lnTo>
                <a:lnTo>
                  <a:pt x="781050" y="471488"/>
                </a:lnTo>
                <a:lnTo>
                  <a:pt x="781050" y="481013"/>
                </a:lnTo>
                <a:lnTo>
                  <a:pt x="776288" y="485775"/>
                </a:lnTo>
                <a:lnTo>
                  <a:pt x="771525" y="490538"/>
                </a:lnTo>
                <a:lnTo>
                  <a:pt x="771525" y="500063"/>
                </a:lnTo>
                <a:lnTo>
                  <a:pt x="771525" y="509588"/>
                </a:lnTo>
                <a:lnTo>
                  <a:pt x="766763" y="514350"/>
                </a:lnTo>
                <a:lnTo>
                  <a:pt x="762000" y="519113"/>
                </a:lnTo>
                <a:lnTo>
                  <a:pt x="762000" y="528638"/>
                </a:lnTo>
                <a:lnTo>
                  <a:pt x="757238" y="533400"/>
                </a:lnTo>
                <a:lnTo>
                  <a:pt x="752475" y="538163"/>
                </a:lnTo>
                <a:lnTo>
                  <a:pt x="747713" y="542925"/>
                </a:lnTo>
                <a:lnTo>
                  <a:pt x="742950" y="547688"/>
                </a:lnTo>
                <a:lnTo>
                  <a:pt x="742950" y="557213"/>
                </a:lnTo>
                <a:lnTo>
                  <a:pt x="738188" y="561975"/>
                </a:lnTo>
                <a:lnTo>
                  <a:pt x="733425" y="566738"/>
                </a:lnTo>
                <a:lnTo>
                  <a:pt x="733425" y="576263"/>
                </a:lnTo>
                <a:lnTo>
                  <a:pt x="728663" y="581025"/>
                </a:lnTo>
                <a:lnTo>
                  <a:pt x="723900" y="585788"/>
                </a:lnTo>
                <a:lnTo>
                  <a:pt x="723900" y="595313"/>
                </a:lnTo>
                <a:lnTo>
                  <a:pt x="719138" y="600075"/>
                </a:lnTo>
                <a:lnTo>
                  <a:pt x="714375" y="604838"/>
                </a:lnTo>
                <a:lnTo>
                  <a:pt x="709613" y="609600"/>
                </a:lnTo>
                <a:lnTo>
                  <a:pt x="704850" y="614363"/>
                </a:lnTo>
                <a:lnTo>
                  <a:pt x="704850" y="623888"/>
                </a:lnTo>
                <a:lnTo>
                  <a:pt x="700088" y="628650"/>
                </a:lnTo>
                <a:lnTo>
                  <a:pt x="695325" y="633413"/>
                </a:lnTo>
                <a:lnTo>
                  <a:pt x="695325" y="642938"/>
                </a:lnTo>
                <a:lnTo>
                  <a:pt x="690563" y="647700"/>
                </a:lnTo>
                <a:lnTo>
                  <a:pt x="685800" y="652463"/>
                </a:lnTo>
                <a:lnTo>
                  <a:pt x="681038" y="657225"/>
                </a:lnTo>
                <a:lnTo>
                  <a:pt x="676275" y="661988"/>
                </a:lnTo>
                <a:lnTo>
                  <a:pt x="676275" y="671513"/>
                </a:lnTo>
                <a:lnTo>
                  <a:pt x="671513" y="676275"/>
                </a:lnTo>
                <a:lnTo>
                  <a:pt x="666750" y="681038"/>
                </a:lnTo>
                <a:lnTo>
                  <a:pt x="661988" y="685800"/>
                </a:lnTo>
                <a:lnTo>
                  <a:pt x="657225" y="690563"/>
                </a:lnTo>
                <a:lnTo>
                  <a:pt x="657225" y="700088"/>
                </a:lnTo>
                <a:lnTo>
                  <a:pt x="652463" y="704850"/>
                </a:lnTo>
                <a:lnTo>
                  <a:pt x="647700" y="709613"/>
                </a:lnTo>
                <a:lnTo>
                  <a:pt x="642938" y="714375"/>
                </a:lnTo>
                <a:lnTo>
                  <a:pt x="638175" y="719138"/>
                </a:lnTo>
                <a:lnTo>
                  <a:pt x="633413" y="723900"/>
                </a:lnTo>
                <a:lnTo>
                  <a:pt x="628650" y="728663"/>
                </a:lnTo>
                <a:lnTo>
                  <a:pt x="628650" y="738188"/>
                </a:lnTo>
                <a:lnTo>
                  <a:pt x="623888" y="742950"/>
                </a:lnTo>
                <a:lnTo>
                  <a:pt x="619125" y="747713"/>
                </a:lnTo>
                <a:lnTo>
                  <a:pt x="614363" y="752475"/>
                </a:lnTo>
                <a:lnTo>
                  <a:pt x="609600" y="757238"/>
                </a:lnTo>
                <a:lnTo>
                  <a:pt x="604838" y="762000"/>
                </a:lnTo>
                <a:lnTo>
                  <a:pt x="600075" y="766763"/>
                </a:lnTo>
                <a:lnTo>
                  <a:pt x="600075" y="776288"/>
                </a:lnTo>
                <a:lnTo>
                  <a:pt x="595313" y="781050"/>
                </a:lnTo>
                <a:lnTo>
                  <a:pt x="590550" y="785813"/>
                </a:lnTo>
                <a:lnTo>
                  <a:pt x="585788" y="790575"/>
                </a:lnTo>
                <a:lnTo>
                  <a:pt x="581025" y="795338"/>
                </a:lnTo>
                <a:lnTo>
                  <a:pt x="576263" y="800100"/>
                </a:lnTo>
                <a:lnTo>
                  <a:pt x="571500" y="804863"/>
                </a:lnTo>
                <a:lnTo>
                  <a:pt x="566738" y="809625"/>
                </a:lnTo>
                <a:lnTo>
                  <a:pt x="561975" y="814388"/>
                </a:lnTo>
                <a:lnTo>
                  <a:pt x="557213" y="819150"/>
                </a:lnTo>
                <a:lnTo>
                  <a:pt x="552450" y="823913"/>
                </a:lnTo>
                <a:lnTo>
                  <a:pt x="552450" y="833438"/>
                </a:lnTo>
                <a:lnTo>
                  <a:pt x="547688" y="838200"/>
                </a:lnTo>
                <a:lnTo>
                  <a:pt x="542925" y="842963"/>
                </a:lnTo>
                <a:lnTo>
                  <a:pt x="538163" y="847725"/>
                </a:lnTo>
                <a:lnTo>
                  <a:pt x="533400" y="852488"/>
                </a:lnTo>
                <a:lnTo>
                  <a:pt x="528638" y="857250"/>
                </a:lnTo>
                <a:lnTo>
                  <a:pt x="523875" y="862013"/>
                </a:lnTo>
                <a:lnTo>
                  <a:pt x="519113" y="866775"/>
                </a:lnTo>
                <a:lnTo>
                  <a:pt x="514350" y="871538"/>
                </a:lnTo>
                <a:lnTo>
                  <a:pt x="509588" y="876300"/>
                </a:lnTo>
                <a:lnTo>
                  <a:pt x="504825" y="881063"/>
                </a:lnTo>
                <a:lnTo>
                  <a:pt x="500063" y="885825"/>
                </a:lnTo>
                <a:lnTo>
                  <a:pt x="495300" y="890588"/>
                </a:lnTo>
                <a:lnTo>
                  <a:pt x="490538" y="895350"/>
                </a:lnTo>
                <a:lnTo>
                  <a:pt x="485775" y="900113"/>
                </a:lnTo>
                <a:lnTo>
                  <a:pt x="481013" y="904875"/>
                </a:lnTo>
                <a:lnTo>
                  <a:pt x="476250" y="909638"/>
                </a:lnTo>
                <a:lnTo>
                  <a:pt x="471488" y="914400"/>
                </a:lnTo>
                <a:lnTo>
                  <a:pt x="466725" y="919163"/>
                </a:lnTo>
                <a:lnTo>
                  <a:pt x="461963" y="923925"/>
                </a:lnTo>
                <a:lnTo>
                  <a:pt x="457200" y="928688"/>
                </a:lnTo>
                <a:lnTo>
                  <a:pt x="452438" y="933450"/>
                </a:lnTo>
                <a:lnTo>
                  <a:pt x="442913" y="933450"/>
                </a:lnTo>
                <a:lnTo>
                  <a:pt x="438150" y="938213"/>
                </a:lnTo>
                <a:lnTo>
                  <a:pt x="433388" y="942975"/>
                </a:lnTo>
                <a:lnTo>
                  <a:pt x="428625" y="947738"/>
                </a:lnTo>
                <a:lnTo>
                  <a:pt x="423863" y="952500"/>
                </a:lnTo>
                <a:lnTo>
                  <a:pt x="419100" y="957263"/>
                </a:lnTo>
                <a:lnTo>
                  <a:pt x="414338" y="962025"/>
                </a:lnTo>
                <a:lnTo>
                  <a:pt x="409575" y="966788"/>
                </a:lnTo>
                <a:lnTo>
                  <a:pt x="404813" y="971550"/>
                </a:lnTo>
                <a:lnTo>
                  <a:pt x="400050" y="976313"/>
                </a:lnTo>
                <a:lnTo>
                  <a:pt x="395288" y="981075"/>
                </a:lnTo>
                <a:lnTo>
                  <a:pt x="385763" y="981075"/>
                </a:lnTo>
                <a:lnTo>
                  <a:pt x="381000" y="985838"/>
                </a:lnTo>
                <a:lnTo>
                  <a:pt x="376238" y="990600"/>
                </a:lnTo>
                <a:lnTo>
                  <a:pt x="371475" y="995363"/>
                </a:lnTo>
                <a:lnTo>
                  <a:pt x="366713" y="1000125"/>
                </a:lnTo>
                <a:lnTo>
                  <a:pt x="361950" y="1004888"/>
                </a:lnTo>
                <a:lnTo>
                  <a:pt x="357188" y="1009650"/>
                </a:lnTo>
                <a:lnTo>
                  <a:pt x="347663" y="1009650"/>
                </a:lnTo>
                <a:lnTo>
                  <a:pt x="342900" y="1014413"/>
                </a:lnTo>
                <a:lnTo>
                  <a:pt x="338138" y="1019175"/>
                </a:lnTo>
                <a:lnTo>
                  <a:pt x="328613" y="1019175"/>
                </a:lnTo>
                <a:lnTo>
                  <a:pt x="323850" y="1023938"/>
                </a:lnTo>
                <a:lnTo>
                  <a:pt x="319088" y="1028700"/>
                </a:lnTo>
                <a:lnTo>
                  <a:pt x="314325" y="1033463"/>
                </a:lnTo>
                <a:lnTo>
                  <a:pt x="309563" y="1038225"/>
                </a:lnTo>
                <a:lnTo>
                  <a:pt x="300038" y="1038225"/>
                </a:lnTo>
                <a:lnTo>
                  <a:pt x="295275" y="1042988"/>
                </a:lnTo>
                <a:lnTo>
                  <a:pt x="290513" y="1047750"/>
                </a:lnTo>
                <a:lnTo>
                  <a:pt x="280988" y="1047750"/>
                </a:lnTo>
                <a:lnTo>
                  <a:pt x="276225" y="1052513"/>
                </a:lnTo>
                <a:lnTo>
                  <a:pt x="271463" y="1057275"/>
                </a:lnTo>
                <a:lnTo>
                  <a:pt x="261938" y="1057275"/>
                </a:lnTo>
                <a:lnTo>
                  <a:pt x="257175" y="1062038"/>
                </a:lnTo>
                <a:lnTo>
                  <a:pt x="252413" y="1066800"/>
                </a:lnTo>
                <a:lnTo>
                  <a:pt x="242888" y="1066800"/>
                </a:lnTo>
                <a:lnTo>
                  <a:pt x="233363" y="1066800"/>
                </a:lnTo>
                <a:lnTo>
                  <a:pt x="228600" y="1071563"/>
                </a:lnTo>
                <a:lnTo>
                  <a:pt x="223838" y="1076325"/>
                </a:lnTo>
                <a:lnTo>
                  <a:pt x="214313" y="1076325"/>
                </a:lnTo>
                <a:lnTo>
                  <a:pt x="204788" y="1076325"/>
                </a:lnTo>
                <a:lnTo>
                  <a:pt x="200025" y="1081088"/>
                </a:lnTo>
                <a:lnTo>
                  <a:pt x="195263" y="1085850"/>
                </a:lnTo>
                <a:lnTo>
                  <a:pt x="185738" y="1085850"/>
                </a:lnTo>
                <a:lnTo>
                  <a:pt x="176213" y="1085850"/>
                </a:lnTo>
                <a:lnTo>
                  <a:pt x="166688" y="1085850"/>
                </a:lnTo>
                <a:lnTo>
                  <a:pt x="157163" y="1085850"/>
                </a:lnTo>
                <a:lnTo>
                  <a:pt x="152400" y="1081088"/>
                </a:lnTo>
                <a:lnTo>
                  <a:pt x="147638" y="1076325"/>
                </a:lnTo>
                <a:lnTo>
                  <a:pt x="138113" y="1076325"/>
                </a:lnTo>
                <a:lnTo>
                  <a:pt x="133350" y="1071563"/>
                </a:lnTo>
                <a:lnTo>
                  <a:pt x="128588" y="1066800"/>
                </a:lnTo>
                <a:lnTo>
                  <a:pt x="123825" y="1062038"/>
                </a:lnTo>
                <a:lnTo>
                  <a:pt x="119063" y="1057275"/>
                </a:lnTo>
                <a:lnTo>
                  <a:pt x="109538" y="1057275"/>
                </a:lnTo>
                <a:lnTo>
                  <a:pt x="100013" y="1057275"/>
                </a:lnTo>
                <a:lnTo>
                  <a:pt x="95250" y="1052513"/>
                </a:lnTo>
                <a:lnTo>
                  <a:pt x="90488" y="1047750"/>
                </a:lnTo>
                <a:lnTo>
                  <a:pt x="85725" y="1042988"/>
                </a:lnTo>
                <a:lnTo>
                  <a:pt x="80963" y="1038225"/>
                </a:lnTo>
                <a:lnTo>
                  <a:pt x="71438" y="1038225"/>
                </a:lnTo>
                <a:lnTo>
                  <a:pt x="66675" y="1033463"/>
                </a:lnTo>
                <a:lnTo>
                  <a:pt x="61913" y="1028700"/>
                </a:lnTo>
                <a:lnTo>
                  <a:pt x="57150" y="1023938"/>
                </a:lnTo>
                <a:lnTo>
                  <a:pt x="52388" y="1019175"/>
                </a:lnTo>
                <a:lnTo>
                  <a:pt x="47625" y="1014413"/>
                </a:lnTo>
                <a:lnTo>
                  <a:pt x="42863" y="1009650"/>
                </a:lnTo>
                <a:lnTo>
                  <a:pt x="38100" y="1004888"/>
                </a:lnTo>
                <a:lnTo>
                  <a:pt x="33338" y="1000125"/>
                </a:lnTo>
                <a:lnTo>
                  <a:pt x="28575" y="995363"/>
                </a:lnTo>
                <a:lnTo>
                  <a:pt x="23813" y="990600"/>
                </a:lnTo>
                <a:lnTo>
                  <a:pt x="19050" y="985838"/>
                </a:lnTo>
                <a:lnTo>
                  <a:pt x="14288" y="981075"/>
                </a:lnTo>
                <a:lnTo>
                  <a:pt x="9525" y="976313"/>
                </a:lnTo>
                <a:lnTo>
                  <a:pt x="4763" y="971550"/>
                </a:lnTo>
                <a:lnTo>
                  <a:pt x="0" y="966788"/>
                </a:lnTo>
                <a:lnTo>
                  <a:pt x="0" y="957263"/>
                </a:lnTo>
                <a:lnTo>
                  <a:pt x="0" y="947738"/>
                </a:lnTo>
                <a:lnTo>
                  <a:pt x="0" y="938213"/>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0" y="823913"/>
                </a:lnTo>
                <a:lnTo>
                  <a:pt x="4763" y="819150"/>
                </a:lnTo>
                <a:lnTo>
                  <a:pt x="9525" y="814388"/>
                </a:lnTo>
                <a:lnTo>
                  <a:pt x="9525" y="804863"/>
                </a:lnTo>
                <a:lnTo>
                  <a:pt x="9525" y="795338"/>
                </a:lnTo>
                <a:lnTo>
                  <a:pt x="9525" y="785813"/>
                </a:lnTo>
                <a:lnTo>
                  <a:pt x="9525" y="776288"/>
                </a:lnTo>
                <a:lnTo>
                  <a:pt x="14288" y="771525"/>
                </a:lnTo>
                <a:lnTo>
                  <a:pt x="19050" y="766763"/>
                </a:lnTo>
                <a:lnTo>
                  <a:pt x="19050" y="757238"/>
                </a:lnTo>
                <a:lnTo>
                  <a:pt x="19050" y="747713"/>
                </a:lnTo>
                <a:lnTo>
                  <a:pt x="23813" y="742950"/>
                </a:lnTo>
                <a:lnTo>
                  <a:pt x="28575" y="738188"/>
                </a:lnTo>
                <a:lnTo>
                  <a:pt x="28575" y="728663"/>
                </a:lnTo>
                <a:lnTo>
                  <a:pt x="28575" y="719138"/>
                </a:lnTo>
                <a:lnTo>
                  <a:pt x="28575" y="709613"/>
                </a:lnTo>
                <a:lnTo>
                  <a:pt x="33338" y="704850"/>
                </a:lnTo>
                <a:lnTo>
                  <a:pt x="38100" y="700088"/>
                </a:lnTo>
                <a:lnTo>
                  <a:pt x="38100" y="690563"/>
                </a:lnTo>
                <a:lnTo>
                  <a:pt x="42863" y="685800"/>
                </a:lnTo>
                <a:lnTo>
                  <a:pt x="47625" y="681038"/>
                </a:lnTo>
                <a:lnTo>
                  <a:pt x="47625" y="671513"/>
                </a:lnTo>
                <a:lnTo>
                  <a:pt x="47625" y="661988"/>
                </a:lnTo>
                <a:lnTo>
                  <a:pt x="52388" y="657225"/>
                </a:lnTo>
                <a:lnTo>
                  <a:pt x="57150" y="652463"/>
                </a:lnTo>
                <a:lnTo>
                  <a:pt x="57150" y="642938"/>
                </a:lnTo>
                <a:lnTo>
                  <a:pt x="61913" y="638175"/>
                </a:lnTo>
                <a:lnTo>
                  <a:pt x="66675" y="633413"/>
                </a:lnTo>
                <a:lnTo>
                  <a:pt x="66675" y="623888"/>
                </a:lnTo>
                <a:lnTo>
                  <a:pt x="66675" y="614363"/>
                </a:lnTo>
                <a:lnTo>
                  <a:pt x="71438" y="609600"/>
                </a:lnTo>
                <a:lnTo>
                  <a:pt x="76200" y="604838"/>
                </a:lnTo>
                <a:lnTo>
                  <a:pt x="76200" y="595313"/>
                </a:lnTo>
                <a:lnTo>
                  <a:pt x="80963" y="590550"/>
                </a:lnTo>
                <a:lnTo>
                  <a:pt x="85725" y="585788"/>
                </a:lnTo>
                <a:lnTo>
                  <a:pt x="85725" y="576263"/>
                </a:lnTo>
                <a:lnTo>
                  <a:pt x="90488" y="571500"/>
                </a:lnTo>
                <a:lnTo>
                  <a:pt x="95250" y="566738"/>
                </a:lnTo>
                <a:lnTo>
                  <a:pt x="95250" y="557213"/>
                </a:lnTo>
                <a:lnTo>
                  <a:pt x="100013" y="552450"/>
                </a:lnTo>
                <a:lnTo>
                  <a:pt x="104775" y="547688"/>
                </a:lnTo>
                <a:lnTo>
                  <a:pt x="104775" y="538163"/>
                </a:lnTo>
                <a:lnTo>
                  <a:pt x="109538" y="533400"/>
                </a:lnTo>
                <a:lnTo>
                  <a:pt x="114300" y="528638"/>
                </a:lnTo>
                <a:lnTo>
                  <a:pt x="114300" y="519113"/>
                </a:lnTo>
                <a:lnTo>
                  <a:pt x="119063" y="514350"/>
                </a:lnTo>
                <a:lnTo>
                  <a:pt x="123825" y="509588"/>
                </a:lnTo>
                <a:lnTo>
                  <a:pt x="128588" y="504825"/>
                </a:lnTo>
                <a:lnTo>
                  <a:pt x="133350" y="500063"/>
                </a:lnTo>
                <a:lnTo>
                  <a:pt x="133350" y="490538"/>
                </a:lnTo>
                <a:lnTo>
                  <a:pt x="138113" y="485775"/>
                </a:lnTo>
                <a:lnTo>
                  <a:pt x="142875" y="481013"/>
                </a:lnTo>
                <a:lnTo>
                  <a:pt x="142875" y="471488"/>
                </a:lnTo>
                <a:lnTo>
                  <a:pt x="147638" y="466725"/>
                </a:lnTo>
                <a:lnTo>
                  <a:pt x="152400" y="461963"/>
                </a:lnTo>
                <a:lnTo>
                  <a:pt x="152400" y="452438"/>
                </a:lnTo>
                <a:lnTo>
                  <a:pt x="157163" y="447675"/>
                </a:lnTo>
                <a:lnTo>
                  <a:pt x="161925" y="442913"/>
                </a:lnTo>
                <a:lnTo>
                  <a:pt x="166688" y="438150"/>
                </a:lnTo>
                <a:lnTo>
                  <a:pt x="171450" y="433388"/>
                </a:lnTo>
                <a:lnTo>
                  <a:pt x="171450" y="423863"/>
                </a:lnTo>
                <a:lnTo>
                  <a:pt x="176213" y="419100"/>
                </a:lnTo>
                <a:lnTo>
                  <a:pt x="180975" y="414338"/>
                </a:lnTo>
                <a:lnTo>
                  <a:pt x="185738" y="409575"/>
                </a:lnTo>
                <a:lnTo>
                  <a:pt x="190500" y="404813"/>
                </a:lnTo>
                <a:lnTo>
                  <a:pt x="190500" y="395288"/>
                </a:lnTo>
                <a:lnTo>
                  <a:pt x="195263" y="390525"/>
                </a:lnTo>
                <a:lnTo>
                  <a:pt x="200025" y="385763"/>
                </a:lnTo>
                <a:lnTo>
                  <a:pt x="204788" y="381000"/>
                </a:lnTo>
                <a:lnTo>
                  <a:pt x="209550" y="376238"/>
                </a:lnTo>
                <a:lnTo>
                  <a:pt x="214313" y="371475"/>
                </a:lnTo>
                <a:lnTo>
                  <a:pt x="219075" y="366713"/>
                </a:lnTo>
                <a:lnTo>
                  <a:pt x="219075" y="357188"/>
                </a:lnTo>
                <a:lnTo>
                  <a:pt x="223838" y="352425"/>
                </a:lnTo>
                <a:lnTo>
                  <a:pt x="228600" y="347663"/>
                </a:lnTo>
                <a:lnTo>
                  <a:pt x="233363" y="342900"/>
                </a:lnTo>
                <a:lnTo>
                  <a:pt x="238125" y="338138"/>
                </a:lnTo>
                <a:lnTo>
                  <a:pt x="242888" y="333375"/>
                </a:lnTo>
                <a:lnTo>
                  <a:pt x="247650" y="328613"/>
                </a:lnTo>
                <a:lnTo>
                  <a:pt x="247650" y="319088"/>
                </a:lnTo>
                <a:lnTo>
                  <a:pt x="252413" y="314325"/>
                </a:lnTo>
                <a:lnTo>
                  <a:pt x="257175" y="309563"/>
                </a:lnTo>
                <a:lnTo>
                  <a:pt x="261938" y="304800"/>
                </a:lnTo>
                <a:lnTo>
                  <a:pt x="266700" y="300038"/>
                </a:lnTo>
                <a:lnTo>
                  <a:pt x="271463" y="295275"/>
                </a:lnTo>
                <a:lnTo>
                  <a:pt x="276225" y="290513"/>
                </a:lnTo>
                <a:lnTo>
                  <a:pt x="280988" y="285750"/>
                </a:lnTo>
                <a:lnTo>
                  <a:pt x="285750" y="280988"/>
                </a:lnTo>
                <a:lnTo>
                  <a:pt x="290513" y="276225"/>
                </a:lnTo>
                <a:lnTo>
                  <a:pt x="295275" y="271463"/>
                </a:lnTo>
                <a:lnTo>
                  <a:pt x="295275" y="261938"/>
                </a:lnTo>
                <a:lnTo>
                  <a:pt x="300038" y="257175"/>
                </a:lnTo>
                <a:lnTo>
                  <a:pt x="304800" y="252413"/>
                </a:lnTo>
                <a:lnTo>
                  <a:pt x="309563" y="247650"/>
                </a:lnTo>
                <a:lnTo>
                  <a:pt x="314325" y="242888"/>
                </a:lnTo>
                <a:lnTo>
                  <a:pt x="319088" y="238125"/>
                </a:lnTo>
                <a:lnTo>
                  <a:pt x="323850" y="233363"/>
                </a:lnTo>
                <a:lnTo>
                  <a:pt x="328613" y="228600"/>
                </a:lnTo>
                <a:lnTo>
                  <a:pt x="333375" y="223838"/>
                </a:lnTo>
                <a:lnTo>
                  <a:pt x="338138" y="219075"/>
                </a:lnTo>
                <a:lnTo>
                  <a:pt x="342900" y="214313"/>
                </a:lnTo>
                <a:lnTo>
                  <a:pt x="347663" y="209550"/>
                </a:lnTo>
                <a:lnTo>
                  <a:pt x="352425" y="204788"/>
                </a:lnTo>
                <a:lnTo>
                  <a:pt x="357188" y="200025"/>
                </a:lnTo>
                <a:lnTo>
                  <a:pt x="361950" y="195263"/>
                </a:lnTo>
                <a:lnTo>
                  <a:pt x="366713" y="190500"/>
                </a:lnTo>
                <a:lnTo>
                  <a:pt x="371475" y="185738"/>
                </a:lnTo>
                <a:lnTo>
                  <a:pt x="376238" y="180975"/>
                </a:lnTo>
                <a:lnTo>
                  <a:pt x="381000" y="176213"/>
                </a:lnTo>
                <a:lnTo>
                  <a:pt x="385763" y="171450"/>
                </a:lnTo>
                <a:lnTo>
                  <a:pt x="390525" y="166688"/>
                </a:lnTo>
                <a:lnTo>
                  <a:pt x="395288" y="161925"/>
                </a:lnTo>
                <a:lnTo>
                  <a:pt x="400050" y="157163"/>
                </a:lnTo>
                <a:lnTo>
                  <a:pt x="404813" y="152400"/>
                </a:lnTo>
                <a:lnTo>
                  <a:pt x="409575" y="147638"/>
                </a:lnTo>
                <a:lnTo>
                  <a:pt x="414338" y="142875"/>
                </a:lnTo>
                <a:lnTo>
                  <a:pt x="419100" y="138113"/>
                </a:lnTo>
                <a:lnTo>
                  <a:pt x="423863" y="133350"/>
                </a:lnTo>
                <a:lnTo>
                  <a:pt x="433388" y="133350"/>
                </a:lnTo>
                <a:lnTo>
                  <a:pt x="438150" y="128588"/>
                </a:lnTo>
                <a:lnTo>
                  <a:pt x="442913" y="123825"/>
                </a:lnTo>
                <a:lnTo>
                  <a:pt x="447675" y="119063"/>
                </a:lnTo>
                <a:lnTo>
                  <a:pt x="452438" y="114300"/>
                </a:lnTo>
                <a:lnTo>
                  <a:pt x="457200" y="109538"/>
                </a:lnTo>
                <a:lnTo>
                  <a:pt x="461963" y="104775"/>
                </a:lnTo>
                <a:lnTo>
                  <a:pt x="466725" y="100013"/>
                </a:lnTo>
                <a:lnTo>
                  <a:pt x="471488" y="95250"/>
                </a:lnTo>
                <a:lnTo>
                  <a:pt x="481013" y="95250"/>
                </a:lnTo>
                <a:lnTo>
                  <a:pt x="485775" y="90488"/>
                </a:lnTo>
                <a:lnTo>
                  <a:pt x="490538" y="85725"/>
                </a:lnTo>
                <a:lnTo>
                  <a:pt x="495300" y="80963"/>
                </a:lnTo>
                <a:lnTo>
                  <a:pt x="500063" y="76200"/>
                </a:lnTo>
                <a:lnTo>
                  <a:pt x="509588" y="76200"/>
                </a:lnTo>
                <a:lnTo>
                  <a:pt x="514350" y="71438"/>
                </a:lnTo>
                <a:lnTo>
                  <a:pt x="519113" y="66675"/>
                </a:lnTo>
                <a:lnTo>
                  <a:pt x="523875" y="61913"/>
                </a:lnTo>
                <a:lnTo>
                  <a:pt x="528638" y="57150"/>
                </a:lnTo>
                <a:lnTo>
                  <a:pt x="538163" y="57150"/>
                </a:lnTo>
                <a:lnTo>
                  <a:pt x="542925" y="52388"/>
                </a:lnTo>
                <a:lnTo>
                  <a:pt x="547688" y="47625"/>
                </a:lnTo>
                <a:lnTo>
                  <a:pt x="557213" y="47625"/>
                </a:lnTo>
                <a:lnTo>
                  <a:pt x="561975" y="42863"/>
                </a:lnTo>
                <a:lnTo>
                  <a:pt x="566738" y="38100"/>
                </a:lnTo>
                <a:lnTo>
                  <a:pt x="576263" y="38100"/>
                </a:lnTo>
                <a:lnTo>
                  <a:pt x="581025" y="33338"/>
                </a:lnTo>
                <a:lnTo>
                  <a:pt x="585788" y="28575"/>
                </a:lnTo>
                <a:lnTo>
                  <a:pt x="595313" y="28575"/>
                </a:lnTo>
                <a:lnTo>
                  <a:pt x="600075" y="23813"/>
                </a:lnTo>
                <a:lnTo>
                  <a:pt x="604838" y="19050"/>
                </a:lnTo>
                <a:lnTo>
                  <a:pt x="614363" y="19050"/>
                </a:lnTo>
                <a:lnTo>
                  <a:pt x="619125" y="14288"/>
                </a:lnTo>
                <a:lnTo>
                  <a:pt x="623888" y="9525"/>
                </a:lnTo>
                <a:lnTo>
                  <a:pt x="633413" y="9525"/>
                </a:lnTo>
                <a:lnTo>
                  <a:pt x="642938" y="9525"/>
                </a:lnTo>
                <a:lnTo>
                  <a:pt x="647700" y="4763"/>
                </a:lnTo>
                <a:close/>
              </a:path>
            </a:pathLst>
          </a:custGeom>
          <a:solidFill xmlns:a="http://schemas.openxmlformats.org/drawingml/2006/main">
            <a:srgbClr val="BEBEBE"/>
          </a:solidFill>
          <a:ln xmlns:a="http://schemas.openxmlformats.org/drawingml/2006/main" w="0">
            <a:noFill/>
            <a:prstDash val="solid"/>
          </a:ln>
        </p:spPr>
      </p:sp>
      <p:sp>
        <p:nvSpPr>
          <p:cNvPr id="308" name="deep-skill-chaining-source-component-5-gradient-192-0">
            <a:extLst xmlns:a="http://schemas.openxmlformats.org/drawingml/2006/main">
              <a:ext uri="{FF2B5EF4-FFF2-40B4-BE49-F238E27FC236}">
                <a16:creationId xmlns:a16="http://schemas.microsoft.com/office/drawing/2014/main" id="{238A0EA3-63C8-4C81-A578-AD91AE484F4D}"/>
              </a:ext>
            </a:extLst>
          </p:cNvPr>
          <p:cNvSpPr>
            <a:spLocks xmlns:a="http://schemas.openxmlformats.org/drawingml/2006/main" noGrp="1"/>
          </p:cNvSpPr>
          <p:nvPr/>
        </p:nvSpPr>
        <p:spPr>
          <a:xfrm xmlns:a="http://schemas.openxmlformats.org/drawingml/2006/main" rot="0">
            <a:off x="8401050" y="2324100"/>
            <a:ext cx="857250" cy="1057275"/>
          </a:xfrm>
          <a:custGeom xmlns:a="http://schemas.openxmlformats.org/drawingml/2006/main">
            <a:pathLst>
              <a:path w="857250" h="1057275">
                <a:moveTo>
                  <a:pt x="600075" y="4763"/>
                </a:moveTo>
                <a:lnTo>
                  <a:pt x="604838" y="0"/>
                </a:lnTo>
                <a:lnTo>
                  <a:pt x="614363" y="0"/>
                </a:lnTo>
                <a:lnTo>
                  <a:pt x="623888" y="0"/>
                </a:lnTo>
                <a:lnTo>
                  <a:pt x="633413" y="0"/>
                </a:lnTo>
                <a:lnTo>
                  <a:pt x="642938" y="0"/>
                </a:lnTo>
                <a:lnTo>
                  <a:pt x="647700" y="4763"/>
                </a:lnTo>
                <a:lnTo>
                  <a:pt x="652463" y="9525"/>
                </a:lnTo>
                <a:lnTo>
                  <a:pt x="657225" y="14288"/>
                </a:lnTo>
                <a:lnTo>
                  <a:pt x="661988" y="19050"/>
                </a:lnTo>
                <a:lnTo>
                  <a:pt x="671513" y="19050"/>
                </a:lnTo>
                <a:lnTo>
                  <a:pt x="681038" y="19050"/>
                </a:lnTo>
                <a:lnTo>
                  <a:pt x="685800" y="23813"/>
                </a:lnTo>
                <a:lnTo>
                  <a:pt x="690563" y="28575"/>
                </a:lnTo>
                <a:lnTo>
                  <a:pt x="700088" y="28575"/>
                </a:lnTo>
                <a:lnTo>
                  <a:pt x="709613" y="28575"/>
                </a:lnTo>
                <a:lnTo>
                  <a:pt x="714375" y="33338"/>
                </a:lnTo>
                <a:lnTo>
                  <a:pt x="719138" y="38100"/>
                </a:lnTo>
                <a:lnTo>
                  <a:pt x="723900" y="42863"/>
                </a:lnTo>
                <a:lnTo>
                  <a:pt x="728663" y="47625"/>
                </a:lnTo>
                <a:lnTo>
                  <a:pt x="733425" y="52388"/>
                </a:lnTo>
                <a:lnTo>
                  <a:pt x="738188" y="57150"/>
                </a:lnTo>
                <a:lnTo>
                  <a:pt x="742950" y="61913"/>
                </a:lnTo>
                <a:lnTo>
                  <a:pt x="747713" y="66675"/>
                </a:lnTo>
                <a:lnTo>
                  <a:pt x="752475" y="71438"/>
                </a:lnTo>
                <a:lnTo>
                  <a:pt x="757238" y="76200"/>
                </a:lnTo>
                <a:lnTo>
                  <a:pt x="766763" y="76200"/>
                </a:lnTo>
                <a:lnTo>
                  <a:pt x="771525" y="80963"/>
                </a:lnTo>
                <a:lnTo>
                  <a:pt x="776288" y="85725"/>
                </a:lnTo>
                <a:lnTo>
                  <a:pt x="785813" y="85725"/>
                </a:lnTo>
                <a:lnTo>
                  <a:pt x="790575" y="90488"/>
                </a:lnTo>
                <a:lnTo>
                  <a:pt x="795338" y="95250"/>
                </a:lnTo>
                <a:lnTo>
                  <a:pt x="800100" y="100013"/>
                </a:lnTo>
                <a:lnTo>
                  <a:pt x="804863" y="104775"/>
                </a:lnTo>
                <a:lnTo>
                  <a:pt x="809625" y="109538"/>
                </a:lnTo>
                <a:lnTo>
                  <a:pt x="814388" y="114300"/>
                </a:lnTo>
                <a:lnTo>
                  <a:pt x="819150" y="119063"/>
                </a:lnTo>
                <a:lnTo>
                  <a:pt x="823913" y="123825"/>
                </a:lnTo>
                <a:lnTo>
                  <a:pt x="828675" y="128588"/>
                </a:lnTo>
                <a:lnTo>
                  <a:pt x="833438" y="133350"/>
                </a:lnTo>
                <a:lnTo>
                  <a:pt x="842963" y="133350"/>
                </a:lnTo>
                <a:lnTo>
                  <a:pt x="847725" y="138113"/>
                </a:lnTo>
                <a:lnTo>
                  <a:pt x="852488" y="142875"/>
                </a:lnTo>
                <a:lnTo>
                  <a:pt x="857250" y="147638"/>
                </a:lnTo>
                <a:lnTo>
                  <a:pt x="857250" y="157163"/>
                </a:lnTo>
                <a:lnTo>
                  <a:pt x="857250" y="166688"/>
                </a:lnTo>
                <a:lnTo>
                  <a:pt x="857250" y="176213"/>
                </a:lnTo>
                <a:lnTo>
                  <a:pt x="857250" y="185738"/>
                </a:lnTo>
                <a:lnTo>
                  <a:pt x="857250" y="195263"/>
                </a:lnTo>
                <a:lnTo>
                  <a:pt x="857250" y="204788"/>
                </a:lnTo>
                <a:lnTo>
                  <a:pt x="857250" y="214313"/>
                </a:lnTo>
                <a:lnTo>
                  <a:pt x="857250" y="223838"/>
                </a:lnTo>
                <a:lnTo>
                  <a:pt x="857250" y="233363"/>
                </a:lnTo>
                <a:lnTo>
                  <a:pt x="857250" y="242888"/>
                </a:lnTo>
                <a:lnTo>
                  <a:pt x="852488" y="247650"/>
                </a:lnTo>
                <a:lnTo>
                  <a:pt x="847725" y="252413"/>
                </a:lnTo>
                <a:lnTo>
                  <a:pt x="847725" y="261938"/>
                </a:lnTo>
                <a:lnTo>
                  <a:pt x="847725" y="271463"/>
                </a:lnTo>
                <a:lnTo>
                  <a:pt x="847725" y="280988"/>
                </a:lnTo>
                <a:lnTo>
                  <a:pt x="842963" y="285750"/>
                </a:lnTo>
                <a:lnTo>
                  <a:pt x="838200" y="290513"/>
                </a:lnTo>
                <a:lnTo>
                  <a:pt x="838200" y="300038"/>
                </a:lnTo>
                <a:lnTo>
                  <a:pt x="838200" y="309563"/>
                </a:lnTo>
                <a:lnTo>
                  <a:pt x="838200" y="319088"/>
                </a:lnTo>
                <a:lnTo>
                  <a:pt x="833438" y="323850"/>
                </a:lnTo>
                <a:lnTo>
                  <a:pt x="828675" y="328613"/>
                </a:lnTo>
                <a:lnTo>
                  <a:pt x="828675" y="338138"/>
                </a:lnTo>
                <a:lnTo>
                  <a:pt x="828675" y="347663"/>
                </a:lnTo>
                <a:lnTo>
                  <a:pt x="823913" y="352425"/>
                </a:lnTo>
                <a:lnTo>
                  <a:pt x="819150" y="357188"/>
                </a:lnTo>
                <a:lnTo>
                  <a:pt x="819150" y="366713"/>
                </a:lnTo>
                <a:lnTo>
                  <a:pt x="819150" y="376238"/>
                </a:lnTo>
                <a:lnTo>
                  <a:pt x="814388" y="381000"/>
                </a:lnTo>
                <a:lnTo>
                  <a:pt x="809625" y="385763"/>
                </a:lnTo>
                <a:lnTo>
                  <a:pt x="809625" y="395288"/>
                </a:lnTo>
                <a:lnTo>
                  <a:pt x="809625" y="404813"/>
                </a:lnTo>
                <a:lnTo>
                  <a:pt x="804863" y="409575"/>
                </a:lnTo>
                <a:lnTo>
                  <a:pt x="800100" y="414338"/>
                </a:lnTo>
                <a:lnTo>
                  <a:pt x="800100" y="423863"/>
                </a:lnTo>
                <a:lnTo>
                  <a:pt x="795338" y="428625"/>
                </a:lnTo>
                <a:lnTo>
                  <a:pt x="790575" y="433388"/>
                </a:lnTo>
                <a:lnTo>
                  <a:pt x="790575" y="442913"/>
                </a:lnTo>
                <a:lnTo>
                  <a:pt x="785813" y="447675"/>
                </a:lnTo>
                <a:lnTo>
                  <a:pt x="781050" y="452438"/>
                </a:lnTo>
                <a:lnTo>
                  <a:pt x="781050" y="461963"/>
                </a:lnTo>
                <a:lnTo>
                  <a:pt x="776288" y="466725"/>
                </a:lnTo>
                <a:lnTo>
                  <a:pt x="771525" y="471488"/>
                </a:lnTo>
                <a:lnTo>
                  <a:pt x="771525" y="481013"/>
                </a:lnTo>
                <a:lnTo>
                  <a:pt x="771525" y="490538"/>
                </a:lnTo>
                <a:lnTo>
                  <a:pt x="766763" y="495300"/>
                </a:lnTo>
                <a:lnTo>
                  <a:pt x="762000" y="500063"/>
                </a:lnTo>
                <a:lnTo>
                  <a:pt x="762000" y="509588"/>
                </a:lnTo>
                <a:lnTo>
                  <a:pt x="757238" y="514350"/>
                </a:lnTo>
                <a:lnTo>
                  <a:pt x="752475" y="519113"/>
                </a:lnTo>
                <a:lnTo>
                  <a:pt x="747713" y="523875"/>
                </a:lnTo>
                <a:lnTo>
                  <a:pt x="742950" y="528638"/>
                </a:lnTo>
                <a:lnTo>
                  <a:pt x="742950" y="538163"/>
                </a:lnTo>
                <a:lnTo>
                  <a:pt x="738188" y="542925"/>
                </a:lnTo>
                <a:lnTo>
                  <a:pt x="733425" y="547688"/>
                </a:lnTo>
                <a:lnTo>
                  <a:pt x="733425" y="557213"/>
                </a:lnTo>
                <a:lnTo>
                  <a:pt x="728663" y="561975"/>
                </a:lnTo>
                <a:lnTo>
                  <a:pt x="723900" y="566738"/>
                </a:lnTo>
                <a:lnTo>
                  <a:pt x="723900" y="576263"/>
                </a:lnTo>
                <a:lnTo>
                  <a:pt x="719138" y="581025"/>
                </a:lnTo>
                <a:lnTo>
                  <a:pt x="714375" y="585788"/>
                </a:lnTo>
                <a:lnTo>
                  <a:pt x="709613" y="590550"/>
                </a:lnTo>
                <a:lnTo>
                  <a:pt x="704850" y="595313"/>
                </a:lnTo>
                <a:lnTo>
                  <a:pt x="704850" y="604838"/>
                </a:lnTo>
                <a:lnTo>
                  <a:pt x="700088" y="609600"/>
                </a:lnTo>
                <a:lnTo>
                  <a:pt x="695325" y="614363"/>
                </a:lnTo>
                <a:lnTo>
                  <a:pt x="695325" y="623888"/>
                </a:lnTo>
                <a:lnTo>
                  <a:pt x="690563" y="628650"/>
                </a:lnTo>
                <a:lnTo>
                  <a:pt x="685800" y="633413"/>
                </a:lnTo>
                <a:lnTo>
                  <a:pt x="681038" y="638175"/>
                </a:lnTo>
                <a:lnTo>
                  <a:pt x="676275" y="642938"/>
                </a:lnTo>
                <a:lnTo>
                  <a:pt x="676275" y="652463"/>
                </a:lnTo>
                <a:lnTo>
                  <a:pt x="671513" y="657225"/>
                </a:lnTo>
                <a:lnTo>
                  <a:pt x="666750" y="661988"/>
                </a:lnTo>
                <a:lnTo>
                  <a:pt x="661988" y="666750"/>
                </a:lnTo>
                <a:lnTo>
                  <a:pt x="657225" y="671513"/>
                </a:lnTo>
                <a:lnTo>
                  <a:pt x="657225" y="681038"/>
                </a:lnTo>
                <a:lnTo>
                  <a:pt x="652463" y="685800"/>
                </a:lnTo>
                <a:lnTo>
                  <a:pt x="647700" y="690563"/>
                </a:lnTo>
                <a:lnTo>
                  <a:pt x="642938" y="695325"/>
                </a:lnTo>
                <a:lnTo>
                  <a:pt x="638175" y="700088"/>
                </a:lnTo>
                <a:lnTo>
                  <a:pt x="633413" y="704850"/>
                </a:lnTo>
                <a:lnTo>
                  <a:pt x="628650" y="709613"/>
                </a:lnTo>
                <a:lnTo>
                  <a:pt x="628650" y="719138"/>
                </a:lnTo>
                <a:lnTo>
                  <a:pt x="623888" y="723900"/>
                </a:lnTo>
                <a:lnTo>
                  <a:pt x="619125" y="728663"/>
                </a:lnTo>
                <a:lnTo>
                  <a:pt x="614363" y="733425"/>
                </a:lnTo>
                <a:lnTo>
                  <a:pt x="609600" y="738188"/>
                </a:lnTo>
                <a:lnTo>
                  <a:pt x="604838" y="742950"/>
                </a:lnTo>
                <a:lnTo>
                  <a:pt x="600075" y="747713"/>
                </a:lnTo>
                <a:lnTo>
                  <a:pt x="600075" y="757238"/>
                </a:lnTo>
                <a:lnTo>
                  <a:pt x="595313" y="762000"/>
                </a:lnTo>
                <a:lnTo>
                  <a:pt x="590550" y="766763"/>
                </a:lnTo>
                <a:lnTo>
                  <a:pt x="585788" y="771525"/>
                </a:lnTo>
                <a:lnTo>
                  <a:pt x="581025" y="776288"/>
                </a:lnTo>
                <a:lnTo>
                  <a:pt x="576263" y="781050"/>
                </a:lnTo>
                <a:lnTo>
                  <a:pt x="571500" y="785813"/>
                </a:lnTo>
                <a:lnTo>
                  <a:pt x="566738" y="790575"/>
                </a:lnTo>
                <a:lnTo>
                  <a:pt x="561975" y="795338"/>
                </a:lnTo>
                <a:lnTo>
                  <a:pt x="557213" y="800100"/>
                </a:lnTo>
                <a:lnTo>
                  <a:pt x="552450" y="804863"/>
                </a:lnTo>
                <a:lnTo>
                  <a:pt x="552450" y="814388"/>
                </a:lnTo>
                <a:lnTo>
                  <a:pt x="547688" y="819150"/>
                </a:lnTo>
                <a:lnTo>
                  <a:pt x="542925" y="823913"/>
                </a:lnTo>
                <a:lnTo>
                  <a:pt x="538163" y="828675"/>
                </a:lnTo>
                <a:lnTo>
                  <a:pt x="533400" y="833438"/>
                </a:lnTo>
                <a:lnTo>
                  <a:pt x="528638" y="838200"/>
                </a:lnTo>
                <a:lnTo>
                  <a:pt x="523875" y="842963"/>
                </a:lnTo>
                <a:lnTo>
                  <a:pt x="519113" y="847725"/>
                </a:lnTo>
                <a:lnTo>
                  <a:pt x="514350" y="852488"/>
                </a:lnTo>
                <a:lnTo>
                  <a:pt x="509588" y="857250"/>
                </a:lnTo>
                <a:lnTo>
                  <a:pt x="504825" y="862013"/>
                </a:lnTo>
                <a:lnTo>
                  <a:pt x="500063" y="866775"/>
                </a:lnTo>
                <a:lnTo>
                  <a:pt x="495300" y="871538"/>
                </a:lnTo>
                <a:lnTo>
                  <a:pt x="490538" y="876300"/>
                </a:lnTo>
                <a:lnTo>
                  <a:pt x="485775" y="881063"/>
                </a:lnTo>
                <a:lnTo>
                  <a:pt x="481013" y="885825"/>
                </a:lnTo>
                <a:lnTo>
                  <a:pt x="476250" y="890588"/>
                </a:lnTo>
                <a:lnTo>
                  <a:pt x="471488" y="895350"/>
                </a:lnTo>
                <a:lnTo>
                  <a:pt x="466725" y="900113"/>
                </a:lnTo>
                <a:lnTo>
                  <a:pt x="461963" y="904875"/>
                </a:lnTo>
                <a:lnTo>
                  <a:pt x="457200" y="909638"/>
                </a:lnTo>
                <a:lnTo>
                  <a:pt x="452438" y="914400"/>
                </a:lnTo>
                <a:lnTo>
                  <a:pt x="442913" y="914400"/>
                </a:lnTo>
                <a:lnTo>
                  <a:pt x="438150" y="919163"/>
                </a:lnTo>
                <a:lnTo>
                  <a:pt x="433388" y="923925"/>
                </a:lnTo>
                <a:lnTo>
                  <a:pt x="428625" y="928688"/>
                </a:lnTo>
                <a:lnTo>
                  <a:pt x="423863" y="933450"/>
                </a:lnTo>
                <a:lnTo>
                  <a:pt x="419100" y="938213"/>
                </a:lnTo>
                <a:lnTo>
                  <a:pt x="414338" y="942975"/>
                </a:lnTo>
                <a:lnTo>
                  <a:pt x="409575" y="947738"/>
                </a:lnTo>
                <a:lnTo>
                  <a:pt x="404813" y="952500"/>
                </a:lnTo>
                <a:lnTo>
                  <a:pt x="400050" y="957263"/>
                </a:lnTo>
                <a:lnTo>
                  <a:pt x="395288" y="962025"/>
                </a:lnTo>
                <a:lnTo>
                  <a:pt x="385763" y="962025"/>
                </a:lnTo>
                <a:lnTo>
                  <a:pt x="381000" y="966788"/>
                </a:lnTo>
                <a:lnTo>
                  <a:pt x="376238" y="971550"/>
                </a:lnTo>
                <a:lnTo>
                  <a:pt x="371475" y="976313"/>
                </a:lnTo>
                <a:lnTo>
                  <a:pt x="366713" y="981075"/>
                </a:lnTo>
                <a:lnTo>
                  <a:pt x="361950" y="985838"/>
                </a:lnTo>
                <a:lnTo>
                  <a:pt x="357188" y="990600"/>
                </a:lnTo>
                <a:lnTo>
                  <a:pt x="347663" y="990600"/>
                </a:lnTo>
                <a:lnTo>
                  <a:pt x="342900" y="995363"/>
                </a:lnTo>
                <a:lnTo>
                  <a:pt x="338138" y="1000125"/>
                </a:lnTo>
                <a:lnTo>
                  <a:pt x="328613" y="1000125"/>
                </a:lnTo>
                <a:lnTo>
                  <a:pt x="323850" y="1004888"/>
                </a:lnTo>
                <a:lnTo>
                  <a:pt x="319088" y="1009650"/>
                </a:lnTo>
                <a:lnTo>
                  <a:pt x="314325" y="1014413"/>
                </a:lnTo>
                <a:lnTo>
                  <a:pt x="309563" y="1019175"/>
                </a:lnTo>
                <a:lnTo>
                  <a:pt x="300038" y="1019175"/>
                </a:lnTo>
                <a:lnTo>
                  <a:pt x="295275" y="1023938"/>
                </a:lnTo>
                <a:lnTo>
                  <a:pt x="290513" y="1028700"/>
                </a:lnTo>
                <a:lnTo>
                  <a:pt x="280988" y="1028700"/>
                </a:lnTo>
                <a:lnTo>
                  <a:pt x="276225" y="1033463"/>
                </a:lnTo>
                <a:lnTo>
                  <a:pt x="271463" y="1038225"/>
                </a:lnTo>
                <a:lnTo>
                  <a:pt x="261938" y="1038225"/>
                </a:lnTo>
                <a:lnTo>
                  <a:pt x="257175" y="1042988"/>
                </a:lnTo>
                <a:lnTo>
                  <a:pt x="252413" y="1047750"/>
                </a:lnTo>
                <a:lnTo>
                  <a:pt x="242888" y="1047750"/>
                </a:lnTo>
                <a:lnTo>
                  <a:pt x="233363" y="1047750"/>
                </a:lnTo>
                <a:lnTo>
                  <a:pt x="228600" y="1052513"/>
                </a:lnTo>
                <a:lnTo>
                  <a:pt x="223838" y="1057275"/>
                </a:lnTo>
                <a:lnTo>
                  <a:pt x="214313" y="1057275"/>
                </a:lnTo>
                <a:lnTo>
                  <a:pt x="204788" y="1057275"/>
                </a:lnTo>
                <a:lnTo>
                  <a:pt x="195263" y="1057275"/>
                </a:lnTo>
                <a:lnTo>
                  <a:pt x="185738" y="1057275"/>
                </a:lnTo>
                <a:lnTo>
                  <a:pt x="180975" y="1052513"/>
                </a:lnTo>
                <a:lnTo>
                  <a:pt x="176213" y="1047750"/>
                </a:lnTo>
                <a:lnTo>
                  <a:pt x="166688" y="1047750"/>
                </a:lnTo>
                <a:lnTo>
                  <a:pt x="157163" y="1047750"/>
                </a:lnTo>
                <a:lnTo>
                  <a:pt x="152400" y="1042988"/>
                </a:lnTo>
                <a:lnTo>
                  <a:pt x="147638" y="1038225"/>
                </a:lnTo>
                <a:lnTo>
                  <a:pt x="142875" y="1033463"/>
                </a:lnTo>
                <a:lnTo>
                  <a:pt x="138113" y="1028700"/>
                </a:lnTo>
                <a:lnTo>
                  <a:pt x="128588" y="1028700"/>
                </a:lnTo>
                <a:lnTo>
                  <a:pt x="123825" y="1023938"/>
                </a:lnTo>
                <a:lnTo>
                  <a:pt x="119063" y="1019175"/>
                </a:lnTo>
                <a:lnTo>
                  <a:pt x="109538" y="1019175"/>
                </a:lnTo>
                <a:lnTo>
                  <a:pt x="100013" y="1019175"/>
                </a:lnTo>
                <a:lnTo>
                  <a:pt x="95250" y="1014413"/>
                </a:lnTo>
                <a:lnTo>
                  <a:pt x="90488" y="1009650"/>
                </a:lnTo>
                <a:lnTo>
                  <a:pt x="85725" y="1004888"/>
                </a:lnTo>
                <a:lnTo>
                  <a:pt x="80963" y="1000125"/>
                </a:lnTo>
                <a:lnTo>
                  <a:pt x="76200" y="995363"/>
                </a:lnTo>
                <a:lnTo>
                  <a:pt x="71438" y="990600"/>
                </a:lnTo>
                <a:lnTo>
                  <a:pt x="66675" y="985838"/>
                </a:lnTo>
                <a:lnTo>
                  <a:pt x="61913" y="981075"/>
                </a:lnTo>
                <a:lnTo>
                  <a:pt x="57150" y="976313"/>
                </a:lnTo>
                <a:lnTo>
                  <a:pt x="52388" y="971550"/>
                </a:lnTo>
                <a:lnTo>
                  <a:pt x="47625" y="966788"/>
                </a:lnTo>
                <a:lnTo>
                  <a:pt x="42863" y="962025"/>
                </a:lnTo>
                <a:lnTo>
                  <a:pt x="38100" y="957263"/>
                </a:lnTo>
                <a:lnTo>
                  <a:pt x="33338" y="952500"/>
                </a:lnTo>
                <a:lnTo>
                  <a:pt x="28575" y="947738"/>
                </a:lnTo>
                <a:lnTo>
                  <a:pt x="23813" y="942975"/>
                </a:lnTo>
                <a:lnTo>
                  <a:pt x="14288" y="942975"/>
                </a:lnTo>
                <a:lnTo>
                  <a:pt x="9525" y="938213"/>
                </a:lnTo>
                <a:lnTo>
                  <a:pt x="4763" y="933450"/>
                </a:lnTo>
                <a:lnTo>
                  <a:pt x="0" y="928688"/>
                </a:lnTo>
                <a:lnTo>
                  <a:pt x="0" y="919163"/>
                </a:lnTo>
                <a:lnTo>
                  <a:pt x="0" y="909638"/>
                </a:lnTo>
                <a:lnTo>
                  <a:pt x="0" y="900113"/>
                </a:lnTo>
                <a:lnTo>
                  <a:pt x="0" y="890588"/>
                </a:lnTo>
                <a:lnTo>
                  <a:pt x="0" y="881063"/>
                </a:lnTo>
                <a:lnTo>
                  <a:pt x="0" y="871538"/>
                </a:lnTo>
                <a:lnTo>
                  <a:pt x="0" y="862013"/>
                </a:lnTo>
                <a:lnTo>
                  <a:pt x="0" y="852488"/>
                </a:lnTo>
                <a:lnTo>
                  <a:pt x="0" y="842963"/>
                </a:lnTo>
                <a:lnTo>
                  <a:pt x="0" y="833438"/>
                </a:lnTo>
                <a:lnTo>
                  <a:pt x="0" y="823913"/>
                </a:lnTo>
                <a:lnTo>
                  <a:pt x="0" y="814388"/>
                </a:lnTo>
                <a:lnTo>
                  <a:pt x="0" y="804863"/>
                </a:lnTo>
                <a:lnTo>
                  <a:pt x="4763" y="800100"/>
                </a:lnTo>
                <a:lnTo>
                  <a:pt x="9525" y="795338"/>
                </a:lnTo>
                <a:lnTo>
                  <a:pt x="9525" y="785813"/>
                </a:lnTo>
                <a:lnTo>
                  <a:pt x="9525" y="776288"/>
                </a:lnTo>
                <a:lnTo>
                  <a:pt x="9525" y="766763"/>
                </a:lnTo>
                <a:lnTo>
                  <a:pt x="9525" y="757238"/>
                </a:lnTo>
                <a:lnTo>
                  <a:pt x="14288" y="752475"/>
                </a:lnTo>
                <a:lnTo>
                  <a:pt x="19050" y="747713"/>
                </a:lnTo>
                <a:lnTo>
                  <a:pt x="19050" y="738188"/>
                </a:lnTo>
                <a:lnTo>
                  <a:pt x="19050" y="728663"/>
                </a:lnTo>
                <a:lnTo>
                  <a:pt x="23813" y="723900"/>
                </a:lnTo>
                <a:lnTo>
                  <a:pt x="28575" y="719138"/>
                </a:lnTo>
                <a:lnTo>
                  <a:pt x="28575" y="709613"/>
                </a:lnTo>
                <a:lnTo>
                  <a:pt x="28575" y="700088"/>
                </a:lnTo>
                <a:lnTo>
                  <a:pt x="28575" y="690563"/>
                </a:lnTo>
                <a:lnTo>
                  <a:pt x="33338" y="685800"/>
                </a:lnTo>
                <a:lnTo>
                  <a:pt x="38100" y="681038"/>
                </a:lnTo>
                <a:lnTo>
                  <a:pt x="38100" y="671513"/>
                </a:lnTo>
                <a:lnTo>
                  <a:pt x="42863" y="666750"/>
                </a:lnTo>
                <a:lnTo>
                  <a:pt x="47625" y="661988"/>
                </a:lnTo>
                <a:lnTo>
                  <a:pt x="47625" y="652463"/>
                </a:lnTo>
                <a:lnTo>
                  <a:pt x="47625" y="642938"/>
                </a:lnTo>
                <a:lnTo>
                  <a:pt x="52388" y="638175"/>
                </a:lnTo>
                <a:lnTo>
                  <a:pt x="57150" y="633413"/>
                </a:lnTo>
                <a:lnTo>
                  <a:pt x="57150" y="623888"/>
                </a:lnTo>
                <a:lnTo>
                  <a:pt x="61913" y="619125"/>
                </a:lnTo>
                <a:lnTo>
                  <a:pt x="66675" y="614363"/>
                </a:lnTo>
                <a:lnTo>
                  <a:pt x="66675" y="604838"/>
                </a:lnTo>
                <a:lnTo>
                  <a:pt x="66675" y="595313"/>
                </a:lnTo>
                <a:lnTo>
                  <a:pt x="71438" y="590550"/>
                </a:lnTo>
                <a:lnTo>
                  <a:pt x="76200" y="585788"/>
                </a:lnTo>
                <a:lnTo>
                  <a:pt x="76200" y="576263"/>
                </a:lnTo>
                <a:lnTo>
                  <a:pt x="80963" y="571500"/>
                </a:lnTo>
                <a:lnTo>
                  <a:pt x="85725" y="566738"/>
                </a:lnTo>
                <a:lnTo>
                  <a:pt x="85725" y="557213"/>
                </a:lnTo>
                <a:lnTo>
                  <a:pt x="90488" y="552450"/>
                </a:lnTo>
                <a:lnTo>
                  <a:pt x="95250" y="547688"/>
                </a:lnTo>
                <a:lnTo>
                  <a:pt x="95250" y="538163"/>
                </a:lnTo>
                <a:lnTo>
                  <a:pt x="100013" y="533400"/>
                </a:lnTo>
                <a:lnTo>
                  <a:pt x="104775" y="528638"/>
                </a:lnTo>
                <a:lnTo>
                  <a:pt x="104775" y="519113"/>
                </a:lnTo>
                <a:lnTo>
                  <a:pt x="109538" y="514350"/>
                </a:lnTo>
                <a:lnTo>
                  <a:pt x="114300" y="509588"/>
                </a:lnTo>
                <a:lnTo>
                  <a:pt x="114300" y="500063"/>
                </a:lnTo>
                <a:lnTo>
                  <a:pt x="119063" y="495300"/>
                </a:lnTo>
                <a:lnTo>
                  <a:pt x="123825" y="490538"/>
                </a:lnTo>
                <a:lnTo>
                  <a:pt x="128588" y="485775"/>
                </a:lnTo>
                <a:lnTo>
                  <a:pt x="133350" y="481013"/>
                </a:lnTo>
                <a:lnTo>
                  <a:pt x="133350" y="471488"/>
                </a:lnTo>
                <a:lnTo>
                  <a:pt x="138113" y="466725"/>
                </a:lnTo>
                <a:lnTo>
                  <a:pt x="142875" y="461963"/>
                </a:lnTo>
                <a:lnTo>
                  <a:pt x="142875" y="452438"/>
                </a:lnTo>
                <a:lnTo>
                  <a:pt x="147638" y="447675"/>
                </a:lnTo>
                <a:lnTo>
                  <a:pt x="152400" y="442913"/>
                </a:lnTo>
                <a:lnTo>
                  <a:pt x="152400" y="433388"/>
                </a:lnTo>
                <a:lnTo>
                  <a:pt x="157163" y="428625"/>
                </a:lnTo>
                <a:lnTo>
                  <a:pt x="161925" y="423863"/>
                </a:lnTo>
                <a:lnTo>
                  <a:pt x="166688" y="419100"/>
                </a:lnTo>
                <a:lnTo>
                  <a:pt x="171450" y="414338"/>
                </a:lnTo>
                <a:lnTo>
                  <a:pt x="171450" y="404813"/>
                </a:lnTo>
                <a:lnTo>
                  <a:pt x="176213" y="400050"/>
                </a:lnTo>
                <a:lnTo>
                  <a:pt x="180975" y="395288"/>
                </a:lnTo>
                <a:lnTo>
                  <a:pt x="185738" y="390525"/>
                </a:lnTo>
                <a:lnTo>
                  <a:pt x="190500" y="385763"/>
                </a:lnTo>
                <a:lnTo>
                  <a:pt x="190500" y="376238"/>
                </a:lnTo>
                <a:lnTo>
                  <a:pt x="195263" y="371475"/>
                </a:lnTo>
                <a:lnTo>
                  <a:pt x="200025" y="366713"/>
                </a:lnTo>
                <a:lnTo>
                  <a:pt x="204788" y="361950"/>
                </a:lnTo>
                <a:lnTo>
                  <a:pt x="209550" y="357188"/>
                </a:lnTo>
                <a:lnTo>
                  <a:pt x="214313" y="352425"/>
                </a:lnTo>
                <a:lnTo>
                  <a:pt x="219075" y="347663"/>
                </a:lnTo>
                <a:lnTo>
                  <a:pt x="219075" y="338138"/>
                </a:lnTo>
                <a:lnTo>
                  <a:pt x="223838" y="333375"/>
                </a:lnTo>
                <a:lnTo>
                  <a:pt x="228600" y="328613"/>
                </a:lnTo>
                <a:lnTo>
                  <a:pt x="233363" y="323850"/>
                </a:lnTo>
                <a:lnTo>
                  <a:pt x="238125" y="319088"/>
                </a:lnTo>
                <a:lnTo>
                  <a:pt x="242888" y="314325"/>
                </a:lnTo>
                <a:lnTo>
                  <a:pt x="247650" y="309563"/>
                </a:lnTo>
                <a:lnTo>
                  <a:pt x="247650" y="300038"/>
                </a:lnTo>
                <a:lnTo>
                  <a:pt x="252413" y="295275"/>
                </a:lnTo>
                <a:lnTo>
                  <a:pt x="257175" y="290513"/>
                </a:lnTo>
                <a:lnTo>
                  <a:pt x="261938" y="285750"/>
                </a:lnTo>
                <a:lnTo>
                  <a:pt x="266700" y="280988"/>
                </a:lnTo>
                <a:lnTo>
                  <a:pt x="271463" y="276225"/>
                </a:lnTo>
                <a:lnTo>
                  <a:pt x="276225" y="271463"/>
                </a:lnTo>
                <a:lnTo>
                  <a:pt x="280988" y="266700"/>
                </a:lnTo>
                <a:lnTo>
                  <a:pt x="285750" y="261938"/>
                </a:lnTo>
                <a:lnTo>
                  <a:pt x="290513" y="257175"/>
                </a:lnTo>
                <a:lnTo>
                  <a:pt x="295275" y="252413"/>
                </a:lnTo>
                <a:lnTo>
                  <a:pt x="295275" y="242888"/>
                </a:lnTo>
                <a:lnTo>
                  <a:pt x="300038" y="238125"/>
                </a:lnTo>
                <a:lnTo>
                  <a:pt x="304800" y="233363"/>
                </a:lnTo>
                <a:lnTo>
                  <a:pt x="309563" y="228600"/>
                </a:lnTo>
                <a:lnTo>
                  <a:pt x="314325" y="223838"/>
                </a:lnTo>
                <a:lnTo>
                  <a:pt x="319088" y="219075"/>
                </a:lnTo>
                <a:lnTo>
                  <a:pt x="323850" y="214313"/>
                </a:lnTo>
                <a:lnTo>
                  <a:pt x="328613" y="209550"/>
                </a:lnTo>
                <a:lnTo>
                  <a:pt x="333375" y="204788"/>
                </a:lnTo>
                <a:lnTo>
                  <a:pt x="338138" y="200025"/>
                </a:lnTo>
                <a:lnTo>
                  <a:pt x="342900" y="195263"/>
                </a:lnTo>
                <a:lnTo>
                  <a:pt x="347663" y="190500"/>
                </a:lnTo>
                <a:lnTo>
                  <a:pt x="352425" y="185738"/>
                </a:lnTo>
                <a:lnTo>
                  <a:pt x="357188" y="180975"/>
                </a:lnTo>
                <a:lnTo>
                  <a:pt x="361950" y="176213"/>
                </a:lnTo>
                <a:lnTo>
                  <a:pt x="366713" y="171450"/>
                </a:lnTo>
                <a:lnTo>
                  <a:pt x="371475" y="166688"/>
                </a:lnTo>
                <a:lnTo>
                  <a:pt x="376238" y="161925"/>
                </a:lnTo>
                <a:lnTo>
                  <a:pt x="381000" y="157163"/>
                </a:lnTo>
                <a:lnTo>
                  <a:pt x="385763" y="152400"/>
                </a:lnTo>
                <a:lnTo>
                  <a:pt x="390525" y="147638"/>
                </a:lnTo>
                <a:lnTo>
                  <a:pt x="395288" y="142875"/>
                </a:lnTo>
                <a:lnTo>
                  <a:pt x="400050" y="138113"/>
                </a:lnTo>
                <a:lnTo>
                  <a:pt x="404813" y="133350"/>
                </a:lnTo>
                <a:lnTo>
                  <a:pt x="409575" y="128588"/>
                </a:lnTo>
                <a:lnTo>
                  <a:pt x="414338" y="123825"/>
                </a:lnTo>
                <a:lnTo>
                  <a:pt x="419100" y="119063"/>
                </a:lnTo>
                <a:lnTo>
                  <a:pt x="423863" y="114300"/>
                </a:lnTo>
                <a:lnTo>
                  <a:pt x="433388" y="114300"/>
                </a:lnTo>
                <a:lnTo>
                  <a:pt x="438150" y="109538"/>
                </a:lnTo>
                <a:lnTo>
                  <a:pt x="442913" y="104775"/>
                </a:lnTo>
                <a:lnTo>
                  <a:pt x="447675" y="100013"/>
                </a:lnTo>
                <a:lnTo>
                  <a:pt x="452438" y="95250"/>
                </a:lnTo>
                <a:lnTo>
                  <a:pt x="457200" y="90488"/>
                </a:lnTo>
                <a:lnTo>
                  <a:pt x="461963" y="85725"/>
                </a:lnTo>
                <a:lnTo>
                  <a:pt x="466725" y="80963"/>
                </a:lnTo>
                <a:lnTo>
                  <a:pt x="471488" y="76200"/>
                </a:lnTo>
                <a:lnTo>
                  <a:pt x="481013" y="76200"/>
                </a:lnTo>
                <a:lnTo>
                  <a:pt x="485775" y="71438"/>
                </a:lnTo>
                <a:lnTo>
                  <a:pt x="490538" y="66675"/>
                </a:lnTo>
                <a:lnTo>
                  <a:pt x="495300" y="61913"/>
                </a:lnTo>
                <a:lnTo>
                  <a:pt x="500063" y="57150"/>
                </a:lnTo>
                <a:lnTo>
                  <a:pt x="509588" y="57150"/>
                </a:lnTo>
                <a:lnTo>
                  <a:pt x="514350" y="52388"/>
                </a:lnTo>
                <a:lnTo>
                  <a:pt x="519113" y="47625"/>
                </a:lnTo>
                <a:lnTo>
                  <a:pt x="523875" y="42863"/>
                </a:lnTo>
                <a:lnTo>
                  <a:pt x="528638" y="38100"/>
                </a:lnTo>
                <a:lnTo>
                  <a:pt x="538163" y="38100"/>
                </a:lnTo>
                <a:lnTo>
                  <a:pt x="542925" y="33338"/>
                </a:lnTo>
                <a:lnTo>
                  <a:pt x="547688" y="28575"/>
                </a:lnTo>
                <a:lnTo>
                  <a:pt x="557213" y="28575"/>
                </a:lnTo>
                <a:lnTo>
                  <a:pt x="561975" y="23813"/>
                </a:lnTo>
                <a:lnTo>
                  <a:pt x="566738" y="19050"/>
                </a:lnTo>
                <a:lnTo>
                  <a:pt x="576263" y="19050"/>
                </a:lnTo>
                <a:lnTo>
                  <a:pt x="581025" y="14288"/>
                </a:lnTo>
                <a:lnTo>
                  <a:pt x="585788" y="9525"/>
                </a:lnTo>
                <a:lnTo>
                  <a:pt x="595313" y="9525"/>
                </a:lnTo>
                <a:lnTo>
                  <a:pt x="600075" y="4763"/>
                </a:lnTo>
                <a:close/>
              </a:path>
            </a:pathLst>
          </a:custGeom>
          <a:solidFill xmlns:a="http://schemas.openxmlformats.org/drawingml/2006/main">
            <a:srgbClr val="C0C0C0"/>
          </a:solidFill>
          <a:ln xmlns:a="http://schemas.openxmlformats.org/drawingml/2006/main" w="0">
            <a:noFill/>
            <a:prstDash val="solid"/>
          </a:ln>
        </p:spPr>
      </p:sp>
      <p:sp>
        <p:nvSpPr>
          <p:cNvPr id="309" name="deep-skill-chaining-source-component-5-gradient-194-0">
            <a:extLst xmlns:a="http://schemas.openxmlformats.org/drawingml/2006/main">
              <a:ext uri="{FF2B5EF4-FFF2-40B4-BE49-F238E27FC236}">
                <a16:creationId xmlns:a16="http://schemas.microsoft.com/office/drawing/2014/main" id="{78D459FD-22E1-4822-860D-AD4E8249878D}"/>
              </a:ext>
            </a:extLst>
          </p:cNvPr>
          <p:cNvSpPr>
            <a:spLocks xmlns:a="http://schemas.openxmlformats.org/drawingml/2006/main" noGrp="1"/>
          </p:cNvSpPr>
          <p:nvPr/>
        </p:nvSpPr>
        <p:spPr>
          <a:xfrm xmlns:a="http://schemas.openxmlformats.org/drawingml/2006/main" rot="0">
            <a:off x="8401050" y="2333625"/>
            <a:ext cx="857250" cy="1038225"/>
          </a:xfrm>
          <a:custGeom xmlns:a="http://schemas.openxmlformats.org/drawingml/2006/main">
            <a:pathLst>
              <a:path w="857250" h="1038225">
                <a:moveTo>
                  <a:pt x="590550" y="4763"/>
                </a:moveTo>
                <a:lnTo>
                  <a:pt x="595313" y="0"/>
                </a:lnTo>
                <a:lnTo>
                  <a:pt x="604838" y="0"/>
                </a:lnTo>
                <a:lnTo>
                  <a:pt x="609600" y="4763"/>
                </a:lnTo>
                <a:lnTo>
                  <a:pt x="614363" y="9525"/>
                </a:lnTo>
                <a:lnTo>
                  <a:pt x="623888" y="9525"/>
                </a:lnTo>
                <a:lnTo>
                  <a:pt x="633413" y="9525"/>
                </a:lnTo>
                <a:lnTo>
                  <a:pt x="642938" y="9525"/>
                </a:lnTo>
                <a:lnTo>
                  <a:pt x="647700" y="14288"/>
                </a:lnTo>
                <a:lnTo>
                  <a:pt x="652463" y="19050"/>
                </a:lnTo>
                <a:lnTo>
                  <a:pt x="661988" y="19050"/>
                </a:lnTo>
                <a:lnTo>
                  <a:pt x="671513" y="19050"/>
                </a:lnTo>
                <a:lnTo>
                  <a:pt x="676275" y="23813"/>
                </a:lnTo>
                <a:lnTo>
                  <a:pt x="681038" y="28575"/>
                </a:lnTo>
                <a:lnTo>
                  <a:pt x="685800" y="33338"/>
                </a:lnTo>
                <a:lnTo>
                  <a:pt x="690563" y="38100"/>
                </a:lnTo>
                <a:lnTo>
                  <a:pt x="700088" y="38100"/>
                </a:lnTo>
                <a:lnTo>
                  <a:pt x="704850" y="42863"/>
                </a:lnTo>
                <a:lnTo>
                  <a:pt x="709613" y="47625"/>
                </a:lnTo>
                <a:lnTo>
                  <a:pt x="714375" y="52388"/>
                </a:lnTo>
                <a:lnTo>
                  <a:pt x="719138" y="57150"/>
                </a:lnTo>
                <a:lnTo>
                  <a:pt x="723900" y="61913"/>
                </a:lnTo>
                <a:lnTo>
                  <a:pt x="728663" y="66675"/>
                </a:lnTo>
                <a:lnTo>
                  <a:pt x="733425" y="71438"/>
                </a:lnTo>
                <a:lnTo>
                  <a:pt x="738188" y="76200"/>
                </a:lnTo>
                <a:lnTo>
                  <a:pt x="742950" y="80963"/>
                </a:lnTo>
                <a:lnTo>
                  <a:pt x="747713" y="85725"/>
                </a:lnTo>
                <a:lnTo>
                  <a:pt x="757238" y="85725"/>
                </a:lnTo>
                <a:lnTo>
                  <a:pt x="762000" y="90488"/>
                </a:lnTo>
                <a:lnTo>
                  <a:pt x="766763" y="95250"/>
                </a:lnTo>
                <a:lnTo>
                  <a:pt x="771525" y="100013"/>
                </a:lnTo>
                <a:lnTo>
                  <a:pt x="776288" y="104775"/>
                </a:lnTo>
                <a:lnTo>
                  <a:pt x="785813" y="104775"/>
                </a:lnTo>
                <a:lnTo>
                  <a:pt x="790575" y="109538"/>
                </a:lnTo>
                <a:lnTo>
                  <a:pt x="795338" y="114300"/>
                </a:lnTo>
                <a:lnTo>
                  <a:pt x="800100" y="119063"/>
                </a:lnTo>
                <a:lnTo>
                  <a:pt x="804863" y="123825"/>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57250" y="176213"/>
                </a:lnTo>
                <a:lnTo>
                  <a:pt x="857250" y="185738"/>
                </a:lnTo>
                <a:lnTo>
                  <a:pt x="857250" y="195263"/>
                </a:lnTo>
                <a:lnTo>
                  <a:pt x="857250" y="204788"/>
                </a:lnTo>
                <a:lnTo>
                  <a:pt x="857250" y="214313"/>
                </a:lnTo>
                <a:lnTo>
                  <a:pt x="857250" y="223838"/>
                </a:lnTo>
                <a:lnTo>
                  <a:pt x="857250" y="233363"/>
                </a:lnTo>
                <a:lnTo>
                  <a:pt x="852488" y="238125"/>
                </a:lnTo>
                <a:lnTo>
                  <a:pt x="847725" y="242888"/>
                </a:lnTo>
                <a:lnTo>
                  <a:pt x="847725" y="252413"/>
                </a:lnTo>
                <a:lnTo>
                  <a:pt x="847725" y="261938"/>
                </a:lnTo>
                <a:lnTo>
                  <a:pt x="847725" y="271463"/>
                </a:lnTo>
                <a:lnTo>
                  <a:pt x="842963" y="276225"/>
                </a:lnTo>
                <a:lnTo>
                  <a:pt x="838200" y="280988"/>
                </a:lnTo>
                <a:lnTo>
                  <a:pt x="838200" y="290513"/>
                </a:lnTo>
                <a:lnTo>
                  <a:pt x="838200" y="300038"/>
                </a:lnTo>
                <a:lnTo>
                  <a:pt x="838200" y="309563"/>
                </a:lnTo>
                <a:lnTo>
                  <a:pt x="833438" y="314325"/>
                </a:lnTo>
                <a:lnTo>
                  <a:pt x="828675" y="319088"/>
                </a:lnTo>
                <a:lnTo>
                  <a:pt x="828675" y="328613"/>
                </a:lnTo>
                <a:lnTo>
                  <a:pt x="828675" y="338138"/>
                </a:lnTo>
                <a:lnTo>
                  <a:pt x="823913" y="342900"/>
                </a:lnTo>
                <a:lnTo>
                  <a:pt x="819150" y="347663"/>
                </a:lnTo>
                <a:lnTo>
                  <a:pt x="819150" y="357188"/>
                </a:lnTo>
                <a:lnTo>
                  <a:pt x="819150" y="366713"/>
                </a:lnTo>
                <a:lnTo>
                  <a:pt x="814388" y="371475"/>
                </a:lnTo>
                <a:lnTo>
                  <a:pt x="809625" y="376238"/>
                </a:lnTo>
                <a:lnTo>
                  <a:pt x="809625" y="385763"/>
                </a:lnTo>
                <a:lnTo>
                  <a:pt x="809625" y="395288"/>
                </a:lnTo>
                <a:lnTo>
                  <a:pt x="804863" y="400050"/>
                </a:lnTo>
                <a:lnTo>
                  <a:pt x="800100" y="404813"/>
                </a:lnTo>
                <a:lnTo>
                  <a:pt x="800100" y="414338"/>
                </a:lnTo>
                <a:lnTo>
                  <a:pt x="795338" y="419100"/>
                </a:lnTo>
                <a:lnTo>
                  <a:pt x="790575" y="423863"/>
                </a:lnTo>
                <a:lnTo>
                  <a:pt x="790575" y="433388"/>
                </a:lnTo>
                <a:lnTo>
                  <a:pt x="785813" y="438150"/>
                </a:lnTo>
                <a:lnTo>
                  <a:pt x="781050" y="442913"/>
                </a:lnTo>
                <a:lnTo>
                  <a:pt x="781050" y="452438"/>
                </a:lnTo>
                <a:lnTo>
                  <a:pt x="776288" y="457200"/>
                </a:lnTo>
                <a:lnTo>
                  <a:pt x="771525" y="461963"/>
                </a:lnTo>
                <a:lnTo>
                  <a:pt x="771525" y="471488"/>
                </a:lnTo>
                <a:lnTo>
                  <a:pt x="771525" y="481013"/>
                </a:lnTo>
                <a:lnTo>
                  <a:pt x="766763" y="485775"/>
                </a:lnTo>
                <a:lnTo>
                  <a:pt x="762000" y="490538"/>
                </a:lnTo>
                <a:lnTo>
                  <a:pt x="762000" y="500063"/>
                </a:lnTo>
                <a:lnTo>
                  <a:pt x="757238" y="504825"/>
                </a:lnTo>
                <a:lnTo>
                  <a:pt x="752475" y="509588"/>
                </a:lnTo>
                <a:lnTo>
                  <a:pt x="747713" y="514350"/>
                </a:lnTo>
                <a:lnTo>
                  <a:pt x="742950" y="519113"/>
                </a:lnTo>
                <a:lnTo>
                  <a:pt x="742950" y="528638"/>
                </a:lnTo>
                <a:lnTo>
                  <a:pt x="738188" y="533400"/>
                </a:lnTo>
                <a:lnTo>
                  <a:pt x="733425" y="538163"/>
                </a:lnTo>
                <a:lnTo>
                  <a:pt x="733425" y="547688"/>
                </a:lnTo>
                <a:lnTo>
                  <a:pt x="728663" y="552450"/>
                </a:lnTo>
                <a:lnTo>
                  <a:pt x="723900" y="557213"/>
                </a:lnTo>
                <a:lnTo>
                  <a:pt x="723900" y="566738"/>
                </a:lnTo>
                <a:lnTo>
                  <a:pt x="719138" y="571500"/>
                </a:lnTo>
                <a:lnTo>
                  <a:pt x="714375" y="576263"/>
                </a:lnTo>
                <a:lnTo>
                  <a:pt x="709613" y="581025"/>
                </a:lnTo>
                <a:lnTo>
                  <a:pt x="704850" y="585788"/>
                </a:lnTo>
                <a:lnTo>
                  <a:pt x="704850" y="595313"/>
                </a:lnTo>
                <a:lnTo>
                  <a:pt x="700088" y="600075"/>
                </a:lnTo>
                <a:lnTo>
                  <a:pt x="695325" y="604838"/>
                </a:lnTo>
                <a:lnTo>
                  <a:pt x="695325" y="614363"/>
                </a:lnTo>
                <a:lnTo>
                  <a:pt x="690563" y="619125"/>
                </a:lnTo>
                <a:lnTo>
                  <a:pt x="685800" y="623888"/>
                </a:lnTo>
                <a:lnTo>
                  <a:pt x="681038" y="628650"/>
                </a:lnTo>
                <a:lnTo>
                  <a:pt x="676275" y="633413"/>
                </a:lnTo>
                <a:lnTo>
                  <a:pt x="676275" y="642938"/>
                </a:lnTo>
                <a:lnTo>
                  <a:pt x="671513" y="647700"/>
                </a:lnTo>
                <a:lnTo>
                  <a:pt x="666750" y="652463"/>
                </a:lnTo>
                <a:lnTo>
                  <a:pt x="661988" y="657225"/>
                </a:lnTo>
                <a:lnTo>
                  <a:pt x="657225" y="661988"/>
                </a:lnTo>
                <a:lnTo>
                  <a:pt x="657225" y="671513"/>
                </a:lnTo>
                <a:lnTo>
                  <a:pt x="652463" y="676275"/>
                </a:lnTo>
                <a:lnTo>
                  <a:pt x="647700" y="681038"/>
                </a:lnTo>
                <a:lnTo>
                  <a:pt x="642938" y="685800"/>
                </a:lnTo>
                <a:lnTo>
                  <a:pt x="638175" y="690563"/>
                </a:lnTo>
                <a:lnTo>
                  <a:pt x="633413" y="695325"/>
                </a:lnTo>
                <a:lnTo>
                  <a:pt x="628650" y="700088"/>
                </a:lnTo>
                <a:lnTo>
                  <a:pt x="628650" y="709613"/>
                </a:lnTo>
                <a:lnTo>
                  <a:pt x="623888" y="714375"/>
                </a:lnTo>
                <a:lnTo>
                  <a:pt x="619125" y="719138"/>
                </a:lnTo>
                <a:lnTo>
                  <a:pt x="614363" y="723900"/>
                </a:lnTo>
                <a:lnTo>
                  <a:pt x="609600" y="728663"/>
                </a:lnTo>
                <a:lnTo>
                  <a:pt x="604838" y="733425"/>
                </a:lnTo>
                <a:lnTo>
                  <a:pt x="600075" y="738188"/>
                </a:lnTo>
                <a:lnTo>
                  <a:pt x="600075" y="747713"/>
                </a:lnTo>
                <a:lnTo>
                  <a:pt x="595313" y="752475"/>
                </a:lnTo>
                <a:lnTo>
                  <a:pt x="590550" y="757238"/>
                </a:lnTo>
                <a:lnTo>
                  <a:pt x="585788" y="762000"/>
                </a:lnTo>
                <a:lnTo>
                  <a:pt x="581025" y="766763"/>
                </a:lnTo>
                <a:lnTo>
                  <a:pt x="576263" y="771525"/>
                </a:lnTo>
                <a:lnTo>
                  <a:pt x="571500" y="776288"/>
                </a:lnTo>
                <a:lnTo>
                  <a:pt x="566738" y="781050"/>
                </a:lnTo>
                <a:lnTo>
                  <a:pt x="561975" y="785813"/>
                </a:lnTo>
                <a:lnTo>
                  <a:pt x="557213" y="790575"/>
                </a:lnTo>
                <a:lnTo>
                  <a:pt x="552450" y="795338"/>
                </a:lnTo>
                <a:lnTo>
                  <a:pt x="552450" y="804863"/>
                </a:lnTo>
                <a:lnTo>
                  <a:pt x="547688" y="809625"/>
                </a:lnTo>
                <a:lnTo>
                  <a:pt x="542925" y="814388"/>
                </a:lnTo>
                <a:lnTo>
                  <a:pt x="538163" y="819150"/>
                </a:lnTo>
                <a:lnTo>
                  <a:pt x="533400" y="823913"/>
                </a:lnTo>
                <a:lnTo>
                  <a:pt x="528638" y="828675"/>
                </a:lnTo>
                <a:lnTo>
                  <a:pt x="523875" y="833438"/>
                </a:lnTo>
                <a:lnTo>
                  <a:pt x="519113" y="838200"/>
                </a:lnTo>
                <a:lnTo>
                  <a:pt x="514350" y="842963"/>
                </a:lnTo>
                <a:lnTo>
                  <a:pt x="509588" y="847725"/>
                </a:lnTo>
                <a:lnTo>
                  <a:pt x="504825" y="852488"/>
                </a:lnTo>
                <a:lnTo>
                  <a:pt x="500063" y="857250"/>
                </a:lnTo>
                <a:lnTo>
                  <a:pt x="495300" y="862013"/>
                </a:lnTo>
                <a:lnTo>
                  <a:pt x="490538" y="866775"/>
                </a:lnTo>
                <a:lnTo>
                  <a:pt x="485775" y="871538"/>
                </a:lnTo>
                <a:lnTo>
                  <a:pt x="481013" y="876300"/>
                </a:lnTo>
                <a:lnTo>
                  <a:pt x="476250" y="881063"/>
                </a:lnTo>
                <a:lnTo>
                  <a:pt x="471488" y="885825"/>
                </a:lnTo>
                <a:lnTo>
                  <a:pt x="466725" y="890588"/>
                </a:lnTo>
                <a:lnTo>
                  <a:pt x="461963" y="895350"/>
                </a:lnTo>
                <a:lnTo>
                  <a:pt x="457200" y="900113"/>
                </a:lnTo>
                <a:lnTo>
                  <a:pt x="452438" y="904875"/>
                </a:lnTo>
                <a:lnTo>
                  <a:pt x="442913" y="904875"/>
                </a:lnTo>
                <a:lnTo>
                  <a:pt x="438150" y="909638"/>
                </a:lnTo>
                <a:lnTo>
                  <a:pt x="433388" y="914400"/>
                </a:lnTo>
                <a:lnTo>
                  <a:pt x="428625" y="919163"/>
                </a:lnTo>
                <a:lnTo>
                  <a:pt x="423863" y="923925"/>
                </a:lnTo>
                <a:lnTo>
                  <a:pt x="419100" y="928688"/>
                </a:lnTo>
                <a:lnTo>
                  <a:pt x="414338" y="933450"/>
                </a:lnTo>
                <a:lnTo>
                  <a:pt x="409575" y="938213"/>
                </a:lnTo>
                <a:lnTo>
                  <a:pt x="404813" y="942975"/>
                </a:lnTo>
                <a:lnTo>
                  <a:pt x="400050" y="947738"/>
                </a:lnTo>
                <a:lnTo>
                  <a:pt x="395288" y="952500"/>
                </a:lnTo>
                <a:lnTo>
                  <a:pt x="385763" y="952500"/>
                </a:lnTo>
                <a:lnTo>
                  <a:pt x="381000" y="957263"/>
                </a:lnTo>
                <a:lnTo>
                  <a:pt x="376238" y="962025"/>
                </a:lnTo>
                <a:lnTo>
                  <a:pt x="371475" y="966788"/>
                </a:lnTo>
                <a:lnTo>
                  <a:pt x="366713" y="971550"/>
                </a:lnTo>
                <a:lnTo>
                  <a:pt x="361950" y="976313"/>
                </a:lnTo>
                <a:lnTo>
                  <a:pt x="357188" y="981075"/>
                </a:lnTo>
                <a:lnTo>
                  <a:pt x="347663" y="981075"/>
                </a:lnTo>
                <a:lnTo>
                  <a:pt x="342900" y="985838"/>
                </a:lnTo>
                <a:lnTo>
                  <a:pt x="338138" y="990600"/>
                </a:lnTo>
                <a:lnTo>
                  <a:pt x="328613" y="990600"/>
                </a:lnTo>
                <a:lnTo>
                  <a:pt x="323850" y="995363"/>
                </a:lnTo>
                <a:lnTo>
                  <a:pt x="319088" y="1000125"/>
                </a:lnTo>
                <a:lnTo>
                  <a:pt x="314325" y="1004888"/>
                </a:lnTo>
                <a:lnTo>
                  <a:pt x="309563" y="1009650"/>
                </a:lnTo>
                <a:lnTo>
                  <a:pt x="300038" y="1009650"/>
                </a:lnTo>
                <a:lnTo>
                  <a:pt x="295275" y="1014413"/>
                </a:lnTo>
                <a:lnTo>
                  <a:pt x="290513" y="1019175"/>
                </a:lnTo>
                <a:lnTo>
                  <a:pt x="280988" y="1019175"/>
                </a:lnTo>
                <a:lnTo>
                  <a:pt x="276225" y="1023938"/>
                </a:lnTo>
                <a:lnTo>
                  <a:pt x="271463" y="1028700"/>
                </a:lnTo>
                <a:lnTo>
                  <a:pt x="261938" y="1028700"/>
                </a:lnTo>
                <a:lnTo>
                  <a:pt x="257175" y="1033463"/>
                </a:lnTo>
                <a:lnTo>
                  <a:pt x="252413" y="1038225"/>
                </a:lnTo>
                <a:lnTo>
                  <a:pt x="242888" y="1038225"/>
                </a:lnTo>
                <a:lnTo>
                  <a:pt x="233363" y="1038225"/>
                </a:lnTo>
                <a:lnTo>
                  <a:pt x="223838" y="1038225"/>
                </a:lnTo>
                <a:lnTo>
                  <a:pt x="214313" y="1038225"/>
                </a:lnTo>
                <a:lnTo>
                  <a:pt x="209550" y="1033463"/>
                </a:lnTo>
                <a:lnTo>
                  <a:pt x="204788" y="1028700"/>
                </a:lnTo>
                <a:lnTo>
                  <a:pt x="195263" y="1028700"/>
                </a:lnTo>
                <a:lnTo>
                  <a:pt x="185738" y="1028700"/>
                </a:lnTo>
                <a:lnTo>
                  <a:pt x="180975" y="1023938"/>
                </a:lnTo>
                <a:lnTo>
                  <a:pt x="176213" y="1019175"/>
                </a:lnTo>
                <a:lnTo>
                  <a:pt x="166688" y="1019175"/>
                </a:lnTo>
                <a:lnTo>
                  <a:pt x="157163" y="1019175"/>
                </a:lnTo>
                <a:lnTo>
                  <a:pt x="152400" y="1014413"/>
                </a:lnTo>
                <a:lnTo>
                  <a:pt x="147638" y="1009650"/>
                </a:lnTo>
                <a:lnTo>
                  <a:pt x="142875" y="1004888"/>
                </a:lnTo>
                <a:lnTo>
                  <a:pt x="138113" y="1000125"/>
                </a:lnTo>
                <a:lnTo>
                  <a:pt x="128588" y="1000125"/>
                </a:lnTo>
                <a:lnTo>
                  <a:pt x="123825" y="995363"/>
                </a:lnTo>
                <a:lnTo>
                  <a:pt x="119063" y="990600"/>
                </a:lnTo>
                <a:lnTo>
                  <a:pt x="109538" y="990600"/>
                </a:lnTo>
                <a:lnTo>
                  <a:pt x="104775" y="985838"/>
                </a:lnTo>
                <a:lnTo>
                  <a:pt x="100013" y="981075"/>
                </a:lnTo>
                <a:lnTo>
                  <a:pt x="95250" y="976313"/>
                </a:lnTo>
                <a:lnTo>
                  <a:pt x="90488" y="971550"/>
                </a:lnTo>
                <a:lnTo>
                  <a:pt x="85725" y="966788"/>
                </a:lnTo>
                <a:lnTo>
                  <a:pt x="80963" y="962025"/>
                </a:lnTo>
                <a:lnTo>
                  <a:pt x="76200" y="957263"/>
                </a:lnTo>
                <a:lnTo>
                  <a:pt x="71438" y="952500"/>
                </a:lnTo>
                <a:lnTo>
                  <a:pt x="66675" y="947738"/>
                </a:lnTo>
                <a:lnTo>
                  <a:pt x="61913" y="942975"/>
                </a:lnTo>
                <a:lnTo>
                  <a:pt x="57150" y="938213"/>
                </a:lnTo>
                <a:lnTo>
                  <a:pt x="52388" y="933450"/>
                </a:lnTo>
                <a:lnTo>
                  <a:pt x="47625" y="928688"/>
                </a:lnTo>
                <a:lnTo>
                  <a:pt x="42863" y="923925"/>
                </a:lnTo>
                <a:lnTo>
                  <a:pt x="38100" y="919163"/>
                </a:lnTo>
                <a:lnTo>
                  <a:pt x="33338" y="914400"/>
                </a:lnTo>
                <a:lnTo>
                  <a:pt x="23813" y="914400"/>
                </a:lnTo>
                <a:lnTo>
                  <a:pt x="14288" y="914400"/>
                </a:lnTo>
                <a:lnTo>
                  <a:pt x="9525" y="909638"/>
                </a:lnTo>
                <a:lnTo>
                  <a:pt x="9525" y="900113"/>
                </a:lnTo>
                <a:lnTo>
                  <a:pt x="4763" y="895350"/>
                </a:lnTo>
                <a:lnTo>
                  <a:pt x="0" y="890588"/>
                </a:lnTo>
                <a:lnTo>
                  <a:pt x="0" y="881063"/>
                </a:lnTo>
                <a:lnTo>
                  <a:pt x="0" y="871538"/>
                </a:lnTo>
                <a:lnTo>
                  <a:pt x="0" y="862013"/>
                </a:lnTo>
                <a:lnTo>
                  <a:pt x="0" y="852488"/>
                </a:lnTo>
                <a:lnTo>
                  <a:pt x="0" y="842963"/>
                </a:lnTo>
                <a:lnTo>
                  <a:pt x="0" y="833438"/>
                </a:lnTo>
                <a:lnTo>
                  <a:pt x="0" y="823913"/>
                </a:lnTo>
                <a:lnTo>
                  <a:pt x="0" y="814388"/>
                </a:lnTo>
                <a:lnTo>
                  <a:pt x="0" y="804863"/>
                </a:lnTo>
                <a:lnTo>
                  <a:pt x="0" y="795338"/>
                </a:lnTo>
                <a:lnTo>
                  <a:pt x="4763" y="790575"/>
                </a:lnTo>
                <a:lnTo>
                  <a:pt x="9525" y="785813"/>
                </a:lnTo>
                <a:lnTo>
                  <a:pt x="9525" y="776288"/>
                </a:lnTo>
                <a:lnTo>
                  <a:pt x="9525" y="766763"/>
                </a:lnTo>
                <a:lnTo>
                  <a:pt x="9525" y="757238"/>
                </a:lnTo>
                <a:lnTo>
                  <a:pt x="9525" y="747713"/>
                </a:lnTo>
                <a:lnTo>
                  <a:pt x="14288" y="742950"/>
                </a:lnTo>
                <a:lnTo>
                  <a:pt x="19050" y="738188"/>
                </a:lnTo>
                <a:lnTo>
                  <a:pt x="19050" y="728663"/>
                </a:lnTo>
                <a:lnTo>
                  <a:pt x="19050" y="719138"/>
                </a:lnTo>
                <a:lnTo>
                  <a:pt x="23813" y="714375"/>
                </a:lnTo>
                <a:lnTo>
                  <a:pt x="28575" y="709613"/>
                </a:lnTo>
                <a:lnTo>
                  <a:pt x="28575" y="700088"/>
                </a:lnTo>
                <a:lnTo>
                  <a:pt x="28575" y="690563"/>
                </a:lnTo>
                <a:lnTo>
                  <a:pt x="28575" y="681038"/>
                </a:lnTo>
                <a:lnTo>
                  <a:pt x="33338" y="676275"/>
                </a:lnTo>
                <a:lnTo>
                  <a:pt x="38100" y="671513"/>
                </a:lnTo>
                <a:lnTo>
                  <a:pt x="38100" y="661988"/>
                </a:lnTo>
                <a:lnTo>
                  <a:pt x="42863" y="657225"/>
                </a:lnTo>
                <a:lnTo>
                  <a:pt x="47625" y="652463"/>
                </a:lnTo>
                <a:lnTo>
                  <a:pt x="47625" y="642938"/>
                </a:lnTo>
                <a:lnTo>
                  <a:pt x="47625" y="633413"/>
                </a:lnTo>
                <a:lnTo>
                  <a:pt x="52388" y="628650"/>
                </a:lnTo>
                <a:lnTo>
                  <a:pt x="57150" y="623888"/>
                </a:lnTo>
                <a:lnTo>
                  <a:pt x="57150" y="614363"/>
                </a:lnTo>
                <a:lnTo>
                  <a:pt x="61913" y="609600"/>
                </a:lnTo>
                <a:lnTo>
                  <a:pt x="66675" y="604838"/>
                </a:lnTo>
                <a:lnTo>
                  <a:pt x="66675" y="595313"/>
                </a:lnTo>
                <a:lnTo>
                  <a:pt x="66675" y="585788"/>
                </a:lnTo>
                <a:lnTo>
                  <a:pt x="71438" y="581025"/>
                </a:lnTo>
                <a:lnTo>
                  <a:pt x="76200" y="576263"/>
                </a:lnTo>
                <a:lnTo>
                  <a:pt x="76200" y="566738"/>
                </a:lnTo>
                <a:lnTo>
                  <a:pt x="80963" y="561975"/>
                </a:lnTo>
                <a:lnTo>
                  <a:pt x="85725" y="557213"/>
                </a:lnTo>
                <a:lnTo>
                  <a:pt x="85725" y="547688"/>
                </a:lnTo>
                <a:lnTo>
                  <a:pt x="90488" y="542925"/>
                </a:lnTo>
                <a:lnTo>
                  <a:pt x="95250" y="538163"/>
                </a:lnTo>
                <a:lnTo>
                  <a:pt x="95250" y="528638"/>
                </a:lnTo>
                <a:lnTo>
                  <a:pt x="100013" y="523875"/>
                </a:lnTo>
                <a:lnTo>
                  <a:pt x="104775" y="519113"/>
                </a:lnTo>
                <a:lnTo>
                  <a:pt x="104775" y="509588"/>
                </a:lnTo>
                <a:lnTo>
                  <a:pt x="109538" y="504825"/>
                </a:lnTo>
                <a:lnTo>
                  <a:pt x="114300" y="500063"/>
                </a:lnTo>
                <a:lnTo>
                  <a:pt x="114300" y="490538"/>
                </a:lnTo>
                <a:lnTo>
                  <a:pt x="119063" y="485775"/>
                </a:lnTo>
                <a:lnTo>
                  <a:pt x="123825" y="481013"/>
                </a:lnTo>
                <a:lnTo>
                  <a:pt x="128588" y="476250"/>
                </a:lnTo>
                <a:lnTo>
                  <a:pt x="133350" y="471488"/>
                </a:lnTo>
                <a:lnTo>
                  <a:pt x="133350" y="461963"/>
                </a:lnTo>
                <a:lnTo>
                  <a:pt x="138113" y="457200"/>
                </a:lnTo>
                <a:lnTo>
                  <a:pt x="142875" y="452438"/>
                </a:lnTo>
                <a:lnTo>
                  <a:pt x="142875" y="442913"/>
                </a:lnTo>
                <a:lnTo>
                  <a:pt x="147638" y="438150"/>
                </a:lnTo>
                <a:lnTo>
                  <a:pt x="152400" y="433388"/>
                </a:lnTo>
                <a:lnTo>
                  <a:pt x="152400" y="423863"/>
                </a:lnTo>
                <a:lnTo>
                  <a:pt x="157163" y="419100"/>
                </a:lnTo>
                <a:lnTo>
                  <a:pt x="161925" y="414338"/>
                </a:lnTo>
                <a:lnTo>
                  <a:pt x="166688" y="409575"/>
                </a:lnTo>
                <a:lnTo>
                  <a:pt x="171450" y="404813"/>
                </a:lnTo>
                <a:lnTo>
                  <a:pt x="171450" y="395288"/>
                </a:lnTo>
                <a:lnTo>
                  <a:pt x="176213" y="390525"/>
                </a:lnTo>
                <a:lnTo>
                  <a:pt x="180975" y="385763"/>
                </a:lnTo>
                <a:lnTo>
                  <a:pt x="185738" y="381000"/>
                </a:lnTo>
                <a:lnTo>
                  <a:pt x="190500" y="376238"/>
                </a:lnTo>
                <a:lnTo>
                  <a:pt x="190500" y="366713"/>
                </a:lnTo>
                <a:lnTo>
                  <a:pt x="195263" y="361950"/>
                </a:lnTo>
                <a:lnTo>
                  <a:pt x="200025" y="357188"/>
                </a:lnTo>
                <a:lnTo>
                  <a:pt x="204788" y="352425"/>
                </a:lnTo>
                <a:lnTo>
                  <a:pt x="209550" y="347663"/>
                </a:lnTo>
                <a:lnTo>
                  <a:pt x="214313" y="342900"/>
                </a:lnTo>
                <a:lnTo>
                  <a:pt x="219075" y="338138"/>
                </a:lnTo>
                <a:lnTo>
                  <a:pt x="219075" y="328613"/>
                </a:lnTo>
                <a:lnTo>
                  <a:pt x="223838" y="323850"/>
                </a:lnTo>
                <a:lnTo>
                  <a:pt x="228600" y="319088"/>
                </a:lnTo>
                <a:lnTo>
                  <a:pt x="233363" y="314325"/>
                </a:lnTo>
                <a:lnTo>
                  <a:pt x="238125" y="309563"/>
                </a:lnTo>
                <a:lnTo>
                  <a:pt x="242888" y="304800"/>
                </a:lnTo>
                <a:lnTo>
                  <a:pt x="247650" y="300038"/>
                </a:lnTo>
                <a:lnTo>
                  <a:pt x="247650" y="290513"/>
                </a:lnTo>
                <a:lnTo>
                  <a:pt x="252413" y="285750"/>
                </a:lnTo>
                <a:lnTo>
                  <a:pt x="257175" y="280988"/>
                </a:lnTo>
                <a:lnTo>
                  <a:pt x="261938" y="276225"/>
                </a:lnTo>
                <a:lnTo>
                  <a:pt x="266700" y="271463"/>
                </a:lnTo>
                <a:lnTo>
                  <a:pt x="271463" y="266700"/>
                </a:lnTo>
                <a:lnTo>
                  <a:pt x="276225" y="261938"/>
                </a:lnTo>
                <a:lnTo>
                  <a:pt x="280988" y="257175"/>
                </a:lnTo>
                <a:lnTo>
                  <a:pt x="285750" y="252413"/>
                </a:lnTo>
                <a:lnTo>
                  <a:pt x="290513" y="247650"/>
                </a:lnTo>
                <a:lnTo>
                  <a:pt x="295275" y="242888"/>
                </a:lnTo>
                <a:lnTo>
                  <a:pt x="295275" y="233363"/>
                </a:lnTo>
                <a:lnTo>
                  <a:pt x="300038" y="228600"/>
                </a:lnTo>
                <a:lnTo>
                  <a:pt x="304800" y="223838"/>
                </a:lnTo>
                <a:lnTo>
                  <a:pt x="309563" y="219075"/>
                </a:lnTo>
                <a:lnTo>
                  <a:pt x="314325" y="214313"/>
                </a:lnTo>
                <a:lnTo>
                  <a:pt x="319088" y="209550"/>
                </a:lnTo>
                <a:lnTo>
                  <a:pt x="323850" y="204788"/>
                </a:lnTo>
                <a:lnTo>
                  <a:pt x="328613" y="200025"/>
                </a:lnTo>
                <a:lnTo>
                  <a:pt x="333375" y="195263"/>
                </a:lnTo>
                <a:lnTo>
                  <a:pt x="338138" y="190500"/>
                </a:lnTo>
                <a:lnTo>
                  <a:pt x="342900" y="185738"/>
                </a:lnTo>
                <a:lnTo>
                  <a:pt x="347663" y="180975"/>
                </a:lnTo>
                <a:lnTo>
                  <a:pt x="352425" y="176213"/>
                </a:lnTo>
                <a:lnTo>
                  <a:pt x="357188" y="171450"/>
                </a:lnTo>
                <a:lnTo>
                  <a:pt x="361950" y="166688"/>
                </a:lnTo>
                <a:lnTo>
                  <a:pt x="366713" y="161925"/>
                </a:lnTo>
                <a:lnTo>
                  <a:pt x="371475" y="157163"/>
                </a:lnTo>
                <a:lnTo>
                  <a:pt x="376238" y="152400"/>
                </a:lnTo>
                <a:lnTo>
                  <a:pt x="381000" y="147638"/>
                </a:lnTo>
                <a:lnTo>
                  <a:pt x="385763" y="142875"/>
                </a:lnTo>
                <a:lnTo>
                  <a:pt x="390525" y="138113"/>
                </a:lnTo>
                <a:lnTo>
                  <a:pt x="395288" y="133350"/>
                </a:lnTo>
                <a:lnTo>
                  <a:pt x="400050" y="128588"/>
                </a:lnTo>
                <a:lnTo>
                  <a:pt x="404813" y="123825"/>
                </a:lnTo>
                <a:lnTo>
                  <a:pt x="409575" y="119063"/>
                </a:lnTo>
                <a:lnTo>
                  <a:pt x="414338" y="114300"/>
                </a:lnTo>
                <a:lnTo>
                  <a:pt x="419100" y="109538"/>
                </a:lnTo>
                <a:lnTo>
                  <a:pt x="423863" y="104775"/>
                </a:lnTo>
                <a:lnTo>
                  <a:pt x="433388" y="104775"/>
                </a:lnTo>
                <a:lnTo>
                  <a:pt x="438150" y="100013"/>
                </a:lnTo>
                <a:lnTo>
                  <a:pt x="442913" y="95250"/>
                </a:lnTo>
                <a:lnTo>
                  <a:pt x="447675" y="90488"/>
                </a:lnTo>
                <a:lnTo>
                  <a:pt x="452438" y="85725"/>
                </a:lnTo>
                <a:lnTo>
                  <a:pt x="457200" y="80963"/>
                </a:lnTo>
                <a:lnTo>
                  <a:pt x="461963" y="76200"/>
                </a:lnTo>
                <a:lnTo>
                  <a:pt x="466725" y="71438"/>
                </a:lnTo>
                <a:lnTo>
                  <a:pt x="471488" y="66675"/>
                </a:lnTo>
                <a:lnTo>
                  <a:pt x="481013" y="66675"/>
                </a:lnTo>
                <a:lnTo>
                  <a:pt x="485775" y="61913"/>
                </a:lnTo>
                <a:lnTo>
                  <a:pt x="490538" y="57150"/>
                </a:lnTo>
                <a:lnTo>
                  <a:pt x="495300" y="52388"/>
                </a:lnTo>
                <a:lnTo>
                  <a:pt x="500063" y="47625"/>
                </a:lnTo>
                <a:lnTo>
                  <a:pt x="509588" y="47625"/>
                </a:lnTo>
                <a:lnTo>
                  <a:pt x="514350" y="42863"/>
                </a:lnTo>
                <a:lnTo>
                  <a:pt x="519113" y="38100"/>
                </a:lnTo>
                <a:lnTo>
                  <a:pt x="523875" y="33338"/>
                </a:lnTo>
                <a:lnTo>
                  <a:pt x="528638" y="28575"/>
                </a:lnTo>
                <a:lnTo>
                  <a:pt x="538163" y="28575"/>
                </a:lnTo>
                <a:lnTo>
                  <a:pt x="542925" y="23813"/>
                </a:lnTo>
                <a:lnTo>
                  <a:pt x="547688" y="19050"/>
                </a:lnTo>
                <a:lnTo>
                  <a:pt x="557213" y="19050"/>
                </a:lnTo>
                <a:lnTo>
                  <a:pt x="561975" y="14288"/>
                </a:lnTo>
                <a:lnTo>
                  <a:pt x="566738" y="9525"/>
                </a:lnTo>
                <a:lnTo>
                  <a:pt x="576263" y="9525"/>
                </a:lnTo>
                <a:lnTo>
                  <a:pt x="585788" y="9525"/>
                </a:lnTo>
                <a:lnTo>
                  <a:pt x="590550" y="4763"/>
                </a:lnTo>
                <a:close/>
              </a:path>
            </a:pathLst>
          </a:custGeom>
          <a:solidFill xmlns:a="http://schemas.openxmlformats.org/drawingml/2006/main">
            <a:srgbClr val="C2C2C2"/>
          </a:solidFill>
          <a:ln xmlns:a="http://schemas.openxmlformats.org/drawingml/2006/main" w="0">
            <a:noFill/>
            <a:prstDash val="solid"/>
          </a:ln>
        </p:spPr>
      </p:sp>
      <p:sp>
        <p:nvSpPr>
          <p:cNvPr id="310" name="deep-skill-chaining-source-component-5-gradient-196-0">
            <a:extLst xmlns:a="http://schemas.openxmlformats.org/drawingml/2006/main">
              <a:ext uri="{FF2B5EF4-FFF2-40B4-BE49-F238E27FC236}">
                <a16:creationId xmlns:a16="http://schemas.microsoft.com/office/drawing/2014/main" id="{C0A77C9C-F36D-417C-B110-2F3FF292A29C}"/>
              </a:ext>
            </a:extLst>
          </p:cNvPr>
          <p:cNvSpPr>
            <a:spLocks xmlns:a="http://schemas.openxmlformats.org/drawingml/2006/main" noGrp="1"/>
          </p:cNvSpPr>
          <p:nvPr/>
        </p:nvSpPr>
        <p:spPr>
          <a:xfrm xmlns:a="http://schemas.openxmlformats.org/drawingml/2006/main" rot="0">
            <a:off x="8401050" y="2343150"/>
            <a:ext cx="857250" cy="1028700"/>
          </a:xfrm>
          <a:custGeom xmlns:a="http://schemas.openxmlformats.org/drawingml/2006/main">
            <a:pathLst>
              <a:path w="857250" h="1028700">
                <a:moveTo>
                  <a:pt x="571500" y="4763"/>
                </a:moveTo>
                <a:lnTo>
                  <a:pt x="576263" y="0"/>
                </a:lnTo>
                <a:lnTo>
                  <a:pt x="585788" y="0"/>
                </a:lnTo>
                <a:lnTo>
                  <a:pt x="590550" y="4763"/>
                </a:lnTo>
                <a:lnTo>
                  <a:pt x="595313" y="9525"/>
                </a:lnTo>
                <a:lnTo>
                  <a:pt x="604838" y="9525"/>
                </a:lnTo>
                <a:lnTo>
                  <a:pt x="614363" y="9525"/>
                </a:lnTo>
                <a:lnTo>
                  <a:pt x="619125" y="14288"/>
                </a:lnTo>
                <a:lnTo>
                  <a:pt x="623888" y="19050"/>
                </a:lnTo>
                <a:lnTo>
                  <a:pt x="633413" y="19050"/>
                </a:lnTo>
                <a:lnTo>
                  <a:pt x="638175" y="23813"/>
                </a:lnTo>
                <a:lnTo>
                  <a:pt x="642938" y="28575"/>
                </a:lnTo>
                <a:lnTo>
                  <a:pt x="652463" y="28575"/>
                </a:lnTo>
                <a:lnTo>
                  <a:pt x="657225" y="33338"/>
                </a:lnTo>
                <a:lnTo>
                  <a:pt x="661988" y="38100"/>
                </a:lnTo>
                <a:lnTo>
                  <a:pt x="671513" y="38100"/>
                </a:lnTo>
                <a:lnTo>
                  <a:pt x="676275" y="42863"/>
                </a:lnTo>
                <a:lnTo>
                  <a:pt x="681038" y="47625"/>
                </a:lnTo>
                <a:lnTo>
                  <a:pt x="690563" y="47625"/>
                </a:lnTo>
                <a:lnTo>
                  <a:pt x="695325" y="52388"/>
                </a:lnTo>
                <a:lnTo>
                  <a:pt x="700088" y="57150"/>
                </a:lnTo>
                <a:lnTo>
                  <a:pt x="704850" y="61913"/>
                </a:lnTo>
                <a:lnTo>
                  <a:pt x="709613" y="66675"/>
                </a:lnTo>
                <a:lnTo>
                  <a:pt x="714375" y="71438"/>
                </a:lnTo>
                <a:lnTo>
                  <a:pt x="719138" y="76200"/>
                </a:lnTo>
                <a:lnTo>
                  <a:pt x="728663" y="76200"/>
                </a:lnTo>
                <a:lnTo>
                  <a:pt x="733425" y="80963"/>
                </a:lnTo>
                <a:lnTo>
                  <a:pt x="738188" y="85725"/>
                </a:lnTo>
                <a:lnTo>
                  <a:pt x="742950" y="90488"/>
                </a:lnTo>
                <a:lnTo>
                  <a:pt x="747713" y="95250"/>
                </a:lnTo>
                <a:lnTo>
                  <a:pt x="757238" y="95250"/>
                </a:lnTo>
                <a:lnTo>
                  <a:pt x="762000" y="100013"/>
                </a:lnTo>
                <a:lnTo>
                  <a:pt x="766763" y="104775"/>
                </a:lnTo>
                <a:lnTo>
                  <a:pt x="771525" y="109538"/>
                </a:lnTo>
                <a:lnTo>
                  <a:pt x="776288" y="114300"/>
                </a:lnTo>
                <a:lnTo>
                  <a:pt x="785813" y="114300"/>
                </a:lnTo>
                <a:lnTo>
                  <a:pt x="790575" y="119063"/>
                </a:lnTo>
                <a:lnTo>
                  <a:pt x="795338" y="123825"/>
                </a:lnTo>
                <a:lnTo>
                  <a:pt x="804863" y="123825"/>
                </a:lnTo>
                <a:lnTo>
                  <a:pt x="809625" y="128588"/>
                </a:lnTo>
                <a:lnTo>
                  <a:pt x="809625" y="138113"/>
                </a:lnTo>
                <a:lnTo>
                  <a:pt x="814388" y="142875"/>
                </a:lnTo>
                <a:lnTo>
                  <a:pt x="819150" y="147638"/>
                </a:lnTo>
                <a:lnTo>
                  <a:pt x="823913" y="152400"/>
                </a:lnTo>
                <a:lnTo>
                  <a:pt x="828675" y="157163"/>
                </a:lnTo>
                <a:lnTo>
                  <a:pt x="833438" y="161925"/>
                </a:lnTo>
                <a:lnTo>
                  <a:pt x="838200" y="166688"/>
                </a:lnTo>
                <a:lnTo>
                  <a:pt x="842963" y="171450"/>
                </a:lnTo>
                <a:lnTo>
                  <a:pt x="847725" y="176213"/>
                </a:lnTo>
                <a:lnTo>
                  <a:pt x="852488" y="180975"/>
                </a:lnTo>
                <a:lnTo>
                  <a:pt x="857250" y="185738"/>
                </a:lnTo>
                <a:lnTo>
                  <a:pt x="852488" y="190500"/>
                </a:lnTo>
                <a:lnTo>
                  <a:pt x="847725" y="195263"/>
                </a:lnTo>
                <a:lnTo>
                  <a:pt x="852488" y="200025"/>
                </a:lnTo>
                <a:lnTo>
                  <a:pt x="857250" y="204788"/>
                </a:lnTo>
                <a:lnTo>
                  <a:pt x="857250" y="214313"/>
                </a:lnTo>
                <a:lnTo>
                  <a:pt x="857250" y="223838"/>
                </a:lnTo>
                <a:lnTo>
                  <a:pt x="852488" y="228600"/>
                </a:lnTo>
                <a:lnTo>
                  <a:pt x="847725" y="233363"/>
                </a:lnTo>
                <a:lnTo>
                  <a:pt x="847725" y="242888"/>
                </a:lnTo>
                <a:lnTo>
                  <a:pt x="847725" y="252413"/>
                </a:lnTo>
                <a:lnTo>
                  <a:pt x="847725" y="261938"/>
                </a:lnTo>
                <a:lnTo>
                  <a:pt x="842963" y="266700"/>
                </a:lnTo>
                <a:lnTo>
                  <a:pt x="838200" y="271463"/>
                </a:lnTo>
                <a:lnTo>
                  <a:pt x="838200" y="280988"/>
                </a:lnTo>
                <a:lnTo>
                  <a:pt x="838200" y="290513"/>
                </a:lnTo>
                <a:lnTo>
                  <a:pt x="838200" y="300038"/>
                </a:lnTo>
                <a:lnTo>
                  <a:pt x="833438" y="304800"/>
                </a:lnTo>
                <a:lnTo>
                  <a:pt x="828675" y="309563"/>
                </a:lnTo>
                <a:lnTo>
                  <a:pt x="828675" y="319088"/>
                </a:lnTo>
                <a:lnTo>
                  <a:pt x="828675" y="328613"/>
                </a:lnTo>
                <a:lnTo>
                  <a:pt x="823913" y="333375"/>
                </a:lnTo>
                <a:lnTo>
                  <a:pt x="819150" y="338138"/>
                </a:lnTo>
                <a:lnTo>
                  <a:pt x="819150" y="347663"/>
                </a:lnTo>
                <a:lnTo>
                  <a:pt x="819150" y="357188"/>
                </a:lnTo>
                <a:lnTo>
                  <a:pt x="814388" y="361950"/>
                </a:lnTo>
                <a:lnTo>
                  <a:pt x="809625" y="366713"/>
                </a:lnTo>
                <a:lnTo>
                  <a:pt x="809625" y="376238"/>
                </a:lnTo>
                <a:lnTo>
                  <a:pt x="809625" y="385763"/>
                </a:lnTo>
                <a:lnTo>
                  <a:pt x="804863" y="390525"/>
                </a:lnTo>
                <a:lnTo>
                  <a:pt x="800100" y="395288"/>
                </a:lnTo>
                <a:lnTo>
                  <a:pt x="800100" y="404813"/>
                </a:lnTo>
                <a:lnTo>
                  <a:pt x="795338" y="409575"/>
                </a:lnTo>
                <a:lnTo>
                  <a:pt x="790575" y="414338"/>
                </a:lnTo>
                <a:lnTo>
                  <a:pt x="790575" y="423863"/>
                </a:lnTo>
                <a:lnTo>
                  <a:pt x="785813" y="428625"/>
                </a:lnTo>
                <a:lnTo>
                  <a:pt x="781050" y="433388"/>
                </a:lnTo>
                <a:lnTo>
                  <a:pt x="781050" y="442913"/>
                </a:lnTo>
                <a:lnTo>
                  <a:pt x="776288" y="447675"/>
                </a:lnTo>
                <a:lnTo>
                  <a:pt x="771525" y="452438"/>
                </a:lnTo>
                <a:lnTo>
                  <a:pt x="771525" y="461963"/>
                </a:lnTo>
                <a:lnTo>
                  <a:pt x="771525" y="471488"/>
                </a:lnTo>
                <a:lnTo>
                  <a:pt x="766763" y="476250"/>
                </a:lnTo>
                <a:lnTo>
                  <a:pt x="762000" y="481013"/>
                </a:lnTo>
                <a:lnTo>
                  <a:pt x="762000" y="490538"/>
                </a:lnTo>
                <a:lnTo>
                  <a:pt x="757238" y="495300"/>
                </a:lnTo>
                <a:lnTo>
                  <a:pt x="752475" y="500063"/>
                </a:lnTo>
                <a:lnTo>
                  <a:pt x="747713" y="504825"/>
                </a:lnTo>
                <a:lnTo>
                  <a:pt x="742950" y="509588"/>
                </a:lnTo>
                <a:lnTo>
                  <a:pt x="742950" y="519113"/>
                </a:lnTo>
                <a:lnTo>
                  <a:pt x="738188" y="523875"/>
                </a:lnTo>
                <a:lnTo>
                  <a:pt x="733425" y="528638"/>
                </a:lnTo>
                <a:lnTo>
                  <a:pt x="733425" y="538163"/>
                </a:lnTo>
                <a:lnTo>
                  <a:pt x="728663" y="542925"/>
                </a:lnTo>
                <a:lnTo>
                  <a:pt x="723900" y="547688"/>
                </a:lnTo>
                <a:lnTo>
                  <a:pt x="723900" y="557213"/>
                </a:lnTo>
                <a:lnTo>
                  <a:pt x="719138" y="561975"/>
                </a:lnTo>
                <a:lnTo>
                  <a:pt x="714375" y="566738"/>
                </a:lnTo>
                <a:lnTo>
                  <a:pt x="709613" y="571500"/>
                </a:lnTo>
                <a:lnTo>
                  <a:pt x="704850" y="576263"/>
                </a:lnTo>
                <a:lnTo>
                  <a:pt x="704850" y="585788"/>
                </a:lnTo>
                <a:lnTo>
                  <a:pt x="700088" y="590550"/>
                </a:lnTo>
                <a:lnTo>
                  <a:pt x="695325" y="595313"/>
                </a:lnTo>
                <a:lnTo>
                  <a:pt x="695325" y="604838"/>
                </a:lnTo>
                <a:lnTo>
                  <a:pt x="690563" y="609600"/>
                </a:lnTo>
                <a:lnTo>
                  <a:pt x="685800" y="614363"/>
                </a:lnTo>
                <a:lnTo>
                  <a:pt x="681038" y="619125"/>
                </a:lnTo>
                <a:lnTo>
                  <a:pt x="676275" y="623888"/>
                </a:lnTo>
                <a:lnTo>
                  <a:pt x="676275" y="633413"/>
                </a:lnTo>
                <a:lnTo>
                  <a:pt x="671513" y="638175"/>
                </a:lnTo>
                <a:lnTo>
                  <a:pt x="666750" y="642938"/>
                </a:lnTo>
                <a:lnTo>
                  <a:pt x="661988" y="647700"/>
                </a:lnTo>
                <a:lnTo>
                  <a:pt x="657225" y="652463"/>
                </a:lnTo>
                <a:lnTo>
                  <a:pt x="657225" y="661988"/>
                </a:lnTo>
                <a:lnTo>
                  <a:pt x="652463" y="666750"/>
                </a:lnTo>
                <a:lnTo>
                  <a:pt x="647700" y="671513"/>
                </a:lnTo>
                <a:lnTo>
                  <a:pt x="642938" y="676275"/>
                </a:lnTo>
                <a:lnTo>
                  <a:pt x="638175" y="681038"/>
                </a:lnTo>
                <a:lnTo>
                  <a:pt x="633413" y="685800"/>
                </a:lnTo>
                <a:lnTo>
                  <a:pt x="628650" y="690563"/>
                </a:lnTo>
                <a:lnTo>
                  <a:pt x="628650" y="700088"/>
                </a:lnTo>
                <a:lnTo>
                  <a:pt x="623888" y="704850"/>
                </a:lnTo>
                <a:lnTo>
                  <a:pt x="619125" y="709613"/>
                </a:lnTo>
                <a:lnTo>
                  <a:pt x="614363" y="714375"/>
                </a:lnTo>
                <a:lnTo>
                  <a:pt x="609600" y="719138"/>
                </a:lnTo>
                <a:lnTo>
                  <a:pt x="604838" y="723900"/>
                </a:lnTo>
                <a:lnTo>
                  <a:pt x="600075" y="728663"/>
                </a:lnTo>
                <a:lnTo>
                  <a:pt x="600075" y="738188"/>
                </a:lnTo>
                <a:lnTo>
                  <a:pt x="595313" y="742950"/>
                </a:lnTo>
                <a:lnTo>
                  <a:pt x="590550" y="747713"/>
                </a:lnTo>
                <a:lnTo>
                  <a:pt x="585788" y="752475"/>
                </a:lnTo>
                <a:lnTo>
                  <a:pt x="581025" y="757238"/>
                </a:lnTo>
                <a:lnTo>
                  <a:pt x="576263" y="762000"/>
                </a:lnTo>
                <a:lnTo>
                  <a:pt x="571500" y="766763"/>
                </a:lnTo>
                <a:lnTo>
                  <a:pt x="566738" y="771525"/>
                </a:lnTo>
                <a:lnTo>
                  <a:pt x="561975" y="776288"/>
                </a:lnTo>
                <a:lnTo>
                  <a:pt x="557213" y="781050"/>
                </a:lnTo>
                <a:lnTo>
                  <a:pt x="552450" y="785813"/>
                </a:lnTo>
                <a:lnTo>
                  <a:pt x="552450" y="795338"/>
                </a:lnTo>
                <a:lnTo>
                  <a:pt x="547688" y="800100"/>
                </a:lnTo>
                <a:lnTo>
                  <a:pt x="542925" y="804863"/>
                </a:lnTo>
                <a:lnTo>
                  <a:pt x="538163" y="809625"/>
                </a:lnTo>
                <a:lnTo>
                  <a:pt x="533400" y="814388"/>
                </a:lnTo>
                <a:lnTo>
                  <a:pt x="528638" y="819150"/>
                </a:lnTo>
                <a:lnTo>
                  <a:pt x="523875" y="823913"/>
                </a:lnTo>
                <a:lnTo>
                  <a:pt x="519113" y="828675"/>
                </a:lnTo>
                <a:lnTo>
                  <a:pt x="514350" y="833438"/>
                </a:lnTo>
                <a:lnTo>
                  <a:pt x="509588" y="838200"/>
                </a:lnTo>
                <a:lnTo>
                  <a:pt x="504825" y="842963"/>
                </a:lnTo>
                <a:lnTo>
                  <a:pt x="500063" y="847725"/>
                </a:lnTo>
                <a:lnTo>
                  <a:pt x="495300" y="852488"/>
                </a:lnTo>
                <a:lnTo>
                  <a:pt x="490538" y="857250"/>
                </a:lnTo>
                <a:lnTo>
                  <a:pt x="485775" y="862013"/>
                </a:lnTo>
                <a:lnTo>
                  <a:pt x="481013" y="866775"/>
                </a:lnTo>
                <a:lnTo>
                  <a:pt x="476250" y="871538"/>
                </a:lnTo>
                <a:lnTo>
                  <a:pt x="471488" y="876300"/>
                </a:lnTo>
                <a:lnTo>
                  <a:pt x="466725" y="881063"/>
                </a:lnTo>
                <a:lnTo>
                  <a:pt x="461963" y="885825"/>
                </a:lnTo>
                <a:lnTo>
                  <a:pt x="457200" y="890588"/>
                </a:lnTo>
                <a:lnTo>
                  <a:pt x="452438" y="895350"/>
                </a:lnTo>
                <a:lnTo>
                  <a:pt x="442913" y="895350"/>
                </a:lnTo>
                <a:lnTo>
                  <a:pt x="438150" y="900113"/>
                </a:lnTo>
                <a:lnTo>
                  <a:pt x="433388" y="904875"/>
                </a:lnTo>
                <a:lnTo>
                  <a:pt x="428625" y="909638"/>
                </a:lnTo>
                <a:lnTo>
                  <a:pt x="423863" y="914400"/>
                </a:lnTo>
                <a:lnTo>
                  <a:pt x="419100" y="919163"/>
                </a:lnTo>
                <a:lnTo>
                  <a:pt x="414338" y="923925"/>
                </a:lnTo>
                <a:lnTo>
                  <a:pt x="409575" y="928688"/>
                </a:lnTo>
                <a:lnTo>
                  <a:pt x="404813" y="933450"/>
                </a:lnTo>
                <a:lnTo>
                  <a:pt x="400050" y="938213"/>
                </a:lnTo>
                <a:lnTo>
                  <a:pt x="395288" y="942975"/>
                </a:lnTo>
                <a:lnTo>
                  <a:pt x="385763" y="942975"/>
                </a:lnTo>
                <a:lnTo>
                  <a:pt x="381000" y="947738"/>
                </a:lnTo>
                <a:lnTo>
                  <a:pt x="376238" y="952500"/>
                </a:lnTo>
                <a:lnTo>
                  <a:pt x="371475" y="957263"/>
                </a:lnTo>
                <a:lnTo>
                  <a:pt x="366713" y="962025"/>
                </a:lnTo>
                <a:lnTo>
                  <a:pt x="361950" y="966788"/>
                </a:lnTo>
                <a:lnTo>
                  <a:pt x="357188" y="971550"/>
                </a:lnTo>
                <a:lnTo>
                  <a:pt x="347663" y="971550"/>
                </a:lnTo>
                <a:lnTo>
                  <a:pt x="342900" y="976313"/>
                </a:lnTo>
                <a:lnTo>
                  <a:pt x="338138" y="981075"/>
                </a:lnTo>
                <a:lnTo>
                  <a:pt x="328613" y="981075"/>
                </a:lnTo>
                <a:lnTo>
                  <a:pt x="323850" y="985838"/>
                </a:lnTo>
                <a:lnTo>
                  <a:pt x="319088" y="990600"/>
                </a:lnTo>
                <a:lnTo>
                  <a:pt x="314325" y="995363"/>
                </a:lnTo>
                <a:lnTo>
                  <a:pt x="309563" y="1000125"/>
                </a:lnTo>
                <a:lnTo>
                  <a:pt x="300038" y="1000125"/>
                </a:lnTo>
                <a:lnTo>
                  <a:pt x="295275" y="1004888"/>
                </a:lnTo>
                <a:lnTo>
                  <a:pt x="290513" y="1009650"/>
                </a:lnTo>
                <a:lnTo>
                  <a:pt x="280988" y="1009650"/>
                </a:lnTo>
                <a:lnTo>
                  <a:pt x="276225" y="1014413"/>
                </a:lnTo>
                <a:lnTo>
                  <a:pt x="271463" y="1019175"/>
                </a:lnTo>
                <a:lnTo>
                  <a:pt x="261938" y="1019175"/>
                </a:lnTo>
                <a:lnTo>
                  <a:pt x="257175" y="1023938"/>
                </a:lnTo>
                <a:lnTo>
                  <a:pt x="252413" y="1028700"/>
                </a:lnTo>
                <a:lnTo>
                  <a:pt x="242888" y="1028700"/>
                </a:lnTo>
                <a:lnTo>
                  <a:pt x="238125" y="1023938"/>
                </a:lnTo>
                <a:lnTo>
                  <a:pt x="233363" y="1019175"/>
                </a:lnTo>
                <a:lnTo>
                  <a:pt x="228600" y="1014413"/>
                </a:lnTo>
                <a:lnTo>
                  <a:pt x="223838" y="1009650"/>
                </a:lnTo>
                <a:lnTo>
                  <a:pt x="214313" y="1009650"/>
                </a:lnTo>
                <a:lnTo>
                  <a:pt x="204788" y="1009650"/>
                </a:lnTo>
                <a:lnTo>
                  <a:pt x="200025" y="1004888"/>
                </a:lnTo>
                <a:lnTo>
                  <a:pt x="195263" y="1000125"/>
                </a:lnTo>
                <a:lnTo>
                  <a:pt x="185738" y="1000125"/>
                </a:lnTo>
                <a:lnTo>
                  <a:pt x="176213" y="1000125"/>
                </a:lnTo>
                <a:lnTo>
                  <a:pt x="171450" y="995363"/>
                </a:lnTo>
                <a:lnTo>
                  <a:pt x="166688" y="990600"/>
                </a:lnTo>
                <a:lnTo>
                  <a:pt x="157163" y="990600"/>
                </a:lnTo>
                <a:lnTo>
                  <a:pt x="152400" y="985838"/>
                </a:lnTo>
                <a:lnTo>
                  <a:pt x="147638" y="981075"/>
                </a:lnTo>
                <a:lnTo>
                  <a:pt x="142875" y="976313"/>
                </a:lnTo>
                <a:lnTo>
                  <a:pt x="138113" y="971550"/>
                </a:lnTo>
                <a:lnTo>
                  <a:pt x="133350" y="966788"/>
                </a:lnTo>
                <a:lnTo>
                  <a:pt x="128588" y="962025"/>
                </a:lnTo>
                <a:lnTo>
                  <a:pt x="123825" y="957263"/>
                </a:lnTo>
                <a:lnTo>
                  <a:pt x="119063" y="952500"/>
                </a:lnTo>
                <a:lnTo>
                  <a:pt x="109538" y="952500"/>
                </a:lnTo>
                <a:lnTo>
                  <a:pt x="104775" y="947738"/>
                </a:lnTo>
                <a:lnTo>
                  <a:pt x="100013" y="942975"/>
                </a:lnTo>
                <a:lnTo>
                  <a:pt x="95250" y="938213"/>
                </a:lnTo>
                <a:lnTo>
                  <a:pt x="90488" y="933450"/>
                </a:lnTo>
                <a:lnTo>
                  <a:pt x="85725" y="928688"/>
                </a:lnTo>
                <a:lnTo>
                  <a:pt x="80963" y="923925"/>
                </a:lnTo>
                <a:lnTo>
                  <a:pt x="76200" y="919163"/>
                </a:lnTo>
                <a:lnTo>
                  <a:pt x="71438" y="914400"/>
                </a:lnTo>
                <a:lnTo>
                  <a:pt x="66675" y="909638"/>
                </a:lnTo>
                <a:lnTo>
                  <a:pt x="61913" y="904875"/>
                </a:lnTo>
                <a:lnTo>
                  <a:pt x="57150" y="900113"/>
                </a:lnTo>
                <a:lnTo>
                  <a:pt x="52388" y="895350"/>
                </a:lnTo>
                <a:lnTo>
                  <a:pt x="42863" y="895350"/>
                </a:lnTo>
                <a:lnTo>
                  <a:pt x="38100" y="890588"/>
                </a:lnTo>
                <a:lnTo>
                  <a:pt x="33338" y="885825"/>
                </a:lnTo>
                <a:lnTo>
                  <a:pt x="28575" y="881063"/>
                </a:lnTo>
                <a:lnTo>
                  <a:pt x="23813" y="876300"/>
                </a:lnTo>
                <a:lnTo>
                  <a:pt x="14288" y="876300"/>
                </a:lnTo>
                <a:lnTo>
                  <a:pt x="9525" y="871538"/>
                </a:lnTo>
                <a:lnTo>
                  <a:pt x="9525" y="862013"/>
                </a:lnTo>
                <a:lnTo>
                  <a:pt x="9525" y="852488"/>
                </a:lnTo>
                <a:lnTo>
                  <a:pt x="4763" y="847725"/>
                </a:lnTo>
                <a:lnTo>
                  <a:pt x="0" y="842963"/>
                </a:lnTo>
                <a:lnTo>
                  <a:pt x="0" y="833438"/>
                </a:lnTo>
                <a:lnTo>
                  <a:pt x="0" y="823913"/>
                </a:lnTo>
                <a:lnTo>
                  <a:pt x="0" y="814388"/>
                </a:lnTo>
                <a:lnTo>
                  <a:pt x="0" y="804863"/>
                </a:lnTo>
                <a:lnTo>
                  <a:pt x="0" y="795338"/>
                </a:lnTo>
                <a:lnTo>
                  <a:pt x="0" y="785813"/>
                </a:lnTo>
                <a:lnTo>
                  <a:pt x="4763" y="781050"/>
                </a:lnTo>
                <a:lnTo>
                  <a:pt x="9525" y="776288"/>
                </a:lnTo>
                <a:lnTo>
                  <a:pt x="9525" y="766763"/>
                </a:lnTo>
                <a:lnTo>
                  <a:pt x="9525" y="757238"/>
                </a:lnTo>
                <a:lnTo>
                  <a:pt x="9525" y="747713"/>
                </a:lnTo>
                <a:lnTo>
                  <a:pt x="9525" y="738188"/>
                </a:lnTo>
                <a:lnTo>
                  <a:pt x="14288" y="733425"/>
                </a:lnTo>
                <a:lnTo>
                  <a:pt x="19050" y="728663"/>
                </a:lnTo>
                <a:lnTo>
                  <a:pt x="19050" y="719138"/>
                </a:lnTo>
                <a:lnTo>
                  <a:pt x="19050" y="709613"/>
                </a:lnTo>
                <a:lnTo>
                  <a:pt x="23813" y="704850"/>
                </a:lnTo>
                <a:lnTo>
                  <a:pt x="28575" y="700088"/>
                </a:lnTo>
                <a:lnTo>
                  <a:pt x="28575" y="690563"/>
                </a:lnTo>
                <a:lnTo>
                  <a:pt x="28575" y="681038"/>
                </a:lnTo>
                <a:lnTo>
                  <a:pt x="28575" y="671513"/>
                </a:lnTo>
                <a:lnTo>
                  <a:pt x="33338" y="666750"/>
                </a:lnTo>
                <a:lnTo>
                  <a:pt x="38100" y="661988"/>
                </a:lnTo>
                <a:lnTo>
                  <a:pt x="38100" y="652463"/>
                </a:lnTo>
                <a:lnTo>
                  <a:pt x="42863" y="647700"/>
                </a:lnTo>
                <a:lnTo>
                  <a:pt x="47625" y="642938"/>
                </a:lnTo>
                <a:lnTo>
                  <a:pt x="47625" y="633413"/>
                </a:lnTo>
                <a:lnTo>
                  <a:pt x="47625" y="623888"/>
                </a:lnTo>
                <a:lnTo>
                  <a:pt x="52388" y="619125"/>
                </a:lnTo>
                <a:lnTo>
                  <a:pt x="57150" y="614363"/>
                </a:lnTo>
                <a:lnTo>
                  <a:pt x="57150" y="604838"/>
                </a:lnTo>
                <a:lnTo>
                  <a:pt x="61913" y="600075"/>
                </a:lnTo>
                <a:lnTo>
                  <a:pt x="66675" y="595313"/>
                </a:lnTo>
                <a:lnTo>
                  <a:pt x="66675" y="585788"/>
                </a:lnTo>
                <a:lnTo>
                  <a:pt x="66675" y="576263"/>
                </a:lnTo>
                <a:lnTo>
                  <a:pt x="71438" y="571500"/>
                </a:lnTo>
                <a:lnTo>
                  <a:pt x="76200" y="566738"/>
                </a:lnTo>
                <a:lnTo>
                  <a:pt x="76200" y="557213"/>
                </a:lnTo>
                <a:lnTo>
                  <a:pt x="80963" y="552450"/>
                </a:lnTo>
                <a:lnTo>
                  <a:pt x="85725" y="547688"/>
                </a:lnTo>
                <a:lnTo>
                  <a:pt x="85725" y="538163"/>
                </a:lnTo>
                <a:lnTo>
                  <a:pt x="90488" y="533400"/>
                </a:lnTo>
                <a:lnTo>
                  <a:pt x="95250" y="528638"/>
                </a:lnTo>
                <a:lnTo>
                  <a:pt x="95250" y="519113"/>
                </a:lnTo>
                <a:lnTo>
                  <a:pt x="100013" y="514350"/>
                </a:lnTo>
                <a:lnTo>
                  <a:pt x="104775" y="509588"/>
                </a:lnTo>
                <a:lnTo>
                  <a:pt x="104775" y="500063"/>
                </a:lnTo>
                <a:lnTo>
                  <a:pt x="109538" y="495300"/>
                </a:lnTo>
                <a:lnTo>
                  <a:pt x="114300" y="490538"/>
                </a:lnTo>
                <a:lnTo>
                  <a:pt x="114300" y="481013"/>
                </a:lnTo>
                <a:lnTo>
                  <a:pt x="119063" y="476250"/>
                </a:lnTo>
                <a:lnTo>
                  <a:pt x="123825" y="471488"/>
                </a:lnTo>
                <a:lnTo>
                  <a:pt x="128588" y="466725"/>
                </a:lnTo>
                <a:lnTo>
                  <a:pt x="133350" y="461963"/>
                </a:lnTo>
                <a:lnTo>
                  <a:pt x="133350" y="452438"/>
                </a:lnTo>
                <a:lnTo>
                  <a:pt x="138113" y="447675"/>
                </a:lnTo>
                <a:lnTo>
                  <a:pt x="142875" y="442913"/>
                </a:lnTo>
                <a:lnTo>
                  <a:pt x="142875" y="433388"/>
                </a:lnTo>
                <a:lnTo>
                  <a:pt x="147638" y="428625"/>
                </a:lnTo>
                <a:lnTo>
                  <a:pt x="152400" y="423863"/>
                </a:lnTo>
                <a:lnTo>
                  <a:pt x="152400" y="414338"/>
                </a:lnTo>
                <a:lnTo>
                  <a:pt x="157163" y="409575"/>
                </a:lnTo>
                <a:lnTo>
                  <a:pt x="161925" y="404813"/>
                </a:lnTo>
                <a:lnTo>
                  <a:pt x="166688" y="400050"/>
                </a:lnTo>
                <a:lnTo>
                  <a:pt x="171450" y="395288"/>
                </a:lnTo>
                <a:lnTo>
                  <a:pt x="171450" y="385763"/>
                </a:lnTo>
                <a:lnTo>
                  <a:pt x="176213" y="381000"/>
                </a:lnTo>
                <a:lnTo>
                  <a:pt x="180975" y="376238"/>
                </a:lnTo>
                <a:lnTo>
                  <a:pt x="185738" y="371475"/>
                </a:lnTo>
                <a:lnTo>
                  <a:pt x="190500" y="366713"/>
                </a:lnTo>
                <a:lnTo>
                  <a:pt x="190500" y="357188"/>
                </a:lnTo>
                <a:lnTo>
                  <a:pt x="195263" y="352425"/>
                </a:lnTo>
                <a:lnTo>
                  <a:pt x="200025" y="347663"/>
                </a:lnTo>
                <a:lnTo>
                  <a:pt x="204788" y="342900"/>
                </a:lnTo>
                <a:lnTo>
                  <a:pt x="209550" y="338138"/>
                </a:lnTo>
                <a:lnTo>
                  <a:pt x="214313" y="333375"/>
                </a:lnTo>
                <a:lnTo>
                  <a:pt x="219075" y="328613"/>
                </a:lnTo>
                <a:lnTo>
                  <a:pt x="219075" y="319088"/>
                </a:lnTo>
                <a:lnTo>
                  <a:pt x="223838" y="314325"/>
                </a:lnTo>
                <a:lnTo>
                  <a:pt x="228600" y="309563"/>
                </a:lnTo>
                <a:lnTo>
                  <a:pt x="233363" y="304800"/>
                </a:lnTo>
                <a:lnTo>
                  <a:pt x="238125" y="300038"/>
                </a:lnTo>
                <a:lnTo>
                  <a:pt x="242888" y="295275"/>
                </a:lnTo>
                <a:lnTo>
                  <a:pt x="247650" y="290513"/>
                </a:lnTo>
                <a:lnTo>
                  <a:pt x="247650" y="280988"/>
                </a:lnTo>
                <a:lnTo>
                  <a:pt x="252413" y="276225"/>
                </a:lnTo>
                <a:lnTo>
                  <a:pt x="257175" y="271463"/>
                </a:lnTo>
                <a:lnTo>
                  <a:pt x="261938" y="266700"/>
                </a:lnTo>
                <a:lnTo>
                  <a:pt x="266700" y="261938"/>
                </a:lnTo>
                <a:lnTo>
                  <a:pt x="271463" y="257175"/>
                </a:lnTo>
                <a:lnTo>
                  <a:pt x="276225" y="252413"/>
                </a:lnTo>
                <a:lnTo>
                  <a:pt x="280988" y="247650"/>
                </a:lnTo>
                <a:lnTo>
                  <a:pt x="285750" y="242888"/>
                </a:lnTo>
                <a:lnTo>
                  <a:pt x="290513" y="238125"/>
                </a:lnTo>
                <a:lnTo>
                  <a:pt x="295275" y="233363"/>
                </a:lnTo>
                <a:lnTo>
                  <a:pt x="295275" y="223838"/>
                </a:lnTo>
                <a:lnTo>
                  <a:pt x="300038" y="219075"/>
                </a:lnTo>
                <a:lnTo>
                  <a:pt x="304800" y="214313"/>
                </a:lnTo>
                <a:lnTo>
                  <a:pt x="309563" y="209550"/>
                </a:lnTo>
                <a:lnTo>
                  <a:pt x="314325" y="204788"/>
                </a:lnTo>
                <a:lnTo>
                  <a:pt x="319088" y="200025"/>
                </a:lnTo>
                <a:lnTo>
                  <a:pt x="323850" y="195263"/>
                </a:lnTo>
                <a:lnTo>
                  <a:pt x="328613" y="190500"/>
                </a:lnTo>
                <a:lnTo>
                  <a:pt x="333375" y="185738"/>
                </a:lnTo>
                <a:lnTo>
                  <a:pt x="338138" y="180975"/>
                </a:lnTo>
                <a:lnTo>
                  <a:pt x="342900" y="176213"/>
                </a:lnTo>
                <a:lnTo>
                  <a:pt x="347663" y="171450"/>
                </a:lnTo>
                <a:lnTo>
                  <a:pt x="352425" y="166688"/>
                </a:lnTo>
                <a:lnTo>
                  <a:pt x="357188" y="161925"/>
                </a:lnTo>
                <a:lnTo>
                  <a:pt x="361950" y="157163"/>
                </a:lnTo>
                <a:lnTo>
                  <a:pt x="366713" y="152400"/>
                </a:lnTo>
                <a:lnTo>
                  <a:pt x="371475" y="147638"/>
                </a:lnTo>
                <a:lnTo>
                  <a:pt x="376238" y="142875"/>
                </a:lnTo>
                <a:lnTo>
                  <a:pt x="381000" y="138113"/>
                </a:lnTo>
                <a:lnTo>
                  <a:pt x="385763" y="133350"/>
                </a:lnTo>
                <a:lnTo>
                  <a:pt x="390525" y="128588"/>
                </a:lnTo>
                <a:lnTo>
                  <a:pt x="395288" y="123825"/>
                </a:lnTo>
                <a:lnTo>
                  <a:pt x="400050" y="119063"/>
                </a:lnTo>
                <a:lnTo>
                  <a:pt x="404813" y="114300"/>
                </a:lnTo>
                <a:lnTo>
                  <a:pt x="409575" y="109538"/>
                </a:lnTo>
                <a:lnTo>
                  <a:pt x="414338" y="104775"/>
                </a:lnTo>
                <a:lnTo>
                  <a:pt x="419100" y="100013"/>
                </a:lnTo>
                <a:lnTo>
                  <a:pt x="423863" y="95250"/>
                </a:lnTo>
                <a:lnTo>
                  <a:pt x="433388" y="95250"/>
                </a:lnTo>
                <a:lnTo>
                  <a:pt x="438150" y="90488"/>
                </a:lnTo>
                <a:lnTo>
                  <a:pt x="442913" y="85725"/>
                </a:lnTo>
                <a:lnTo>
                  <a:pt x="447675" y="80963"/>
                </a:lnTo>
                <a:lnTo>
                  <a:pt x="452438" y="76200"/>
                </a:lnTo>
                <a:lnTo>
                  <a:pt x="457200" y="71438"/>
                </a:lnTo>
                <a:lnTo>
                  <a:pt x="461963" y="66675"/>
                </a:lnTo>
                <a:lnTo>
                  <a:pt x="466725" y="61913"/>
                </a:lnTo>
                <a:lnTo>
                  <a:pt x="471488" y="57150"/>
                </a:lnTo>
                <a:lnTo>
                  <a:pt x="481013" y="57150"/>
                </a:lnTo>
                <a:lnTo>
                  <a:pt x="485775" y="52388"/>
                </a:lnTo>
                <a:lnTo>
                  <a:pt x="490538" y="47625"/>
                </a:lnTo>
                <a:lnTo>
                  <a:pt x="495300" y="42863"/>
                </a:lnTo>
                <a:lnTo>
                  <a:pt x="500063" y="38100"/>
                </a:lnTo>
                <a:lnTo>
                  <a:pt x="509588" y="38100"/>
                </a:lnTo>
                <a:lnTo>
                  <a:pt x="514350" y="33338"/>
                </a:lnTo>
                <a:lnTo>
                  <a:pt x="519113" y="28575"/>
                </a:lnTo>
                <a:lnTo>
                  <a:pt x="523875" y="23813"/>
                </a:lnTo>
                <a:lnTo>
                  <a:pt x="528638" y="19050"/>
                </a:lnTo>
                <a:lnTo>
                  <a:pt x="538163" y="19050"/>
                </a:lnTo>
                <a:lnTo>
                  <a:pt x="542925" y="14288"/>
                </a:lnTo>
                <a:lnTo>
                  <a:pt x="547688" y="9525"/>
                </a:lnTo>
                <a:lnTo>
                  <a:pt x="557213" y="9525"/>
                </a:lnTo>
                <a:lnTo>
                  <a:pt x="566738" y="9525"/>
                </a:lnTo>
                <a:lnTo>
                  <a:pt x="571500" y="4763"/>
                </a:lnTo>
                <a:close/>
              </a:path>
            </a:pathLst>
          </a:custGeom>
          <a:solidFill xmlns:a="http://schemas.openxmlformats.org/drawingml/2006/main">
            <a:srgbClr val="C4C4C4"/>
          </a:solidFill>
          <a:ln xmlns:a="http://schemas.openxmlformats.org/drawingml/2006/main" w="0">
            <a:noFill/>
            <a:prstDash val="solid"/>
          </a:ln>
        </p:spPr>
      </p:sp>
      <p:sp>
        <p:nvSpPr>
          <p:cNvPr id="311" name="deep-skill-chaining-source-component-5-gradient-198-0">
            <a:extLst xmlns:a="http://schemas.openxmlformats.org/drawingml/2006/main">
              <a:ext uri="{FF2B5EF4-FFF2-40B4-BE49-F238E27FC236}">
                <a16:creationId xmlns:a16="http://schemas.microsoft.com/office/drawing/2014/main" id="{D4D6EAFF-1606-464A-9CBE-E17A02E7351C}"/>
              </a:ext>
            </a:extLst>
          </p:cNvPr>
          <p:cNvSpPr>
            <a:spLocks xmlns:a="http://schemas.openxmlformats.org/drawingml/2006/main" noGrp="1"/>
          </p:cNvSpPr>
          <p:nvPr/>
        </p:nvSpPr>
        <p:spPr>
          <a:xfrm xmlns:a="http://schemas.openxmlformats.org/drawingml/2006/main" rot="0">
            <a:off x="8401050" y="2352675"/>
            <a:ext cx="847725" cy="1009650"/>
          </a:xfrm>
          <a:custGeom xmlns:a="http://schemas.openxmlformats.org/drawingml/2006/main">
            <a:pathLst>
              <a:path w="847725" h="1009650">
                <a:moveTo>
                  <a:pt x="542925" y="4763"/>
                </a:moveTo>
                <a:lnTo>
                  <a:pt x="547688" y="0"/>
                </a:lnTo>
                <a:lnTo>
                  <a:pt x="557213" y="0"/>
                </a:lnTo>
                <a:lnTo>
                  <a:pt x="561975" y="4763"/>
                </a:lnTo>
                <a:lnTo>
                  <a:pt x="566738" y="9525"/>
                </a:lnTo>
                <a:lnTo>
                  <a:pt x="576263" y="9525"/>
                </a:lnTo>
                <a:lnTo>
                  <a:pt x="581025" y="14288"/>
                </a:lnTo>
                <a:lnTo>
                  <a:pt x="585788" y="19050"/>
                </a:lnTo>
                <a:lnTo>
                  <a:pt x="595313" y="19050"/>
                </a:lnTo>
                <a:lnTo>
                  <a:pt x="604838" y="19050"/>
                </a:lnTo>
                <a:lnTo>
                  <a:pt x="614363" y="19050"/>
                </a:lnTo>
                <a:lnTo>
                  <a:pt x="619125" y="23813"/>
                </a:lnTo>
                <a:lnTo>
                  <a:pt x="623888" y="28575"/>
                </a:lnTo>
                <a:lnTo>
                  <a:pt x="633413" y="28575"/>
                </a:lnTo>
                <a:lnTo>
                  <a:pt x="642938" y="28575"/>
                </a:lnTo>
                <a:lnTo>
                  <a:pt x="647700" y="33338"/>
                </a:lnTo>
                <a:lnTo>
                  <a:pt x="652463" y="38100"/>
                </a:lnTo>
                <a:lnTo>
                  <a:pt x="657225" y="42863"/>
                </a:lnTo>
                <a:lnTo>
                  <a:pt x="661988" y="47625"/>
                </a:lnTo>
                <a:lnTo>
                  <a:pt x="671513" y="47625"/>
                </a:lnTo>
                <a:lnTo>
                  <a:pt x="676275" y="52388"/>
                </a:lnTo>
                <a:lnTo>
                  <a:pt x="681038" y="57150"/>
                </a:lnTo>
                <a:lnTo>
                  <a:pt x="685800" y="61913"/>
                </a:lnTo>
                <a:lnTo>
                  <a:pt x="690563" y="66675"/>
                </a:lnTo>
                <a:lnTo>
                  <a:pt x="700088" y="66675"/>
                </a:lnTo>
                <a:lnTo>
                  <a:pt x="704850" y="71438"/>
                </a:lnTo>
                <a:lnTo>
                  <a:pt x="709613" y="76200"/>
                </a:lnTo>
                <a:lnTo>
                  <a:pt x="714375" y="80963"/>
                </a:lnTo>
                <a:lnTo>
                  <a:pt x="719138" y="85725"/>
                </a:lnTo>
                <a:lnTo>
                  <a:pt x="728663" y="85725"/>
                </a:lnTo>
                <a:lnTo>
                  <a:pt x="733425" y="90488"/>
                </a:lnTo>
                <a:lnTo>
                  <a:pt x="738188" y="95250"/>
                </a:lnTo>
                <a:lnTo>
                  <a:pt x="742950" y="100013"/>
                </a:lnTo>
                <a:lnTo>
                  <a:pt x="747713" y="104775"/>
                </a:lnTo>
                <a:lnTo>
                  <a:pt x="757238" y="104775"/>
                </a:lnTo>
                <a:lnTo>
                  <a:pt x="766763" y="104775"/>
                </a:lnTo>
                <a:lnTo>
                  <a:pt x="771525" y="109538"/>
                </a:lnTo>
                <a:lnTo>
                  <a:pt x="776288" y="114300"/>
                </a:lnTo>
                <a:lnTo>
                  <a:pt x="785813" y="114300"/>
                </a:lnTo>
                <a:lnTo>
                  <a:pt x="790575" y="119063"/>
                </a:lnTo>
                <a:lnTo>
                  <a:pt x="790575" y="128588"/>
                </a:lnTo>
                <a:lnTo>
                  <a:pt x="790575" y="138113"/>
                </a:lnTo>
                <a:lnTo>
                  <a:pt x="795338" y="142875"/>
                </a:lnTo>
                <a:lnTo>
                  <a:pt x="800100" y="147638"/>
                </a:lnTo>
                <a:lnTo>
                  <a:pt x="804863" y="152400"/>
                </a:lnTo>
                <a:lnTo>
                  <a:pt x="814388" y="152400"/>
                </a:lnTo>
                <a:lnTo>
                  <a:pt x="819150" y="157163"/>
                </a:lnTo>
                <a:lnTo>
                  <a:pt x="823913" y="161925"/>
                </a:lnTo>
                <a:lnTo>
                  <a:pt x="828675" y="166688"/>
                </a:lnTo>
                <a:lnTo>
                  <a:pt x="833438" y="171450"/>
                </a:lnTo>
                <a:lnTo>
                  <a:pt x="838200" y="176213"/>
                </a:lnTo>
                <a:lnTo>
                  <a:pt x="838200" y="185738"/>
                </a:lnTo>
                <a:lnTo>
                  <a:pt x="842963" y="190500"/>
                </a:lnTo>
                <a:lnTo>
                  <a:pt x="847725" y="195263"/>
                </a:lnTo>
                <a:lnTo>
                  <a:pt x="847725" y="204788"/>
                </a:lnTo>
                <a:lnTo>
                  <a:pt x="847725" y="214313"/>
                </a:lnTo>
                <a:lnTo>
                  <a:pt x="847725" y="223838"/>
                </a:lnTo>
                <a:lnTo>
                  <a:pt x="847725" y="233363"/>
                </a:lnTo>
                <a:lnTo>
                  <a:pt x="847725" y="242888"/>
                </a:lnTo>
                <a:lnTo>
                  <a:pt x="847725" y="252413"/>
                </a:lnTo>
                <a:lnTo>
                  <a:pt x="842963" y="257175"/>
                </a:lnTo>
                <a:lnTo>
                  <a:pt x="838200" y="261938"/>
                </a:lnTo>
                <a:lnTo>
                  <a:pt x="838200" y="271463"/>
                </a:lnTo>
                <a:lnTo>
                  <a:pt x="838200" y="280988"/>
                </a:lnTo>
                <a:lnTo>
                  <a:pt x="838200" y="290513"/>
                </a:lnTo>
                <a:lnTo>
                  <a:pt x="833438" y="295275"/>
                </a:lnTo>
                <a:lnTo>
                  <a:pt x="828675" y="300038"/>
                </a:lnTo>
                <a:lnTo>
                  <a:pt x="828675" y="309563"/>
                </a:lnTo>
                <a:lnTo>
                  <a:pt x="828675" y="319088"/>
                </a:lnTo>
                <a:lnTo>
                  <a:pt x="823913" y="323850"/>
                </a:lnTo>
                <a:lnTo>
                  <a:pt x="819150" y="328613"/>
                </a:lnTo>
                <a:lnTo>
                  <a:pt x="819150" y="338138"/>
                </a:lnTo>
                <a:lnTo>
                  <a:pt x="819150" y="347663"/>
                </a:lnTo>
                <a:lnTo>
                  <a:pt x="814388" y="352425"/>
                </a:lnTo>
                <a:lnTo>
                  <a:pt x="809625" y="357188"/>
                </a:lnTo>
                <a:lnTo>
                  <a:pt x="809625" y="366713"/>
                </a:lnTo>
                <a:lnTo>
                  <a:pt x="809625" y="376238"/>
                </a:lnTo>
                <a:lnTo>
                  <a:pt x="804863" y="381000"/>
                </a:lnTo>
                <a:lnTo>
                  <a:pt x="800100" y="385763"/>
                </a:lnTo>
                <a:lnTo>
                  <a:pt x="800100" y="395288"/>
                </a:lnTo>
                <a:lnTo>
                  <a:pt x="795338" y="400050"/>
                </a:lnTo>
                <a:lnTo>
                  <a:pt x="790575" y="404813"/>
                </a:lnTo>
                <a:lnTo>
                  <a:pt x="790575" y="414338"/>
                </a:lnTo>
                <a:lnTo>
                  <a:pt x="785813" y="419100"/>
                </a:lnTo>
                <a:lnTo>
                  <a:pt x="781050" y="423863"/>
                </a:lnTo>
                <a:lnTo>
                  <a:pt x="781050" y="433388"/>
                </a:lnTo>
                <a:lnTo>
                  <a:pt x="776288" y="438150"/>
                </a:lnTo>
                <a:lnTo>
                  <a:pt x="771525" y="442913"/>
                </a:lnTo>
                <a:lnTo>
                  <a:pt x="771525" y="452438"/>
                </a:lnTo>
                <a:lnTo>
                  <a:pt x="771525" y="461963"/>
                </a:lnTo>
                <a:lnTo>
                  <a:pt x="766763" y="466725"/>
                </a:lnTo>
                <a:lnTo>
                  <a:pt x="762000" y="471488"/>
                </a:lnTo>
                <a:lnTo>
                  <a:pt x="762000" y="481013"/>
                </a:lnTo>
                <a:lnTo>
                  <a:pt x="757238" y="485775"/>
                </a:lnTo>
                <a:lnTo>
                  <a:pt x="752475" y="490538"/>
                </a:lnTo>
                <a:lnTo>
                  <a:pt x="747713" y="495300"/>
                </a:lnTo>
                <a:lnTo>
                  <a:pt x="742950" y="500063"/>
                </a:lnTo>
                <a:lnTo>
                  <a:pt x="742950" y="509588"/>
                </a:lnTo>
                <a:lnTo>
                  <a:pt x="738188" y="514350"/>
                </a:lnTo>
                <a:lnTo>
                  <a:pt x="733425" y="519113"/>
                </a:lnTo>
                <a:lnTo>
                  <a:pt x="733425" y="528638"/>
                </a:lnTo>
                <a:lnTo>
                  <a:pt x="728663" y="533400"/>
                </a:lnTo>
                <a:lnTo>
                  <a:pt x="723900" y="538163"/>
                </a:lnTo>
                <a:lnTo>
                  <a:pt x="723900" y="547688"/>
                </a:lnTo>
                <a:lnTo>
                  <a:pt x="719138" y="552450"/>
                </a:lnTo>
                <a:lnTo>
                  <a:pt x="714375" y="557213"/>
                </a:lnTo>
                <a:lnTo>
                  <a:pt x="709613" y="561975"/>
                </a:lnTo>
                <a:lnTo>
                  <a:pt x="704850" y="566738"/>
                </a:lnTo>
                <a:lnTo>
                  <a:pt x="704850" y="576263"/>
                </a:lnTo>
                <a:lnTo>
                  <a:pt x="700088" y="581025"/>
                </a:lnTo>
                <a:lnTo>
                  <a:pt x="695325" y="585788"/>
                </a:lnTo>
                <a:lnTo>
                  <a:pt x="695325" y="595313"/>
                </a:lnTo>
                <a:lnTo>
                  <a:pt x="690563" y="600075"/>
                </a:lnTo>
                <a:lnTo>
                  <a:pt x="685800" y="604838"/>
                </a:lnTo>
                <a:lnTo>
                  <a:pt x="681038" y="609600"/>
                </a:lnTo>
                <a:lnTo>
                  <a:pt x="676275" y="614363"/>
                </a:lnTo>
                <a:lnTo>
                  <a:pt x="676275" y="623888"/>
                </a:lnTo>
                <a:lnTo>
                  <a:pt x="671513" y="628650"/>
                </a:lnTo>
                <a:lnTo>
                  <a:pt x="666750" y="633413"/>
                </a:lnTo>
                <a:lnTo>
                  <a:pt x="661988" y="638175"/>
                </a:lnTo>
                <a:lnTo>
                  <a:pt x="657225" y="642938"/>
                </a:lnTo>
                <a:lnTo>
                  <a:pt x="657225" y="652463"/>
                </a:lnTo>
                <a:lnTo>
                  <a:pt x="652463" y="657225"/>
                </a:lnTo>
                <a:lnTo>
                  <a:pt x="647700" y="661988"/>
                </a:lnTo>
                <a:lnTo>
                  <a:pt x="642938" y="666750"/>
                </a:lnTo>
                <a:lnTo>
                  <a:pt x="638175" y="671513"/>
                </a:lnTo>
                <a:lnTo>
                  <a:pt x="633413" y="676275"/>
                </a:lnTo>
                <a:lnTo>
                  <a:pt x="628650" y="681038"/>
                </a:lnTo>
                <a:lnTo>
                  <a:pt x="628650" y="690563"/>
                </a:lnTo>
                <a:lnTo>
                  <a:pt x="623888" y="695325"/>
                </a:lnTo>
                <a:lnTo>
                  <a:pt x="619125" y="700088"/>
                </a:lnTo>
                <a:lnTo>
                  <a:pt x="614363" y="704850"/>
                </a:lnTo>
                <a:lnTo>
                  <a:pt x="609600" y="709613"/>
                </a:lnTo>
                <a:lnTo>
                  <a:pt x="604838" y="714375"/>
                </a:lnTo>
                <a:lnTo>
                  <a:pt x="600075" y="719138"/>
                </a:lnTo>
                <a:lnTo>
                  <a:pt x="600075" y="728663"/>
                </a:lnTo>
                <a:lnTo>
                  <a:pt x="595313" y="733425"/>
                </a:lnTo>
                <a:lnTo>
                  <a:pt x="590550" y="738188"/>
                </a:lnTo>
                <a:lnTo>
                  <a:pt x="585788" y="742950"/>
                </a:lnTo>
                <a:lnTo>
                  <a:pt x="581025" y="747713"/>
                </a:lnTo>
                <a:lnTo>
                  <a:pt x="576263" y="752475"/>
                </a:lnTo>
                <a:lnTo>
                  <a:pt x="571500" y="757238"/>
                </a:lnTo>
                <a:lnTo>
                  <a:pt x="566738" y="762000"/>
                </a:lnTo>
                <a:lnTo>
                  <a:pt x="561975" y="766763"/>
                </a:lnTo>
                <a:lnTo>
                  <a:pt x="557213" y="771525"/>
                </a:lnTo>
                <a:lnTo>
                  <a:pt x="552450" y="776288"/>
                </a:lnTo>
                <a:lnTo>
                  <a:pt x="552450" y="785813"/>
                </a:lnTo>
                <a:lnTo>
                  <a:pt x="547688" y="790575"/>
                </a:lnTo>
                <a:lnTo>
                  <a:pt x="542925" y="795338"/>
                </a:lnTo>
                <a:lnTo>
                  <a:pt x="538163" y="800100"/>
                </a:lnTo>
                <a:lnTo>
                  <a:pt x="533400" y="804863"/>
                </a:lnTo>
                <a:lnTo>
                  <a:pt x="528638" y="809625"/>
                </a:lnTo>
                <a:lnTo>
                  <a:pt x="523875" y="814388"/>
                </a:lnTo>
                <a:lnTo>
                  <a:pt x="519113" y="819150"/>
                </a:lnTo>
                <a:lnTo>
                  <a:pt x="514350" y="823913"/>
                </a:lnTo>
                <a:lnTo>
                  <a:pt x="509588" y="828675"/>
                </a:lnTo>
                <a:lnTo>
                  <a:pt x="504825" y="833438"/>
                </a:lnTo>
                <a:lnTo>
                  <a:pt x="500063" y="838200"/>
                </a:lnTo>
                <a:lnTo>
                  <a:pt x="495300" y="842963"/>
                </a:lnTo>
                <a:lnTo>
                  <a:pt x="490538" y="847725"/>
                </a:lnTo>
                <a:lnTo>
                  <a:pt x="485775" y="852488"/>
                </a:lnTo>
                <a:lnTo>
                  <a:pt x="481013" y="857250"/>
                </a:lnTo>
                <a:lnTo>
                  <a:pt x="476250" y="862013"/>
                </a:lnTo>
                <a:lnTo>
                  <a:pt x="471488" y="866775"/>
                </a:lnTo>
                <a:lnTo>
                  <a:pt x="466725" y="871538"/>
                </a:lnTo>
                <a:lnTo>
                  <a:pt x="461963" y="876300"/>
                </a:lnTo>
                <a:lnTo>
                  <a:pt x="457200" y="881063"/>
                </a:lnTo>
                <a:lnTo>
                  <a:pt x="452438" y="885825"/>
                </a:lnTo>
                <a:lnTo>
                  <a:pt x="442913" y="885825"/>
                </a:lnTo>
                <a:lnTo>
                  <a:pt x="438150" y="890588"/>
                </a:lnTo>
                <a:lnTo>
                  <a:pt x="433388" y="895350"/>
                </a:lnTo>
                <a:lnTo>
                  <a:pt x="428625" y="900113"/>
                </a:lnTo>
                <a:lnTo>
                  <a:pt x="423863" y="904875"/>
                </a:lnTo>
                <a:lnTo>
                  <a:pt x="419100" y="909638"/>
                </a:lnTo>
                <a:lnTo>
                  <a:pt x="414338" y="914400"/>
                </a:lnTo>
                <a:lnTo>
                  <a:pt x="409575" y="919163"/>
                </a:lnTo>
                <a:lnTo>
                  <a:pt x="404813" y="923925"/>
                </a:lnTo>
                <a:lnTo>
                  <a:pt x="400050" y="928688"/>
                </a:lnTo>
                <a:lnTo>
                  <a:pt x="395288" y="933450"/>
                </a:lnTo>
                <a:lnTo>
                  <a:pt x="385763" y="933450"/>
                </a:lnTo>
                <a:lnTo>
                  <a:pt x="381000" y="938213"/>
                </a:lnTo>
                <a:lnTo>
                  <a:pt x="376238" y="942975"/>
                </a:lnTo>
                <a:lnTo>
                  <a:pt x="371475" y="947738"/>
                </a:lnTo>
                <a:lnTo>
                  <a:pt x="366713" y="952500"/>
                </a:lnTo>
                <a:lnTo>
                  <a:pt x="361950" y="957263"/>
                </a:lnTo>
                <a:lnTo>
                  <a:pt x="357188" y="962025"/>
                </a:lnTo>
                <a:lnTo>
                  <a:pt x="347663" y="962025"/>
                </a:lnTo>
                <a:lnTo>
                  <a:pt x="342900" y="966788"/>
                </a:lnTo>
                <a:lnTo>
                  <a:pt x="338138" y="971550"/>
                </a:lnTo>
                <a:lnTo>
                  <a:pt x="328613" y="971550"/>
                </a:lnTo>
                <a:lnTo>
                  <a:pt x="323850" y="976313"/>
                </a:lnTo>
                <a:lnTo>
                  <a:pt x="319088" y="981075"/>
                </a:lnTo>
                <a:lnTo>
                  <a:pt x="314325" y="985838"/>
                </a:lnTo>
                <a:lnTo>
                  <a:pt x="309563" y="990600"/>
                </a:lnTo>
                <a:lnTo>
                  <a:pt x="300038" y="990600"/>
                </a:lnTo>
                <a:lnTo>
                  <a:pt x="295275" y="995363"/>
                </a:lnTo>
                <a:lnTo>
                  <a:pt x="290513" y="1000125"/>
                </a:lnTo>
                <a:lnTo>
                  <a:pt x="280988" y="1000125"/>
                </a:lnTo>
                <a:lnTo>
                  <a:pt x="276225" y="1004888"/>
                </a:lnTo>
                <a:lnTo>
                  <a:pt x="271463" y="1009650"/>
                </a:lnTo>
                <a:lnTo>
                  <a:pt x="266700" y="1004888"/>
                </a:lnTo>
                <a:lnTo>
                  <a:pt x="261938" y="1000125"/>
                </a:lnTo>
                <a:lnTo>
                  <a:pt x="252413" y="1000125"/>
                </a:lnTo>
                <a:lnTo>
                  <a:pt x="242888" y="1000125"/>
                </a:lnTo>
                <a:lnTo>
                  <a:pt x="238125" y="995363"/>
                </a:lnTo>
                <a:lnTo>
                  <a:pt x="233363" y="990600"/>
                </a:lnTo>
                <a:lnTo>
                  <a:pt x="223838" y="990600"/>
                </a:lnTo>
                <a:lnTo>
                  <a:pt x="219075" y="985838"/>
                </a:lnTo>
                <a:lnTo>
                  <a:pt x="214313" y="981075"/>
                </a:lnTo>
                <a:lnTo>
                  <a:pt x="204788" y="981075"/>
                </a:lnTo>
                <a:lnTo>
                  <a:pt x="195263" y="981075"/>
                </a:lnTo>
                <a:lnTo>
                  <a:pt x="185738" y="981075"/>
                </a:lnTo>
                <a:lnTo>
                  <a:pt x="180975" y="976313"/>
                </a:lnTo>
                <a:lnTo>
                  <a:pt x="176213" y="971550"/>
                </a:lnTo>
                <a:lnTo>
                  <a:pt x="171450" y="966788"/>
                </a:lnTo>
                <a:lnTo>
                  <a:pt x="166688" y="962025"/>
                </a:lnTo>
                <a:lnTo>
                  <a:pt x="161925" y="957263"/>
                </a:lnTo>
                <a:lnTo>
                  <a:pt x="157163" y="952500"/>
                </a:lnTo>
                <a:lnTo>
                  <a:pt x="152400" y="947738"/>
                </a:lnTo>
                <a:lnTo>
                  <a:pt x="147638" y="942975"/>
                </a:lnTo>
                <a:lnTo>
                  <a:pt x="142875" y="938213"/>
                </a:lnTo>
                <a:lnTo>
                  <a:pt x="138113" y="933450"/>
                </a:lnTo>
                <a:lnTo>
                  <a:pt x="128588" y="933450"/>
                </a:lnTo>
                <a:lnTo>
                  <a:pt x="123825" y="928688"/>
                </a:lnTo>
                <a:lnTo>
                  <a:pt x="119063" y="923925"/>
                </a:lnTo>
                <a:lnTo>
                  <a:pt x="114300" y="919163"/>
                </a:lnTo>
                <a:lnTo>
                  <a:pt x="109538" y="914400"/>
                </a:lnTo>
                <a:lnTo>
                  <a:pt x="104775" y="909638"/>
                </a:lnTo>
                <a:lnTo>
                  <a:pt x="100013" y="904875"/>
                </a:lnTo>
                <a:lnTo>
                  <a:pt x="95250" y="900113"/>
                </a:lnTo>
                <a:lnTo>
                  <a:pt x="90488" y="895350"/>
                </a:lnTo>
                <a:lnTo>
                  <a:pt x="85725" y="890588"/>
                </a:lnTo>
                <a:lnTo>
                  <a:pt x="80963" y="885825"/>
                </a:lnTo>
                <a:lnTo>
                  <a:pt x="71438" y="885825"/>
                </a:lnTo>
                <a:lnTo>
                  <a:pt x="66675" y="881063"/>
                </a:lnTo>
                <a:lnTo>
                  <a:pt x="61913" y="876300"/>
                </a:lnTo>
                <a:lnTo>
                  <a:pt x="57150" y="871538"/>
                </a:lnTo>
                <a:lnTo>
                  <a:pt x="52388" y="866775"/>
                </a:lnTo>
                <a:lnTo>
                  <a:pt x="42863" y="866775"/>
                </a:lnTo>
                <a:lnTo>
                  <a:pt x="38100" y="862013"/>
                </a:lnTo>
                <a:lnTo>
                  <a:pt x="38100" y="852488"/>
                </a:lnTo>
                <a:lnTo>
                  <a:pt x="33338" y="847725"/>
                </a:lnTo>
                <a:lnTo>
                  <a:pt x="28575" y="842963"/>
                </a:lnTo>
                <a:lnTo>
                  <a:pt x="28575" y="833438"/>
                </a:lnTo>
                <a:lnTo>
                  <a:pt x="23813" y="828675"/>
                </a:lnTo>
                <a:lnTo>
                  <a:pt x="19050" y="823913"/>
                </a:lnTo>
                <a:lnTo>
                  <a:pt x="19050" y="814388"/>
                </a:lnTo>
                <a:lnTo>
                  <a:pt x="14288" y="809625"/>
                </a:lnTo>
                <a:lnTo>
                  <a:pt x="9525" y="804863"/>
                </a:lnTo>
                <a:lnTo>
                  <a:pt x="4763" y="800100"/>
                </a:lnTo>
                <a:lnTo>
                  <a:pt x="0" y="795338"/>
                </a:lnTo>
                <a:lnTo>
                  <a:pt x="0" y="785813"/>
                </a:lnTo>
                <a:lnTo>
                  <a:pt x="0" y="776288"/>
                </a:lnTo>
                <a:lnTo>
                  <a:pt x="4763" y="771525"/>
                </a:lnTo>
                <a:lnTo>
                  <a:pt x="9525" y="766763"/>
                </a:lnTo>
                <a:lnTo>
                  <a:pt x="9525" y="757238"/>
                </a:lnTo>
                <a:lnTo>
                  <a:pt x="9525" y="747713"/>
                </a:lnTo>
                <a:lnTo>
                  <a:pt x="9525" y="738188"/>
                </a:lnTo>
                <a:lnTo>
                  <a:pt x="9525" y="728663"/>
                </a:lnTo>
                <a:lnTo>
                  <a:pt x="14288" y="723900"/>
                </a:lnTo>
                <a:lnTo>
                  <a:pt x="19050" y="719138"/>
                </a:lnTo>
                <a:lnTo>
                  <a:pt x="19050" y="709613"/>
                </a:lnTo>
                <a:lnTo>
                  <a:pt x="19050" y="700088"/>
                </a:lnTo>
                <a:lnTo>
                  <a:pt x="23813" y="695325"/>
                </a:lnTo>
                <a:lnTo>
                  <a:pt x="28575" y="690563"/>
                </a:lnTo>
                <a:lnTo>
                  <a:pt x="28575" y="681038"/>
                </a:lnTo>
                <a:lnTo>
                  <a:pt x="28575" y="671513"/>
                </a:lnTo>
                <a:lnTo>
                  <a:pt x="28575" y="661988"/>
                </a:lnTo>
                <a:lnTo>
                  <a:pt x="33338" y="657225"/>
                </a:lnTo>
                <a:lnTo>
                  <a:pt x="38100" y="652463"/>
                </a:lnTo>
                <a:lnTo>
                  <a:pt x="38100" y="642938"/>
                </a:lnTo>
                <a:lnTo>
                  <a:pt x="42863" y="638175"/>
                </a:lnTo>
                <a:lnTo>
                  <a:pt x="47625" y="633413"/>
                </a:lnTo>
                <a:lnTo>
                  <a:pt x="47625" y="623888"/>
                </a:lnTo>
                <a:lnTo>
                  <a:pt x="47625" y="614363"/>
                </a:lnTo>
                <a:lnTo>
                  <a:pt x="52388" y="609600"/>
                </a:lnTo>
                <a:lnTo>
                  <a:pt x="57150" y="604838"/>
                </a:lnTo>
                <a:lnTo>
                  <a:pt x="57150" y="595313"/>
                </a:lnTo>
                <a:lnTo>
                  <a:pt x="61913" y="590550"/>
                </a:lnTo>
                <a:lnTo>
                  <a:pt x="66675" y="585788"/>
                </a:lnTo>
                <a:lnTo>
                  <a:pt x="66675" y="576263"/>
                </a:lnTo>
                <a:lnTo>
                  <a:pt x="66675" y="566738"/>
                </a:lnTo>
                <a:lnTo>
                  <a:pt x="71438" y="561975"/>
                </a:lnTo>
                <a:lnTo>
                  <a:pt x="76200" y="557213"/>
                </a:lnTo>
                <a:lnTo>
                  <a:pt x="76200" y="547688"/>
                </a:lnTo>
                <a:lnTo>
                  <a:pt x="80963" y="542925"/>
                </a:lnTo>
                <a:lnTo>
                  <a:pt x="85725" y="538163"/>
                </a:lnTo>
                <a:lnTo>
                  <a:pt x="85725" y="528638"/>
                </a:lnTo>
                <a:lnTo>
                  <a:pt x="90488" y="523875"/>
                </a:lnTo>
                <a:lnTo>
                  <a:pt x="95250" y="519113"/>
                </a:lnTo>
                <a:lnTo>
                  <a:pt x="95250" y="509588"/>
                </a:lnTo>
                <a:lnTo>
                  <a:pt x="100013" y="504825"/>
                </a:lnTo>
                <a:lnTo>
                  <a:pt x="104775" y="500063"/>
                </a:lnTo>
                <a:lnTo>
                  <a:pt x="104775" y="490538"/>
                </a:lnTo>
                <a:lnTo>
                  <a:pt x="109538" y="485775"/>
                </a:lnTo>
                <a:lnTo>
                  <a:pt x="114300" y="481013"/>
                </a:lnTo>
                <a:lnTo>
                  <a:pt x="114300" y="471488"/>
                </a:lnTo>
                <a:lnTo>
                  <a:pt x="119063" y="466725"/>
                </a:lnTo>
                <a:lnTo>
                  <a:pt x="123825" y="461963"/>
                </a:lnTo>
                <a:lnTo>
                  <a:pt x="128588" y="457200"/>
                </a:lnTo>
                <a:lnTo>
                  <a:pt x="133350" y="452438"/>
                </a:lnTo>
                <a:lnTo>
                  <a:pt x="133350" y="442913"/>
                </a:lnTo>
                <a:lnTo>
                  <a:pt x="138113" y="438150"/>
                </a:lnTo>
                <a:lnTo>
                  <a:pt x="142875" y="433388"/>
                </a:lnTo>
                <a:lnTo>
                  <a:pt x="142875" y="423863"/>
                </a:lnTo>
                <a:lnTo>
                  <a:pt x="147638" y="419100"/>
                </a:lnTo>
                <a:lnTo>
                  <a:pt x="152400" y="414338"/>
                </a:lnTo>
                <a:lnTo>
                  <a:pt x="152400" y="404813"/>
                </a:lnTo>
                <a:lnTo>
                  <a:pt x="157163" y="400050"/>
                </a:lnTo>
                <a:lnTo>
                  <a:pt x="161925" y="395288"/>
                </a:lnTo>
                <a:lnTo>
                  <a:pt x="166688" y="390525"/>
                </a:lnTo>
                <a:lnTo>
                  <a:pt x="171450" y="385763"/>
                </a:lnTo>
                <a:lnTo>
                  <a:pt x="171450" y="376238"/>
                </a:lnTo>
                <a:lnTo>
                  <a:pt x="176213" y="371475"/>
                </a:lnTo>
                <a:lnTo>
                  <a:pt x="180975" y="366713"/>
                </a:lnTo>
                <a:lnTo>
                  <a:pt x="185738" y="361950"/>
                </a:lnTo>
                <a:lnTo>
                  <a:pt x="190500" y="357188"/>
                </a:lnTo>
                <a:lnTo>
                  <a:pt x="190500" y="347663"/>
                </a:lnTo>
                <a:lnTo>
                  <a:pt x="195263" y="342900"/>
                </a:lnTo>
                <a:lnTo>
                  <a:pt x="200025" y="338138"/>
                </a:lnTo>
                <a:lnTo>
                  <a:pt x="204788" y="333375"/>
                </a:lnTo>
                <a:lnTo>
                  <a:pt x="209550" y="328613"/>
                </a:lnTo>
                <a:lnTo>
                  <a:pt x="214313" y="323850"/>
                </a:lnTo>
                <a:lnTo>
                  <a:pt x="219075" y="319088"/>
                </a:lnTo>
                <a:lnTo>
                  <a:pt x="219075" y="309563"/>
                </a:lnTo>
                <a:lnTo>
                  <a:pt x="223838" y="304800"/>
                </a:lnTo>
                <a:lnTo>
                  <a:pt x="228600" y="300038"/>
                </a:lnTo>
                <a:lnTo>
                  <a:pt x="233363" y="295275"/>
                </a:lnTo>
                <a:lnTo>
                  <a:pt x="238125" y="290513"/>
                </a:lnTo>
                <a:lnTo>
                  <a:pt x="242888" y="285750"/>
                </a:lnTo>
                <a:lnTo>
                  <a:pt x="247650" y="280988"/>
                </a:lnTo>
                <a:lnTo>
                  <a:pt x="247650" y="271463"/>
                </a:lnTo>
                <a:lnTo>
                  <a:pt x="252413" y="266700"/>
                </a:lnTo>
                <a:lnTo>
                  <a:pt x="257175" y="261938"/>
                </a:lnTo>
                <a:lnTo>
                  <a:pt x="261938" y="257175"/>
                </a:lnTo>
                <a:lnTo>
                  <a:pt x="266700" y="252413"/>
                </a:lnTo>
                <a:lnTo>
                  <a:pt x="271463" y="247650"/>
                </a:lnTo>
                <a:lnTo>
                  <a:pt x="276225" y="242888"/>
                </a:lnTo>
                <a:lnTo>
                  <a:pt x="280988" y="238125"/>
                </a:lnTo>
                <a:lnTo>
                  <a:pt x="285750" y="233363"/>
                </a:lnTo>
                <a:lnTo>
                  <a:pt x="290513" y="228600"/>
                </a:lnTo>
                <a:lnTo>
                  <a:pt x="295275" y="223838"/>
                </a:lnTo>
                <a:lnTo>
                  <a:pt x="295275" y="214313"/>
                </a:lnTo>
                <a:lnTo>
                  <a:pt x="300038" y="209550"/>
                </a:lnTo>
                <a:lnTo>
                  <a:pt x="304800" y="204788"/>
                </a:lnTo>
                <a:lnTo>
                  <a:pt x="309563" y="200025"/>
                </a:lnTo>
                <a:lnTo>
                  <a:pt x="314325" y="195263"/>
                </a:lnTo>
                <a:lnTo>
                  <a:pt x="319088" y="190500"/>
                </a:lnTo>
                <a:lnTo>
                  <a:pt x="323850" y="185738"/>
                </a:lnTo>
                <a:lnTo>
                  <a:pt x="328613" y="180975"/>
                </a:lnTo>
                <a:lnTo>
                  <a:pt x="333375" y="176213"/>
                </a:lnTo>
                <a:lnTo>
                  <a:pt x="338138" y="171450"/>
                </a:lnTo>
                <a:lnTo>
                  <a:pt x="342900" y="166688"/>
                </a:lnTo>
                <a:lnTo>
                  <a:pt x="347663" y="161925"/>
                </a:lnTo>
                <a:lnTo>
                  <a:pt x="352425" y="157163"/>
                </a:lnTo>
                <a:lnTo>
                  <a:pt x="357188" y="152400"/>
                </a:lnTo>
                <a:lnTo>
                  <a:pt x="361950" y="147638"/>
                </a:lnTo>
                <a:lnTo>
                  <a:pt x="366713" y="142875"/>
                </a:lnTo>
                <a:lnTo>
                  <a:pt x="371475" y="138113"/>
                </a:lnTo>
                <a:lnTo>
                  <a:pt x="376238" y="133350"/>
                </a:lnTo>
                <a:lnTo>
                  <a:pt x="381000" y="128588"/>
                </a:lnTo>
                <a:lnTo>
                  <a:pt x="385763" y="123825"/>
                </a:lnTo>
                <a:lnTo>
                  <a:pt x="390525" y="119063"/>
                </a:lnTo>
                <a:lnTo>
                  <a:pt x="395288" y="114300"/>
                </a:lnTo>
                <a:lnTo>
                  <a:pt x="400050" y="109538"/>
                </a:lnTo>
                <a:lnTo>
                  <a:pt x="404813" y="104775"/>
                </a:lnTo>
                <a:lnTo>
                  <a:pt x="409575" y="100013"/>
                </a:lnTo>
                <a:lnTo>
                  <a:pt x="414338" y="95250"/>
                </a:lnTo>
                <a:lnTo>
                  <a:pt x="419100" y="90488"/>
                </a:lnTo>
                <a:lnTo>
                  <a:pt x="423863" y="85725"/>
                </a:lnTo>
                <a:lnTo>
                  <a:pt x="433388" y="85725"/>
                </a:lnTo>
                <a:lnTo>
                  <a:pt x="438150" y="80963"/>
                </a:lnTo>
                <a:lnTo>
                  <a:pt x="442913" y="76200"/>
                </a:lnTo>
                <a:lnTo>
                  <a:pt x="447675" y="71438"/>
                </a:lnTo>
                <a:lnTo>
                  <a:pt x="452438" y="66675"/>
                </a:lnTo>
                <a:lnTo>
                  <a:pt x="457200" y="61913"/>
                </a:lnTo>
                <a:lnTo>
                  <a:pt x="461963" y="57150"/>
                </a:lnTo>
                <a:lnTo>
                  <a:pt x="466725" y="52388"/>
                </a:lnTo>
                <a:lnTo>
                  <a:pt x="471488" y="47625"/>
                </a:lnTo>
                <a:lnTo>
                  <a:pt x="481013" y="47625"/>
                </a:lnTo>
                <a:lnTo>
                  <a:pt x="485775" y="42863"/>
                </a:lnTo>
                <a:lnTo>
                  <a:pt x="490538" y="38100"/>
                </a:lnTo>
                <a:lnTo>
                  <a:pt x="495300" y="33338"/>
                </a:lnTo>
                <a:lnTo>
                  <a:pt x="500063" y="28575"/>
                </a:lnTo>
                <a:lnTo>
                  <a:pt x="509588" y="28575"/>
                </a:lnTo>
                <a:lnTo>
                  <a:pt x="514350" y="23813"/>
                </a:lnTo>
                <a:lnTo>
                  <a:pt x="519113" y="19050"/>
                </a:lnTo>
                <a:lnTo>
                  <a:pt x="523875" y="14288"/>
                </a:lnTo>
                <a:lnTo>
                  <a:pt x="528638" y="9525"/>
                </a:lnTo>
                <a:lnTo>
                  <a:pt x="538163" y="9525"/>
                </a:lnTo>
                <a:lnTo>
                  <a:pt x="542925" y="4763"/>
                </a:lnTo>
                <a:close/>
              </a:path>
            </a:pathLst>
          </a:custGeom>
          <a:solidFill xmlns:a="http://schemas.openxmlformats.org/drawingml/2006/main">
            <a:srgbClr val="C6C6C6"/>
          </a:solidFill>
          <a:ln xmlns:a="http://schemas.openxmlformats.org/drawingml/2006/main" w="0">
            <a:noFill/>
            <a:prstDash val="solid"/>
          </a:ln>
        </p:spPr>
      </p:sp>
      <p:sp>
        <p:nvSpPr>
          <p:cNvPr id="312" name="deep-skill-chaining-source-component-5-gradient-200-0">
            <a:extLst xmlns:a="http://schemas.openxmlformats.org/drawingml/2006/main">
              <a:ext uri="{FF2B5EF4-FFF2-40B4-BE49-F238E27FC236}">
                <a16:creationId xmlns:a16="http://schemas.microsoft.com/office/drawing/2014/main" id="{3EA526AB-2E6D-4D07-B654-BC9C27AFE85E}"/>
              </a:ext>
            </a:extLst>
          </p:cNvPr>
          <p:cNvSpPr>
            <a:spLocks xmlns:a="http://schemas.openxmlformats.org/drawingml/2006/main" noGrp="1"/>
          </p:cNvSpPr>
          <p:nvPr/>
        </p:nvSpPr>
        <p:spPr>
          <a:xfrm xmlns:a="http://schemas.openxmlformats.org/drawingml/2006/main" rot="0">
            <a:off x="8401050" y="2371725"/>
            <a:ext cx="847725" cy="971550"/>
          </a:xfrm>
          <a:custGeom xmlns:a="http://schemas.openxmlformats.org/drawingml/2006/main">
            <a:pathLst>
              <a:path w="847725" h="971550">
                <a:moveTo>
                  <a:pt x="514350" y="4763"/>
                </a:moveTo>
                <a:lnTo>
                  <a:pt x="519113" y="0"/>
                </a:lnTo>
                <a:lnTo>
                  <a:pt x="528638" y="0"/>
                </a:lnTo>
                <a:lnTo>
                  <a:pt x="538163" y="0"/>
                </a:lnTo>
                <a:lnTo>
                  <a:pt x="547688" y="0"/>
                </a:lnTo>
                <a:lnTo>
                  <a:pt x="557213" y="0"/>
                </a:lnTo>
                <a:lnTo>
                  <a:pt x="561975" y="4763"/>
                </a:lnTo>
                <a:lnTo>
                  <a:pt x="566738" y="9525"/>
                </a:lnTo>
                <a:lnTo>
                  <a:pt x="576263" y="9525"/>
                </a:lnTo>
                <a:lnTo>
                  <a:pt x="585788" y="9525"/>
                </a:lnTo>
                <a:lnTo>
                  <a:pt x="590550" y="14288"/>
                </a:lnTo>
                <a:lnTo>
                  <a:pt x="595313" y="19050"/>
                </a:lnTo>
                <a:lnTo>
                  <a:pt x="604838" y="19050"/>
                </a:lnTo>
                <a:lnTo>
                  <a:pt x="609600" y="23813"/>
                </a:lnTo>
                <a:lnTo>
                  <a:pt x="614363" y="28575"/>
                </a:lnTo>
                <a:lnTo>
                  <a:pt x="623888" y="28575"/>
                </a:lnTo>
                <a:lnTo>
                  <a:pt x="628650" y="33338"/>
                </a:lnTo>
                <a:lnTo>
                  <a:pt x="633413" y="38100"/>
                </a:lnTo>
                <a:lnTo>
                  <a:pt x="642938" y="38100"/>
                </a:lnTo>
                <a:lnTo>
                  <a:pt x="647700" y="42863"/>
                </a:lnTo>
                <a:lnTo>
                  <a:pt x="652463" y="47625"/>
                </a:lnTo>
                <a:lnTo>
                  <a:pt x="661988" y="47625"/>
                </a:lnTo>
                <a:lnTo>
                  <a:pt x="666750" y="52388"/>
                </a:lnTo>
                <a:lnTo>
                  <a:pt x="671513" y="57150"/>
                </a:lnTo>
                <a:lnTo>
                  <a:pt x="681038" y="57150"/>
                </a:lnTo>
                <a:lnTo>
                  <a:pt x="685800" y="61913"/>
                </a:lnTo>
                <a:lnTo>
                  <a:pt x="690563" y="66675"/>
                </a:lnTo>
                <a:lnTo>
                  <a:pt x="700088" y="66675"/>
                </a:lnTo>
                <a:lnTo>
                  <a:pt x="704850" y="71438"/>
                </a:lnTo>
                <a:lnTo>
                  <a:pt x="709613" y="76200"/>
                </a:lnTo>
                <a:lnTo>
                  <a:pt x="714375" y="80963"/>
                </a:lnTo>
                <a:lnTo>
                  <a:pt x="719138" y="85725"/>
                </a:lnTo>
                <a:lnTo>
                  <a:pt x="728663" y="85725"/>
                </a:lnTo>
                <a:lnTo>
                  <a:pt x="733425" y="90488"/>
                </a:lnTo>
                <a:lnTo>
                  <a:pt x="738188" y="95250"/>
                </a:lnTo>
                <a:lnTo>
                  <a:pt x="747713" y="95250"/>
                </a:lnTo>
                <a:lnTo>
                  <a:pt x="757238" y="95250"/>
                </a:lnTo>
                <a:lnTo>
                  <a:pt x="762000" y="100013"/>
                </a:lnTo>
                <a:lnTo>
                  <a:pt x="762000" y="109538"/>
                </a:lnTo>
                <a:lnTo>
                  <a:pt x="766763" y="114300"/>
                </a:lnTo>
                <a:lnTo>
                  <a:pt x="771525" y="119063"/>
                </a:lnTo>
                <a:lnTo>
                  <a:pt x="776288" y="123825"/>
                </a:lnTo>
                <a:lnTo>
                  <a:pt x="781050" y="128588"/>
                </a:lnTo>
                <a:lnTo>
                  <a:pt x="785813" y="133350"/>
                </a:lnTo>
                <a:lnTo>
                  <a:pt x="790575" y="138113"/>
                </a:lnTo>
                <a:lnTo>
                  <a:pt x="795338" y="142875"/>
                </a:lnTo>
                <a:lnTo>
                  <a:pt x="800100" y="147638"/>
                </a:lnTo>
                <a:lnTo>
                  <a:pt x="804863" y="152400"/>
                </a:lnTo>
                <a:lnTo>
                  <a:pt x="814388" y="152400"/>
                </a:lnTo>
                <a:lnTo>
                  <a:pt x="819150" y="157163"/>
                </a:lnTo>
                <a:lnTo>
                  <a:pt x="819150" y="166688"/>
                </a:lnTo>
                <a:lnTo>
                  <a:pt x="823913" y="171450"/>
                </a:lnTo>
                <a:lnTo>
                  <a:pt x="828675" y="176213"/>
                </a:lnTo>
                <a:lnTo>
                  <a:pt x="833438" y="180975"/>
                </a:lnTo>
                <a:lnTo>
                  <a:pt x="838200" y="185738"/>
                </a:lnTo>
                <a:lnTo>
                  <a:pt x="838200" y="195263"/>
                </a:lnTo>
                <a:lnTo>
                  <a:pt x="838200" y="204788"/>
                </a:lnTo>
                <a:lnTo>
                  <a:pt x="842963" y="209550"/>
                </a:lnTo>
                <a:lnTo>
                  <a:pt x="847725" y="214313"/>
                </a:lnTo>
                <a:lnTo>
                  <a:pt x="847725" y="223838"/>
                </a:lnTo>
                <a:lnTo>
                  <a:pt x="847725" y="233363"/>
                </a:lnTo>
                <a:lnTo>
                  <a:pt x="842963" y="238125"/>
                </a:lnTo>
                <a:lnTo>
                  <a:pt x="838200" y="242888"/>
                </a:lnTo>
                <a:lnTo>
                  <a:pt x="838200" y="252413"/>
                </a:lnTo>
                <a:lnTo>
                  <a:pt x="838200" y="261938"/>
                </a:lnTo>
                <a:lnTo>
                  <a:pt x="838200" y="271463"/>
                </a:lnTo>
                <a:lnTo>
                  <a:pt x="833438" y="276225"/>
                </a:lnTo>
                <a:lnTo>
                  <a:pt x="828675" y="280988"/>
                </a:lnTo>
                <a:lnTo>
                  <a:pt x="828675" y="290513"/>
                </a:lnTo>
                <a:lnTo>
                  <a:pt x="828675" y="300038"/>
                </a:lnTo>
                <a:lnTo>
                  <a:pt x="823913" y="304800"/>
                </a:lnTo>
                <a:lnTo>
                  <a:pt x="819150" y="309563"/>
                </a:lnTo>
                <a:lnTo>
                  <a:pt x="819150" y="319088"/>
                </a:lnTo>
                <a:lnTo>
                  <a:pt x="819150" y="328613"/>
                </a:lnTo>
                <a:lnTo>
                  <a:pt x="814388" y="333375"/>
                </a:lnTo>
                <a:lnTo>
                  <a:pt x="809625" y="338138"/>
                </a:lnTo>
                <a:lnTo>
                  <a:pt x="809625" y="347663"/>
                </a:lnTo>
                <a:lnTo>
                  <a:pt x="809625" y="357188"/>
                </a:lnTo>
                <a:lnTo>
                  <a:pt x="804863" y="361950"/>
                </a:lnTo>
                <a:lnTo>
                  <a:pt x="800100" y="366713"/>
                </a:lnTo>
                <a:lnTo>
                  <a:pt x="800100" y="376238"/>
                </a:lnTo>
                <a:lnTo>
                  <a:pt x="795338" y="381000"/>
                </a:lnTo>
                <a:lnTo>
                  <a:pt x="790575" y="385763"/>
                </a:lnTo>
                <a:lnTo>
                  <a:pt x="790575" y="395288"/>
                </a:lnTo>
                <a:lnTo>
                  <a:pt x="785813" y="400050"/>
                </a:lnTo>
                <a:lnTo>
                  <a:pt x="781050" y="404813"/>
                </a:lnTo>
                <a:lnTo>
                  <a:pt x="781050" y="414338"/>
                </a:lnTo>
                <a:lnTo>
                  <a:pt x="776288" y="419100"/>
                </a:lnTo>
                <a:lnTo>
                  <a:pt x="771525" y="423863"/>
                </a:lnTo>
                <a:lnTo>
                  <a:pt x="771525" y="433388"/>
                </a:lnTo>
                <a:lnTo>
                  <a:pt x="771525" y="442913"/>
                </a:lnTo>
                <a:lnTo>
                  <a:pt x="766763" y="447675"/>
                </a:lnTo>
                <a:lnTo>
                  <a:pt x="762000" y="452438"/>
                </a:lnTo>
                <a:lnTo>
                  <a:pt x="762000" y="461963"/>
                </a:lnTo>
                <a:lnTo>
                  <a:pt x="757238" y="466725"/>
                </a:lnTo>
                <a:lnTo>
                  <a:pt x="752475" y="471488"/>
                </a:lnTo>
                <a:lnTo>
                  <a:pt x="747713" y="476250"/>
                </a:lnTo>
                <a:lnTo>
                  <a:pt x="742950" y="481013"/>
                </a:lnTo>
                <a:lnTo>
                  <a:pt x="742950" y="490538"/>
                </a:lnTo>
                <a:lnTo>
                  <a:pt x="738188" y="495300"/>
                </a:lnTo>
                <a:lnTo>
                  <a:pt x="733425" y="500063"/>
                </a:lnTo>
                <a:lnTo>
                  <a:pt x="733425" y="509588"/>
                </a:lnTo>
                <a:lnTo>
                  <a:pt x="728663" y="514350"/>
                </a:lnTo>
                <a:lnTo>
                  <a:pt x="723900" y="519113"/>
                </a:lnTo>
                <a:lnTo>
                  <a:pt x="723900" y="528638"/>
                </a:lnTo>
                <a:lnTo>
                  <a:pt x="719138" y="533400"/>
                </a:lnTo>
                <a:lnTo>
                  <a:pt x="714375" y="538163"/>
                </a:lnTo>
                <a:lnTo>
                  <a:pt x="709613" y="542925"/>
                </a:lnTo>
                <a:lnTo>
                  <a:pt x="704850" y="547688"/>
                </a:lnTo>
                <a:lnTo>
                  <a:pt x="704850" y="557213"/>
                </a:lnTo>
                <a:lnTo>
                  <a:pt x="700088" y="561975"/>
                </a:lnTo>
                <a:lnTo>
                  <a:pt x="695325" y="566738"/>
                </a:lnTo>
                <a:lnTo>
                  <a:pt x="695325" y="576263"/>
                </a:lnTo>
                <a:lnTo>
                  <a:pt x="690563" y="581025"/>
                </a:lnTo>
                <a:lnTo>
                  <a:pt x="685800" y="585788"/>
                </a:lnTo>
                <a:lnTo>
                  <a:pt x="681038" y="590550"/>
                </a:lnTo>
                <a:lnTo>
                  <a:pt x="676275" y="595313"/>
                </a:lnTo>
                <a:lnTo>
                  <a:pt x="676275" y="604838"/>
                </a:lnTo>
                <a:lnTo>
                  <a:pt x="671513" y="609600"/>
                </a:lnTo>
                <a:lnTo>
                  <a:pt x="666750" y="614363"/>
                </a:lnTo>
                <a:lnTo>
                  <a:pt x="661988" y="619125"/>
                </a:lnTo>
                <a:lnTo>
                  <a:pt x="657225" y="623888"/>
                </a:lnTo>
                <a:lnTo>
                  <a:pt x="657225" y="633413"/>
                </a:lnTo>
                <a:lnTo>
                  <a:pt x="652463" y="638175"/>
                </a:lnTo>
                <a:lnTo>
                  <a:pt x="647700" y="642938"/>
                </a:lnTo>
                <a:lnTo>
                  <a:pt x="642938" y="647700"/>
                </a:lnTo>
                <a:lnTo>
                  <a:pt x="638175" y="652463"/>
                </a:lnTo>
                <a:lnTo>
                  <a:pt x="633413" y="657225"/>
                </a:lnTo>
                <a:lnTo>
                  <a:pt x="628650" y="661988"/>
                </a:lnTo>
                <a:lnTo>
                  <a:pt x="628650" y="671513"/>
                </a:lnTo>
                <a:lnTo>
                  <a:pt x="623888" y="676275"/>
                </a:lnTo>
                <a:lnTo>
                  <a:pt x="619125" y="681038"/>
                </a:lnTo>
                <a:lnTo>
                  <a:pt x="614363" y="685800"/>
                </a:lnTo>
                <a:lnTo>
                  <a:pt x="609600" y="690563"/>
                </a:lnTo>
                <a:lnTo>
                  <a:pt x="604838" y="695325"/>
                </a:lnTo>
                <a:lnTo>
                  <a:pt x="600075" y="700088"/>
                </a:lnTo>
                <a:lnTo>
                  <a:pt x="600075" y="709613"/>
                </a:lnTo>
                <a:lnTo>
                  <a:pt x="595313" y="714375"/>
                </a:lnTo>
                <a:lnTo>
                  <a:pt x="590550" y="719138"/>
                </a:lnTo>
                <a:lnTo>
                  <a:pt x="585788" y="723900"/>
                </a:lnTo>
                <a:lnTo>
                  <a:pt x="581025" y="728663"/>
                </a:lnTo>
                <a:lnTo>
                  <a:pt x="576263" y="733425"/>
                </a:lnTo>
                <a:lnTo>
                  <a:pt x="571500" y="738188"/>
                </a:lnTo>
                <a:lnTo>
                  <a:pt x="566738" y="742950"/>
                </a:lnTo>
                <a:lnTo>
                  <a:pt x="561975" y="747713"/>
                </a:lnTo>
                <a:lnTo>
                  <a:pt x="557213" y="752475"/>
                </a:lnTo>
                <a:lnTo>
                  <a:pt x="552450" y="757238"/>
                </a:lnTo>
                <a:lnTo>
                  <a:pt x="552450" y="766763"/>
                </a:lnTo>
                <a:lnTo>
                  <a:pt x="547688" y="771525"/>
                </a:lnTo>
                <a:lnTo>
                  <a:pt x="542925" y="776288"/>
                </a:lnTo>
                <a:lnTo>
                  <a:pt x="538163" y="781050"/>
                </a:lnTo>
                <a:lnTo>
                  <a:pt x="533400" y="785813"/>
                </a:lnTo>
                <a:lnTo>
                  <a:pt x="528638" y="790575"/>
                </a:lnTo>
                <a:lnTo>
                  <a:pt x="523875" y="795338"/>
                </a:lnTo>
                <a:lnTo>
                  <a:pt x="519113" y="800100"/>
                </a:lnTo>
                <a:lnTo>
                  <a:pt x="514350" y="804863"/>
                </a:lnTo>
                <a:lnTo>
                  <a:pt x="509588" y="809625"/>
                </a:lnTo>
                <a:lnTo>
                  <a:pt x="504825" y="814388"/>
                </a:lnTo>
                <a:lnTo>
                  <a:pt x="500063" y="819150"/>
                </a:lnTo>
                <a:lnTo>
                  <a:pt x="495300" y="823913"/>
                </a:lnTo>
                <a:lnTo>
                  <a:pt x="490538" y="828675"/>
                </a:lnTo>
                <a:lnTo>
                  <a:pt x="485775" y="833438"/>
                </a:lnTo>
                <a:lnTo>
                  <a:pt x="481013" y="838200"/>
                </a:lnTo>
                <a:lnTo>
                  <a:pt x="476250" y="842963"/>
                </a:lnTo>
                <a:lnTo>
                  <a:pt x="471488" y="847725"/>
                </a:lnTo>
                <a:lnTo>
                  <a:pt x="466725" y="852488"/>
                </a:lnTo>
                <a:lnTo>
                  <a:pt x="461963" y="857250"/>
                </a:lnTo>
                <a:lnTo>
                  <a:pt x="457200" y="862013"/>
                </a:lnTo>
                <a:lnTo>
                  <a:pt x="452438" y="866775"/>
                </a:lnTo>
                <a:lnTo>
                  <a:pt x="442913" y="866775"/>
                </a:lnTo>
                <a:lnTo>
                  <a:pt x="438150" y="871538"/>
                </a:lnTo>
                <a:lnTo>
                  <a:pt x="433388" y="876300"/>
                </a:lnTo>
                <a:lnTo>
                  <a:pt x="428625" y="881063"/>
                </a:lnTo>
                <a:lnTo>
                  <a:pt x="423863" y="885825"/>
                </a:lnTo>
                <a:lnTo>
                  <a:pt x="419100" y="890588"/>
                </a:lnTo>
                <a:lnTo>
                  <a:pt x="414338" y="895350"/>
                </a:lnTo>
                <a:lnTo>
                  <a:pt x="409575" y="900113"/>
                </a:lnTo>
                <a:lnTo>
                  <a:pt x="404813" y="904875"/>
                </a:lnTo>
                <a:lnTo>
                  <a:pt x="400050" y="909638"/>
                </a:lnTo>
                <a:lnTo>
                  <a:pt x="395288" y="914400"/>
                </a:lnTo>
                <a:lnTo>
                  <a:pt x="385763" y="914400"/>
                </a:lnTo>
                <a:lnTo>
                  <a:pt x="381000" y="919163"/>
                </a:lnTo>
                <a:lnTo>
                  <a:pt x="376238" y="923925"/>
                </a:lnTo>
                <a:lnTo>
                  <a:pt x="371475" y="928688"/>
                </a:lnTo>
                <a:lnTo>
                  <a:pt x="366713" y="933450"/>
                </a:lnTo>
                <a:lnTo>
                  <a:pt x="361950" y="938213"/>
                </a:lnTo>
                <a:lnTo>
                  <a:pt x="357188" y="942975"/>
                </a:lnTo>
                <a:lnTo>
                  <a:pt x="347663" y="942975"/>
                </a:lnTo>
                <a:lnTo>
                  <a:pt x="342900" y="947738"/>
                </a:lnTo>
                <a:lnTo>
                  <a:pt x="338138" y="952500"/>
                </a:lnTo>
                <a:lnTo>
                  <a:pt x="328613" y="952500"/>
                </a:lnTo>
                <a:lnTo>
                  <a:pt x="323850" y="957263"/>
                </a:lnTo>
                <a:lnTo>
                  <a:pt x="319088" y="962025"/>
                </a:lnTo>
                <a:lnTo>
                  <a:pt x="314325" y="966788"/>
                </a:lnTo>
                <a:lnTo>
                  <a:pt x="309563" y="971550"/>
                </a:lnTo>
                <a:lnTo>
                  <a:pt x="300038" y="971550"/>
                </a:lnTo>
                <a:lnTo>
                  <a:pt x="290513" y="971550"/>
                </a:lnTo>
                <a:lnTo>
                  <a:pt x="280988" y="971550"/>
                </a:lnTo>
                <a:lnTo>
                  <a:pt x="271463" y="971550"/>
                </a:lnTo>
                <a:lnTo>
                  <a:pt x="266700" y="966788"/>
                </a:lnTo>
                <a:lnTo>
                  <a:pt x="261938" y="962025"/>
                </a:lnTo>
                <a:lnTo>
                  <a:pt x="252413" y="962025"/>
                </a:lnTo>
                <a:lnTo>
                  <a:pt x="242888" y="962025"/>
                </a:lnTo>
                <a:lnTo>
                  <a:pt x="233363" y="962025"/>
                </a:lnTo>
                <a:lnTo>
                  <a:pt x="228600" y="957263"/>
                </a:lnTo>
                <a:lnTo>
                  <a:pt x="223838" y="952500"/>
                </a:lnTo>
                <a:lnTo>
                  <a:pt x="219075" y="947738"/>
                </a:lnTo>
                <a:lnTo>
                  <a:pt x="214313" y="942975"/>
                </a:lnTo>
                <a:lnTo>
                  <a:pt x="204788" y="942975"/>
                </a:lnTo>
                <a:lnTo>
                  <a:pt x="200025" y="938213"/>
                </a:lnTo>
                <a:lnTo>
                  <a:pt x="195263" y="933450"/>
                </a:lnTo>
                <a:lnTo>
                  <a:pt x="185738" y="933450"/>
                </a:lnTo>
                <a:lnTo>
                  <a:pt x="180975" y="928688"/>
                </a:lnTo>
                <a:lnTo>
                  <a:pt x="176213" y="923925"/>
                </a:lnTo>
                <a:lnTo>
                  <a:pt x="171450" y="919163"/>
                </a:lnTo>
                <a:lnTo>
                  <a:pt x="166688" y="914400"/>
                </a:lnTo>
                <a:lnTo>
                  <a:pt x="157163" y="914400"/>
                </a:lnTo>
                <a:lnTo>
                  <a:pt x="152400" y="909638"/>
                </a:lnTo>
                <a:lnTo>
                  <a:pt x="147638" y="904875"/>
                </a:lnTo>
                <a:lnTo>
                  <a:pt x="142875" y="900113"/>
                </a:lnTo>
                <a:lnTo>
                  <a:pt x="138113" y="895350"/>
                </a:lnTo>
                <a:lnTo>
                  <a:pt x="133350" y="890588"/>
                </a:lnTo>
                <a:lnTo>
                  <a:pt x="128588" y="885825"/>
                </a:lnTo>
                <a:lnTo>
                  <a:pt x="123825" y="881063"/>
                </a:lnTo>
                <a:lnTo>
                  <a:pt x="119063" y="876300"/>
                </a:lnTo>
                <a:lnTo>
                  <a:pt x="114300" y="871538"/>
                </a:lnTo>
                <a:lnTo>
                  <a:pt x="109538" y="866775"/>
                </a:lnTo>
                <a:lnTo>
                  <a:pt x="100013" y="866775"/>
                </a:lnTo>
                <a:lnTo>
                  <a:pt x="95250" y="862013"/>
                </a:lnTo>
                <a:lnTo>
                  <a:pt x="90488" y="857250"/>
                </a:lnTo>
                <a:lnTo>
                  <a:pt x="80963" y="857250"/>
                </a:lnTo>
                <a:lnTo>
                  <a:pt x="76200" y="852488"/>
                </a:lnTo>
                <a:lnTo>
                  <a:pt x="71438" y="847725"/>
                </a:lnTo>
                <a:lnTo>
                  <a:pt x="66675" y="842963"/>
                </a:lnTo>
                <a:lnTo>
                  <a:pt x="61913" y="838200"/>
                </a:lnTo>
                <a:lnTo>
                  <a:pt x="57150" y="833438"/>
                </a:lnTo>
                <a:lnTo>
                  <a:pt x="57150" y="823913"/>
                </a:lnTo>
                <a:lnTo>
                  <a:pt x="57150" y="814388"/>
                </a:lnTo>
                <a:lnTo>
                  <a:pt x="52388" y="809625"/>
                </a:lnTo>
                <a:lnTo>
                  <a:pt x="47625" y="804863"/>
                </a:lnTo>
                <a:lnTo>
                  <a:pt x="42863" y="800100"/>
                </a:lnTo>
                <a:lnTo>
                  <a:pt x="38100" y="795338"/>
                </a:lnTo>
                <a:lnTo>
                  <a:pt x="33338" y="790575"/>
                </a:lnTo>
                <a:lnTo>
                  <a:pt x="28575" y="785813"/>
                </a:lnTo>
                <a:lnTo>
                  <a:pt x="23813" y="781050"/>
                </a:lnTo>
                <a:lnTo>
                  <a:pt x="19050" y="776288"/>
                </a:lnTo>
                <a:lnTo>
                  <a:pt x="14288" y="771525"/>
                </a:lnTo>
                <a:lnTo>
                  <a:pt x="9525" y="766763"/>
                </a:lnTo>
                <a:lnTo>
                  <a:pt x="4763" y="762000"/>
                </a:lnTo>
                <a:lnTo>
                  <a:pt x="0" y="757238"/>
                </a:lnTo>
                <a:lnTo>
                  <a:pt x="4763" y="752475"/>
                </a:lnTo>
                <a:lnTo>
                  <a:pt x="9525" y="747713"/>
                </a:lnTo>
                <a:lnTo>
                  <a:pt x="9525" y="738188"/>
                </a:lnTo>
                <a:lnTo>
                  <a:pt x="9525" y="728663"/>
                </a:lnTo>
                <a:lnTo>
                  <a:pt x="9525" y="719138"/>
                </a:lnTo>
                <a:lnTo>
                  <a:pt x="9525" y="709613"/>
                </a:lnTo>
                <a:lnTo>
                  <a:pt x="14288" y="704850"/>
                </a:lnTo>
                <a:lnTo>
                  <a:pt x="19050" y="700088"/>
                </a:lnTo>
                <a:lnTo>
                  <a:pt x="19050" y="690563"/>
                </a:lnTo>
                <a:lnTo>
                  <a:pt x="19050" y="681038"/>
                </a:lnTo>
                <a:lnTo>
                  <a:pt x="23813" y="676275"/>
                </a:lnTo>
                <a:lnTo>
                  <a:pt x="28575" y="671513"/>
                </a:lnTo>
                <a:lnTo>
                  <a:pt x="28575" y="661988"/>
                </a:lnTo>
                <a:lnTo>
                  <a:pt x="28575" y="652463"/>
                </a:lnTo>
                <a:lnTo>
                  <a:pt x="28575" y="642938"/>
                </a:lnTo>
                <a:lnTo>
                  <a:pt x="33338" y="638175"/>
                </a:lnTo>
                <a:lnTo>
                  <a:pt x="38100" y="633413"/>
                </a:lnTo>
                <a:lnTo>
                  <a:pt x="38100" y="623888"/>
                </a:lnTo>
                <a:lnTo>
                  <a:pt x="42863" y="619125"/>
                </a:lnTo>
                <a:lnTo>
                  <a:pt x="47625" y="614363"/>
                </a:lnTo>
                <a:lnTo>
                  <a:pt x="47625" y="604838"/>
                </a:lnTo>
                <a:lnTo>
                  <a:pt x="47625" y="595313"/>
                </a:lnTo>
                <a:lnTo>
                  <a:pt x="52388" y="590550"/>
                </a:lnTo>
                <a:lnTo>
                  <a:pt x="57150" y="585788"/>
                </a:lnTo>
                <a:lnTo>
                  <a:pt x="57150" y="576263"/>
                </a:lnTo>
                <a:lnTo>
                  <a:pt x="61913" y="571500"/>
                </a:lnTo>
                <a:lnTo>
                  <a:pt x="66675" y="566738"/>
                </a:lnTo>
                <a:lnTo>
                  <a:pt x="66675" y="557213"/>
                </a:lnTo>
                <a:lnTo>
                  <a:pt x="66675" y="547688"/>
                </a:lnTo>
                <a:lnTo>
                  <a:pt x="71438" y="542925"/>
                </a:lnTo>
                <a:lnTo>
                  <a:pt x="76200" y="538163"/>
                </a:lnTo>
                <a:lnTo>
                  <a:pt x="76200" y="528638"/>
                </a:lnTo>
                <a:lnTo>
                  <a:pt x="80963" y="523875"/>
                </a:lnTo>
                <a:lnTo>
                  <a:pt x="85725" y="519113"/>
                </a:lnTo>
                <a:lnTo>
                  <a:pt x="85725" y="509588"/>
                </a:lnTo>
                <a:lnTo>
                  <a:pt x="90488" y="504825"/>
                </a:lnTo>
                <a:lnTo>
                  <a:pt x="95250" y="500063"/>
                </a:lnTo>
                <a:lnTo>
                  <a:pt x="95250" y="490538"/>
                </a:lnTo>
                <a:lnTo>
                  <a:pt x="100013" y="485775"/>
                </a:lnTo>
                <a:lnTo>
                  <a:pt x="104775" y="481013"/>
                </a:lnTo>
                <a:lnTo>
                  <a:pt x="104775" y="471488"/>
                </a:lnTo>
                <a:lnTo>
                  <a:pt x="109538" y="466725"/>
                </a:lnTo>
                <a:lnTo>
                  <a:pt x="114300" y="461963"/>
                </a:lnTo>
                <a:lnTo>
                  <a:pt x="114300" y="452438"/>
                </a:lnTo>
                <a:lnTo>
                  <a:pt x="119063" y="447675"/>
                </a:lnTo>
                <a:lnTo>
                  <a:pt x="123825" y="442913"/>
                </a:lnTo>
                <a:lnTo>
                  <a:pt x="128588" y="438150"/>
                </a:lnTo>
                <a:lnTo>
                  <a:pt x="133350" y="433388"/>
                </a:lnTo>
                <a:lnTo>
                  <a:pt x="133350" y="423863"/>
                </a:lnTo>
                <a:lnTo>
                  <a:pt x="138113" y="419100"/>
                </a:lnTo>
                <a:lnTo>
                  <a:pt x="142875" y="414338"/>
                </a:lnTo>
                <a:lnTo>
                  <a:pt x="142875" y="404813"/>
                </a:lnTo>
                <a:lnTo>
                  <a:pt x="147638" y="400050"/>
                </a:lnTo>
                <a:lnTo>
                  <a:pt x="152400" y="395288"/>
                </a:lnTo>
                <a:lnTo>
                  <a:pt x="152400" y="385763"/>
                </a:lnTo>
                <a:lnTo>
                  <a:pt x="157163" y="381000"/>
                </a:lnTo>
                <a:lnTo>
                  <a:pt x="161925" y="376238"/>
                </a:lnTo>
                <a:lnTo>
                  <a:pt x="166688" y="371475"/>
                </a:lnTo>
                <a:lnTo>
                  <a:pt x="171450" y="366713"/>
                </a:lnTo>
                <a:lnTo>
                  <a:pt x="171450" y="357188"/>
                </a:lnTo>
                <a:lnTo>
                  <a:pt x="176213" y="352425"/>
                </a:lnTo>
                <a:lnTo>
                  <a:pt x="180975" y="347663"/>
                </a:lnTo>
                <a:lnTo>
                  <a:pt x="185738" y="342900"/>
                </a:lnTo>
                <a:lnTo>
                  <a:pt x="190500" y="338138"/>
                </a:lnTo>
                <a:lnTo>
                  <a:pt x="190500" y="328613"/>
                </a:lnTo>
                <a:lnTo>
                  <a:pt x="195263" y="323850"/>
                </a:lnTo>
                <a:lnTo>
                  <a:pt x="200025" y="319088"/>
                </a:lnTo>
                <a:lnTo>
                  <a:pt x="204788" y="314325"/>
                </a:lnTo>
                <a:lnTo>
                  <a:pt x="209550" y="309563"/>
                </a:lnTo>
                <a:lnTo>
                  <a:pt x="214313" y="304800"/>
                </a:lnTo>
                <a:lnTo>
                  <a:pt x="219075" y="300038"/>
                </a:lnTo>
                <a:lnTo>
                  <a:pt x="219075" y="290513"/>
                </a:lnTo>
                <a:lnTo>
                  <a:pt x="223838" y="285750"/>
                </a:lnTo>
                <a:lnTo>
                  <a:pt x="228600" y="280988"/>
                </a:lnTo>
                <a:lnTo>
                  <a:pt x="233363" y="276225"/>
                </a:lnTo>
                <a:lnTo>
                  <a:pt x="238125" y="271463"/>
                </a:lnTo>
                <a:lnTo>
                  <a:pt x="242888" y="266700"/>
                </a:lnTo>
                <a:lnTo>
                  <a:pt x="247650" y="261938"/>
                </a:lnTo>
                <a:lnTo>
                  <a:pt x="247650" y="252413"/>
                </a:lnTo>
                <a:lnTo>
                  <a:pt x="252413" y="247650"/>
                </a:lnTo>
                <a:lnTo>
                  <a:pt x="257175" y="242888"/>
                </a:lnTo>
                <a:lnTo>
                  <a:pt x="261938" y="238125"/>
                </a:lnTo>
                <a:lnTo>
                  <a:pt x="266700" y="233363"/>
                </a:lnTo>
                <a:lnTo>
                  <a:pt x="271463" y="228600"/>
                </a:lnTo>
                <a:lnTo>
                  <a:pt x="276225" y="223838"/>
                </a:lnTo>
                <a:lnTo>
                  <a:pt x="280988" y="219075"/>
                </a:lnTo>
                <a:lnTo>
                  <a:pt x="285750" y="214313"/>
                </a:lnTo>
                <a:lnTo>
                  <a:pt x="290513" y="209550"/>
                </a:lnTo>
                <a:lnTo>
                  <a:pt x="295275" y="204788"/>
                </a:lnTo>
                <a:lnTo>
                  <a:pt x="295275" y="195263"/>
                </a:lnTo>
                <a:lnTo>
                  <a:pt x="300038" y="190500"/>
                </a:lnTo>
                <a:lnTo>
                  <a:pt x="304800" y="185738"/>
                </a:lnTo>
                <a:lnTo>
                  <a:pt x="309563" y="180975"/>
                </a:lnTo>
                <a:lnTo>
                  <a:pt x="314325" y="176213"/>
                </a:lnTo>
                <a:lnTo>
                  <a:pt x="319088" y="171450"/>
                </a:lnTo>
                <a:lnTo>
                  <a:pt x="323850" y="166688"/>
                </a:lnTo>
                <a:lnTo>
                  <a:pt x="328613" y="161925"/>
                </a:lnTo>
                <a:lnTo>
                  <a:pt x="333375" y="157163"/>
                </a:lnTo>
                <a:lnTo>
                  <a:pt x="338138" y="152400"/>
                </a:lnTo>
                <a:lnTo>
                  <a:pt x="342900" y="147638"/>
                </a:lnTo>
                <a:lnTo>
                  <a:pt x="347663" y="142875"/>
                </a:lnTo>
                <a:lnTo>
                  <a:pt x="352425" y="138113"/>
                </a:lnTo>
                <a:lnTo>
                  <a:pt x="357188" y="133350"/>
                </a:lnTo>
                <a:lnTo>
                  <a:pt x="361950" y="128588"/>
                </a:lnTo>
                <a:lnTo>
                  <a:pt x="366713" y="123825"/>
                </a:lnTo>
                <a:lnTo>
                  <a:pt x="371475" y="119063"/>
                </a:lnTo>
                <a:lnTo>
                  <a:pt x="376238" y="114300"/>
                </a:lnTo>
                <a:lnTo>
                  <a:pt x="381000" y="109538"/>
                </a:lnTo>
                <a:lnTo>
                  <a:pt x="385763" y="104775"/>
                </a:lnTo>
                <a:lnTo>
                  <a:pt x="390525" y="100013"/>
                </a:lnTo>
                <a:lnTo>
                  <a:pt x="395288" y="95250"/>
                </a:lnTo>
                <a:lnTo>
                  <a:pt x="400050" y="90488"/>
                </a:lnTo>
                <a:lnTo>
                  <a:pt x="404813" y="85725"/>
                </a:lnTo>
                <a:lnTo>
                  <a:pt x="409575" y="80963"/>
                </a:lnTo>
                <a:lnTo>
                  <a:pt x="414338" y="76200"/>
                </a:lnTo>
                <a:lnTo>
                  <a:pt x="419100" y="71438"/>
                </a:lnTo>
                <a:lnTo>
                  <a:pt x="423863" y="66675"/>
                </a:lnTo>
                <a:lnTo>
                  <a:pt x="433388" y="66675"/>
                </a:lnTo>
                <a:lnTo>
                  <a:pt x="438150" y="61913"/>
                </a:lnTo>
                <a:lnTo>
                  <a:pt x="442913" y="57150"/>
                </a:lnTo>
                <a:lnTo>
                  <a:pt x="447675" y="52388"/>
                </a:lnTo>
                <a:lnTo>
                  <a:pt x="452438" y="47625"/>
                </a:lnTo>
                <a:lnTo>
                  <a:pt x="457200" y="42863"/>
                </a:lnTo>
                <a:lnTo>
                  <a:pt x="461963" y="38100"/>
                </a:lnTo>
                <a:lnTo>
                  <a:pt x="466725" y="33338"/>
                </a:lnTo>
                <a:lnTo>
                  <a:pt x="471488" y="28575"/>
                </a:lnTo>
                <a:lnTo>
                  <a:pt x="481013" y="28575"/>
                </a:lnTo>
                <a:lnTo>
                  <a:pt x="485775" y="23813"/>
                </a:lnTo>
                <a:lnTo>
                  <a:pt x="490538" y="19050"/>
                </a:lnTo>
                <a:lnTo>
                  <a:pt x="495300" y="14288"/>
                </a:lnTo>
                <a:lnTo>
                  <a:pt x="500063" y="9525"/>
                </a:lnTo>
                <a:lnTo>
                  <a:pt x="509588" y="9525"/>
                </a:lnTo>
                <a:lnTo>
                  <a:pt x="514350" y="4763"/>
                </a:lnTo>
                <a:close/>
              </a:path>
            </a:pathLst>
          </a:custGeom>
          <a:solidFill xmlns:a="http://schemas.openxmlformats.org/drawingml/2006/main">
            <a:srgbClr val="C8C8C8"/>
          </a:solidFill>
          <a:ln xmlns:a="http://schemas.openxmlformats.org/drawingml/2006/main" w="0">
            <a:noFill/>
            <a:prstDash val="solid"/>
          </a:ln>
        </p:spPr>
      </p:sp>
      <p:sp>
        <p:nvSpPr>
          <p:cNvPr id="313" name="deep-skill-chaining-source-component-5-gradient-202-0">
            <a:extLst xmlns:a="http://schemas.openxmlformats.org/drawingml/2006/main">
              <a:ext uri="{FF2B5EF4-FFF2-40B4-BE49-F238E27FC236}">
                <a16:creationId xmlns:a16="http://schemas.microsoft.com/office/drawing/2014/main" id="{3D726793-DD99-41D0-B035-7B83BF913734}"/>
              </a:ext>
            </a:extLst>
          </p:cNvPr>
          <p:cNvSpPr>
            <a:spLocks xmlns:a="http://schemas.openxmlformats.org/drawingml/2006/main" noGrp="1"/>
          </p:cNvSpPr>
          <p:nvPr/>
        </p:nvSpPr>
        <p:spPr>
          <a:xfrm xmlns:a="http://schemas.openxmlformats.org/drawingml/2006/main" rot="0">
            <a:off x="8410575" y="2381250"/>
            <a:ext cx="828675" cy="952500"/>
          </a:xfrm>
          <a:custGeom xmlns:a="http://schemas.openxmlformats.org/drawingml/2006/main">
            <a:pathLst>
              <a:path w="828675" h="952500">
                <a:moveTo>
                  <a:pt x="495300" y="4763"/>
                </a:moveTo>
                <a:lnTo>
                  <a:pt x="500063" y="0"/>
                </a:lnTo>
                <a:lnTo>
                  <a:pt x="509588" y="0"/>
                </a:lnTo>
                <a:lnTo>
                  <a:pt x="519113" y="0"/>
                </a:lnTo>
                <a:lnTo>
                  <a:pt x="523875" y="4763"/>
                </a:lnTo>
                <a:lnTo>
                  <a:pt x="528638" y="9525"/>
                </a:lnTo>
                <a:lnTo>
                  <a:pt x="538163" y="9525"/>
                </a:lnTo>
                <a:lnTo>
                  <a:pt x="542925" y="14288"/>
                </a:lnTo>
                <a:lnTo>
                  <a:pt x="547688" y="19050"/>
                </a:lnTo>
                <a:lnTo>
                  <a:pt x="557213" y="19050"/>
                </a:lnTo>
                <a:lnTo>
                  <a:pt x="566738" y="19050"/>
                </a:lnTo>
                <a:lnTo>
                  <a:pt x="576263" y="19050"/>
                </a:lnTo>
                <a:lnTo>
                  <a:pt x="581025" y="23813"/>
                </a:lnTo>
                <a:lnTo>
                  <a:pt x="585788" y="28575"/>
                </a:lnTo>
                <a:lnTo>
                  <a:pt x="590550" y="33338"/>
                </a:lnTo>
                <a:lnTo>
                  <a:pt x="595313" y="38100"/>
                </a:lnTo>
                <a:lnTo>
                  <a:pt x="604838" y="38100"/>
                </a:lnTo>
                <a:lnTo>
                  <a:pt x="609600" y="42863"/>
                </a:lnTo>
                <a:lnTo>
                  <a:pt x="614363" y="47625"/>
                </a:lnTo>
                <a:lnTo>
                  <a:pt x="623888" y="47625"/>
                </a:lnTo>
                <a:lnTo>
                  <a:pt x="633413" y="47625"/>
                </a:lnTo>
                <a:lnTo>
                  <a:pt x="642938" y="47625"/>
                </a:lnTo>
                <a:lnTo>
                  <a:pt x="647700" y="52388"/>
                </a:lnTo>
                <a:lnTo>
                  <a:pt x="652463" y="57150"/>
                </a:lnTo>
                <a:lnTo>
                  <a:pt x="661988" y="57150"/>
                </a:lnTo>
                <a:lnTo>
                  <a:pt x="666750" y="61913"/>
                </a:lnTo>
                <a:lnTo>
                  <a:pt x="671513" y="66675"/>
                </a:lnTo>
                <a:lnTo>
                  <a:pt x="676275" y="71438"/>
                </a:lnTo>
                <a:lnTo>
                  <a:pt x="681038" y="76200"/>
                </a:lnTo>
                <a:lnTo>
                  <a:pt x="690563" y="76200"/>
                </a:lnTo>
                <a:lnTo>
                  <a:pt x="695325" y="80963"/>
                </a:lnTo>
                <a:lnTo>
                  <a:pt x="700088" y="85725"/>
                </a:lnTo>
                <a:lnTo>
                  <a:pt x="704850" y="90488"/>
                </a:lnTo>
                <a:lnTo>
                  <a:pt x="709613" y="95250"/>
                </a:lnTo>
                <a:lnTo>
                  <a:pt x="719138" y="95250"/>
                </a:lnTo>
                <a:lnTo>
                  <a:pt x="723900" y="100013"/>
                </a:lnTo>
                <a:lnTo>
                  <a:pt x="728663" y="104775"/>
                </a:lnTo>
                <a:lnTo>
                  <a:pt x="733425" y="109538"/>
                </a:lnTo>
                <a:lnTo>
                  <a:pt x="738188" y="114300"/>
                </a:lnTo>
                <a:lnTo>
                  <a:pt x="747713" y="114300"/>
                </a:lnTo>
                <a:lnTo>
                  <a:pt x="752475" y="119063"/>
                </a:lnTo>
                <a:lnTo>
                  <a:pt x="752475" y="128588"/>
                </a:lnTo>
                <a:lnTo>
                  <a:pt x="757238" y="133350"/>
                </a:lnTo>
                <a:lnTo>
                  <a:pt x="762000" y="138113"/>
                </a:lnTo>
                <a:lnTo>
                  <a:pt x="766763" y="142875"/>
                </a:lnTo>
                <a:lnTo>
                  <a:pt x="776288" y="142875"/>
                </a:lnTo>
                <a:lnTo>
                  <a:pt x="781050" y="147638"/>
                </a:lnTo>
                <a:lnTo>
                  <a:pt x="785813" y="152400"/>
                </a:lnTo>
                <a:lnTo>
                  <a:pt x="790575" y="157163"/>
                </a:lnTo>
                <a:lnTo>
                  <a:pt x="795338" y="161925"/>
                </a:lnTo>
                <a:lnTo>
                  <a:pt x="800100" y="166688"/>
                </a:lnTo>
                <a:lnTo>
                  <a:pt x="804863" y="171450"/>
                </a:lnTo>
                <a:lnTo>
                  <a:pt x="809625" y="176213"/>
                </a:lnTo>
                <a:lnTo>
                  <a:pt x="809625" y="185738"/>
                </a:lnTo>
                <a:lnTo>
                  <a:pt x="809625" y="195263"/>
                </a:lnTo>
                <a:lnTo>
                  <a:pt x="809625" y="204788"/>
                </a:lnTo>
                <a:lnTo>
                  <a:pt x="809625" y="214313"/>
                </a:lnTo>
                <a:lnTo>
                  <a:pt x="814388" y="219075"/>
                </a:lnTo>
                <a:lnTo>
                  <a:pt x="819150" y="223838"/>
                </a:lnTo>
                <a:lnTo>
                  <a:pt x="823913" y="228600"/>
                </a:lnTo>
                <a:lnTo>
                  <a:pt x="828675" y="233363"/>
                </a:lnTo>
                <a:lnTo>
                  <a:pt x="828675" y="242888"/>
                </a:lnTo>
                <a:lnTo>
                  <a:pt x="828675" y="252413"/>
                </a:lnTo>
                <a:lnTo>
                  <a:pt x="828675" y="261938"/>
                </a:lnTo>
                <a:lnTo>
                  <a:pt x="823913" y="266700"/>
                </a:lnTo>
                <a:lnTo>
                  <a:pt x="819150" y="271463"/>
                </a:lnTo>
                <a:lnTo>
                  <a:pt x="819150" y="280988"/>
                </a:lnTo>
                <a:lnTo>
                  <a:pt x="819150" y="290513"/>
                </a:lnTo>
                <a:lnTo>
                  <a:pt x="814388" y="295275"/>
                </a:lnTo>
                <a:lnTo>
                  <a:pt x="809625" y="300038"/>
                </a:lnTo>
                <a:lnTo>
                  <a:pt x="809625" y="309563"/>
                </a:lnTo>
                <a:lnTo>
                  <a:pt x="809625" y="319088"/>
                </a:lnTo>
                <a:lnTo>
                  <a:pt x="804863" y="323850"/>
                </a:lnTo>
                <a:lnTo>
                  <a:pt x="800100" y="328613"/>
                </a:lnTo>
                <a:lnTo>
                  <a:pt x="800100" y="338138"/>
                </a:lnTo>
                <a:lnTo>
                  <a:pt x="800100" y="347663"/>
                </a:lnTo>
                <a:lnTo>
                  <a:pt x="795338" y="352425"/>
                </a:lnTo>
                <a:lnTo>
                  <a:pt x="790575" y="357188"/>
                </a:lnTo>
                <a:lnTo>
                  <a:pt x="790575" y="366713"/>
                </a:lnTo>
                <a:lnTo>
                  <a:pt x="785813" y="371475"/>
                </a:lnTo>
                <a:lnTo>
                  <a:pt x="781050" y="376238"/>
                </a:lnTo>
                <a:lnTo>
                  <a:pt x="781050" y="385763"/>
                </a:lnTo>
                <a:lnTo>
                  <a:pt x="776288" y="390525"/>
                </a:lnTo>
                <a:lnTo>
                  <a:pt x="771525" y="395288"/>
                </a:lnTo>
                <a:lnTo>
                  <a:pt x="771525" y="404813"/>
                </a:lnTo>
                <a:lnTo>
                  <a:pt x="766763" y="409575"/>
                </a:lnTo>
                <a:lnTo>
                  <a:pt x="762000" y="414338"/>
                </a:lnTo>
                <a:lnTo>
                  <a:pt x="762000" y="423863"/>
                </a:lnTo>
                <a:lnTo>
                  <a:pt x="762000" y="433388"/>
                </a:lnTo>
                <a:lnTo>
                  <a:pt x="757238" y="438150"/>
                </a:lnTo>
                <a:lnTo>
                  <a:pt x="752475" y="442913"/>
                </a:lnTo>
                <a:lnTo>
                  <a:pt x="752475" y="452438"/>
                </a:lnTo>
                <a:lnTo>
                  <a:pt x="747713" y="457200"/>
                </a:lnTo>
                <a:lnTo>
                  <a:pt x="742950" y="461963"/>
                </a:lnTo>
                <a:lnTo>
                  <a:pt x="738188" y="466725"/>
                </a:lnTo>
                <a:lnTo>
                  <a:pt x="733425" y="471488"/>
                </a:lnTo>
                <a:lnTo>
                  <a:pt x="733425" y="481013"/>
                </a:lnTo>
                <a:lnTo>
                  <a:pt x="728663" y="485775"/>
                </a:lnTo>
                <a:lnTo>
                  <a:pt x="723900" y="490538"/>
                </a:lnTo>
                <a:lnTo>
                  <a:pt x="723900" y="500063"/>
                </a:lnTo>
                <a:lnTo>
                  <a:pt x="719138" y="504825"/>
                </a:lnTo>
                <a:lnTo>
                  <a:pt x="714375" y="509588"/>
                </a:lnTo>
                <a:lnTo>
                  <a:pt x="714375" y="519113"/>
                </a:lnTo>
                <a:lnTo>
                  <a:pt x="709613" y="523875"/>
                </a:lnTo>
                <a:lnTo>
                  <a:pt x="704850" y="528638"/>
                </a:lnTo>
                <a:lnTo>
                  <a:pt x="700088" y="533400"/>
                </a:lnTo>
                <a:lnTo>
                  <a:pt x="695325" y="538163"/>
                </a:lnTo>
                <a:lnTo>
                  <a:pt x="695325" y="547688"/>
                </a:lnTo>
                <a:lnTo>
                  <a:pt x="690563" y="552450"/>
                </a:lnTo>
                <a:lnTo>
                  <a:pt x="685800" y="557213"/>
                </a:lnTo>
                <a:lnTo>
                  <a:pt x="685800" y="566738"/>
                </a:lnTo>
                <a:lnTo>
                  <a:pt x="681038" y="571500"/>
                </a:lnTo>
                <a:lnTo>
                  <a:pt x="676275" y="576263"/>
                </a:lnTo>
                <a:lnTo>
                  <a:pt x="671513" y="581025"/>
                </a:lnTo>
                <a:lnTo>
                  <a:pt x="666750" y="585788"/>
                </a:lnTo>
                <a:lnTo>
                  <a:pt x="666750" y="595313"/>
                </a:lnTo>
                <a:lnTo>
                  <a:pt x="661988" y="600075"/>
                </a:lnTo>
                <a:lnTo>
                  <a:pt x="657225" y="604838"/>
                </a:lnTo>
                <a:lnTo>
                  <a:pt x="652463" y="609600"/>
                </a:lnTo>
                <a:lnTo>
                  <a:pt x="647700" y="614363"/>
                </a:lnTo>
                <a:lnTo>
                  <a:pt x="647700" y="623888"/>
                </a:lnTo>
                <a:lnTo>
                  <a:pt x="642938" y="628650"/>
                </a:lnTo>
                <a:lnTo>
                  <a:pt x="638175" y="633413"/>
                </a:lnTo>
                <a:lnTo>
                  <a:pt x="633413" y="638175"/>
                </a:lnTo>
                <a:lnTo>
                  <a:pt x="628650" y="642938"/>
                </a:lnTo>
                <a:lnTo>
                  <a:pt x="623888" y="647700"/>
                </a:lnTo>
                <a:lnTo>
                  <a:pt x="619125" y="652463"/>
                </a:lnTo>
                <a:lnTo>
                  <a:pt x="619125" y="661988"/>
                </a:lnTo>
                <a:lnTo>
                  <a:pt x="614363" y="666750"/>
                </a:lnTo>
                <a:lnTo>
                  <a:pt x="609600" y="671513"/>
                </a:lnTo>
                <a:lnTo>
                  <a:pt x="604838" y="676275"/>
                </a:lnTo>
                <a:lnTo>
                  <a:pt x="600075" y="681038"/>
                </a:lnTo>
                <a:lnTo>
                  <a:pt x="595313" y="685800"/>
                </a:lnTo>
                <a:lnTo>
                  <a:pt x="590550" y="690563"/>
                </a:lnTo>
                <a:lnTo>
                  <a:pt x="590550" y="700088"/>
                </a:lnTo>
                <a:lnTo>
                  <a:pt x="585788" y="704850"/>
                </a:lnTo>
                <a:lnTo>
                  <a:pt x="581025" y="709613"/>
                </a:lnTo>
                <a:lnTo>
                  <a:pt x="576263" y="714375"/>
                </a:lnTo>
                <a:lnTo>
                  <a:pt x="571500" y="719138"/>
                </a:lnTo>
                <a:lnTo>
                  <a:pt x="566738" y="723900"/>
                </a:lnTo>
                <a:lnTo>
                  <a:pt x="561975" y="728663"/>
                </a:lnTo>
                <a:lnTo>
                  <a:pt x="557213" y="733425"/>
                </a:lnTo>
                <a:lnTo>
                  <a:pt x="552450" y="738188"/>
                </a:lnTo>
                <a:lnTo>
                  <a:pt x="547688" y="742950"/>
                </a:lnTo>
                <a:lnTo>
                  <a:pt x="542925" y="747713"/>
                </a:lnTo>
                <a:lnTo>
                  <a:pt x="542925" y="757238"/>
                </a:lnTo>
                <a:lnTo>
                  <a:pt x="538163" y="762000"/>
                </a:lnTo>
                <a:lnTo>
                  <a:pt x="533400" y="766763"/>
                </a:lnTo>
                <a:lnTo>
                  <a:pt x="528638" y="771525"/>
                </a:lnTo>
                <a:lnTo>
                  <a:pt x="523875" y="776288"/>
                </a:lnTo>
                <a:lnTo>
                  <a:pt x="519113" y="781050"/>
                </a:lnTo>
                <a:lnTo>
                  <a:pt x="514350" y="785813"/>
                </a:lnTo>
                <a:lnTo>
                  <a:pt x="509588" y="790575"/>
                </a:lnTo>
                <a:lnTo>
                  <a:pt x="504825" y="795338"/>
                </a:lnTo>
                <a:lnTo>
                  <a:pt x="500063" y="800100"/>
                </a:lnTo>
                <a:lnTo>
                  <a:pt x="495300" y="804863"/>
                </a:lnTo>
                <a:lnTo>
                  <a:pt x="490538" y="809625"/>
                </a:lnTo>
                <a:lnTo>
                  <a:pt x="485775" y="814388"/>
                </a:lnTo>
                <a:lnTo>
                  <a:pt x="481013" y="819150"/>
                </a:lnTo>
                <a:lnTo>
                  <a:pt x="476250" y="823913"/>
                </a:lnTo>
                <a:lnTo>
                  <a:pt x="471488" y="828675"/>
                </a:lnTo>
                <a:lnTo>
                  <a:pt x="466725" y="833438"/>
                </a:lnTo>
                <a:lnTo>
                  <a:pt x="461963" y="838200"/>
                </a:lnTo>
                <a:lnTo>
                  <a:pt x="457200" y="842963"/>
                </a:lnTo>
                <a:lnTo>
                  <a:pt x="452438" y="847725"/>
                </a:lnTo>
                <a:lnTo>
                  <a:pt x="447675" y="852488"/>
                </a:lnTo>
                <a:lnTo>
                  <a:pt x="442913" y="857250"/>
                </a:lnTo>
                <a:lnTo>
                  <a:pt x="433388" y="857250"/>
                </a:lnTo>
                <a:lnTo>
                  <a:pt x="428625" y="862013"/>
                </a:lnTo>
                <a:lnTo>
                  <a:pt x="423863" y="866775"/>
                </a:lnTo>
                <a:lnTo>
                  <a:pt x="419100" y="871538"/>
                </a:lnTo>
                <a:lnTo>
                  <a:pt x="414338" y="876300"/>
                </a:lnTo>
                <a:lnTo>
                  <a:pt x="409575" y="881063"/>
                </a:lnTo>
                <a:lnTo>
                  <a:pt x="404813" y="885825"/>
                </a:lnTo>
                <a:lnTo>
                  <a:pt x="400050" y="890588"/>
                </a:lnTo>
                <a:lnTo>
                  <a:pt x="395288" y="895350"/>
                </a:lnTo>
                <a:lnTo>
                  <a:pt x="390525" y="900113"/>
                </a:lnTo>
                <a:lnTo>
                  <a:pt x="385763" y="904875"/>
                </a:lnTo>
                <a:lnTo>
                  <a:pt x="376238" y="904875"/>
                </a:lnTo>
                <a:lnTo>
                  <a:pt x="371475" y="909638"/>
                </a:lnTo>
                <a:lnTo>
                  <a:pt x="366713" y="914400"/>
                </a:lnTo>
                <a:lnTo>
                  <a:pt x="361950" y="919163"/>
                </a:lnTo>
                <a:lnTo>
                  <a:pt x="357188" y="923925"/>
                </a:lnTo>
                <a:lnTo>
                  <a:pt x="352425" y="928688"/>
                </a:lnTo>
                <a:lnTo>
                  <a:pt x="347663" y="933450"/>
                </a:lnTo>
                <a:lnTo>
                  <a:pt x="338138" y="933450"/>
                </a:lnTo>
                <a:lnTo>
                  <a:pt x="333375" y="938213"/>
                </a:lnTo>
                <a:lnTo>
                  <a:pt x="328613" y="942975"/>
                </a:lnTo>
                <a:lnTo>
                  <a:pt x="319088" y="942975"/>
                </a:lnTo>
                <a:lnTo>
                  <a:pt x="309563" y="942975"/>
                </a:lnTo>
                <a:lnTo>
                  <a:pt x="304800" y="947738"/>
                </a:lnTo>
                <a:lnTo>
                  <a:pt x="300038" y="952500"/>
                </a:lnTo>
                <a:lnTo>
                  <a:pt x="290513" y="952500"/>
                </a:lnTo>
                <a:lnTo>
                  <a:pt x="285750" y="947738"/>
                </a:lnTo>
                <a:lnTo>
                  <a:pt x="280988" y="942975"/>
                </a:lnTo>
                <a:lnTo>
                  <a:pt x="271463" y="942975"/>
                </a:lnTo>
                <a:lnTo>
                  <a:pt x="261938" y="942975"/>
                </a:lnTo>
                <a:lnTo>
                  <a:pt x="257175" y="938213"/>
                </a:lnTo>
                <a:lnTo>
                  <a:pt x="252413" y="933450"/>
                </a:lnTo>
                <a:lnTo>
                  <a:pt x="242888" y="933450"/>
                </a:lnTo>
                <a:lnTo>
                  <a:pt x="238125" y="928688"/>
                </a:lnTo>
                <a:lnTo>
                  <a:pt x="233363" y="923925"/>
                </a:lnTo>
                <a:lnTo>
                  <a:pt x="228600" y="919163"/>
                </a:lnTo>
                <a:lnTo>
                  <a:pt x="223838" y="914400"/>
                </a:lnTo>
                <a:lnTo>
                  <a:pt x="214313" y="914400"/>
                </a:lnTo>
                <a:lnTo>
                  <a:pt x="204788" y="914400"/>
                </a:lnTo>
                <a:lnTo>
                  <a:pt x="200025" y="909638"/>
                </a:lnTo>
                <a:lnTo>
                  <a:pt x="195263" y="904875"/>
                </a:lnTo>
                <a:lnTo>
                  <a:pt x="185738" y="904875"/>
                </a:lnTo>
                <a:lnTo>
                  <a:pt x="176213" y="904875"/>
                </a:lnTo>
                <a:lnTo>
                  <a:pt x="171450" y="900113"/>
                </a:lnTo>
                <a:lnTo>
                  <a:pt x="166688" y="895350"/>
                </a:lnTo>
                <a:lnTo>
                  <a:pt x="161925" y="890588"/>
                </a:lnTo>
                <a:lnTo>
                  <a:pt x="157163" y="885825"/>
                </a:lnTo>
                <a:lnTo>
                  <a:pt x="152400" y="881063"/>
                </a:lnTo>
                <a:lnTo>
                  <a:pt x="147638" y="876300"/>
                </a:lnTo>
                <a:lnTo>
                  <a:pt x="142875" y="871538"/>
                </a:lnTo>
                <a:lnTo>
                  <a:pt x="138113" y="866775"/>
                </a:lnTo>
                <a:lnTo>
                  <a:pt x="133350" y="862013"/>
                </a:lnTo>
                <a:lnTo>
                  <a:pt x="128588" y="857250"/>
                </a:lnTo>
                <a:lnTo>
                  <a:pt x="119063" y="857250"/>
                </a:lnTo>
                <a:lnTo>
                  <a:pt x="114300" y="852488"/>
                </a:lnTo>
                <a:lnTo>
                  <a:pt x="109538" y="847725"/>
                </a:lnTo>
                <a:lnTo>
                  <a:pt x="100013" y="847725"/>
                </a:lnTo>
                <a:lnTo>
                  <a:pt x="95250" y="842963"/>
                </a:lnTo>
                <a:lnTo>
                  <a:pt x="90488" y="838200"/>
                </a:lnTo>
                <a:lnTo>
                  <a:pt x="80963" y="838200"/>
                </a:lnTo>
                <a:lnTo>
                  <a:pt x="76200" y="833438"/>
                </a:lnTo>
                <a:lnTo>
                  <a:pt x="76200" y="823913"/>
                </a:lnTo>
                <a:lnTo>
                  <a:pt x="76200" y="814388"/>
                </a:lnTo>
                <a:lnTo>
                  <a:pt x="71438" y="809625"/>
                </a:lnTo>
                <a:lnTo>
                  <a:pt x="66675" y="804863"/>
                </a:lnTo>
                <a:lnTo>
                  <a:pt x="66675" y="795338"/>
                </a:lnTo>
                <a:lnTo>
                  <a:pt x="61913" y="790575"/>
                </a:lnTo>
                <a:lnTo>
                  <a:pt x="57150" y="785813"/>
                </a:lnTo>
                <a:lnTo>
                  <a:pt x="52388" y="781050"/>
                </a:lnTo>
                <a:lnTo>
                  <a:pt x="47625" y="776288"/>
                </a:lnTo>
                <a:lnTo>
                  <a:pt x="42863" y="771525"/>
                </a:lnTo>
                <a:lnTo>
                  <a:pt x="33338" y="771525"/>
                </a:lnTo>
                <a:lnTo>
                  <a:pt x="28575" y="766763"/>
                </a:lnTo>
                <a:lnTo>
                  <a:pt x="23813" y="762000"/>
                </a:lnTo>
                <a:lnTo>
                  <a:pt x="19050" y="757238"/>
                </a:lnTo>
                <a:lnTo>
                  <a:pt x="14288" y="752475"/>
                </a:lnTo>
                <a:lnTo>
                  <a:pt x="4763" y="752475"/>
                </a:lnTo>
                <a:lnTo>
                  <a:pt x="0" y="747713"/>
                </a:lnTo>
                <a:lnTo>
                  <a:pt x="0" y="738188"/>
                </a:lnTo>
                <a:lnTo>
                  <a:pt x="0" y="728663"/>
                </a:lnTo>
                <a:lnTo>
                  <a:pt x="0" y="719138"/>
                </a:lnTo>
                <a:lnTo>
                  <a:pt x="0" y="709613"/>
                </a:lnTo>
                <a:lnTo>
                  <a:pt x="0" y="700088"/>
                </a:lnTo>
                <a:lnTo>
                  <a:pt x="4763" y="695325"/>
                </a:lnTo>
                <a:lnTo>
                  <a:pt x="9525" y="690563"/>
                </a:lnTo>
                <a:lnTo>
                  <a:pt x="9525" y="681038"/>
                </a:lnTo>
                <a:lnTo>
                  <a:pt x="9525" y="671513"/>
                </a:lnTo>
                <a:lnTo>
                  <a:pt x="14288" y="666750"/>
                </a:lnTo>
                <a:lnTo>
                  <a:pt x="19050" y="661988"/>
                </a:lnTo>
                <a:lnTo>
                  <a:pt x="19050" y="652463"/>
                </a:lnTo>
                <a:lnTo>
                  <a:pt x="19050" y="642938"/>
                </a:lnTo>
                <a:lnTo>
                  <a:pt x="19050" y="633413"/>
                </a:lnTo>
                <a:lnTo>
                  <a:pt x="23813" y="628650"/>
                </a:lnTo>
                <a:lnTo>
                  <a:pt x="28575" y="623888"/>
                </a:lnTo>
                <a:lnTo>
                  <a:pt x="28575" y="614363"/>
                </a:lnTo>
                <a:lnTo>
                  <a:pt x="33338" y="609600"/>
                </a:lnTo>
                <a:lnTo>
                  <a:pt x="38100" y="604838"/>
                </a:lnTo>
                <a:lnTo>
                  <a:pt x="38100" y="595313"/>
                </a:lnTo>
                <a:lnTo>
                  <a:pt x="38100" y="585788"/>
                </a:lnTo>
                <a:lnTo>
                  <a:pt x="42863" y="581025"/>
                </a:lnTo>
                <a:lnTo>
                  <a:pt x="47625" y="576263"/>
                </a:lnTo>
                <a:lnTo>
                  <a:pt x="47625" y="566738"/>
                </a:lnTo>
                <a:lnTo>
                  <a:pt x="52388" y="561975"/>
                </a:lnTo>
                <a:lnTo>
                  <a:pt x="57150" y="557213"/>
                </a:lnTo>
                <a:lnTo>
                  <a:pt x="57150" y="547688"/>
                </a:lnTo>
                <a:lnTo>
                  <a:pt x="57150" y="538163"/>
                </a:lnTo>
                <a:lnTo>
                  <a:pt x="61913" y="533400"/>
                </a:lnTo>
                <a:lnTo>
                  <a:pt x="66675" y="528638"/>
                </a:lnTo>
                <a:lnTo>
                  <a:pt x="66675" y="519113"/>
                </a:lnTo>
                <a:lnTo>
                  <a:pt x="71438" y="514350"/>
                </a:lnTo>
                <a:lnTo>
                  <a:pt x="76200" y="509588"/>
                </a:lnTo>
                <a:lnTo>
                  <a:pt x="76200" y="500063"/>
                </a:lnTo>
                <a:lnTo>
                  <a:pt x="80963" y="495300"/>
                </a:lnTo>
                <a:lnTo>
                  <a:pt x="85725" y="490538"/>
                </a:lnTo>
                <a:lnTo>
                  <a:pt x="85725" y="481013"/>
                </a:lnTo>
                <a:lnTo>
                  <a:pt x="90488" y="476250"/>
                </a:lnTo>
                <a:lnTo>
                  <a:pt x="95250" y="471488"/>
                </a:lnTo>
                <a:lnTo>
                  <a:pt x="95250" y="461963"/>
                </a:lnTo>
                <a:lnTo>
                  <a:pt x="100013" y="457200"/>
                </a:lnTo>
                <a:lnTo>
                  <a:pt x="104775" y="452438"/>
                </a:lnTo>
                <a:lnTo>
                  <a:pt x="104775" y="442913"/>
                </a:lnTo>
                <a:lnTo>
                  <a:pt x="109538" y="438150"/>
                </a:lnTo>
                <a:lnTo>
                  <a:pt x="114300" y="433388"/>
                </a:lnTo>
                <a:lnTo>
                  <a:pt x="119063" y="428625"/>
                </a:lnTo>
                <a:lnTo>
                  <a:pt x="123825" y="423863"/>
                </a:lnTo>
                <a:lnTo>
                  <a:pt x="123825" y="414338"/>
                </a:lnTo>
                <a:lnTo>
                  <a:pt x="128588" y="409575"/>
                </a:lnTo>
                <a:lnTo>
                  <a:pt x="133350" y="404813"/>
                </a:lnTo>
                <a:lnTo>
                  <a:pt x="133350" y="395288"/>
                </a:lnTo>
                <a:lnTo>
                  <a:pt x="138113" y="390525"/>
                </a:lnTo>
                <a:lnTo>
                  <a:pt x="142875" y="385763"/>
                </a:lnTo>
                <a:lnTo>
                  <a:pt x="142875" y="376238"/>
                </a:lnTo>
                <a:lnTo>
                  <a:pt x="147638" y="371475"/>
                </a:lnTo>
                <a:lnTo>
                  <a:pt x="152400" y="366713"/>
                </a:lnTo>
                <a:lnTo>
                  <a:pt x="157163" y="361950"/>
                </a:lnTo>
                <a:lnTo>
                  <a:pt x="161925" y="357188"/>
                </a:lnTo>
                <a:lnTo>
                  <a:pt x="161925" y="347663"/>
                </a:lnTo>
                <a:lnTo>
                  <a:pt x="166688" y="342900"/>
                </a:lnTo>
                <a:lnTo>
                  <a:pt x="171450" y="338138"/>
                </a:lnTo>
                <a:lnTo>
                  <a:pt x="176213" y="333375"/>
                </a:lnTo>
                <a:lnTo>
                  <a:pt x="180975" y="328613"/>
                </a:lnTo>
                <a:lnTo>
                  <a:pt x="180975" y="319088"/>
                </a:lnTo>
                <a:lnTo>
                  <a:pt x="185738" y="314325"/>
                </a:lnTo>
                <a:lnTo>
                  <a:pt x="190500" y="309563"/>
                </a:lnTo>
                <a:lnTo>
                  <a:pt x="195263" y="304800"/>
                </a:lnTo>
                <a:lnTo>
                  <a:pt x="200025" y="300038"/>
                </a:lnTo>
                <a:lnTo>
                  <a:pt x="204788" y="295275"/>
                </a:lnTo>
                <a:lnTo>
                  <a:pt x="209550" y="290513"/>
                </a:lnTo>
                <a:lnTo>
                  <a:pt x="209550" y="280988"/>
                </a:lnTo>
                <a:lnTo>
                  <a:pt x="214313" y="276225"/>
                </a:lnTo>
                <a:lnTo>
                  <a:pt x="219075" y="271463"/>
                </a:lnTo>
                <a:lnTo>
                  <a:pt x="223838" y="266700"/>
                </a:lnTo>
                <a:lnTo>
                  <a:pt x="228600" y="261938"/>
                </a:lnTo>
                <a:lnTo>
                  <a:pt x="233363" y="257175"/>
                </a:lnTo>
                <a:lnTo>
                  <a:pt x="238125" y="252413"/>
                </a:lnTo>
                <a:lnTo>
                  <a:pt x="238125" y="242888"/>
                </a:lnTo>
                <a:lnTo>
                  <a:pt x="242888" y="238125"/>
                </a:lnTo>
                <a:lnTo>
                  <a:pt x="247650" y="233363"/>
                </a:lnTo>
                <a:lnTo>
                  <a:pt x="252413" y="228600"/>
                </a:lnTo>
                <a:lnTo>
                  <a:pt x="257175" y="223838"/>
                </a:lnTo>
                <a:lnTo>
                  <a:pt x="261938" y="219075"/>
                </a:lnTo>
                <a:lnTo>
                  <a:pt x="266700" y="214313"/>
                </a:lnTo>
                <a:lnTo>
                  <a:pt x="271463" y="209550"/>
                </a:lnTo>
                <a:lnTo>
                  <a:pt x="276225" y="204788"/>
                </a:lnTo>
                <a:lnTo>
                  <a:pt x="280988" y="200025"/>
                </a:lnTo>
                <a:lnTo>
                  <a:pt x="285750" y="195263"/>
                </a:lnTo>
                <a:lnTo>
                  <a:pt x="285750" y="185738"/>
                </a:lnTo>
                <a:lnTo>
                  <a:pt x="290513" y="180975"/>
                </a:lnTo>
                <a:lnTo>
                  <a:pt x="295275" y="176213"/>
                </a:lnTo>
                <a:lnTo>
                  <a:pt x="300038" y="171450"/>
                </a:lnTo>
                <a:lnTo>
                  <a:pt x="304800" y="166688"/>
                </a:lnTo>
                <a:lnTo>
                  <a:pt x="309563" y="161925"/>
                </a:lnTo>
                <a:lnTo>
                  <a:pt x="314325" y="157163"/>
                </a:lnTo>
                <a:lnTo>
                  <a:pt x="319088" y="152400"/>
                </a:lnTo>
                <a:lnTo>
                  <a:pt x="323850" y="147638"/>
                </a:lnTo>
                <a:lnTo>
                  <a:pt x="328613" y="142875"/>
                </a:lnTo>
                <a:lnTo>
                  <a:pt x="333375" y="138113"/>
                </a:lnTo>
                <a:lnTo>
                  <a:pt x="338138" y="133350"/>
                </a:lnTo>
                <a:lnTo>
                  <a:pt x="342900" y="128588"/>
                </a:lnTo>
                <a:lnTo>
                  <a:pt x="347663" y="123825"/>
                </a:lnTo>
                <a:lnTo>
                  <a:pt x="352425" y="119063"/>
                </a:lnTo>
                <a:lnTo>
                  <a:pt x="357188" y="114300"/>
                </a:lnTo>
                <a:lnTo>
                  <a:pt x="361950" y="109538"/>
                </a:lnTo>
                <a:lnTo>
                  <a:pt x="366713" y="104775"/>
                </a:lnTo>
                <a:lnTo>
                  <a:pt x="371475" y="100013"/>
                </a:lnTo>
                <a:lnTo>
                  <a:pt x="376238" y="95250"/>
                </a:lnTo>
                <a:lnTo>
                  <a:pt x="381000" y="90488"/>
                </a:lnTo>
                <a:lnTo>
                  <a:pt x="385763" y="85725"/>
                </a:lnTo>
                <a:lnTo>
                  <a:pt x="390525" y="80963"/>
                </a:lnTo>
                <a:lnTo>
                  <a:pt x="395288" y="76200"/>
                </a:lnTo>
                <a:lnTo>
                  <a:pt x="400050" y="71438"/>
                </a:lnTo>
                <a:lnTo>
                  <a:pt x="404813" y="66675"/>
                </a:lnTo>
                <a:lnTo>
                  <a:pt x="409575" y="61913"/>
                </a:lnTo>
                <a:lnTo>
                  <a:pt x="414338" y="57150"/>
                </a:lnTo>
                <a:lnTo>
                  <a:pt x="423863" y="57150"/>
                </a:lnTo>
                <a:lnTo>
                  <a:pt x="428625" y="52388"/>
                </a:lnTo>
                <a:lnTo>
                  <a:pt x="433388" y="47625"/>
                </a:lnTo>
                <a:lnTo>
                  <a:pt x="438150" y="42863"/>
                </a:lnTo>
                <a:lnTo>
                  <a:pt x="442913" y="38100"/>
                </a:lnTo>
                <a:lnTo>
                  <a:pt x="447675" y="33338"/>
                </a:lnTo>
                <a:lnTo>
                  <a:pt x="452438" y="28575"/>
                </a:lnTo>
                <a:lnTo>
                  <a:pt x="457200" y="23813"/>
                </a:lnTo>
                <a:lnTo>
                  <a:pt x="461963" y="19050"/>
                </a:lnTo>
                <a:lnTo>
                  <a:pt x="471488" y="19050"/>
                </a:lnTo>
                <a:lnTo>
                  <a:pt x="476250" y="14288"/>
                </a:lnTo>
                <a:lnTo>
                  <a:pt x="481013" y="9525"/>
                </a:lnTo>
                <a:lnTo>
                  <a:pt x="490538" y="9525"/>
                </a:lnTo>
                <a:lnTo>
                  <a:pt x="495300" y="4763"/>
                </a:lnTo>
                <a:close/>
              </a:path>
            </a:pathLst>
          </a:custGeom>
          <a:solidFill xmlns:a="http://schemas.openxmlformats.org/drawingml/2006/main">
            <a:srgbClr val="CACACA"/>
          </a:solidFill>
          <a:ln xmlns:a="http://schemas.openxmlformats.org/drawingml/2006/main" w="0">
            <a:noFill/>
            <a:prstDash val="solid"/>
          </a:ln>
        </p:spPr>
      </p:sp>
      <p:sp>
        <p:nvSpPr>
          <p:cNvPr id="314" name="deep-skill-chaining-source-component-5-gradient-204-0">
            <a:extLst xmlns:a="http://schemas.openxmlformats.org/drawingml/2006/main">
              <a:ext uri="{FF2B5EF4-FFF2-40B4-BE49-F238E27FC236}">
                <a16:creationId xmlns:a16="http://schemas.microsoft.com/office/drawing/2014/main" id="{DA403652-0F63-4713-87DA-19609C58C974}"/>
              </a:ext>
            </a:extLst>
          </p:cNvPr>
          <p:cNvSpPr>
            <a:spLocks xmlns:a="http://schemas.openxmlformats.org/drawingml/2006/main" noGrp="1"/>
          </p:cNvSpPr>
          <p:nvPr/>
        </p:nvSpPr>
        <p:spPr>
          <a:xfrm xmlns:a="http://schemas.openxmlformats.org/drawingml/2006/main" rot="0">
            <a:off x="8420100" y="2400300"/>
            <a:ext cx="819150" cy="914400"/>
          </a:xfrm>
          <a:custGeom xmlns:a="http://schemas.openxmlformats.org/drawingml/2006/main">
            <a:pathLst>
              <a:path w="819150" h="914400">
                <a:moveTo>
                  <a:pt x="457200" y="4763"/>
                </a:moveTo>
                <a:lnTo>
                  <a:pt x="461963" y="0"/>
                </a:lnTo>
                <a:lnTo>
                  <a:pt x="471488" y="0"/>
                </a:lnTo>
                <a:lnTo>
                  <a:pt x="481013" y="0"/>
                </a:lnTo>
                <a:lnTo>
                  <a:pt x="485775" y="4763"/>
                </a:lnTo>
                <a:lnTo>
                  <a:pt x="490538" y="9525"/>
                </a:lnTo>
                <a:lnTo>
                  <a:pt x="500063" y="9525"/>
                </a:lnTo>
                <a:lnTo>
                  <a:pt x="509588" y="9525"/>
                </a:lnTo>
                <a:lnTo>
                  <a:pt x="519113" y="9525"/>
                </a:lnTo>
                <a:lnTo>
                  <a:pt x="528638" y="9525"/>
                </a:lnTo>
                <a:lnTo>
                  <a:pt x="538163" y="9525"/>
                </a:lnTo>
                <a:lnTo>
                  <a:pt x="542925" y="14288"/>
                </a:lnTo>
                <a:lnTo>
                  <a:pt x="547688" y="19050"/>
                </a:lnTo>
                <a:lnTo>
                  <a:pt x="557213" y="19050"/>
                </a:lnTo>
                <a:lnTo>
                  <a:pt x="561975" y="23813"/>
                </a:lnTo>
                <a:lnTo>
                  <a:pt x="566738" y="28575"/>
                </a:lnTo>
                <a:lnTo>
                  <a:pt x="576263" y="28575"/>
                </a:lnTo>
                <a:lnTo>
                  <a:pt x="585788" y="28575"/>
                </a:lnTo>
                <a:lnTo>
                  <a:pt x="590550" y="33338"/>
                </a:lnTo>
                <a:lnTo>
                  <a:pt x="595313" y="38100"/>
                </a:lnTo>
                <a:lnTo>
                  <a:pt x="604838" y="38100"/>
                </a:lnTo>
                <a:lnTo>
                  <a:pt x="614363" y="38100"/>
                </a:lnTo>
                <a:lnTo>
                  <a:pt x="623888" y="38100"/>
                </a:lnTo>
                <a:lnTo>
                  <a:pt x="628650" y="42863"/>
                </a:lnTo>
                <a:lnTo>
                  <a:pt x="633413" y="47625"/>
                </a:lnTo>
                <a:lnTo>
                  <a:pt x="638175" y="52388"/>
                </a:lnTo>
                <a:lnTo>
                  <a:pt x="642938" y="57150"/>
                </a:lnTo>
                <a:lnTo>
                  <a:pt x="647700" y="61913"/>
                </a:lnTo>
                <a:lnTo>
                  <a:pt x="652463" y="66675"/>
                </a:lnTo>
                <a:lnTo>
                  <a:pt x="657225" y="71438"/>
                </a:lnTo>
                <a:lnTo>
                  <a:pt x="661988" y="76200"/>
                </a:lnTo>
                <a:lnTo>
                  <a:pt x="671513" y="76200"/>
                </a:lnTo>
                <a:lnTo>
                  <a:pt x="676275" y="80963"/>
                </a:lnTo>
                <a:lnTo>
                  <a:pt x="681038" y="85725"/>
                </a:lnTo>
                <a:lnTo>
                  <a:pt x="690563" y="85725"/>
                </a:lnTo>
                <a:lnTo>
                  <a:pt x="695325" y="90488"/>
                </a:lnTo>
                <a:lnTo>
                  <a:pt x="700088" y="95250"/>
                </a:lnTo>
                <a:lnTo>
                  <a:pt x="709613" y="95250"/>
                </a:lnTo>
                <a:lnTo>
                  <a:pt x="714375" y="100013"/>
                </a:lnTo>
                <a:lnTo>
                  <a:pt x="719138" y="104775"/>
                </a:lnTo>
                <a:lnTo>
                  <a:pt x="723900" y="109538"/>
                </a:lnTo>
                <a:lnTo>
                  <a:pt x="728663" y="114300"/>
                </a:lnTo>
                <a:lnTo>
                  <a:pt x="733425" y="119063"/>
                </a:lnTo>
                <a:lnTo>
                  <a:pt x="738188" y="123825"/>
                </a:lnTo>
                <a:lnTo>
                  <a:pt x="742950" y="128588"/>
                </a:lnTo>
                <a:lnTo>
                  <a:pt x="747713" y="133350"/>
                </a:lnTo>
                <a:lnTo>
                  <a:pt x="752475" y="138113"/>
                </a:lnTo>
                <a:lnTo>
                  <a:pt x="757238" y="142875"/>
                </a:lnTo>
                <a:lnTo>
                  <a:pt x="762000" y="147638"/>
                </a:lnTo>
                <a:lnTo>
                  <a:pt x="766763" y="152400"/>
                </a:lnTo>
                <a:lnTo>
                  <a:pt x="771525" y="157163"/>
                </a:lnTo>
                <a:lnTo>
                  <a:pt x="771525" y="166688"/>
                </a:lnTo>
                <a:lnTo>
                  <a:pt x="771525" y="176213"/>
                </a:lnTo>
                <a:lnTo>
                  <a:pt x="776288" y="180975"/>
                </a:lnTo>
                <a:lnTo>
                  <a:pt x="781050" y="185738"/>
                </a:lnTo>
                <a:lnTo>
                  <a:pt x="781050" y="195263"/>
                </a:lnTo>
                <a:lnTo>
                  <a:pt x="785813" y="200025"/>
                </a:lnTo>
                <a:lnTo>
                  <a:pt x="790575" y="204788"/>
                </a:lnTo>
                <a:lnTo>
                  <a:pt x="795338" y="209550"/>
                </a:lnTo>
                <a:lnTo>
                  <a:pt x="800100" y="214313"/>
                </a:lnTo>
                <a:lnTo>
                  <a:pt x="804863" y="219075"/>
                </a:lnTo>
                <a:lnTo>
                  <a:pt x="809625" y="223838"/>
                </a:lnTo>
                <a:lnTo>
                  <a:pt x="809625" y="233363"/>
                </a:lnTo>
                <a:lnTo>
                  <a:pt x="814388" y="238125"/>
                </a:lnTo>
                <a:lnTo>
                  <a:pt x="819150" y="242888"/>
                </a:lnTo>
                <a:lnTo>
                  <a:pt x="814388" y="247650"/>
                </a:lnTo>
                <a:lnTo>
                  <a:pt x="809625" y="252413"/>
                </a:lnTo>
                <a:lnTo>
                  <a:pt x="809625" y="261938"/>
                </a:lnTo>
                <a:lnTo>
                  <a:pt x="809625" y="271463"/>
                </a:lnTo>
                <a:lnTo>
                  <a:pt x="804863" y="276225"/>
                </a:lnTo>
                <a:lnTo>
                  <a:pt x="800100" y="280988"/>
                </a:lnTo>
                <a:lnTo>
                  <a:pt x="800100" y="290513"/>
                </a:lnTo>
                <a:lnTo>
                  <a:pt x="800100" y="300038"/>
                </a:lnTo>
                <a:lnTo>
                  <a:pt x="795338" y="304800"/>
                </a:lnTo>
                <a:lnTo>
                  <a:pt x="790575" y="309563"/>
                </a:lnTo>
                <a:lnTo>
                  <a:pt x="790575" y="319088"/>
                </a:lnTo>
                <a:lnTo>
                  <a:pt x="790575" y="328613"/>
                </a:lnTo>
                <a:lnTo>
                  <a:pt x="785813" y="333375"/>
                </a:lnTo>
                <a:lnTo>
                  <a:pt x="781050" y="338138"/>
                </a:lnTo>
                <a:lnTo>
                  <a:pt x="781050" y="347663"/>
                </a:lnTo>
                <a:lnTo>
                  <a:pt x="776288" y="352425"/>
                </a:lnTo>
                <a:lnTo>
                  <a:pt x="771525" y="357188"/>
                </a:lnTo>
                <a:lnTo>
                  <a:pt x="771525" y="366713"/>
                </a:lnTo>
                <a:lnTo>
                  <a:pt x="766763" y="371475"/>
                </a:lnTo>
                <a:lnTo>
                  <a:pt x="762000" y="376238"/>
                </a:lnTo>
                <a:lnTo>
                  <a:pt x="762000" y="385763"/>
                </a:lnTo>
                <a:lnTo>
                  <a:pt x="757238" y="390525"/>
                </a:lnTo>
                <a:lnTo>
                  <a:pt x="752475" y="395288"/>
                </a:lnTo>
                <a:lnTo>
                  <a:pt x="752475" y="404813"/>
                </a:lnTo>
                <a:lnTo>
                  <a:pt x="752475" y="414338"/>
                </a:lnTo>
                <a:lnTo>
                  <a:pt x="747713" y="419100"/>
                </a:lnTo>
                <a:lnTo>
                  <a:pt x="742950" y="423863"/>
                </a:lnTo>
                <a:lnTo>
                  <a:pt x="742950" y="433388"/>
                </a:lnTo>
                <a:lnTo>
                  <a:pt x="738188" y="438150"/>
                </a:lnTo>
                <a:lnTo>
                  <a:pt x="733425" y="442913"/>
                </a:lnTo>
                <a:lnTo>
                  <a:pt x="728663" y="447675"/>
                </a:lnTo>
                <a:lnTo>
                  <a:pt x="723900" y="452438"/>
                </a:lnTo>
                <a:lnTo>
                  <a:pt x="723900" y="461963"/>
                </a:lnTo>
                <a:lnTo>
                  <a:pt x="719138" y="466725"/>
                </a:lnTo>
                <a:lnTo>
                  <a:pt x="714375" y="471488"/>
                </a:lnTo>
                <a:lnTo>
                  <a:pt x="714375" y="481013"/>
                </a:lnTo>
                <a:lnTo>
                  <a:pt x="709613" y="485775"/>
                </a:lnTo>
                <a:lnTo>
                  <a:pt x="704850" y="490538"/>
                </a:lnTo>
                <a:lnTo>
                  <a:pt x="704850" y="500063"/>
                </a:lnTo>
                <a:lnTo>
                  <a:pt x="700088" y="504825"/>
                </a:lnTo>
                <a:lnTo>
                  <a:pt x="695325" y="509588"/>
                </a:lnTo>
                <a:lnTo>
                  <a:pt x="690563" y="514350"/>
                </a:lnTo>
                <a:lnTo>
                  <a:pt x="685800" y="519113"/>
                </a:lnTo>
                <a:lnTo>
                  <a:pt x="685800" y="528638"/>
                </a:lnTo>
                <a:lnTo>
                  <a:pt x="681038" y="533400"/>
                </a:lnTo>
                <a:lnTo>
                  <a:pt x="676275" y="538163"/>
                </a:lnTo>
                <a:lnTo>
                  <a:pt x="676275" y="547688"/>
                </a:lnTo>
                <a:lnTo>
                  <a:pt x="671513" y="552450"/>
                </a:lnTo>
                <a:lnTo>
                  <a:pt x="666750" y="557213"/>
                </a:lnTo>
                <a:lnTo>
                  <a:pt x="661988" y="561975"/>
                </a:lnTo>
                <a:lnTo>
                  <a:pt x="657225" y="566738"/>
                </a:lnTo>
                <a:lnTo>
                  <a:pt x="657225" y="576263"/>
                </a:lnTo>
                <a:lnTo>
                  <a:pt x="652463" y="581025"/>
                </a:lnTo>
                <a:lnTo>
                  <a:pt x="647700" y="585788"/>
                </a:lnTo>
                <a:lnTo>
                  <a:pt x="642938" y="590550"/>
                </a:lnTo>
                <a:lnTo>
                  <a:pt x="638175" y="595313"/>
                </a:lnTo>
                <a:lnTo>
                  <a:pt x="638175" y="604838"/>
                </a:lnTo>
                <a:lnTo>
                  <a:pt x="633413" y="609600"/>
                </a:lnTo>
                <a:lnTo>
                  <a:pt x="628650" y="614363"/>
                </a:lnTo>
                <a:lnTo>
                  <a:pt x="623888" y="619125"/>
                </a:lnTo>
                <a:lnTo>
                  <a:pt x="619125" y="623888"/>
                </a:lnTo>
                <a:lnTo>
                  <a:pt x="614363" y="628650"/>
                </a:lnTo>
                <a:lnTo>
                  <a:pt x="609600" y="633413"/>
                </a:lnTo>
                <a:lnTo>
                  <a:pt x="609600" y="642938"/>
                </a:lnTo>
                <a:lnTo>
                  <a:pt x="604838" y="647700"/>
                </a:lnTo>
                <a:lnTo>
                  <a:pt x="600075" y="652463"/>
                </a:lnTo>
                <a:lnTo>
                  <a:pt x="595313" y="657225"/>
                </a:lnTo>
                <a:lnTo>
                  <a:pt x="590550" y="661988"/>
                </a:lnTo>
                <a:lnTo>
                  <a:pt x="585788" y="666750"/>
                </a:lnTo>
                <a:lnTo>
                  <a:pt x="581025" y="671513"/>
                </a:lnTo>
                <a:lnTo>
                  <a:pt x="581025" y="681038"/>
                </a:lnTo>
                <a:lnTo>
                  <a:pt x="576263" y="685800"/>
                </a:lnTo>
                <a:lnTo>
                  <a:pt x="571500" y="690563"/>
                </a:lnTo>
                <a:lnTo>
                  <a:pt x="566738" y="695325"/>
                </a:lnTo>
                <a:lnTo>
                  <a:pt x="561975" y="700088"/>
                </a:lnTo>
                <a:lnTo>
                  <a:pt x="557213" y="704850"/>
                </a:lnTo>
                <a:lnTo>
                  <a:pt x="552450" y="709613"/>
                </a:lnTo>
                <a:lnTo>
                  <a:pt x="547688" y="714375"/>
                </a:lnTo>
                <a:lnTo>
                  <a:pt x="542925" y="719138"/>
                </a:lnTo>
                <a:lnTo>
                  <a:pt x="538163" y="723900"/>
                </a:lnTo>
                <a:lnTo>
                  <a:pt x="533400" y="728663"/>
                </a:lnTo>
                <a:lnTo>
                  <a:pt x="533400" y="738188"/>
                </a:lnTo>
                <a:lnTo>
                  <a:pt x="528638" y="742950"/>
                </a:lnTo>
                <a:lnTo>
                  <a:pt x="523875" y="747713"/>
                </a:lnTo>
                <a:lnTo>
                  <a:pt x="519113" y="752475"/>
                </a:lnTo>
                <a:lnTo>
                  <a:pt x="514350" y="757238"/>
                </a:lnTo>
                <a:lnTo>
                  <a:pt x="509588" y="762000"/>
                </a:lnTo>
                <a:lnTo>
                  <a:pt x="504825" y="766763"/>
                </a:lnTo>
                <a:lnTo>
                  <a:pt x="500063" y="771525"/>
                </a:lnTo>
                <a:lnTo>
                  <a:pt x="495300" y="776288"/>
                </a:lnTo>
                <a:lnTo>
                  <a:pt x="490538" y="781050"/>
                </a:lnTo>
                <a:lnTo>
                  <a:pt x="485775" y="785813"/>
                </a:lnTo>
                <a:lnTo>
                  <a:pt x="481013" y="790575"/>
                </a:lnTo>
                <a:lnTo>
                  <a:pt x="476250" y="795338"/>
                </a:lnTo>
                <a:lnTo>
                  <a:pt x="471488" y="800100"/>
                </a:lnTo>
                <a:lnTo>
                  <a:pt x="466725" y="804863"/>
                </a:lnTo>
                <a:lnTo>
                  <a:pt x="461963" y="809625"/>
                </a:lnTo>
                <a:lnTo>
                  <a:pt x="457200" y="814388"/>
                </a:lnTo>
                <a:lnTo>
                  <a:pt x="452438" y="819150"/>
                </a:lnTo>
                <a:lnTo>
                  <a:pt x="447675" y="823913"/>
                </a:lnTo>
                <a:lnTo>
                  <a:pt x="442913" y="828675"/>
                </a:lnTo>
                <a:lnTo>
                  <a:pt x="438150" y="833438"/>
                </a:lnTo>
                <a:lnTo>
                  <a:pt x="433388" y="838200"/>
                </a:lnTo>
                <a:lnTo>
                  <a:pt x="423863" y="838200"/>
                </a:lnTo>
                <a:lnTo>
                  <a:pt x="419100" y="842963"/>
                </a:lnTo>
                <a:lnTo>
                  <a:pt x="414338" y="847725"/>
                </a:lnTo>
                <a:lnTo>
                  <a:pt x="409575" y="852488"/>
                </a:lnTo>
                <a:lnTo>
                  <a:pt x="404813" y="857250"/>
                </a:lnTo>
                <a:lnTo>
                  <a:pt x="400050" y="862013"/>
                </a:lnTo>
                <a:lnTo>
                  <a:pt x="395288" y="866775"/>
                </a:lnTo>
                <a:lnTo>
                  <a:pt x="390525" y="871538"/>
                </a:lnTo>
                <a:lnTo>
                  <a:pt x="385763" y="876300"/>
                </a:lnTo>
                <a:lnTo>
                  <a:pt x="381000" y="881063"/>
                </a:lnTo>
                <a:lnTo>
                  <a:pt x="376238" y="885825"/>
                </a:lnTo>
                <a:lnTo>
                  <a:pt x="366713" y="885825"/>
                </a:lnTo>
                <a:lnTo>
                  <a:pt x="361950" y="890588"/>
                </a:lnTo>
                <a:lnTo>
                  <a:pt x="357188" y="895350"/>
                </a:lnTo>
                <a:lnTo>
                  <a:pt x="352425" y="900113"/>
                </a:lnTo>
                <a:lnTo>
                  <a:pt x="347663" y="904875"/>
                </a:lnTo>
                <a:lnTo>
                  <a:pt x="342900" y="909638"/>
                </a:lnTo>
                <a:lnTo>
                  <a:pt x="338138" y="914400"/>
                </a:lnTo>
                <a:lnTo>
                  <a:pt x="328613" y="914400"/>
                </a:lnTo>
                <a:lnTo>
                  <a:pt x="319088" y="914400"/>
                </a:lnTo>
                <a:lnTo>
                  <a:pt x="309563" y="914400"/>
                </a:lnTo>
                <a:lnTo>
                  <a:pt x="300038" y="914400"/>
                </a:lnTo>
                <a:lnTo>
                  <a:pt x="295275" y="909638"/>
                </a:lnTo>
                <a:lnTo>
                  <a:pt x="290513" y="904875"/>
                </a:lnTo>
                <a:lnTo>
                  <a:pt x="280988" y="904875"/>
                </a:lnTo>
                <a:lnTo>
                  <a:pt x="271463" y="904875"/>
                </a:lnTo>
                <a:lnTo>
                  <a:pt x="261938" y="904875"/>
                </a:lnTo>
                <a:lnTo>
                  <a:pt x="252413" y="904875"/>
                </a:lnTo>
                <a:lnTo>
                  <a:pt x="247650" y="900113"/>
                </a:lnTo>
                <a:lnTo>
                  <a:pt x="242888" y="895350"/>
                </a:lnTo>
                <a:lnTo>
                  <a:pt x="238125" y="890588"/>
                </a:lnTo>
                <a:lnTo>
                  <a:pt x="233363" y="885825"/>
                </a:lnTo>
                <a:lnTo>
                  <a:pt x="223838" y="885825"/>
                </a:lnTo>
                <a:lnTo>
                  <a:pt x="214313" y="885825"/>
                </a:lnTo>
                <a:lnTo>
                  <a:pt x="209550" y="881063"/>
                </a:lnTo>
                <a:lnTo>
                  <a:pt x="204788" y="876300"/>
                </a:lnTo>
                <a:lnTo>
                  <a:pt x="195263" y="876300"/>
                </a:lnTo>
                <a:lnTo>
                  <a:pt x="190500" y="871538"/>
                </a:lnTo>
                <a:lnTo>
                  <a:pt x="185738" y="866775"/>
                </a:lnTo>
                <a:lnTo>
                  <a:pt x="176213" y="866775"/>
                </a:lnTo>
                <a:lnTo>
                  <a:pt x="171450" y="862013"/>
                </a:lnTo>
                <a:lnTo>
                  <a:pt x="166688" y="857250"/>
                </a:lnTo>
                <a:lnTo>
                  <a:pt x="161925" y="852488"/>
                </a:lnTo>
                <a:lnTo>
                  <a:pt x="157163" y="847725"/>
                </a:lnTo>
                <a:lnTo>
                  <a:pt x="152400" y="842963"/>
                </a:lnTo>
                <a:lnTo>
                  <a:pt x="147638" y="838200"/>
                </a:lnTo>
                <a:lnTo>
                  <a:pt x="138113" y="838200"/>
                </a:lnTo>
                <a:lnTo>
                  <a:pt x="133350" y="833438"/>
                </a:lnTo>
                <a:lnTo>
                  <a:pt x="128588" y="828675"/>
                </a:lnTo>
                <a:lnTo>
                  <a:pt x="119063" y="828675"/>
                </a:lnTo>
                <a:lnTo>
                  <a:pt x="114300" y="823913"/>
                </a:lnTo>
                <a:lnTo>
                  <a:pt x="109538" y="819150"/>
                </a:lnTo>
                <a:lnTo>
                  <a:pt x="100013" y="819150"/>
                </a:lnTo>
                <a:lnTo>
                  <a:pt x="95250" y="814388"/>
                </a:lnTo>
                <a:lnTo>
                  <a:pt x="90488" y="809625"/>
                </a:lnTo>
                <a:lnTo>
                  <a:pt x="85725" y="804863"/>
                </a:lnTo>
                <a:lnTo>
                  <a:pt x="85725" y="795338"/>
                </a:lnTo>
                <a:lnTo>
                  <a:pt x="80963" y="790575"/>
                </a:lnTo>
                <a:lnTo>
                  <a:pt x="76200" y="785813"/>
                </a:lnTo>
                <a:lnTo>
                  <a:pt x="76200" y="776288"/>
                </a:lnTo>
                <a:lnTo>
                  <a:pt x="71438" y="771525"/>
                </a:lnTo>
                <a:lnTo>
                  <a:pt x="66675" y="766763"/>
                </a:lnTo>
                <a:lnTo>
                  <a:pt x="61913" y="762000"/>
                </a:lnTo>
                <a:lnTo>
                  <a:pt x="57150" y="757238"/>
                </a:lnTo>
                <a:lnTo>
                  <a:pt x="52388" y="752475"/>
                </a:lnTo>
                <a:lnTo>
                  <a:pt x="47625" y="747713"/>
                </a:lnTo>
                <a:lnTo>
                  <a:pt x="42863" y="742950"/>
                </a:lnTo>
                <a:lnTo>
                  <a:pt x="38100" y="738188"/>
                </a:lnTo>
                <a:lnTo>
                  <a:pt x="33338" y="733425"/>
                </a:lnTo>
                <a:lnTo>
                  <a:pt x="23813" y="733425"/>
                </a:lnTo>
                <a:lnTo>
                  <a:pt x="19050" y="728663"/>
                </a:lnTo>
                <a:lnTo>
                  <a:pt x="19050" y="719138"/>
                </a:lnTo>
                <a:lnTo>
                  <a:pt x="14288" y="714375"/>
                </a:lnTo>
                <a:lnTo>
                  <a:pt x="9525" y="709613"/>
                </a:lnTo>
                <a:lnTo>
                  <a:pt x="9525" y="700088"/>
                </a:lnTo>
                <a:lnTo>
                  <a:pt x="9525" y="690563"/>
                </a:lnTo>
                <a:lnTo>
                  <a:pt x="9525" y="681038"/>
                </a:lnTo>
                <a:lnTo>
                  <a:pt x="4763" y="676275"/>
                </a:lnTo>
                <a:lnTo>
                  <a:pt x="0" y="671513"/>
                </a:lnTo>
                <a:lnTo>
                  <a:pt x="0" y="661988"/>
                </a:lnTo>
                <a:lnTo>
                  <a:pt x="0" y="652463"/>
                </a:lnTo>
                <a:lnTo>
                  <a:pt x="4763" y="647700"/>
                </a:lnTo>
                <a:lnTo>
                  <a:pt x="9525" y="642938"/>
                </a:lnTo>
                <a:lnTo>
                  <a:pt x="9525" y="633413"/>
                </a:lnTo>
                <a:lnTo>
                  <a:pt x="9525" y="623888"/>
                </a:lnTo>
                <a:lnTo>
                  <a:pt x="9525" y="614363"/>
                </a:lnTo>
                <a:lnTo>
                  <a:pt x="14288" y="609600"/>
                </a:lnTo>
                <a:lnTo>
                  <a:pt x="19050" y="604838"/>
                </a:lnTo>
                <a:lnTo>
                  <a:pt x="19050" y="595313"/>
                </a:lnTo>
                <a:lnTo>
                  <a:pt x="23813" y="590550"/>
                </a:lnTo>
                <a:lnTo>
                  <a:pt x="28575" y="585788"/>
                </a:lnTo>
                <a:lnTo>
                  <a:pt x="28575" y="576263"/>
                </a:lnTo>
                <a:lnTo>
                  <a:pt x="28575" y="566738"/>
                </a:lnTo>
                <a:lnTo>
                  <a:pt x="33338" y="561975"/>
                </a:lnTo>
                <a:lnTo>
                  <a:pt x="38100" y="557213"/>
                </a:lnTo>
                <a:lnTo>
                  <a:pt x="38100" y="547688"/>
                </a:lnTo>
                <a:lnTo>
                  <a:pt x="42863" y="542925"/>
                </a:lnTo>
                <a:lnTo>
                  <a:pt x="47625" y="538163"/>
                </a:lnTo>
                <a:lnTo>
                  <a:pt x="47625" y="528638"/>
                </a:lnTo>
                <a:lnTo>
                  <a:pt x="47625" y="519113"/>
                </a:lnTo>
                <a:lnTo>
                  <a:pt x="52388" y="514350"/>
                </a:lnTo>
                <a:lnTo>
                  <a:pt x="57150" y="509588"/>
                </a:lnTo>
                <a:lnTo>
                  <a:pt x="57150" y="500063"/>
                </a:lnTo>
                <a:lnTo>
                  <a:pt x="61913" y="495300"/>
                </a:lnTo>
                <a:lnTo>
                  <a:pt x="66675" y="490538"/>
                </a:lnTo>
                <a:lnTo>
                  <a:pt x="66675" y="481013"/>
                </a:lnTo>
                <a:lnTo>
                  <a:pt x="71438" y="476250"/>
                </a:lnTo>
                <a:lnTo>
                  <a:pt x="76200" y="471488"/>
                </a:lnTo>
                <a:lnTo>
                  <a:pt x="76200" y="461963"/>
                </a:lnTo>
                <a:lnTo>
                  <a:pt x="80963" y="457200"/>
                </a:lnTo>
                <a:lnTo>
                  <a:pt x="85725" y="452438"/>
                </a:lnTo>
                <a:lnTo>
                  <a:pt x="85725" y="442913"/>
                </a:lnTo>
                <a:lnTo>
                  <a:pt x="90488" y="438150"/>
                </a:lnTo>
                <a:lnTo>
                  <a:pt x="95250" y="433388"/>
                </a:lnTo>
                <a:lnTo>
                  <a:pt x="95250" y="423863"/>
                </a:lnTo>
                <a:lnTo>
                  <a:pt x="100013" y="419100"/>
                </a:lnTo>
                <a:lnTo>
                  <a:pt x="104775" y="414338"/>
                </a:lnTo>
                <a:lnTo>
                  <a:pt x="109538" y="409575"/>
                </a:lnTo>
                <a:lnTo>
                  <a:pt x="114300" y="404813"/>
                </a:lnTo>
                <a:lnTo>
                  <a:pt x="114300" y="395288"/>
                </a:lnTo>
                <a:lnTo>
                  <a:pt x="119063" y="390525"/>
                </a:lnTo>
                <a:lnTo>
                  <a:pt x="123825" y="385763"/>
                </a:lnTo>
                <a:lnTo>
                  <a:pt x="123825" y="376238"/>
                </a:lnTo>
                <a:lnTo>
                  <a:pt x="128588" y="371475"/>
                </a:lnTo>
                <a:lnTo>
                  <a:pt x="133350" y="366713"/>
                </a:lnTo>
                <a:lnTo>
                  <a:pt x="133350" y="357188"/>
                </a:lnTo>
                <a:lnTo>
                  <a:pt x="138113" y="352425"/>
                </a:lnTo>
                <a:lnTo>
                  <a:pt x="142875" y="347663"/>
                </a:lnTo>
                <a:lnTo>
                  <a:pt x="147638" y="342900"/>
                </a:lnTo>
                <a:lnTo>
                  <a:pt x="152400" y="338138"/>
                </a:lnTo>
                <a:lnTo>
                  <a:pt x="152400" y="328613"/>
                </a:lnTo>
                <a:lnTo>
                  <a:pt x="157163" y="323850"/>
                </a:lnTo>
                <a:lnTo>
                  <a:pt x="161925" y="319088"/>
                </a:lnTo>
                <a:lnTo>
                  <a:pt x="166688" y="314325"/>
                </a:lnTo>
                <a:lnTo>
                  <a:pt x="171450" y="309563"/>
                </a:lnTo>
                <a:lnTo>
                  <a:pt x="171450" y="300038"/>
                </a:lnTo>
                <a:lnTo>
                  <a:pt x="176213" y="295275"/>
                </a:lnTo>
                <a:lnTo>
                  <a:pt x="180975" y="290513"/>
                </a:lnTo>
                <a:lnTo>
                  <a:pt x="185738" y="285750"/>
                </a:lnTo>
                <a:lnTo>
                  <a:pt x="190500" y="280988"/>
                </a:lnTo>
                <a:lnTo>
                  <a:pt x="195263" y="276225"/>
                </a:lnTo>
                <a:lnTo>
                  <a:pt x="200025" y="271463"/>
                </a:lnTo>
                <a:lnTo>
                  <a:pt x="200025" y="261938"/>
                </a:lnTo>
                <a:lnTo>
                  <a:pt x="204788" y="257175"/>
                </a:lnTo>
                <a:lnTo>
                  <a:pt x="209550" y="252413"/>
                </a:lnTo>
                <a:lnTo>
                  <a:pt x="214313" y="247650"/>
                </a:lnTo>
                <a:lnTo>
                  <a:pt x="219075" y="242888"/>
                </a:lnTo>
                <a:lnTo>
                  <a:pt x="223838" y="238125"/>
                </a:lnTo>
                <a:lnTo>
                  <a:pt x="228600" y="233363"/>
                </a:lnTo>
                <a:lnTo>
                  <a:pt x="228600" y="223838"/>
                </a:lnTo>
                <a:lnTo>
                  <a:pt x="233363" y="219075"/>
                </a:lnTo>
                <a:lnTo>
                  <a:pt x="238125" y="214313"/>
                </a:lnTo>
                <a:lnTo>
                  <a:pt x="242888" y="209550"/>
                </a:lnTo>
                <a:lnTo>
                  <a:pt x="247650" y="204788"/>
                </a:lnTo>
                <a:lnTo>
                  <a:pt x="252413" y="200025"/>
                </a:lnTo>
                <a:lnTo>
                  <a:pt x="257175" y="195263"/>
                </a:lnTo>
                <a:lnTo>
                  <a:pt x="261938" y="190500"/>
                </a:lnTo>
                <a:lnTo>
                  <a:pt x="266700" y="185738"/>
                </a:lnTo>
                <a:lnTo>
                  <a:pt x="271463" y="180975"/>
                </a:lnTo>
                <a:lnTo>
                  <a:pt x="276225" y="176213"/>
                </a:lnTo>
                <a:lnTo>
                  <a:pt x="276225" y="166688"/>
                </a:lnTo>
                <a:lnTo>
                  <a:pt x="280988" y="161925"/>
                </a:lnTo>
                <a:lnTo>
                  <a:pt x="285750" y="157163"/>
                </a:lnTo>
                <a:lnTo>
                  <a:pt x="290513" y="152400"/>
                </a:lnTo>
                <a:lnTo>
                  <a:pt x="295275" y="147638"/>
                </a:lnTo>
                <a:lnTo>
                  <a:pt x="300038" y="142875"/>
                </a:lnTo>
                <a:lnTo>
                  <a:pt x="304800" y="138113"/>
                </a:lnTo>
                <a:lnTo>
                  <a:pt x="309563" y="133350"/>
                </a:lnTo>
                <a:lnTo>
                  <a:pt x="314325" y="128588"/>
                </a:lnTo>
                <a:lnTo>
                  <a:pt x="319088" y="123825"/>
                </a:lnTo>
                <a:lnTo>
                  <a:pt x="323850" y="119063"/>
                </a:lnTo>
                <a:lnTo>
                  <a:pt x="328613" y="114300"/>
                </a:lnTo>
                <a:lnTo>
                  <a:pt x="333375" y="109538"/>
                </a:lnTo>
                <a:lnTo>
                  <a:pt x="338138" y="104775"/>
                </a:lnTo>
                <a:lnTo>
                  <a:pt x="342900" y="100013"/>
                </a:lnTo>
                <a:lnTo>
                  <a:pt x="347663" y="95250"/>
                </a:lnTo>
                <a:lnTo>
                  <a:pt x="352425" y="90488"/>
                </a:lnTo>
                <a:lnTo>
                  <a:pt x="357188" y="85725"/>
                </a:lnTo>
                <a:lnTo>
                  <a:pt x="361950" y="80963"/>
                </a:lnTo>
                <a:lnTo>
                  <a:pt x="366713" y="76200"/>
                </a:lnTo>
                <a:lnTo>
                  <a:pt x="371475" y="71438"/>
                </a:lnTo>
                <a:lnTo>
                  <a:pt x="376238" y="66675"/>
                </a:lnTo>
                <a:lnTo>
                  <a:pt x="381000" y="61913"/>
                </a:lnTo>
                <a:lnTo>
                  <a:pt x="385763" y="57150"/>
                </a:lnTo>
                <a:lnTo>
                  <a:pt x="390525" y="52388"/>
                </a:lnTo>
                <a:lnTo>
                  <a:pt x="395288" y="47625"/>
                </a:lnTo>
                <a:lnTo>
                  <a:pt x="400050" y="42863"/>
                </a:lnTo>
                <a:lnTo>
                  <a:pt x="404813" y="38100"/>
                </a:lnTo>
                <a:lnTo>
                  <a:pt x="414338" y="38100"/>
                </a:lnTo>
                <a:lnTo>
                  <a:pt x="419100" y="33338"/>
                </a:lnTo>
                <a:lnTo>
                  <a:pt x="423863" y="28575"/>
                </a:lnTo>
                <a:lnTo>
                  <a:pt x="428625" y="23813"/>
                </a:lnTo>
                <a:lnTo>
                  <a:pt x="433388" y="19050"/>
                </a:lnTo>
                <a:lnTo>
                  <a:pt x="438150" y="14288"/>
                </a:lnTo>
                <a:lnTo>
                  <a:pt x="442913" y="9525"/>
                </a:lnTo>
                <a:lnTo>
                  <a:pt x="452438" y="9525"/>
                </a:lnTo>
                <a:lnTo>
                  <a:pt x="457200" y="4763"/>
                </a:lnTo>
                <a:close/>
              </a:path>
            </a:pathLst>
          </a:custGeom>
          <a:solidFill xmlns:a="http://schemas.openxmlformats.org/drawingml/2006/main">
            <a:srgbClr val="CCCCCC"/>
          </a:solidFill>
          <a:ln xmlns:a="http://schemas.openxmlformats.org/drawingml/2006/main" w="0">
            <a:noFill/>
            <a:prstDash val="solid"/>
          </a:ln>
        </p:spPr>
      </p:sp>
      <p:sp>
        <p:nvSpPr>
          <p:cNvPr id="315" name="deep-skill-chaining-source-component-5-gradient-206-0">
            <a:extLst xmlns:a="http://schemas.openxmlformats.org/drawingml/2006/main">
              <a:ext uri="{FF2B5EF4-FFF2-40B4-BE49-F238E27FC236}">
                <a16:creationId xmlns:a16="http://schemas.microsoft.com/office/drawing/2014/main" id="{20E55268-8FA1-4BAC-987C-1C234A913067}"/>
              </a:ext>
            </a:extLst>
          </p:cNvPr>
          <p:cNvSpPr>
            <a:spLocks xmlns:a="http://schemas.openxmlformats.org/drawingml/2006/main" noGrp="1"/>
          </p:cNvSpPr>
          <p:nvPr/>
        </p:nvSpPr>
        <p:spPr>
          <a:xfrm xmlns:a="http://schemas.openxmlformats.org/drawingml/2006/main" rot="0">
            <a:off x="8429625" y="2409825"/>
            <a:ext cx="800100" cy="895350"/>
          </a:xfrm>
          <a:custGeom xmlns:a="http://schemas.openxmlformats.org/drawingml/2006/main">
            <a:pathLst>
              <a:path w="800100" h="895350">
                <a:moveTo>
                  <a:pt x="428625" y="4763"/>
                </a:moveTo>
                <a:lnTo>
                  <a:pt x="433388" y="0"/>
                </a:lnTo>
                <a:lnTo>
                  <a:pt x="442913" y="0"/>
                </a:lnTo>
                <a:lnTo>
                  <a:pt x="447675" y="4763"/>
                </a:lnTo>
                <a:lnTo>
                  <a:pt x="452438" y="9525"/>
                </a:lnTo>
                <a:lnTo>
                  <a:pt x="461963" y="9525"/>
                </a:lnTo>
                <a:lnTo>
                  <a:pt x="466725" y="14288"/>
                </a:lnTo>
                <a:lnTo>
                  <a:pt x="471488" y="19050"/>
                </a:lnTo>
                <a:lnTo>
                  <a:pt x="481013" y="19050"/>
                </a:lnTo>
                <a:lnTo>
                  <a:pt x="490538" y="19050"/>
                </a:lnTo>
                <a:lnTo>
                  <a:pt x="500063" y="19050"/>
                </a:lnTo>
                <a:lnTo>
                  <a:pt x="509588" y="19050"/>
                </a:lnTo>
                <a:lnTo>
                  <a:pt x="519113" y="19050"/>
                </a:lnTo>
                <a:lnTo>
                  <a:pt x="523875" y="23813"/>
                </a:lnTo>
                <a:lnTo>
                  <a:pt x="528638" y="28575"/>
                </a:lnTo>
                <a:lnTo>
                  <a:pt x="538163" y="28575"/>
                </a:lnTo>
                <a:lnTo>
                  <a:pt x="547688" y="28575"/>
                </a:lnTo>
                <a:lnTo>
                  <a:pt x="557213" y="28575"/>
                </a:lnTo>
                <a:lnTo>
                  <a:pt x="561975" y="33338"/>
                </a:lnTo>
                <a:lnTo>
                  <a:pt x="566738" y="38100"/>
                </a:lnTo>
                <a:lnTo>
                  <a:pt x="576263" y="38100"/>
                </a:lnTo>
                <a:lnTo>
                  <a:pt x="581025" y="42863"/>
                </a:lnTo>
                <a:lnTo>
                  <a:pt x="585788" y="47625"/>
                </a:lnTo>
                <a:lnTo>
                  <a:pt x="595313" y="47625"/>
                </a:lnTo>
                <a:lnTo>
                  <a:pt x="600075" y="52388"/>
                </a:lnTo>
                <a:lnTo>
                  <a:pt x="604838" y="57150"/>
                </a:lnTo>
                <a:lnTo>
                  <a:pt x="614363" y="57150"/>
                </a:lnTo>
                <a:lnTo>
                  <a:pt x="619125" y="61913"/>
                </a:lnTo>
                <a:lnTo>
                  <a:pt x="623888" y="66675"/>
                </a:lnTo>
                <a:lnTo>
                  <a:pt x="628650" y="71438"/>
                </a:lnTo>
                <a:lnTo>
                  <a:pt x="633413" y="76200"/>
                </a:lnTo>
                <a:lnTo>
                  <a:pt x="642938" y="76200"/>
                </a:lnTo>
                <a:lnTo>
                  <a:pt x="647700" y="80963"/>
                </a:lnTo>
                <a:lnTo>
                  <a:pt x="652463" y="85725"/>
                </a:lnTo>
                <a:lnTo>
                  <a:pt x="661988" y="85725"/>
                </a:lnTo>
                <a:lnTo>
                  <a:pt x="671513" y="85725"/>
                </a:lnTo>
                <a:lnTo>
                  <a:pt x="676275" y="90488"/>
                </a:lnTo>
                <a:lnTo>
                  <a:pt x="681038" y="95250"/>
                </a:lnTo>
                <a:lnTo>
                  <a:pt x="685800" y="100013"/>
                </a:lnTo>
                <a:lnTo>
                  <a:pt x="690563" y="104775"/>
                </a:lnTo>
                <a:lnTo>
                  <a:pt x="695325" y="109538"/>
                </a:lnTo>
                <a:lnTo>
                  <a:pt x="700088" y="114300"/>
                </a:lnTo>
                <a:lnTo>
                  <a:pt x="704850" y="119063"/>
                </a:lnTo>
                <a:lnTo>
                  <a:pt x="709613" y="123825"/>
                </a:lnTo>
                <a:lnTo>
                  <a:pt x="714375" y="128588"/>
                </a:lnTo>
                <a:lnTo>
                  <a:pt x="719138" y="133350"/>
                </a:lnTo>
                <a:lnTo>
                  <a:pt x="723900" y="138113"/>
                </a:lnTo>
                <a:lnTo>
                  <a:pt x="728663" y="142875"/>
                </a:lnTo>
                <a:lnTo>
                  <a:pt x="733425" y="147638"/>
                </a:lnTo>
                <a:lnTo>
                  <a:pt x="733425" y="157163"/>
                </a:lnTo>
                <a:lnTo>
                  <a:pt x="738188" y="161925"/>
                </a:lnTo>
                <a:lnTo>
                  <a:pt x="742950" y="166688"/>
                </a:lnTo>
                <a:lnTo>
                  <a:pt x="742950" y="176213"/>
                </a:lnTo>
                <a:lnTo>
                  <a:pt x="747713" y="180975"/>
                </a:lnTo>
                <a:lnTo>
                  <a:pt x="752475" y="185738"/>
                </a:lnTo>
                <a:lnTo>
                  <a:pt x="752475" y="195263"/>
                </a:lnTo>
                <a:lnTo>
                  <a:pt x="757238" y="200025"/>
                </a:lnTo>
                <a:lnTo>
                  <a:pt x="762000" y="204788"/>
                </a:lnTo>
                <a:lnTo>
                  <a:pt x="766763" y="209550"/>
                </a:lnTo>
                <a:lnTo>
                  <a:pt x="771525" y="214313"/>
                </a:lnTo>
                <a:lnTo>
                  <a:pt x="776288" y="219075"/>
                </a:lnTo>
                <a:lnTo>
                  <a:pt x="785813" y="219075"/>
                </a:lnTo>
                <a:lnTo>
                  <a:pt x="790575" y="223838"/>
                </a:lnTo>
                <a:lnTo>
                  <a:pt x="795338" y="228600"/>
                </a:lnTo>
                <a:lnTo>
                  <a:pt x="800100" y="233363"/>
                </a:lnTo>
                <a:lnTo>
                  <a:pt x="800100" y="242888"/>
                </a:lnTo>
                <a:lnTo>
                  <a:pt x="795338" y="247650"/>
                </a:lnTo>
                <a:lnTo>
                  <a:pt x="790575" y="252413"/>
                </a:lnTo>
                <a:lnTo>
                  <a:pt x="795338" y="257175"/>
                </a:lnTo>
                <a:lnTo>
                  <a:pt x="800100" y="261938"/>
                </a:lnTo>
                <a:lnTo>
                  <a:pt x="795338" y="266700"/>
                </a:lnTo>
                <a:lnTo>
                  <a:pt x="790575" y="271463"/>
                </a:lnTo>
                <a:lnTo>
                  <a:pt x="790575" y="280988"/>
                </a:lnTo>
                <a:lnTo>
                  <a:pt x="790575" y="290513"/>
                </a:lnTo>
                <a:lnTo>
                  <a:pt x="785813" y="295275"/>
                </a:lnTo>
                <a:lnTo>
                  <a:pt x="781050" y="300038"/>
                </a:lnTo>
                <a:lnTo>
                  <a:pt x="781050" y="309563"/>
                </a:lnTo>
                <a:lnTo>
                  <a:pt x="781050" y="319088"/>
                </a:lnTo>
                <a:lnTo>
                  <a:pt x="776288" y="323850"/>
                </a:lnTo>
                <a:lnTo>
                  <a:pt x="771525" y="328613"/>
                </a:lnTo>
                <a:lnTo>
                  <a:pt x="771525" y="338138"/>
                </a:lnTo>
                <a:lnTo>
                  <a:pt x="766763" y="342900"/>
                </a:lnTo>
                <a:lnTo>
                  <a:pt x="762000" y="347663"/>
                </a:lnTo>
                <a:lnTo>
                  <a:pt x="762000" y="357188"/>
                </a:lnTo>
                <a:lnTo>
                  <a:pt x="757238" y="361950"/>
                </a:lnTo>
                <a:lnTo>
                  <a:pt x="752475" y="366713"/>
                </a:lnTo>
                <a:lnTo>
                  <a:pt x="752475" y="376238"/>
                </a:lnTo>
                <a:lnTo>
                  <a:pt x="747713" y="381000"/>
                </a:lnTo>
                <a:lnTo>
                  <a:pt x="742950" y="385763"/>
                </a:lnTo>
                <a:lnTo>
                  <a:pt x="742950" y="395288"/>
                </a:lnTo>
                <a:lnTo>
                  <a:pt x="742950" y="404813"/>
                </a:lnTo>
                <a:lnTo>
                  <a:pt x="738188" y="409575"/>
                </a:lnTo>
                <a:lnTo>
                  <a:pt x="733425" y="414338"/>
                </a:lnTo>
                <a:lnTo>
                  <a:pt x="733425" y="423863"/>
                </a:lnTo>
                <a:lnTo>
                  <a:pt x="728663" y="428625"/>
                </a:lnTo>
                <a:lnTo>
                  <a:pt x="723900" y="433388"/>
                </a:lnTo>
                <a:lnTo>
                  <a:pt x="719138" y="438150"/>
                </a:lnTo>
                <a:lnTo>
                  <a:pt x="714375" y="442913"/>
                </a:lnTo>
                <a:lnTo>
                  <a:pt x="714375" y="452438"/>
                </a:lnTo>
                <a:lnTo>
                  <a:pt x="709613" y="457200"/>
                </a:lnTo>
                <a:lnTo>
                  <a:pt x="704850" y="461963"/>
                </a:lnTo>
                <a:lnTo>
                  <a:pt x="704850" y="471488"/>
                </a:lnTo>
                <a:lnTo>
                  <a:pt x="700088" y="476250"/>
                </a:lnTo>
                <a:lnTo>
                  <a:pt x="695325" y="481013"/>
                </a:lnTo>
                <a:lnTo>
                  <a:pt x="695325" y="490538"/>
                </a:lnTo>
                <a:lnTo>
                  <a:pt x="690563" y="495300"/>
                </a:lnTo>
                <a:lnTo>
                  <a:pt x="685800" y="500063"/>
                </a:lnTo>
                <a:lnTo>
                  <a:pt x="681038" y="504825"/>
                </a:lnTo>
                <a:lnTo>
                  <a:pt x="676275" y="509588"/>
                </a:lnTo>
                <a:lnTo>
                  <a:pt x="676275" y="519113"/>
                </a:lnTo>
                <a:lnTo>
                  <a:pt x="671513" y="523875"/>
                </a:lnTo>
                <a:lnTo>
                  <a:pt x="666750" y="528638"/>
                </a:lnTo>
                <a:lnTo>
                  <a:pt x="666750" y="538163"/>
                </a:lnTo>
                <a:lnTo>
                  <a:pt x="661988" y="542925"/>
                </a:lnTo>
                <a:lnTo>
                  <a:pt x="657225" y="547688"/>
                </a:lnTo>
                <a:lnTo>
                  <a:pt x="652463" y="552450"/>
                </a:lnTo>
                <a:lnTo>
                  <a:pt x="647700" y="557213"/>
                </a:lnTo>
                <a:lnTo>
                  <a:pt x="647700" y="566738"/>
                </a:lnTo>
                <a:lnTo>
                  <a:pt x="642938" y="571500"/>
                </a:lnTo>
                <a:lnTo>
                  <a:pt x="638175" y="576263"/>
                </a:lnTo>
                <a:lnTo>
                  <a:pt x="633413" y="581025"/>
                </a:lnTo>
                <a:lnTo>
                  <a:pt x="628650" y="585788"/>
                </a:lnTo>
                <a:lnTo>
                  <a:pt x="628650" y="595313"/>
                </a:lnTo>
                <a:lnTo>
                  <a:pt x="623888" y="600075"/>
                </a:lnTo>
                <a:lnTo>
                  <a:pt x="619125" y="604838"/>
                </a:lnTo>
                <a:lnTo>
                  <a:pt x="614363" y="609600"/>
                </a:lnTo>
                <a:lnTo>
                  <a:pt x="609600" y="614363"/>
                </a:lnTo>
                <a:lnTo>
                  <a:pt x="604838" y="619125"/>
                </a:lnTo>
                <a:lnTo>
                  <a:pt x="600075" y="623888"/>
                </a:lnTo>
                <a:lnTo>
                  <a:pt x="600075" y="633413"/>
                </a:lnTo>
                <a:lnTo>
                  <a:pt x="595313" y="638175"/>
                </a:lnTo>
                <a:lnTo>
                  <a:pt x="590550" y="642938"/>
                </a:lnTo>
                <a:lnTo>
                  <a:pt x="585788" y="647700"/>
                </a:lnTo>
                <a:lnTo>
                  <a:pt x="581025" y="652463"/>
                </a:lnTo>
                <a:lnTo>
                  <a:pt x="576263" y="657225"/>
                </a:lnTo>
                <a:lnTo>
                  <a:pt x="571500" y="661988"/>
                </a:lnTo>
                <a:lnTo>
                  <a:pt x="571500" y="671513"/>
                </a:lnTo>
                <a:lnTo>
                  <a:pt x="566738" y="676275"/>
                </a:lnTo>
                <a:lnTo>
                  <a:pt x="561975" y="681038"/>
                </a:lnTo>
                <a:lnTo>
                  <a:pt x="557213" y="685800"/>
                </a:lnTo>
                <a:lnTo>
                  <a:pt x="552450" y="690563"/>
                </a:lnTo>
                <a:lnTo>
                  <a:pt x="547688" y="695325"/>
                </a:lnTo>
                <a:lnTo>
                  <a:pt x="542925" y="700088"/>
                </a:lnTo>
                <a:lnTo>
                  <a:pt x="538163" y="704850"/>
                </a:lnTo>
                <a:lnTo>
                  <a:pt x="533400" y="709613"/>
                </a:lnTo>
                <a:lnTo>
                  <a:pt x="528638" y="714375"/>
                </a:lnTo>
                <a:lnTo>
                  <a:pt x="523875" y="719138"/>
                </a:lnTo>
                <a:lnTo>
                  <a:pt x="523875" y="728663"/>
                </a:lnTo>
                <a:lnTo>
                  <a:pt x="519113" y="733425"/>
                </a:lnTo>
                <a:lnTo>
                  <a:pt x="514350" y="738188"/>
                </a:lnTo>
                <a:lnTo>
                  <a:pt x="509588" y="742950"/>
                </a:lnTo>
                <a:lnTo>
                  <a:pt x="504825" y="747713"/>
                </a:lnTo>
                <a:lnTo>
                  <a:pt x="500063" y="752475"/>
                </a:lnTo>
                <a:lnTo>
                  <a:pt x="495300" y="757238"/>
                </a:lnTo>
                <a:lnTo>
                  <a:pt x="490538" y="762000"/>
                </a:lnTo>
                <a:lnTo>
                  <a:pt x="485775" y="766763"/>
                </a:lnTo>
                <a:lnTo>
                  <a:pt x="481013" y="771525"/>
                </a:lnTo>
                <a:lnTo>
                  <a:pt x="476250" y="776288"/>
                </a:lnTo>
                <a:lnTo>
                  <a:pt x="471488" y="781050"/>
                </a:lnTo>
                <a:lnTo>
                  <a:pt x="466725" y="785813"/>
                </a:lnTo>
                <a:lnTo>
                  <a:pt x="461963" y="790575"/>
                </a:lnTo>
                <a:lnTo>
                  <a:pt x="457200" y="795338"/>
                </a:lnTo>
                <a:lnTo>
                  <a:pt x="452438" y="800100"/>
                </a:lnTo>
                <a:lnTo>
                  <a:pt x="447675" y="804863"/>
                </a:lnTo>
                <a:lnTo>
                  <a:pt x="442913" y="809625"/>
                </a:lnTo>
                <a:lnTo>
                  <a:pt x="438150" y="814388"/>
                </a:lnTo>
                <a:lnTo>
                  <a:pt x="433388" y="819150"/>
                </a:lnTo>
                <a:lnTo>
                  <a:pt x="428625" y="823913"/>
                </a:lnTo>
                <a:lnTo>
                  <a:pt x="423863" y="828675"/>
                </a:lnTo>
                <a:lnTo>
                  <a:pt x="414338" y="828675"/>
                </a:lnTo>
                <a:lnTo>
                  <a:pt x="409575" y="833438"/>
                </a:lnTo>
                <a:lnTo>
                  <a:pt x="404813" y="838200"/>
                </a:lnTo>
                <a:lnTo>
                  <a:pt x="400050" y="842963"/>
                </a:lnTo>
                <a:lnTo>
                  <a:pt x="395288" y="847725"/>
                </a:lnTo>
                <a:lnTo>
                  <a:pt x="390525" y="852488"/>
                </a:lnTo>
                <a:lnTo>
                  <a:pt x="385763" y="857250"/>
                </a:lnTo>
                <a:lnTo>
                  <a:pt x="381000" y="862013"/>
                </a:lnTo>
                <a:lnTo>
                  <a:pt x="376238" y="866775"/>
                </a:lnTo>
                <a:lnTo>
                  <a:pt x="371475" y="871538"/>
                </a:lnTo>
                <a:lnTo>
                  <a:pt x="366713" y="876300"/>
                </a:lnTo>
                <a:lnTo>
                  <a:pt x="357188" y="876300"/>
                </a:lnTo>
                <a:lnTo>
                  <a:pt x="352425" y="881063"/>
                </a:lnTo>
                <a:lnTo>
                  <a:pt x="347663" y="885825"/>
                </a:lnTo>
                <a:lnTo>
                  <a:pt x="342900" y="890588"/>
                </a:lnTo>
                <a:lnTo>
                  <a:pt x="338138" y="895350"/>
                </a:lnTo>
                <a:lnTo>
                  <a:pt x="328613" y="895350"/>
                </a:lnTo>
                <a:lnTo>
                  <a:pt x="323850" y="890588"/>
                </a:lnTo>
                <a:lnTo>
                  <a:pt x="319088" y="885825"/>
                </a:lnTo>
                <a:lnTo>
                  <a:pt x="309563" y="885825"/>
                </a:lnTo>
                <a:lnTo>
                  <a:pt x="300038" y="885825"/>
                </a:lnTo>
                <a:lnTo>
                  <a:pt x="290513" y="885825"/>
                </a:lnTo>
                <a:lnTo>
                  <a:pt x="285750" y="881063"/>
                </a:lnTo>
                <a:lnTo>
                  <a:pt x="280988" y="876300"/>
                </a:lnTo>
                <a:lnTo>
                  <a:pt x="271463" y="876300"/>
                </a:lnTo>
                <a:lnTo>
                  <a:pt x="261938" y="876300"/>
                </a:lnTo>
                <a:lnTo>
                  <a:pt x="252413" y="876300"/>
                </a:lnTo>
                <a:lnTo>
                  <a:pt x="242888" y="876300"/>
                </a:lnTo>
                <a:lnTo>
                  <a:pt x="238125" y="871538"/>
                </a:lnTo>
                <a:lnTo>
                  <a:pt x="233363" y="866775"/>
                </a:lnTo>
                <a:lnTo>
                  <a:pt x="223838" y="866775"/>
                </a:lnTo>
                <a:lnTo>
                  <a:pt x="214313" y="866775"/>
                </a:lnTo>
                <a:lnTo>
                  <a:pt x="209550" y="862013"/>
                </a:lnTo>
                <a:lnTo>
                  <a:pt x="204788" y="857250"/>
                </a:lnTo>
                <a:lnTo>
                  <a:pt x="200025" y="852488"/>
                </a:lnTo>
                <a:lnTo>
                  <a:pt x="195263" y="847725"/>
                </a:lnTo>
                <a:lnTo>
                  <a:pt x="185738" y="847725"/>
                </a:lnTo>
                <a:lnTo>
                  <a:pt x="180975" y="842963"/>
                </a:lnTo>
                <a:lnTo>
                  <a:pt x="176213" y="838200"/>
                </a:lnTo>
                <a:lnTo>
                  <a:pt x="171450" y="833438"/>
                </a:lnTo>
                <a:lnTo>
                  <a:pt x="166688" y="828675"/>
                </a:lnTo>
                <a:lnTo>
                  <a:pt x="157163" y="828675"/>
                </a:lnTo>
                <a:lnTo>
                  <a:pt x="152400" y="823913"/>
                </a:lnTo>
                <a:lnTo>
                  <a:pt x="147638" y="819150"/>
                </a:lnTo>
                <a:lnTo>
                  <a:pt x="138113" y="819150"/>
                </a:lnTo>
                <a:lnTo>
                  <a:pt x="133350" y="814388"/>
                </a:lnTo>
                <a:lnTo>
                  <a:pt x="128588" y="809625"/>
                </a:lnTo>
                <a:lnTo>
                  <a:pt x="119063" y="809625"/>
                </a:lnTo>
                <a:lnTo>
                  <a:pt x="114300" y="804863"/>
                </a:lnTo>
                <a:lnTo>
                  <a:pt x="109538" y="800100"/>
                </a:lnTo>
                <a:lnTo>
                  <a:pt x="104775" y="795338"/>
                </a:lnTo>
                <a:lnTo>
                  <a:pt x="100013" y="790575"/>
                </a:lnTo>
                <a:lnTo>
                  <a:pt x="95250" y="785813"/>
                </a:lnTo>
                <a:lnTo>
                  <a:pt x="90488" y="781050"/>
                </a:lnTo>
                <a:lnTo>
                  <a:pt x="85725" y="776288"/>
                </a:lnTo>
                <a:lnTo>
                  <a:pt x="85725" y="766763"/>
                </a:lnTo>
                <a:lnTo>
                  <a:pt x="80963" y="762000"/>
                </a:lnTo>
                <a:lnTo>
                  <a:pt x="76200" y="757238"/>
                </a:lnTo>
                <a:lnTo>
                  <a:pt x="71438" y="752475"/>
                </a:lnTo>
                <a:lnTo>
                  <a:pt x="66675" y="747713"/>
                </a:lnTo>
                <a:lnTo>
                  <a:pt x="66675" y="738188"/>
                </a:lnTo>
                <a:lnTo>
                  <a:pt x="61913" y="733425"/>
                </a:lnTo>
                <a:lnTo>
                  <a:pt x="57150" y="728663"/>
                </a:lnTo>
                <a:lnTo>
                  <a:pt x="52388" y="723900"/>
                </a:lnTo>
                <a:lnTo>
                  <a:pt x="42863" y="723900"/>
                </a:lnTo>
                <a:lnTo>
                  <a:pt x="38100" y="719138"/>
                </a:lnTo>
                <a:lnTo>
                  <a:pt x="38100" y="709613"/>
                </a:lnTo>
                <a:lnTo>
                  <a:pt x="33338" y="704850"/>
                </a:lnTo>
                <a:lnTo>
                  <a:pt x="28575" y="700088"/>
                </a:lnTo>
                <a:lnTo>
                  <a:pt x="28575" y="690563"/>
                </a:lnTo>
                <a:lnTo>
                  <a:pt x="23813" y="685800"/>
                </a:lnTo>
                <a:lnTo>
                  <a:pt x="19050" y="681038"/>
                </a:lnTo>
                <a:lnTo>
                  <a:pt x="19050" y="671513"/>
                </a:lnTo>
                <a:lnTo>
                  <a:pt x="14288" y="666750"/>
                </a:lnTo>
                <a:lnTo>
                  <a:pt x="9525" y="661988"/>
                </a:lnTo>
                <a:lnTo>
                  <a:pt x="9525" y="652463"/>
                </a:lnTo>
                <a:lnTo>
                  <a:pt x="4763" y="647700"/>
                </a:lnTo>
                <a:lnTo>
                  <a:pt x="0" y="642938"/>
                </a:lnTo>
                <a:lnTo>
                  <a:pt x="0" y="633413"/>
                </a:lnTo>
                <a:lnTo>
                  <a:pt x="0" y="623888"/>
                </a:lnTo>
                <a:lnTo>
                  <a:pt x="0" y="614363"/>
                </a:lnTo>
                <a:lnTo>
                  <a:pt x="0" y="604838"/>
                </a:lnTo>
                <a:lnTo>
                  <a:pt x="4763" y="600075"/>
                </a:lnTo>
                <a:lnTo>
                  <a:pt x="9525" y="595313"/>
                </a:lnTo>
                <a:lnTo>
                  <a:pt x="9525" y="585788"/>
                </a:lnTo>
                <a:lnTo>
                  <a:pt x="14288" y="581025"/>
                </a:lnTo>
                <a:lnTo>
                  <a:pt x="19050" y="576263"/>
                </a:lnTo>
                <a:lnTo>
                  <a:pt x="19050" y="566738"/>
                </a:lnTo>
                <a:lnTo>
                  <a:pt x="19050" y="557213"/>
                </a:lnTo>
                <a:lnTo>
                  <a:pt x="23813" y="552450"/>
                </a:lnTo>
                <a:lnTo>
                  <a:pt x="28575" y="547688"/>
                </a:lnTo>
                <a:lnTo>
                  <a:pt x="28575" y="538163"/>
                </a:lnTo>
                <a:lnTo>
                  <a:pt x="33338" y="533400"/>
                </a:lnTo>
                <a:lnTo>
                  <a:pt x="38100" y="528638"/>
                </a:lnTo>
                <a:lnTo>
                  <a:pt x="38100" y="519113"/>
                </a:lnTo>
                <a:lnTo>
                  <a:pt x="38100" y="509588"/>
                </a:lnTo>
                <a:lnTo>
                  <a:pt x="42863" y="504825"/>
                </a:lnTo>
                <a:lnTo>
                  <a:pt x="47625" y="500063"/>
                </a:lnTo>
                <a:lnTo>
                  <a:pt x="47625" y="490538"/>
                </a:lnTo>
                <a:lnTo>
                  <a:pt x="52388" y="485775"/>
                </a:lnTo>
                <a:lnTo>
                  <a:pt x="57150" y="481013"/>
                </a:lnTo>
                <a:lnTo>
                  <a:pt x="57150" y="471488"/>
                </a:lnTo>
                <a:lnTo>
                  <a:pt x="61913" y="466725"/>
                </a:lnTo>
                <a:lnTo>
                  <a:pt x="66675" y="461963"/>
                </a:lnTo>
                <a:lnTo>
                  <a:pt x="66675" y="452438"/>
                </a:lnTo>
                <a:lnTo>
                  <a:pt x="71438" y="447675"/>
                </a:lnTo>
                <a:lnTo>
                  <a:pt x="76200" y="442913"/>
                </a:lnTo>
                <a:lnTo>
                  <a:pt x="76200" y="433388"/>
                </a:lnTo>
                <a:lnTo>
                  <a:pt x="80963" y="428625"/>
                </a:lnTo>
                <a:lnTo>
                  <a:pt x="85725" y="423863"/>
                </a:lnTo>
                <a:lnTo>
                  <a:pt x="85725" y="414338"/>
                </a:lnTo>
                <a:lnTo>
                  <a:pt x="90488" y="409575"/>
                </a:lnTo>
                <a:lnTo>
                  <a:pt x="95250" y="404813"/>
                </a:lnTo>
                <a:lnTo>
                  <a:pt x="100013" y="400050"/>
                </a:lnTo>
                <a:lnTo>
                  <a:pt x="104775" y="395288"/>
                </a:lnTo>
                <a:lnTo>
                  <a:pt x="104775" y="385763"/>
                </a:lnTo>
                <a:lnTo>
                  <a:pt x="109538" y="381000"/>
                </a:lnTo>
                <a:lnTo>
                  <a:pt x="114300" y="376238"/>
                </a:lnTo>
                <a:lnTo>
                  <a:pt x="114300" y="366713"/>
                </a:lnTo>
                <a:lnTo>
                  <a:pt x="119063" y="361950"/>
                </a:lnTo>
                <a:lnTo>
                  <a:pt x="123825" y="357188"/>
                </a:lnTo>
                <a:lnTo>
                  <a:pt x="123825" y="347663"/>
                </a:lnTo>
                <a:lnTo>
                  <a:pt x="128588" y="342900"/>
                </a:lnTo>
                <a:lnTo>
                  <a:pt x="133350" y="338138"/>
                </a:lnTo>
                <a:lnTo>
                  <a:pt x="138113" y="333375"/>
                </a:lnTo>
                <a:lnTo>
                  <a:pt x="142875" y="328613"/>
                </a:lnTo>
                <a:lnTo>
                  <a:pt x="142875" y="319088"/>
                </a:lnTo>
                <a:lnTo>
                  <a:pt x="147638" y="314325"/>
                </a:lnTo>
                <a:lnTo>
                  <a:pt x="152400" y="309563"/>
                </a:lnTo>
                <a:lnTo>
                  <a:pt x="157163" y="304800"/>
                </a:lnTo>
                <a:lnTo>
                  <a:pt x="161925" y="300038"/>
                </a:lnTo>
                <a:lnTo>
                  <a:pt x="161925" y="290513"/>
                </a:lnTo>
                <a:lnTo>
                  <a:pt x="166688" y="285750"/>
                </a:lnTo>
                <a:lnTo>
                  <a:pt x="171450" y="280988"/>
                </a:lnTo>
                <a:lnTo>
                  <a:pt x="176213" y="276225"/>
                </a:lnTo>
                <a:lnTo>
                  <a:pt x="180975" y="271463"/>
                </a:lnTo>
                <a:lnTo>
                  <a:pt x="185738" y="266700"/>
                </a:lnTo>
                <a:lnTo>
                  <a:pt x="190500" y="261938"/>
                </a:lnTo>
                <a:lnTo>
                  <a:pt x="190500" y="252413"/>
                </a:lnTo>
                <a:lnTo>
                  <a:pt x="195263" y="247650"/>
                </a:lnTo>
                <a:lnTo>
                  <a:pt x="200025" y="242888"/>
                </a:lnTo>
                <a:lnTo>
                  <a:pt x="204788" y="238125"/>
                </a:lnTo>
                <a:lnTo>
                  <a:pt x="209550" y="233363"/>
                </a:lnTo>
                <a:lnTo>
                  <a:pt x="214313" y="228600"/>
                </a:lnTo>
                <a:lnTo>
                  <a:pt x="219075" y="223838"/>
                </a:lnTo>
                <a:lnTo>
                  <a:pt x="219075" y="214313"/>
                </a:lnTo>
                <a:lnTo>
                  <a:pt x="223838" y="209550"/>
                </a:lnTo>
                <a:lnTo>
                  <a:pt x="228600" y="204788"/>
                </a:lnTo>
                <a:lnTo>
                  <a:pt x="233363" y="200025"/>
                </a:lnTo>
                <a:lnTo>
                  <a:pt x="238125" y="195263"/>
                </a:lnTo>
                <a:lnTo>
                  <a:pt x="242888" y="190500"/>
                </a:lnTo>
                <a:lnTo>
                  <a:pt x="247650" y="185738"/>
                </a:lnTo>
                <a:lnTo>
                  <a:pt x="252413" y="180975"/>
                </a:lnTo>
                <a:lnTo>
                  <a:pt x="257175" y="176213"/>
                </a:lnTo>
                <a:lnTo>
                  <a:pt x="261938" y="171450"/>
                </a:lnTo>
                <a:lnTo>
                  <a:pt x="266700" y="166688"/>
                </a:lnTo>
                <a:lnTo>
                  <a:pt x="266700" y="157163"/>
                </a:lnTo>
                <a:lnTo>
                  <a:pt x="271463" y="152400"/>
                </a:lnTo>
                <a:lnTo>
                  <a:pt x="276225" y="147638"/>
                </a:lnTo>
                <a:lnTo>
                  <a:pt x="280988" y="142875"/>
                </a:lnTo>
                <a:lnTo>
                  <a:pt x="285750" y="138113"/>
                </a:lnTo>
                <a:lnTo>
                  <a:pt x="290513" y="133350"/>
                </a:lnTo>
                <a:lnTo>
                  <a:pt x="295275" y="128588"/>
                </a:lnTo>
                <a:lnTo>
                  <a:pt x="300038" y="123825"/>
                </a:lnTo>
                <a:lnTo>
                  <a:pt x="304800" y="119063"/>
                </a:lnTo>
                <a:lnTo>
                  <a:pt x="309563" y="114300"/>
                </a:lnTo>
                <a:lnTo>
                  <a:pt x="314325" y="109538"/>
                </a:lnTo>
                <a:lnTo>
                  <a:pt x="319088" y="104775"/>
                </a:lnTo>
                <a:lnTo>
                  <a:pt x="323850" y="100013"/>
                </a:lnTo>
                <a:lnTo>
                  <a:pt x="328613" y="95250"/>
                </a:lnTo>
                <a:lnTo>
                  <a:pt x="333375" y="90488"/>
                </a:lnTo>
                <a:lnTo>
                  <a:pt x="338138" y="85725"/>
                </a:lnTo>
                <a:lnTo>
                  <a:pt x="342900" y="80963"/>
                </a:lnTo>
                <a:lnTo>
                  <a:pt x="347663" y="76200"/>
                </a:lnTo>
                <a:lnTo>
                  <a:pt x="352425" y="71438"/>
                </a:lnTo>
                <a:lnTo>
                  <a:pt x="357188" y="66675"/>
                </a:lnTo>
                <a:lnTo>
                  <a:pt x="361950" y="61913"/>
                </a:lnTo>
                <a:lnTo>
                  <a:pt x="366713" y="57150"/>
                </a:lnTo>
                <a:lnTo>
                  <a:pt x="371475" y="52388"/>
                </a:lnTo>
                <a:lnTo>
                  <a:pt x="376238" y="47625"/>
                </a:lnTo>
                <a:lnTo>
                  <a:pt x="381000" y="42863"/>
                </a:lnTo>
                <a:lnTo>
                  <a:pt x="385763" y="38100"/>
                </a:lnTo>
                <a:lnTo>
                  <a:pt x="390525" y="33338"/>
                </a:lnTo>
                <a:lnTo>
                  <a:pt x="395288" y="28575"/>
                </a:lnTo>
                <a:lnTo>
                  <a:pt x="404813" y="28575"/>
                </a:lnTo>
                <a:lnTo>
                  <a:pt x="409575" y="23813"/>
                </a:lnTo>
                <a:lnTo>
                  <a:pt x="414338" y="19050"/>
                </a:lnTo>
                <a:lnTo>
                  <a:pt x="423863" y="19050"/>
                </a:lnTo>
                <a:lnTo>
                  <a:pt x="428625" y="14288"/>
                </a:lnTo>
                <a:lnTo>
                  <a:pt x="428625" y="4763"/>
                </a:lnTo>
                <a:close/>
              </a:path>
            </a:pathLst>
          </a:custGeom>
          <a:solidFill xmlns:a="http://schemas.openxmlformats.org/drawingml/2006/main">
            <a:srgbClr val="CECECE"/>
          </a:solidFill>
          <a:ln xmlns:a="http://schemas.openxmlformats.org/drawingml/2006/main" w="0">
            <a:noFill/>
            <a:prstDash val="solid"/>
          </a:ln>
        </p:spPr>
      </p:sp>
      <p:sp>
        <p:nvSpPr>
          <p:cNvPr id="316" name="deep-skill-chaining-source-component-5-gradient-208-0">
            <a:extLst xmlns:a="http://schemas.openxmlformats.org/drawingml/2006/main">
              <a:ext uri="{FF2B5EF4-FFF2-40B4-BE49-F238E27FC236}">
                <a16:creationId xmlns:a16="http://schemas.microsoft.com/office/drawing/2014/main" id="{63D27BC9-340E-4FDE-8DCB-DF40BC708DA4}"/>
              </a:ext>
            </a:extLst>
          </p:cNvPr>
          <p:cNvSpPr>
            <a:spLocks xmlns:a="http://schemas.openxmlformats.org/drawingml/2006/main" noGrp="1"/>
          </p:cNvSpPr>
          <p:nvPr/>
        </p:nvSpPr>
        <p:spPr>
          <a:xfrm xmlns:a="http://schemas.openxmlformats.org/drawingml/2006/main" rot="0">
            <a:off x="8429625" y="2438400"/>
            <a:ext cx="790575" cy="847725"/>
          </a:xfrm>
          <a:custGeom xmlns:a="http://schemas.openxmlformats.org/drawingml/2006/main">
            <a:pathLst>
              <a:path w="790575" h="847725">
                <a:moveTo>
                  <a:pt x="390525" y="4763"/>
                </a:move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4825" y="4763"/>
                </a:lnTo>
                <a:lnTo>
                  <a:pt x="509588" y="9525"/>
                </a:lnTo>
                <a:lnTo>
                  <a:pt x="519113" y="9525"/>
                </a:lnTo>
                <a:lnTo>
                  <a:pt x="523875" y="14288"/>
                </a:lnTo>
                <a:lnTo>
                  <a:pt x="528638" y="19050"/>
                </a:lnTo>
                <a:lnTo>
                  <a:pt x="538163" y="19050"/>
                </a:lnTo>
                <a:lnTo>
                  <a:pt x="547688" y="19050"/>
                </a:lnTo>
                <a:lnTo>
                  <a:pt x="557213" y="19050"/>
                </a:lnTo>
                <a:lnTo>
                  <a:pt x="561975" y="23813"/>
                </a:lnTo>
                <a:lnTo>
                  <a:pt x="566738" y="28575"/>
                </a:lnTo>
                <a:lnTo>
                  <a:pt x="576263" y="28575"/>
                </a:lnTo>
                <a:lnTo>
                  <a:pt x="585788" y="28575"/>
                </a:lnTo>
                <a:lnTo>
                  <a:pt x="590550" y="33338"/>
                </a:lnTo>
                <a:lnTo>
                  <a:pt x="595313" y="38100"/>
                </a:lnTo>
                <a:lnTo>
                  <a:pt x="600075" y="42863"/>
                </a:lnTo>
                <a:lnTo>
                  <a:pt x="604838" y="47625"/>
                </a:lnTo>
                <a:lnTo>
                  <a:pt x="614363" y="47625"/>
                </a:lnTo>
                <a:lnTo>
                  <a:pt x="619125" y="52388"/>
                </a:lnTo>
                <a:lnTo>
                  <a:pt x="623888" y="57150"/>
                </a:lnTo>
                <a:lnTo>
                  <a:pt x="628650" y="61913"/>
                </a:lnTo>
                <a:lnTo>
                  <a:pt x="633413" y="66675"/>
                </a:lnTo>
                <a:lnTo>
                  <a:pt x="638175" y="71438"/>
                </a:lnTo>
                <a:lnTo>
                  <a:pt x="642938" y="76200"/>
                </a:lnTo>
                <a:lnTo>
                  <a:pt x="652463" y="76200"/>
                </a:lnTo>
                <a:lnTo>
                  <a:pt x="657225" y="80963"/>
                </a:lnTo>
                <a:lnTo>
                  <a:pt x="661988" y="85725"/>
                </a:lnTo>
                <a:lnTo>
                  <a:pt x="671513" y="85725"/>
                </a:lnTo>
                <a:lnTo>
                  <a:pt x="676275" y="90488"/>
                </a:lnTo>
                <a:lnTo>
                  <a:pt x="681038" y="95250"/>
                </a:lnTo>
                <a:lnTo>
                  <a:pt x="685800" y="100013"/>
                </a:lnTo>
                <a:lnTo>
                  <a:pt x="690563" y="104775"/>
                </a:lnTo>
                <a:lnTo>
                  <a:pt x="695325" y="109538"/>
                </a:lnTo>
                <a:lnTo>
                  <a:pt x="700088" y="114300"/>
                </a:lnTo>
                <a:lnTo>
                  <a:pt x="704850" y="119063"/>
                </a:lnTo>
                <a:lnTo>
                  <a:pt x="704850" y="128588"/>
                </a:lnTo>
                <a:lnTo>
                  <a:pt x="709613" y="133350"/>
                </a:lnTo>
                <a:lnTo>
                  <a:pt x="714375" y="138113"/>
                </a:lnTo>
                <a:lnTo>
                  <a:pt x="714375" y="147638"/>
                </a:lnTo>
                <a:lnTo>
                  <a:pt x="719138" y="152400"/>
                </a:lnTo>
                <a:lnTo>
                  <a:pt x="723900" y="157163"/>
                </a:lnTo>
                <a:lnTo>
                  <a:pt x="728663" y="161925"/>
                </a:lnTo>
                <a:lnTo>
                  <a:pt x="733425" y="166688"/>
                </a:lnTo>
                <a:lnTo>
                  <a:pt x="738188" y="171450"/>
                </a:lnTo>
                <a:lnTo>
                  <a:pt x="742950" y="176213"/>
                </a:lnTo>
                <a:lnTo>
                  <a:pt x="742950" y="185738"/>
                </a:lnTo>
                <a:lnTo>
                  <a:pt x="747713" y="190500"/>
                </a:lnTo>
                <a:lnTo>
                  <a:pt x="757238" y="190500"/>
                </a:lnTo>
                <a:lnTo>
                  <a:pt x="762000" y="195263"/>
                </a:lnTo>
                <a:lnTo>
                  <a:pt x="766763" y="200025"/>
                </a:lnTo>
                <a:lnTo>
                  <a:pt x="771525" y="204788"/>
                </a:lnTo>
                <a:lnTo>
                  <a:pt x="776288" y="209550"/>
                </a:lnTo>
                <a:lnTo>
                  <a:pt x="781050" y="214313"/>
                </a:lnTo>
                <a:lnTo>
                  <a:pt x="781050" y="223838"/>
                </a:lnTo>
                <a:lnTo>
                  <a:pt x="785813" y="228600"/>
                </a:lnTo>
                <a:lnTo>
                  <a:pt x="790575" y="233363"/>
                </a:lnTo>
                <a:lnTo>
                  <a:pt x="790575" y="242888"/>
                </a:lnTo>
                <a:lnTo>
                  <a:pt x="785813" y="247650"/>
                </a:lnTo>
                <a:lnTo>
                  <a:pt x="781050" y="252413"/>
                </a:lnTo>
                <a:lnTo>
                  <a:pt x="785813" y="257175"/>
                </a:lnTo>
                <a:lnTo>
                  <a:pt x="790575" y="261938"/>
                </a:lnTo>
                <a:lnTo>
                  <a:pt x="785813" y="266700"/>
                </a:lnTo>
                <a:lnTo>
                  <a:pt x="781050" y="271463"/>
                </a:lnTo>
                <a:lnTo>
                  <a:pt x="781050" y="280988"/>
                </a:lnTo>
                <a:lnTo>
                  <a:pt x="781050" y="290513"/>
                </a:lnTo>
                <a:lnTo>
                  <a:pt x="776288" y="295275"/>
                </a:lnTo>
                <a:lnTo>
                  <a:pt x="771525" y="300038"/>
                </a:lnTo>
                <a:lnTo>
                  <a:pt x="771525" y="309563"/>
                </a:lnTo>
                <a:lnTo>
                  <a:pt x="766763" y="314325"/>
                </a:lnTo>
                <a:lnTo>
                  <a:pt x="762000" y="319088"/>
                </a:lnTo>
                <a:lnTo>
                  <a:pt x="762000" y="328613"/>
                </a:lnTo>
                <a:lnTo>
                  <a:pt x="757238" y="333375"/>
                </a:lnTo>
                <a:lnTo>
                  <a:pt x="752475" y="338138"/>
                </a:lnTo>
                <a:lnTo>
                  <a:pt x="752475" y="347663"/>
                </a:lnTo>
                <a:lnTo>
                  <a:pt x="747713" y="352425"/>
                </a:lnTo>
                <a:lnTo>
                  <a:pt x="742950" y="357188"/>
                </a:lnTo>
                <a:lnTo>
                  <a:pt x="742950" y="366713"/>
                </a:lnTo>
                <a:lnTo>
                  <a:pt x="742950" y="376238"/>
                </a:lnTo>
                <a:lnTo>
                  <a:pt x="738188" y="381000"/>
                </a:lnTo>
                <a:lnTo>
                  <a:pt x="733425" y="385763"/>
                </a:lnTo>
                <a:lnTo>
                  <a:pt x="733425" y="395288"/>
                </a:lnTo>
                <a:lnTo>
                  <a:pt x="728663" y="400050"/>
                </a:lnTo>
                <a:lnTo>
                  <a:pt x="723900" y="404813"/>
                </a:lnTo>
                <a:lnTo>
                  <a:pt x="719138" y="409575"/>
                </a:lnTo>
                <a:lnTo>
                  <a:pt x="714375" y="414338"/>
                </a:lnTo>
                <a:lnTo>
                  <a:pt x="714375" y="423863"/>
                </a:lnTo>
                <a:lnTo>
                  <a:pt x="709613" y="428625"/>
                </a:lnTo>
                <a:lnTo>
                  <a:pt x="704850" y="433388"/>
                </a:lnTo>
                <a:lnTo>
                  <a:pt x="704850" y="442913"/>
                </a:lnTo>
                <a:lnTo>
                  <a:pt x="700088" y="447675"/>
                </a:lnTo>
                <a:lnTo>
                  <a:pt x="695325" y="452438"/>
                </a:lnTo>
                <a:lnTo>
                  <a:pt x="695325" y="461963"/>
                </a:lnTo>
                <a:lnTo>
                  <a:pt x="690563" y="466725"/>
                </a:lnTo>
                <a:lnTo>
                  <a:pt x="685800" y="471488"/>
                </a:lnTo>
                <a:lnTo>
                  <a:pt x="681038" y="476250"/>
                </a:lnTo>
                <a:lnTo>
                  <a:pt x="676275" y="481013"/>
                </a:lnTo>
                <a:lnTo>
                  <a:pt x="676275" y="490538"/>
                </a:lnTo>
                <a:lnTo>
                  <a:pt x="671513" y="495300"/>
                </a:lnTo>
                <a:lnTo>
                  <a:pt x="666750" y="500063"/>
                </a:lnTo>
                <a:lnTo>
                  <a:pt x="666750" y="509588"/>
                </a:lnTo>
                <a:lnTo>
                  <a:pt x="661988" y="514350"/>
                </a:lnTo>
                <a:lnTo>
                  <a:pt x="657225" y="519113"/>
                </a:lnTo>
                <a:lnTo>
                  <a:pt x="652463" y="523875"/>
                </a:lnTo>
                <a:lnTo>
                  <a:pt x="647700" y="528638"/>
                </a:lnTo>
                <a:lnTo>
                  <a:pt x="647700" y="538163"/>
                </a:lnTo>
                <a:lnTo>
                  <a:pt x="642938" y="542925"/>
                </a:lnTo>
                <a:lnTo>
                  <a:pt x="638175" y="547688"/>
                </a:lnTo>
                <a:lnTo>
                  <a:pt x="633413" y="552450"/>
                </a:lnTo>
                <a:lnTo>
                  <a:pt x="628650" y="557213"/>
                </a:lnTo>
                <a:lnTo>
                  <a:pt x="628650" y="566738"/>
                </a:lnTo>
                <a:lnTo>
                  <a:pt x="623888" y="571500"/>
                </a:lnTo>
                <a:lnTo>
                  <a:pt x="619125" y="576263"/>
                </a:lnTo>
                <a:lnTo>
                  <a:pt x="614363" y="581025"/>
                </a:lnTo>
                <a:lnTo>
                  <a:pt x="609600" y="585788"/>
                </a:lnTo>
                <a:lnTo>
                  <a:pt x="604838" y="590550"/>
                </a:lnTo>
                <a:lnTo>
                  <a:pt x="600075" y="595313"/>
                </a:lnTo>
                <a:lnTo>
                  <a:pt x="600075" y="604838"/>
                </a:lnTo>
                <a:lnTo>
                  <a:pt x="595313" y="609600"/>
                </a:lnTo>
                <a:lnTo>
                  <a:pt x="590550" y="614363"/>
                </a:lnTo>
                <a:lnTo>
                  <a:pt x="585788" y="619125"/>
                </a:lnTo>
                <a:lnTo>
                  <a:pt x="581025" y="623888"/>
                </a:lnTo>
                <a:lnTo>
                  <a:pt x="576263" y="628650"/>
                </a:lnTo>
                <a:lnTo>
                  <a:pt x="571500" y="633413"/>
                </a:lnTo>
                <a:lnTo>
                  <a:pt x="571500" y="642938"/>
                </a:lnTo>
                <a:lnTo>
                  <a:pt x="566738" y="647700"/>
                </a:lnTo>
                <a:lnTo>
                  <a:pt x="561975" y="652463"/>
                </a:lnTo>
                <a:lnTo>
                  <a:pt x="557213" y="657225"/>
                </a:lnTo>
                <a:lnTo>
                  <a:pt x="552450" y="661988"/>
                </a:lnTo>
                <a:lnTo>
                  <a:pt x="547688" y="666750"/>
                </a:lnTo>
                <a:lnTo>
                  <a:pt x="542925" y="671513"/>
                </a:lnTo>
                <a:lnTo>
                  <a:pt x="538163" y="676275"/>
                </a:lnTo>
                <a:lnTo>
                  <a:pt x="533400" y="681038"/>
                </a:lnTo>
                <a:lnTo>
                  <a:pt x="528638" y="685800"/>
                </a:lnTo>
                <a:lnTo>
                  <a:pt x="523875" y="690563"/>
                </a:lnTo>
                <a:lnTo>
                  <a:pt x="523875" y="700088"/>
                </a:lnTo>
                <a:lnTo>
                  <a:pt x="519113" y="704850"/>
                </a:lnTo>
                <a:lnTo>
                  <a:pt x="514350" y="709613"/>
                </a:lnTo>
                <a:lnTo>
                  <a:pt x="509588" y="714375"/>
                </a:lnTo>
                <a:lnTo>
                  <a:pt x="504825" y="719138"/>
                </a:lnTo>
                <a:lnTo>
                  <a:pt x="500063" y="723900"/>
                </a:lnTo>
                <a:lnTo>
                  <a:pt x="495300" y="728663"/>
                </a:lnTo>
                <a:lnTo>
                  <a:pt x="490538" y="733425"/>
                </a:lnTo>
                <a:lnTo>
                  <a:pt x="485775" y="738188"/>
                </a:lnTo>
                <a:lnTo>
                  <a:pt x="481013" y="742950"/>
                </a:lnTo>
                <a:lnTo>
                  <a:pt x="476250" y="747713"/>
                </a:lnTo>
                <a:lnTo>
                  <a:pt x="471488" y="752475"/>
                </a:lnTo>
                <a:lnTo>
                  <a:pt x="466725" y="757238"/>
                </a:lnTo>
                <a:lnTo>
                  <a:pt x="461963" y="762000"/>
                </a:lnTo>
                <a:lnTo>
                  <a:pt x="457200" y="766763"/>
                </a:lnTo>
                <a:lnTo>
                  <a:pt x="452438" y="771525"/>
                </a:lnTo>
                <a:lnTo>
                  <a:pt x="447675" y="776288"/>
                </a:lnTo>
                <a:lnTo>
                  <a:pt x="442913" y="781050"/>
                </a:lnTo>
                <a:lnTo>
                  <a:pt x="438150" y="785813"/>
                </a:lnTo>
                <a:lnTo>
                  <a:pt x="433388" y="790575"/>
                </a:lnTo>
                <a:lnTo>
                  <a:pt x="428625" y="795338"/>
                </a:lnTo>
                <a:lnTo>
                  <a:pt x="423863" y="800100"/>
                </a:lnTo>
                <a:lnTo>
                  <a:pt x="414338" y="800100"/>
                </a:lnTo>
                <a:lnTo>
                  <a:pt x="409575" y="804863"/>
                </a:lnTo>
                <a:lnTo>
                  <a:pt x="404813" y="809625"/>
                </a:lnTo>
                <a:lnTo>
                  <a:pt x="400050" y="814388"/>
                </a:lnTo>
                <a:lnTo>
                  <a:pt x="395288" y="819150"/>
                </a:lnTo>
                <a:lnTo>
                  <a:pt x="390525" y="823913"/>
                </a:lnTo>
                <a:lnTo>
                  <a:pt x="385763" y="828675"/>
                </a:lnTo>
                <a:lnTo>
                  <a:pt x="381000" y="833438"/>
                </a:lnTo>
                <a:lnTo>
                  <a:pt x="376238" y="838200"/>
                </a:lnTo>
                <a:lnTo>
                  <a:pt x="371475" y="842963"/>
                </a:lnTo>
                <a:lnTo>
                  <a:pt x="366713" y="847725"/>
                </a:lnTo>
                <a:lnTo>
                  <a:pt x="357188" y="847725"/>
                </a:lnTo>
                <a:lnTo>
                  <a:pt x="347663" y="847725"/>
                </a:lnTo>
                <a:lnTo>
                  <a:pt x="338138" y="847725"/>
                </a:lnTo>
                <a:lnTo>
                  <a:pt x="328613" y="847725"/>
                </a:lnTo>
                <a:lnTo>
                  <a:pt x="323850" y="842963"/>
                </a:lnTo>
                <a:lnTo>
                  <a:pt x="319088" y="838200"/>
                </a:lnTo>
                <a:lnTo>
                  <a:pt x="309563" y="838200"/>
                </a:lnTo>
                <a:lnTo>
                  <a:pt x="300038" y="838200"/>
                </a:lnTo>
                <a:lnTo>
                  <a:pt x="290513" y="838200"/>
                </a:lnTo>
                <a:lnTo>
                  <a:pt x="280988" y="838200"/>
                </a:lnTo>
                <a:lnTo>
                  <a:pt x="271463" y="838200"/>
                </a:lnTo>
                <a:lnTo>
                  <a:pt x="266700" y="833438"/>
                </a:lnTo>
                <a:lnTo>
                  <a:pt x="261938" y="828675"/>
                </a:lnTo>
                <a:lnTo>
                  <a:pt x="252413" y="828675"/>
                </a:lnTo>
                <a:lnTo>
                  <a:pt x="247650" y="823913"/>
                </a:lnTo>
                <a:lnTo>
                  <a:pt x="242888" y="819150"/>
                </a:lnTo>
                <a:lnTo>
                  <a:pt x="233363" y="819150"/>
                </a:lnTo>
                <a:lnTo>
                  <a:pt x="228600" y="814388"/>
                </a:lnTo>
                <a:lnTo>
                  <a:pt x="223838" y="809625"/>
                </a:lnTo>
                <a:lnTo>
                  <a:pt x="214313" y="809625"/>
                </a:lnTo>
                <a:lnTo>
                  <a:pt x="209550" y="804863"/>
                </a:lnTo>
                <a:lnTo>
                  <a:pt x="204788" y="800100"/>
                </a:lnTo>
                <a:lnTo>
                  <a:pt x="195263" y="800100"/>
                </a:lnTo>
                <a:lnTo>
                  <a:pt x="185738" y="800100"/>
                </a:lnTo>
                <a:lnTo>
                  <a:pt x="180975" y="795338"/>
                </a:lnTo>
                <a:lnTo>
                  <a:pt x="176213" y="790575"/>
                </a:lnTo>
                <a:lnTo>
                  <a:pt x="166688" y="790575"/>
                </a:lnTo>
                <a:lnTo>
                  <a:pt x="161925" y="785813"/>
                </a:lnTo>
                <a:lnTo>
                  <a:pt x="157163" y="781050"/>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4775" y="728663"/>
                </a:lnTo>
                <a:lnTo>
                  <a:pt x="100013" y="723900"/>
                </a:lnTo>
                <a:lnTo>
                  <a:pt x="95250" y="719138"/>
                </a:lnTo>
                <a:lnTo>
                  <a:pt x="90488" y="714375"/>
                </a:lnTo>
                <a:lnTo>
                  <a:pt x="85725" y="709613"/>
                </a:lnTo>
                <a:lnTo>
                  <a:pt x="80963" y="704850"/>
                </a:lnTo>
                <a:lnTo>
                  <a:pt x="76200" y="700088"/>
                </a:lnTo>
                <a:lnTo>
                  <a:pt x="71438" y="695325"/>
                </a:lnTo>
                <a:lnTo>
                  <a:pt x="66675" y="690563"/>
                </a:lnTo>
                <a:lnTo>
                  <a:pt x="61913" y="685800"/>
                </a:lnTo>
                <a:lnTo>
                  <a:pt x="57150" y="681038"/>
                </a:lnTo>
                <a:lnTo>
                  <a:pt x="52388" y="676275"/>
                </a:lnTo>
                <a:lnTo>
                  <a:pt x="47625" y="671513"/>
                </a:lnTo>
                <a:lnTo>
                  <a:pt x="42863" y="666750"/>
                </a:lnTo>
                <a:lnTo>
                  <a:pt x="38100" y="661988"/>
                </a:lnTo>
                <a:lnTo>
                  <a:pt x="38100" y="652463"/>
                </a:lnTo>
                <a:lnTo>
                  <a:pt x="38100" y="642938"/>
                </a:lnTo>
                <a:lnTo>
                  <a:pt x="38100" y="633413"/>
                </a:lnTo>
                <a:lnTo>
                  <a:pt x="33338" y="628650"/>
                </a:lnTo>
                <a:lnTo>
                  <a:pt x="28575" y="623888"/>
                </a:lnTo>
                <a:lnTo>
                  <a:pt x="23813" y="619125"/>
                </a:lnTo>
                <a:lnTo>
                  <a:pt x="19050" y="614363"/>
                </a:lnTo>
                <a:lnTo>
                  <a:pt x="14288" y="609600"/>
                </a:lnTo>
                <a:lnTo>
                  <a:pt x="9525" y="604838"/>
                </a:lnTo>
                <a:lnTo>
                  <a:pt x="4763" y="600075"/>
                </a:lnTo>
                <a:lnTo>
                  <a:pt x="0" y="595313"/>
                </a:lnTo>
                <a:lnTo>
                  <a:pt x="0" y="585788"/>
                </a:lnTo>
                <a:lnTo>
                  <a:pt x="0" y="576263"/>
                </a:lnTo>
                <a:lnTo>
                  <a:pt x="4763" y="571500"/>
                </a:lnTo>
                <a:lnTo>
                  <a:pt x="9525" y="566738"/>
                </a:lnTo>
                <a:lnTo>
                  <a:pt x="9525" y="557213"/>
                </a:lnTo>
                <a:lnTo>
                  <a:pt x="14288" y="552450"/>
                </a:lnTo>
                <a:lnTo>
                  <a:pt x="19050" y="547688"/>
                </a:lnTo>
                <a:lnTo>
                  <a:pt x="19050" y="538163"/>
                </a:lnTo>
                <a:lnTo>
                  <a:pt x="19050" y="528638"/>
                </a:lnTo>
                <a:lnTo>
                  <a:pt x="23813" y="523875"/>
                </a:lnTo>
                <a:lnTo>
                  <a:pt x="28575" y="519113"/>
                </a:lnTo>
                <a:lnTo>
                  <a:pt x="28575" y="509588"/>
                </a:lnTo>
                <a:lnTo>
                  <a:pt x="33338" y="504825"/>
                </a:lnTo>
                <a:lnTo>
                  <a:pt x="38100" y="500063"/>
                </a:lnTo>
                <a:lnTo>
                  <a:pt x="38100" y="490538"/>
                </a:lnTo>
                <a:lnTo>
                  <a:pt x="38100" y="481013"/>
                </a:lnTo>
                <a:lnTo>
                  <a:pt x="42863" y="476250"/>
                </a:lnTo>
                <a:lnTo>
                  <a:pt x="47625" y="471488"/>
                </a:lnTo>
                <a:lnTo>
                  <a:pt x="47625" y="461963"/>
                </a:lnTo>
                <a:lnTo>
                  <a:pt x="52388" y="457200"/>
                </a:lnTo>
                <a:lnTo>
                  <a:pt x="57150" y="452438"/>
                </a:lnTo>
                <a:lnTo>
                  <a:pt x="57150" y="442913"/>
                </a:lnTo>
                <a:lnTo>
                  <a:pt x="61913" y="438150"/>
                </a:lnTo>
                <a:lnTo>
                  <a:pt x="66675" y="433388"/>
                </a:lnTo>
                <a:lnTo>
                  <a:pt x="66675" y="423863"/>
                </a:lnTo>
                <a:lnTo>
                  <a:pt x="71438" y="419100"/>
                </a:lnTo>
                <a:lnTo>
                  <a:pt x="76200" y="414338"/>
                </a:lnTo>
                <a:lnTo>
                  <a:pt x="76200" y="404813"/>
                </a:lnTo>
                <a:lnTo>
                  <a:pt x="80963" y="400050"/>
                </a:lnTo>
                <a:lnTo>
                  <a:pt x="85725" y="395288"/>
                </a:lnTo>
                <a:lnTo>
                  <a:pt x="85725" y="385763"/>
                </a:lnTo>
                <a:lnTo>
                  <a:pt x="90488" y="381000"/>
                </a:lnTo>
                <a:lnTo>
                  <a:pt x="95250" y="376238"/>
                </a:lnTo>
                <a:lnTo>
                  <a:pt x="100013" y="371475"/>
                </a:lnTo>
                <a:lnTo>
                  <a:pt x="104775" y="366713"/>
                </a:lnTo>
                <a:lnTo>
                  <a:pt x="104775" y="357188"/>
                </a:lnTo>
                <a:lnTo>
                  <a:pt x="109538" y="352425"/>
                </a:lnTo>
                <a:lnTo>
                  <a:pt x="114300" y="347663"/>
                </a:lnTo>
                <a:lnTo>
                  <a:pt x="114300" y="338138"/>
                </a:lnTo>
                <a:lnTo>
                  <a:pt x="119063" y="333375"/>
                </a:lnTo>
                <a:lnTo>
                  <a:pt x="123825" y="328613"/>
                </a:lnTo>
                <a:lnTo>
                  <a:pt x="123825" y="319088"/>
                </a:lnTo>
                <a:lnTo>
                  <a:pt x="128588" y="314325"/>
                </a:lnTo>
                <a:lnTo>
                  <a:pt x="133350" y="309563"/>
                </a:lnTo>
                <a:lnTo>
                  <a:pt x="138113" y="304800"/>
                </a:lnTo>
                <a:lnTo>
                  <a:pt x="142875" y="300038"/>
                </a:lnTo>
                <a:lnTo>
                  <a:pt x="142875" y="290513"/>
                </a:lnTo>
                <a:lnTo>
                  <a:pt x="147638" y="285750"/>
                </a:lnTo>
                <a:lnTo>
                  <a:pt x="152400" y="280988"/>
                </a:lnTo>
                <a:lnTo>
                  <a:pt x="157163" y="276225"/>
                </a:lnTo>
                <a:lnTo>
                  <a:pt x="161925" y="271463"/>
                </a:lnTo>
                <a:lnTo>
                  <a:pt x="161925" y="261938"/>
                </a:lnTo>
                <a:lnTo>
                  <a:pt x="166688" y="257175"/>
                </a:lnTo>
                <a:lnTo>
                  <a:pt x="171450" y="252413"/>
                </a:lnTo>
                <a:lnTo>
                  <a:pt x="176213" y="247650"/>
                </a:lnTo>
                <a:lnTo>
                  <a:pt x="180975" y="242888"/>
                </a:lnTo>
                <a:lnTo>
                  <a:pt x="185738" y="238125"/>
                </a:lnTo>
                <a:lnTo>
                  <a:pt x="190500" y="233363"/>
                </a:lnTo>
                <a:lnTo>
                  <a:pt x="190500" y="223838"/>
                </a:lnTo>
                <a:lnTo>
                  <a:pt x="195263" y="219075"/>
                </a:lnTo>
                <a:lnTo>
                  <a:pt x="200025" y="214313"/>
                </a:lnTo>
                <a:lnTo>
                  <a:pt x="204788" y="209550"/>
                </a:lnTo>
                <a:lnTo>
                  <a:pt x="209550" y="204788"/>
                </a:lnTo>
                <a:lnTo>
                  <a:pt x="214313" y="200025"/>
                </a:lnTo>
                <a:lnTo>
                  <a:pt x="219075" y="195263"/>
                </a:lnTo>
                <a:lnTo>
                  <a:pt x="219075" y="185738"/>
                </a:lnTo>
                <a:lnTo>
                  <a:pt x="223838" y="180975"/>
                </a:lnTo>
                <a:lnTo>
                  <a:pt x="228600" y="176213"/>
                </a:lnTo>
                <a:lnTo>
                  <a:pt x="233363" y="171450"/>
                </a:lnTo>
                <a:lnTo>
                  <a:pt x="238125" y="166688"/>
                </a:lnTo>
                <a:lnTo>
                  <a:pt x="242888" y="161925"/>
                </a:lnTo>
                <a:lnTo>
                  <a:pt x="247650" y="157163"/>
                </a:lnTo>
                <a:lnTo>
                  <a:pt x="252413" y="152400"/>
                </a:lnTo>
                <a:lnTo>
                  <a:pt x="257175" y="147638"/>
                </a:lnTo>
                <a:lnTo>
                  <a:pt x="261938" y="142875"/>
                </a:lnTo>
                <a:lnTo>
                  <a:pt x="266700" y="138113"/>
                </a:lnTo>
                <a:lnTo>
                  <a:pt x="266700" y="128588"/>
                </a:lnTo>
                <a:lnTo>
                  <a:pt x="271463" y="123825"/>
                </a:lnTo>
                <a:lnTo>
                  <a:pt x="276225" y="119063"/>
                </a:lnTo>
                <a:lnTo>
                  <a:pt x="280988" y="114300"/>
                </a:lnTo>
                <a:lnTo>
                  <a:pt x="285750" y="109538"/>
                </a:lnTo>
                <a:lnTo>
                  <a:pt x="290513" y="104775"/>
                </a:lnTo>
                <a:lnTo>
                  <a:pt x="295275" y="100013"/>
                </a:lnTo>
                <a:lnTo>
                  <a:pt x="300038" y="95250"/>
                </a:lnTo>
                <a:lnTo>
                  <a:pt x="304800" y="90488"/>
                </a:lnTo>
                <a:lnTo>
                  <a:pt x="309563" y="85725"/>
                </a:lnTo>
                <a:lnTo>
                  <a:pt x="314325" y="80963"/>
                </a:lnTo>
                <a:lnTo>
                  <a:pt x="319088" y="76200"/>
                </a:lnTo>
                <a:lnTo>
                  <a:pt x="323850" y="71438"/>
                </a:lnTo>
                <a:lnTo>
                  <a:pt x="328613" y="66675"/>
                </a:lnTo>
                <a:lnTo>
                  <a:pt x="333375" y="61913"/>
                </a:lnTo>
                <a:lnTo>
                  <a:pt x="338138" y="57150"/>
                </a:lnTo>
                <a:lnTo>
                  <a:pt x="342900" y="52388"/>
                </a:lnTo>
                <a:lnTo>
                  <a:pt x="347663" y="47625"/>
                </a:lnTo>
                <a:lnTo>
                  <a:pt x="352425" y="42863"/>
                </a:lnTo>
                <a:lnTo>
                  <a:pt x="357188" y="38100"/>
                </a:lnTo>
                <a:lnTo>
                  <a:pt x="361950" y="33338"/>
                </a:lnTo>
                <a:lnTo>
                  <a:pt x="366713" y="28575"/>
                </a:lnTo>
                <a:lnTo>
                  <a:pt x="371475" y="23813"/>
                </a:lnTo>
                <a:lnTo>
                  <a:pt x="376238" y="19050"/>
                </a:lnTo>
                <a:lnTo>
                  <a:pt x="381000" y="14288"/>
                </a:lnTo>
                <a:lnTo>
                  <a:pt x="385763" y="9525"/>
                </a:lnTo>
                <a:lnTo>
                  <a:pt x="390525" y="4763"/>
                </a:lnTo>
                <a:close/>
              </a:path>
            </a:pathLst>
          </a:custGeom>
          <a:solidFill xmlns:a="http://schemas.openxmlformats.org/drawingml/2006/main">
            <a:srgbClr val="D0D0D0"/>
          </a:solidFill>
          <a:ln xmlns:a="http://schemas.openxmlformats.org/drawingml/2006/main" w="0">
            <a:noFill/>
            <a:prstDash val="solid"/>
          </a:ln>
        </p:spPr>
      </p:sp>
      <p:sp>
        <p:nvSpPr>
          <p:cNvPr id="317" name="deep-skill-chaining-source-component-5-gradient-210-0">
            <a:extLst xmlns:a="http://schemas.openxmlformats.org/drawingml/2006/main">
              <a:ext uri="{FF2B5EF4-FFF2-40B4-BE49-F238E27FC236}">
                <a16:creationId xmlns:a16="http://schemas.microsoft.com/office/drawing/2014/main" id="{95E40F92-AAFF-49AD-BCE0-9FBA306D3B99}"/>
              </a:ext>
            </a:extLst>
          </p:cNvPr>
          <p:cNvSpPr>
            <a:spLocks xmlns:a="http://schemas.openxmlformats.org/drawingml/2006/main" noGrp="1"/>
          </p:cNvSpPr>
          <p:nvPr/>
        </p:nvSpPr>
        <p:spPr>
          <a:xfrm xmlns:a="http://schemas.openxmlformats.org/drawingml/2006/main" rot="0">
            <a:off x="8439150" y="2457450"/>
            <a:ext cx="771525" cy="809625"/>
          </a:xfrm>
          <a:custGeom xmlns:a="http://schemas.openxmlformats.org/drawingml/2006/main">
            <a:pathLst>
              <a:path w="771525" h="809625">
                <a:moveTo>
                  <a:pt x="371475" y="4763"/>
                </a:move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90538" y="9525"/>
                </a:lnTo>
                <a:lnTo>
                  <a:pt x="500063" y="9525"/>
                </a:lnTo>
                <a:lnTo>
                  <a:pt x="509588" y="9525"/>
                </a:lnTo>
                <a:lnTo>
                  <a:pt x="519113" y="9525"/>
                </a:lnTo>
                <a:lnTo>
                  <a:pt x="523875" y="14288"/>
                </a:lnTo>
                <a:lnTo>
                  <a:pt x="528638" y="19050"/>
                </a:lnTo>
                <a:lnTo>
                  <a:pt x="538163" y="19050"/>
                </a:lnTo>
                <a:lnTo>
                  <a:pt x="542925" y="23813"/>
                </a:lnTo>
                <a:lnTo>
                  <a:pt x="547688" y="28575"/>
                </a:lnTo>
                <a:lnTo>
                  <a:pt x="557213" y="28575"/>
                </a:lnTo>
                <a:lnTo>
                  <a:pt x="561975" y="33338"/>
                </a:lnTo>
                <a:lnTo>
                  <a:pt x="566738" y="38100"/>
                </a:lnTo>
                <a:lnTo>
                  <a:pt x="576263" y="38100"/>
                </a:lnTo>
                <a:lnTo>
                  <a:pt x="581025" y="42863"/>
                </a:lnTo>
                <a:lnTo>
                  <a:pt x="585788" y="47625"/>
                </a:lnTo>
                <a:lnTo>
                  <a:pt x="595313" y="47625"/>
                </a:lnTo>
                <a:lnTo>
                  <a:pt x="600075" y="52388"/>
                </a:lnTo>
                <a:lnTo>
                  <a:pt x="604838" y="57150"/>
                </a:lnTo>
                <a:lnTo>
                  <a:pt x="609600" y="61913"/>
                </a:lnTo>
                <a:lnTo>
                  <a:pt x="614363" y="66675"/>
                </a:lnTo>
                <a:lnTo>
                  <a:pt x="619125" y="71438"/>
                </a:lnTo>
                <a:lnTo>
                  <a:pt x="623888" y="76200"/>
                </a:lnTo>
                <a:lnTo>
                  <a:pt x="633413" y="76200"/>
                </a:lnTo>
                <a:lnTo>
                  <a:pt x="638175" y="80963"/>
                </a:lnTo>
                <a:lnTo>
                  <a:pt x="642938" y="85725"/>
                </a:lnTo>
                <a:lnTo>
                  <a:pt x="647700" y="90488"/>
                </a:lnTo>
                <a:lnTo>
                  <a:pt x="652463" y="95250"/>
                </a:lnTo>
                <a:lnTo>
                  <a:pt x="661988" y="95250"/>
                </a:lnTo>
                <a:lnTo>
                  <a:pt x="666750" y="100013"/>
                </a:lnTo>
                <a:lnTo>
                  <a:pt x="666750" y="109538"/>
                </a:lnTo>
                <a:lnTo>
                  <a:pt x="671513" y="114300"/>
                </a:lnTo>
                <a:lnTo>
                  <a:pt x="676275" y="119063"/>
                </a:lnTo>
                <a:lnTo>
                  <a:pt x="676275" y="128588"/>
                </a:lnTo>
                <a:lnTo>
                  <a:pt x="681038" y="133350"/>
                </a:lnTo>
                <a:lnTo>
                  <a:pt x="685800" y="138113"/>
                </a:lnTo>
                <a:lnTo>
                  <a:pt x="690563" y="142875"/>
                </a:lnTo>
                <a:lnTo>
                  <a:pt x="695325" y="147638"/>
                </a:lnTo>
                <a:lnTo>
                  <a:pt x="700088" y="152400"/>
                </a:lnTo>
                <a:lnTo>
                  <a:pt x="704850" y="157163"/>
                </a:lnTo>
                <a:lnTo>
                  <a:pt x="709613" y="161925"/>
                </a:lnTo>
                <a:lnTo>
                  <a:pt x="719138" y="161925"/>
                </a:lnTo>
                <a:lnTo>
                  <a:pt x="723900" y="166688"/>
                </a:lnTo>
                <a:lnTo>
                  <a:pt x="728663" y="171450"/>
                </a:lnTo>
                <a:lnTo>
                  <a:pt x="733425" y="176213"/>
                </a:lnTo>
                <a:lnTo>
                  <a:pt x="738188" y="180975"/>
                </a:lnTo>
                <a:lnTo>
                  <a:pt x="742950" y="185738"/>
                </a:lnTo>
                <a:lnTo>
                  <a:pt x="742950" y="195263"/>
                </a:lnTo>
                <a:lnTo>
                  <a:pt x="742950" y="204788"/>
                </a:lnTo>
                <a:lnTo>
                  <a:pt x="747713" y="209550"/>
                </a:lnTo>
                <a:lnTo>
                  <a:pt x="752475" y="214313"/>
                </a:lnTo>
                <a:lnTo>
                  <a:pt x="752475" y="223838"/>
                </a:lnTo>
                <a:lnTo>
                  <a:pt x="757238" y="228600"/>
                </a:lnTo>
                <a:lnTo>
                  <a:pt x="762000" y="233363"/>
                </a:lnTo>
                <a:lnTo>
                  <a:pt x="762000" y="242888"/>
                </a:lnTo>
                <a:lnTo>
                  <a:pt x="766763" y="247650"/>
                </a:lnTo>
                <a:lnTo>
                  <a:pt x="771525" y="252413"/>
                </a:lnTo>
                <a:lnTo>
                  <a:pt x="771525" y="261938"/>
                </a:lnTo>
                <a:lnTo>
                  <a:pt x="771525" y="271463"/>
                </a:lnTo>
                <a:lnTo>
                  <a:pt x="766763" y="276225"/>
                </a:lnTo>
                <a:lnTo>
                  <a:pt x="762000" y="280988"/>
                </a:lnTo>
                <a:lnTo>
                  <a:pt x="762000" y="290513"/>
                </a:lnTo>
                <a:lnTo>
                  <a:pt x="757238" y="295275"/>
                </a:lnTo>
                <a:lnTo>
                  <a:pt x="752475" y="300038"/>
                </a:lnTo>
                <a:lnTo>
                  <a:pt x="752475" y="309563"/>
                </a:lnTo>
                <a:lnTo>
                  <a:pt x="747713" y="314325"/>
                </a:lnTo>
                <a:lnTo>
                  <a:pt x="742950" y="319088"/>
                </a:lnTo>
                <a:lnTo>
                  <a:pt x="742950" y="328613"/>
                </a:lnTo>
                <a:lnTo>
                  <a:pt x="738188" y="333375"/>
                </a:lnTo>
                <a:lnTo>
                  <a:pt x="733425" y="338138"/>
                </a:lnTo>
                <a:lnTo>
                  <a:pt x="733425" y="347663"/>
                </a:lnTo>
                <a:lnTo>
                  <a:pt x="733425" y="357188"/>
                </a:lnTo>
                <a:lnTo>
                  <a:pt x="728663" y="361950"/>
                </a:lnTo>
                <a:lnTo>
                  <a:pt x="723900" y="366713"/>
                </a:lnTo>
                <a:lnTo>
                  <a:pt x="723900" y="376238"/>
                </a:lnTo>
                <a:lnTo>
                  <a:pt x="719138" y="381000"/>
                </a:lnTo>
                <a:lnTo>
                  <a:pt x="714375" y="385763"/>
                </a:lnTo>
                <a:lnTo>
                  <a:pt x="709613" y="390525"/>
                </a:lnTo>
                <a:lnTo>
                  <a:pt x="704850" y="395288"/>
                </a:lnTo>
                <a:lnTo>
                  <a:pt x="704850" y="404813"/>
                </a:lnTo>
                <a:lnTo>
                  <a:pt x="700088" y="409575"/>
                </a:lnTo>
                <a:lnTo>
                  <a:pt x="695325" y="414338"/>
                </a:lnTo>
                <a:lnTo>
                  <a:pt x="695325" y="423863"/>
                </a:lnTo>
                <a:lnTo>
                  <a:pt x="690563" y="428625"/>
                </a:lnTo>
                <a:lnTo>
                  <a:pt x="685800" y="433388"/>
                </a:lnTo>
                <a:lnTo>
                  <a:pt x="685800" y="442913"/>
                </a:lnTo>
                <a:lnTo>
                  <a:pt x="681038" y="447675"/>
                </a:lnTo>
                <a:lnTo>
                  <a:pt x="676275" y="452438"/>
                </a:lnTo>
                <a:lnTo>
                  <a:pt x="671513" y="457200"/>
                </a:lnTo>
                <a:lnTo>
                  <a:pt x="666750" y="461963"/>
                </a:lnTo>
                <a:lnTo>
                  <a:pt x="666750" y="471488"/>
                </a:lnTo>
                <a:lnTo>
                  <a:pt x="661988" y="476250"/>
                </a:lnTo>
                <a:lnTo>
                  <a:pt x="657225" y="481013"/>
                </a:lnTo>
                <a:lnTo>
                  <a:pt x="657225" y="490538"/>
                </a:lnTo>
                <a:lnTo>
                  <a:pt x="652463" y="495300"/>
                </a:lnTo>
                <a:lnTo>
                  <a:pt x="647700" y="500063"/>
                </a:lnTo>
                <a:lnTo>
                  <a:pt x="642938" y="504825"/>
                </a:lnTo>
                <a:lnTo>
                  <a:pt x="638175" y="509588"/>
                </a:lnTo>
                <a:lnTo>
                  <a:pt x="638175" y="519113"/>
                </a:lnTo>
                <a:lnTo>
                  <a:pt x="633413" y="523875"/>
                </a:lnTo>
                <a:lnTo>
                  <a:pt x="628650" y="528638"/>
                </a:lnTo>
                <a:lnTo>
                  <a:pt x="623888" y="533400"/>
                </a:lnTo>
                <a:lnTo>
                  <a:pt x="619125" y="538163"/>
                </a:lnTo>
                <a:lnTo>
                  <a:pt x="619125" y="547688"/>
                </a:lnTo>
                <a:lnTo>
                  <a:pt x="614363" y="552450"/>
                </a:lnTo>
                <a:lnTo>
                  <a:pt x="609600" y="557213"/>
                </a:lnTo>
                <a:lnTo>
                  <a:pt x="604838" y="561975"/>
                </a:lnTo>
                <a:lnTo>
                  <a:pt x="600075" y="566738"/>
                </a:lnTo>
                <a:lnTo>
                  <a:pt x="595313" y="571500"/>
                </a:lnTo>
                <a:lnTo>
                  <a:pt x="590550" y="576263"/>
                </a:lnTo>
                <a:lnTo>
                  <a:pt x="590550" y="585788"/>
                </a:lnTo>
                <a:lnTo>
                  <a:pt x="585788" y="590550"/>
                </a:lnTo>
                <a:lnTo>
                  <a:pt x="581025" y="595313"/>
                </a:lnTo>
                <a:lnTo>
                  <a:pt x="576263" y="600075"/>
                </a:lnTo>
                <a:lnTo>
                  <a:pt x="571500" y="604838"/>
                </a:lnTo>
                <a:lnTo>
                  <a:pt x="566738" y="609600"/>
                </a:lnTo>
                <a:lnTo>
                  <a:pt x="561975" y="614363"/>
                </a:lnTo>
                <a:lnTo>
                  <a:pt x="561975" y="623888"/>
                </a:lnTo>
                <a:lnTo>
                  <a:pt x="557213" y="628650"/>
                </a:lnTo>
                <a:lnTo>
                  <a:pt x="552450" y="633413"/>
                </a:lnTo>
                <a:lnTo>
                  <a:pt x="547688" y="638175"/>
                </a:lnTo>
                <a:lnTo>
                  <a:pt x="542925" y="642938"/>
                </a:lnTo>
                <a:lnTo>
                  <a:pt x="538163" y="647700"/>
                </a:lnTo>
                <a:lnTo>
                  <a:pt x="533400" y="652463"/>
                </a:lnTo>
                <a:lnTo>
                  <a:pt x="528638" y="657225"/>
                </a:lnTo>
                <a:lnTo>
                  <a:pt x="523875" y="661988"/>
                </a:lnTo>
                <a:lnTo>
                  <a:pt x="519113" y="666750"/>
                </a:lnTo>
                <a:lnTo>
                  <a:pt x="514350" y="671513"/>
                </a:lnTo>
                <a:lnTo>
                  <a:pt x="514350" y="681038"/>
                </a:lnTo>
                <a:lnTo>
                  <a:pt x="509588" y="685800"/>
                </a:lnTo>
                <a:lnTo>
                  <a:pt x="504825" y="690563"/>
                </a:lnTo>
                <a:lnTo>
                  <a:pt x="500063" y="695325"/>
                </a:lnTo>
                <a:lnTo>
                  <a:pt x="495300" y="700088"/>
                </a:lnTo>
                <a:lnTo>
                  <a:pt x="490538" y="704850"/>
                </a:lnTo>
                <a:lnTo>
                  <a:pt x="485775" y="709613"/>
                </a:lnTo>
                <a:lnTo>
                  <a:pt x="481013" y="714375"/>
                </a:lnTo>
                <a:lnTo>
                  <a:pt x="476250" y="719138"/>
                </a:lnTo>
                <a:lnTo>
                  <a:pt x="471488" y="723900"/>
                </a:lnTo>
                <a:lnTo>
                  <a:pt x="466725" y="728663"/>
                </a:lnTo>
                <a:lnTo>
                  <a:pt x="461963" y="733425"/>
                </a:lnTo>
                <a:lnTo>
                  <a:pt x="457200" y="738188"/>
                </a:lnTo>
                <a:lnTo>
                  <a:pt x="452438" y="742950"/>
                </a:lnTo>
                <a:lnTo>
                  <a:pt x="447675" y="747713"/>
                </a:lnTo>
                <a:lnTo>
                  <a:pt x="442913" y="752475"/>
                </a:lnTo>
                <a:lnTo>
                  <a:pt x="438150" y="757238"/>
                </a:lnTo>
                <a:lnTo>
                  <a:pt x="433388" y="762000"/>
                </a:lnTo>
                <a:lnTo>
                  <a:pt x="428625" y="766763"/>
                </a:lnTo>
                <a:lnTo>
                  <a:pt x="423863" y="771525"/>
                </a:lnTo>
                <a:lnTo>
                  <a:pt x="419100" y="776288"/>
                </a:lnTo>
                <a:lnTo>
                  <a:pt x="414338" y="781050"/>
                </a:lnTo>
                <a:lnTo>
                  <a:pt x="404813" y="781050"/>
                </a:lnTo>
                <a:lnTo>
                  <a:pt x="400050" y="785813"/>
                </a:lnTo>
                <a:lnTo>
                  <a:pt x="395288" y="790575"/>
                </a:lnTo>
                <a:lnTo>
                  <a:pt x="390525" y="795338"/>
                </a:lnTo>
                <a:lnTo>
                  <a:pt x="385763" y="800100"/>
                </a:lnTo>
                <a:lnTo>
                  <a:pt x="381000" y="804863"/>
                </a:lnTo>
                <a:lnTo>
                  <a:pt x="376238" y="809625"/>
                </a:lnTo>
                <a:lnTo>
                  <a:pt x="366713" y="809625"/>
                </a:lnTo>
                <a:lnTo>
                  <a:pt x="357188" y="809625"/>
                </a:lnTo>
                <a:lnTo>
                  <a:pt x="347663" y="809625"/>
                </a:lnTo>
                <a:lnTo>
                  <a:pt x="338138" y="809625"/>
                </a:lnTo>
                <a:lnTo>
                  <a:pt x="328613" y="809625"/>
                </a:lnTo>
                <a:lnTo>
                  <a:pt x="319088" y="809625"/>
                </a:lnTo>
                <a:lnTo>
                  <a:pt x="314325" y="804863"/>
                </a:lnTo>
                <a:lnTo>
                  <a:pt x="309563" y="800100"/>
                </a:lnTo>
                <a:lnTo>
                  <a:pt x="300038" y="800100"/>
                </a:lnTo>
                <a:lnTo>
                  <a:pt x="290513" y="800100"/>
                </a:lnTo>
                <a:lnTo>
                  <a:pt x="280988" y="800100"/>
                </a:lnTo>
                <a:lnTo>
                  <a:pt x="276225" y="795338"/>
                </a:lnTo>
                <a:lnTo>
                  <a:pt x="271463" y="790575"/>
                </a:lnTo>
                <a:lnTo>
                  <a:pt x="261938" y="790575"/>
                </a:lnTo>
                <a:lnTo>
                  <a:pt x="257175" y="785813"/>
                </a:lnTo>
                <a:lnTo>
                  <a:pt x="252413" y="781050"/>
                </a:lnTo>
                <a:lnTo>
                  <a:pt x="242888" y="781050"/>
                </a:lnTo>
                <a:lnTo>
                  <a:pt x="233363" y="781050"/>
                </a:lnTo>
                <a:lnTo>
                  <a:pt x="228600" y="776288"/>
                </a:lnTo>
                <a:lnTo>
                  <a:pt x="223838" y="771525"/>
                </a:lnTo>
                <a:lnTo>
                  <a:pt x="214313" y="771525"/>
                </a:lnTo>
                <a:lnTo>
                  <a:pt x="204788" y="771525"/>
                </a:lnTo>
                <a:lnTo>
                  <a:pt x="195263" y="771525"/>
                </a:lnTo>
                <a:lnTo>
                  <a:pt x="190500" y="766763"/>
                </a:lnTo>
                <a:lnTo>
                  <a:pt x="185738" y="762000"/>
                </a:lnTo>
                <a:lnTo>
                  <a:pt x="176213" y="762000"/>
                </a:lnTo>
                <a:lnTo>
                  <a:pt x="171450" y="757238"/>
                </a:lnTo>
                <a:lnTo>
                  <a:pt x="166688" y="752475"/>
                </a:lnTo>
                <a:lnTo>
                  <a:pt x="157163" y="752475"/>
                </a:lnTo>
                <a:lnTo>
                  <a:pt x="152400" y="747713"/>
                </a:lnTo>
                <a:lnTo>
                  <a:pt x="147638" y="742950"/>
                </a:lnTo>
                <a:lnTo>
                  <a:pt x="142875" y="738188"/>
                </a:lnTo>
                <a:lnTo>
                  <a:pt x="138113" y="733425"/>
                </a:lnTo>
                <a:lnTo>
                  <a:pt x="133350" y="728663"/>
                </a:lnTo>
                <a:lnTo>
                  <a:pt x="128588" y="723900"/>
                </a:lnTo>
                <a:lnTo>
                  <a:pt x="123825" y="719138"/>
                </a:lnTo>
                <a:lnTo>
                  <a:pt x="119063" y="714375"/>
                </a:lnTo>
                <a:lnTo>
                  <a:pt x="114300" y="709613"/>
                </a:lnTo>
                <a:lnTo>
                  <a:pt x="109538" y="704850"/>
                </a:lnTo>
                <a:lnTo>
                  <a:pt x="104775" y="700088"/>
                </a:lnTo>
                <a:lnTo>
                  <a:pt x="104775" y="690563"/>
                </a:lnTo>
                <a:lnTo>
                  <a:pt x="100013" y="685800"/>
                </a:lnTo>
                <a:lnTo>
                  <a:pt x="90488" y="685800"/>
                </a:lnTo>
                <a:lnTo>
                  <a:pt x="85725" y="681038"/>
                </a:lnTo>
                <a:lnTo>
                  <a:pt x="80963" y="676275"/>
                </a:lnTo>
                <a:lnTo>
                  <a:pt x="76200" y="671513"/>
                </a:lnTo>
                <a:lnTo>
                  <a:pt x="76200" y="661988"/>
                </a:lnTo>
                <a:lnTo>
                  <a:pt x="71438" y="657225"/>
                </a:lnTo>
                <a:lnTo>
                  <a:pt x="66675" y="652463"/>
                </a:lnTo>
                <a:lnTo>
                  <a:pt x="61913" y="647700"/>
                </a:lnTo>
                <a:lnTo>
                  <a:pt x="57150" y="642938"/>
                </a:lnTo>
                <a:lnTo>
                  <a:pt x="57150" y="633413"/>
                </a:lnTo>
                <a:lnTo>
                  <a:pt x="57150" y="623888"/>
                </a:lnTo>
                <a:lnTo>
                  <a:pt x="52388" y="619125"/>
                </a:lnTo>
                <a:lnTo>
                  <a:pt x="47625" y="614363"/>
                </a:lnTo>
                <a:lnTo>
                  <a:pt x="47625" y="604838"/>
                </a:lnTo>
                <a:lnTo>
                  <a:pt x="42863" y="600075"/>
                </a:lnTo>
                <a:lnTo>
                  <a:pt x="33338" y="600075"/>
                </a:lnTo>
                <a:lnTo>
                  <a:pt x="28575" y="595313"/>
                </a:lnTo>
                <a:lnTo>
                  <a:pt x="23813" y="590550"/>
                </a:lnTo>
                <a:lnTo>
                  <a:pt x="19050" y="585788"/>
                </a:lnTo>
                <a:lnTo>
                  <a:pt x="19050" y="576263"/>
                </a:lnTo>
                <a:lnTo>
                  <a:pt x="14288" y="571500"/>
                </a:lnTo>
                <a:lnTo>
                  <a:pt x="4763" y="571500"/>
                </a:lnTo>
                <a:lnTo>
                  <a:pt x="0" y="566738"/>
                </a:lnTo>
                <a:lnTo>
                  <a:pt x="0" y="557213"/>
                </a:lnTo>
                <a:lnTo>
                  <a:pt x="0" y="547688"/>
                </a:lnTo>
                <a:lnTo>
                  <a:pt x="4763" y="542925"/>
                </a:lnTo>
                <a:lnTo>
                  <a:pt x="9525" y="538163"/>
                </a:lnTo>
                <a:lnTo>
                  <a:pt x="9525" y="528638"/>
                </a:lnTo>
                <a:lnTo>
                  <a:pt x="9525" y="519113"/>
                </a:lnTo>
                <a:lnTo>
                  <a:pt x="9525" y="509588"/>
                </a:lnTo>
                <a:lnTo>
                  <a:pt x="14288" y="504825"/>
                </a:lnTo>
                <a:lnTo>
                  <a:pt x="19050" y="500063"/>
                </a:lnTo>
                <a:lnTo>
                  <a:pt x="19050" y="490538"/>
                </a:lnTo>
                <a:lnTo>
                  <a:pt x="23813" y="485775"/>
                </a:lnTo>
                <a:lnTo>
                  <a:pt x="28575" y="481013"/>
                </a:lnTo>
                <a:lnTo>
                  <a:pt x="28575" y="471488"/>
                </a:lnTo>
                <a:lnTo>
                  <a:pt x="28575" y="461963"/>
                </a:lnTo>
                <a:lnTo>
                  <a:pt x="33338" y="457200"/>
                </a:lnTo>
                <a:lnTo>
                  <a:pt x="38100" y="452438"/>
                </a:lnTo>
                <a:lnTo>
                  <a:pt x="38100" y="442913"/>
                </a:lnTo>
                <a:lnTo>
                  <a:pt x="42863" y="438150"/>
                </a:lnTo>
                <a:lnTo>
                  <a:pt x="47625" y="433388"/>
                </a:lnTo>
                <a:lnTo>
                  <a:pt x="47625" y="423863"/>
                </a:lnTo>
                <a:lnTo>
                  <a:pt x="52388" y="419100"/>
                </a:lnTo>
                <a:lnTo>
                  <a:pt x="57150" y="414338"/>
                </a:lnTo>
                <a:lnTo>
                  <a:pt x="57150" y="404813"/>
                </a:lnTo>
                <a:lnTo>
                  <a:pt x="61913" y="400050"/>
                </a:lnTo>
                <a:lnTo>
                  <a:pt x="66675" y="395288"/>
                </a:lnTo>
                <a:lnTo>
                  <a:pt x="66675" y="385763"/>
                </a:lnTo>
                <a:lnTo>
                  <a:pt x="71438" y="381000"/>
                </a:lnTo>
                <a:lnTo>
                  <a:pt x="76200" y="376238"/>
                </a:lnTo>
                <a:lnTo>
                  <a:pt x="76200" y="366713"/>
                </a:lnTo>
                <a:lnTo>
                  <a:pt x="80963" y="361950"/>
                </a:lnTo>
                <a:lnTo>
                  <a:pt x="85725" y="357188"/>
                </a:lnTo>
                <a:lnTo>
                  <a:pt x="90488" y="352425"/>
                </a:lnTo>
                <a:lnTo>
                  <a:pt x="95250" y="347663"/>
                </a:lnTo>
                <a:lnTo>
                  <a:pt x="95250" y="338138"/>
                </a:lnTo>
                <a:lnTo>
                  <a:pt x="100013" y="333375"/>
                </a:lnTo>
                <a:lnTo>
                  <a:pt x="104775" y="328613"/>
                </a:lnTo>
                <a:lnTo>
                  <a:pt x="104775" y="319088"/>
                </a:lnTo>
                <a:lnTo>
                  <a:pt x="109538" y="314325"/>
                </a:lnTo>
                <a:lnTo>
                  <a:pt x="114300" y="309563"/>
                </a:lnTo>
                <a:lnTo>
                  <a:pt x="114300" y="300038"/>
                </a:lnTo>
                <a:lnTo>
                  <a:pt x="119063" y="295275"/>
                </a:lnTo>
                <a:lnTo>
                  <a:pt x="123825" y="290513"/>
                </a:lnTo>
                <a:lnTo>
                  <a:pt x="128588" y="285750"/>
                </a:lnTo>
                <a:lnTo>
                  <a:pt x="133350" y="280988"/>
                </a:lnTo>
                <a:lnTo>
                  <a:pt x="133350" y="271463"/>
                </a:lnTo>
                <a:lnTo>
                  <a:pt x="138113" y="266700"/>
                </a:lnTo>
                <a:lnTo>
                  <a:pt x="142875" y="261938"/>
                </a:lnTo>
                <a:lnTo>
                  <a:pt x="147638" y="257175"/>
                </a:lnTo>
                <a:lnTo>
                  <a:pt x="152400" y="252413"/>
                </a:lnTo>
                <a:lnTo>
                  <a:pt x="152400" y="242888"/>
                </a:lnTo>
                <a:lnTo>
                  <a:pt x="157163" y="238125"/>
                </a:lnTo>
                <a:lnTo>
                  <a:pt x="161925" y="233363"/>
                </a:lnTo>
                <a:lnTo>
                  <a:pt x="166688" y="228600"/>
                </a:lnTo>
                <a:lnTo>
                  <a:pt x="171450" y="223838"/>
                </a:lnTo>
                <a:lnTo>
                  <a:pt x="176213" y="219075"/>
                </a:lnTo>
                <a:lnTo>
                  <a:pt x="180975" y="214313"/>
                </a:lnTo>
                <a:lnTo>
                  <a:pt x="180975" y="204788"/>
                </a:lnTo>
                <a:lnTo>
                  <a:pt x="185738" y="200025"/>
                </a:lnTo>
                <a:lnTo>
                  <a:pt x="190500" y="195263"/>
                </a:lnTo>
                <a:lnTo>
                  <a:pt x="195263" y="190500"/>
                </a:lnTo>
                <a:lnTo>
                  <a:pt x="200025" y="185738"/>
                </a:lnTo>
                <a:lnTo>
                  <a:pt x="204788" y="180975"/>
                </a:lnTo>
                <a:lnTo>
                  <a:pt x="209550" y="176213"/>
                </a:lnTo>
                <a:lnTo>
                  <a:pt x="209550" y="166688"/>
                </a:lnTo>
                <a:lnTo>
                  <a:pt x="214313" y="161925"/>
                </a:lnTo>
                <a:lnTo>
                  <a:pt x="219075" y="157163"/>
                </a:lnTo>
                <a:lnTo>
                  <a:pt x="223838" y="152400"/>
                </a:lnTo>
                <a:lnTo>
                  <a:pt x="228600" y="147638"/>
                </a:lnTo>
                <a:lnTo>
                  <a:pt x="233363" y="142875"/>
                </a:lnTo>
                <a:lnTo>
                  <a:pt x="238125" y="138113"/>
                </a:lnTo>
                <a:lnTo>
                  <a:pt x="242888" y="133350"/>
                </a:lnTo>
                <a:lnTo>
                  <a:pt x="247650" y="128588"/>
                </a:lnTo>
                <a:lnTo>
                  <a:pt x="252413" y="123825"/>
                </a:lnTo>
                <a:lnTo>
                  <a:pt x="257175" y="119063"/>
                </a:lnTo>
                <a:lnTo>
                  <a:pt x="257175" y="109538"/>
                </a:lnTo>
                <a:lnTo>
                  <a:pt x="261938" y="104775"/>
                </a:lnTo>
                <a:lnTo>
                  <a:pt x="266700" y="100013"/>
                </a:lnTo>
                <a:lnTo>
                  <a:pt x="271463" y="95250"/>
                </a:lnTo>
                <a:lnTo>
                  <a:pt x="276225" y="90488"/>
                </a:lnTo>
                <a:lnTo>
                  <a:pt x="280988" y="85725"/>
                </a:lnTo>
                <a:lnTo>
                  <a:pt x="285750" y="80963"/>
                </a:lnTo>
                <a:lnTo>
                  <a:pt x="290513" y="76200"/>
                </a:lnTo>
                <a:lnTo>
                  <a:pt x="295275" y="71438"/>
                </a:lnTo>
                <a:lnTo>
                  <a:pt x="300038" y="66675"/>
                </a:lnTo>
                <a:lnTo>
                  <a:pt x="304800" y="61913"/>
                </a:lnTo>
                <a:lnTo>
                  <a:pt x="309563" y="57150"/>
                </a:lnTo>
                <a:lnTo>
                  <a:pt x="314325" y="52388"/>
                </a:lnTo>
                <a:lnTo>
                  <a:pt x="319088" y="47625"/>
                </a:lnTo>
                <a:lnTo>
                  <a:pt x="323850" y="42863"/>
                </a:lnTo>
                <a:lnTo>
                  <a:pt x="328613" y="38100"/>
                </a:lnTo>
                <a:lnTo>
                  <a:pt x="333375" y="33338"/>
                </a:lnTo>
                <a:lnTo>
                  <a:pt x="338138" y="28575"/>
                </a:lnTo>
                <a:lnTo>
                  <a:pt x="342900" y="23813"/>
                </a:lnTo>
                <a:lnTo>
                  <a:pt x="347663" y="19050"/>
                </a:lnTo>
                <a:lnTo>
                  <a:pt x="352425" y="14288"/>
                </a:lnTo>
                <a:lnTo>
                  <a:pt x="357188" y="9525"/>
                </a:lnTo>
                <a:lnTo>
                  <a:pt x="366713" y="9525"/>
                </a:lnTo>
                <a:lnTo>
                  <a:pt x="371475" y="4763"/>
                </a:lnTo>
                <a:close/>
              </a:path>
            </a:pathLst>
          </a:custGeom>
          <a:solidFill xmlns:a="http://schemas.openxmlformats.org/drawingml/2006/main">
            <a:srgbClr val="D2D2D2"/>
          </a:solidFill>
          <a:ln xmlns:a="http://schemas.openxmlformats.org/drawingml/2006/main" w="0">
            <a:noFill/>
            <a:prstDash val="solid"/>
          </a:ln>
        </p:spPr>
      </p:sp>
      <p:sp>
        <p:nvSpPr>
          <p:cNvPr id="318" name="deep-skill-chaining-source-component-5-gradient-212-0">
            <a:extLst xmlns:a="http://schemas.openxmlformats.org/drawingml/2006/main">
              <a:ext uri="{FF2B5EF4-FFF2-40B4-BE49-F238E27FC236}">
                <a16:creationId xmlns:a16="http://schemas.microsoft.com/office/drawing/2014/main" id="{80D173EF-A84B-40A5-BB7A-F9338580A8CD}"/>
              </a:ext>
            </a:extLst>
          </p:cNvPr>
          <p:cNvSpPr>
            <a:spLocks xmlns:a="http://schemas.openxmlformats.org/drawingml/2006/main" noGrp="1"/>
          </p:cNvSpPr>
          <p:nvPr/>
        </p:nvSpPr>
        <p:spPr>
          <a:xfrm xmlns:a="http://schemas.openxmlformats.org/drawingml/2006/main" rot="0">
            <a:off x="8458200" y="2466975"/>
            <a:ext cx="752475" cy="790575"/>
          </a:xfrm>
          <a:custGeom xmlns:a="http://schemas.openxmlformats.org/drawingml/2006/main">
            <a:pathLst>
              <a:path w="752475" h="790575">
                <a:moveTo>
                  <a:pt x="333375" y="4763"/>
                </a:move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47675" y="4763"/>
                </a:lnTo>
                <a:lnTo>
                  <a:pt x="452438" y="9525"/>
                </a:lnTo>
                <a:lnTo>
                  <a:pt x="461963" y="9525"/>
                </a:lnTo>
                <a:lnTo>
                  <a:pt x="466725" y="14288"/>
                </a:lnTo>
                <a:lnTo>
                  <a:pt x="471488" y="19050"/>
                </a:lnTo>
                <a:lnTo>
                  <a:pt x="481013" y="19050"/>
                </a:lnTo>
                <a:lnTo>
                  <a:pt x="490538" y="19050"/>
                </a:lnTo>
                <a:lnTo>
                  <a:pt x="500063" y="19050"/>
                </a:lnTo>
                <a:lnTo>
                  <a:pt x="504825" y="23813"/>
                </a:lnTo>
                <a:lnTo>
                  <a:pt x="509588" y="28575"/>
                </a:lnTo>
                <a:lnTo>
                  <a:pt x="519113" y="28575"/>
                </a:lnTo>
                <a:lnTo>
                  <a:pt x="528638" y="28575"/>
                </a:lnTo>
                <a:lnTo>
                  <a:pt x="533400" y="33338"/>
                </a:lnTo>
                <a:lnTo>
                  <a:pt x="538163" y="38100"/>
                </a:lnTo>
                <a:lnTo>
                  <a:pt x="542925" y="42863"/>
                </a:lnTo>
                <a:lnTo>
                  <a:pt x="547688" y="47625"/>
                </a:lnTo>
                <a:lnTo>
                  <a:pt x="557213" y="47625"/>
                </a:lnTo>
                <a:lnTo>
                  <a:pt x="561975" y="52388"/>
                </a:lnTo>
                <a:lnTo>
                  <a:pt x="566738" y="57150"/>
                </a:lnTo>
                <a:lnTo>
                  <a:pt x="571500" y="61913"/>
                </a:lnTo>
                <a:lnTo>
                  <a:pt x="576263" y="66675"/>
                </a:lnTo>
                <a:lnTo>
                  <a:pt x="585788" y="66675"/>
                </a:lnTo>
                <a:lnTo>
                  <a:pt x="590550" y="71438"/>
                </a:lnTo>
                <a:lnTo>
                  <a:pt x="595313" y="76200"/>
                </a:lnTo>
                <a:lnTo>
                  <a:pt x="600075" y="80963"/>
                </a:lnTo>
                <a:lnTo>
                  <a:pt x="604838" y="85725"/>
                </a:lnTo>
                <a:lnTo>
                  <a:pt x="614363" y="85725"/>
                </a:lnTo>
                <a:lnTo>
                  <a:pt x="619125" y="90488"/>
                </a:lnTo>
                <a:lnTo>
                  <a:pt x="619125" y="100013"/>
                </a:lnTo>
                <a:lnTo>
                  <a:pt x="623888" y="104775"/>
                </a:lnTo>
                <a:lnTo>
                  <a:pt x="628650" y="109538"/>
                </a:lnTo>
                <a:lnTo>
                  <a:pt x="633413" y="114300"/>
                </a:lnTo>
                <a:lnTo>
                  <a:pt x="638175" y="119063"/>
                </a:lnTo>
                <a:lnTo>
                  <a:pt x="642938" y="123825"/>
                </a:lnTo>
                <a:lnTo>
                  <a:pt x="647700" y="128588"/>
                </a:lnTo>
                <a:lnTo>
                  <a:pt x="652463" y="133350"/>
                </a:lnTo>
                <a:lnTo>
                  <a:pt x="657225" y="138113"/>
                </a:lnTo>
                <a:lnTo>
                  <a:pt x="661988" y="142875"/>
                </a:lnTo>
                <a:lnTo>
                  <a:pt x="666750" y="147638"/>
                </a:lnTo>
                <a:lnTo>
                  <a:pt x="671513" y="152400"/>
                </a:lnTo>
                <a:lnTo>
                  <a:pt x="676275" y="157163"/>
                </a:lnTo>
                <a:lnTo>
                  <a:pt x="681038" y="161925"/>
                </a:lnTo>
                <a:lnTo>
                  <a:pt x="685800" y="166688"/>
                </a:lnTo>
                <a:lnTo>
                  <a:pt x="690563" y="171450"/>
                </a:lnTo>
                <a:lnTo>
                  <a:pt x="700088" y="171450"/>
                </a:lnTo>
                <a:lnTo>
                  <a:pt x="704850" y="176213"/>
                </a:lnTo>
                <a:lnTo>
                  <a:pt x="704850" y="185738"/>
                </a:lnTo>
                <a:lnTo>
                  <a:pt x="704850" y="195263"/>
                </a:lnTo>
                <a:lnTo>
                  <a:pt x="709613" y="200025"/>
                </a:lnTo>
                <a:lnTo>
                  <a:pt x="714375" y="204788"/>
                </a:lnTo>
                <a:lnTo>
                  <a:pt x="714375" y="214313"/>
                </a:lnTo>
                <a:lnTo>
                  <a:pt x="719138" y="219075"/>
                </a:lnTo>
                <a:lnTo>
                  <a:pt x="723900" y="223838"/>
                </a:lnTo>
                <a:lnTo>
                  <a:pt x="728663" y="228600"/>
                </a:lnTo>
                <a:lnTo>
                  <a:pt x="733425" y="233363"/>
                </a:lnTo>
                <a:lnTo>
                  <a:pt x="733425" y="242888"/>
                </a:lnTo>
                <a:lnTo>
                  <a:pt x="738188" y="247650"/>
                </a:lnTo>
                <a:lnTo>
                  <a:pt x="742950" y="252413"/>
                </a:lnTo>
                <a:lnTo>
                  <a:pt x="747713" y="257175"/>
                </a:lnTo>
                <a:lnTo>
                  <a:pt x="752475" y="261938"/>
                </a:lnTo>
                <a:lnTo>
                  <a:pt x="747713" y="266700"/>
                </a:lnTo>
                <a:lnTo>
                  <a:pt x="742950" y="271463"/>
                </a:lnTo>
                <a:lnTo>
                  <a:pt x="738188" y="276225"/>
                </a:lnTo>
                <a:lnTo>
                  <a:pt x="733425" y="280988"/>
                </a:lnTo>
                <a:lnTo>
                  <a:pt x="733425" y="290513"/>
                </a:lnTo>
                <a:lnTo>
                  <a:pt x="733425" y="300038"/>
                </a:lnTo>
                <a:lnTo>
                  <a:pt x="728663" y="304800"/>
                </a:lnTo>
                <a:lnTo>
                  <a:pt x="723900" y="309563"/>
                </a:lnTo>
                <a:lnTo>
                  <a:pt x="723900" y="319088"/>
                </a:lnTo>
                <a:lnTo>
                  <a:pt x="719138" y="323850"/>
                </a:lnTo>
                <a:lnTo>
                  <a:pt x="714375" y="328613"/>
                </a:lnTo>
                <a:lnTo>
                  <a:pt x="714375" y="338138"/>
                </a:lnTo>
                <a:lnTo>
                  <a:pt x="714375" y="347663"/>
                </a:lnTo>
                <a:lnTo>
                  <a:pt x="709613" y="352425"/>
                </a:lnTo>
                <a:lnTo>
                  <a:pt x="704850" y="357188"/>
                </a:lnTo>
                <a:lnTo>
                  <a:pt x="704850" y="366713"/>
                </a:lnTo>
                <a:lnTo>
                  <a:pt x="700088" y="371475"/>
                </a:lnTo>
                <a:lnTo>
                  <a:pt x="695325" y="376238"/>
                </a:lnTo>
                <a:lnTo>
                  <a:pt x="690563" y="381000"/>
                </a:lnTo>
                <a:lnTo>
                  <a:pt x="685800" y="385763"/>
                </a:lnTo>
                <a:lnTo>
                  <a:pt x="685800" y="395288"/>
                </a:lnTo>
                <a:lnTo>
                  <a:pt x="681038" y="400050"/>
                </a:lnTo>
                <a:lnTo>
                  <a:pt x="676275" y="404813"/>
                </a:lnTo>
                <a:lnTo>
                  <a:pt x="676275" y="414338"/>
                </a:lnTo>
                <a:lnTo>
                  <a:pt x="671513" y="419100"/>
                </a:lnTo>
                <a:lnTo>
                  <a:pt x="666750" y="423863"/>
                </a:lnTo>
                <a:lnTo>
                  <a:pt x="666750" y="433388"/>
                </a:lnTo>
                <a:lnTo>
                  <a:pt x="661988" y="438150"/>
                </a:lnTo>
                <a:lnTo>
                  <a:pt x="657225" y="442913"/>
                </a:lnTo>
                <a:lnTo>
                  <a:pt x="652463" y="447675"/>
                </a:lnTo>
                <a:lnTo>
                  <a:pt x="647700" y="452438"/>
                </a:lnTo>
                <a:lnTo>
                  <a:pt x="647700" y="461963"/>
                </a:lnTo>
                <a:lnTo>
                  <a:pt x="642938" y="466725"/>
                </a:lnTo>
                <a:lnTo>
                  <a:pt x="638175" y="471488"/>
                </a:lnTo>
                <a:lnTo>
                  <a:pt x="638175" y="481013"/>
                </a:lnTo>
                <a:lnTo>
                  <a:pt x="633413" y="485775"/>
                </a:lnTo>
                <a:lnTo>
                  <a:pt x="628650" y="490538"/>
                </a:lnTo>
                <a:lnTo>
                  <a:pt x="623888" y="495300"/>
                </a:lnTo>
                <a:lnTo>
                  <a:pt x="619125" y="500063"/>
                </a:lnTo>
                <a:lnTo>
                  <a:pt x="619125" y="509588"/>
                </a:lnTo>
                <a:lnTo>
                  <a:pt x="614363" y="514350"/>
                </a:lnTo>
                <a:lnTo>
                  <a:pt x="609600" y="519113"/>
                </a:lnTo>
                <a:lnTo>
                  <a:pt x="604838" y="523875"/>
                </a:lnTo>
                <a:lnTo>
                  <a:pt x="600075" y="528638"/>
                </a:lnTo>
                <a:lnTo>
                  <a:pt x="600075" y="538163"/>
                </a:lnTo>
                <a:lnTo>
                  <a:pt x="595313" y="542925"/>
                </a:lnTo>
                <a:lnTo>
                  <a:pt x="590550" y="547688"/>
                </a:lnTo>
                <a:lnTo>
                  <a:pt x="585788" y="552450"/>
                </a:lnTo>
                <a:lnTo>
                  <a:pt x="581025" y="557213"/>
                </a:lnTo>
                <a:lnTo>
                  <a:pt x="576263" y="561975"/>
                </a:lnTo>
                <a:lnTo>
                  <a:pt x="571500" y="566738"/>
                </a:lnTo>
                <a:lnTo>
                  <a:pt x="571500" y="576263"/>
                </a:lnTo>
                <a:lnTo>
                  <a:pt x="566738" y="581025"/>
                </a:lnTo>
                <a:lnTo>
                  <a:pt x="561975" y="585788"/>
                </a:lnTo>
                <a:lnTo>
                  <a:pt x="557213" y="590550"/>
                </a:lnTo>
                <a:lnTo>
                  <a:pt x="552450" y="595313"/>
                </a:lnTo>
                <a:lnTo>
                  <a:pt x="547688" y="600075"/>
                </a:lnTo>
                <a:lnTo>
                  <a:pt x="542925" y="604838"/>
                </a:lnTo>
                <a:lnTo>
                  <a:pt x="542925" y="614363"/>
                </a:lnTo>
                <a:lnTo>
                  <a:pt x="538163" y="619125"/>
                </a:lnTo>
                <a:lnTo>
                  <a:pt x="533400" y="623888"/>
                </a:lnTo>
                <a:lnTo>
                  <a:pt x="528638" y="628650"/>
                </a:lnTo>
                <a:lnTo>
                  <a:pt x="523875" y="633413"/>
                </a:lnTo>
                <a:lnTo>
                  <a:pt x="519113" y="638175"/>
                </a:lnTo>
                <a:lnTo>
                  <a:pt x="514350" y="642938"/>
                </a:lnTo>
                <a:lnTo>
                  <a:pt x="509588" y="647700"/>
                </a:lnTo>
                <a:lnTo>
                  <a:pt x="504825" y="652463"/>
                </a:lnTo>
                <a:lnTo>
                  <a:pt x="500063" y="657225"/>
                </a:lnTo>
                <a:lnTo>
                  <a:pt x="495300" y="661988"/>
                </a:lnTo>
                <a:lnTo>
                  <a:pt x="495300" y="671513"/>
                </a:lnTo>
                <a:lnTo>
                  <a:pt x="490538" y="676275"/>
                </a:lnTo>
                <a:lnTo>
                  <a:pt x="485775" y="681038"/>
                </a:lnTo>
                <a:lnTo>
                  <a:pt x="481013" y="685800"/>
                </a:lnTo>
                <a:lnTo>
                  <a:pt x="476250" y="690563"/>
                </a:lnTo>
                <a:lnTo>
                  <a:pt x="471488" y="695325"/>
                </a:lnTo>
                <a:lnTo>
                  <a:pt x="466725" y="700088"/>
                </a:lnTo>
                <a:lnTo>
                  <a:pt x="461963" y="704850"/>
                </a:lnTo>
                <a:lnTo>
                  <a:pt x="457200" y="709613"/>
                </a:lnTo>
                <a:lnTo>
                  <a:pt x="452438" y="714375"/>
                </a:lnTo>
                <a:lnTo>
                  <a:pt x="447675" y="719138"/>
                </a:lnTo>
                <a:lnTo>
                  <a:pt x="442913" y="723900"/>
                </a:lnTo>
                <a:lnTo>
                  <a:pt x="438150" y="728663"/>
                </a:lnTo>
                <a:lnTo>
                  <a:pt x="433388" y="733425"/>
                </a:lnTo>
                <a:lnTo>
                  <a:pt x="428625" y="738188"/>
                </a:lnTo>
                <a:lnTo>
                  <a:pt x="423863" y="742950"/>
                </a:lnTo>
                <a:lnTo>
                  <a:pt x="419100" y="747713"/>
                </a:lnTo>
                <a:lnTo>
                  <a:pt x="414338" y="752475"/>
                </a:lnTo>
                <a:lnTo>
                  <a:pt x="409575" y="757238"/>
                </a:lnTo>
                <a:lnTo>
                  <a:pt x="404813" y="762000"/>
                </a:lnTo>
                <a:lnTo>
                  <a:pt x="400050" y="766763"/>
                </a:lnTo>
                <a:lnTo>
                  <a:pt x="395288" y="771525"/>
                </a:lnTo>
                <a:lnTo>
                  <a:pt x="385763" y="771525"/>
                </a:lnTo>
                <a:lnTo>
                  <a:pt x="381000" y="776288"/>
                </a:lnTo>
                <a:lnTo>
                  <a:pt x="376238" y="781050"/>
                </a:lnTo>
                <a:lnTo>
                  <a:pt x="366713" y="781050"/>
                </a:lnTo>
                <a:lnTo>
                  <a:pt x="361950" y="785813"/>
                </a:lnTo>
                <a:lnTo>
                  <a:pt x="357188" y="790575"/>
                </a:lnTo>
                <a:lnTo>
                  <a:pt x="352425" y="785813"/>
                </a:lnTo>
                <a:lnTo>
                  <a:pt x="347663" y="781050"/>
                </a:lnTo>
                <a:lnTo>
                  <a:pt x="338138" y="781050"/>
                </a:lnTo>
                <a:lnTo>
                  <a:pt x="328613" y="781050"/>
                </a:lnTo>
                <a:lnTo>
                  <a:pt x="319088" y="781050"/>
                </a:lnTo>
                <a:lnTo>
                  <a:pt x="309563" y="781050"/>
                </a:lnTo>
                <a:lnTo>
                  <a:pt x="300038" y="781050"/>
                </a:lnTo>
                <a:lnTo>
                  <a:pt x="295275" y="776288"/>
                </a:lnTo>
                <a:lnTo>
                  <a:pt x="290513" y="771525"/>
                </a:lnTo>
                <a:lnTo>
                  <a:pt x="280988" y="771525"/>
                </a:lnTo>
                <a:lnTo>
                  <a:pt x="271463" y="771525"/>
                </a:lnTo>
                <a:lnTo>
                  <a:pt x="261938" y="771525"/>
                </a:lnTo>
                <a:lnTo>
                  <a:pt x="257175" y="766763"/>
                </a:lnTo>
                <a:lnTo>
                  <a:pt x="252413" y="762000"/>
                </a:lnTo>
                <a:lnTo>
                  <a:pt x="242888" y="762000"/>
                </a:lnTo>
                <a:lnTo>
                  <a:pt x="233363" y="762000"/>
                </a:lnTo>
                <a:lnTo>
                  <a:pt x="228600" y="757238"/>
                </a:lnTo>
                <a:lnTo>
                  <a:pt x="223838" y="752475"/>
                </a:lnTo>
                <a:lnTo>
                  <a:pt x="214313" y="752475"/>
                </a:lnTo>
                <a:lnTo>
                  <a:pt x="204788" y="752475"/>
                </a:lnTo>
                <a:lnTo>
                  <a:pt x="195263" y="752475"/>
                </a:lnTo>
                <a:lnTo>
                  <a:pt x="185738" y="752475"/>
                </a:lnTo>
                <a:lnTo>
                  <a:pt x="180975" y="747713"/>
                </a:lnTo>
                <a:lnTo>
                  <a:pt x="176213" y="742950"/>
                </a:lnTo>
                <a:lnTo>
                  <a:pt x="171450" y="738188"/>
                </a:lnTo>
                <a:lnTo>
                  <a:pt x="166688" y="733425"/>
                </a:lnTo>
                <a:lnTo>
                  <a:pt x="161925" y="728663"/>
                </a:lnTo>
                <a:lnTo>
                  <a:pt x="157163" y="723900"/>
                </a:lnTo>
                <a:lnTo>
                  <a:pt x="152400" y="719138"/>
                </a:lnTo>
                <a:lnTo>
                  <a:pt x="147638" y="714375"/>
                </a:lnTo>
                <a:lnTo>
                  <a:pt x="138113" y="714375"/>
                </a:lnTo>
                <a:lnTo>
                  <a:pt x="133350" y="709613"/>
                </a:lnTo>
                <a:lnTo>
                  <a:pt x="128588" y="704850"/>
                </a:lnTo>
                <a:lnTo>
                  <a:pt x="123825" y="700088"/>
                </a:lnTo>
                <a:lnTo>
                  <a:pt x="119063" y="695325"/>
                </a:lnTo>
                <a:lnTo>
                  <a:pt x="114300" y="690563"/>
                </a:lnTo>
                <a:lnTo>
                  <a:pt x="109538" y="685800"/>
                </a:lnTo>
                <a:lnTo>
                  <a:pt x="104775" y="681038"/>
                </a:lnTo>
                <a:lnTo>
                  <a:pt x="100013" y="676275"/>
                </a:lnTo>
                <a:lnTo>
                  <a:pt x="95250" y="671513"/>
                </a:lnTo>
                <a:lnTo>
                  <a:pt x="90488" y="666750"/>
                </a:lnTo>
                <a:lnTo>
                  <a:pt x="85725" y="661988"/>
                </a:lnTo>
                <a:lnTo>
                  <a:pt x="80963" y="657225"/>
                </a:lnTo>
                <a:lnTo>
                  <a:pt x="76200" y="652463"/>
                </a:lnTo>
                <a:lnTo>
                  <a:pt x="71438" y="647700"/>
                </a:lnTo>
                <a:lnTo>
                  <a:pt x="66675" y="642938"/>
                </a:lnTo>
                <a:lnTo>
                  <a:pt x="61913" y="638175"/>
                </a:lnTo>
                <a:lnTo>
                  <a:pt x="57150" y="633413"/>
                </a:lnTo>
                <a:lnTo>
                  <a:pt x="57150" y="623888"/>
                </a:lnTo>
                <a:lnTo>
                  <a:pt x="57150" y="614363"/>
                </a:lnTo>
                <a:lnTo>
                  <a:pt x="52388" y="609600"/>
                </a:lnTo>
                <a:lnTo>
                  <a:pt x="47625" y="604838"/>
                </a:lnTo>
                <a:lnTo>
                  <a:pt x="42863" y="600075"/>
                </a:lnTo>
                <a:lnTo>
                  <a:pt x="38100" y="595313"/>
                </a:lnTo>
                <a:lnTo>
                  <a:pt x="33338" y="590550"/>
                </a:lnTo>
                <a:lnTo>
                  <a:pt x="28575" y="585788"/>
                </a:lnTo>
                <a:lnTo>
                  <a:pt x="23813" y="581025"/>
                </a:lnTo>
                <a:lnTo>
                  <a:pt x="19050" y="576263"/>
                </a:lnTo>
                <a:lnTo>
                  <a:pt x="19050" y="566738"/>
                </a:lnTo>
                <a:lnTo>
                  <a:pt x="14288" y="561975"/>
                </a:lnTo>
                <a:lnTo>
                  <a:pt x="9525" y="557213"/>
                </a:lnTo>
                <a:lnTo>
                  <a:pt x="4763" y="552450"/>
                </a:lnTo>
                <a:lnTo>
                  <a:pt x="0" y="547688"/>
                </a:lnTo>
                <a:lnTo>
                  <a:pt x="0" y="538163"/>
                </a:lnTo>
                <a:lnTo>
                  <a:pt x="0" y="528638"/>
                </a:lnTo>
                <a:lnTo>
                  <a:pt x="0" y="519113"/>
                </a:lnTo>
                <a:lnTo>
                  <a:pt x="0" y="509588"/>
                </a:lnTo>
                <a:lnTo>
                  <a:pt x="0" y="500063"/>
                </a:lnTo>
                <a:lnTo>
                  <a:pt x="0" y="490538"/>
                </a:lnTo>
                <a:lnTo>
                  <a:pt x="0" y="481013"/>
                </a:lnTo>
                <a:lnTo>
                  <a:pt x="4763" y="476250"/>
                </a:lnTo>
                <a:lnTo>
                  <a:pt x="9525" y="471488"/>
                </a:lnTo>
                <a:lnTo>
                  <a:pt x="9525" y="461963"/>
                </a:lnTo>
                <a:lnTo>
                  <a:pt x="9525" y="452438"/>
                </a:lnTo>
                <a:lnTo>
                  <a:pt x="14288" y="447675"/>
                </a:lnTo>
                <a:lnTo>
                  <a:pt x="19050" y="442913"/>
                </a:lnTo>
                <a:lnTo>
                  <a:pt x="19050" y="433388"/>
                </a:lnTo>
                <a:lnTo>
                  <a:pt x="23813" y="428625"/>
                </a:lnTo>
                <a:lnTo>
                  <a:pt x="28575" y="423863"/>
                </a:lnTo>
                <a:lnTo>
                  <a:pt x="28575" y="414338"/>
                </a:lnTo>
                <a:lnTo>
                  <a:pt x="33338" y="409575"/>
                </a:lnTo>
                <a:lnTo>
                  <a:pt x="38100" y="404813"/>
                </a:lnTo>
                <a:lnTo>
                  <a:pt x="38100" y="395288"/>
                </a:lnTo>
                <a:lnTo>
                  <a:pt x="42863" y="390525"/>
                </a:lnTo>
                <a:lnTo>
                  <a:pt x="47625" y="385763"/>
                </a:lnTo>
                <a:lnTo>
                  <a:pt x="47625" y="376238"/>
                </a:lnTo>
                <a:lnTo>
                  <a:pt x="52388" y="371475"/>
                </a:lnTo>
                <a:lnTo>
                  <a:pt x="57150" y="366713"/>
                </a:lnTo>
                <a:lnTo>
                  <a:pt x="57150" y="357188"/>
                </a:lnTo>
                <a:lnTo>
                  <a:pt x="61913" y="352425"/>
                </a:lnTo>
                <a:lnTo>
                  <a:pt x="66675" y="347663"/>
                </a:lnTo>
                <a:lnTo>
                  <a:pt x="71438" y="342900"/>
                </a:lnTo>
                <a:lnTo>
                  <a:pt x="76200" y="338138"/>
                </a:lnTo>
                <a:lnTo>
                  <a:pt x="76200" y="328613"/>
                </a:lnTo>
                <a:lnTo>
                  <a:pt x="80963" y="323850"/>
                </a:lnTo>
                <a:lnTo>
                  <a:pt x="85725" y="319088"/>
                </a:lnTo>
                <a:lnTo>
                  <a:pt x="85725" y="309563"/>
                </a:lnTo>
                <a:lnTo>
                  <a:pt x="90488" y="304800"/>
                </a:lnTo>
                <a:lnTo>
                  <a:pt x="95250" y="300038"/>
                </a:lnTo>
                <a:lnTo>
                  <a:pt x="95250" y="290513"/>
                </a:lnTo>
                <a:lnTo>
                  <a:pt x="100013" y="285750"/>
                </a:lnTo>
                <a:lnTo>
                  <a:pt x="104775" y="280988"/>
                </a:lnTo>
                <a:lnTo>
                  <a:pt x="109538" y="276225"/>
                </a:lnTo>
                <a:lnTo>
                  <a:pt x="114300" y="271463"/>
                </a:lnTo>
                <a:lnTo>
                  <a:pt x="114300" y="261938"/>
                </a:lnTo>
                <a:lnTo>
                  <a:pt x="119063" y="257175"/>
                </a:lnTo>
                <a:lnTo>
                  <a:pt x="123825" y="252413"/>
                </a:lnTo>
                <a:lnTo>
                  <a:pt x="128588" y="247650"/>
                </a:lnTo>
                <a:lnTo>
                  <a:pt x="133350" y="242888"/>
                </a:lnTo>
                <a:lnTo>
                  <a:pt x="133350" y="233363"/>
                </a:lnTo>
                <a:lnTo>
                  <a:pt x="138113" y="228600"/>
                </a:lnTo>
                <a:lnTo>
                  <a:pt x="142875" y="223838"/>
                </a:lnTo>
                <a:lnTo>
                  <a:pt x="147638" y="219075"/>
                </a:lnTo>
                <a:lnTo>
                  <a:pt x="152400" y="214313"/>
                </a:lnTo>
                <a:lnTo>
                  <a:pt x="157163" y="209550"/>
                </a:lnTo>
                <a:lnTo>
                  <a:pt x="161925" y="204788"/>
                </a:lnTo>
                <a:lnTo>
                  <a:pt x="161925" y="195263"/>
                </a:lnTo>
                <a:lnTo>
                  <a:pt x="166688" y="190500"/>
                </a:lnTo>
                <a:lnTo>
                  <a:pt x="171450" y="185738"/>
                </a:lnTo>
                <a:lnTo>
                  <a:pt x="176213" y="180975"/>
                </a:lnTo>
                <a:lnTo>
                  <a:pt x="180975" y="176213"/>
                </a:lnTo>
                <a:lnTo>
                  <a:pt x="185738" y="171450"/>
                </a:lnTo>
                <a:lnTo>
                  <a:pt x="190500" y="166688"/>
                </a:lnTo>
                <a:lnTo>
                  <a:pt x="190500" y="157163"/>
                </a:lnTo>
                <a:lnTo>
                  <a:pt x="195263" y="152400"/>
                </a:lnTo>
                <a:lnTo>
                  <a:pt x="200025" y="147638"/>
                </a:lnTo>
                <a:lnTo>
                  <a:pt x="204788" y="142875"/>
                </a:lnTo>
                <a:lnTo>
                  <a:pt x="209550" y="138113"/>
                </a:lnTo>
                <a:lnTo>
                  <a:pt x="214313" y="133350"/>
                </a:lnTo>
                <a:lnTo>
                  <a:pt x="219075" y="128588"/>
                </a:lnTo>
                <a:lnTo>
                  <a:pt x="223838" y="123825"/>
                </a:lnTo>
                <a:lnTo>
                  <a:pt x="228600" y="119063"/>
                </a:lnTo>
                <a:lnTo>
                  <a:pt x="233363" y="114300"/>
                </a:lnTo>
                <a:lnTo>
                  <a:pt x="238125" y="109538"/>
                </a:lnTo>
                <a:lnTo>
                  <a:pt x="238125" y="100013"/>
                </a:lnTo>
                <a:lnTo>
                  <a:pt x="242888" y="95250"/>
                </a:lnTo>
                <a:lnTo>
                  <a:pt x="247650" y="90488"/>
                </a:lnTo>
                <a:lnTo>
                  <a:pt x="252413" y="85725"/>
                </a:lnTo>
                <a:lnTo>
                  <a:pt x="257175" y="80963"/>
                </a:lnTo>
                <a:lnTo>
                  <a:pt x="261938" y="76200"/>
                </a:lnTo>
                <a:lnTo>
                  <a:pt x="266700" y="71438"/>
                </a:lnTo>
                <a:lnTo>
                  <a:pt x="271463" y="66675"/>
                </a:lnTo>
                <a:lnTo>
                  <a:pt x="276225" y="61913"/>
                </a:lnTo>
                <a:lnTo>
                  <a:pt x="280988" y="57150"/>
                </a:lnTo>
                <a:lnTo>
                  <a:pt x="285750" y="52388"/>
                </a:lnTo>
                <a:lnTo>
                  <a:pt x="290513" y="47625"/>
                </a:lnTo>
                <a:lnTo>
                  <a:pt x="295275" y="42863"/>
                </a:lnTo>
                <a:lnTo>
                  <a:pt x="300038" y="38100"/>
                </a:lnTo>
                <a:lnTo>
                  <a:pt x="304800" y="33338"/>
                </a:lnTo>
                <a:lnTo>
                  <a:pt x="309563" y="28575"/>
                </a:lnTo>
                <a:lnTo>
                  <a:pt x="314325" y="23813"/>
                </a:lnTo>
                <a:lnTo>
                  <a:pt x="319088" y="19050"/>
                </a:lnTo>
                <a:lnTo>
                  <a:pt x="323850" y="14288"/>
                </a:lnTo>
                <a:lnTo>
                  <a:pt x="328613" y="9525"/>
                </a:lnTo>
                <a:lnTo>
                  <a:pt x="333375" y="4763"/>
                </a:lnTo>
                <a:close/>
              </a:path>
            </a:pathLst>
          </a:custGeom>
          <a:solidFill xmlns:a="http://schemas.openxmlformats.org/drawingml/2006/main">
            <a:srgbClr val="D4D4D4"/>
          </a:solidFill>
          <a:ln xmlns:a="http://schemas.openxmlformats.org/drawingml/2006/main" w="0">
            <a:noFill/>
            <a:prstDash val="solid"/>
          </a:ln>
        </p:spPr>
      </p:sp>
      <p:sp>
        <p:nvSpPr>
          <p:cNvPr id="319" name="deep-skill-chaining-source-component-5-gradient-214-0">
            <a:extLst xmlns:a="http://schemas.openxmlformats.org/drawingml/2006/main">
              <a:ext uri="{FF2B5EF4-FFF2-40B4-BE49-F238E27FC236}">
                <a16:creationId xmlns:a16="http://schemas.microsoft.com/office/drawing/2014/main" id="{4885B941-899B-4394-93FD-831C75DCF3D3}"/>
              </a:ext>
            </a:extLst>
          </p:cNvPr>
          <p:cNvSpPr>
            <a:spLocks xmlns:a="http://schemas.openxmlformats.org/drawingml/2006/main" noGrp="1"/>
          </p:cNvSpPr>
          <p:nvPr/>
        </p:nvSpPr>
        <p:spPr>
          <a:xfrm xmlns:a="http://schemas.openxmlformats.org/drawingml/2006/main" rot="0">
            <a:off x="8467725" y="2495550"/>
            <a:ext cx="723900" cy="742950"/>
          </a:xfrm>
          <a:custGeom xmlns:a="http://schemas.openxmlformats.org/drawingml/2006/main">
            <a:pathLst>
              <a:path w="723900" h="742950">
                <a:moveTo>
                  <a:pt x="295275" y="4763"/>
                </a:move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66725" y="4763"/>
                </a:lnTo>
                <a:lnTo>
                  <a:pt x="471488" y="9525"/>
                </a:lnTo>
                <a:lnTo>
                  <a:pt x="481013" y="9525"/>
                </a:lnTo>
                <a:lnTo>
                  <a:pt x="485775" y="14288"/>
                </a:lnTo>
                <a:lnTo>
                  <a:pt x="490538" y="19050"/>
                </a:lnTo>
                <a:lnTo>
                  <a:pt x="500063" y="19050"/>
                </a:lnTo>
                <a:lnTo>
                  <a:pt x="509588" y="19050"/>
                </a:lnTo>
                <a:lnTo>
                  <a:pt x="519113" y="19050"/>
                </a:lnTo>
                <a:lnTo>
                  <a:pt x="523875" y="23813"/>
                </a:lnTo>
                <a:lnTo>
                  <a:pt x="528638" y="28575"/>
                </a:lnTo>
                <a:lnTo>
                  <a:pt x="533400" y="33338"/>
                </a:lnTo>
                <a:lnTo>
                  <a:pt x="538163" y="38100"/>
                </a:lnTo>
                <a:lnTo>
                  <a:pt x="547688" y="38100"/>
                </a:lnTo>
                <a:lnTo>
                  <a:pt x="552450" y="42863"/>
                </a:lnTo>
                <a:lnTo>
                  <a:pt x="557213" y="47625"/>
                </a:lnTo>
                <a:lnTo>
                  <a:pt x="561975" y="52388"/>
                </a:lnTo>
                <a:lnTo>
                  <a:pt x="566738" y="57150"/>
                </a:lnTo>
                <a:lnTo>
                  <a:pt x="576263" y="57150"/>
                </a:lnTo>
                <a:lnTo>
                  <a:pt x="581025" y="61913"/>
                </a:lnTo>
                <a:lnTo>
                  <a:pt x="585788" y="66675"/>
                </a:lnTo>
                <a:lnTo>
                  <a:pt x="590550" y="71438"/>
                </a:lnTo>
                <a:lnTo>
                  <a:pt x="595313" y="76200"/>
                </a:lnTo>
                <a:lnTo>
                  <a:pt x="600075" y="80963"/>
                </a:lnTo>
                <a:lnTo>
                  <a:pt x="604838" y="85725"/>
                </a:lnTo>
                <a:lnTo>
                  <a:pt x="609600" y="90488"/>
                </a:lnTo>
                <a:lnTo>
                  <a:pt x="614363" y="95250"/>
                </a:lnTo>
                <a:lnTo>
                  <a:pt x="619125" y="100013"/>
                </a:lnTo>
                <a:lnTo>
                  <a:pt x="623888" y="104775"/>
                </a:lnTo>
                <a:lnTo>
                  <a:pt x="628650" y="109538"/>
                </a:lnTo>
                <a:lnTo>
                  <a:pt x="633413" y="114300"/>
                </a:lnTo>
                <a:lnTo>
                  <a:pt x="638175" y="119063"/>
                </a:lnTo>
                <a:lnTo>
                  <a:pt x="638175" y="128588"/>
                </a:lnTo>
                <a:lnTo>
                  <a:pt x="642938" y="133350"/>
                </a:lnTo>
                <a:lnTo>
                  <a:pt x="647700" y="138113"/>
                </a:lnTo>
                <a:lnTo>
                  <a:pt x="652463" y="142875"/>
                </a:lnTo>
                <a:lnTo>
                  <a:pt x="661988" y="142875"/>
                </a:lnTo>
                <a:lnTo>
                  <a:pt x="666750" y="147638"/>
                </a:lnTo>
                <a:lnTo>
                  <a:pt x="666750" y="157163"/>
                </a:lnTo>
                <a:lnTo>
                  <a:pt x="671513" y="161925"/>
                </a:lnTo>
                <a:lnTo>
                  <a:pt x="676275" y="166688"/>
                </a:lnTo>
                <a:lnTo>
                  <a:pt x="676275" y="176213"/>
                </a:lnTo>
                <a:lnTo>
                  <a:pt x="681038" y="180975"/>
                </a:lnTo>
                <a:lnTo>
                  <a:pt x="685800" y="185738"/>
                </a:lnTo>
                <a:lnTo>
                  <a:pt x="690563" y="190500"/>
                </a:lnTo>
                <a:lnTo>
                  <a:pt x="695325" y="195263"/>
                </a:lnTo>
                <a:lnTo>
                  <a:pt x="700088" y="200025"/>
                </a:lnTo>
                <a:lnTo>
                  <a:pt x="704850" y="204788"/>
                </a:lnTo>
                <a:lnTo>
                  <a:pt x="704850" y="214313"/>
                </a:lnTo>
                <a:lnTo>
                  <a:pt x="709613" y="219075"/>
                </a:lnTo>
                <a:lnTo>
                  <a:pt x="714375" y="223838"/>
                </a:lnTo>
                <a:lnTo>
                  <a:pt x="719138" y="228600"/>
                </a:lnTo>
                <a:lnTo>
                  <a:pt x="723900" y="233363"/>
                </a:lnTo>
                <a:lnTo>
                  <a:pt x="719138" y="238125"/>
                </a:lnTo>
                <a:lnTo>
                  <a:pt x="714375" y="242888"/>
                </a:lnTo>
                <a:lnTo>
                  <a:pt x="714375" y="252413"/>
                </a:lnTo>
                <a:lnTo>
                  <a:pt x="714375" y="261938"/>
                </a:lnTo>
                <a:lnTo>
                  <a:pt x="714375" y="271463"/>
                </a:lnTo>
                <a:lnTo>
                  <a:pt x="714375" y="280988"/>
                </a:lnTo>
                <a:lnTo>
                  <a:pt x="714375" y="290513"/>
                </a:lnTo>
                <a:lnTo>
                  <a:pt x="709613" y="295275"/>
                </a:lnTo>
                <a:lnTo>
                  <a:pt x="704850" y="300038"/>
                </a:lnTo>
                <a:lnTo>
                  <a:pt x="704850" y="309563"/>
                </a:lnTo>
                <a:lnTo>
                  <a:pt x="704850" y="319088"/>
                </a:lnTo>
                <a:lnTo>
                  <a:pt x="700088" y="323850"/>
                </a:lnTo>
                <a:lnTo>
                  <a:pt x="695325" y="328613"/>
                </a:lnTo>
                <a:lnTo>
                  <a:pt x="695325" y="338138"/>
                </a:lnTo>
                <a:lnTo>
                  <a:pt x="690563" y="342900"/>
                </a:lnTo>
                <a:lnTo>
                  <a:pt x="685800" y="347663"/>
                </a:lnTo>
                <a:lnTo>
                  <a:pt x="681038" y="352425"/>
                </a:lnTo>
                <a:lnTo>
                  <a:pt x="676275" y="357188"/>
                </a:lnTo>
                <a:lnTo>
                  <a:pt x="676275" y="366713"/>
                </a:lnTo>
                <a:lnTo>
                  <a:pt x="671513" y="371475"/>
                </a:lnTo>
                <a:lnTo>
                  <a:pt x="666750" y="376238"/>
                </a:lnTo>
                <a:lnTo>
                  <a:pt x="666750" y="385763"/>
                </a:lnTo>
                <a:lnTo>
                  <a:pt x="661988" y="390525"/>
                </a:lnTo>
                <a:lnTo>
                  <a:pt x="657225" y="395288"/>
                </a:lnTo>
                <a:lnTo>
                  <a:pt x="657225" y="404813"/>
                </a:lnTo>
                <a:lnTo>
                  <a:pt x="652463" y="409575"/>
                </a:lnTo>
                <a:lnTo>
                  <a:pt x="647700" y="414338"/>
                </a:lnTo>
                <a:lnTo>
                  <a:pt x="642938" y="419100"/>
                </a:lnTo>
                <a:lnTo>
                  <a:pt x="638175" y="423863"/>
                </a:lnTo>
                <a:lnTo>
                  <a:pt x="638175" y="433388"/>
                </a:lnTo>
                <a:lnTo>
                  <a:pt x="633413" y="438150"/>
                </a:lnTo>
                <a:lnTo>
                  <a:pt x="628650" y="442913"/>
                </a:lnTo>
                <a:lnTo>
                  <a:pt x="628650" y="452438"/>
                </a:lnTo>
                <a:lnTo>
                  <a:pt x="623888" y="457200"/>
                </a:lnTo>
                <a:lnTo>
                  <a:pt x="619125" y="461963"/>
                </a:lnTo>
                <a:lnTo>
                  <a:pt x="614363" y="466725"/>
                </a:lnTo>
                <a:lnTo>
                  <a:pt x="609600" y="471488"/>
                </a:lnTo>
                <a:lnTo>
                  <a:pt x="609600" y="481013"/>
                </a:lnTo>
                <a:lnTo>
                  <a:pt x="604838" y="485775"/>
                </a:lnTo>
                <a:lnTo>
                  <a:pt x="600075" y="490538"/>
                </a:lnTo>
                <a:lnTo>
                  <a:pt x="595313" y="495300"/>
                </a:lnTo>
                <a:lnTo>
                  <a:pt x="590550" y="500063"/>
                </a:lnTo>
                <a:lnTo>
                  <a:pt x="590550" y="509588"/>
                </a:lnTo>
                <a:lnTo>
                  <a:pt x="585788" y="514350"/>
                </a:lnTo>
                <a:lnTo>
                  <a:pt x="581025" y="519113"/>
                </a:lnTo>
                <a:lnTo>
                  <a:pt x="576263" y="523875"/>
                </a:lnTo>
                <a:lnTo>
                  <a:pt x="571500" y="528638"/>
                </a:lnTo>
                <a:lnTo>
                  <a:pt x="566738" y="533400"/>
                </a:lnTo>
                <a:lnTo>
                  <a:pt x="561975" y="538163"/>
                </a:lnTo>
                <a:lnTo>
                  <a:pt x="561975" y="547688"/>
                </a:lnTo>
                <a:lnTo>
                  <a:pt x="557213" y="552450"/>
                </a:lnTo>
                <a:lnTo>
                  <a:pt x="552450" y="557213"/>
                </a:lnTo>
                <a:lnTo>
                  <a:pt x="547688" y="561975"/>
                </a:lnTo>
                <a:lnTo>
                  <a:pt x="542925" y="566738"/>
                </a:lnTo>
                <a:lnTo>
                  <a:pt x="538163" y="571500"/>
                </a:lnTo>
                <a:lnTo>
                  <a:pt x="533400" y="576263"/>
                </a:lnTo>
                <a:lnTo>
                  <a:pt x="533400" y="585788"/>
                </a:lnTo>
                <a:lnTo>
                  <a:pt x="528638" y="590550"/>
                </a:lnTo>
                <a:lnTo>
                  <a:pt x="523875" y="595313"/>
                </a:lnTo>
                <a:lnTo>
                  <a:pt x="519113" y="600075"/>
                </a:lnTo>
                <a:lnTo>
                  <a:pt x="514350" y="604838"/>
                </a:lnTo>
                <a:lnTo>
                  <a:pt x="509588" y="609600"/>
                </a:lnTo>
                <a:lnTo>
                  <a:pt x="504825" y="614363"/>
                </a:lnTo>
                <a:lnTo>
                  <a:pt x="500063" y="619125"/>
                </a:lnTo>
                <a:lnTo>
                  <a:pt x="495300" y="623888"/>
                </a:lnTo>
                <a:lnTo>
                  <a:pt x="490538" y="628650"/>
                </a:lnTo>
                <a:lnTo>
                  <a:pt x="485775" y="633413"/>
                </a:lnTo>
                <a:lnTo>
                  <a:pt x="485775" y="642938"/>
                </a:lnTo>
                <a:lnTo>
                  <a:pt x="481013" y="647700"/>
                </a:lnTo>
                <a:lnTo>
                  <a:pt x="476250" y="652463"/>
                </a:lnTo>
                <a:lnTo>
                  <a:pt x="471488" y="657225"/>
                </a:lnTo>
                <a:lnTo>
                  <a:pt x="466725" y="661988"/>
                </a:lnTo>
                <a:lnTo>
                  <a:pt x="461963" y="666750"/>
                </a:lnTo>
                <a:lnTo>
                  <a:pt x="457200" y="671513"/>
                </a:lnTo>
                <a:lnTo>
                  <a:pt x="452438" y="676275"/>
                </a:lnTo>
                <a:lnTo>
                  <a:pt x="447675" y="681038"/>
                </a:lnTo>
                <a:lnTo>
                  <a:pt x="442913" y="685800"/>
                </a:lnTo>
                <a:lnTo>
                  <a:pt x="438150" y="690563"/>
                </a:lnTo>
                <a:lnTo>
                  <a:pt x="433388" y="695325"/>
                </a:lnTo>
                <a:lnTo>
                  <a:pt x="428625" y="700088"/>
                </a:lnTo>
                <a:lnTo>
                  <a:pt x="423863" y="704850"/>
                </a:lnTo>
                <a:lnTo>
                  <a:pt x="419100" y="709613"/>
                </a:lnTo>
                <a:lnTo>
                  <a:pt x="414338" y="714375"/>
                </a:lnTo>
                <a:lnTo>
                  <a:pt x="409575" y="719138"/>
                </a:lnTo>
                <a:lnTo>
                  <a:pt x="404813" y="723900"/>
                </a:lnTo>
                <a:lnTo>
                  <a:pt x="400050" y="728663"/>
                </a:lnTo>
                <a:lnTo>
                  <a:pt x="395288" y="733425"/>
                </a:lnTo>
                <a:lnTo>
                  <a:pt x="385763" y="733425"/>
                </a:lnTo>
                <a:lnTo>
                  <a:pt x="381000" y="738188"/>
                </a:lnTo>
                <a:lnTo>
                  <a:pt x="376238" y="742950"/>
                </a:lnTo>
                <a:lnTo>
                  <a:pt x="366713" y="742950"/>
                </a:lnTo>
                <a:lnTo>
                  <a:pt x="357188" y="742950"/>
                </a:lnTo>
                <a:lnTo>
                  <a:pt x="347663" y="742950"/>
                </a:lnTo>
                <a:lnTo>
                  <a:pt x="338138" y="742950"/>
                </a:lnTo>
                <a:lnTo>
                  <a:pt x="328613" y="742950"/>
                </a:lnTo>
                <a:lnTo>
                  <a:pt x="319088" y="742950"/>
                </a:lnTo>
                <a:lnTo>
                  <a:pt x="314325" y="738188"/>
                </a:lnTo>
                <a:lnTo>
                  <a:pt x="309563" y="733425"/>
                </a:lnTo>
                <a:lnTo>
                  <a:pt x="300038" y="733425"/>
                </a:lnTo>
                <a:lnTo>
                  <a:pt x="290513" y="733425"/>
                </a:lnTo>
                <a:lnTo>
                  <a:pt x="285750" y="728663"/>
                </a:lnTo>
                <a:lnTo>
                  <a:pt x="280988" y="723900"/>
                </a:lnTo>
                <a:lnTo>
                  <a:pt x="271463" y="723900"/>
                </a:lnTo>
                <a:lnTo>
                  <a:pt x="261938" y="723900"/>
                </a:lnTo>
                <a:lnTo>
                  <a:pt x="252413" y="723900"/>
                </a:lnTo>
                <a:lnTo>
                  <a:pt x="242888" y="723900"/>
                </a:lnTo>
                <a:lnTo>
                  <a:pt x="233363" y="723900"/>
                </a:lnTo>
                <a:lnTo>
                  <a:pt x="228600" y="719138"/>
                </a:lnTo>
                <a:lnTo>
                  <a:pt x="223838" y="714375"/>
                </a:lnTo>
                <a:lnTo>
                  <a:pt x="219075" y="709613"/>
                </a:lnTo>
                <a:lnTo>
                  <a:pt x="214313" y="704850"/>
                </a:lnTo>
                <a:lnTo>
                  <a:pt x="204788" y="704850"/>
                </a:lnTo>
                <a:lnTo>
                  <a:pt x="200025" y="700088"/>
                </a:lnTo>
                <a:lnTo>
                  <a:pt x="195263" y="695325"/>
                </a:lnTo>
                <a:lnTo>
                  <a:pt x="185738" y="695325"/>
                </a:lnTo>
                <a:lnTo>
                  <a:pt x="176213" y="695325"/>
                </a:lnTo>
                <a:lnTo>
                  <a:pt x="171450" y="690563"/>
                </a:lnTo>
                <a:lnTo>
                  <a:pt x="166688" y="685800"/>
                </a:lnTo>
                <a:lnTo>
                  <a:pt x="161925" y="681038"/>
                </a:lnTo>
                <a:lnTo>
                  <a:pt x="157163" y="676275"/>
                </a:lnTo>
                <a:lnTo>
                  <a:pt x="147638" y="676275"/>
                </a:lnTo>
                <a:lnTo>
                  <a:pt x="142875" y="671513"/>
                </a:lnTo>
                <a:lnTo>
                  <a:pt x="138113" y="666750"/>
                </a:lnTo>
                <a:lnTo>
                  <a:pt x="133350" y="661988"/>
                </a:lnTo>
                <a:lnTo>
                  <a:pt x="128588" y="657225"/>
                </a:lnTo>
                <a:lnTo>
                  <a:pt x="123825" y="652463"/>
                </a:lnTo>
                <a:lnTo>
                  <a:pt x="119063" y="647700"/>
                </a:lnTo>
                <a:lnTo>
                  <a:pt x="114300" y="642938"/>
                </a:lnTo>
                <a:lnTo>
                  <a:pt x="109538" y="638175"/>
                </a:lnTo>
                <a:lnTo>
                  <a:pt x="104775" y="633413"/>
                </a:lnTo>
                <a:lnTo>
                  <a:pt x="100013" y="628650"/>
                </a:lnTo>
                <a:lnTo>
                  <a:pt x="95250" y="623888"/>
                </a:lnTo>
                <a:lnTo>
                  <a:pt x="90488" y="619125"/>
                </a:lnTo>
                <a:lnTo>
                  <a:pt x="85725" y="614363"/>
                </a:lnTo>
                <a:lnTo>
                  <a:pt x="80963" y="609600"/>
                </a:lnTo>
                <a:lnTo>
                  <a:pt x="76200" y="604838"/>
                </a:lnTo>
                <a:lnTo>
                  <a:pt x="71438" y="600075"/>
                </a:lnTo>
                <a:lnTo>
                  <a:pt x="66675" y="595313"/>
                </a:lnTo>
                <a:lnTo>
                  <a:pt x="66675" y="585788"/>
                </a:lnTo>
                <a:lnTo>
                  <a:pt x="61913" y="581025"/>
                </a:lnTo>
                <a:lnTo>
                  <a:pt x="57150" y="576263"/>
                </a:lnTo>
                <a:lnTo>
                  <a:pt x="52388" y="571500"/>
                </a:lnTo>
                <a:lnTo>
                  <a:pt x="47625" y="566738"/>
                </a:lnTo>
                <a:lnTo>
                  <a:pt x="42863" y="561975"/>
                </a:lnTo>
                <a:lnTo>
                  <a:pt x="38100" y="557213"/>
                </a:lnTo>
                <a:lnTo>
                  <a:pt x="33338" y="552450"/>
                </a:lnTo>
                <a:lnTo>
                  <a:pt x="28575" y="547688"/>
                </a:lnTo>
                <a:lnTo>
                  <a:pt x="28575" y="538163"/>
                </a:lnTo>
                <a:lnTo>
                  <a:pt x="23813" y="533400"/>
                </a:lnTo>
                <a:lnTo>
                  <a:pt x="19050" y="528638"/>
                </a:lnTo>
                <a:lnTo>
                  <a:pt x="19050" y="519113"/>
                </a:lnTo>
                <a:lnTo>
                  <a:pt x="19050" y="509588"/>
                </a:lnTo>
                <a:lnTo>
                  <a:pt x="19050" y="500063"/>
                </a:lnTo>
                <a:lnTo>
                  <a:pt x="19050" y="490538"/>
                </a:lnTo>
                <a:lnTo>
                  <a:pt x="14288" y="485775"/>
                </a:lnTo>
                <a:lnTo>
                  <a:pt x="9525" y="481013"/>
                </a:lnTo>
                <a:lnTo>
                  <a:pt x="9525" y="471488"/>
                </a:lnTo>
                <a:lnTo>
                  <a:pt x="4763" y="466725"/>
                </a:lnTo>
                <a:lnTo>
                  <a:pt x="0" y="461963"/>
                </a:lnTo>
                <a:lnTo>
                  <a:pt x="0" y="452438"/>
                </a:lnTo>
                <a:lnTo>
                  <a:pt x="0" y="442913"/>
                </a:lnTo>
                <a:lnTo>
                  <a:pt x="0" y="433388"/>
                </a:lnTo>
                <a:lnTo>
                  <a:pt x="0" y="423863"/>
                </a:lnTo>
                <a:lnTo>
                  <a:pt x="4763" y="419100"/>
                </a:lnTo>
                <a:lnTo>
                  <a:pt x="9525" y="414338"/>
                </a:lnTo>
                <a:lnTo>
                  <a:pt x="9525" y="404813"/>
                </a:lnTo>
                <a:lnTo>
                  <a:pt x="14288" y="400050"/>
                </a:lnTo>
                <a:lnTo>
                  <a:pt x="19050" y="395288"/>
                </a:lnTo>
                <a:lnTo>
                  <a:pt x="19050" y="385763"/>
                </a:lnTo>
                <a:lnTo>
                  <a:pt x="23813" y="381000"/>
                </a:lnTo>
                <a:lnTo>
                  <a:pt x="28575" y="376238"/>
                </a:lnTo>
                <a:lnTo>
                  <a:pt x="28575" y="366713"/>
                </a:lnTo>
                <a:lnTo>
                  <a:pt x="33338" y="361950"/>
                </a:lnTo>
                <a:lnTo>
                  <a:pt x="38100" y="357188"/>
                </a:lnTo>
                <a:lnTo>
                  <a:pt x="38100" y="347663"/>
                </a:lnTo>
                <a:lnTo>
                  <a:pt x="42863" y="342900"/>
                </a:lnTo>
                <a:lnTo>
                  <a:pt x="47625" y="338138"/>
                </a:lnTo>
                <a:lnTo>
                  <a:pt x="47625" y="328613"/>
                </a:lnTo>
                <a:lnTo>
                  <a:pt x="52388" y="323850"/>
                </a:lnTo>
                <a:lnTo>
                  <a:pt x="57150" y="319088"/>
                </a:lnTo>
                <a:lnTo>
                  <a:pt x="61913" y="314325"/>
                </a:lnTo>
                <a:lnTo>
                  <a:pt x="66675" y="309563"/>
                </a:lnTo>
                <a:lnTo>
                  <a:pt x="66675" y="300038"/>
                </a:lnTo>
                <a:lnTo>
                  <a:pt x="71438" y="295275"/>
                </a:lnTo>
                <a:lnTo>
                  <a:pt x="76200" y="290513"/>
                </a:lnTo>
                <a:lnTo>
                  <a:pt x="76200" y="280988"/>
                </a:lnTo>
                <a:lnTo>
                  <a:pt x="80963" y="276225"/>
                </a:lnTo>
                <a:lnTo>
                  <a:pt x="85725" y="271463"/>
                </a:lnTo>
                <a:lnTo>
                  <a:pt x="85725" y="261938"/>
                </a:lnTo>
                <a:lnTo>
                  <a:pt x="90488" y="257175"/>
                </a:lnTo>
                <a:lnTo>
                  <a:pt x="95250" y="252413"/>
                </a:lnTo>
                <a:lnTo>
                  <a:pt x="100013" y="247650"/>
                </a:lnTo>
                <a:lnTo>
                  <a:pt x="104775" y="242888"/>
                </a:lnTo>
                <a:lnTo>
                  <a:pt x="104775" y="233363"/>
                </a:lnTo>
                <a:lnTo>
                  <a:pt x="109538" y="228600"/>
                </a:lnTo>
                <a:lnTo>
                  <a:pt x="114300" y="223838"/>
                </a:lnTo>
                <a:lnTo>
                  <a:pt x="119063" y="219075"/>
                </a:lnTo>
                <a:lnTo>
                  <a:pt x="123825" y="214313"/>
                </a:lnTo>
                <a:lnTo>
                  <a:pt x="123825" y="204788"/>
                </a:lnTo>
                <a:lnTo>
                  <a:pt x="128588" y="200025"/>
                </a:lnTo>
                <a:lnTo>
                  <a:pt x="133350" y="195263"/>
                </a:lnTo>
                <a:lnTo>
                  <a:pt x="138113" y="190500"/>
                </a:lnTo>
                <a:lnTo>
                  <a:pt x="142875" y="185738"/>
                </a:lnTo>
                <a:lnTo>
                  <a:pt x="147638" y="180975"/>
                </a:lnTo>
                <a:lnTo>
                  <a:pt x="152400" y="176213"/>
                </a:lnTo>
                <a:lnTo>
                  <a:pt x="152400" y="166688"/>
                </a:lnTo>
                <a:lnTo>
                  <a:pt x="157163" y="161925"/>
                </a:lnTo>
                <a:lnTo>
                  <a:pt x="161925" y="157163"/>
                </a:lnTo>
                <a:lnTo>
                  <a:pt x="166688" y="152400"/>
                </a:lnTo>
                <a:lnTo>
                  <a:pt x="171450" y="147638"/>
                </a:lnTo>
                <a:lnTo>
                  <a:pt x="176213" y="142875"/>
                </a:lnTo>
                <a:lnTo>
                  <a:pt x="180975" y="138113"/>
                </a:lnTo>
                <a:lnTo>
                  <a:pt x="180975" y="128588"/>
                </a:lnTo>
                <a:lnTo>
                  <a:pt x="185738" y="123825"/>
                </a:lnTo>
                <a:lnTo>
                  <a:pt x="190500" y="119063"/>
                </a:lnTo>
                <a:lnTo>
                  <a:pt x="195263" y="114300"/>
                </a:lnTo>
                <a:lnTo>
                  <a:pt x="200025" y="109538"/>
                </a:lnTo>
                <a:lnTo>
                  <a:pt x="204788" y="104775"/>
                </a:lnTo>
                <a:lnTo>
                  <a:pt x="209550" y="100013"/>
                </a:lnTo>
                <a:lnTo>
                  <a:pt x="214313" y="95250"/>
                </a:lnTo>
                <a:lnTo>
                  <a:pt x="219075" y="90488"/>
                </a:lnTo>
                <a:lnTo>
                  <a:pt x="223838" y="85725"/>
                </a:lnTo>
                <a:lnTo>
                  <a:pt x="228600" y="80963"/>
                </a:lnTo>
                <a:lnTo>
                  <a:pt x="228600" y="71438"/>
                </a:lnTo>
                <a:lnTo>
                  <a:pt x="233363" y="66675"/>
                </a:lnTo>
                <a:lnTo>
                  <a:pt x="238125" y="61913"/>
                </a:lnTo>
                <a:lnTo>
                  <a:pt x="242888" y="57150"/>
                </a:lnTo>
                <a:lnTo>
                  <a:pt x="247650" y="52388"/>
                </a:lnTo>
                <a:lnTo>
                  <a:pt x="252413" y="47625"/>
                </a:lnTo>
                <a:lnTo>
                  <a:pt x="257175" y="42863"/>
                </a:lnTo>
                <a:lnTo>
                  <a:pt x="261938" y="38100"/>
                </a:lnTo>
                <a:lnTo>
                  <a:pt x="266700" y="33338"/>
                </a:lnTo>
                <a:lnTo>
                  <a:pt x="271463" y="28575"/>
                </a:lnTo>
                <a:lnTo>
                  <a:pt x="276225" y="23813"/>
                </a:lnTo>
                <a:lnTo>
                  <a:pt x="280988" y="19050"/>
                </a:lnTo>
                <a:lnTo>
                  <a:pt x="285750" y="14288"/>
                </a:lnTo>
                <a:lnTo>
                  <a:pt x="290513" y="9525"/>
                </a:lnTo>
                <a:lnTo>
                  <a:pt x="295275" y="4763"/>
                </a:lnTo>
                <a:close/>
              </a:path>
            </a:pathLst>
          </a:custGeom>
          <a:solidFill xmlns:a="http://schemas.openxmlformats.org/drawingml/2006/main">
            <a:srgbClr val="D6D6D6"/>
          </a:solidFill>
          <a:ln xmlns:a="http://schemas.openxmlformats.org/drawingml/2006/main" w="0">
            <a:noFill/>
            <a:prstDash val="solid"/>
          </a:ln>
        </p:spPr>
      </p:sp>
      <p:sp>
        <p:nvSpPr>
          <p:cNvPr id="320" name="deep-skill-chaining-source-component-5-gradient-216-0">
            <a:extLst xmlns:a="http://schemas.openxmlformats.org/drawingml/2006/main">
              <a:ext uri="{FF2B5EF4-FFF2-40B4-BE49-F238E27FC236}">
                <a16:creationId xmlns:a16="http://schemas.microsoft.com/office/drawing/2014/main" id="{74AD9186-4CCD-4D1E-9919-DF91A3307459}"/>
              </a:ext>
            </a:extLst>
          </p:cNvPr>
          <p:cNvSpPr>
            <a:spLocks xmlns:a="http://schemas.openxmlformats.org/drawingml/2006/main" noGrp="1"/>
          </p:cNvSpPr>
          <p:nvPr/>
        </p:nvSpPr>
        <p:spPr>
          <a:xfrm xmlns:a="http://schemas.openxmlformats.org/drawingml/2006/main" rot="0">
            <a:off x="8477250" y="2514600"/>
            <a:ext cx="695325" cy="704850"/>
          </a:xfrm>
          <a:custGeom xmlns:a="http://schemas.openxmlformats.org/drawingml/2006/main">
            <a:pathLst>
              <a:path w="695325" h="70485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61963" y="9525"/>
                </a:lnTo>
                <a:lnTo>
                  <a:pt x="471488" y="9525"/>
                </a:lnTo>
                <a:lnTo>
                  <a:pt x="481013" y="9525"/>
                </a:lnTo>
                <a:lnTo>
                  <a:pt x="485775" y="14288"/>
                </a:lnTo>
                <a:lnTo>
                  <a:pt x="490538" y="19050"/>
                </a:lnTo>
                <a:lnTo>
                  <a:pt x="500063" y="19050"/>
                </a:lnTo>
                <a:lnTo>
                  <a:pt x="504825" y="23813"/>
                </a:lnTo>
                <a:lnTo>
                  <a:pt x="509588" y="28575"/>
                </a:lnTo>
                <a:lnTo>
                  <a:pt x="519113" y="28575"/>
                </a:lnTo>
                <a:lnTo>
                  <a:pt x="528638" y="28575"/>
                </a:lnTo>
                <a:lnTo>
                  <a:pt x="533400" y="33338"/>
                </a:lnTo>
                <a:lnTo>
                  <a:pt x="538163" y="38100"/>
                </a:lnTo>
                <a:lnTo>
                  <a:pt x="547688" y="38100"/>
                </a:lnTo>
                <a:lnTo>
                  <a:pt x="552450" y="42863"/>
                </a:lnTo>
                <a:lnTo>
                  <a:pt x="552450" y="52388"/>
                </a:lnTo>
                <a:lnTo>
                  <a:pt x="557213" y="57150"/>
                </a:lnTo>
                <a:lnTo>
                  <a:pt x="561975" y="61913"/>
                </a:lnTo>
                <a:lnTo>
                  <a:pt x="566738" y="66675"/>
                </a:lnTo>
                <a:lnTo>
                  <a:pt x="571500" y="71438"/>
                </a:lnTo>
                <a:lnTo>
                  <a:pt x="576263" y="76200"/>
                </a:lnTo>
                <a:lnTo>
                  <a:pt x="581025" y="80963"/>
                </a:lnTo>
                <a:lnTo>
                  <a:pt x="585788" y="85725"/>
                </a:lnTo>
                <a:lnTo>
                  <a:pt x="595313" y="85725"/>
                </a:lnTo>
                <a:lnTo>
                  <a:pt x="600075" y="90488"/>
                </a:lnTo>
                <a:lnTo>
                  <a:pt x="604838" y="95250"/>
                </a:lnTo>
                <a:lnTo>
                  <a:pt x="609600" y="100013"/>
                </a:lnTo>
                <a:lnTo>
                  <a:pt x="609600" y="109538"/>
                </a:lnTo>
                <a:lnTo>
                  <a:pt x="614363" y="114300"/>
                </a:lnTo>
                <a:lnTo>
                  <a:pt x="619125" y="119063"/>
                </a:lnTo>
                <a:lnTo>
                  <a:pt x="623888" y="123825"/>
                </a:lnTo>
                <a:lnTo>
                  <a:pt x="628650" y="128588"/>
                </a:lnTo>
                <a:lnTo>
                  <a:pt x="628650" y="138113"/>
                </a:lnTo>
                <a:lnTo>
                  <a:pt x="633413" y="142875"/>
                </a:lnTo>
                <a:lnTo>
                  <a:pt x="638175" y="147638"/>
                </a:lnTo>
                <a:lnTo>
                  <a:pt x="642938" y="152400"/>
                </a:lnTo>
                <a:lnTo>
                  <a:pt x="647700" y="157163"/>
                </a:lnTo>
                <a:lnTo>
                  <a:pt x="652463" y="161925"/>
                </a:lnTo>
                <a:lnTo>
                  <a:pt x="657225" y="166688"/>
                </a:lnTo>
                <a:lnTo>
                  <a:pt x="661988" y="171450"/>
                </a:lnTo>
                <a:lnTo>
                  <a:pt x="666750" y="176213"/>
                </a:lnTo>
                <a:lnTo>
                  <a:pt x="671513" y="180975"/>
                </a:lnTo>
                <a:lnTo>
                  <a:pt x="676275" y="185738"/>
                </a:lnTo>
                <a:lnTo>
                  <a:pt x="676275" y="195263"/>
                </a:lnTo>
                <a:lnTo>
                  <a:pt x="681038" y="200025"/>
                </a:lnTo>
                <a:lnTo>
                  <a:pt x="685800" y="204788"/>
                </a:lnTo>
                <a:lnTo>
                  <a:pt x="690563" y="209550"/>
                </a:lnTo>
                <a:lnTo>
                  <a:pt x="695325" y="214313"/>
                </a:lnTo>
                <a:lnTo>
                  <a:pt x="690563" y="219075"/>
                </a:lnTo>
                <a:lnTo>
                  <a:pt x="685800" y="223838"/>
                </a:lnTo>
                <a:lnTo>
                  <a:pt x="685800" y="233363"/>
                </a:lnTo>
                <a:lnTo>
                  <a:pt x="685800" y="242888"/>
                </a:lnTo>
                <a:lnTo>
                  <a:pt x="685800" y="252413"/>
                </a:lnTo>
                <a:lnTo>
                  <a:pt x="690563" y="257175"/>
                </a:lnTo>
                <a:lnTo>
                  <a:pt x="695325" y="261938"/>
                </a:lnTo>
                <a:lnTo>
                  <a:pt x="695325" y="271463"/>
                </a:lnTo>
                <a:lnTo>
                  <a:pt x="695325" y="280988"/>
                </a:lnTo>
                <a:lnTo>
                  <a:pt x="695325" y="290513"/>
                </a:lnTo>
                <a:lnTo>
                  <a:pt x="695325" y="300038"/>
                </a:lnTo>
                <a:lnTo>
                  <a:pt x="690563" y="304800"/>
                </a:lnTo>
                <a:lnTo>
                  <a:pt x="685800" y="309563"/>
                </a:lnTo>
                <a:lnTo>
                  <a:pt x="685800" y="319088"/>
                </a:lnTo>
                <a:lnTo>
                  <a:pt x="681038" y="323850"/>
                </a:lnTo>
                <a:lnTo>
                  <a:pt x="676275" y="328613"/>
                </a:lnTo>
                <a:lnTo>
                  <a:pt x="671513" y="333375"/>
                </a:lnTo>
                <a:lnTo>
                  <a:pt x="666750" y="338138"/>
                </a:lnTo>
                <a:lnTo>
                  <a:pt x="666750" y="347663"/>
                </a:lnTo>
                <a:lnTo>
                  <a:pt x="661988" y="352425"/>
                </a:lnTo>
                <a:lnTo>
                  <a:pt x="657225" y="357188"/>
                </a:lnTo>
                <a:lnTo>
                  <a:pt x="657225" y="366713"/>
                </a:lnTo>
                <a:lnTo>
                  <a:pt x="652463" y="371475"/>
                </a:lnTo>
                <a:lnTo>
                  <a:pt x="647700" y="376238"/>
                </a:lnTo>
                <a:lnTo>
                  <a:pt x="647700" y="385763"/>
                </a:lnTo>
                <a:lnTo>
                  <a:pt x="642938" y="390525"/>
                </a:lnTo>
                <a:lnTo>
                  <a:pt x="638175" y="395288"/>
                </a:lnTo>
                <a:lnTo>
                  <a:pt x="633413" y="400050"/>
                </a:lnTo>
                <a:lnTo>
                  <a:pt x="628650" y="404813"/>
                </a:lnTo>
                <a:lnTo>
                  <a:pt x="628650" y="414338"/>
                </a:lnTo>
                <a:lnTo>
                  <a:pt x="623888" y="419100"/>
                </a:lnTo>
                <a:lnTo>
                  <a:pt x="619125" y="423863"/>
                </a:lnTo>
                <a:lnTo>
                  <a:pt x="619125" y="433388"/>
                </a:lnTo>
                <a:lnTo>
                  <a:pt x="614363" y="438150"/>
                </a:lnTo>
                <a:lnTo>
                  <a:pt x="609600" y="442913"/>
                </a:lnTo>
                <a:lnTo>
                  <a:pt x="604838" y="447675"/>
                </a:lnTo>
                <a:lnTo>
                  <a:pt x="600075" y="452438"/>
                </a:lnTo>
                <a:lnTo>
                  <a:pt x="600075" y="461963"/>
                </a:lnTo>
                <a:lnTo>
                  <a:pt x="595313" y="466725"/>
                </a:lnTo>
                <a:lnTo>
                  <a:pt x="590550" y="471488"/>
                </a:lnTo>
                <a:lnTo>
                  <a:pt x="585788" y="476250"/>
                </a:lnTo>
                <a:lnTo>
                  <a:pt x="581025" y="481013"/>
                </a:lnTo>
                <a:lnTo>
                  <a:pt x="581025" y="490538"/>
                </a:lnTo>
                <a:lnTo>
                  <a:pt x="576263" y="495300"/>
                </a:lnTo>
                <a:lnTo>
                  <a:pt x="571500" y="500063"/>
                </a:lnTo>
                <a:lnTo>
                  <a:pt x="566738" y="504825"/>
                </a:lnTo>
                <a:lnTo>
                  <a:pt x="561975" y="509588"/>
                </a:lnTo>
                <a:lnTo>
                  <a:pt x="557213" y="514350"/>
                </a:lnTo>
                <a:lnTo>
                  <a:pt x="552450" y="519113"/>
                </a:lnTo>
                <a:lnTo>
                  <a:pt x="552450" y="528638"/>
                </a:lnTo>
                <a:lnTo>
                  <a:pt x="547688" y="533400"/>
                </a:lnTo>
                <a:lnTo>
                  <a:pt x="542925" y="538163"/>
                </a:lnTo>
                <a:lnTo>
                  <a:pt x="538163" y="542925"/>
                </a:lnTo>
                <a:lnTo>
                  <a:pt x="533400" y="547688"/>
                </a:lnTo>
                <a:lnTo>
                  <a:pt x="528638" y="552450"/>
                </a:lnTo>
                <a:lnTo>
                  <a:pt x="523875" y="557213"/>
                </a:lnTo>
                <a:lnTo>
                  <a:pt x="523875" y="566738"/>
                </a:lnTo>
                <a:lnTo>
                  <a:pt x="519113" y="571500"/>
                </a:lnTo>
                <a:lnTo>
                  <a:pt x="514350" y="576263"/>
                </a:lnTo>
                <a:lnTo>
                  <a:pt x="509588" y="581025"/>
                </a:lnTo>
                <a:lnTo>
                  <a:pt x="504825" y="585788"/>
                </a:lnTo>
                <a:lnTo>
                  <a:pt x="500063" y="590550"/>
                </a:lnTo>
                <a:lnTo>
                  <a:pt x="495300" y="595313"/>
                </a:lnTo>
                <a:lnTo>
                  <a:pt x="490538" y="600075"/>
                </a:lnTo>
                <a:lnTo>
                  <a:pt x="485775" y="604838"/>
                </a:lnTo>
                <a:lnTo>
                  <a:pt x="481013" y="609600"/>
                </a:lnTo>
                <a:lnTo>
                  <a:pt x="476250" y="614363"/>
                </a:lnTo>
                <a:lnTo>
                  <a:pt x="476250" y="623888"/>
                </a:lnTo>
                <a:lnTo>
                  <a:pt x="471488" y="628650"/>
                </a:lnTo>
                <a:lnTo>
                  <a:pt x="466725" y="633413"/>
                </a:lnTo>
                <a:lnTo>
                  <a:pt x="461963" y="638175"/>
                </a:lnTo>
                <a:lnTo>
                  <a:pt x="457200" y="642938"/>
                </a:lnTo>
                <a:lnTo>
                  <a:pt x="452438" y="647700"/>
                </a:lnTo>
                <a:lnTo>
                  <a:pt x="447675" y="652463"/>
                </a:lnTo>
                <a:lnTo>
                  <a:pt x="442913" y="657225"/>
                </a:lnTo>
                <a:lnTo>
                  <a:pt x="438150" y="661988"/>
                </a:lnTo>
                <a:lnTo>
                  <a:pt x="433388" y="666750"/>
                </a:lnTo>
                <a:lnTo>
                  <a:pt x="428625" y="671513"/>
                </a:lnTo>
                <a:lnTo>
                  <a:pt x="423863" y="676275"/>
                </a:lnTo>
                <a:lnTo>
                  <a:pt x="419100" y="681038"/>
                </a:lnTo>
                <a:lnTo>
                  <a:pt x="414338" y="685800"/>
                </a:lnTo>
                <a:lnTo>
                  <a:pt x="409575" y="690563"/>
                </a:lnTo>
                <a:lnTo>
                  <a:pt x="404813" y="695325"/>
                </a:lnTo>
                <a:lnTo>
                  <a:pt x="395288" y="695325"/>
                </a:lnTo>
                <a:lnTo>
                  <a:pt x="390525" y="700088"/>
                </a:lnTo>
                <a:lnTo>
                  <a:pt x="385763" y="704850"/>
                </a:lnTo>
                <a:lnTo>
                  <a:pt x="376238" y="704850"/>
                </a:lnTo>
                <a:lnTo>
                  <a:pt x="366713" y="704850"/>
                </a:lnTo>
                <a:lnTo>
                  <a:pt x="357188" y="704850"/>
                </a:lnTo>
                <a:lnTo>
                  <a:pt x="347663" y="704850"/>
                </a:lnTo>
                <a:lnTo>
                  <a:pt x="338138" y="704850"/>
                </a:lnTo>
                <a:lnTo>
                  <a:pt x="328613" y="704850"/>
                </a:lnTo>
                <a:lnTo>
                  <a:pt x="319088" y="704850"/>
                </a:lnTo>
                <a:lnTo>
                  <a:pt x="309563" y="704850"/>
                </a:lnTo>
                <a:lnTo>
                  <a:pt x="304800" y="700088"/>
                </a:lnTo>
                <a:lnTo>
                  <a:pt x="300038" y="695325"/>
                </a:lnTo>
                <a:lnTo>
                  <a:pt x="290513" y="695325"/>
                </a:lnTo>
                <a:lnTo>
                  <a:pt x="280988" y="695325"/>
                </a:lnTo>
                <a:lnTo>
                  <a:pt x="271463" y="695325"/>
                </a:lnTo>
                <a:lnTo>
                  <a:pt x="261938" y="695325"/>
                </a:lnTo>
                <a:lnTo>
                  <a:pt x="252413" y="695325"/>
                </a:lnTo>
                <a:lnTo>
                  <a:pt x="247650" y="690563"/>
                </a:lnTo>
                <a:lnTo>
                  <a:pt x="242888" y="685800"/>
                </a:lnTo>
                <a:lnTo>
                  <a:pt x="233363" y="685800"/>
                </a:lnTo>
                <a:lnTo>
                  <a:pt x="223838" y="685800"/>
                </a:lnTo>
                <a:lnTo>
                  <a:pt x="219075" y="681038"/>
                </a:lnTo>
                <a:lnTo>
                  <a:pt x="214313" y="676275"/>
                </a:lnTo>
                <a:lnTo>
                  <a:pt x="209550" y="671513"/>
                </a:lnTo>
                <a:lnTo>
                  <a:pt x="204788" y="666750"/>
                </a:lnTo>
                <a:lnTo>
                  <a:pt x="195263" y="666750"/>
                </a:lnTo>
                <a:lnTo>
                  <a:pt x="190500" y="661988"/>
                </a:lnTo>
                <a:lnTo>
                  <a:pt x="185738" y="657225"/>
                </a:lnTo>
                <a:lnTo>
                  <a:pt x="180975" y="652463"/>
                </a:lnTo>
                <a:lnTo>
                  <a:pt x="176213" y="647700"/>
                </a:lnTo>
                <a:lnTo>
                  <a:pt x="166688" y="647700"/>
                </a:lnTo>
                <a:lnTo>
                  <a:pt x="161925" y="642938"/>
                </a:lnTo>
                <a:lnTo>
                  <a:pt x="157163" y="638175"/>
                </a:lnTo>
                <a:lnTo>
                  <a:pt x="147638" y="638175"/>
                </a:lnTo>
                <a:lnTo>
                  <a:pt x="142875" y="633413"/>
                </a:lnTo>
                <a:lnTo>
                  <a:pt x="138113" y="628650"/>
                </a:lnTo>
                <a:lnTo>
                  <a:pt x="133350" y="623888"/>
                </a:lnTo>
                <a:lnTo>
                  <a:pt x="128588" y="619125"/>
                </a:lnTo>
                <a:lnTo>
                  <a:pt x="123825" y="614363"/>
                </a:lnTo>
                <a:lnTo>
                  <a:pt x="119063" y="609600"/>
                </a:lnTo>
                <a:lnTo>
                  <a:pt x="114300" y="604838"/>
                </a:lnTo>
                <a:lnTo>
                  <a:pt x="109538" y="600075"/>
                </a:lnTo>
                <a:lnTo>
                  <a:pt x="104775" y="595313"/>
                </a:lnTo>
                <a:lnTo>
                  <a:pt x="100013" y="590550"/>
                </a:lnTo>
                <a:lnTo>
                  <a:pt x="95250" y="585788"/>
                </a:lnTo>
                <a:lnTo>
                  <a:pt x="90488" y="581025"/>
                </a:lnTo>
                <a:lnTo>
                  <a:pt x="85725" y="576263"/>
                </a:lnTo>
                <a:lnTo>
                  <a:pt x="80963" y="571500"/>
                </a:lnTo>
                <a:lnTo>
                  <a:pt x="76200" y="566738"/>
                </a:lnTo>
                <a:lnTo>
                  <a:pt x="71438" y="561975"/>
                </a:lnTo>
                <a:lnTo>
                  <a:pt x="66675" y="557213"/>
                </a:lnTo>
                <a:lnTo>
                  <a:pt x="66675" y="547688"/>
                </a:lnTo>
                <a:lnTo>
                  <a:pt x="61913" y="542925"/>
                </a:lnTo>
                <a:lnTo>
                  <a:pt x="52388" y="542925"/>
                </a:lnTo>
                <a:lnTo>
                  <a:pt x="47625" y="538163"/>
                </a:lnTo>
                <a:lnTo>
                  <a:pt x="42863" y="533400"/>
                </a:lnTo>
                <a:lnTo>
                  <a:pt x="38100" y="528638"/>
                </a:lnTo>
                <a:lnTo>
                  <a:pt x="38100" y="519113"/>
                </a:lnTo>
                <a:lnTo>
                  <a:pt x="33338" y="514350"/>
                </a:lnTo>
                <a:lnTo>
                  <a:pt x="28575" y="509588"/>
                </a:lnTo>
                <a:lnTo>
                  <a:pt x="23813" y="504825"/>
                </a:lnTo>
                <a:lnTo>
                  <a:pt x="19050" y="500063"/>
                </a:lnTo>
                <a:lnTo>
                  <a:pt x="19050" y="490538"/>
                </a:lnTo>
                <a:lnTo>
                  <a:pt x="19050" y="481013"/>
                </a:lnTo>
                <a:lnTo>
                  <a:pt x="19050" y="471488"/>
                </a:lnTo>
                <a:lnTo>
                  <a:pt x="19050" y="461963"/>
                </a:lnTo>
                <a:lnTo>
                  <a:pt x="14288" y="457200"/>
                </a:lnTo>
                <a:lnTo>
                  <a:pt x="9525" y="452438"/>
                </a:lnTo>
                <a:lnTo>
                  <a:pt x="9525" y="442913"/>
                </a:lnTo>
                <a:lnTo>
                  <a:pt x="9525" y="433388"/>
                </a:lnTo>
                <a:lnTo>
                  <a:pt x="9525" y="423863"/>
                </a:lnTo>
                <a:lnTo>
                  <a:pt x="9525" y="414338"/>
                </a:lnTo>
                <a:lnTo>
                  <a:pt x="9525" y="404813"/>
                </a:lnTo>
                <a:lnTo>
                  <a:pt x="9525" y="395288"/>
                </a:lnTo>
                <a:lnTo>
                  <a:pt x="4763" y="390525"/>
                </a:lnTo>
                <a:lnTo>
                  <a:pt x="0" y="385763"/>
                </a:lnTo>
                <a:lnTo>
                  <a:pt x="4763" y="381000"/>
                </a:lnTo>
                <a:lnTo>
                  <a:pt x="9525" y="376238"/>
                </a:lnTo>
                <a:lnTo>
                  <a:pt x="9525" y="366713"/>
                </a:lnTo>
                <a:lnTo>
                  <a:pt x="14288" y="361950"/>
                </a:lnTo>
                <a:lnTo>
                  <a:pt x="19050" y="357188"/>
                </a:lnTo>
                <a:lnTo>
                  <a:pt x="19050" y="347663"/>
                </a:lnTo>
                <a:lnTo>
                  <a:pt x="23813" y="342900"/>
                </a:lnTo>
                <a:lnTo>
                  <a:pt x="28575" y="338138"/>
                </a:lnTo>
                <a:lnTo>
                  <a:pt x="28575" y="328613"/>
                </a:lnTo>
                <a:lnTo>
                  <a:pt x="33338" y="323850"/>
                </a:lnTo>
                <a:lnTo>
                  <a:pt x="38100" y="319088"/>
                </a:lnTo>
                <a:lnTo>
                  <a:pt x="38100" y="309563"/>
                </a:lnTo>
                <a:lnTo>
                  <a:pt x="42863" y="304800"/>
                </a:lnTo>
                <a:lnTo>
                  <a:pt x="47625" y="300038"/>
                </a:lnTo>
                <a:lnTo>
                  <a:pt x="52388" y="295275"/>
                </a:lnTo>
                <a:lnTo>
                  <a:pt x="57150" y="290513"/>
                </a:lnTo>
                <a:lnTo>
                  <a:pt x="57150" y="280988"/>
                </a:lnTo>
                <a:lnTo>
                  <a:pt x="61913" y="276225"/>
                </a:lnTo>
                <a:lnTo>
                  <a:pt x="66675" y="271463"/>
                </a:lnTo>
                <a:lnTo>
                  <a:pt x="66675" y="261938"/>
                </a:lnTo>
                <a:lnTo>
                  <a:pt x="71438" y="257175"/>
                </a:lnTo>
                <a:lnTo>
                  <a:pt x="76200" y="252413"/>
                </a:lnTo>
                <a:lnTo>
                  <a:pt x="76200" y="242888"/>
                </a:lnTo>
                <a:lnTo>
                  <a:pt x="80963" y="238125"/>
                </a:lnTo>
                <a:lnTo>
                  <a:pt x="85725" y="233363"/>
                </a:lnTo>
                <a:lnTo>
                  <a:pt x="90488" y="228600"/>
                </a:lnTo>
                <a:lnTo>
                  <a:pt x="95250" y="223838"/>
                </a:lnTo>
                <a:lnTo>
                  <a:pt x="95250" y="214313"/>
                </a:lnTo>
                <a:lnTo>
                  <a:pt x="100013" y="209550"/>
                </a:lnTo>
                <a:lnTo>
                  <a:pt x="104775" y="204788"/>
                </a:lnTo>
                <a:lnTo>
                  <a:pt x="109538" y="200025"/>
                </a:lnTo>
                <a:lnTo>
                  <a:pt x="114300" y="195263"/>
                </a:lnTo>
                <a:lnTo>
                  <a:pt x="114300" y="185738"/>
                </a:lnTo>
                <a:lnTo>
                  <a:pt x="119063" y="180975"/>
                </a:lnTo>
                <a:lnTo>
                  <a:pt x="123825" y="176213"/>
                </a:lnTo>
                <a:lnTo>
                  <a:pt x="128588" y="171450"/>
                </a:lnTo>
                <a:lnTo>
                  <a:pt x="133350" y="166688"/>
                </a:lnTo>
                <a:lnTo>
                  <a:pt x="138113" y="161925"/>
                </a:lnTo>
                <a:lnTo>
                  <a:pt x="142875" y="157163"/>
                </a:lnTo>
                <a:lnTo>
                  <a:pt x="142875" y="147638"/>
                </a:lnTo>
                <a:lnTo>
                  <a:pt x="147638" y="142875"/>
                </a:lnTo>
                <a:lnTo>
                  <a:pt x="152400" y="138113"/>
                </a:lnTo>
                <a:lnTo>
                  <a:pt x="157163" y="133350"/>
                </a:lnTo>
                <a:lnTo>
                  <a:pt x="161925" y="128588"/>
                </a:lnTo>
                <a:lnTo>
                  <a:pt x="166688" y="123825"/>
                </a:lnTo>
                <a:lnTo>
                  <a:pt x="171450" y="119063"/>
                </a:lnTo>
                <a:lnTo>
                  <a:pt x="171450" y="109538"/>
                </a:lnTo>
                <a:lnTo>
                  <a:pt x="176213" y="104775"/>
                </a:lnTo>
                <a:lnTo>
                  <a:pt x="180975" y="100013"/>
                </a:lnTo>
                <a:lnTo>
                  <a:pt x="185738" y="95250"/>
                </a:lnTo>
                <a:lnTo>
                  <a:pt x="190500" y="90488"/>
                </a:lnTo>
                <a:lnTo>
                  <a:pt x="195263" y="85725"/>
                </a:lnTo>
                <a:lnTo>
                  <a:pt x="200025" y="80963"/>
                </a:lnTo>
                <a:lnTo>
                  <a:pt x="204788" y="76200"/>
                </a:lnTo>
                <a:lnTo>
                  <a:pt x="209550" y="71438"/>
                </a:lnTo>
                <a:lnTo>
                  <a:pt x="214313" y="66675"/>
                </a:lnTo>
                <a:lnTo>
                  <a:pt x="219075" y="61913"/>
                </a:lnTo>
                <a:lnTo>
                  <a:pt x="219075" y="52388"/>
                </a:lnTo>
                <a:lnTo>
                  <a:pt x="223838" y="47625"/>
                </a:lnTo>
                <a:lnTo>
                  <a:pt x="228600" y="42863"/>
                </a:lnTo>
                <a:lnTo>
                  <a:pt x="233363" y="38100"/>
                </a:lnTo>
                <a:lnTo>
                  <a:pt x="238125" y="33338"/>
                </a:lnTo>
                <a:lnTo>
                  <a:pt x="242888" y="28575"/>
                </a:lnTo>
                <a:lnTo>
                  <a:pt x="247650" y="23813"/>
                </a:lnTo>
                <a:lnTo>
                  <a:pt x="252413" y="19050"/>
                </a:lnTo>
                <a:lnTo>
                  <a:pt x="257175" y="14288"/>
                </a:lnTo>
                <a:lnTo>
                  <a:pt x="261938" y="9525"/>
                </a:lnTo>
                <a:lnTo>
                  <a:pt x="266700" y="4763"/>
                </a:lnTo>
                <a:close/>
              </a:path>
            </a:pathLst>
          </a:custGeom>
          <a:solidFill xmlns:a="http://schemas.openxmlformats.org/drawingml/2006/main">
            <a:srgbClr val="D8D8D8"/>
          </a:solidFill>
          <a:ln xmlns:a="http://schemas.openxmlformats.org/drawingml/2006/main" w="0">
            <a:noFill/>
            <a:prstDash val="solid"/>
          </a:ln>
        </p:spPr>
      </p:sp>
      <p:sp>
        <p:nvSpPr>
          <p:cNvPr id="321" name="deep-skill-chaining-source-component-5-gradient-218-0">
            <a:extLst xmlns:a="http://schemas.openxmlformats.org/drawingml/2006/main">
              <a:ext uri="{FF2B5EF4-FFF2-40B4-BE49-F238E27FC236}">
                <a16:creationId xmlns:a16="http://schemas.microsoft.com/office/drawing/2014/main" id="{BFB21D26-79AE-4273-9A9E-B2FC4F9DBA03}"/>
              </a:ext>
            </a:extLst>
          </p:cNvPr>
          <p:cNvSpPr>
            <a:spLocks xmlns:a="http://schemas.openxmlformats.org/drawingml/2006/main" noGrp="1"/>
          </p:cNvSpPr>
          <p:nvPr/>
        </p:nvSpPr>
        <p:spPr>
          <a:xfrm xmlns:a="http://schemas.openxmlformats.org/drawingml/2006/main" rot="0">
            <a:off x="8496300" y="2524125"/>
            <a:ext cx="676275" cy="676275"/>
          </a:xfrm>
          <a:custGeom xmlns:a="http://schemas.openxmlformats.org/drawingml/2006/main">
            <a:pathLst>
              <a:path w="676275" h="676275">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09575" y="4763"/>
                </a:lnTo>
                <a:lnTo>
                  <a:pt x="414338" y="9525"/>
                </a:lnTo>
                <a:lnTo>
                  <a:pt x="423863" y="9525"/>
                </a:lnTo>
                <a:lnTo>
                  <a:pt x="428625" y="14288"/>
                </a:lnTo>
                <a:lnTo>
                  <a:pt x="433388" y="19050"/>
                </a:lnTo>
                <a:lnTo>
                  <a:pt x="442913" y="19050"/>
                </a:lnTo>
                <a:lnTo>
                  <a:pt x="447675" y="23813"/>
                </a:lnTo>
                <a:lnTo>
                  <a:pt x="452438" y="28575"/>
                </a:lnTo>
                <a:lnTo>
                  <a:pt x="461963" y="28575"/>
                </a:lnTo>
                <a:lnTo>
                  <a:pt x="471488" y="28575"/>
                </a:lnTo>
                <a:lnTo>
                  <a:pt x="481013" y="28575"/>
                </a:lnTo>
                <a:lnTo>
                  <a:pt x="490538" y="28575"/>
                </a:lnTo>
                <a:lnTo>
                  <a:pt x="495300" y="33338"/>
                </a:lnTo>
                <a:lnTo>
                  <a:pt x="500063" y="38100"/>
                </a:lnTo>
                <a:lnTo>
                  <a:pt x="504825" y="42863"/>
                </a:lnTo>
                <a:lnTo>
                  <a:pt x="509588" y="47625"/>
                </a:lnTo>
                <a:lnTo>
                  <a:pt x="514350" y="52388"/>
                </a:lnTo>
                <a:lnTo>
                  <a:pt x="519113" y="57150"/>
                </a:lnTo>
                <a:lnTo>
                  <a:pt x="523875" y="61913"/>
                </a:lnTo>
                <a:lnTo>
                  <a:pt x="528638" y="66675"/>
                </a:lnTo>
                <a:lnTo>
                  <a:pt x="533400" y="71438"/>
                </a:lnTo>
                <a:lnTo>
                  <a:pt x="538163" y="76200"/>
                </a:lnTo>
                <a:lnTo>
                  <a:pt x="547688" y="76200"/>
                </a:lnTo>
                <a:lnTo>
                  <a:pt x="552450" y="80963"/>
                </a:lnTo>
                <a:lnTo>
                  <a:pt x="557213" y="85725"/>
                </a:lnTo>
                <a:lnTo>
                  <a:pt x="566738" y="85725"/>
                </a:lnTo>
                <a:lnTo>
                  <a:pt x="571500" y="90488"/>
                </a:lnTo>
                <a:lnTo>
                  <a:pt x="571500" y="100013"/>
                </a:lnTo>
                <a:lnTo>
                  <a:pt x="576263" y="104775"/>
                </a:lnTo>
                <a:lnTo>
                  <a:pt x="581025" y="109538"/>
                </a:lnTo>
                <a:lnTo>
                  <a:pt x="585788" y="114300"/>
                </a:lnTo>
                <a:lnTo>
                  <a:pt x="590550" y="119063"/>
                </a:lnTo>
                <a:lnTo>
                  <a:pt x="590550" y="128588"/>
                </a:lnTo>
                <a:lnTo>
                  <a:pt x="595313" y="133350"/>
                </a:lnTo>
                <a:lnTo>
                  <a:pt x="600075" y="138113"/>
                </a:lnTo>
                <a:lnTo>
                  <a:pt x="604838" y="142875"/>
                </a:lnTo>
                <a:lnTo>
                  <a:pt x="609600" y="147638"/>
                </a:lnTo>
                <a:lnTo>
                  <a:pt x="614363" y="152400"/>
                </a:lnTo>
                <a:lnTo>
                  <a:pt x="619125" y="157163"/>
                </a:lnTo>
                <a:lnTo>
                  <a:pt x="623888" y="161925"/>
                </a:lnTo>
                <a:lnTo>
                  <a:pt x="628650" y="166688"/>
                </a:lnTo>
                <a:lnTo>
                  <a:pt x="633413" y="171450"/>
                </a:lnTo>
                <a:lnTo>
                  <a:pt x="638175" y="176213"/>
                </a:lnTo>
                <a:lnTo>
                  <a:pt x="638175" y="185738"/>
                </a:lnTo>
                <a:lnTo>
                  <a:pt x="638175" y="195263"/>
                </a:lnTo>
                <a:lnTo>
                  <a:pt x="642938" y="200025"/>
                </a:lnTo>
                <a:lnTo>
                  <a:pt x="647700" y="204788"/>
                </a:lnTo>
                <a:lnTo>
                  <a:pt x="647700" y="214313"/>
                </a:lnTo>
                <a:lnTo>
                  <a:pt x="647700" y="223838"/>
                </a:lnTo>
                <a:lnTo>
                  <a:pt x="647700" y="233363"/>
                </a:lnTo>
                <a:lnTo>
                  <a:pt x="647700" y="242888"/>
                </a:lnTo>
                <a:lnTo>
                  <a:pt x="652463" y="247650"/>
                </a:lnTo>
                <a:lnTo>
                  <a:pt x="657225" y="252413"/>
                </a:lnTo>
                <a:lnTo>
                  <a:pt x="661988" y="257175"/>
                </a:lnTo>
                <a:lnTo>
                  <a:pt x="666750" y="261938"/>
                </a:lnTo>
                <a:lnTo>
                  <a:pt x="666750" y="271463"/>
                </a:lnTo>
                <a:lnTo>
                  <a:pt x="666750" y="280988"/>
                </a:lnTo>
                <a:lnTo>
                  <a:pt x="671513" y="285750"/>
                </a:lnTo>
                <a:lnTo>
                  <a:pt x="676275" y="290513"/>
                </a:lnTo>
                <a:lnTo>
                  <a:pt x="671513" y="295275"/>
                </a:lnTo>
                <a:lnTo>
                  <a:pt x="666750" y="300038"/>
                </a:lnTo>
                <a:lnTo>
                  <a:pt x="666750" y="309563"/>
                </a:lnTo>
                <a:lnTo>
                  <a:pt x="661988" y="314325"/>
                </a:lnTo>
                <a:lnTo>
                  <a:pt x="657225" y="319088"/>
                </a:lnTo>
                <a:lnTo>
                  <a:pt x="652463" y="323850"/>
                </a:lnTo>
                <a:lnTo>
                  <a:pt x="647700" y="328613"/>
                </a:lnTo>
                <a:lnTo>
                  <a:pt x="647700" y="338138"/>
                </a:lnTo>
                <a:lnTo>
                  <a:pt x="642938" y="342900"/>
                </a:lnTo>
                <a:lnTo>
                  <a:pt x="638175" y="347663"/>
                </a:lnTo>
                <a:lnTo>
                  <a:pt x="638175" y="357188"/>
                </a:lnTo>
                <a:lnTo>
                  <a:pt x="633413" y="361950"/>
                </a:lnTo>
                <a:lnTo>
                  <a:pt x="628650" y="366713"/>
                </a:lnTo>
                <a:lnTo>
                  <a:pt x="628650" y="376238"/>
                </a:lnTo>
                <a:lnTo>
                  <a:pt x="623888" y="381000"/>
                </a:lnTo>
                <a:lnTo>
                  <a:pt x="619125" y="385763"/>
                </a:lnTo>
                <a:lnTo>
                  <a:pt x="614363" y="390525"/>
                </a:lnTo>
                <a:lnTo>
                  <a:pt x="609600" y="395288"/>
                </a:lnTo>
                <a:lnTo>
                  <a:pt x="609600" y="404813"/>
                </a:lnTo>
                <a:lnTo>
                  <a:pt x="604838" y="409575"/>
                </a:lnTo>
                <a:lnTo>
                  <a:pt x="600075" y="414338"/>
                </a:lnTo>
                <a:lnTo>
                  <a:pt x="600075" y="423863"/>
                </a:lnTo>
                <a:lnTo>
                  <a:pt x="595313" y="428625"/>
                </a:lnTo>
                <a:lnTo>
                  <a:pt x="590550" y="433388"/>
                </a:lnTo>
                <a:lnTo>
                  <a:pt x="585788" y="438150"/>
                </a:lnTo>
                <a:lnTo>
                  <a:pt x="581025" y="442913"/>
                </a:lnTo>
                <a:lnTo>
                  <a:pt x="581025" y="452438"/>
                </a:lnTo>
                <a:lnTo>
                  <a:pt x="576263" y="457200"/>
                </a:lnTo>
                <a:lnTo>
                  <a:pt x="571500" y="461963"/>
                </a:lnTo>
                <a:lnTo>
                  <a:pt x="566738" y="466725"/>
                </a:lnTo>
                <a:lnTo>
                  <a:pt x="561975" y="471488"/>
                </a:lnTo>
                <a:lnTo>
                  <a:pt x="561975" y="481013"/>
                </a:lnTo>
                <a:lnTo>
                  <a:pt x="557213" y="485775"/>
                </a:lnTo>
                <a:lnTo>
                  <a:pt x="552450" y="490538"/>
                </a:lnTo>
                <a:lnTo>
                  <a:pt x="547688" y="495300"/>
                </a:lnTo>
                <a:lnTo>
                  <a:pt x="542925" y="500063"/>
                </a:lnTo>
                <a:lnTo>
                  <a:pt x="538163" y="504825"/>
                </a:lnTo>
                <a:lnTo>
                  <a:pt x="533400" y="509588"/>
                </a:lnTo>
                <a:lnTo>
                  <a:pt x="533400" y="519113"/>
                </a:lnTo>
                <a:lnTo>
                  <a:pt x="528638" y="523875"/>
                </a:lnTo>
                <a:lnTo>
                  <a:pt x="523875" y="528638"/>
                </a:lnTo>
                <a:lnTo>
                  <a:pt x="519113" y="533400"/>
                </a:lnTo>
                <a:lnTo>
                  <a:pt x="514350" y="538163"/>
                </a:lnTo>
                <a:lnTo>
                  <a:pt x="509588" y="542925"/>
                </a:lnTo>
                <a:lnTo>
                  <a:pt x="504825" y="547688"/>
                </a:lnTo>
                <a:lnTo>
                  <a:pt x="504825" y="557213"/>
                </a:lnTo>
                <a:lnTo>
                  <a:pt x="500063" y="561975"/>
                </a:lnTo>
                <a:lnTo>
                  <a:pt x="495300" y="566738"/>
                </a:lnTo>
                <a:lnTo>
                  <a:pt x="490538" y="571500"/>
                </a:lnTo>
                <a:lnTo>
                  <a:pt x="485775" y="576263"/>
                </a:lnTo>
                <a:lnTo>
                  <a:pt x="481013" y="581025"/>
                </a:lnTo>
                <a:lnTo>
                  <a:pt x="476250" y="585788"/>
                </a:lnTo>
                <a:lnTo>
                  <a:pt x="471488" y="590550"/>
                </a:lnTo>
                <a:lnTo>
                  <a:pt x="466725" y="595313"/>
                </a:lnTo>
                <a:lnTo>
                  <a:pt x="461963" y="600075"/>
                </a:lnTo>
                <a:lnTo>
                  <a:pt x="457200" y="604838"/>
                </a:lnTo>
                <a:lnTo>
                  <a:pt x="457200" y="614363"/>
                </a:lnTo>
                <a:lnTo>
                  <a:pt x="452438" y="619125"/>
                </a:lnTo>
                <a:lnTo>
                  <a:pt x="447675" y="623888"/>
                </a:lnTo>
                <a:lnTo>
                  <a:pt x="442913" y="628650"/>
                </a:lnTo>
                <a:lnTo>
                  <a:pt x="438150" y="633413"/>
                </a:lnTo>
                <a:lnTo>
                  <a:pt x="433388" y="638175"/>
                </a:lnTo>
                <a:lnTo>
                  <a:pt x="428625" y="642938"/>
                </a:lnTo>
                <a:lnTo>
                  <a:pt x="423863" y="647700"/>
                </a:lnTo>
                <a:lnTo>
                  <a:pt x="419100" y="652463"/>
                </a:lnTo>
                <a:lnTo>
                  <a:pt x="414338" y="657225"/>
                </a:lnTo>
                <a:lnTo>
                  <a:pt x="409575" y="661988"/>
                </a:lnTo>
                <a:lnTo>
                  <a:pt x="404813" y="666750"/>
                </a:lnTo>
                <a:lnTo>
                  <a:pt x="395288" y="666750"/>
                </a:lnTo>
                <a:lnTo>
                  <a:pt x="385763" y="666750"/>
                </a:lnTo>
                <a:lnTo>
                  <a:pt x="381000" y="671513"/>
                </a:lnTo>
                <a:lnTo>
                  <a:pt x="376238" y="676275"/>
                </a:lnTo>
                <a:lnTo>
                  <a:pt x="366713" y="676275"/>
                </a:lnTo>
                <a:lnTo>
                  <a:pt x="357188" y="676275"/>
                </a:lnTo>
                <a:lnTo>
                  <a:pt x="347663" y="676275"/>
                </a:lnTo>
                <a:lnTo>
                  <a:pt x="338138" y="676275"/>
                </a:lnTo>
                <a:lnTo>
                  <a:pt x="328613" y="676275"/>
                </a:lnTo>
                <a:lnTo>
                  <a:pt x="319088" y="676275"/>
                </a:lnTo>
                <a:lnTo>
                  <a:pt x="309563" y="676275"/>
                </a:lnTo>
                <a:lnTo>
                  <a:pt x="300038" y="676275"/>
                </a:lnTo>
                <a:lnTo>
                  <a:pt x="290513" y="676275"/>
                </a:lnTo>
                <a:lnTo>
                  <a:pt x="285750" y="671513"/>
                </a:lnTo>
                <a:lnTo>
                  <a:pt x="280988" y="666750"/>
                </a:lnTo>
                <a:lnTo>
                  <a:pt x="271463" y="666750"/>
                </a:lnTo>
                <a:lnTo>
                  <a:pt x="261938" y="666750"/>
                </a:lnTo>
                <a:lnTo>
                  <a:pt x="252413" y="666750"/>
                </a:lnTo>
                <a:lnTo>
                  <a:pt x="242888" y="666750"/>
                </a:lnTo>
                <a:lnTo>
                  <a:pt x="233363" y="666750"/>
                </a:lnTo>
                <a:lnTo>
                  <a:pt x="228600" y="661988"/>
                </a:lnTo>
                <a:lnTo>
                  <a:pt x="223838" y="657225"/>
                </a:lnTo>
                <a:lnTo>
                  <a:pt x="214313" y="657225"/>
                </a:lnTo>
                <a:lnTo>
                  <a:pt x="209550" y="652463"/>
                </a:lnTo>
                <a:lnTo>
                  <a:pt x="204788" y="647700"/>
                </a:lnTo>
                <a:lnTo>
                  <a:pt x="200025" y="642938"/>
                </a:lnTo>
                <a:lnTo>
                  <a:pt x="195263" y="638175"/>
                </a:lnTo>
                <a:lnTo>
                  <a:pt x="185738" y="638175"/>
                </a:lnTo>
                <a:lnTo>
                  <a:pt x="176213" y="638175"/>
                </a:lnTo>
                <a:lnTo>
                  <a:pt x="171450" y="633413"/>
                </a:lnTo>
                <a:lnTo>
                  <a:pt x="166688" y="628650"/>
                </a:lnTo>
                <a:lnTo>
                  <a:pt x="161925" y="623888"/>
                </a:lnTo>
                <a:lnTo>
                  <a:pt x="157163" y="619125"/>
                </a:lnTo>
                <a:lnTo>
                  <a:pt x="147638" y="619125"/>
                </a:lnTo>
                <a:lnTo>
                  <a:pt x="142875" y="614363"/>
                </a:lnTo>
                <a:lnTo>
                  <a:pt x="138113" y="609600"/>
                </a:lnTo>
                <a:lnTo>
                  <a:pt x="133350" y="604838"/>
                </a:lnTo>
                <a:lnTo>
                  <a:pt x="128588" y="600075"/>
                </a:lnTo>
                <a:lnTo>
                  <a:pt x="123825" y="595313"/>
                </a:lnTo>
                <a:lnTo>
                  <a:pt x="119063" y="590550"/>
                </a:lnTo>
                <a:lnTo>
                  <a:pt x="114300" y="585788"/>
                </a:lnTo>
                <a:lnTo>
                  <a:pt x="109538" y="581025"/>
                </a:lnTo>
                <a:lnTo>
                  <a:pt x="104775" y="576263"/>
                </a:lnTo>
                <a:lnTo>
                  <a:pt x="100013" y="571500"/>
                </a:lnTo>
                <a:lnTo>
                  <a:pt x="90488" y="571500"/>
                </a:lnTo>
                <a:lnTo>
                  <a:pt x="85725" y="566738"/>
                </a:lnTo>
                <a:lnTo>
                  <a:pt x="80963" y="561975"/>
                </a:lnTo>
                <a:lnTo>
                  <a:pt x="76200" y="557213"/>
                </a:lnTo>
                <a:lnTo>
                  <a:pt x="71438" y="552450"/>
                </a:lnTo>
                <a:lnTo>
                  <a:pt x="66675" y="547688"/>
                </a:lnTo>
                <a:lnTo>
                  <a:pt x="61913" y="542925"/>
                </a:lnTo>
                <a:lnTo>
                  <a:pt x="57150" y="538163"/>
                </a:lnTo>
                <a:lnTo>
                  <a:pt x="52388" y="533400"/>
                </a:lnTo>
                <a:lnTo>
                  <a:pt x="47625" y="528638"/>
                </a:lnTo>
                <a:lnTo>
                  <a:pt x="47625" y="519113"/>
                </a:lnTo>
                <a:lnTo>
                  <a:pt x="42863" y="514350"/>
                </a:lnTo>
                <a:lnTo>
                  <a:pt x="38100" y="509588"/>
                </a:lnTo>
                <a:lnTo>
                  <a:pt x="38100" y="500063"/>
                </a:lnTo>
                <a:lnTo>
                  <a:pt x="33338" y="495300"/>
                </a:lnTo>
                <a:lnTo>
                  <a:pt x="28575" y="490538"/>
                </a:lnTo>
                <a:lnTo>
                  <a:pt x="28575" y="481013"/>
                </a:lnTo>
                <a:lnTo>
                  <a:pt x="28575" y="471488"/>
                </a:lnTo>
                <a:lnTo>
                  <a:pt x="23813" y="466725"/>
                </a:lnTo>
                <a:lnTo>
                  <a:pt x="19050" y="461963"/>
                </a:lnTo>
                <a:lnTo>
                  <a:pt x="19050" y="452438"/>
                </a:lnTo>
                <a:lnTo>
                  <a:pt x="14288" y="447675"/>
                </a:lnTo>
                <a:lnTo>
                  <a:pt x="9525" y="442913"/>
                </a:lnTo>
                <a:lnTo>
                  <a:pt x="4763" y="438150"/>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4763" y="333375"/>
                </a:lnTo>
                <a:lnTo>
                  <a:pt x="9525" y="328613"/>
                </a:lnTo>
                <a:lnTo>
                  <a:pt x="9525" y="319088"/>
                </a:lnTo>
                <a:lnTo>
                  <a:pt x="14288" y="314325"/>
                </a:lnTo>
                <a:lnTo>
                  <a:pt x="19050" y="309563"/>
                </a:lnTo>
                <a:lnTo>
                  <a:pt x="19050" y="300038"/>
                </a:lnTo>
                <a:lnTo>
                  <a:pt x="23813" y="295275"/>
                </a:lnTo>
                <a:lnTo>
                  <a:pt x="28575" y="290513"/>
                </a:lnTo>
                <a:lnTo>
                  <a:pt x="33338" y="285750"/>
                </a:lnTo>
                <a:lnTo>
                  <a:pt x="38100" y="280988"/>
                </a:lnTo>
                <a:lnTo>
                  <a:pt x="38100" y="271463"/>
                </a:lnTo>
                <a:lnTo>
                  <a:pt x="42863" y="266700"/>
                </a:lnTo>
                <a:lnTo>
                  <a:pt x="47625" y="261938"/>
                </a:lnTo>
                <a:lnTo>
                  <a:pt x="47625" y="252413"/>
                </a:lnTo>
                <a:lnTo>
                  <a:pt x="52388" y="247650"/>
                </a:lnTo>
                <a:lnTo>
                  <a:pt x="57150" y="242888"/>
                </a:lnTo>
                <a:lnTo>
                  <a:pt x="57150" y="233363"/>
                </a:lnTo>
                <a:lnTo>
                  <a:pt x="61913" y="228600"/>
                </a:lnTo>
                <a:lnTo>
                  <a:pt x="66675" y="223838"/>
                </a:lnTo>
                <a:lnTo>
                  <a:pt x="71438" y="219075"/>
                </a:lnTo>
                <a:lnTo>
                  <a:pt x="76200" y="214313"/>
                </a:lnTo>
                <a:lnTo>
                  <a:pt x="76200" y="204788"/>
                </a:lnTo>
                <a:lnTo>
                  <a:pt x="80963" y="200025"/>
                </a:lnTo>
                <a:lnTo>
                  <a:pt x="85725" y="195263"/>
                </a:lnTo>
                <a:lnTo>
                  <a:pt x="90488" y="190500"/>
                </a:lnTo>
                <a:lnTo>
                  <a:pt x="95250" y="185738"/>
                </a:lnTo>
                <a:lnTo>
                  <a:pt x="95250" y="176213"/>
                </a:lnTo>
                <a:lnTo>
                  <a:pt x="100013" y="171450"/>
                </a:lnTo>
                <a:lnTo>
                  <a:pt x="104775" y="166688"/>
                </a:lnTo>
                <a:lnTo>
                  <a:pt x="109538" y="161925"/>
                </a:lnTo>
                <a:lnTo>
                  <a:pt x="114300" y="157163"/>
                </a:lnTo>
                <a:lnTo>
                  <a:pt x="119063" y="152400"/>
                </a:lnTo>
                <a:lnTo>
                  <a:pt x="123825" y="147638"/>
                </a:lnTo>
                <a:lnTo>
                  <a:pt x="123825" y="138113"/>
                </a:lnTo>
                <a:lnTo>
                  <a:pt x="128588" y="133350"/>
                </a:lnTo>
                <a:lnTo>
                  <a:pt x="133350" y="128588"/>
                </a:lnTo>
                <a:lnTo>
                  <a:pt x="138113" y="123825"/>
                </a:lnTo>
                <a:lnTo>
                  <a:pt x="142875" y="119063"/>
                </a:lnTo>
                <a:lnTo>
                  <a:pt x="147638" y="114300"/>
                </a:lnTo>
                <a:lnTo>
                  <a:pt x="152400" y="109538"/>
                </a:lnTo>
                <a:lnTo>
                  <a:pt x="152400" y="100013"/>
                </a:lnTo>
                <a:lnTo>
                  <a:pt x="157163" y="95250"/>
                </a:lnTo>
                <a:lnTo>
                  <a:pt x="161925" y="90488"/>
                </a:lnTo>
                <a:lnTo>
                  <a:pt x="166688" y="85725"/>
                </a:lnTo>
                <a:lnTo>
                  <a:pt x="171450" y="80963"/>
                </a:lnTo>
                <a:lnTo>
                  <a:pt x="176213" y="76200"/>
                </a:lnTo>
                <a:lnTo>
                  <a:pt x="180975" y="71438"/>
                </a:lnTo>
                <a:lnTo>
                  <a:pt x="185738" y="66675"/>
                </a:lnTo>
                <a:lnTo>
                  <a:pt x="190500" y="61913"/>
                </a:lnTo>
                <a:lnTo>
                  <a:pt x="195263" y="57150"/>
                </a:lnTo>
                <a:lnTo>
                  <a:pt x="200025" y="52388"/>
                </a:lnTo>
                <a:lnTo>
                  <a:pt x="200025" y="42863"/>
                </a:lnTo>
                <a:lnTo>
                  <a:pt x="204788" y="38100"/>
                </a:lnTo>
                <a:lnTo>
                  <a:pt x="209550" y="33338"/>
                </a:lnTo>
                <a:lnTo>
                  <a:pt x="214313" y="28575"/>
                </a:lnTo>
                <a:lnTo>
                  <a:pt x="223838" y="28575"/>
                </a:lnTo>
                <a:lnTo>
                  <a:pt x="228600" y="23813"/>
                </a:lnTo>
                <a:lnTo>
                  <a:pt x="233363" y="19050"/>
                </a:lnTo>
                <a:lnTo>
                  <a:pt x="238125" y="14288"/>
                </a:lnTo>
                <a:lnTo>
                  <a:pt x="242888" y="9525"/>
                </a:lnTo>
                <a:lnTo>
                  <a:pt x="252413" y="9525"/>
                </a:lnTo>
                <a:lnTo>
                  <a:pt x="257175" y="4763"/>
                </a:lnTo>
                <a:close/>
              </a:path>
            </a:pathLst>
          </a:custGeom>
          <a:solidFill xmlns:a="http://schemas.openxmlformats.org/drawingml/2006/main">
            <a:srgbClr val="DADADA"/>
          </a:solidFill>
          <a:ln xmlns:a="http://schemas.openxmlformats.org/drawingml/2006/main" w="0">
            <a:noFill/>
            <a:prstDash val="solid"/>
          </a:ln>
        </p:spPr>
      </p:sp>
      <p:sp>
        <p:nvSpPr>
          <p:cNvPr id="322" name="deep-skill-chaining-source-component-5-gradient-220-0">
            <a:extLst xmlns:a="http://schemas.openxmlformats.org/drawingml/2006/main">
              <a:ext uri="{FF2B5EF4-FFF2-40B4-BE49-F238E27FC236}">
                <a16:creationId xmlns:a16="http://schemas.microsoft.com/office/drawing/2014/main" id="{DC61C69F-E5F5-43D6-AA3F-C17412E5AF4B}"/>
              </a:ext>
            </a:extLst>
          </p:cNvPr>
          <p:cNvSpPr>
            <a:spLocks xmlns:a="http://schemas.openxmlformats.org/drawingml/2006/main" noGrp="1"/>
          </p:cNvSpPr>
          <p:nvPr/>
        </p:nvSpPr>
        <p:spPr>
          <a:xfrm xmlns:a="http://schemas.openxmlformats.org/drawingml/2006/main" rot="0">
            <a:off x="8496300" y="2552700"/>
            <a:ext cx="657225" cy="628650"/>
          </a:xfrm>
          <a:custGeom xmlns:a="http://schemas.openxmlformats.org/drawingml/2006/main">
            <a:pathLst>
              <a:path w="657225" h="628650">
                <a:moveTo>
                  <a:pt x="228600" y="4763"/>
                </a:move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19100" y="4763"/>
                </a:lnTo>
                <a:lnTo>
                  <a:pt x="423863" y="9525"/>
                </a:lnTo>
                <a:lnTo>
                  <a:pt x="433388" y="9525"/>
                </a:lnTo>
                <a:lnTo>
                  <a:pt x="438150" y="14288"/>
                </a:lnTo>
                <a:lnTo>
                  <a:pt x="442913" y="19050"/>
                </a:lnTo>
                <a:lnTo>
                  <a:pt x="452438" y="19050"/>
                </a:lnTo>
                <a:lnTo>
                  <a:pt x="461963" y="19050"/>
                </a:lnTo>
                <a:lnTo>
                  <a:pt x="466725" y="23813"/>
                </a:lnTo>
                <a:lnTo>
                  <a:pt x="471488" y="28575"/>
                </a:lnTo>
                <a:lnTo>
                  <a:pt x="481013" y="28575"/>
                </a:lnTo>
                <a:lnTo>
                  <a:pt x="490538" y="28575"/>
                </a:lnTo>
                <a:lnTo>
                  <a:pt x="495300" y="33338"/>
                </a:lnTo>
                <a:lnTo>
                  <a:pt x="500063" y="38100"/>
                </a:lnTo>
                <a:lnTo>
                  <a:pt x="504825" y="42863"/>
                </a:lnTo>
                <a:lnTo>
                  <a:pt x="509588" y="47625"/>
                </a:lnTo>
                <a:lnTo>
                  <a:pt x="519113" y="47625"/>
                </a:lnTo>
                <a:lnTo>
                  <a:pt x="523875" y="52388"/>
                </a:lnTo>
                <a:lnTo>
                  <a:pt x="528638" y="57150"/>
                </a:lnTo>
                <a:lnTo>
                  <a:pt x="538163" y="57150"/>
                </a:lnTo>
                <a:lnTo>
                  <a:pt x="547688" y="57150"/>
                </a:lnTo>
                <a:lnTo>
                  <a:pt x="552450" y="61913"/>
                </a:lnTo>
                <a:lnTo>
                  <a:pt x="552450" y="71438"/>
                </a:lnTo>
                <a:lnTo>
                  <a:pt x="552450" y="80963"/>
                </a:lnTo>
                <a:lnTo>
                  <a:pt x="557213" y="85725"/>
                </a:lnTo>
                <a:lnTo>
                  <a:pt x="561975" y="90488"/>
                </a:lnTo>
                <a:lnTo>
                  <a:pt x="566738" y="95250"/>
                </a:lnTo>
                <a:lnTo>
                  <a:pt x="571500" y="100013"/>
                </a:lnTo>
                <a:lnTo>
                  <a:pt x="576263" y="104775"/>
                </a:lnTo>
                <a:lnTo>
                  <a:pt x="581025" y="109538"/>
                </a:lnTo>
                <a:lnTo>
                  <a:pt x="585788" y="114300"/>
                </a:lnTo>
                <a:lnTo>
                  <a:pt x="590550" y="119063"/>
                </a:lnTo>
                <a:lnTo>
                  <a:pt x="590550" y="128588"/>
                </a:lnTo>
                <a:lnTo>
                  <a:pt x="595313" y="133350"/>
                </a:lnTo>
                <a:lnTo>
                  <a:pt x="604838" y="133350"/>
                </a:lnTo>
                <a:lnTo>
                  <a:pt x="609600" y="138113"/>
                </a:lnTo>
                <a:lnTo>
                  <a:pt x="614363" y="142875"/>
                </a:lnTo>
                <a:lnTo>
                  <a:pt x="619125" y="147638"/>
                </a:lnTo>
                <a:lnTo>
                  <a:pt x="619125" y="157163"/>
                </a:lnTo>
                <a:lnTo>
                  <a:pt x="619125" y="166688"/>
                </a:lnTo>
                <a:lnTo>
                  <a:pt x="623888" y="171450"/>
                </a:lnTo>
                <a:lnTo>
                  <a:pt x="628650" y="176213"/>
                </a:lnTo>
                <a:lnTo>
                  <a:pt x="628650" y="185738"/>
                </a:lnTo>
                <a:lnTo>
                  <a:pt x="628650" y="195263"/>
                </a:lnTo>
                <a:lnTo>
                  <a:pt x="628650" y="204788"/>
                </a:lnTo>
                <a:lnTo>
                  <a:pt x="628650" y="214313"/>
                </a:lnTo>
                <a:lnTo>
                  <a:pt x="633413" y="219075"/>
                </a:lnTo>
                <a:lnTo>
                  <a:pt x="638175" y="223838"/>
                </a:lnTo>
                <a:lnTo>
                  <a:pt x="642938" y="228600"/>
                </a:lnTo>
                <a:lnTo>
                  <a:pt x="647700" y="233363"/>
                </a:lnTo>
                <a:lnTo>
                  <a:pt x="647700" y="242888"/>
                </a:lnTo>
                <a:lnTo>
                  <a:pt x="647700" y="252413"/>
                </a:lnTo>
                <a:lnTo>
                  <a:pt x="652463" y="257175"/>
                </a:lnTo>
                <a:lnTo>
                  <a:pt x="657225" y="261938"/>
                </a:lnTo>
                <a:lnTo>
                  <a:pt x="657225" y="271463"/>
                </a:lnTo>
                <a:lnTo>
                  <a:pt x="657225" y="280988"/>
                </a:lnTo>
                <a:lnTo>
                  <a:pt x="657225" y="290513"/>
                </a:lnTo>
                <a:lnTo>
                  <a:pt x="652463" y="295275"/>
                </a:lnTo>
                <a:lnTo>
                  <a:pt x="647700" y="300038"/>
                </a:lnTo>
                <a:lnTo>
                  <a:pt x="647700" y="309563"/>
                </a:lnTo>
                <a:lnTo>
                  <a:pt x="642938" y="314325"/>
                </a:lnTo>
                <a:lnTo>
                  <a:pt x="638175" y="319088"/>
                </a:lnTo>
                <a:lnTo>
                  <a:pt x="638175" y="328613"/>
                </a:lnTo>
                <a:lnTo>
                  <a:pt x="633413" y="333375"/>
                </a:lnTo>
                <a:lnTo>
                  <a:pt x="628650" y="338138"/>
                </a:lnTo>
                <a:lnTo>
                  <a:pt x="628650" y="347663"/>
                </a:lnTo>
                <a:lnTo>
                  <a:pt x="623888" y="352425"/>
                </a:lnTo>
                <a:lnTo>
                  <a:pt x="619125" y="357188"/>
                </a:lnTo>
                <a:lnTo>
                  <a:pt x="614363" y="361950"/>
                </a:lnTo>
                <a:lnTo>
                  <a:pt x="609600" y="366713"/>
                </a:lnTo>
                <a:lnTo>
                  <a:pt x="609600" y="376238"/>
                </a:lnTo>
                <a:lnTo>
                  <a:pt x="604838" y="381000"/>
                </a:lnTo>
                <a:lnTo>
                  <a:pt x="600075" y="385763"/>
                </a:lnTo>
                <a:lnTo>
                  <a:pt x="600075" y="395288"/>
                </a:lnTo>
                <a:lnTo>
                  <a:pt x="595313" y="400050"/>
                </a:lnTo>
                <a:lnTo>
                  <a:pt x="590550" y="404813"/>
                </a:lnTo>
                <a:lnTo>
                  <a:pt x="585788" y="409575"/>
                </a:lnTo>
                <a:lnTo>
                  <a:pt x="581025" y="414338"/>
                </a:lnTo>
                <a:lnTo>
                  <a:pt x="581025" y="423863"/>
                </a:lnTo>
                <a:lnTo>
                  <a:pt x="576263" y="428625"/>
                </a:lnTo>
                <a:lnTo>
                  <a:pt x="571500" y="433388"/>
                </a:lnTo>
                <a:lnTo>
                  <a:pt x="566738" y="438150"/>
                </a:lnTo>
                <a:lnTo>
                  <a:pt x="561975" y="442913"/>
                </a:lnTo>
                <a:lnTo>
                  <a:pt x="561975" y="452438"/>
                </a:lnTo>
                <a:lnTo>
                  <a:pt x="557213" y="457200"/>
                </a:lnTo>
                <a:lnTo>
                  <a:pt x="552450" y="461963"/>
                </a:lnTo>
                <a:lnTo>
                  <a:pt x="547688" y="466725"/>
                </a:lnTo>
                <a:lnTo>
                  <a:pt x="542925" y="471488"/>
                </a:lnTo>
                <a:lnTo>
                  <a:pt x="538163" y="476250"/>
                </a:lnTo>
                <a:lnTo>
                  <a:pt x="533400" y="481013"/>
                </a:lnTo>
                <a:lnTo>
                  <a:pt x="533400" y="490538"/>
                </a:lnTo>
                <a:lnTo>
                  <a:pt x="528638" y="495300"/>
                </a:lnTo>
                <a:lnTo>
                  <a:pt x="523875" y="500063"/>
                </a:lnTo>
                <a:lnTo>
                  <a:pt x="519113" y="504825"/>
                </a:lnTo>
                <a:lnTo>
                  <a:pt x="514350" y="509588"/>
                </a:lnTo>
                <a:lnTo>
                  <a:pt x="509588" y="514350"/>
                </a:lnTo>
                <a:lnTo>
                  <a:pt x="504825" y="519113"/>
                </a:lnTo>
                <a:lnTo>
                  <a:pt x="504825" y="528638"/>
                </a:lnTo>
                <a:lnTo>
                  <a:pt x="500063" y="533400"/>
                </a:lnTo>
                <a:lnTo>
                  <a:pt x="495300" y="538163"/>
                </a:lnTo>
                <a:lnTo>
                  <a:pt x="490538" y="542925"/>
                </a:lnTo>
                <a:lnTo>
                  <a:pt x="485775" y="547688"/>
                </a:lnTo>
                <a:lnTo>
                  <a:pt x="481013" y="552450"/>
                </a:lnTo>
                <a:lnTo>
                  <a:pt x="476250" y="557213"/>
                </a:lnTo>
                <a:lnTo>
                  <a:pt x="471488" y="561975"/>
                </a:lnTo>
                <a:lnTo>
                  <a:pt x="466725" y="566738"/>
                </a:lnTo>
                <a:lnTo>
                  <a:pt x="461963" y="571500"/>
                </a:lnTo>
                <a:lnTo>
                  <a:pt x="457200" y="576263"/>
                </a:lnTo>
                <a:lnTo>
                  <a:pt x="457200" y="585788"/>
                </a:lnTo>
                <a:lnTo>
                  <a:pt x="452438" y="590550"/>
                </a:lnTo>
                <a:lnTo>
                  <a:pt x="447675" y="595313"/>
                </a:lnTo>
                <a:lnTo>
                  <a:pt x="442913" y="600075"/>
                </a:lnTo>
                <a:lnTo>
                  <a:pt x="438150" y="604838"/>
                </a:lnTo>
                <a:lnTo>
                  <a:pt x="433388" y="609600"/>
                </a:lnTo>
                <a:lnTo>
                  <a:pt x="428625" y="614363"/>
                </a:lnTo>
                <a:lnTo>
                  <a:pt x="423863" y="619125"/>
                </a:lnTo>
                <a:lnTo>
                  <a:pt x="414338" y="619125"/>
                </a:lnTo>
                <a:lnTo>
                  <a:pt x="404813" y="619125"/>
                </a:lnTo>
                <a:lnTo>
                  <a:pt x="395288" y="619125"/>
                </a:lnTo>
                <a:lnTo>
                  <a:pt x="385763" y="619125"/>
                </a:lnTo>
                <a:lnTo>
                  <a:pt x="381000" y="623888"/>
                </a:lnTo>
                <a:lnTo>
                  <a:pt x="376238" y="628650"/>
                </a:lnTo>
                <a:lnTo>
                  <a:pt x="366713" y="628650"/>
                </a:lnTo>
                <a:lnTo>
                  <a:pt x="357188" y="628650"/>
                </a:lnTo>
                <a:lnTo>
                  <a:pt x="347663" y="628650"/>
                </a:lnTo>
                <a:lnTo>
                  <a:pt x="338138" y="628650"/>
                </a:lnTo>
                <a:lnTo>
                  <a:pt x="328613" y="628650"/>
                </a:lnTo>
                <a:lnTo>
                  <a:pt x="319088" y="628650"/>
                </a:lnTo>
                <a:lnTo>
                  <a:pt x="309563" y="628650"/>
                </a:lnTo>
                <a:lnTo>
                  <a:pt x="300038" y="628650"/>
                </a:lnTo>
                <a:lnTo>
                  <a:pt x="290513" y="628650"/>
                </a:lnTo>
                <a:lnTo>
                  <a:pt x="280988" y="628650"/>
                </a:lnTo>
                <a:lnTo>
                  <a:pt x="271463" y="628650"/>
                </a:lnTo>
                <a:lnTo>
                  <a:pt x="261938" y="628650"/>
                </a:lnTo>
                <a:lnTo>
                  <a:pt x="257175" y="623888"/>
                </a:lnTo>
                <a:lnTo>
                  <a:pt x="252413" y="619125"/>
                </a:lnTo>
                <a:lnTo>
                  <a:pt x="247650" y="614363"/>
                </a:lnTo>
                <a:lnTo>
                  <a:pt x="242888" y="609600"/>
                </a:lnTo>
                <a:lnTo>
                  <a:pt x="233363" y="609600"/>
                </a:lnTo>
                <a:lnTo>
                  <a:pt x="228600" y="604838"/>
                </a:lnTo>
                <a:lnTo>
                  <a:pt x="223838" y="600075"/>
                </a:lnTo>
                <a:lnTo>
                  <a:pt x="214313" y="600075"/>
                </a:lnTo>
                <a:lnTo>
                  <a:pt x="204788" y="600075"/>
                </a:lnTo>
                <a:lnTo>
                  <a:pt x="200025" y="595313"/>
                </a:lnTo>
                <a:lnTo>
                  <a:pt x="195263" y="590550"/>
                </a:lnTo>
                <a:lnTo>
                  <a:pt x="185738" y="590550"/>
                </a:lnTo>
                <a:lnTo>
                  <a:pt x="176213" y="590550"/>
                </a:lnTo>
                <a:lnTo>
                  <a:pt x="171450" y="585788"/>
                </a:lnTo>
                <a:lnTo>
                  <a:pt x="166688" y="581025"/>
                </a:lnTo>
                <a:lnTo>
                  <a:pt x="161925" y="576263"/>
                </a:lnTo>
                <a:lnTo>
                  <a:pt x="157163" y="571500"/>
                </a:lnTo>
                <a:lnTo>
                  <a:pt x="152400" y="566738"/>
                </a:lnTo>
                <a:lnTo>
                  <a:pt x="147638" y="561975"/>
                </a:lnTo>
                <a:lnTo>
                  <a:pt x="142875" y="557213"/>
                </a:lnTo>
                <a:lnTo>
                  <a:pt x="138113" y="552450"/>
                </a:lnTo>
                <a:lnTo>
                  <a:pt x="133350" y="547688"/>
                </a:lnTo>
                <a:lnTo>
                  <a:pt x="128588" y="542925"/>
                </a:lnTo>
                <a:lnTo>
                  <a:pt x="119063" y="542925"/>
                </a:lnTo>
                <a:lnTo>
                  <a:pt x="114300" y="538163"/>
                </a:lnTo>
                <a:lnTo>
                  <a:pt x="109538" y="533400"/>
                </a:lnTo>
                <a:lnTo>
                  <a:pt x="104775" y="528638"/>
                </a:lnTo>
                <a:lnTo>
                  <a:pt x="100013" y="523875"/>
                </a:lnTo>
                <a:lnTo>
                  <a:pt x="90488" y="523875"/>
                </a:lnTo>
                <a:lnTo>
                  <a:pt x="85725" y="519113"/>
                </a:lnTo>
                <a:lnTo>
                  <a:pt x="85725" y="509588"/>
                </a:lnTo>
                <a:lnTo>
                  <a:pt x="80963" y="504825"/>
                </a:lnTo>
                <a:lnTo>
                  <a:pt x="76200" y="500063"/>
                </a:lnTo>
                <a:lnTo>
                  <a:pt x="71438" y="495300"/>
                </a:lnTo>
                <a:lnTo>
                  <a:pt x="61913" y="495300"/>
                </a:lnTo>
                <a:lnTo>
                  <a:pt x="57150" y="490538"/>
                </a:lnTo>
                <a:lnTo>
                  <a:pt x="57150" y="481013"/>
                </a:lnTo>
                <a:lnTo>
                  <a:pt x="57150" y="471488"/>
                </a:lnTo>
                <a:lnTo>
                  <a:pt x="52388" y="466725"/>
                </a:lnTo>
                <a:lnTo>
                  <a:pt x="47625" y="461963"/>
                </a:lnTo>
                <a:lnTo>
                  <a:pt x="47625" y="452438"/>
                </a:lnTo>
                <a:lnTo>
                  <a:pt x="47625" y="442913"/>
                </a:lnTo>
                <a:lnTo>
                  <a:pt x="42863" y="438150"/>
                </a:lnTo>
                <a:lnTo>
                  <a:pt x="38100" y="433388"/>
                </a:lnTo>
                <a:lnTo>
                  <a:pt x="38100" y="423863"/>
                </a:lnTo>
                <a:lnTo>
                  <a:pt x="33338" y="419100"/>
                </a:lnTo>
                <a:lnTo>
                  <a:pt x="28575" y="414338"/>
                </a:lnTo>
                <a:lnTo>
                  <a:pt x="28575" y="404813"/>
                </a:lnTo>
                <a:lnTo>
                  <a:pt x="23813" y="400050"/>
                </a:lnTo>
                <a:lnTo>
                  <a:pt x="19050" y="395288"/>
                </a:lnTo>
                <a:lnTo>
                  <a:pt x="19050" y="385763"/>
                </a:lnTo>
                <a:lnTo>
                  <a:pt x="19050" y="376238"/>
                </a:lnTo>
                <a:lnTo>
                  <a:pt x="19050" y="366713"/>
                </a:lnTo>
                <a:lnTo>
                  <a:pt x="19050" y="357188"/>
                </a:lnTo>
                <a:lnTo>
                  <a:pt x="19050" y="347663"/>
                </a:lnTo>
                <a:lnTo>
                  <a:pt x="19050" y="338138"/>
                </a:lnTo>
                <a:lnTo>
                  <a:pt x="14288" y="333375"/>
                </a:lnTo>
                <a:lnTo>
                  <a:pt x="9525" y="328613"/>
                </a:lnTo>
                <a:lnTo>
                  <a:pt x="4763" y="323850"/>
                </a:lnTo>
                <a:lnTo>
                  <a:pt x="0" y="319088"/>
                </a:lnTo>
                <a:lnTo>
                  <a:pt x="4763" y="314325"/>
                </a:lnTo>
                <a:lnTo>
                  <a:pt x="9525" y="309563"/>
                </a:lnTo>
                <a:lnTo>
                  <a:pt x="14288" y="304800"/>
                </a:lnTo>
                <a:lnTo>
                  <a:pt x="19050" y="300038"/>
                </a:lnTo>
                <a:lnTo>
                  <a:pt x="19050" y="290513"/>
                </a:lnTo>
                <a:lnTo>
                  <a:pt x="19050" y="280988"/>
                </a:lnTo>
                <a:lnTo>
                  <a:pt x="19050" y="271463"/>
                </a:lnTo>
                <a:lnTo>
                  <a:pt x="23813" y="266700"/>
                </a:lnTo>
                <a:lnTo>
                  <a:pt x="28575" y="261938"/>
                </a:lnTo>
                <a:lnTo>
                  <a:pt x="33338" y="257175"/>
                </a:lnTo>
                <a:lnTo>
                  <a:pt x="38100" y="252413"/>
                </a:lnTo>
                <a:lnTo>
                  <a:pt x="38100" y="242888"/>
                </a:lnTo>
                <a:lnTo>
                  <a:pt x="42863" y="238125"/>
                </a:lnTo>
                <a:lnTo>
                  <a:pt x="47625" y="233363"/>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95250" y="147638"/>
                </a:lnTo>
                <a:lnTo>
                  <a:pt x="100013" y="142875"/>
                </a:lnTo>
                <a:lnTo>
                  <a:pt x="104775" y="138113"/>
                </a:lnTo>
                <a:lnTo>
                  <a:pt x="109538" y="133350"/>
                </a:lnTo>
                <a:lnTo>
                  <a:pt x="114300" y="128588"/>
                </a:lnTo>
                <a:lnTo>
                  <a:pt x="119063" y="123825"/>
                </a:lnTo>
                <a:lnTo>
                  <a:pt x="123825" y="119063"/>
                </a:lnTo>
                <a:lnTo>
                  <a:pt x="123825" y="109538"/>
                </a:lnTo>
                <a:lnTo>
                  <a:pt x="128588" y="104775"/>
                </a:lnTo>
                <a:lnTo>
                  <a:pt x="133350" y="100013"/>
                </a:lnTo>
                <a:lnTo>
                  <a:pt x="138113" y="95250"/>
                </a:lnTo>
                <a:lnTo>
                  <a:pt x="142875" y="90488"/>
                </a:lnTo>
                <a:lnTo>
                  <a:pt x="147638" y="85725"/>
                </a:lnTo>
                <a:lnTo>
                  <a:pt x="152400" y="80963"/>
                </a:lnTo>
                <a:lnTo>
                  <a:pt x="152400" y="71438"/>
                </a:lnTo>
                <a:lnTo>
                  <a:pt x="157163" y="66675"/>
                </a:lnTo>
                <a:lnTo>
                  <a:pt x="161925" y="61913"/>
                </a:lnTo>
                <a:lnTo>
                  <a:pt x="166688" y="57150"/>
                </a:lnTo>
                <a:lnTo>
                  <a:pt x="171450" y="52388"/>
                </a:lnTo>
                <a:lnTo>
                  <a:pt x="176213" y="47625"/>
                </a:lnTo>
                <a:lnTo>
                  <a:pt x="180975" y="42863"/>
                </a:lnTo>
                <a:lnTo>
                  <a:pt x="185738" y="38100"/>
                </a:lnTo>
                <a:lnTo>
                  <a:pt x="195263" y="38100"/>
                </a:lnTo>
                <a:lnTo>
                  <a:pt x="200025" y="33338"/>
                </a:lnTo>
                <a:lnTo>
                  <a:pt x="200025" y="23813"/>
                </a:lnTo>
                <a:lnTo>
                  <a:pt x="204788" y="19050"/>
                </a:lnTo>
                <a:lnTo>
                  <a:pt x="209550" y="14288"/>
                </a:lnTo>
                <a:lnTo>
                  <a:pt x="214313" y="9525"/>
                </a:lnTo>
                <a:lnTo>
                  <a:pt x="223838" y="9525"/>
                </a:lnTo>
                <a:lnTo>
                  <a:pt x="228600" y="4763"/>
                </a:lnTo>
                <a:close/>
              </a:path>
            </a:pathLst>
          </a:custGeom>
          <a:solidFill xmlns:a="http://schemas.openxmlformats.org/drawingml/2006/main">
            <a:srgbClr val="DCDCDC"/>
          </a:solidFill>
          <a:ln xmlns:a="http://schemas.openxmlformats.org/drawingml/2006/main" w="0">
            <a:noFill/>
            <a:prstDash val="solid"/>
          </a:ln>
        </p:spPr>
      </p:sp>
      <p:sp>
        <p:nvSpPr>
          <p:cNvPr id="323" name="deep-skill-chaining-source-component-5-gradient-222-0">
            <a:extLst xmlns:a="http://schemas.openxmlformats.org/drawingml/2006/main">
              <a:ext uri="{FF2B5EF4-FFF2-40B4-BE49-F238E27FC236}">
                <a16:creationId xmlns:a16="http://schemas.microsoft.com/office/drawing/2014/main" id="{2EA8F067-1DB6-412F-AD0F-B7E1FE5BAD63}"/>
              </a:ext>
            </a:extLst>
          </p:cNvPr>
          <p:cNvSpPr>
            <a:spLocks xmlns:a="http://schemas.openxmlformats.org/drawingml/2006/main" noGrp="1"/>
          </p:cNvSpPr>
          <p:nvPr/>
        </p:nvSpPr>
        <p:spPr>
          <a:xfrm xmlns:a="http://schemas.openxmlformats.org/drawingml/2006/main" rot="0">
            <a:off x="8524875" y="2562225"/>
            <a:ext cx="619125" cy="600075"/>
          </a:xfrm>
          <a:custGeom xmlns:a="http://schemas.openxmlformats.org/drawingml/2006/main">
            <a:pathLst>
              <a:path w="619125" h="600075">
                <a:moveTo>
                  <a:pt x="295275" y="4763"/>
                </a:move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5288" y="9525"/>
                </a:lnTo>
                <a:lnTo>
                  <a:pt x="400050" y="14288"/>
                </a:lnTo>
                <a:lnTo>
                  <a:pt x="404813" y="19050"/>
                </a:lnTo>
                <a:lnTo>
                  <a:pt x="414338" y="19050"/>
                </a:lnTo>
                <a:lnTo>
                  <a:pt x="419100" y="23813"/>
                </a:lnTo>
                <a:lnTo>
                  <a:pt x="423863" y="28575"/>
                </a:lnTo>
                <a:lnTo>
                  <a:pt x="433388" y="28575"/>
                </a:lnTo>
                <a:lnTo>
                  <a:pt x="438150" y="33338"/>
                </a:lnTo>
                <a:lnTo>
                  <a:pt x="442913" y="38100"/>
                </a:lnTo>
                <a:lnTo>
                  <a:pt x="447675" y="42863"/>
                </a:lnTo>
                <a:lnTo>
                  <a:pt x="452438" y="47625"/>
                </a:lnTo>
                <a:lnTo>
                  <a:pt x="461963" y="47625"/>
                </a:lnTo>
                <a:lnTo>
                  <a:pt x="466725" y="52388"/>
                </a:lnTo>
                <a:lnTo>
                  <a:pt x="471488" y="57150"/>
                </a:lnTo>
                <a:lnTo>
                  <a:pt x="481013" y="57150"/>
                </a:lnTo>
                <a:lnTo>
                  <a:pt x="485775" y="61913"/>
                </a:lnTo>
                <a:lnTo>
                  <a:pt x="490538" y="66675"/>
                </a:lnTo>
                <a:lnTo>
                  <a:pt x="500063" y="66675"/>
                </a:lnTo>
                <a:lnTo>
                  <a:pt x="504825" y="71438"/>
                </a:lnTo>
                <a:lnTo>
                  <a:pt x="509588" y="76200"/>
                </a:lnTo>
                <a:lnTo>
                  <a:pt x="514350" y="80963"/>
                </a:lnTo>
                <a:lnTo>
                  <a:pt x="514350" y="90488"/>
                </a:lnTo>
                <a:lnTo>
                  <a:pt x="519113" y="95250"/>
                </a:lnTo>
                <a:lnTo>
                  <a:pt x="523875" y="100013"/>
                </a:lnTo>
                <a:lnTo>
                  <a:pt x="528638" y="104775"/>
                </a:lnTo>
                <a:lnTo>
                  <a:pt x="533400" y="109538"/>
                </a:lnTo>
                <a:lnTo>
                  <a:pt x="538163" y="114300"/>
                </a:lnTo>
                <a:lnTo>
                  <a:pt x="547688" y="114300"/>
                </a:lnTo>
                <a:lnTo>
                  <a:pt x="552450" y="119063"/>
                </a:lnTo>
                <a:lnTo>
                  <a:pt x="557213" y="123825"/>
                </a:lnTo>
                <a:lnTo>
                  <a:pt x="561975" y="128588"/>
                </a:lnTo>
                <a:lnTo>
                  <a:pt x="566738" y="133350"/>
                </a:lnTo>
                <a:lnTo>
                  <a:pt x="571500" y="138113"/>
                </a:lnTo>
                <a:lnTo>
                  <a:pt x="571500" y="147638"/>
                </a:lnTo>
                <a:lnTo>
                  <a:pt x="571500" y="157163"/>
                </a:lnTo>
                <a:lnTo>
                  <a:pt x="576263" y="161925"/>
                </a:lnTo>
                <a:lnTo>
                  <a:pt x="581025" y="166688"/>
                </a:lnTo>
                <a:lnTo>
                  <a:pt x="581025" y="176213"/>
                </a:lnTo>
                <a:lnTo>
                  <a:pt x="581025" y="185738"/>
                </a:lnTo>
                <a:lnTo>
                  <a:pt x="581025" y="195263"/>
                </a:lnTo>
                <a:lnTo>
                  <a:pt x="581025" y="204788"/>
                </a:lnTo>
                <a:lnTo>
                  <a:pt x="585788" y="209550"/>
                </a:lnTo>
                <a:lnTo>
                  <a:pt x="590550" y="214313"/>
                </a:lnTo>
                <a:lnTo>
                  <a:pt x="595313" y="219075"/>
                </a:lnTo>
                <a:lnTo>
                  <a:pt x="600075" y="223838"/>
                </a:lnTo>
                <a:lnTo>
                  <a:pt x="600075" y="233363"/>
                </a:lnTo>
                <a:lnTo>
                  <a:pt x="600075" y="242888"/>
                </a:lnTo>
                <a:lnTo>
                  <a:pt x="604838" y="247650"/>
                </a:lnTo>
                <a:lnTo>
                  <a:pt x="609600" y="252413"/>
                </a:lnTo>
                <a:lnTo>
                  <a:pt x="609600" y="261938"/>
                </a:lnTo>
                <a:lnTo>
                  <a:pt x="609600" y="271463"/>
                </a:lnTo>
                <a:lnTo>
                  <a:pt x="614363" y="276225"/>
                </a:lnTo>
                <a:lnTo>
                  <a:pt x="619125" y="280988"/>
                </a:lnTo>
                <a:lnTo>
                  <a:pt x="614363" y="285750"/>
                </a:lnTo>
                <a:lnTo>
                  <a:pt x="609600" y="290513"/>
                </a:lnTo>
                <a:lnTo>
                  <a:pt x="609600" y="300038"/>
                </a:lnTo>
                <a:lnTo>
                  <a:pt x="609600" y="309563"/>
                </a:lnTo>
                <a:lnTo>
                  <a:pt x="604838" y="314325"/>
                </a:lnTo>
                <a:lnTo>
                  <a:pt x="600075" y="319088"/>
                </a:lnTo>
                <a:lnTo>
                  <a:pt x="600075" y="328613"/>
                </a:lnTo>
                <a:lnTo>
                  <a:pt x="600075" y="338138"/>
                </a:lnTo>
                <a:lnTo>
                  <a:pt x="595313" y="342900"/>
                </a:lnTo>
                <a:lnTo>
                  <a:pt x="590550" y="347663"/>
                </a:lnTo>
                <a:lnTo>
                  <a:pt x="585788" y="352425"/>
                </a:lnTo>
                <a:lnTo>
                  <a:pt x="581025" y="357188"/>
                </a:lnTo>
                <a:lnTo>
                  <a:pt x="581025" y="366713"/>
                </a:lnTo>
                <a:lnTo>
                  <a:pt x="576263" y="371475"/>
                </a:lnTo>
                <a:lnTo>
                  <a:pt x="571500" y="376238"/>
                </a:lnTo>
                <a:lnTo>
                  <a:pt x="571500" y="385763"/>
                </a:lnTo>
                <a:lnTo>
                  <a:pt x="566738" y="390525"/>
                </a:lnTo>
                <a:lnTo>
                  <a:pt x="561975" y="395288"/>
                </a:lnTo>
                <a:lnTo>
                  <a:pt x="557213" y="400050"/>
                </a:lnTo>
                <a:lnTo>
                  <a:pt x="552450" y="404813"/>
                </a:lnTo>
                <a:lnTo>
                  <a:pt x="552450" y="414338"/>
                </a:lnTo>
                <a:lnTo>
                  <a:pt x="547688" y="419100"/>
                </a:lnTo>
                <a:lnTo>
                  <a:pt x="542925" y="423863"/>
                </a:lnTo>
                <a:lnTo>
                  <a:pt x="538163" y="428625"/>
                </a:lnTo>
                <a:lnTo>
                  <a:pt x="533400" y="433388"/>
                </a:lnTo>
                <a:lnTo>
                  <a:pt x="533400" y="442913"/>
                </a:lnTo>
                <a:lnTo>
                  <a:pt x="528638" y="447675"/>
                </a:lnTo>
                <a:lnTo>
                  <a:pt x="523875" y="452438"/>
                </a:lnTo>
                <a:lnTo>
                  <a:pt x="519113" y="457200"/>
                </a:lnTo>
                <a:lnTo>
                  <a:pt x="514350" y="461963"/>
                </a:lnTo>
                <a:lnTo>
                  <a:pt x="509588" y="466725"/>
                </a:lnTo>
                <a:lnTo>
                  <a:pt x="504825" y="471488"/>
                </a:lnTo>
                <a:lnTo>
                  <a:pt x="504825" y="481013"/>
                </a:lnTo>
                <a:lnTo>
                  <a:pt x="500063" y="485775"/>
                </a:lnTo>
                <a:lnTo>
                  <a:pt x="495300" y="490538"/>
                </a:lnTo>
                <a:lnTo>
                  <a:pt x="490538" y="495300"/>
                </a:lnTo>
                <a:lnTo>
                  <a:pt x="485775" y="500063"/>
                </a:lnTo>
                <a:lnTo>
                  <a:pt x="481013" y="504825"/>
                </a:lnTo>
                <a:lnTo>
                  <a:pt x="476250" y="509588"/>
                </a:lnTo>
                <a:lnTo>
                  <a:pt x="476250" y="519113"/>
                </a:lnTo>
                <a:lnTo>
                  <a:pt x="471488" y="523875"/>
                </a:lnTo>
                <a:lnTo>
                  <a:pt x="466725" y="528638"/>
                </a:lnTo>
                <a:lnTo>
                  <a:pt x="461963" y="533400"/>
                </a:lnTo>
                <a:lnTo>
                  <a:pt x="457200" y="538163"/>
                </a:lnTo>
                <a:lnTo>
                  <a:pt x="452438" y="542925"/>
                </a:lnTo>
                <a:lnTo>
                  <a:pt x="447675" y="547688"/>
                </a:lnTo>
                <a:lnTo>
                  <a:pt x="442913" y="552450"/>
                </a:lnTo>
                <a:lnTo>
                  <a:pt x="438150" y="557213"/>
                </a:lnTo>
                <a:lnTo>
                  <a:pt x="433388" y="561975"/>
                </a:lnTo>
                <a:lnTo>
                  <a:pt x="428625" y="566738"/>
                </a:lnTo>
                <a:lnTo>
                  <a:pt x="423863" y="571500"/>
                </a:lnTo>
                <a:lnTo>
                  <a:pt x="419100" y="576263"/>
                </a:lnTo>
                <a:lnTo>
                  <a:pt x="414338" y="581025"/>
                </a:lnTo>
                <a:lnTo>
                  <a:pt x="404813" y="581025"/>
                </a:lnTo>
                <a:lnTo>
                  <a:pt x="395288" y="581025"/>
                </a:lnTo>
                <a:lnTo>
                  <a:pt x="385763" y="581025"/>
                </a:lnTo>
                <a:lnTo>
                  <a:pt x="381000" y="585788"/>
                </a:lnTo>
                <a:lnTo>
                  <a:pt x="376238" y="590550"/>
                </a:lnTo>
                <a:lnTo>
                  <a:pt x="366713" y="590550"/>
                </a:lnTo>
                <a:lnTo>
                  <a:pt x="357188" y="590550"/>
                </a:lnTo>
                <a:lnTo>
                  <a:pt x="352425" y="595313"/>
                </a:lnTo>
                <a:lnTo>
                  <a:pt x="347663" y="600075"/>
                </a:lnTo>
                <a:lnTo>
                  <a:pt x="338138" y="600075"/>
                </a:lnTo>
                <a:lnTo>
                  <a:pt x="328613" y="600075"/>
                </a:lnTo>
                <a:lnTo>
                  <a:pt x="319088" y="600075"/>
                </a:lnTo>
                <a:lnTo>
                  <a:pt x="309563" y="600075"/>
                </a:lnTo>
                <a:lnTo>
                  <a:pt x="300038" y="600075"/>
                </a:lnTo>
                <a:lnTo>
                  <a:pt x="290513" y="600075"/>
                </a:lnTo>
                <a:lnTo>
                  <a:pt x="280988" y="600075"/>
                </a:lnTo>
                <a:lnTo>
                  <a:pt x="271463" y="600075"/>
                </a:lnTo>
                <a:lnTo>
                  <a:pt x="261938" y="600075"/>
                </a:lnTo>
                <a:lnTo>
                  <a:pt x="252413" y="600075"/>
                </a:lnTo>
                <a:lnTo>
                  <a:pt x="242888" y="600075"/>
                </a:lnTo>
                <a:lnTo>
                  <a:pt x="233363" y="600075"/>
                </a:lnTo>
                <a:lnTo>
                  <a:pt x="228600" y="595313"/>
                </a:lnTo>
                <a:lnTo>
                  <a:pt x="223838" y="590550"/>
                </a:lnTo>
                <a:lnTo>
                  <a:pt x="219075" y="585788"/>
                </a:lnTo>
                <a:lnTo>
                  <a:pt x="214313" y="581025"/>
                </a:lnTo>
                <a:lnTo>
                  <a:pt x="204788" y="581025"/>
                </a:lnTo>
                <a:lnTo>
                  <a:pt x="195263" y="581025"/>
                </a:lnTo>
                <a:lnTo>
                  <a:pt x="190500" y="576263"/>
                </a:lnTo>
                <a:lnTo>
                  <a:pt x="185738" y="571500"/>
                </a:lnTo>
                <a:lnTo>
                  <a:pt x="176213" y="571500"/>
                </a:lnTo>
                <a:lnTo>
                  <a:pt x="171450" y="566738"/>
                </a:lnTo>
                <a:lnTo>
                  <a:pt x="166688" y="561975"/>
                </a:lnTo>
                <a:lnTo>
                  <a:pt x="157163" y="561975"/>
                </a:lnTo>
                <a:lnTo>
                  <a:pt x="152400" y="557213"/>
                </a:lnTo>
                <a:lnTo>
                  <a:pt x="147638" y="552450"/>
                </a:lnTo>
                <a:lnTo>
                  <a:pt x="142875" y="547688"/>
                </a:lnTo>
                <a:lnTo>
                  <a:pt x="138113" y="542925"/>
                </a:lnTo>
                <a:lnTo>
                  <a:pt x="133350" y="538163"/>
                </a:lnTo>
                <a:lnTo>
                  <a:pt x="128588" y="533400"/>
                </a:lnTo>
                <a:lnTo>
                  <a:pt x="119063" y="533400"/>
                </a:lnTo>
                <a:lnTo>
                  <a:pt x="114300" y="528638"/>
                </a:lnTo>
                <a:lnTo>
                  <a:pt x="109538" y="523875"/>
                </a:lnTo>
                <a:lnTo>
                  <a:pt x="100013" y="523875"/>
                </a:lnTo>
                <a:lnTo>
                  <a:pt x="95250" y="519113"/>
                </a:lnTo>
                <a:lnTo>
                  <a:pt x="90488" y="514350"/>
                </a:lnTo>
                <a:lnTo>
                  <a:pt x="80963" y="514350"/>
                </a:lnTo>
                <a:lnTo>
                  <a:pt x="76200" y="509588"/>
                </a:lnTo>
                <a:lnTo>
                  <a:pt x="76200" y="500063"/>
                </a:lnTo>
                <a:lnTo>
                  <a:pt x="71438" y="495300"/>
                </a:lnTo>
                <a:lnTo>
                  <a:pt x="66675" y="490538"/>
                </a:lnTo>
                <a:lnTo>
                  <a:pt x="61913" y="485775"/>
                </a:lnTo>
                <a:lnTo>
                  <a:pt x="57150" y="481013"/>
                </a:lnTo>
                <a:lnTo>
                  <a:pt x="57150" y="471488"/>
                </a:lnTo>
                <a:lnTo>
                  <a:pt x="52388" y="466725"/>
                </a:lnTo>
                <a:lnTo>
                  <a:pt x="47625" y="461963"/>
                </a:lnTo>
                <a:lnTo>
                  <a:pt x="47625" y="452438"/>
                </a:lnTo>
                <a:lnTo>
                  <a:pt x="42863" y="447675"/>
                </a:lnTo>
                <a:lnTo>
                  <a:pt x="38100" y="442913"/>
                </a:lnTo>
                <a:lnTo>
                  <a:pt x="38100" y="433388"/>
                </a:lnTo>
                <a:lnTo>
                  <a:pt x="33338" y="428625"/>
                </a:lnTo>
                <a:lnTo>
                  <a:pt x="28575" y="423863"/>
                </a:lnTo>
                <a:lnTo>
                  <a:pt x="28575" y="414338"/>
                </a:lnTo>
                <a:lnTo>
                  <a:pt x="23813" y="409575"/>
                </a:lnTo>
                <a:lnTo>
                  <a:pt x="19050" y="404813"/>
                </a:lnTo>
                <a:lnTo>
                  <a:pt x="19050" y="395288"/>
                </a:lnTo>
                <a:lnTo>
                  <a:pt x="14288" y="390525"/>
                </a:lnTo>
                <a:lnTo>
                  <a:pt x="9525" y="385763"/>
                </a:lnTo>
                <a:lnTo>
                  <a:pt x="9525" y="376238"/>
                </a:lnTo>
                <a:lnTo>
                  <a:pt x="9525" y="366713"/>
                </a:lnTo>
                <a:lnTo>
                  <a:pt x="9525" y="357188"/>
                </a:lnTo>
                <a:lnTo>
                  <a:pt x="9525" y="347663"/>
                </a:lnTo>
                <a:lnTo>
                  <a:pt x="9525" y="338138"/>
                </a:lnTo>
                <a:lnTo>
                  <a:pt x="9525" y="328613"/>
                </a:lnTo>
                <a:lnTo>
                  <a:pt x="4763" y="323850"/>
                </a:lnTo>
                <a:lnTo>
                  <a:pt x="0" y="319088"/>
                </a:lnTo>
                <a:lnTo>
                  <a:pt x="0" y="309563"/>
                </a:lnTo>
                <a:lnTo>
                  <a:pt x="0" y="300038"/>
                </a:lnTo>
                <a:lnTo>
                  <a:pt x="0" y="290513"/>
                </a:lnTo>
                <a:lnTo>
                  <a:pt x="0" y="280988"/>
                </a:lnTo>
                <a:lnTo>
                  <a:pt x="0" y="271463"/>
                </a:lnTo>
                <a:lnTo>
                  <a:pt x="4763" y="266700"/>
                </a:lnTo>
                <a:lnTo>
                  <a:pt x="9525" y="261938"/>
                </a:lnTo>
                <a:lnTo>
                  <a:pt x="14288" y="257175"/>
                </a:lnTo>
                <a:lnTo>
                  <a:pt x="19050" y="252413"/>
                </a:lnTo>
                <a:lnTo>
                  <a:pt x="19050" y="242888"/>
                </a:lnTo>
                <a:lnTo>
                  <a:pt x="19050" y="233363"/>
                </a:lnTo>
                <a:lnTo>
                  <a:pt x="19050" y="223838"/>
                </a:lnTo>
                <a:lnTo>
                  <a:pt x="19050" y="214313"/>
                </a:lnTo>
                <a:lnTo>
                  <a:pt x="23813" y="209550"/>
                </a:lnTo>
                <a:lnTo>
                  <a:pt x="28575" y="204788"/>
                </a:lnTo>
                <a:lnTo>
                  <a:pt x="28575" y="195263"/>
                </a:lnTo>
                <a:lnTo>
                  <a:pt x="33338" y="190500"/>
                </a:lnTo>
                <a:lnTo>
                  <a:pt x="38100" y="185738"/>
                </a:lnTo>
                <a:lnTo>
                  <a:pt x="42863" y="180975"/>
                </a:lnTo>
                <a:lnTo>
                  <a:pt x="47625" y="176213"/>
                </a:lnTo>
                <a:lnTo>
                  <a:pt x="47625" y="166688"/>
                </a:lnTo>
                <a:lnTo>
                  <a:pt x="52388" y="161925"/>
                </a:lnTo>
                <a:lnTo>
                  <a:pt x="57150" y="157163"/>
                </a:lnTo>
                <a:lnTo>
                  <a:pt x="61913" y="152400"/>
                </a:lnTo>
                <a:lnTo>
                  <a:pt x="66675" y="147638"/>
                </a:lnTo>
                <a:lnTo>
                  <a:pt x="66675" y="138113"/>
                </a:lnTo>
                <a:lnTo>
                  <a:pt x="71438" y="133350"/>
                </a:lnTo>
                <a:lnTo>
                  <a:pt x="76200" y="128588"/>
                </a:lnTo>
                <a:lnTo>
                  <a:pt x="80963" y="123825"/>
                </a:lnTo>
                <a:lnTo>
                  <a:pt x="85725" y="119063"/>
                </a:lnTo>
                <a:lnTo>
                  <a:pt x="90488" y="114300"/>
                </a:lnTo>
                <a:lnTo>
                  <a:pt x="95250" y="109538"/>
                </a:lnTo>
                <a:lnTo>
                  <a:pt x="100013" y="104775"/>
                </a:lnTo>
                <a:lnTo>
                  <a:pt x="104775" y="100013"/>
                </a:lnTo>
                <a:lnTo>
                  <a:pt x="104775" y="90488"/>
                </a:lnTo>
                <a:lnTo>
                  <a:pt x="109538" y="85725"/>
                </a:lnTo>
                <a:lnTo>
                  <a:pt x="114300" y="80963"/>
                </a:lnTo>
                <a:lnTo>
                  <a:pt x="119063" y="76200"/>
                </a:lnTo>
                <a:lnTo>
                  <a:pt x="123825" y="71438"/>
                </a:lnTo>
                <a:lnTo>
                  <a:pt x="123825" y="61913"/>
                </a:lnTo>
                <a:lnTo>
                  <a:pt x="128588" y="57150"/>
                </a:lnTo>
                <a:lnTo>
                  <a:pt x="133350" y="52388"/>
                </a:lnTo>
                <a:lnTo>
                  <a:pt x="138113" y="47625"/>
                </a:lnTo>
                <a:lnTo>
                  <a:pt x="147638" y="47625"/>
                </a:lnTo>
                <a:lnTo>
                  <a:pt x="152400" y="42863"/>
                </a:lnTo>
                <a:lnTo>
                  <a:pt x="157163" y="38100"/>
                </a:lnTo>
                <a:lnTo>
                  <a:pt x="166688" y="38100"/>
                </a:lnTo>
                <a:lnTo>
                  <a:pt x="176213" y="38100"/>
                </a:lnTo>
                <a:lnTo>
                  <a:pt x="180975" y="33338"/>
                </a:lnTo>
                <a:lnTo>
                  <a:pt x="185738" y="28575"/>
                </a:lnTo>
                <a:lnTo>
                  <a:pt x="190500" y="23813"/>
                </a:lnTo>
                <a:lnTo>
                  <a:pt x="195263" y="19050"/>
                </a:lnTo>
                <a:lnTo>
                  <a:pt x="204788" y="19050"/>
                </a:lnTo>
                <a:lnTo>
                  <a:pt x="209550" y="14288"/>
                </a:lnTo>
                <a:lnTo>
                  <a:pt x="214313" y="9525"/>
                </a:lnTo>
                <a:lnTo>
                  <a:pt x="223838" y="9525"/>
                </a:lnTo>
                <a:lnTo>
                  <a:pt x="233363" y="9525"/>
                </a:lnTo>
                <a:lnTo>
                  <a:pt x="242888" y="9525"/>
                </a:lnTo>
                <a:lnTo>
                  <a:pt x="252413" y="9525"/>
                </a:lnTo>
                <a:lnTo>
                  <a:pt x="261938" y="9525"/>
                </a:lnTo>
                <a:lnTo>
                  <a:pt x="271463" y="9525"/>
                </a:lnTo>
                <a:lnTo>
                  <a:pt x="280988" y="9525"/>
                </a:lnTo>
                <a:lnTo>
                  <a:pt x="290513" y="9525"/>
                </a:lnTo>
                <a:lnTo>
                  <a:pt x="295275" y="4763"/>
                </a:lnTo>
                <a:close/>
              </a:path>
            </a:pathLst>
          </a:custGeom>
          <a:solidFill xmlns:a="http://schemas.openxmlformats.org/drawingml/2006/main">
            <a:srgbClr val="DEDEDE"/>
          </a:solidFill>
          <a:ln xmlns:a="http://schemas.openxmlformats.org/drawingml/2006/main" w="0">
            <a:noFill/>
            <a:prstDash val="solid"/>
          </a:ln>
        </p:spPr>
      </p:sp>
      <p:sp>
        <p:nvSpPr>
          <p:cNvPr id="324" name="deep-skill-chaining-source-component-5-gradient-224-0">
            <a:extLst xmlns:a="http://schemas.openxmlformats.org/drawingml/2006/main">
              <a:ext uri="{FF2B5EF4-FFF2-40B4-BE49-F238E27FC236}">
                <a16:creationId xmlns:a16="http://schemas.microsoft.com/office/drawing/2014/main" id="{91CBB9EF-F0BB-4D3B-B218-B6D9E2CBF7FE}"/>
              </a:ext>
            </a:extLst>
          </p:cNvPr>
          <p:cNvSpPr>
            <a:spLocks xmlns:a="http://schemas.openxmlformats.org/drawingml/2006/main" noGrp="1"/>
          </p:cNvSpPr>
          <p:nvPr/>
        </p:nvSpPr>
        <p:spPr>
          <a:xfrm xmlns:a="http://schemas.openxmlformats.org/drawingml/2006/main" rot="0">
            <a:off x="8543925" y="2581275"/>
            <a:ext cx="581025" cy="561975"/>
          </a:xfrm>
          <a:custGeom xmlns:a="http://schemas.openxmlformats.org/drawingml/2006/main">
            <a:pathLst>
              <a:path w="581025" h="561975">
                <a:moveTo>
                  <a:pt x="209550" y="4763"/>
                </a:move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1950" y="4763"/>
                </a:lnTo>
                <a:lnTo>
                  <a:pt x="366713" y="9525"/>
                </a:lnTo>
                <a:lnTo>
                  <a:pt x="376238" y="9525"/>
                </a:lnTo>
                <a:lnTo>
                  <a:pt x="381000" y="14288"/>
                </a:lnTo>
                <a:lnTo>
                  <a:pt x="385763" y="19050"/>
                </a:lnTo>
                <a:lnTo>
                  <a:pt x="395288" y="19050"/>
                </a:lnTo>
                <a:lnTo>
                  <a:pt x="400050" y="23813"/>
                </a:lnTo>
                <a:lnTo>
                  <a:pt x="404813" y="28575"/>
                </a:lnTo>
                <a:lnTo>
                  <a:pt x="414338" y="28575"/>
                </a:lnTo>
                <a:lnTo>
                  <a:pt x="419100" y="33338"/>
                </a:lnTo>
                <a:lnTo>
                  <a:pt x="423863" y="38100"/>
                </a:lnTo>
                <a:lnTo>
                  <a:pt x="428625" y="42863"/>
                </a:lnTo>
                <a:lnTo>
                  <a:pt x="433388" y="47625"/>
                </a:lnTo>
                <a:lnTo>
                  <a:pt x="442913" y="47625"/>
                </a:lnTo>
                <a:lnTo>
                  <a:pt x="452438" y="47625"/>
                </a:lnTo>
                <a:lnTo>
                  <a:pt x="457200" y="52388"/>
                </a:lnTo>
                <a:lnTo>
                  <a:pt x="461963" y="57150"/>
                </a:lnTo>
                <a:lnTo>
                  <a:pt x="471488" y="57150"/>
                </a:lnTo>
                <a:lnTo>
                  <a:pt x="476250" y="61913"/>
                </a:lnTo>
                <a:lnTo>
                  <a:pt x="476250" y="71438"/>
                </a:lnTo>
                <a:lnTo>
                  <a:pt x="481013" y="76200"/>
                </a:lnTo>
                <a:lnTo>
                  <a:pt x="485775" y="80963"/>
                </a:lnTo>
                <a:lnTo>
                  <a:pt x="490538" y="85725"/>
                </a:lnTo>
                <a:lnTo>
                  <a:pt x="495300" y="90488"/>
                </a:lnTo>
                <a:lnTo>
                  <a:pt x="500063" y="95250"/>
                </a:lnTo>
                <a:lnTo>
                  <a:pt x="504825" y="100013"/>
                </a:lnTo>
                <a:lnTo>
                  <a:pt x="509588" y="104775"/>
                </a:lnTo>
                <a:lnTo>
                  <a:pt x="514350" y="109538"/>
                </a:lnTo>
                <a:lnTo>
                  <a:pt x="519113" y="114300"/>
                </a:lnTo>
                <a:lnTo>
                  <a:pt x="528638" y="114300"/>
                </a:lnTo>
                <a:lnTo>
                  <a:pt x="533400" y="119063"/>
                </a:lnTo>
                <a:lnTo>
                  <a:pt x="533400" y="128588"/>
                </a:lnTo>
                <a:lnTo>
                  <a:pt x="533400" y="138113"/>
                </a:lnTo>
                <a:lnTo>
                  <a:pt x="538163" y="142875"/>
                </a:lnTo>
                <a:lnTo>
                  <a:pt x="542925" y="147638"/>
                </a:lnTo>
                <a:lnTo>
                  <a:pt x="542925" y="157163"/>
                </a:lnTo>
                <a:lnTo>
                  <a:pt x="542925" y="166688"/>
                </a:lnTo>
                <a:lnTo>
                  <a:pt x="542925" y="176213"/>
                </a:lnTo>
                <a:lnTo>
                  <a:pt x="542925" y="185738"/>
                </a:lnTo>
                <a:lnTo>
                  <a:pt x="547688" y="190500"/>
                </a:lnTo>
                <a:lnTo>
                  <a:pt x="552450" y="195263"/>
                </a:lnTo>
                <a:lnTo>
                  <a:pt x="557213" y="200025"/>
                </a:lnTo>
                <a:lnTo>
                  <a:pt x="561975" y="204788"/>
                </a:lnTo>
                <a:lnTo>
                  <a:pt x="561975" y="214313"/>
                </a:lnTo>
                <a:lnTo>
                  <a:pt x="561975" y="223838"/>
                </a:lnTo>
                <a:lnTo>
                  <a:pt x="566738" y="228600"/>
                </a:lnTo>
                <a:lnTo>
                  <a:pt x="571500" y="233363"/>
                </a:lnTo>
                <a:lnTo>
                  <a:pt x="571500" y="242888"/>
                </a:lnTo>
                <a:lnTo>
                  <a:pt x="571500" y="252413"/>
                </a:lnTo>
                <a:lnTo>
                  <a:pt x="576263" y="257175"/>
                </a:lnTo>
                <a:lnTo>
                  <a:pt x="581025" y="261938"/>
                </a:lnTo>
                <a:lnTo>
                  <a:pt x="576263" y="266700"/>
                </a:lnTo>
                <a:lnTo>
                  <a:pt x="571500" y="271463"/>
                </a:lnTo>
                <a:lnTo>
                  <a:pt x="571500" y="280988"/>
                </a:lnTo>
                <a:lnTo>
                  <a:pt x="571500" y="290513"/>
                </a:lnTo>
                <a:lnTo>
                  <a:pt x="571500" y="300038"/>
                </a:lnTo>
                <a:lnTo>
                  <a:pt x="566738" y="304800"/>
                </a:lnTo>
                <a:lnTo>
                  <a:pt x="561975" y="309563"/>
                </a:lnTo>
                <a:lnTo>
                  <a:pt x="561975" y="319088"/>
                </a:lnTo>
                <a:lnTo>
                  <a:pt x="561975" y="328613"/>
                </a:lnTo>
                <a:lnTo>
                  <a:pt x="561975" y="338138"/>
                </a:lnTo>
                <a:lnTo>
                  <a:pt x="561975" y="347663"/>
                </a:lnTo>
                <a:lnTo>
                  <a:pt x="557213" y="352425"/>
                </a:lnTo>
                <a:lnTo>
                  <a:pt x="552450" y="357188"/>
                </a:lnTo>
                <a:lnTo>
                  <a:pt x="547688" y="361950"/>
                </a:lnTo>
                <a:lnTo>
                  <a:pt x="542925" y="366713"/>
                </a:lnTo>
                <a:lnTo>
                  <a:pt x="542925" y="376238"/>
                </a:lnTo>
                <a:lnTo>
                  <a:pt x="538163" y="381000"/>
                </a:lnTo>
                <a:lnTo>
                  <a:pt x="533400" y="385763"/>
                </a:lnTo>
                <a:lnTo>
                  <a:pt x="533400" y="395288"/>
                </a:lnTo>
                <a:lnTo>
                  <a:pt x="528638" y="400050"/>
                </a:lnTo>
                <a:lnTo>
                  <a:pt x="523875" y="404813"/>
                </a:lnTo>
                <a:lnTo>
                  <a:pt x="519113" y="409575"/>
                </a:lnTo>
                <a:lnTo>
                  <a:pt x="514350" y="414338"/>
                </a:lnTo>
                <a:lnTo>
                  <a:pt x="514350" y="423863"/>
                </a:lnTo>
                <a:lnTo>
                  <a:pt x="509588" y="428625"/>
                </a:lnTo>
                <a:lnTo>
                  <a:pt x="504825" y="433388"/>
                </a:lnTo>
                <a:lnTo>
                  <a:pt x="500063" y="438150"/>
                </a:lnTo>
                <a:lnTo>
                  <a:pt x="495300" y="442913"/>
                </a:lnTo>
                <a:lnTo>
                  <a:pt x="490538" y="447675"/>
                </a:lnTo>
                <a:lnTo>
                  <a:pt x="485775" y="452438"/>
                </a:lnTo>
                <a:lnTo>
                  <a:pt x="485775" y="461963"/>
                </a:lnTo>
                <a:lnTo>
                  <a:pt x="481013" y="466725"/>
                </a:lnTo>
                <a:lnTo>
                  <a:pt x="476250" y="471488"/>
                </a:lnTo>
                <a:lnTo>
                  <a:pt x="471488" y="476250"/>
                </a:lnTo>
                <a:lnTo>
                  <a:pt x="466725" y="481013"/>
                </a:lnTo>
                <a:lnTo>
                  <a:pt x="461963" y="485775"/>
                </a:lnTo>
                <a:lnTo>
                  <a:pt x="457200" y="490538"/>
                </a:lnTo>
                <a:lnTo>
                  <a:pt x="452438" y="495300"/>
                </a:lnTo>
                <a:lnTo>
                  <a:pt x="447675" y="500063"/>
                </a:lnTo>
                <a:lnTo>
                  <a:pt x="442913" y="504825"/>
                </a:lnTo>
                <a:lnTo>
                  <a:pt x="438150" y="509588"/>
                </a:lnTo>
                <a:lnTo>
                  <a:pt x="433388" y="514350"/>
                </a:lnTo>
                <a:lnTo>
                  <a:pt x="428625" y="519113"/>
                </a:lnTo>
                <a:lnTo>
                  <a:pt x="428625" y="528638"/>
                </a:lnTo>
                <a:lnTo>
                  <a:pt x="423863" y="533400"/>
                </a:lnTo>
                <a:lnTo>
                  <a:pt x="414338" y="533400"/>
                </a:lnTo>
                <a:lnTo>
                  <a:pt x="404813" y="533400"/>
                </a:lnTo>
                <a:lnTo>
                  <a:pt x="395288" y="533400"/>
                </a:lnTo>
                <a:lnTo>
                  <a:pt x="390525" y="538163"/>
                </a:lnTo>
                <a:lnTo>
                  <a:pt x="385763" y="542925"/>
                </a:lnTo>
                <a:lnTo>
                  <a:pt x="376238" y="542925"/>
                </a:lnTo>
                <a:lnTo>
                  <a:pt x="366713" y="542925"/>
                </a:lnTo>
                <a:lnTo>
                  <a:pt x="361950" y="547688"/>
                </a:lnTo>
                <a:lnTo>
                  <a:pt x="357188" y="552450"/>
                </a:lnTo>
                <a:lnTo>
                  <a:pt x="347663" y="552450"/>
                </a:lnTo>
                <a:lnTo>
                  <a:pt x="338138" y="552450"/>
                </a:lnTo>
                <a:lnTo>
                  <a:pt x="333375" y="557213"/>
                </a:lnTo>
                <a:lnTo>
                  <a:pt x="328613" y="561975"/>
                </a:lnTo>
                <a:lnTo>
                  <a:pt x="319088" y="561975"/>
                </a:lnTo>
                <a:lnTo>
                  <a:pt x="309563" y="561975"/>
                </a:lnTo>
                <a:lnTo>
                  <a:pt x="300038" y="561975"/>
                </a:lnTo>
                <a:lnTo>
                  <a:pt x="290513" y="561975"/>
                </a:lnTo>
                <a:lnTo>
                  <a:pt x="280988" y="561975"/>
                </a:lnTo>
                <a:lnTo>
                  <a:pt x="271463" y="561975"/>
                </a:lnTo>
                <a:lnTo>
                  <a:pt x="261938" y="561975"/>
                </a:lnTo>
                <a:lnTo>
                  <a:pt x="252413" y="561975"/>
                </a:lnTo>
                <a:lnTo>
                  <a:pt x="242888" y="561975"/>
                </a:lnTo>
                <a:lnTo>
                  <a:pt x="238125" y="557213"/>
                </a:lnTo>
                <a:lnTo>
                  <a:pt x="233363" y="552450"/>
                </a:lnTo>
                <a:lnTo>
                  <a:pt x="223838" y="552450"/>
                </a:lnTo>
                <a:lnTo>
                  <a:pt x="214313" y="552450"/>
                </a:lnTo>
                <a:lnTo>
                  <a:pt x="204788" y="552450"/>
                </a:lnTo>
                <a:lnTo>
                  <a:pt x="195263" y="552450"/>
                </a:lnTo>
                <a:lnTo>
                  <a:pt x="185738" y="552450"/>
                </a:lnTo>
                <a:lnTo>
                  <a:pt x="180975" y="547688"/>
                </a:lnTo>
                <a:lnTo>
                  <a:pt x="176213" y="542925"/>
                </a:lnTo>
                <a:lnTo>
                  <a:pt x="171450" y="538163"/>
                </a:lnTo>
                <a:lnTo>
                  <a:pt x="166688" y="533400"/>
                </a:lnTo>
                <a:lnTo>
                  <a:pt x="157163" y="533400"/>
                </a:lnTo>
                <a:lnTo>
                  <a:pt x="152400" y="528638"/>
                </a:lnTo>
                <a:lnTo>
                  <a:pt x="147638" y="523875"/>
                </a:lnTo>
                <a:lnTo>
                  <a:pt x="142875" y="519113"/>
                </a:lnTo>
                <a:lnTo>
                  <a:pt x="138113" y="514350"/>
                </a:lnTo>
                <a:lnTo>
                  <a:pt x="128588" y="514350"/>
                </a:lnTo>
                <a:lnTo>
                  <a:pt x="123825" y="509588"/>
                </a:lnTo>
                <a:lnTo>
                  <a:pt x="119063" y="504825"/>
                </a:lnTo>
                <a:lnTo>
                  <a:pt x="109538" y="504825"/>
                </a:lnTo>
                <a:lnTo>
                  <a:pt x="104775" y="500063"/>
                </a:lnTo>
                <a:lnTo>
                  <a:pt x="100013" y="495300"/>
                </a:lnTo>
                <a:lnTo>
                  <a:pt x="90488" y="495300"/>
                </a:lnTo>
                <a:lnTo>
                  <a:pt x="85725" y="490538"/>
                </a:lnTo>
                <a:lnTo>
                  <a:pt x="80963" y="485775"/>
                </a:lnTo>
                <a:lnTo>
                  <a:pt x="76200" y="481013"/>
                </a:lnTo>
                <a:lnTo>
                  <a:pt x="71438" y="476250"/>
                </a:lnTo>
                <a:lnTo>
                  <a:pt x="66675" y="471488"/>
                </a:lnTo>
                <a:lnTo>
                  <a:pt x="61913" y="466725"/>
                </a:lnTo>
                <a:lnTo>
                  <a:pt x="57150" y="461963"/>
                </a:lnTo>
                <a:lnTo>
                  <a:pt x="57150" y="452438"/>
                </a:lnTo>
                <a:lnTo>
                  <a:pt x="57150" y="442913"/>
                </a:lnTo>
                <a:lnTo>
                  <a:pt x="52388" y="438150"/>
                </a:lnTo>
                <a:lnTo>
                  <a:pt x="47625" y="433388"/>
                </a:lnTo>
                <a:lnTo>
                  <a:pt x="42863" y="428625"/>
                </a:lnTo>
                <a:lnTo>
                  <a:pt x="38100" y="423863"/>
                </a:lnTo>
                <a:lnTo>
                  <a:pt x="38100" y="414338"/>
                </a:lnTo>
                <a:lnTo>
                  <a:pt x="33338" y="409575"/>
                </a:lnTo>
                <a:lnTo>
                  <a:pt x="28575" y="404813"/>
                </a:lnTo>
                <a:lnTo>
                  <a:pt x="28575" y="395288"/>
                </a:lnTo>
                <a:lnTo>
                  <a:pt x="23813" y="390525"/>
                </a:lnTo>
                <a:lnTo>
                  <a:pt x="19050" y="385763"/>
                </a:lnTo>
                <a:lnTo>
                  <a:pt x="14288" y="381000"/>
                </a:lnTo>
                <a:lnTo>
                  <a:pt x="9525" y="376238"/>
                </a:lnTo>
                <a:lnTo>
                  <a:pt x="9525" y="366713"/>
                </a:lnTo>
                <a:lnTo>
                  <a:pt x="9525" y="357188"/>
                </a:lnTo>
                <a:lnTo>
                  <a:pt x="9525" y="347663"/>
                </a:lnTo>
                <a:lnTo>
                  <a:pt x="9525" y="338138"/>
                </a:lnTo>
                <a:lnTo>
                  <a:pt x="9525" y="328613"/>
                </a:lnTo>
                <a:lnTo>
                  <a:pt x="9525" y="319088"/>
                </a:lnTo>
                <a:lnTo>
                  <a:pt x="9525" y="309563"/>
                </a:lnTo>
                <a:lnTo>
                  <a:pt x="4763" y="304800"/>
                </a:lnTo>
                <a:lnTo>
                  <a:pt x="0" y="300038"/>
                </a:lnTo>
                <a:lnTo>
                  <a:pt x="0" y="290513"/>
                </a:lnTo>
                <a:lnTo>
                  <a:pt x="0" y="280988"/>
                </a:lnTo>
                <a:lnTo>
                  <a:pt x="0" y="271463"/>
                </a:lnTo>
                <a:lnTo>
                  <a:pt x="0" y="261938"/>
                </a:lnTo>
                <a:lnTo>
                  <a:pt x="0" y="252413"/>
                </a:lnTo>
                <a:lnTo>
                  <a:pt x="4763" y="247650"/>
                </a:lnTo>
                <a:lnTo>
                  <a:pt x="9525" y="242888"/>
                </a:lnTo>
                <a:lnTo>
                  <a:pt x="9525" y="233363"/>
                </a:lnTo>
                <a:lnTo>
                  <a:pt x="9525" y="223838"/>
                </a:lnTo>
                <a:lnTo>
                  <a:pt x="9525" y="214313"/>
                </a:lnTo>
                <a:lnTo>
                  <a:pt x="9525" y="204788"/>
                </a:lnTo>
                <a:lnTo>
                  <a:pt x="14288" y="200025"/>
                </a:lnTo>
                <a:lnTo>
                  <a:pt x="19050" y="195263"/>
                </a:lnTo>
                <a:lnTo>
                  <a:pt x="19050" y="185738"/>
                </a:lnTo>
                <a:lnTo>
                  <a:pt x="23813" y="180975"/>
                </a:lnTo>
                <a:lnTo>
                  <a:pt x="28575" y="176213"/>
                </a:lnTo>
                <a:lnTo>
                  <a:pt x="33338" y="171450"/>
                </a:lnTo>
                <a:lnTo>
                  <a:pt x="38100" y="166688"/>
                </a:lnTo>
                <a:lnTo>
                  <a:pt x="38100" y="157163"/>
                </a:lnTo>
                <a:lnTo>
                  <a:pt x="38100" y="147638"/>
                </a:lnTo>
                <a:lnTo>
                  <a:pt x="42863" y="142875"/>
                </a:lnTo>
                <a:lnTo>
                  <a:pt x="47625" y="138113"/>
                </a:lnTo>
                <a:lnTo>
                  <a:pt x="52388" y="133350"/>
                </a:lnTo>
                <a:lnTo>
                  <a:pt x="57150" y="128588"/>
                </a:lnTo>
                <a:lnTo>
                  <a:pt x="52388" y="123825"/>
                </a:lnTo>
                <a:lnTo>
                  <a:pt x="47625" y="119063"/>
                </a:lnTo>
                <a:lnTo>
                  <a:pt x="52388" y="114300"/>
                </a:lnTo>
                <a:lnTo>
                  <a:pt x="57150" y="109538"/>
                </a:lnTo>
                <a:lnTo>
                  <a:pt x="61913" y="104775"/>
                </a:lnTo>
                <a:lnTo>
                  <a:pt x="71438" y="104775"/>
                </a:lnTo>
                <a:lnTo>
                  <a:pt x="76200" y="100013"/>
                </a:lnTo>
                <a:lnTo>
                  <a:pt x="80963" y="95250"/>
                </a:lnTo>
                <a:lnTo>
                  <a:pt x="85725" y="90488"/>
                </a:lnTo>
                <a:lnTo>
                  <a:pt x="90488" y="85725"/>
                </a:lnTo>
                <a:lnTo>
                  <a:pt x="95250" y="80963"/>
                </a:lnTo>
                <a:lnTo>
                  <a:pt x="100013" y="76200"/>
                </a:lnTo>
                <a:lnTo>
                  <a:pt x="104775" y="71438"/>
                </a:lnTo>
                <a:lnTo>
                  <a:pt x="109538" y="66675"/>
                </a:lnTo>
                <a:lnTo>
                  <a:pt x="114300" y="61913"/>
                </a:lnTo>
                <a:lnTo>
                  <a:pt x="119063" y="57150"/>
                </a:lnTo>
                <a:lnTo>
                  <a:pt x="123825" y="52388"/>
                </a:lnTo>
                <a:lnTo>
                  <a:pt x="128588" y="47625"/>
                </a:lnTo>
                <a:lnTo>
                  <a:pt x="138113" y="47625"/>
                </a:lnTo>
                <a:lnTo>
                  <a:pt x="142875" y="42863"/>
                </a:lnTo>
                <a:lnTo>
                  <a:pt x="147638" y="38100"/>
                </a:lnTo>
                <a:lnTo>
                  <a:pt x="152400" y="33338"/>
                </a:lnTo>
                <a:lnTo>
                  <a:pt x="157163" y="28575"/>
                </a:lnTo>
                <a:lnTo>
                  <a:pt x="166688" y="28575"/>
                </a:lnTo>
                <a:lnTo>
                  <a:pt x="171450" y="23813"/>
                </a:lnTo>
                <a:lnTo>
                  <a:pt x="176213" y="19050"/>
                </a:lnTo>
                <a:lnTo>
                  <a:pt x="185738" y="19050"/>
                </a:lnTo>
                <a:lnTo>
                  <a:pt x="190500" y="14288"/>
                </a:lnTo>
                <a:lnTo>
                  <a:pt x="195263" y="9525"/>
                </a:lnTo>
                <a:lnTo>
                  <a:pt x="204788" y="9525"/>
                </a:lnTo>
                <a:lnTo>
                  <a:pt x="209550" y="4763"/>
                </a:lnTo>
                <a:close/>
              </a:path>
            </a:pathLst>
          </a:custGeom>
          <a:solidFill xmlns:a="http://schemas.openxmlformats.org/drawingml/2006/main">
            <a:srgbClr val="E0E0E0"/>
          </a:solidFill>
          <a:ln xmlns:a="http://schemas.openxmlformats.org/drawingml/2006/main" w="0">
            <a:noFill/>
            <a:prstDash val="solid"/>
          </a:ln>
        </p:spPr>
      </p:sp>
      <p:sp>
        <p:nvSpPr>
          <p:cNvPr id="325" name="deep-skill-chaining-source-component-5-gradient-226-0">
            <a:extLst xmlns:a="http://schemas.openxmlformats.org/drawingml/2006/main">
              <a:ext uri="{FF2B5EF4-FFF2-40B4-BE49-F238E27FC236}">
                <a16:creationId xmlns:a16="http://schemas.microsoft.com/office/drawing/2014/main" id="{1878EC79-5154-4287-AD6A-6F46AACB5242}"/>
              </a:ext>
            </a:extLst>
          </p:cNvPr>
          <p:cNvSpPr>
            <a:spLocks xmlns:a="http://schemas.openxmlformats.org/drawingml/2006/main" noGrp="1"/>
          </p:cNvSpPr>
          <p:nvPr/>
        </p:nvSpPr>
        <p:spPr>
          <a:xfrm xmlns:a="http://schemas.openxmlformats.org/drawingml/2006/main" rot="0">
            <a:off x="8553450" y="2600325"/>
            <a:ext cx="552450" cy="533400"/>
          </a:xfrm>
          <a:custGeom xmlns:a="http://schemas.openxmlformats.org/drawingml/2006/main">
            <a:pathLst>
              <a:path w="552450" h="533400">
                <a:moveTo>
                  <a:pt x="238125" y="4763"/>
                </a:move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0525" y="23813"/>
                </a:lnTo>
                <a:lnTo>
                  <a:pt x="395288" y="28575"/>
                </a:lnTo>
                <a:lnTo>
                  <a:pt x="404813" y="28575"/>
                </a:lnTo>
                <a:lnTo>
                  <a:pt x="409575" y="33338"/>
                </a:lnTo>
                <a:lnTo>
                  <a:pt x="414338" y="38100"/>
                </a:lnTo>
                <a:lnTo>
                  <a:pt x="423863" y="38100"/>
                </a:lnTo>
                <a:lnTo>
                  <a:pt x="433388" y="38100"/>
                </a:lnTo>
                <a:lnTo>
                  <a:pt x="438150" y="42863"/>
                </a:lnTo>
                <a:lnTo>
                  <a:pt x="442913" y="47625"/>
                </a:lnTo>
                <a:lnTo>
                  <a:pt x="447675" y="52388"/>
                </a:lnTo>
                <a:lnTo>
                  <a:pt x="452438" y="57150"/>
                </a:lnTo>
                <a:lnTo>
                  <a:pt x="457200" y="61913"/>
                </a:lnTo>
                <a:lnTo>
                  <a:pt x="461963" y="66675"/>
                </a:lnTo>
                <a:lnTo>
                  <a:pt x="466725" y="71438"/>
                </a:lnTo>
                <a:lnTo>
                  <a:pt x="466725" y="80963"/>
                </a:lnTo>
                <a:lnTo>
                  <a:pt x="471488" y="85725"/>
                </a:lnTo>
                <a:lnTo>
                  <a:pt x="476250" y="90488"/>
                </a:lnTo>
                <a:lnTo>
                  <a:pt x="481013" y="95250"/>
                </a:lnTo>
                <a:lnTo>
                  <a:pt x="490538" y="95250"/>
                </a:lnTo>
                <a:lnTo>
                  <a:pt x="495300" y="100013"/>
                </a:lnTo>
                <a:lnTo>
                  <a:pt x="495300" y="109538"/>
                </a:lnTo>
                <a:lnTo>
                  <a:pt x="500063" y="114300"/>
                </a:lnTo>
                <a:lnTo>
                  <a:pt x="504825" y="119063"/>
                </a:lnTo>
                <a:lnTo>
                  <a:pt x="504825" y="128588"/>
                </a:lnTo>
                <a:lnTo>
                  <a:pt x="504825" y="138113"/>
                </a:lnTo>
                <a:lnTo>
                  <a:pt x="504825" y="147638"/>
                </a:lnTo>
                <a:lnTo>
                  <a:pt x="509588" y="152400"/>
                </a:lnTo>
                <a:lnTo>
                  <a:pt x="514350" y="157163"/>
                </a:lnTo>
                <a:lnTo>
                  <a:pt x="514350" y="166688"/>
                </a:lnTo>
                <a:lnTo>
                  <a:pt x="519113" y="171450"/>
                </a:lnTo>
                <a:lnTo>
                  <a:pt x="523875" y="176213"/>
                </a:lnTo>
                <a:lnTo>
                  <a:pt x="528638" y="180975"/>
                </a:lnTo>
                <a:lnTo>
                  <a:pt x="533400" y="185738"/>
                </a:lnTo>
                <a:lnTo>
                  <a:pt x="533400" y="195263"/>
                </a:lnTo>
                <a:lnTo>
                  <a:pt x="533400" y="204788"/>
                </a:lnTo>
                <a:lnTo>
                  <a:pt x="538163" y="209550"/>
                </a:lnTo>
                <a:lnTo>
                  <a:pt x="542925" y="214313"/>
                </a:lnTo>
                <a:lnTo>
                  <a:pt x="542925" y="223838"/>
                </a:lnTo>
                <a:lnTo>
                  <a:pt x="542925" y="233363"/>
                </a:lnTo>
                <a:lnTo>
                  <a:pt x="547688" y="238125"/>
                </a:lnTo>
                <a:lnTo>
                  <a:pt x="552450" y="242888"/>
                </a:lnTo>
                <a:lnTo>
                  <a:pt x="552450" y="252413"/>
                </a:lnTo>
                <a:lnTo>
                  <a:pt x="552450" y="261938"/>
                </a:lnTo>
                <a:lnTo>
                  <a:pt x="552450" y="271463"/>
                </a:lnTo>
                <a:lnTo>
                  <a:pt x="547688" y="276225"/>
                </a:lnTo>
                <a:lnTo>
                  <a:pt x="542925" y="280988"/>
                </a:lnTo>
                <a:lnTo>
                  <a:pt x="538163" y="285750"/>
                </a:lnTo>
                <a:lnTo>
                  <a:pt x="533400" y="290513"/>
                </a:lnTo>
                <a:lnTo>
                  <a:pt x="533400" y="300038"/>
                </a:lnTo>
                <a:lnTo>
                  <a:pt x="533400" y="309563"/>
                </a:lnTo>
                <a:lnTo>
                  <a:pt x="533400" y="319088"/>
                </a:lnTo>
                <a:lnTo>
                  <a:pt x="533400" y="328613"/>
                </a:lnTo>
                <a:lnTo>
                  <a:pt x="528638" y="333375"/>
                </a:lnTo>
                <a:lnTo>
                  <a:pt x="523875" y="338138"/>
                </a:lnTo>
                <a:lnTo>
                  <a:pt x="523875" y="347663"/>
                </a:lnTo>
                <a:lnTo>
                  <a:pt x="523875" y="357188"/>
                </a:lnTo>
                <a:lnTo>
                  <a:pt x="519113" y="361950"/>
                </a:lnTo>
                <a:lnTo>
                  <a:pt x="514350" y="366713"/>
                </a:lnTo>
                <a:lnTo>
                  <a:pt x="514350" y="376238"/>
                </a:lnTo>
                <a:lnTo>
                  <a:pt x="509588" y="381000"/>
                </a:lnTo>
                <a:lnTo>
                  <a:pt x="504825" y="385763"/>
                </a:lnTo>
                <a:lnTo>
                  <a:pt x="504825" y="395288"/>
                </a:lnTo>
                <a:lnTo>
                  <a:pt x="500063" y="400050"/>
                </a:lnTo>
                <a:lnTo>
                  <a:pt x="495300" y="404813"/>
                </a:lnTo>
                <a:lnTo>
                  <a:pt x="490538" y="409575"/>
                </a:lnTo>
                <a:lnTo>
                  <a:pt x="485775" y="414338"/>
                </a:lnTo>
                <a:lnTo>
                  <a:pt x="481013" y="419100"/>
                </a:lnTo>
                <a:lnTo>
                  <a:pt x="476250" y="423863"/>
                </a:lnTo>
                <a:lnTo>
                  <a:pt x="471488" y="428625"/>
                </a:lnTo>
                <a:lnTo>
                  <a:pt x="466725" y="433388"/>
                </a:lnTo>
                <a:lnTo>
                  <a:pt x="466725" y="442913"/>
                </a:lnTo>
                <a:lnTo>
                  <a:pt x="461963" y="447675"/>
                </a:lnTo>
                <a:lnTo>
                  <a:pt x="457200" y="452438"/>
                </a:lnTo>
                <a:lnTo>
                  <a:pt x="452438" y="457200"/>
                </a:lnTo>
                <a:lnTo>
                  <a:pt x="447675" y="461963"/>
                </a:lnTo>
                <a:lnTo>
                  <a:pt x="442913" y="466725"/>
                </a:lnTo>
                <a:lnTo>
                  <a:pt x="438150" y="471488"/>
                </a:lnTo>
                <a:lnTo>
                  <a:pt x="433388" y="476250"/>
                </a:lnTo>
                <a:lnTo>
                  <a:pt x="428625" y="481013"/>
                </a:lnTo>
                <a:lnTo>
                  <a:pt x="423863" y="485775"/>
                </a:lnTo>
                <a:lnTo>
                  <a:pt x="419100" y="490538"/>
                </a:lnTo>
                <a:lnTo>
                  <a:pt x="414338" y="495300"/>
                </a:lnTo>
                <a:lnTo>
                  <a:pt x="409575" y="500063"/>
                </a:lnTo>
                <a:lnTo>
                  <a:pt x="404813" y="504825"/>
                </a:lnTo>
                <a:lnTo>
                  <a:pt x="395288" y="504825"/>
                </a:lnTo>
                <a:lnTo>
                  <a:pt x="385763" y="504825"/>
                </a:lnTo>
                <a:lnTo>
                  <a:pt x="376238" y="504825"/>
                </a:lnTo>
                <a:lnTo>
                  <a:pt x="366713" y="504825"/>
                </a:lnTo>
                <a:lnTo>
                  <a:pt x="357188" y="504825"/>
                </a:lnTo>
                <a:lnTo>
                  <a:pt x="352425" y="509588"/>
                </a:lnTo>
                <a:lnTo>
                  <a:pt x="347663" y="514350"/>
                </a:lnTo>
                <a:lnTo>
                  <a:pt x="338138" y="514350"/>
                </a:lnTo>
                <a:lnTo>
                  <a:pt x="328613" y="514350"/>
                </a:lnTo>
                <a:lnTo>
                  <a:pt x="323850" y="519113"/>
                </a:lnTo>
                <a:lnTo>
                  <a:pt x="319088" y="523875"/>
                </a:lnTo>
                <a:lnTo>
                  <a:pt x="309563" y="523875"/>
                </a:lnTo>
                <a:lnTo>
                  <a:pt x="300038" y="523875"/>
                </a:lnTo>
                <a:lnTo>
                  <a:pt x="290513" y="523875"/>
                </a:lnTo>
                <a:lnTo>
                  <a:pt x="280988" y="523875"/>
                </a:lnTo>
                <a:lnTo>
                  <a:pt x="271463" y="523875"/>
                </a:lnTo>
                <a:lnTo>
                  <a:pt x="266700" y="528638"/>
                </a:lnTo>
                <a:lnTo>
                  <a:pt x="261938" y="533400"/>
                </a:lnTo>
                <a:lnTo>
                  <a:pt x="257175" y="528638"/>
                </a:lnTo>
                <a:lnTo>
                  <a:pt x="252413" y="523875"/>
                </a:lnTo>
                <a:lnTo>
                  <a:pt x="242888" y="523875"/>
                </a:lnTo>
                <a:lnTo>
                  <a:pt x="233363" y="523875"/>
                </a:lnTo>
                <a:lnTo>
                  <a:pt x="228600" y="519113"/>
                </a:lnTo>
                <a:lnTo>
                  <a:pt x="223838" y="514350"/>
                </a:lnTo>
                <a:lnTo>
                  <a:pt x="214313" y="514350"/>
                </a:lnTo>
                <a:lnTo>
                  <a:pt x="204788" y="514350"/>
                </a:lnTo>
                <a:lnTo>
                  <a:pt x="195263" y="514350"/>
                </a:lnTo>
                <a:lnTo>
                  <a:pt x="185738" y="514350"/>
                </a:lnTo>
                <a:lnTo>
                  <a:pt x="176213" y="514350"/>
                </a:lnTo>
                <a:lnTo>
                  <a:pt x="171450" y="509588"/>
                </a:lnTo>
                <a:lnTo>
                  <a:pt x="166688" y="504825"/>
                </a:lnTo>
                <a:lnTo>
                  <a:pt x="161925" y="500063"/>
                </a:lnTo>
                <a:lnTo>
                  <a:pt x="157163" y="495300"/>
                </a:lnTo>
                <a:lnTo>
                  <a:pt x="147638" y="495300"/>
                </a:lnTo>
                <a:lnTo>
                  <a:pt x="142875" y="490538"/>
                </a:lnTo>
                <a:lnTo>
                  <a:pt x="138113" y="485775"/>
                </a:lnTo>
                <a:lnTo>
                  <a:pt x="128588" y="485775"/>
                </a:lnTo>
                <a:lnTo>
                  <a:pt x="123825" y="481013"/>
                </a:lnTo>
                <a:lnTo>
                  <a:pt x="119063" y="476250"/>
                </a:lnTo>
                <a:lnTo>
                  <a:pt x="109538" y="476250"/>
                </a:lnTo>
                <a:lnTo>
                  <a:pt x="104775" y="471488"/>
                </a:lnTo>
                <a:lnTo>
                  <a:pt x="100013" y="466725"/>
                </a:lnTo>
                <a:lnTo>
                  <a:pt x="95250" y="461963"/>
                </a:lnTo>
                <a:lnTo>
                  <a:pt x="90488" y="457200"/>
                </a:lnTo>
                <a:lnTo>
                  <a:pt x="85725" y="452438"/>
                </a:lnTo>
                <a:lnTo>
                  <a:pt x="80963" y="447675"/>
                </a:lnTo>
                <a:lnTo>
                  <a:pt x="76200" y="442913"/>
                </a:lnTo>
                <a:lnTo>
                  <a:pt x="71438" y="438150"/>
                </a:lnTo>
                <a:lnTo>
                  <a:pt x="66675" y="433388"/>
                </a:lnTo>
                <a:lnTo>
                  <a:pt x="66675" y="423863"/>
                </a:lnTo>
                <a:lnTo>
                  <a:pt x="61913" y="419100"/>
                </a:lnTo>
                <a:lnTo>
                  <a:pt x="57150" y="414338"/>
                </a:lnTo>
                <a:lnTo>
                  <a:pt x="52388" y="409575"/>
                </a:lnTo>
                <a:lnTo>
                  <a:pt x="47625" y="404813"/>
                </a:lnTo>
                <a:lnTo>
                  <a:pt x="42863" y="400050"/>
                </a:lnTo>
                <a:lnTo>
                  <a:pt x="38100" y="395288"/>
                </a:lnTo>
                <a:lnTo>
                  <a:pt x="33338" y="390525"/>
                </a:lnTo>
                <a:lnTo>
                  <a:pt x="28575" y="385763"/>
                </a:lnTo>
                <a:lnTo>
                  <a:pt x="28575" y="376238"/>
                </a:lnTo>
                <a:lnTo>
                  <a:pt x="28575" y="366713"/>
                </a:lnTo>
                <a:lnTo>
                  <a:pt x="28575" y="357188"/>
                </a:lnTo>
                <a:lnTo>
                  <a:pt x="28575" y="347663"/>
                </a:lnTo>
                <a:lnTo>
                  <a:pt x="28575" y="338138"/>
                </a:lnTo>
                <a:lnTo>
                  <a:pt x="28575" y="328613"/>
                </a:lnTo>
                <a:lnTo>
                  <a:pt x="28575" y="319088"/>
                </a:lnTo>
                <a:lnTo>
                  <a:pt x="28575" y="309563"/>
                </a:lnTo>
                <a:lnTo>
                  <a:pt x="23813" y="304800"/>
                </a:lnTo>
                <a:lnTo>
                  <a:pt x="19050" y="300038"/>
                </a:lnTo>
                <a:lnTo>
                  <a:pt x="19050" y="290513"/>
                </a:lnTo>
                <a:lnTo>
                  <a:pt x="14288" y="285750"/>
                </a:lnTo>
                <a:lnTo>
                  <a:pt x="9525" y="280988"/>
                </a:lnTo>
                <a:lnTo>
                  <a:pt x="4763" y="276225"/>
                </a:lnTo>
                <a:lnTo>
                  <a:pt x="0" y="271463"/>
                </a:lnTo>
                <a:lnTo>
                  <a:pt x="0" y="261938"/>
                </a:lnTo>
                <a:lnTo>
                  <a:pt x="0" y="252413"/>
                </a:lnTo>
                <a:lnTo>
                  <a:pt x="0" y="242888"/>
                </a:lnTo>
                <a:lnTo>
                  <a:pt x="4763" y="238125"/>
                </a:lnTo>
                <a:lnTo>
                  <a:pt x="9525" y="233363"/>
                </a:lnTo>
                <a:lnTo>
                  <a:pt x="14288" y="228600"/>
                </a:lnTo>
                <a:lnTo>
                  <a:pt x="19050" y="223838"/>
                </a:lnTo>
                <a:lnTo>
                  <a:pt x="23813" y="219075"/>
                </a:lnTo>
                <a:lnTo>
                  <a:pt x="28575" y="214313"/>
                </a:lnTo>
                <a:lnTo>
                  <a:pt x="28575" y="204788"/>
                </a:lnTo>
                <a:lnTo>
                  <a:pt x="28575" y="195263"/>
                </a:lnTo>
                <a:lnTo>
                  <a:pt x="28575" y="185738"/>
                </a:lnTo>
                <a:lnTo>
                  <a:pt x="28575" y="176213"/>
                </a:lnTo>
                <a:lnTo>
                  <a:pt x="33338" y="171450"/>
                </a:lnTo>
                <a:lnTo>
                  <a:pt x="38100" y="166688"/>
                </a:lnTo>
                <a:lnTo>
                  <a:pt x="42863" y="161925"/>
                </a:lnTo>
                <a:lnTo>
                  <a:pt x="47625" y="157163"/>
                </a:lnTo>
                <a:lnTo>
                  <a:pt x="47625" y="147638"/>
                </a:lnTo>
                <a:lnTo>
                  <a:pt x="52388" y="142875"/>
                </a:lnTo>
                <a:lnTo>
                  <a:pt x="57150" y="138113"/>
                </a:lnTo>
                <a:lnTo>
                  <a:pt x="57150" y="128588"/>
                </a:lnTo>
                <a:lnTo>
                  <a:pt x="57150" y="119063"/>
                </a:lnTo>
                <a:lnTo>
                  <a:pt x="57150" y="109538"/>
                </a:lnTo>
                <a:lnTo>
                  <a:pt x="57150" y="100013"/>
                </a:lnTo>
                <a:lnTo>
                  <a:pt x="61913" y="95250"/>
                </a:lnTo>
                <a:lnTo>
                  <a:pt x="71438" y="95250"/>
                </a:lnTo>
                <a:lnTo>
                  <a:pt x="80963" y="95250"/>
                </a:lnTo>
                <a:lnTo>
                  <a:pt x="85725" y="90488"/>
                </a:lnTo>
                <a:lnTo>
                  <a:pt x="90488" y="85725"/>
                </a:lnTo>
                <a:lnTo>
                  <a:pt x="95250" y="80963"/>
                </a:lnTo>
                <a:lnTo>
                  <a:pt x="100013" y="76200"/>
                </a:lnTo>
                <a:lnTo>
                  <a:pt x="104775" y="71438"/>
                </a:lnTo>
                <a:lnTo>
                  <a:pt x="109538" y="66675"/>
                </a:lnTo>
                <a:lnTo>
                  <a:pt x="114300" y="61913"/>
                </a:lnTo>
                <a:lnTo>
                  <a:pt x="119063" y="57150"/>
                </a:lnTo>
                <a:lnTo>
                  <a:pt x="123825" y="52388"/>
                </a:lnTo>
                <a:lnTo>
                  <a:pt x="128588" y="47625"/>
                </a:lnTo>
                <a:lnTo>
                  <a:pt x="138113" y="47625"/>
                </a:lnTo>
                <a:lnTo>
                  <a:pt x="142875" y="42863"/>
                </a:lnTo>
                <a:lnTo>
                  <a:pt x="147638" y="38100"/>
                </a:lnTo>
                <a:lnTo>
                  <a:pt x="157163" y="38100"/>
                </a:lnTo>
                <a:lnTo>
                  <a:pt x="161925" y="33338"/>
                </a:lnTo>
                <a:lnTo>
                  <a:pt x="166688" y="28575"/>
                </a:lnTo>
                <a:lnTo>
                  <a:pt x="171450" y="23813"/>
                </a:lnTo>
                <a:lnTo>
                  <a:pt x="171450" y="14288"/>
                </a:lnTo>
                <a:lnTo>
                  <a:pt x="176213" y="9525"/>
                </a:lnTo>
                <a:lnTo>
                  <a:pt x="185738" y="9525"/>
                </a:lnTo>
                <a:lnTo>
                  <a:pt x="195263" y="9525"/>
                </a:lnTo>
                <a:lnTo>
                  <a:pt x="204788" y="9525"/>
                </a:lnTo>
                <a:lnTo>
                  <a:pt x="214313" y="9525"/>
                </a:lnTo>
                <a:lnTo>
                  <a:pt x="223838" y="9525"/>
                </a:lnTo>
                <a:lnTo>
                  <a:pt x="233363" y="9525"/>
                </a:lnTo>
                <a:lnTo>
                  <a:pt x="238125" y="4763"/>
                </a:lnTo>
                <a:close/>
              </a:path>
            </a:pathLst>
          </a:custGeom>
          <a:solidFill xmlns:a="http://schemas.openxmlformats.org/drawingml/2006/main">
            <a:srgbClr val="E2E2E2"/>
          </a:solidFill>
          <a:ln xmlns:a="http://schemas.openxmlformats.org/drawingml/2006/main" w="0">
            <a:noFill/>
            <a:prstDash val="solid"/>
          </a:ln>
        </p:spPr>
      </p:sp>
      <p:sp>
        <p:nvSpPr>
          <p:cNvPr id="326" name="deep-skill-chaining-source-component-5-gradient-228-0">
            <a:extLst xmlns:a="http://schemas.openxmlformats.org/drawingml/2006/main">
              <a:ext uri="{FF2B5EF4-FFF2-40B4-BE49-F238E27FC236}">
                <a16:creationId xmlns:a16="http://schemas.microsoft.com/office/drawing/2014/main" id="{34941BB0-71EE-4B91-A11E-D9008A33B288}"/>
              </a:ext>
            </a:extLst>
          </p:cNvPr>
          <p:cNvSpPr>
            <a:spLocks xmlns:a="http://schemas.openxmlformats.org/drawingml/2006/main" noGrp="1"/>
          </p:cNvSpPr>
          <p:nvPr/>
        </p:nvSpPr>
        <p:spPr>
          <a:xfrm xmlns:a="http://schemas.openxmlformats.org/drawingml/2006/main" rot="0">
            <a:off x="8582025" y="2609850"/>
            <a:ext cx="504825" cy="504825"/>
          </a:xfrm>
          <a:custGeom xmlns:a="http://schemas.openxmlformats.org/drawingml/2006/main">
            <a:pathLst>
              <a:path w="504825" h="504825">
                <a:moveTo>
                  <a:pt x="228600" y="4763"/>
                </a:moveTo>
                <a:lnTo>
                  <a:pt x="233363" y="0"/>
                </a:lnTo>
                <a:lnTo>
                  <a:pt x="242888" y="0"/>
                </a:lnTo>
                <a:lnTo>
                  <a:pt x="252413" y="0"/>
                </a:lnTo>
                <a:lnTo>
                  <a:pt x="261938" y="0"/>
                </a:lnTo>
                <a:lnTo>
                  <a:pt x="266700" y="4763"/>
                </a:lnTo>
                <a:lnTo>
                  <a:pt x="271463" y="9525"/>
                </a:lnTo>
                <a:lnTo>
                  <a:pt x="280988" y="9525"/>
                </a:lnTo>
                <a:lnTo>
                  <a:pt x="285750" y="14288"/>
                </a:lnTo>
                <a:lnTo>
                  <a:pt x="290513" y="19050"/>
                </a:lnTo>
                <a:lnTo>
                  <a:pt x="300038" y="19050"/>
                </a:lnTo>
                <a:lnTo>
                  <a:pt x="309563" y="19050"/>
                </a:lnTo>
                <a:lnTo>
                  <a:pt x="319088" y="19050"/>
                </a:lnTo>
                <a:lnTo>
                  <a:pt x="328613" y="19050"/>
                </a:lnTo>
                <a:lnTo>
                  <a:pt x="333375" y="23813"/>
                </a:lnTo>
                <a:lnTo>
                  <a:pt x="338138" y="28575"/>
                </a:lnTo>
                <a:lnTo>
                  <a:pt x="347663" y="28575"/>
                </a:lnTo>
                <a:lnTo>
                  <a:pt x="352425" y="33338"/>
                </a:lnTo>
                <a:lnTo>
                  <a:pt x="357188" y="38100"/>
                </a:lnTo>
                <a:lnTo>
                  <a:pt x="366713" y="38100"/>
                </a:lnTo>
                <a:lnTo>
                  <a:pt x="371475" y="42863"/>
                </a:lnTo>
                <a:lnTo>
                  <a:pt x="376238" y="47625"/>
                </a:lnTo>
                <a:lnTo>
                  <a:pt x="385763" y="47625"/>
                </a:lnTo>
                <a:lnTo>
                  <a:pt x="390525" y="52388"/>
                </a:lnTo>
                <a:lnTo>
                  <a:pt x="395288" y="57150"/>
                </a:lnTo>
                <a:lnTo>
                  <a:pt x="404813" y="57150"/>
                </a:lnTo>
                <a:lnTo>
                  <a:pt x="409575" y="61913"/>
                </a:lnTo>
                <a:lnTo>
                  <a:pt x="414338" y="66675"/>
                </a:lnTo>
                <a:lnTo>
                  <a:pt x="419100" y="71438"/>
                </a:lnTo>
                <a:lnTo>
                  <a:pt x="423863" y="76200"/>
                </a:lnTo>
                <a:lnTo>
                  <a:pt x="428625" y="80963"/>
                </a:lnTo>
                <a:lnTo>
                  <a:pt x="433388" y="85725"/>
                </a:lnTo>
                <a:lnTo>
                  <a:pt x="438150" y="90488"/>
                </a:lnTo>
                <a:lnTo>
                  <a:pt x="438150" y="100013"/>
                </a:lnTo>
                <a:lnTo>
                  <a:pt x="442913" y="104775"/>
                </a:lnTo>
                <a:lnTo>
                  <a:pt x="447675" y="109538"/>
                </a:lnTo>
                <a:lnTo>
                  <a:pt x="452438" y="114300"/>
                </a:lnTo>
                <a:lnTo>
                  <a:pt x="457200" y="119063"/>
                </a:lnTo>
                <a:lnTo>
                  <a:pt x="457200" y="128588"/>
                </a:lnTo>
                <a:lnTo>
                  <a:pt x="457200" y="138113"/>
                </a:lnTo>
                <a:lnTo>
                  <a:pt x="461963" y="142875"/>
                </a:lnTo>
                <a:lnTo>
                  <a:pt x="466725" y="147638"/>
                </a:lnTo>
                <a:lnTo>
                  <a:pt x="466725" y="157163"/>
                </a:lnTo>
                <a:lnTo>
                  <a:pt x="471488" y="161925"/>
                </a:lnTo>
                <a:lnTo>
                  <a:pt x="476250" y="166688"/>
                </a:lnTo>
                <a:lnTo>
                  <a:pt x="481013" y="171450"/>
                </a:lnTo>
                <a:lnTo>
                  <a:pt x="485775" y="176213"/>
                </a:lnTo>
                <a:lnTo>
                  <a:pt x="485775" y="185738"/>
                </a:lnTo>
                <a:lnTo>
                  <a:pt x="490538" y="190500"/>
                </a:lnTo>
                <a:lnTo>
                  <a:pt x="495300" y="195263"/>
                </a:lnTo>
                <a:lnTo>
                  <a:pt x="495300" y="204788"/>
                </a:lnTo>
                <a:lnTo>
                  <a:pt x="495300" y="214313"/>
                </a:lnTo>
                <a:lnTo>
                  <a:pt x="495300" y="223838"/>
                </a:lnTo>
                <a:lnTo>
                  <a:pt x="500063" y="228600"/>
                </a:lnTo>
                <a:lnTo>
                  <a:pt x="504825" y="233363"/>
                </a:lnTo>
                <a:lnTo>
                  <a:pt x="504825" y="242888"/>
                </a:lnTo>
                <a:lnTo>
                  <a:pt x="504825" y="252413"/>
                </a:lnTo>
                <a:lnTo>
                  <a:pt x="504825" y="261938"/>
                </a:lnTo>
                <a:lnTo>
                  <a:pt x="500063" y="266700"/>
                </a:lnTo>
                <a:lnTo>
                  <a:pt x="495300" y="271463"/>
                </a:lnTo>
                <a:lnTo>
                  <a:pt x="490538" y="276225"/>
                </a:lnTo>
                <a:lnTo>
                  <a:pt x="485775" y="280988"/>
                </a:lnTo>
                <a:lnTo>
                  <a:pt x="485775" y="290513"/>
                </a:lnTo>
                <a:lnTo>
                  <a:pt x="485775" y="300038"/>
                </a:lnTo>
                <a:lnTo>
                  <a:pt x="485775" y="309563"/>
                </a:lnTo>
                <a:lnTo>
                  <a:pt x="485775" y="319088"/>
                </a:lnTo>
                <a:lnTo>
                  <a:pt x="485775" y="328613"/>
                </a:lnTo>
                <a:lnTo>
                  <a:pt x="481013" y="333375"/>
                </a:lnTo>
                <a:lnTo>
                  <a:pt x="476250" y="338138"/>
                </a:lnTo>
                <a:lnTo>
                  <a:pt x="476250" y="347663"/>
                </a:lnTo>
                <a:lnTo>
                  <a:pt x="476250" y="357188"/>
                </a:lnTo>
                <a:lnTo>
                  <a:pt x="471488" y="361950"/>
                </a:lnTo>
                <a:lnTo>
                  <a:pt x="466725" y="366713"/>
                </a:lnTo>
                <a:lnTo>
                  <a:pt x="466725" y="376238"/>
                </a:lnTo>
                <a:lnTo>
                  <a:pt x="461963" y="381000"/>
                </a:lnTo>
                <a:lnTo>
                  <a:pt x="457200" y="385763"/>
                </a:lnTo>
                <a:lnTo>
                  <a:pt x="452438" y="390525"/>
                </a:lnTo>
                <a:lnTo>
                  <a:pt x="447675" y="395288"/>
                </a:lnTo>
                <a:lnTo>
                  <a:pt x="442913" y="400050"/>
                </a:lnTo>
                <a:lnTo>
                  <a:pt x="438150" y="404813"/>
                </a:lnTo>
                <a:lnTo>
                  <a:pt x="433388" y="409575"/>
                </a:lnTo>
                <a:lnTo>
                  <a:pt x="428625" y="414338"/>
                </a:lnTo>
                <a:lnTo>
                  <a:pt x="423863" y="419100"/>
                </a:lnTo>
                <a:lnTo>
                  <a:pt x="419100" y="423863"/>
                </a:lnTo>
                <a:lnTo>
                  <a:pt x="414338" y="428625"/>
                </a:lnTo>
                <a:lnTo>
                  <a:pt x="409575" y="433388"/>
                </a:lnTo>
                <a:lnTo>
                  <a:pt x="404813" y="438150"/>
                </a:lnTo>
                <a:lnTo>
                  <a:pt x="400050" y="442913"/>
                </a:lnTo>
                <a:lnTo>
                  <a:pt x="395288" y="447675"/>
                </a:lnTo>
                <a:lnTo>
                  <a:pt x="390525" y="452438"/>
                </a:lnTo>
                <a:lnTo>
                  <a:pt x="385763" y="457200"/>
                </a:lnTo>
                <a:lnTo>
                  <a:pt x="381000" y="461963"/>
                </a:lnTo>
                <a:lnTo>
                  <a:pt x="376238" y="466725"/>
                </a:lnTo>
                <a:lnTo>
                  <a:pt x="366713" y="466725"/>
                </a:lnTo>
                <a:lnTo>
                  <a:pt x="357188" y="466725"/>
                </a:lnTo>
                <a:lnTo>
                  <a:pt x="352425" y="471488"/>
                </a:lnTo>
                <a:lnTo>
                  <a:pt x="347663" y="476250"/>
                </a:lnTo>
                <a:lnTo>
                  <a:pt x="338138" y="476250"/>
                </a:lnTo>
                <a:lnTo>
                  <a:pt x="328613" y="476250"/>
                </a:lnTo>
                <a:lnTo>
                  <a:pt x="323850" y="481013"/>
                </a:lnTo>
                <a:lnTo>
                  <a:pt x="319088" y="485775"/>
                </a:lnTo>
                <a:lnTo>
                  <a:pt x="309563" y="485775"/>
                </a:lnTo>
                <a:lnTo>
                  <a:pt x="304800" y="490538"/>
                </a:lnTo>
                <a:lnTo>
                  <a:pt x="300038" y="495300"/>
                </a:lnTo>
                <a:lnTo>
                  <a:pt x="290513" y="495300"/>
                </a:lnTo>
                <a:lnTo>
                  <a:pt x="280988" y="495300"/>
                </a:lnTo>
                <a:lnTo>
                  <a:pt x="271463" y="495300"/>
                </a:lnTo>
                <a:lnTo>
                  <a:pt x="261938" y="495300"/>
                </a:lnTo>
                <a:lnTo>
                  <a:pt x="252413" y="495300"/>
                </a:lnTo>
                <a:lnTo>
                  <a:pt x="242888" y="495300"/>
                </a:lnTo>
                <a:lnTo>
                  <a:pt x="238125" y="500063"/>
                </a:lnTo>
                <a:lnTo>
                  <a:pt x="233363" y="504825"/>
                </a:lnTo>
                <a:lnTo>
                  <a:pt x="228600" y="500063"/>
                </a:lnTo>
                <a:lnTo>
                  <a:pt x="223838" y="495300"/>
                </a:lnTo>
                <a:lnTo>
                  <a:pt x="214313" y="495300"/>
                </a:lnTo>
                <a:lnTo>
                  <a:pt x="204788" y="495300"/>
                </a:lnTo>
                <a:lnTo>
                  <a:pt x="195263" y="495300"/>
                </a:lnTo>
                <a:lnTo>
                  <a:pt x="185738" y="495300"/>
                </a:lnTo>
                <a:lnTo>
                  <a:pt x="176213" y="495300"/>
                </a:lnTo>
                <a:lnTo>
                  <a:pt x="171450" y="490538"/>
                </a:lnTo>
                <a:lnTo>
                  <a:pt x="166688" y="485775"/>
                </a:lnTo>
                <a:lnTo>
                  <a:pt x="157163" y="485775"/>
                </a:lnTo>
                <a:lnTo>
                  <a:pt x="152400" y="481013"/>
                </a:lnTo>
                <a:lnTo>
                  <a:pt x="147638" y="476250"/>
                </a:lnTo>
                <a:lnTo>
                  <a:pt x="142875" y="471488"/>
                </a:lnTo>
                <a:lnTo>
                  <a:pt x="138113" y="466725"/>
                </a:lnTo>
                <a:lnTo>
                  <a:pt x="128588" y="466725"/>
                </a:lnTo>
                <a:lnTo>
                  <a:pt x="119063" y="466725"/>
                </a:lnTo>
                <a:lnTo>
                  <a:pt x="114300" y="461963"/>
                </a:lnTo>
                <a:lnTo>
                  <a:pt x="109538" y="457200"/>
                </a:lnTo>
                <a:lnTo>
                  <a:pt x="100013" y="457200"/>
                </a:lnTo>
                <a:lnTo>
                  <a:pt x="95250" y="452438"/>
                </a:lnTo>
                <a:lnTo>
                  <a:pt x="90488" y="447675"/>
                </a:lnTo>
                <a:lnTo>
                  <a:pt x="85725" y="442913"/>
                </a:lnTo>
                <a:lnTo>
                  <a:pt x="80963" y="438150"/>
                </a:lnTo>
                <a:lnTo>
                  <a:pt x="76200" y="433388"/>
                </a:lnTo>
                <a:lnTo>
                  <a:pt x="71438" y="428625"/>
                </a:lnTo>
                <a:lnTo>
                  <a:pt x="66675" y="423863"/>
                </a:lnTo>
                <a:lnTo>
                  <a:pt x="61913" y="419100"/>
                </a:lnTo>
                <a:lnTo>
                  <a:pt x="57150" y="414338"/>
                </a:lnTo>
                <a:lnTo>
                  <a:pt x="52388" y="409575"/>
                </a:lnTo>
                <a:lnTo>
                  <a:pt x="47625" y="404813"/>
                </a:lnTo>
                <a:lnTo>
                  <a:pt x="47625" y="395288"/>
                </a:lnTo>
                <a:lnTo>
                  <a:pt x="42863" y="390525"/>
                </a:lnTo>
                <a:lnTo>
                  <a:pt x="33338" y="390525"/>
                </a:lnTo>
                <a:lnTo>
                  <a:pt x="28575" y="385763"/>
                </a:lnTo>
                <a:lnTo>
                  <a:pt x="23813" y="381000"/>
                </a:lnTo>
                <a:lnTo>
                  <a:pt x="19050" y="376238"/>
                </a:lnTo>
                <a:lnTo>
                  <a:pt x="19050" y="366713"/>
                </a:lnTo>
                <a:lnTo>
                  <a:pt x="19050" y="357188"/>
                </a:lnTo>
                <a:lnTo>
                  <a:pt x="19050" y="347663"/>
                </a:lnTo>
                <a:lnTo>
                  <a:pt x="19050" y="338138"/>
                </a:lnTo>
                <a:lnTo>
                  <a:pt x="19050" y="328613"/>
                </a:lnTo>
                <a:lnTo>
                  <a:pt x="19050" y="319088"/>
                </a:lnTo>
                <a:lnTo>
                  <a:pt x="19050" y="309563"/>
                </a:lnTo>
                <a:lnTo>
                  <a:pt x="19050" y="300038"/>
                </a:lnTo>
                <a:lnTo>
                  <a:pt x="14288" y="295275"/>
                </a:lnTo>
                <a:lnTo>
                  <a:pt x="9525" y="290513"/>
                </a:lnTo>
                <a:lnTo>
                  <a:pt x="9525" y="280988"/>
                </a:lnTo>
                <a:lnTo>
                  <a:pt x="4763" y="276225"/>
                </a:lnTo>
                <a:lnTo>
                  <a:pt x="0" y="271463"/>
                </a:lnTo>
                <a:lnTo>
                  <a:pt x="0" y="261938"/>
                </a:lnTo>
                <a:lnTo>
                  <a:pt x="0" y="252413"/>
                </a:lnTo>
                <a:lnTo>
                  <a:pt x="0" y="242888"/>
                </a:lnTo>
                <a:lnTo>
                  <a:pt x="0" y="233363"/>
                </a:lnTo>
                <a:lnTo>
                  <a:pt x="0" y="223838"/>
                </a:lnTo>
                <a:lnTo>
                  <a:pt x="4763" y="219075"/>
                </a:lnTo>
                <a:lnTo>
                  <a:pt x="9525" y="214313"/>
                </a:lnTo>
                <a:lnTo>
                  <a:pt x="14288" y="209550"/>
                </a:lnTo>
                <a:lnTo>
                  <a:pt x="19050" y="204788"/>
                </a:lnTo>
                <a:lnTo>
                  <a:pt x="19050" y="195263"/>
                </a:lnTo>
                <a:lnTo>
                  <a:pt x="19050" y="185738"/>
                </a:lnTo>
                <a:lnTo>
                  <a:pt x="19050" y="176213"/>
                </a:lnTo>
                <a:lnTo>
                  <a:pt x="19050" y="166688"/>
                </a:lnTo>
                <a:lnTo>
                  <a:pt x="23813" y="161925"/>
                </a:lnTo>
                <a:lnTo>
                  <a:pt x="28575" y="157163"/>
                </a:lnTo>
                <a:lnTo>
                  <a:pt x="28575" y="147638"/>
                </a:lnTo>
                <a:lnTo>
                  <a:pt x="33338" y="142875"/>
                </a:lnTo>
                <a:lnTo>
                  <a:pt x="38100" y="138113"/>
                </a:lnTo>
                <a:lnTo>
                  <a:pt x="42863" y="133350"/>
                </a:lnTo>
                <a:lnTo>
                  <a:pt x="47625" y="128588"/>
                </a:lnTo>
                <a:lnTo>
                  <a:pt x="52388" y="123825"/>
                </a:lnTo>
                <a:lnTo>
                  <a:pt x="57150" y="119063"/>
                </a:lnTo>
                <a:lnTo>
                  <a:pt x="57150" y="109538"/>
                </a:lnTo>
                <a:lnTo>
                  <a:pt x="61913" y="104775"/>
                </a:lnTo>
                <a:lnTo>
                  <a:pt x="66675" y="100013"/>
                </a:lnTo>
                <a:lnTo>
                  <a:pt x="71438" y="95250"/>
                </a:lnTo>
                <a:lnTo>
                  <a:pt x="76200" y="90488"/>
                </a:lnTo>
                <a:lnTo>
                  <a:pt x="80963" y="85725"/>
                </a:lnTo>
                <a:lnTo>
                  <a:pt x="85725" y="80963"/>
                </a:lnTo>
                <a:lnTo>
                  <a:pt x="90488" y="76200"/>
                </a:lnTo>
                <a:lnTo>
                  <a:pt x="95250" y="71438"/>
                </a:lnTo>
                <a:lnTo>
                  <a:pt x="100013" y="66675"/>
                </a:lnTo>
                <a:lnTo>
                  <a:pt x="104775" y="61913"/>
                </a:lnTo>
                <a:lnTo>
                  <a:pt x="109538" y="57150"/>
                </a:lnTo>
                <a:lnTo>
                  <a:pt x="119063" y="57150"/>
                </a:lnTo>
                <a:lnTo>
                  <a:pt x="123825" y="52388"/>
                </a:lnTo>
                <a:lnTo>
                  <a:pt x="128588" y="47625"/>
                </a:lnTo>
                <a:lnTo>
                  <a:pt x="133350" y="42863"/>
                </a:lnTo>
                <a:lnTo>
                  <a:pt x="138113" y="38100"/>
                </a:lnTo>
                <a:lnTo>
                  <a:pt x="142875" y="33338"/>
                </a:lnTo>
                <a:lnTo>
                  <a:pt x="147638" y="28575"/>
                </a:lnTo>
                <a:lnTo>
                  <a:pt x="157163" y="28575"/>
                </a:lnTo>
                <a:lnTo>
                  <a:pt x="161925" y="23813"/>
                </a:lnTo>
                <a:lnTo>
                  <a:pt x="166688" y="19050"/>
                </a:lnTo>
                <a:lnTo>
                  <a:pt x="176213" y="19050"/>
                </a:lnTo>
                <a:lnTo>
                  <a:pt x="185738" y="19050"/>
                </a:lnTo>
                <a:lnTo>
                  <a:pt x="195263" y="19050"/>
                </a:lnTo>
                <a:lnTo>
                  <a:pt x="200025" y="14288"/>
                </a:lnTo>
                <a:lnTo>
                  <a:pt x="204788" y="9525"/>
                </a:lnTo>
                <a:lnTo>
                  <a:pt x="214313" y="9525"/>
                </a:lnTo>
                <a:lnTo>
                  <a:pt x="223838" y="9525"/>
                </a:lnTo>
                <a:lnTo>
                  <a:pt x="228600" y="4763"/>
                </a:lnTo>
                <a:close/>
              </a:path>
            </a:pathLst>
          </a:custGeom>
          <a:solidFill xmlns:a="http://schemas.openxmlformats.org/drawingml/2006/main">
            <a:srgbClr val="E4E4E4"/>
          </a:solidFill>
          <a:ln xmlns:a="http://schemas.openxmlformats.org/drawingml/2006/main" w="0">
            <a:noFill/>
            <a:prstDash val="solid"/>
          </a:ln>
        </p:spPr>
      </p:sp>
      <p:sp>
        <p:nvSpPr>
          <p:cNvPr id="327" name="deep-skill-chaining-source-component-5-gradient-230-0">
            <a:extLst xmlns:a="http://schemas.openxmlformats.org/drawingml/2006/main">
              <a:ext uri="{FF2B5EF4-FFF2-40B4-BE49-F238E27FC236}">
                <a16:creationId xmlns:a16="http://schemas.microsoft.com/office/drawing/2014/main" id="{9D15FBD5-DF4F-48FC-8F19-2CBC88082BD8}"/>
              </a:ext>
            </a:extLst>
          </p:cNvPr>
          <p:cNvSpPr>
            <a:spLocks xmlns:a="http://schemas.openxmlformats.org/drawingml/2006/main" noGrp="1"/>
          </p:cNvSpPr>
          <p:nvPr/>
        </p:nvSpPr>
        <p:spPr>
          <a:xfrm xmlns:a="http://schemas.openxmlformats.org/drawingml/2006/main" rot="0">
            <a:off x="8591550" y="2638425"/>
            <a:ext cx="476250" cy="457200"/>
          </a:xfrm>
          <a:custGeom xmlns:a="http://schemas.openxmlformats.org/drawingml/2006/main">
            <a:pathLst>
              <a:path w="476250" h="457200">
                <a:moveTo>
                  <a:pt x="161925" y="4763"/>
                </a:move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85750" y="4763"/>
                </a:lnTo>
                <a:lnTo>
                  <a:pt x="290513" y="9525"/>
                </a:lnTo>
                <a:lnTo>
                  <a:pt x="300038" y="9525"/>
                </a:lnTo>
                <a:lnTo>
                  <a:pt x="309563" y="9525"/>
                </a:lnTo>
                <a:lnTo>
                  <a:pt x="314325" y="14288"/>
                </a:lnTo>
                <a:lnTo>
                  <a:pt x="319088" y="19050"/>
                </a:lnTo>
                <a:lnTo>
                  <a:pt x="328613" y="19050"/>
                </a:lnTo>
                <a:lnTo>
                  <a:pt x="338138" y="19050"/>
                </a:lnTo>
                <a:lnTo>
                  <a:pt x="342900" y="23813"/>
                </a:lnTo>
                <a:lnTo>
                  <a:pt x="347663" y="28575"/>
                </a:lnTo>
                <a:lnTo>
                  <a:pt x="352425" y="33338"/>
                </a:lnTo>
                <a:lnTo>
                  <a:pt x="357188" y="38100"/>
                </a:lnTo>
                <a:lnTo>
                  <a:pt x="366713" y="38100"/>
                </a:lnTo>
                <a:lnTo>
                  <a:pt x="371475" y="42863"/>
                </a:lnTo>
                <a:lnTo>
                  <a:pt x="376238" y="47625"/>
                </a:lnTo>
                <a:lnTo>
                  <a:pt x="381000" y="52388"/>
                </a:lnTo>
                <a:lnTo>
                  <a:pt x="385763" y="57150"/>
                </a:lnTo>
                <a:lnTo>
                  <a:pt x="395288" y="57150"/>
                </a:lnTo>
                <a:lnTo>
                  <a:pt x="400050" y="61913"/>
                </a:lnTo>
                <a:lnTo>
                  <a:pt x="404813" y="66675"/>
                </a:lnTo>
                <a:lnTo>
                  <a:pt x="409575" y="71438"/>
                </a:lnTo>
                <a:lnTo>
                  <a:pt x="414338" y="76200"/>
                </a:lnTo>
                <a:lnTo>
                  <a:pt x="419100" y="80963"/>
                </a:lnTo>
                <a:lnTo>
                  <a:pt x="423863" y="85725"/>
                </a:lnTo>
                <a:lnTo>
                  <a:pt x="428625" y="90488"/>
                </a:lnTo>
                <a:lnTo>
                  <a:pt x="428625" y="100013"/>
                </a:lnTo>
                <a:lnTo>
                  <a:pt x="428625" y="109538"/>
                </a:lnTo>
                <a:lnTo>
                  <a:pt x="428625" y="119063"/>
                </a:lnTo>
                <a:lnTo>
                  <a:pt x="433388" y="123825"/>
                </a:lnTo>
                <a:lnTo>
                  <a:pt x="438150" y="128588"/>
                </a:lnTo>
                <a:lnTo>
                  <a:pt x="442913" y="133350"/>
                </a:lnTo>
                <a:lnTo>
                  <a:pt x="447675" y="138113"/>
                </a:lnTo>
                <a:lnTo>
                  <a:pt x="452438" y="142875"/>
                </a:lnTo>
                <a:lnTo>
                  <a:pt x="457200" y="147638"/>
                </a:lnTo>
                <a:lnTo>
                  <a:pt x="457200" y="157163"/>
                </a:lnTo>
                <a:lnTo>
                  <a:pt x="461963" y="161925"/>
                </a:lnTo>
                <a:lnTo>
                  <a:pt x="466725" y="166688"/>
                </a:lnTo>
                <a:lnTo>
                  <a:pt x="471488" y="171450"/>
                </a:lnTo>
                <a:lnTo>
                  <a:pt x="476250" y="176213"/>
                </a:lnTo>
                <a:lnTo>
                  <a:pt x="476250" y="185738"/>
                </a:lnTo>
                <a:lnTo>
                  <a:pt x="476250" y="195263"/>
                </a:lnTo>
                <a:lnTo>
                  <a:pt x="476250" y="204788"/>
                </a:lnTo>
                <a:lnTo>
                  <a:pt x="476250" y="214313"/>
                </a:lnTo>
                <a:lnTo>
                  <a:pt x="476250" y="223838"/>
                </a:lnTo>
                <a:lnTo>
                  <a:pt x="476250" y="233363"/>
                </a:lnTo>
                <a:lnTo>
                  <a:pt x="471488" y="238125"/>
                </a:lnTo>
                <a:lnTo>
                  <a:pt x="466725" y="242888"/>
                </a:lnTo>
                <a:lnTo>
                  <a:pt x="461963" y="247650"/>
                </a:lnTo>
                <a:lnTo>
                  <a:pt x="457200" y="252413"/>
                </a:lnTo>
                <a:lnTo>
                  <a:pt x="457200" y="261938"/>
                </a:lnTo>
                <a:lnTo>
                  <a:pt x="457200" y="271463"/>
                </a:lnTo>
                <a:lnTo>
                  <a:pt x="457200" y="280988"/>
                </a:lnTo>
                <a:lnTo>
                  <a:pt x="457200" y="290513"/>
                </a:lnTo>
                <a:lnTo>
                  <a:pt x="457200" y="300038"/>
                </a:lnTo>
                <a:lnTo>
                  <a:pt x="457200" y="309563"/>
                </a:lnTo>
                <a:lnTo>
                  <a:pt x="457200" y="319088"/>
                </a:lnTo>
                <a:lnTo>
                  <a:pt x="452438" y="323850"/>
                </a:lnTo>
                <a:lnTo>
                  <a:pt x="447675" y="328613"/>
                </a:lnTo>
                <a:lnTo>
                  <a:pt x="442913" y="333375"/>
                </a:lnTo>
                <a:lnTo>
                  <a:pt x="438150" y="338138"/>
                </a:lnTo>
                <a:lnTo>
                  <a:pt x="438150" y="347663"/>
                </a:lnTo>
                <a:lnTo>
                  <a:pt x="433388" y="352425"/>
                </a:lnTo>
                <a:lnTo>
                  <a:pt x="428625" y="357188"/>
                </a:lnTo>
                <a:lnTo>
                  <a:pt x="423863" y="361950"/>
                </a:lnTo>
                <a:lnTo>
                  <a:pt x="414338" y="361950"/>
                </a:lnTo>
                <a:lnTo>
                  <a:pt x="409575" y="366713"/>
                </a:lnTo>
                <a:lnTo>
                  <a:pt x="409575" y="376238"/>
                </a:lnTo>
                <a:lnTo>
                  <a:pt x="404813" y="381000"/>
                </a:lnTo>
                <a:lnTo>
                  <a:pt x="400050" y="385763"/>
                </a:lnTo>
                <a:lnTo>
                  <a:pt x="395288" y="390525"/>
                </a:lnTo>
                <a:lnTo>
                  <a:pt x="385763" y="390525"/>
                </a:lnTo>
                <a:lnTo>
                  <a:pt x="381000" y="395288"/>
                </a:lnTo>
                <a:lnTo>
                  <a:pt x="376238" y="400050"/>
                </a:lnTo>
                <a:lnTo>
                  <a:pt x="371475" y="404813"/>
                </a:lnTo>
                <a:lnTo>
                  <a:pt x="366713" y="409575"/>
                </a:lnTo>
                <a:lnTo>
                  <a:pt x="357188" y="409575"/>
                </a:lnTo>
                <a:lnTo>
                  <a:pt x="352425" y="414338"/>
                </a:lnTo>
                <a:lnTo>
                  <a:pt x="347663" y="419100"/>
                </a:lnTo>
                <a:lnTo>
                  <a:pt x="342900" y="423863"/>
                </a:lnTo>
                <a:lnTo>
                  <a:pt x="338138" y="428625"/>
                </a:lnTo>
                <a:lnTo>
                  <a:pt x="328613" y="428625"/>
                </a:lnTo>
                <a:lnTo>
                  <a:pt x="323850" y="433388"/>
                </a:lnTo>
                <a:lnTo>
                  <a:pt x="319088" y="438150"/>
                </a:lnTo>
                <a:lnTo>
                  <a:pt x="309563" y="438150"/>
                </a:lnTo>
                <a:lnTo>
                  <a:pt x="304800" y="442913"/>
                </a:lnTo>
                <a:lnTo>
                  <a:pt x="300038" y="447675"/>
                </a:lnTo>
                <a:lnTo>
                  <a:pt x="290513" y="447675"/>
                </a:lnTo>
                <a:lnTo>
                  <a:pt x="285750" y="452438"/>
                </a:lnTo>
                <a:lnTo>
                  <a:pt x="280988" y="457200"/>
                </a:lnTo>
                <a:lnTo>
                  <a:pt x="271463" y="457200"/>
                </a:lnTo>
                <a:lnTo>
                  <a:pt x="261938" y="457200"/>
                </a:lnTo>
                <a:lnTo>
                  <a:pt x="252413" y="457200"/>
                </a:lnTo>
                <a:lnTo>
                  <a:pt x="242888" y="457200"/>
                </a:lnTo>
                <a:lnTo>
                  <a:pt x="233363" y="457200"/>
                </a:lnTo>
                <a:lnTo>
                  <a:pt x="223838" y="457200"/>
                </a:lnTo>
                <a:lnTo>
                  <a:pt x="219075" y="452438"/>
                </a:lnTo>
                <a:lnTo>
                  <a:pt x="214313" y="447675"/>
                </a:lnTo>
                <a:lnTo>
                  <a:pt x="204788" y="447675"/>
                </a:lnTo>
                <a:lnTo>
                  <a:pt x="195263" y="447675"/>
                </a:lnTo>
                <a:lnTo>
                  <a:pt x="190500" y="442913"/>
                </a:lnTo>
                <a:lnTo>
                  <a:pt x="185738" y="438150"/>
                </a:lnTo>
                <a:lnTo>
                  <a:pt x="176213" y="438150"/>
                </a:lnTo>
                <a:lnTo>
                  <a:pt x="166688" y="438150"/>
                </a:lnTo>
                <a:lnTo>
                  <a:pt x="161925" y="433388"/>
                </a:lnTo>
                <a:lnTo>
                  <a:pt x="157163" y="428625"/>
                </a:lnTo>
                <a:lnTo>
                  <a:pt x="147638" y="428625"/>
                </a:lnTo>
                <a:lnTo>
                  <a:pt x="138113" y="428625"/>
                </a:lnTo>
                <a:lnTo>
                  <a:pt x="133350" y="423863"/>
                </a:lnTo>
                <a:lnTo>
                  <a:pt x="128588" y="419100"/>
                </a:lnTo>
                <a:lnTo>
                  <a:pt x="123825" y="414338"/>
                </a:lnTo>
                <a:lnTo>
                  <a:pt x="119063" y="409575"/>
                </a:lnTo>
                <a:lnTo>
                  <a:pt x="109538" y="409575"/>
                </a:lnTo>
                <a:lnTo>
                  <a:pt x="104775" y="404813"/>
                </a:lnTo>
                <a:lnTo>
                  <a:pt x="100013" y="400050"/>
                </a:lnTo>
                <a:lnTo>
                  <a:pt x="90488" y="400050"/>
                </a:lnTo>
                <a:lnTo>
                  <a:pt x="85725" y="395288"/>
                </a:lnTo>
                <a:lnTo>
                  <a:pt x="80963" y="390525"/>
                </a:lnTo>
                <a:lnTo>
                  <a:pt x="76200" y="385763"/>
                </a:lnTo>
                <a:lnTo>
                  <a:pt x="71438" y="381000"/>
                </a:lnTo>
                <a:lnTo>
                  <a:pt x="66675" y="376238"/>
                </a:lnTo>
                <a:lnTo>
                  <a:pt x="61913" y="371475"/>
                </a:lnTo>
                <a:lnTo>
                  <a:pt x="57150" y="366713"/>
                </a:lnTo>
                <a:lnTo>
                  <a:pt x="52388" y="361950"/>
                </a:lnTo>
                <a:lnTo>
                  <a:pt x="47625" y="357188"/>
                </a:lnTo>
                <a:lnTo>
                  <a:pt x="42863" y="352425"/>
                </a:lnTo>
                <a:lnTo>
                  <a:pt x="38100" y="347663"/>
                </a:lnTo>
                <a:lnTo>
                  <a:pt x="38100" y="338138"/>
                </a:lnTo>
                <a:lnTo>
                  <a:pt x="33338" y="333375"/>
                </a:lnTo>
                <a:lnTo>
                  <a:pt x="28575" y="328613"/>
                </a:lnTo>
                <a:lnTo>
                  <a:pt x="23813" y="323850"/>
                </a:lnTo>
                <a:lnTo>
                  <a:pt x="19050" y="319088"/>
                </a:lnTo>
                <a:lnTo>
                  <a:pt x="19050" y="309563"/>
                </a:lnTo>
                <a:lnTo>
                  <a:pt x="19050" y="300038"/>
                </a:lnTo>
                <a:lnTo>
                  <a:pt x="19050" y="290513"/>
                </a:lnTo>
                <a:lnTo>
                  <a:pt x="19050" y="280988"/>
                </a:lnTo>
                <a:lnTo>
                  <a:pt x="19050" y="271463"/>
                </a:lnTo>
                <a:lnTo>
                  <a:pt x="19050" y="261938"/>
                </a:lnTo>
                <a:lnTo>
                  <a:pt x="19050" y="252413"/>
                </a:lnTo>
                <a:lnTo>
                  <a:pt x="14288" y="247650"/>
                </a:lnTo>
                <a:lnTo>
                  <a:pt x="9525" y="242888"/>
                </a:lnTo>
                <a:lnTo>
                  <a:pt x="9525" y="233363"/>
                </a:lnTo>
                <a:lnTo>
                  <a:pt x="4763" y="228600"/>
                </a:lnTo>
                <a:lnTo>
                  <a:pt x="0" y="223838"/>
                </a:lnTo>
                <a:lnTo>
                  <a:pt x="0" y="214313"/>
                </a:lnTo>
                <a:lnTo>
                  <a:pt x="0" y="204788"/>
                </a:lnTo>
                <a:lnTo>
                  <a:pt x="4763" y="200025"/>
                </a:lnTo>
                <a:lnTo>
                  <a:pt x="9525" y="195263"/>
                </a:lnTo>
                <a:lnTo>
                  <a:pt x="14288" y="190500"/>
                </a:lnTo>
                <a:lnTo>
                  <a:pt x="19050" y="185738"/>
                </a:lnTo>
                <a:lnTo>
                  <a:pt x="19050" y="176213"/>
                </a:lnTo>
                <a:lnTo>
                  <a:pt x="19050" y="166688"/>
                </a:lnTo>
                <a:lnTo>
                  <a:pt x="19050" y="157163"/>
                </a:lnTo>
                <a:lnTo>
                  <a:pt x="19050" y="147638"/>
                </a:lnTo>
                <a:lnTo>
                  <a:pt x="23813" y="142875"/>
                </a:lnTo>
                <a:lnTo>
                  <a:pt x="28575" y="138113"/>
                </a:lnTo>
                <a:lnTo>
                  <a:pt x="33338" y="133350"/>
                </a:lnTo>
                <a:lnTo>
                  <a:pt x="38100" y="128588"/>
                </a:lnTo>
                <a:lnTo>
                  <a:pt x="42863" y="123825"/>
                </a:lnTo>
                <a:lnTo>
                  <a:pt x="47625" y="119063"/>
                </a:lnTo>
                <a:lnTo>
                  <a:pt x="47625" y="109538"/>
                </a:lnTo>
                <a:lnTo>
                  <a:pt x="52388" y="104775"/>
                </a:lnTo>
                <a:lnTo>
                  <a:pt x="57150" y="100013"/>
                </a:lnTo>
                <a:lnTo>
                  <a:pt x="61913" y="95250"/>
                </a:lnTo>
                <a:lnTo>
                  <a:pt x="66675" y="90488"/>
                </a:lnTo>
                <a:lnTo>
                  <a:pt x="66675" y="80963"/>
                </a:lnTo>
                <a:lnTo>
                  <a:pt x="71438" y="76200"/>
                </a:lnTo>
                <a:lnTo>
                  <a:pt x="80963" y="76200"/>
                </a:lnTo>
                <a:lnTo>
                  <a:pt x="85725" y="71438"/>
                </a:lnTo>
                <a:lnTo>
                  <a:pt x="85725" y="61913"/>
                </a:lnTo>
                <a:lnTo>
                  <a:pt x="90488" y="57150"/>
                </a:lnTo>
                <a:lnTo>
                  <a:pt x="95250" y="52388"/>
                </a:lnTo>
                <a:lnTo>
                  <a:pt x="100013" y="47625"/>
                </a:lnTo>
                <a:lnTo>
                  <a:pt x="104775" y="42863"/>
                </a:lnTo>
                <a:lnTo>
                  <a:pt x="109538" y="38100"/>
                </a:lnTo>
                <a:lnTo>
                  <a:pt x="119063" y="38100"/>
                </a:lnTo>
                <a:lnTo>
                  <a:pt x="123825" y="33338"/>
                </a:lnTo>
                <a:lnTo>
                  <a:pt x="128588" y="28575"/>
                </a:lnTo>
                <a:lnTo>
                  <a:pt x="133350" y="23813"/>
                </a:lnTo>
                <a:lnTo>
                  <a:pt x="138113" y="19050"/>
                </a:lnTo>
                <a:lnTo>
                  <a:pt x="147638" y="19050"/>
                </a:lnTo>
                <a:lnTo>
                  <a:pt x="152400" y="14288"/>
                </a:lnTo>
                <a:lnTo>
                  <a:pt x="157163" y="9525"/>
                </a:lnTo>
                <a:lnTo>
                  <a:pt x="161925" y="4763"/>
                </a:lnTo>
                <a:close/>
              </a:path>
            </a:pathLst>
          </a:custGeom>
          <a:solidFill xmlns:a="http://schemas.openxmlformats.org/drawingml/2006/main">
            <a:srgbClr val="E6E6E6"/>
          </a:solidFill>
          <a:ln xmlns:a="http://schemas.openxmlformats.org/drawingml/2006/main" w="0">
            <a:noFill/>
            <a:prstDash val="solid"/>
          </a:ln>
        </p:spPr>
      </p:sp>
      <p:sp>
        <p:nvSpPr>
          <p:cNvPr id="328" name="deep-skill-chaining-source-component-5-gradient-232-0">
            <a:extLst xmlns:a="http://schemas.openxmlformats.org/drawingml/2006/main">
              <a:ext uri="{FF2B5EF4-FFF2-40B4-BE49-F238E27FC236}">
                <a16:creationId xmlns:a16="http://schemas.microsoft.com/office/drawing/2014/main" id="{40756FC3-BD16-4A6F-802E-5C2D387935A0}"/>
              </a:ext>
            </a:extLst>
          </p:cNvPr>
          <p:cNvSpPr>
            <a:spLocks xmlns:a="http://schemas.openxmlformats.org/drawingml/2006/main" noGrp="1"/>
          </p:cNvSpPr>
          <p:nvPr/>
        </p:nvSpPr>
        <p:spPr>
          <a:xfrm xmlns:a="http://schemas.openxmlformats.org/drawingml/2006/main" rot="0">
            <a:off x="8610600" y="2657475"/>
            <a:ext cx="438150" cy="419100"/>
          </a:xfrm>
          <a:custGeom xmlns:a="http://schemas.openxmlformats.org/drawingml/2006/main">
            <a:pathLst>
              <a:path w="438150" h="419100">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76225" y="4763"/>
                </a:lnTo>
                <a:lnTo>
                  <a:pt x="280988" y="9525"/>
                </a:lnTo>
                <a:lnTo>
                  <a:pt x="290513" y="9525"/>
                </a:lnTo>
                <a:lnTo>
                  <a:pt x="300038" y="9525"/>
                </a:lnTo>
                <a:lnTo>
                  <a:pt x="304800" y="14288"/>
                </a:lnTo>
                <a:lnTo>
                  <a:pt x="309563" y="19050"/>
                </a:lnTo>
                <a:lnTo>
                  <a:pt x="319088" y="19050"/>
                </a:lnTo>
                <a:lnTo>
                  <a:pt x="323850" y="23813"/>
                </a:lnTo>
                <a:lnTo>
                  <a:pt x="328613" y="28575"/>
                </a:lnTo>
                <a:lnTo>
                  <a:pt x="333375" y="33338"/>
                </a:lnTo>
                <a:lnTo>
                  <a:pt x="338138" y="38100"/>
                </a:lnTo>
                <a:lnTo>
                  <a:pt x="347663" y="38100"/>
                </a:lnTo>
                <a:lnTo>
                  <a:pt x="352425" y="42863"/>
                </a:lnTo>
                <a:lnTo>
                  <a:pt x="357188" y="47625"/>
                </a:lnTo>
                <a:lnTo>
                  <a:pt x="361950" y="52388"/>
                </a:lnTo>
                <a:lnTo>
                  <a:pt x="366713" y="57150"/>
                </a:lnTo>
                <a:lnTo>
                  <a:pt x="376238" y="57150"/>
                </a:lnTo>
                <a:lnTo>
                  <a:pt x="381000" y="61913"/>
                </a:lnTo>
                <a:lnTo>
                  <a:pt x="385763" y="66675"/>
                </a:lnTo>
                <a:lnTo>
                  <a:pt x="390525" y="71438"/>
                </a:lnTo>
                <a:lnTo>
                  <a:pt x="390525" y="80963"/>
                </a:lnTo>
                <a:lnTo>
                  <a:pt x="390525" y="90488"/>
                </a:lnTo>
                <a:lnTo>
                  <a:pt x="390525" y="100013"/>
                </a:lnTo>
                <a:lnTo>
                  <a:pt x="390525" y="109538"/>
                </a:lnTo>
                <a:lnTo>
                  <a:pt x="395288" y="114300"/>
                </a:lnTo>
                <a:lnTo>
                  <a:pt x="404813" y="114300"/>
                </a:lnTo>
                <a:lnTo>
                  <a:pt x="409575" y="119063"/>
                </a:lnTo>
                <a:lnTo>
                  <a:pt x="414338" y="123825"/>
                </a:lnTo>
                <a:lnTo>
                  <a:pt x="419100" y="128588"/>
                </a:lnTo>
                <a:lnTo>
                  <a:pt x="419100" y="138113"/>
                </a:lnTo>
                <a:lnTo>
                  <a:pt x="423863" y="142875"/>
                </a:lnTo>
                <a:lnTo>
                  <a:pt x="428625" y="147638"/>
                </a:lnTo>
                <a:lnTo>
                  <a:pt x="433388" y="152400"/>
                </a:lnTo>
                <a:lnTo>
                  <a:pt x="438150" y="157163"/>
                </a:lnTo>
                <a:lnTo>
                  <a:pt x="438150" y="166688"/>
                </a:lnTo>
                <a:lnTo>
                  <a:pt x="438150" y="176213"/>
                </a:lnTo>
                <a:lnTo>
                  <a:pt x="438150" y="185738"/>
                </a:lnTo>
                <a:lnTo>
                  <a:pt x="438150" y="195263"/>
                </a:lnTo>
                <a:lnTo>
                  <a:pt x="438150" y="204788"/>
                </a:lnTo>
                <a:lnTo>
                  <a:pt x="438150" y="214313"/>
                </a:lnTo>
                <a:lnTo>
                  <a:pt x="433388" y="219075"/>
                </a:lnTo>
                <a:lnTo>
                  <a:pt x="428625" y="223838"/>
                </a:lnTo>
                <a:lnTo>
                  <a:pt x="423863" y="228600"/>
                </a:lnTo>
                <a:lnTo>
                  <a:pt x="419100" y="233363"/>
                </a:lnTo>
                <a:lnTo>
                  <a:pt x="419100" y="242888"/>
                </a:lnTo>
                <a:lnTo>
                  <a:pt x="419100" y="252413"/>
                </a:lnTo>
                <a:lnTo>
                  <a:pt x="419100" y="261938"/>
                </a:lnTo>
                <a:lnTo>
                  <a:pt x="423863" y="266700"/>
                </a:lnTo>
                <a:lnTo>
                  <a:pt x="428625" y="271463"/>
                </a:lnTo>
                <a:lnTo>
                  <a:pt x="423863" y="276225"/>
                </a:lnTo>
                <a:lnTo>
                  <a:pt x="419100" y="280988"/>
                </a:lnTo>
                <a:lnTo>
                  <a:pt x="414338" y="285750"/>
                </a:lnTo>
                <a:lnTo>
                  <a:pt x="409575" y="290513"/>
                </a:lnTo>
                <a:lnTo>
                  <a:pt x="409575" y="300038"/>
                </a:lnTo>
                <a:lnTo>
                  <a:pt x="404813" y="304800"/>
                </a:lnTo>
                <a:lnTo>
                  <a:pt x="400050" y="309563"/>
                </a:lnTo>
                <a:lnTo>
                  <a:pt x="400050" y="319088"/>
                </a:lnTo>
                <a:lnTo>
                  <a:pt x="395288" y="323850"/>
                </a:lnTo>
                <a:lnTo>
                  <a:pt x="390525" y="328613"/>
                </a:lnTo>
                <a:lnTo>
                  <a:pt x="385763" y="333375"/>
                </a:lnTo>
                <a:lnTo>
                  <a:pt x="381000" y="338138"/>
                </a:lnTo>
                <a:lnTo>
                  <a:pt x="376238" y="342900"/>
                </a:lnTo>
                <a:lnTo>
                  <a:pt x="371475" y="347663"/>
                </a:lnTo>
                <a:lnTo>
                  <a:pt x="366713" y="352425"/>
                </a:lnTo>
                <a:lnTo>
                  <a:pt x="357188" y="352425"/>
                </a:lnTo>
                <a:lnTo>
                  <a:pt x="352425" y="357188"/>
                </a:lnTo>
                <a:lnTo>
                  <a:pt x="347663" y="361950"/>
                </a:lnTo>
                <a:lnTo>
                  <a:pt x="342900" y="366713"/>
                </a:lnTo>
                <a:lnTo>
                  <a:pt x="338138" y="371475"/>
                </a:lnTo>
                <a:lnTo>
                  <a:pt x="333375" y="376238"/>
                </a:lnTo>
                <a:lnTo>
                  <a:pt x="328613" y="381000"/>
                </a:lnTo>
                <a:lnTo>
                  <a:pt x="323850" y="385763"/>
                </a:lnTo>
                <a:lnTo>
                  <a:pt x="319088" y="390525"/>
                </a:lnTo>
                <a:lnTo>
                  <a:pt x="309563" y="390525"/>
                </a:lnTo>
                <a:lnTo>
                  <a:pt x="300038" y="390525"/>
                </a:lnTo>
                <a:lnTo>
                  <a:pt x="295275" y="395288"/>
                </a:lnTo>
                <a:lnTo>
                  <a:pt x="290513" y="400050"/>
                </a:lnTo>
                <a:lnTo>
                  <a:pt x="285750" y="404813"/>
                </a:lnTo>
                <a:lnTo>
                  <a:pt x="280988" y="409575"/>
                </a:lnTo>
                <a:lnTo>
                  <a:pt x="271463" y="409575"/>
                </a:lnTo>
                <a:lnTo>
                  <a:pt x="266700" y="414338"/>
                </a:lnTo>
                <a:lnTo>
                  <a:pt x="261938" y="419100"/>
                </a:lnTo>
                <a:lnTo>
                  <a:pt x="252413" y="419100"/>
                </a:lnTo>
                <a:lnTo>
                  <a:pt x="242888" y="419100"/>
                </a:lnTo>
                <a:lnTo>
                  <a:pt x="233363" y="419100"/>
                </a:lnTo>
                <a:lnTo>
                  <a:pt x="223838" y="419100"/>
                </a:lnTo>
                <a:lnTo>
                  <a:pt x="214313" y="419100"/>
                </a:lnTo>
                <a:lnTo>
                  <a:pt x="204788" y="419100"/>
                </a:lnTo>
                <a:lnTo>
                  <a:pt x="200025" y="414338"/>
                </a:lnTo>
                <a:lnTo>
                  <a:pt x="195263" y="409575"/>
                </a:lnTo>
                <a:lnTo>
                  <a:pt x="185738" y="409575"/>
                </a:lnTo>
                <a:lnTo>
                  <a:pt x="176213" y="409575"/>
                </a:lnTo>
                <a:lnTo>
                  <a:pt x="166688" y="409575"/>
                </a:lnTo>
                <a:lnTo>
                  <a:pt x="161925" y="404813"/>
                </a:lnTo>
                <a:lnTo>
                  <a:pt x="157163" y="400050"/>
                </a:lnTo>
                <a:lnTo>
                  <a:pt x="147638" y="400050"/>
                </a:lnTo>
                <a:lnTo>
                  <a:pt x="138113" y="400050"/>
                </a:lnTo>
                <a:lnTo>
                  <a:pt x="133350" y="395288"/>
                </a:lnTo>
                <a:lnTo>
                  <a:pt x="128588" y="390525"/>
                </a:lnTo>
                <a:lnTo>
                  <a:pt x="119063" y="390525"/>
                </a:lnTo>
                <a:lnTo>
                  <a:pt x="114300" y="385763"/>
                </a:lnTo>
                <a:lnTo>
                  <a:pt x="109538" y="381000"/>
                </a:lnTo>
                <a:lnTo>
                  <a:pt x="104775" y="376238"/>
                </a:lnTo>
                <a:lnTo>
                  <a:pt x="100013" y="371475"/>
                </a:lnTo>
                <a:lnTo>
                  <a:pt x="90488" y="371475"/>
                </a:lnTo>
                <a:lnTo>
                  <a:pt x="85725" y="366713"/>
                </a:lnTo>
                <a:lnTo>
                  <a:pt x="80963" y="361950"/>
                </a:lnTo>
                <a:lnTo>
                  <a:pt x="76200" y="357188"/>
                </a:lnTo>
                <a:lnTo>
                  <a:pt x="76200" y="347663"/>
                </a:lnTo>
                <a:lnTo>
                  <a:pt x="71438" y="342900"/>
                </a:lnTo>
                <a:lnTo>
                  <a:pt x="66675" y="338138"/>
                </a:lnTo>
                <a:lnTo>
                  <a:pt x="61913" y="333375"/>
                </a:lnTo>
                <a:lnTo>
                  <a:pt x="57150" y="328613"/>
                </a:lnTo>
                <a:lnTo>
                  <a:pt x="52388" y="323850"/>
                </a:lnTo>
                <a:lnTo>
                  <a:pt x="47625" y="319088"/>
                </a:lnTo>
                <a:lnTo>
                  <a:pt x="42863" y="314325"/>
                </a:lnTo>
                <a:lnTo>
                  <a:pt x="38100" y="309563"/>
                </a:lnTo>
                <a:lnTo>
                  <a:pt x="33338" y="304800"/>
                </a:lnTo>
                <a:lnTo>
                  <a:pt x="28575" y="300038"/>
                </a:lnTo>
                <a:lnTo>
                  <a:pt x="28575" y="290513"/>
                </a:lnTo>
                <a:lnTo>
                  <a:pt x="28575" y="280988"/>
                </a:lnTo>
                <a:lnTo>
                  <a:pt x="28575" y="271463"/>
                </a:lnTo>
                <a:lnTo>
                  <a:pt x="28575" y="261938"/>
                </a:lnTo>
                <a:lnTo>
                  <a:pt x="28575" y="252413"/>
                </a:lnTo>
                <a:lnTo>
                  <a:pt x="23813" y="247650"/>
                </a:lnTo>
                <a:lnTo>
                  <a:pt x="19050" y="242888"/>
                </a:lnTo>
                <a:lnTo>
                  <a:pt x="19050" y="233363"/>
                </a:lnTo>
                <a:lnTo>
                  <a:pt x="14288" y="228600"/>
                </a:lnTo>
                <a:lnTo>
                  <a:pt x="9525" y="223838"/>
                </a:lnTo>
                <a:lnTo>
                  <a:pt x="4763" y="219075"/>
                </a:lnTo>
                <a:lnTo>
                  <a:pt x="0" y="214313"/>
                </a:lnTo>
                <a:lnTo>
                  <a:pt x="0" y="204788"/>
                </a:lnTo>
                <a:lnTo>
                  <a:pt x="0" y="195263"/>
                </a:lnTo>
                <a:lnTo>
                  <a:pt x="0" y="185738"/>
                </a:lnTo>
                <a:lnTo>
                  <a:pt x="4763" y="180975"/>
                </a:lnTo>
                <a:lnTo>
                  <a:pt x="9525" y="176213"/>
                </a:lnTo>
                <a:lnTo>
                  <a:pt x="14288" y="171450"/>
                </a:lnTo>
                <a:lnTo>
                  <a:pt x="19050" y="166688"/>
                </a:lnTo>
                <a:lnTo>
                  <a:pt x="23813" y="161925"/>
                </a:lnTo>
                <a:lnTo>
                  <a:pt x="28575" y="157163"/>
                </a:lnTo>
                <a:lnTo>
                  <a:pt x="28575" y="147638"/>
                </a:lnTo>
                <a:lnTo>
                  <a:pt x="28575" y="138113"/>
                </a:lnTo>
                <a:lnTo>
                  <a:pt x="28575" y="128588"/>
                </a:lnTo>
                <a:lnTo>
                  <a:pt x="33338" y="123825"/>
                </a:lnTo>
                <a:lnTo>
                  <a:pt x="38100" y="119063"/>
                </a:lnTo>
                <a:lnTo>
                  <a:pt x="38100" y="109538"/>
                </a:lnTo>
                <a:lnTo>
                  <a:pt x="38100" y="100013"/>
                </a:lnTo>
                <a:lnTo>
                  <a:pt x="42863" y="95250"/>
                </a:lnTo>
                <a:lnTo>
                  <a:pt x="47625" y="90488"/>
                </a:lnTo>
                <a:lnTo>
                  <a:pt x="52388" y="85725"/>
                </a:lnTo>
                <a:lnTo>
                  <a:pt x="57150" y="80963"/>
                </a:lnTo>
                <a:lnTo>
                  <a:pt x="57150" y="71438"/>
                </a:lnTo>
                <a:lnTo>
                  <a:pt x="61913" y="66675"/>
                </a:lnTo>
                <a:lnTo>
                  <a:pt x="71438" y="66675"/>
                </a:lnTo>
                <a:lnTo>
                  <a:pt x="76200" y="61913"/>
                </a:lnTo>
                <a:lnTo>
                  <a:pt x="76200" y="52388"/>
                </a:lnTo>
                <a:lnTo>
                  <a:pt x="80963" y="47625"/>
                </a:lnTo>
                <a:lnTo>
                  <a:pt x="85725" y="42863"/>
                </a:lnTo>
                <a:lnTo>
                  <a:pt x="90488" y="38100"/>
                </a:lnTo>
                <a:lnTo>
                  <a:pt x="95250" y="33338"/>
                </a:lnTo>
                <a:lnTo>
                  <a:pt x="100013" y="28575"/>
                </a:lnTo>
                <a:lnTo>
                  <a:pt x="109538" y="28575"/>
                </a:lnTo>
                <a:lnTo>
                  <a:pt x="114300" y="23813"/>
                </a:lnTo>
                <a:lnTo>
                  <a:pt x="114300" y="14288"/>
                </a:lnTo>
                <a:lnTo>
                  <a:pt x="119063" y="9525"/>
                </a:lnTo>
                <a:lnTo>
                  <a:pt x="128588" y="9525"/>
                </a:lnTo>
                <a:lnTo>
                  <a:pt x="138113" y="9525"/>
                </a:lnTo>
                <a:lnTo>
                  <a:pt x="147638" y="9525"/>
                </a:lnTo>
                <a:lnTo>
                  <a:pt x="152400" y="4763"/>
                </a:lnTo>
                <a:close/>
              </a:path>
            </a:pathLst>
          </a:custGeom>
          <a:solidFill xmlns:a="http://schemas.openxmlformats.org/drawingml/2006/main">
            <a:srgbClr val="E8E8E8"/>
          </a:solidFill>
          <a:ln xmlns:a="http://schemas.openxmlformats.org/drawingml/2006/main" w="0">
            <a:noFill/>
            <a:prstDash val="solid"/>
          </a:ln>
        </p:spPr>
      </p:sp>
      <p:sp>
        <p:nvSpPr>
          <p:cNvPr id="329" name="deep-skill-chaining-source-component-5-gradient-234-0">
            <a:extLst xmlns:a="http://schemas.openxmlformats.org/drawingml/2006/main">
              <a:ext uri="{FF2B5EF4-FFF2-40B4-BE49-F238E27FC236}">
                <a16:creationId xmlns:a16="http://schemas.microsoft.com/office/drawing/2014/main" id="{760AFE65-0CA0-4C87-A6E0-3D52218ABD9D}"/>
              </a:ext>
            </a:extLst>
          </p:cNvPr>
          <p:cNvSpPr>
            <a:spLocks xmlns:a="http://schemas.openxmlformats.org/drawingml/2006/main" noGrp="1"/>
          </p:cNvSpPr>
          <p:nvPr/>
        </p:nvSpPr>
        <p:spPr>
          <a:xfrm xmlns:a="http://schemas.openxmlformats.org/drawingml/2006/main" rot="0">
            <a:off x="8629650" y="2667000"/>
            <a:ext cx="400050" cy="390525"/>
          </a:xfrm>
          <a:custGeom xmlns:a="http://schemas.openxmlformats.org/drawingml/2006/main">
            <a:pathLst>
              <a:path w="400050" h="390525">
                <a:moveTo>
                  <a:pt x="180975" y="4763"/>
                </a:moveTo>
                <a:lnTo>
                  <a:pt x="185738" y="0"/>
                </a:lnTo>
                <a:lnTo>
                  <a:pt x="195263" y="0"/>
                </a:lnTo>
                <a:lnTo>
                  <a:pt x="204788" y="0"/>
                </a:lnTo>
                <a:lnTo>
                  <a:pt x="214313" y="0"/>
                </a:lnTo>
                <a:lnTo>
                  <a:pt x="223838" y="0"/>
                </a:lnTo>
                <a:lnTo>
                  <a:pt x="233363" y="0"/>
                </a:lnTo>
                <a:lnTo>
                  <a:pt x="242888" y="0"/>
                </a:lnTo>
                <a:lnTo>
                  <a:pt x="247650" y="4763"/>
                </a:lnTo>
                <a:lnTo>
                  <a:pt x="252413" y="9525"/>
                </a:lnTo>
                <a:lnTo>
                  <a:pt x="261938" y="9525"/>
                </a:lnTo>
                <a:lnTo>
                  <a:pt x="266700" y="14288"/>
                </a:lnTo>
                <a:lnTo>
                  <a:pt x="271463" y="19050"/>
                </a:lnTo>
                <a:lnTo>
                  <a:pt x="280988" y="19050"/>
                </a:lnTo>
                <a:lnTo>
                  <a:pt x="290513" y="19050"/>
                </a:lnTo>
                <a:lnTo>
                  <a:pt x="295275" y="23813"/>
                </a:lnTo>
                <a:lnTo>
                  <a:pt x="300038" y="28575"/>
                </a:lnTo>
                <a:lnTo>
                  <a:pt x="309563" y="28575"/>
                </a:lnTo>
                <a:lnTo>
                  <a:pt x="314325" y="33338"/>
                </a:lnTo>
                <a:lnTo>
                  <a:pt x="314325" y="42863"/>
                </a:lnTo>
                <a:lnTo>
                  <a:pt x="319088" y="47625"/>
                </a:lnTo>
                <a:lnTo>
                  <a:pt x="323850" y="52388"/>
                </a:lnTo>
                <a:lnTo>
                  <a:pt x="328613" y="57150"/>
                </a:lnTo>
                <a:lnTo>
                  <a:pt x="333375" y="61913"/>
                </a:lnTo>
                <a:lnTo>
                  <a:pt x="338138" y="66675"/>
                </a:lnTo>
                <a:lnTo>
                  <a:pt x="342900" y="71438"/>
                </a:lnTo>
                <a:lnTo>
                  <a:pt x="347663" y="76200"/>
                </a:lnTo>
                <a:lnTo>
                  <a:pt x="352425" y="80963"/>
                </a:lnTo>
                <a:lnTo>
                  <a:pt x="352425" y="90488"/>
                </a:lnTo>
                <a:lnTo>
                  <a:pt x="357188" y="95250"/>
                </a:lnTo>
                <a:lnTo>
                  <a:pt x="361950" y="100013"/>
                </a:lnTo>
                <a:lnTo>
                  <a:pt x="366713" y="104775"/>
                </a:lnTo>
                <a:lnTo>
                  <a:pt x="371475" y="109538"/>
                </a:lnTo>
                <a:lnTo>
                  <a:pt x="376238" y="114300"/>
                </a:lnTo>
                <a:lnTo>
                  <a:pt x="381000" y="119063"/>
                </a:lnTo>
                <a:lnTo>
                  <a:pt x="381000" y="128588"/>
                </a:lnTo>
                <a:lnTo>
                  <a:pt x="381000" y="138113"/>
                </a:lnTo>
                <a:lnTo>
                  <a:pt x="385763" y="142875"/>
                </a:lnTo>
                <a:lnTo>
                  <a:pt x="390525" y="147638"/>
                </a:lnTo>
                <a:lnTo>
                  <a:pt x="390525" y="157163"/>
                </a:lnTo>
                <a:lnTo>
                  <a:pt x="390525" y="166688"/>
                </a:lnTo>
                <a:lnTo>
                  <a:pt x="395288" y="171450"/>
                </a:lnTo>
                <a:lnTo>
                  <a:pt x="400050" y="176213"/>
                </a:lnTo>
                <a:lnTo>
                  <a:pt x="400050" y="185738"/>
                </a:lnTo>
                <a:lnTo>
                  <a:pt x="400050" y="195263"/>
                </a:lnTo>
                <a:lnTo>
                  <a:pt x="400050" y="204788"/>
                </a:lnTo>
                <a:lnTo>
                  <a:pt x="395288" y="209550"/>
                </a:lnTo>
                <a:lnTo>
                  <a:pt x="390525" y="214313"/>
                </a:lnTo>
                <a:lnTo>
                  <a:pt x="385763" y="219075"/>
                </a:lnTo>
                <a:lnTo>
                  <a:pt x="381000" y="223838"/>
                </a:lnTo>
                <a:lnTo>
                  <a:pt x="381000" y="233363"/>
                </a:lnTo>
                <a:lnTo>
                  <a:pt x="381000" y="242888"/>
                </a:lnTo>
                <a:lnTo>
                  <a:pt x="381000" y="252413"/>
                </a:lnTo>
                <a:lnTo>
                  <a:pt x="385763" y="257175"/>
                </a:lnTo>
                <a:lnTo>
                  <a:pt x="390525" y="261938"/>
                </a:lnTo>
                <a:lnTo>
                  <a:pt x="385763" y="266700"/>
                </a:lnTo>
                <a:lnTo>
                  <a:pt x="381000" y="271463"/>
                </a:lnTo>
                <a:lnTo>
                  <a:pt x="376238" y="276225"/>
                </a:lnTo>
                <a:lnTo>
                  <a:pt x="371475" y="280988"/>
                </a:lnTo>
                <a:lnTo>
                  <a:pt x="366713" y="285750"/>
                </a:lnTo>
                <a:lnTo>
                  <a:pt x="361950" y="290513"/>
                </a:lnTo>
                <a:lnTo>
                  <a:pt x="357188" y="295275"/>
                </a:lnTo>
                <a:lnTo>
                  <a:pt x="352425" y="300038"/>
                </a:lnTo>
                <a:lnTo>
                  <a:pt x="352425" y="309563"/>
                </a:lnTo>
                <a:lnTo>
                  <a:pt x="347663" y="314325"/>
                </a:lnTo>
                <a:lnTo>
                  <a:pt x="342900" y="319088"/>
                </a:lnTo>
                <a:lnTo>
                  <a:pt x="338138" y="323850"/>
                </a:lnTo>
                <a:lnTo>
                  <a:pt x="333375" y="328613"/>
                </a:lnTo>
                <a:lnTo>
                  <a:pt x="328613" y="333375"/>
                </a:lnTo>
                <a:lnTo>
                  <a:pt x="319088" y="333375"/>
                </a:lnTo>
                <a:lnTo>
                  <a:pt x="314325" y="338138"/>
                </a:lnTo>
                <a:lnTo>
                  <a:pt x="309563" y="342900"/>
                </a:lnTo>
                <a:lnTo>
                  <a:pt x="304800" y="347663"/>
                </a:lnTo>
                <a:lnTo>
                  <a:pt x="300038" y="352425"/>
                </a:lnTo>
                <a:lnTo>
                  <a:pt x="290513" y="352425"/>
                </a:lnTo>
                <a:lnTo>
                  <a:pt x="285750" y="357188"/>
                </a:lnTo>
                <a:lnTo>
                  <a:pt x="280988" y="361950"/>
                </a:lnTo>
                <a:lnTo>
                  <a:pt x="276225" y="366713"/>
                </a:lnTo>
                <a:lnTo>
                  <a:pt x="271463" y="371475"/>
                </a:lnTo>
                <a:lnTo>
                  <a:pt x="261938" y="371475"/>
                </a:lnTo>
                <a:lnTo>
                  <a:pt x="252413" y="371475"/>
                </a:lnTo>
                <a:lnTo>
                  <a:pt x="247650" y="376238"/>
                </a:lnTo>
                <a:lnTo>
                  <a:pt x="242888" y="381000"/>
                </a:lnTo>
                <a:lnTo>
                  <a:pt x="233363" y="381000"/>
                </a:lnTo>
                <a:lnTo>
                  <a:pt x="223838" y="381000"/>
                </a:lnTo>
                <a:lnTo>
                  <a:pt x="219075" y="385763"/>
                </a:lnTo>
                <a:lnTo>
                  <a:pt x="214313" y="390525"/>
                </a:lnTo>
                <a:lnTo>
                  <a:pt x="204788" y="390525"/>
                </a:lnTo>
                <a:lnTo>
                  <a:pt x="195263" y="390525"/>
                </a:lnTo>
                <a:lnTo>
                  <a:pt x="185738" y="390525"/>
                </a:lnTo>
                <a:lnTo>
                  <a:pt x="180975" y="385763"/>
                </a:lnTo>
                <a:lnTo>
                  <a:pt x="176213" y="381000"/>
                </a:lnTo>
                <a:lnTo>
                  <a:pt x="166688" y="381000"/>
                </a:lnTo>
                <a:lnTo>
                  <a:pt x="157163" y="381000"/>
                </a:lnTo>
                <a:lnTo>
                  <a:pt x="147638" y="381000"/>
                </a:lnTo>
                <a:lnTo>
                  <a:pt x="138113" y="381000"/>
                </a:lnTo>
                <a:lnTo>
                  <a:pt x="128588" y="381000"/>
                </a:lnTo>
                <a:lnTo>
                  <a:pt x="123825" y="376238"/>
                </a:lnTo>
                <a:lnTo>
                  <a:pt x="119063" y="371475"/>
                </a:lnTo>
                <a:lnTo>
                  <a:pt x="114300" y="366713"/>
                </a:lnTo>
                <a:lnTo>
                  <a:pt x="109538" y="361950"/>
                </a:lnTo>
                <a:lnTo>
                  <a:pt x="100013" y="361950"/>
                </a:lnTo>
                <a:lnTo>
                  <a:pt x="95250" y="357188"/>
                </a:lnTo>
                <a:lnTo>
                  <a:pt x="90488" y="352425"/>
                </a:lnTo>
                <a:lnTo>
                  <a:pt x="85725" y="347663"/>
                </a:lnTo>
                <a:lnTo>
                  <a:pt x="80963" y="342900"/>
                </a:lnTo>
                <a:lnTo>
                  <a:pt x="76200" y="338138"/>
                </a:lnTo>
                <a:lnTo>
                  <a:pt x="76200" y="328613"/>
                </a:lnTo>
                <a:lnTo>
                  <a:pt x="71438" y="323850"/>
                </a:lnTo>
                <a:lnTo>
                  <a:pt x="66675" y="319088"/>
                </a:lnTo>
                <a:lnTo>
                  <a:pt x="61913" y="314325"/>
                </a:lnTo>
                <a:lnTo>
                  <a:pt x="57150" y="309563"/>
                </a:lnTo>
                <a:lnTo>
                  <a:pt x="52388" y="304800"/>
                </a:lnTo>
                <a:lnTo>
                  <a:pt x="42863" y="304800"/>
                </a:lnTo>
                <a:lnTo>
                  <a:pt x="38100" y="300038"/>
                </a:lnTo>
                <a:lnTo>
                  <a:pt x="38100" y="290513"/>
                </a:lnTo>
                <a:lnTo>
                  <a:pt x="33338" y="285750"/>
                </a:lnTo>
                <a:lnTo>
                  <a:pt x="28575" y="280988"/>
                </a:lnTo>
                <a:lnTo>
                  <a:pt x="28575" y="271463"/>
                </a:lnTo>
                <a:lnTo>
                  <a:pt x="28575" y="261938"/>
                </a:lnTo>
                <a:lnTo>
                  <a:pt x="28575" y="252413"/>
                </a:lnTo>
                <a:lnTo>
                  <a:pt x="28575" y="242888"/>
                </a:lnTo>
                <a:lnTo>
                  <a:pt x="23813" y="238125"/>
                </a:lnTo>
                <a:lnTo>
                  <a:pt x="19050" y="233363"/>
                </a:lnTo>
                <a:lnTo>
                  <a:pt x="14288" y="228600"/>
                </a:lnTo>
                <a:lnTo>
                  <a:pt x="9525" y="223838"/>
                </a:lnTo>
                <a:lnTo>
                  <a:pt x="9525" y="214313"/>
                </a:lnTo>
                <a:lnTo>
                  <a:pt x="4763" y="209550"/>
                </a:lnTo>
                <a:lnTo>
                  <a:pt x="0" y="204788"/>
                </a:lnTo>
                <a:lnTo>
                  <a:pt x="0" y="195263"/>
                </a:lnTo>
                <a:lnTo>
                  <a:pt x="0" y="185738"/>
                </a:lnTo>
                <a:lnTo>
                  <a:pt x="0" y="176213"/>
                </a:lnTo>
                <a:lnTo>
                  <a:pt x="4763" y="171450"/>
                </a:lnTo>
                <a:lnTo>
                  <a:pt x="9525" y="166688"/>
                </a:lnTo>
                <a:lnTo>
                  <a:pt x="14288" y="161925"/>
                </a:lnTo>
                <a:lnTo>
                  <a:pt x="19050" y="157163"/>
                </a:lnTo>
                <a:lnTo>
                  <a:pt x="23813" y="152400"/>
                </a:lnTo>
                <a:lnTo>
                  <a:pt x="28575" y="147638"/>
                </a:lnTo>
                <a:lnTo>
                  <a:pt x="28575" y="138113"/>
                </a:lnTo>
                <a:lnTo>
                  <a:pt x="28575" y="128588"/>
                </a:lnTo>
                <a:lnTo>
                  <a:pt x="33338" y="123825"/>
                </a:lnTo>
                <a:lnTo>
                  <a:pt x="38100" y="119063"/>
                </a:lnTo>
                <a:lnTo>
                  <a:pt x="38100" y="109538"/>
                </a:lnTo>
                <a:lnTo>
                  <a:pt x="38100" y="100013"/>
                </a:lnTo>
                <a:lnTo>
                  <a:pt x="38100" y="90488"/>
                </a:lnTo>
                <a:lnTo>
                  <a:pt x="42863" y="85725"/>
                </a:lnTo>
                <a:lnTo>
                  <a:pt x="47625" y="80963"/>
                </a:lnTo>
                <a:lnTo>
                  <a:pt x="52388" y="76200"/>
                </a:lnTo>
                <a:lnTo>
                  <a:pt x="57150" y="71438"/>
                </a:lnTo>
                <a:lnTo>
                  <a:pt x="61913" y="66675"/>
                </a:lnTo>
                <a:lnTo>
                  <a:pt x="66675" y="61913"/>
                </a:lnTo>
                <a:lnTo>
                  <a:pt x="71438" y="57150"/>
                </a:lnTo>
                <a:lnTo>
                  <a:pt x="76200" y="52388"/>
                </a:lnTo>
                <a:lnTo>
                  <a:pt x="80963" y="47625"/>
                </a:lnTo>
                <a:lnTo>
                  <a:pt x="85725" y="42863"/>
                </a:lnTo>
                <a:lnTo>
                  <a:pt x="90488" y="38100"/>
                </a:lnTo>
                <a:lnTo>
                  <a:pt x="95250" y="33338"/>
                </a:lnTo>
                <a:lnTo>
                  <a:pt x="100013" y="28575"/>
                </a:lnTo>
                <a:lnTo>
                  <a:pt x="109538" y="28575"/>
                </a:lnTo>
                <a:lnTo>
                  <a:pt x="119063" y="28575"/>
                </a:lnTo>
                <a:lnTo>
                  <a:pt x="123825" y="23813"/>
                </a:lnTo>
                <a:lnTo>
                  <a:pt x="128588" y="19050"/>
                </a:lnTo>
                <a:lnTo>
                  <a:pt x="138113" y="19050"/>
                </a:lnTo>
                <a:lnTo>
                  <a:pt x="147638" y="19050"/>
                </a:lnTo>
                <a:lnTo>
                  <a:pt x="157163" y="19050"/>
                </a:lnTo>
                <a:lnTo>
                  <a:pt x="161925" y="14288"/>
                </a:lnTo>
                <a:lnTo>
                  <a:pt x="166688" y="9525"/>
                </a:lnTo>
                <a:lnTo>
                  <a:pt x="176213" y="9525"/>
                </a:lnTo>
                <a:lnTo>
                  <a:pt x="180975" y="4763"/>
                </a:lnTo>
                <a:close/>
              </a:path>
            </a:pathLst>
          </a:custGeom>
          <a:solidFill xmlns:a="http://schemas.openxmlformats.org/drawingml/2006/main">
            <a:srgbClr val="EAEAEA"/>
          </a:solidFill>
          <a:ln xmlns:a="http://schemas.openxmlformats.org/drawingml/2006/main" w="0">
            <a:noFill/>
            <a:prstDash val="solid"/>
          </a:ln>
        </p:spPr>
      </p:sp>
      <p:sp>
        <p:nvSpPr>
          <p:cNvPr id="330" name="deep-skill-chaining-source-component-5-gradient-236-0">
            <a:extLst xmlns:a="http://schemas.openxmlformats.org/drawingml/2006/main">
              <a:ext uri="{FF2B5EF4-FFF2-40B4-BE49-F238E27FC236}">
                <a16:creationId xmlns:a16="http://schemas.microsoft.com/office/drawing/2014/main" id="{B87A1BCA-EF87-4756-9E15-28FF1CC25282}"/>
              </a:ext>
            </a:extLst>
          </p:cNvPr>
          <p:cNvSpPr>
            <a:spLocks xmlns:a="http://schemas.openxmlformats.org/drawingml/2006/main" noGrp="1"/>
          </p:cNvSpPr>
          <p:nvPr/>
        </p:nvSpPr>
        <p:spPr>
          <a:xfrm xmlns:a="http://schemas.openxmlformats.org/drawingml/2006/main" rot="0">
            <a:off x="8639175" y="2695575"/>
            <a:ext cx="371475" cy="342900"/>
          </a:xfrm>
          <a:custGeom xmlns:a="http://schemas.openxmlformats.org/drawingml/2006/main">
            <a:pathLst>
              <a:path w="371475" h="342900">
                <a:moveTo>
                  <a:pt x="142875" y="4763"/>
                </a:move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71463" y="9525"/>
                </a:lnTo>
                <a:lnTo>
                  <a:pt x="276225" y="14288"/>
                </a:lnTo>
                <a:lnTo>
                  <a:pt x="280988" y="19050"/>
                </a:lnTo>
                <a:lnTo>
                  <a:pt x="285750" y="23813"/>
                </a:lnTo>
                <a:lnTo>
                  <a:pt x="290513" y="28575"/>
                </a:lnTo>
                <a:lnTo>
                  <a:pt x="295275" y="33338"/>
                </a:lnTo>
                <a:lnTo>
                  <a:pt x="300038" y="38100"/>
                </a:lnTo>
                <a:lnTo>
                  <a:pt x="304800" y="42863"/>
                </a:lnTo>
                <a:lnTo>
                  <a:pt x="309563" y="47625"/>
                </a:lnTo>
                <a:lnTo>
                  <a:pt x="319088" y="47625"/>
                </a:lnTo>
                <a:lnTo>
                  <a:pt x="323850" y="52388"/>
                </a:lnTo>
                <a:lnTo>
                  <a:pt x="328613" y="57150"/>
                </a:lnTo>
                <a:lnTo>
                  <a:pt x="333375" y="61913"/>
                </a:lnTo>
                <a:lnTo>
                  <a:pt x="333375" y="71438"/>
                </a:lnTo>
                <a:lnTo>
                  <a:pt x="338138" y="76200"/>
                </a:lnTo>
                <a:lnTo>
                  <a:pt x="342900" y="80963"/>
                </a:lnTo>
                <a:lnTo>
                  <a:pt x="347663" y="85725"/>
                </a:lnTo>
                <a:lnTo>
                  <a:pt x="352425" y="90488"/>
                </a:lnTo>
                <a:lnTo>
                  <a:pt x="352425" y="100013"/>
                </a:lnTo>
                <a:lnTo>
                  <a:pt x="352425" y="109538"/>
                </a:lnTo>
                <a:lnTo>
                  <a:pt x="352425" y="119063"/>
                </a:lnTo>
                <a:lnTo>
                  <a:pt x="352425" y="128588"/>
                </a:lnTo>
                <a:lnTo>
                  <a:pt x="357188" y="133350"/>
                </a:lnTo>
                <a:lnTo>
                  <a:pt x="361950" y="138113"/>
                </a:lnTo>
                <a:lnTo>
                  <a:pt x="361950" y="147638"/>
                </a:lnTo>
                <a:lnTo>
                  <a:pt x="361950" y="157163"/>
                </a:lnTo>
                <a:lnTo>
                  <a:pt x="361950" y="166688"/>
                </a:lnTo>
                <a:lnTo>
                  <a:pt x="366713" y="171450"/>
                </a:lnTo>
                <a:lnTo>
                  <a:pt x="371475" y="176213"/>
                </a:lnTo>
                <a:lnTo>
                  <a:pt x="366713" y="180975"/>
                </a:lnTo>
                <a:lnTo>
                  <a:pt x="361950" y="185738"/>
                </a:lnTo>
                <a:lnTo>
                  <a:pt x="357188" y="190500"/>
                </a:lnTo>
                <a:lnTo>
                  <a:pt x="352425" y="195263"/>
                </a:lnTo>
                <a:lnTo>
                  <a:pt x="352425" y="204788"/>
                </a:lnTo>
                <a:lnTo>
                  <a:pt x="352425" y="214313"/>
                </a:lnTo>
                <a:lnTo>
                  <a:pt x="357188" y="219075"/>
                </a:lnTo>
                <a:lnTo>
                  <a:pt x="361950" y="223838"/>
                </a:lnTo>
                <a:lnTo>
                  <a:pt x="361950" y="233363"/>
                </a:lnTo>
                <a:lnTo>
                  <a:pt x="357188" y="238125"/>
                </a:lnTo>
                <a:lnTo>
                  <a:pt x="352425" y="242888"/>
                </a:lnTo>
                <a:lnTo>
                  <a:pt x="347663" y="247650"/>
                </a:lnTo>
                <a:lnTo>
                  <a:pt x="342900" y="252413"/>
                </a:lnTo>
                <a:lnTo>
                  <a:pt x="338138" y="257175"/>
                </a:lnTo>
                <a:lnTo>
                  <a:pt x="328613" y="257175"/>
                </a:lnTo>
                <a:lnTo>
                  <a:pt x="323850" y="261938"/>
                </a:lnTo>
                <a:lnTo>
                  <a:pt x="319088" y="266700"/>
                </a:lnTo>
                <a:lnTo>
                  <a:pt x="314325" y="271463"/>
                </a:lnTo>
                <a:lnTo>
                  <a:pt x="314325" y="280988"/>
                </a:lnTo>
                <a:lnTo>
                  <a:pt x="314325" y="290513"/>
                </a:lnTo>
                <a:lnTo>
                  <a:pt x="309563" y="295275"/>
                </a:lnTo>
                <a:lnTo>
                  <a:pt x="300038" y="295275"/>
                </a:lnTo>
                <a:lnTo>
                  <a:pt x="295275" y="300038"/>
                </a:lnTo>
                <a:lnTo>
                  <a:pt x="290513" y="304800"/>
                </a:lnTo>
                <a:lnTo>
                  <a:pt x="285750" y="309563"/>
                </a:lnTo>
                <a:lnTo>
                  <a:pt x="280988" y="314325"/>
                </a:lnTo>
                <a:lnTo>
                  <a:pt x="271463" y="314325"/>
                </a:lnTo>
                <a:lnTo>
                  <a:pt x="266700" y="319088"/>
                </a:lnTo>
                <a:lnTo>
                  <a:pt x="261938" y="323850"/>
                </a:lnTo>
                <a:lnTo>
                  <a:pt x="252413" y="323850"/>
                </a:lnTo>
                <a:lnTo>
                  <a:pt x="242888" y="323850"/>
                </a:lnTo>
                <a:lnTo>
                  <a:pt x="238125" y="328613"/>
                </a:lnTo>
                <a:lnTo>
                  <a:pt x="233363" y="333375"/>
                </a:lnTo>
                <a:lnTo>
                  <a:pt x="223838" y="333375"/>
                </a:lnTo>
                <a:lnTo>
                  <a:pt x="214313" y="333375"/>
                </a:lnTo>
                <a:lnTo>
                  <a:pt x="209550" y="338138"/>
                </a:lnTo>
                <a:lnTo>
                  <a:pt x="204788" y="342900"/>
                </a:lnTo>
                <a:lnTo>
                  <a:pt x="195263" y="342900"/>
                </a:lnTo>
                <a:lnTo>
                  <a:pt x="185738" y="342900"/>
                </a:lnTo>
                <a:lnTo>
                  <a:pt x="176213" y="342900"/>
                </a:lnTo>
                <a:lnTo>
                  <a:pt x="166688" y="342900"/>
                </a:lnTo>
                <a:lnTo>
                  <a:pt x="157163" y="342900"/>
                </a:lnTo>
                <a:lnTo>
                  <a:pt x="147638" y="342900"/>
                </a:lnTo>
                <a:lnTo>
                  <a:pt x="142875" y="338138"/>
                </a:lnTo>
                <a:lnTo>
                  <a:pt x="138113" y="333375"/>
                </a:lnTo>
                <a:lnTo>
                  <a:pt x="128588" y="333375"/>
                </a:lnTo>
                <a:lnTo>
                  <a:pt x="119063" y="333375"/>
                </a:lnTo>
                <a:lnTo>
                  <a:pt x="114300" y="328613"/>
                </a:lnTo>
                <a:lnTo>
                  <a:pt x="109538" y="323850"/>
                </a:lnTo>
                <a:lnTo>
                  <a:pt x="104775" y="319088"/>
                </a:lnTo>
                <a:lnTo>
                  <a:pt x="100013" y="314325"/>
                </a:lnTo>
                <a:lnTo>
                  <a:pt x="95250" y="309563"/>
                </a:lnTo>
                <a:lnTo>
                  <a:pt x="90488" y="304800"/>
                </a:lnTo>
                <a:lnTo>
                  <a:pt x="85725" y="300038"/>
                </a:lnTo>
                <a:lnTo>
                  <a:pt x="80963" y="295275"/>
                </a:lnTo>
                <a:lnTo>
                  <a:pt x="76200" y="290513"/>
                </a:lnTo>
                <a:lnTo>
                  <a:pt x="76200" y="280988"/>
                </a:lnTo>
                <a:lnTo>
                  <a:pt x="71438" y="276225"/>
                </a:lnTo>
                <a:lnTo>
                  <a:pt x="61913" y="276225"/>
                </a:lnTo>
                <a:lnTo>
                  <a:pt x="57150" y="271463"/>
                </a:lnTo>
                <a:lnTo>
                  <a:pt x="52388" y="266700"/>
                </a:lnTo>
                <a:lnTo>
                  <a:pt x="47625" y="261938"/>
                </a:lnTo>
                <a:lnTo>
                  <a:pt x="47625" y="252413"/>
                </a:lnTo>
                <a:lnTo>
                  <a:pt x="47625" y="242888"/>
                </a:lnTo>
                <a:lnTo>
                  <a:pt x="47625" y="233363"/>
                </a:lnTo>
                <a:lnTo>
                  <a:pt x="42863" y="228600"/>
                </a:lnTo>
                <a:lnTo>
                  <a:pt x="38100" y="223838"/>
                </a:lnTo>
                <a:lnTo>
                  <a:pt x="38100" y="214313"/>
                </a:lnTo>
                <a:lnTo>
                  <a:pt x="33338" y="209550"/>
                </a:lnTo>
                <a:lnTo>
                  <a:pt x="28575" y="204788"/>
                </a:lnTo>
                <a:lnTo>
                  <a:pt x="28575" y="195263"/>
                </a:lnTo>
                <a:lnTo>
                  <a:pt x="23813" y="190500"/>
                </a:lnTo>
                <a:lnTo>
                  <a:pt x="19050" y="185738"/>
                </a:lnTo>
                <a:lnTo>
                  <a:pt x="14288" y="180975"/>
                </a:lnTo>
                <a:lnTo>
                  <a:pt x="4763" y="180975"/>
                </a:lnTo>
                <a:lnTo>
                  <a:pt x="0" y="176213"/>
                </a:lnTo>
                <a:lnTo>
                  <a:pt x="0" y="166688"/>
                </a:lnTo>
                <a:lnTo>
                  <a:pt x="0" y="157163"/>
                </a:lnTo>
                <a:lnTo>
                  <a:pt x="0" y="147638"/>
                </a:lnTo>
                <a:lnTo>
                  <a:pt x="4763" y="142875"/>
                </a:lnTo>
                <a:lnTo>
                  <a:pt x="14288" y="142875"/>
                </a:lnTo>
                <a:lnTo>
                  <a:pt x="19050" y="138113"/>
                </a:lnTo>
                <a:lnTo>
                  <a:pt x="23813" y="133350"/>
                </a:lnTo>
                <a:lnTo>
                  <a:pt x="28575" y="128588"/>
                </a:lnTo>
                <a:lnTo>
                  <a:pt x="28575" y="119063"/>
                </a:lnTo>
                <a:lnTo>
                  <a:pt x="33338" y="114300"/>
                </a:lnTo>
                <a:lnTo>
                  <a:pt x="38100" y="109538"/>
                </a:lnTo>
                <a:lnTo>
                  <a:pt x="38100" y="100013"/>
                </a:lnTo>
                <a:lnTo>
                  <a:pt x="42863" y="95250"/>
                </a:lnTo>
                <a:lnTo>
                  <a:pt x="47625" y="90488"/>
                </a:lnTo>
                <a:lnTo>
                  <a:pt x="47625" y="80963"/>
                </a:lnTo>
                <a:lnTo>
                  <a:pt x="47625" y="71438"/>
                </a:lnTo>
                <a:lnTo>
                  <a:pt x="47625" y="61913"/>
                </a:lnTo>
                <a:lnTo>
                  <a:pt x="52388" y="57150"/>
                </a:lnTo>
                <a:lnTo>
                  <a:pt x="61913" y="57150"/>
                </a:lnTo>
                <a:lnTo>
                  <a:pt x="66675" y="52388"/>
                </a:lnTo>
                <a:lnTo>
                  <a:pt x="71438" y="47625"/>
                </a:lnTo>
                <a:lnTo>
                  <a:pt x="76200" y="42863"/>
                </a:lnTo>
                <a:lnTo>
                  <a:pt x="80963" y="38100"/>
                </a:lnTo>
                <a:lnTo>
                  <a:pt x="85725" y="33338"/>
                </a:lnTo>
                <a:lnTo>
                  <a:pt x="90488" y="28575"/>
                </a:lnTo>
                <a:lnTo>
                  <a:pt x="95250" y="23813"/>
                </a:lnTo>
                <a:lnTo>
                  <a:pt x="100013" y="19050"/>
                </a:lnTo>
                <a:lnTo>
                  <a:pt x="109538" y="19050"/>
                </a:lnTo>
                <a:lnTo>
                  <a:pt x="119063" y="19050"/>
                </a:lnTo>
                <a:lnTo>
                  <a:pt x="123825" y="14288"/>
                </a:lnTo>
                <a:lnTo>
                  <a:pt x="128588" y="9525"/>
                </a:lnTo>
                <a:lnTo>
                  <a:pt x="138113" y="9525"/>
                </a:lnTo>
                <a:lnTo>
                  <a:pt x="142875" y="4763"/>
                </a:lnTo>
                <a:close/>
              </a:path>
            </a:pathLst>
          </a:custGeom>
          <a:solidFill xmlns:a="http://schemas.openxmlformats.org/drawingml/2006/main">
            <a:srgbClr val="ECECEC"/>
          </a:solidFill>
          <a:ln xmlns:a="http://schemas.openxmlformats.org/drawingml/2006/main" w="0">
            <a:noFill/>
            <a:prstDash val="solid"/>
          </a:ln>
        </p:spPr>
      </p:sp>
      <p:sp>
        <p:nvSpPr>
          <p:cNvPr id="331" name="deep-skill-chaining-source-component-5-gradient-238-0">
            <a:extLst xmlns:a="http://schemas.openxmlformats.org/drawingml/2006/main">
              <a:ext uri="{FF2B5EF4-FFF2-40B4-BE49-F238E27FC236}">
                <a16:creationId xmlns:a16="http://schemas.microsoft.com/office/drawing/2014/main" id="{A636F6C5-BFD0-4A46-BA1C-6DC87A35AD5E}"/>
              </a:ext>
            </a:extLst>
          </p:cNvPr>
          <p:cNvSpPr>
            <a:spLocks xmlns:a="http://schemas.openxmlformats.org/drawingml/2006/main" noGrp="1"/>
          </p:cNvSpPr>
          <p:nvPr/>
        </p:nvSpPr>
        <p:spPr>
          <a:xfrm xmlns:a="http://schemas.openxmlformats.org/drawingml/2006/main" rot="0">
            <a:off x="8667750" y="2714625"/>
            <a:ext cx="323850" cy="304800"/>
          </a:xfrm>
          <a:custGeom xmlns:a="http://schemas.openxmlformats.org/drawingml/2006/main">
            <a:pathLst>
              <a:path w="323850" h="304800">
                <a:moveTo>
                  <a:pt x="104775" y="4763"/>
                </a:move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23838" y="9525"/>
                </a:lnTo>
                <a:lnTo>
                  <a:pt x="233363" y="9525"/>
                </a:lnTo>
                <a:lnTo>
                  <a:pt x="238125" y="14288"/>
                </a:lnTo>
                <a:lnTo>
                  <a:pt x="242888" y="19050"/>
                </a:lnTo>
                <a:lnTo>
                  <a:pt x="247650" y="23813"/>
                </a:lnTo>
                <a:lnTo>
                  <a:pt x="252413" y="28575"/>
                </a:lnTo>
                <a:lnTo>
                  <a:pt x="261938" y="28575"/>
                </a:lnTo>
                <a:lnTo>
                  <a:pt x="266700" y="33338"/>
                </a:lnTo>
                <a:lnTo>
                  <a:pt x="271463" y="38100"/>
                </a:lnTo>
                <a:lnTo>
                  <a:pt x="280988" y="38100"/>
                </a:lnTo>
                <a:lnTo>
                  <a:pt x="290513" y="38100"/>
                </a:lnTo>
                <a:lnTo>
                  <a:pt x="295275" y="42863"/>
                </a:lnTo>
                <a:lnTo>
                  <a:pt x="295275" y="52388"/>
                </a:lnTo>
                <a:lnTo>
                  <a:pt x="295275" y="61913"/>
                </a:lnTo>
                <a:lnTo>
                  <a:pt x="300038" y="66675"/>
                </a:lnTo>
                <a:lnTo>
                  <a:pt x="304800" y="71438"/>
                </a:lnTo>
                <a:lnTo>
                  <a:pt x="304800" y="80963"/>
                </a:lnTo>
                <a:lnTo>
                  <a:pt x="304800" y="90488"/>
                </a:lnTo>
                <a:lnTo>
                  <a:pt x="304800" y="100013"/>
                </a:lnTo>
                <a:lnTo>
                  <a:pt x="304800" y="109538"/>
                </a:lnTo>
                <a:lnTo>
                  <a:pt x="304800" y="119063"/>
                </a:lnTo>
                <a:lnTo>
                  <a:pt x="309563" y="123825"/>
                </a:lnTo>
                <a:lnTo>
                  <a:pt x="314325" y="128588"/>
                </a:lnTo>
                <a:lnTo>
                  <a:pt x="314325" y="138113"/>
                </a:lnTo>
                <a:lnTo>
                  <a:pt x="314325" y="147638"/>
                </a:lnTo>
                <a:lnTo>
                  <a:pt x="319088" y="152400"/>
                </a:lnTo>
                <a:lnTo>
                  <a:pt x="323850" y="157163"/>
                </a:lnTo>
                <a:lnTo>
                  <a:pt x="319088" y="161925"/>
                </a:lnTo>
                <a:lnTo>
                  <a:pt x="314325" y="166688"/>
                </a:lnTo>
                <a:lnTo>
                  <a:pt x="309563" y="171450"/>
                </a:lnTo>
                <a:lnTo>
                  <a:pt x="304800" y="176213"/>
                </a:lnTo>
                <a:lnTo>
                  <a:pt x="304800" y="185738"/>
                </a:lnTo>
                <a:lnTo>
                  <a:pt x="304800" y="195263"/>
                </a:lnTo>
                <a:lnTo>
                  <a:pt x="309563" y="200025"/>
                </a:lnTo>
                <a:lnTo>
                  <a:pt x="314325" y="204788"/>
                </a:lnTo>
                <a:lnTo>
                  <a:pt x="319088" y="209550"/>
                </a:lnTo>
                <a:lnTo>
                  <a:pt x="323850" y="214313"/>
                </a:lnTo>
                <a:lnTo>
                  <a:pt x="319088" y="219075"/>
                </a:lnTo>
                <a:lnTo>
                  <a:pt x="309563" y="219075"/>
                </a:lnTo>
                <a:lnTo>
                  <a:pt x="304800" y="223838"/>
                </a:lnTo>
                <a:lnTo>
                  <a:pt x="300038" y="228600"/>
                </a:lnTo>
                <a:lnTo>
                  <a:pt x="290513" y="228600"/>
                </a:lnTo>
                <a:lnTo>
                  <a:pt x="285750" y="233363"/>
                </a:lnTo>
                <a:lnTo>
                  <a:pt x="280988" y="238125"/>
                </a:lnTo>
                <a:lnTo>
                  <a:pt x="276225" y="242888"/>
                </a:lnTo>
                <a:lnTo>
                  <a:pt x="276225" y="252413"/>
                </a:lnTo>
                <a:lnTo>
                  <a:pt x="271463" y="257175"/>
                </a:lnTo>
                <a:lnTo>
                  <a:pt x="266700" y="261938"/>
                </a:lnTo>
                <a:lnTo>
                  <a:pt x="266700" y="271463"/>
                </a:lnTo>
                <a:lnTo>
                  <a:pt x="261938" y="276225"/>
                </a:lnTo>
                <a:lnTo>
                  <a:pt x="252413" y="276225"/>
                </a:lnTo>
                <a:lnTo>
                  <a:pt x="247650" y="280988"/>
                </a:lnTo>
                <a:lnTo>
                  <a:pt x="242888" y="285750"/>
                </a:lnTo>
                <a:lnTo>
                  <a:pt x="233363" y="285750"/>
                </a:lnTo>
                <a:lnTo>
                  <a:pt x="223838" y="285750"/>
                </a:lnTo>
                <a:lnTo>
                  <a:pt x="214313" y="285750"/>
                </a:lnTo>
                <a:lnTo>
                  <a:pt x="209550" y="290513"/>
                </a:lnTo>
                <a:lnTo>
                  <a:pt x="204788" y="295275"/>
                </a:lnTo>
                <a:lnTo>
                  <a:pt x="195263" y="295275"/>
                </a:lnTo>
                <a:lnTo>
                  <a:pt x="185738" y="295275"/>
                </a:lnTo>
                <a:lnTo>
                  <a:pt x="180975" y="300038"/>
                </a:lnTo>
                <a:lnTo>
                  <a:pt x="176213" y="304800"/>
                </a:lnTo>
                <a:lnTo>
                  <a:pt x="166688" y="304800"/>
                </a:lnTo>
                <a:lnTo>
                  <a:pt x="157163" y="304800"/>
                </a:lnTo>
                <a:lnTo>
                  <a:pt x="147638" y="304800"/>
                </a:lnTo>
                <a:lnTo>
                  <a:pt x="138113" y="304800"/>
                </a:lnTo>
                <a:lnTo>
                  <a:pt x="128588" y="304800"/>
                </a:lnTo>
                <a:lnTo>
                  <a:pt x="119063" y="304800"/>
                </a:lnTo>
                <a:lnTo>
                  <a:pt x="114300" y="300038"/>
                </a:lnTo>
                <a:lnTo>
                  <a:pt x="109538" y="295275"/>
                </a:lnTo>
                <a:lnTo>
                  <a:pt x="100013" y="295275"/>
                </a:lnTo>
                <a:lnTo>
                  <a:pt x="95250" y="290513"/>
                </a:lnTo>
                <a:lnTo>
                  <a:pt x="90488" y="285750"/>
                </a:lnTo>
                <a:lnTo>
                  <a:pt x="85725" y="280988"/>
                </a:lnTo>
                <a:lnTo>
                  <a:pt x="80963" y="276225"/>
                </a:lnTo>
                <a:lnTo>
                  <a:pt x="76200" y="271463"/>
                </a:lnTo>
                <a:lnTo>
                  <a:pt x="71438" y="266700"/>
                </a:lnTo>
                <a:lnTo>
                  <a:pt x="66675" y="261938"/>
                </a:lnTo>
                <a:lnTo>
                  <a:pt x="61913" y="257175"/>
                </a:lnTo>
                <a:lnTo>
                  <a:pt x="57150" y="252413"/>
                </a:lnTo>
                <a:lnTo>
                  <a:pt x="52388" y="247650"/>
                </a:lnTo>
                <a:lnTo>
                  <a:pt x="47625" y="242888"/>
                </a:lnTo>
                <a:lnTo>
                  <a:pt x="42863" y="238125"/>
                </a:lnTo>
                <a:lnTo>
                  <a:pt x="38100" y="233363"/>
                </a:lnTo>
                <a:lnTo>
                  <a:pt x="38100" y="223838"/>
                </a:lnTo>
                <a:lnTo>
                  <a:pt x="33338" y="219075"/>
                </a:lnTo>
                <a:lnTo>
                  <a:pt x="28575" y="214313"/>
                </a:lnTo>
                <a:lnTo>
                  <a:pt x="28575" y="204788"/>
                </a:lnTo>
                <a:lnTo>
                  <a:pt x="23813" y="200025"/>
                </a:lnTo>
                <a:lnTo>
                  <a:pt x="19050" y="195263"/>
                </a:lnTo>
                <a:lnTo>
                  <a:pt x="19050" y="185738"/>
                </a:lnTo>
                <a:lnTo>
                  <a:pt x="19050" y="176213"/>
                </a:lnTo>
                <a:lnTo>
                  <a:pt x="14288" y="171450"/>
                </a:lnTo>
                <a:lnTo>
                  <a:pt x="9525" y="166688"/>
                </a:lnTo>
                <a:lnTo>
                  <a:pt x="4763" y="161925"/>
                </a:lnTo>
                <a:lnTo>
                  <a:pt x="0" y="157163"/>
                </a:lnTo>
                <a:lnTo>
                  <a:pt x="0" y="147638"/>
                </a:lnTo>
                <a:lnTo>
                  <a:pt x="0" y="138113"/>
                </a:lnTo>
                <a:lnTo>
                  <a:pt x="0" y="128588"/>
                </a:lnTo>
                <a:lnTo>
                  <a:pt x="4763" y="123825"/>
                </a:lnTo>
                <a:lnTo>
                  <a:pt x="9525" y="119063"/>
                </a:lnTo>
                <a:lnTo>
                  <a:pt x="14288" y="114300"/>
                </a:lnTo>
                <a:lnTo>
                  <a:pt x="19050" y="109538"/>
                </a:lnTo>
                <a:lnTo>
                  <a:pt x="23813" y="104775"/>
                </a:lnTo>
                <a:lnTo>
                  <a:pt x="28575" y="100013"/>
                </a:lnTo>
                <a:lnTo>
                  <a:pt x="28575" y="90488"/>
                </a:lnTo>
                <a:lnTo>
                  <a:pt x="28575" y="80963"/>
                </a:lnTo>
                <a:lnTo>
                  <a:pt x="28575" y="71438"/>
                </a:lnTo>
                <a:lnTo>
                  <a:pt x="33338" y="66675"/>
                </a:lnTo>
                <a:lnTo>
                  <a:pt x="38100" y="61913"/>
                </a:lnTo>
                <a:lnTo>
                  <a:pt x="42863" y="57150"/>
                </a:lnTo>
                <a:lnTo>
                  <a:pt x="47625" y="52388"/>
                </a:lnTo>
                <a:lnTo>
                  <a:pt x="52388" y="47625"/>
                </a:lnTo>
                <a:lnTo>
                  <a:pt x="57150" y="42863"/>
                </a:lnTo>
                <a:lnTo>
                  <a:pt x="61913" y="38100"/>
                </a:lnTo>
                <a:lnTo>
                  <a:pt x="66675" y="33338"/>
                </a:lnTo>
                <a:lnTo>
                  <a:pt x="71438" y="28575"/>
                </a:lnTo>
                <a:lnTo>
                  <a:pt x="76200" y="23813"/>
                </a:lnTo>
                <a:lnTo>
                  <a:pt x="80963" y="19050"/>
                </a:lnTo>
                <a:lnTo>
                  <a:pt x="85725" y="14288"/>
                </a:lnTo>
                <a:lnTo>
                  <a:pt x="90488" y="9525"/>
                </a:lnTo>
                <a:lnTo>
                  <a:pt x="100013" y="9525"/>
                </a:lnTo>
                <a:lnTo>
                  <a:pt x="104775" y="4763"/>
                </a:lnTo>
                <a:close/>
              </a:path>
            </a:pathLst>
          </a:custGeom>
          <a:solidFill xmlns:a="http://schemas.openxmlformats.org/drawingml/2006/main">
            <a:srgbClr val="EEEEEE"/>
          </a:solidFill>
          <a:ln xmlns:a="http://schemas.openxmlformats.org/drawingml/2006/main" w="0">
            <a:noFill/>
            <a:prstDash val="solid"/>
          </a:ln>
        </p:spPr>
      </p:sp>
      <p:sp>
        <p:nvSpPr>
          <p:cNvPr id="332" name="deep-skill-chaining-source-component-5-gradient-240-0">
            <a:extLst xmlns:a="http://schemas.openxmlformats.org/drawingml/2006/main">
              <a:ext uri="{FF2B5EF4-FFF2-40B4-BE49-F238E27FC236}">
                <a16:creationId xmlns:a16="http://schemas.microsoft.com/office/drawing/2014/main" id="{0DEDC064-C5B0-4076-9DA5-5010EA968E75}"/>
              </a:ext>
            </a:extLst>
          </p:cNvPr>
          <p:cNvSpPr>
            <a:spLocks xmlns:a="http://schemas.openxmlformats.org/drawingml/2006/main" noGrp="1"/>
          </p:cNvSpPr>
          <p:nvPr/>
        </p:nvSpPr>
        <p:spPr>
          <a:xfrm xmlns:a="http://schemas.openxmlformats.org/drawingml/2006/main" rot="0">
            <a:off x="8686800" y="2724150"/>
            <a:ext cx="285750" cy="276225"/>
          </a:xfrm>
          <a:custGeom xmlns:a="http://schemas.openxmlformats.org/drawingml/2006/main">
            <a:pathLst>
              <a:path w="285750" h="276225">
                <a:moveTo>
                  <a:pt x="95250" y="4763"/>
                </a:move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5738" y="9525"/>
                </a:lnTo>
                <a:lnTo>
                  <a:pt x="190500" y="14288"/>
                </a:lnTo>
                <a:lnTo>
                  <a:pt x="195263" y="19050"/>
                </a:lnTo>
                <a:lnTo>
                  <a:pt x="204788" y="19050"/>
                </a:lnTo>
                <a:lnTo>
                  <a:pt x="209550" y="23813"/>
                </a:lnTo>
                <a:lnTo>
                  <a:pt x="214313" y="28575"/>
                </a:lnTo>
                <a:lnTo>
                  <a:pt x="219075" y="33338"/>
                </a:lnTo>
                <a:lnTo>
                  <a:pt x="223838" y="38100"/>
                </a:lnTo>
                <a:lnTo>
                  <a:pt x="228600" y="42863"/>
                </a:lnTo>
                <a:lnTo>
                  <a:pt x="233363" y="47625"/>
                </a:lnTo>
                <a:lnTo>
                  <a:pt x="238125" y="52388"/>
                </a:lnTo>
                <a:lnTo>
                  <a:pt x="242888" y="57150"/>
                </a:lnTo>
                <a:lnTo>
                  <a:pt x="247650" y="61913"/>
                </a:lnTo>
                <a:lnTo>
                  <a:pt x="247650" y="71438"/>
                </a:lnTo>
                <a:lnTo>
                  <a:pt x="252413" y="76200"/>
                </a:lnTo>
                <a:lnTo>
                  <a:pt x="257175" y="80963"/>
                </a:lnTo>
                <a:lnTo>
                  <a:pt x="257175" y="90488"/>
                </a:lnTo>
                <a:lnTo>
                  <a:pt x="261938" y="95250"/>
                </a:lnTo>
                <a:lnTo>
                  <a:pt x="266700" y="100013"/>
                </a:lnTo>
                <a:lnTo>
                  <a:pt x="266700" y="109538"/>
                </a:lnTo>
                <a:lnTo>
                  <a:pt x="271463" y="114300"/>
                </a:lnTo>
                <a:lnTo>
                  <a:pt x="276225" y="119063"/>
                </a:lnTo>
                <a:lnTo>
                  <a:pt x="276225" y="128588"/>
                </a:lnTo>
                <a:lnTo>
                  <a:pt x="276225" y="138113"/>
                </a:lnTo>
                <a:lnTo>
                  <a:pt x="280988" y="142875"/>
                </a:lnTo>
                <a:lnTo>
                  <a:pt x="285750" y="147638"/>
                </a:lnTo>
                <a:lnTo>
                  <a:pt x="280988" y="152400"/>
                </a:lnTo>
                <a:lnTo>
                  <a:pt x="276225" y="157163"/>
                </a:lnTo>
                <a:lnTo>
                  <a:pt x="271463" y="161925"/>
                </a:lnTo>
                <a:lnTo>
                  <a:pt x="266700" y="166688"/>
                </a:lnTo>
                <a:lnTo>
                  <a:pt x="266700" y="176213"/>
                </a:lnTo>
                <a:lnTo>
                  <a:pt x="266700" y="185738"/>
                </a:lnTo>
                <a:lnTo>
                  <a:pt x="266700" y="195263"/>
                </a:lnTo>
                <a:lnTo>
                  <a:pt x="271463" y="200025"/>
                </a:lnTo>
                <a:lnTo>
                  <a:pt x="276225" y="204788"/>
                </a:lnTo>
                <a:lnTo>
                  <a:pt x="271463" y="209550"/>
                </a:lnTo>
                <a:lnTo>
                  <a:pt x="261938" y="209550"/>
                </a:lnTo>
                <a:lnTo>
                  <a:pt x="257175" y="214313"/>
                </a:lnTo>
                <a:lnTo>
                  <a:pt x="252413" y="219075"/>
                </a:lnTo>
                <a:lnTo>
                  <a:pt x="247650" y="223838"/>
                </a:lnTo>
                <a:lnTo>
                  <a:pt x="247650" y="233363"/>
                </a:lnTo>
                <a:lnTo>
                  <a:pt x="242888" y="238125"/>
                </a:lnTo>
                <a:lnTo>
                  <a:pt x="238125" y="242888"/>
                </a:lnTo>
                <a:lnTo>
                  <a:pt x="233363" y="247650"/>
                </a:lnTo>
                <a:lnTo>
                  <a:pt x="228600" y="252413"/>
                </a:lnTo>
                <a:lnTo>
                  <a:pt x="223838" y="257175"/>
                </a:lnTo>
                <a:lnTo>
                  <a:pt x="219075" y="261938"/>
                </a:lnTo>
                <a:lnTo>
                  <a:pt x="214313" y="266700"/>
                </a:lnTo>
                <a:lnTo>
                  <a:pt x="204788" y="266700"/>
                </a:lnTo>
                <a:lnTo>
                  <a:pt x="195263" y="266700"/>
                </a:lnTo>
                <a:lnTo>
                  <a:pt x="185738" y="266700"/>
                </a:lnTo>
                <a:lnTo>
                  <a:pt x="176213" y="266700"/>
                </a:lnTo>
                <a:lnTo>
                  <a:pt x="166688" y="266700"/>
                </a:lnTo>
                <a:lnTo>
                  <a:pt x="161925" y="271463"/>
                </a:lnTo>
                <a:lnTo>
                  <a:pt x="157163" y="276225"/>
                </a:lnTo>
                <a:lnTo>
                  <a:pt x="147638" y="276225"/>
                </a:lnTo>
                <a:lnTo>
                  <a:pt x="138113" y="276225"/>
                </a:lnTo>
                <a:lnTo>
                  <a:pt x="128588" y="276225"/>
                </a:lnTo>
                <a:lnTo>
                  <a:pt x="123825" y="271463"/>
                </a:lnTo>
                <a:lnTo>
                  <a:pt x="119063" y="266700"/>
                </a:lnTo>
                <a:lnTo>
                  <a:pt x="109538" y="266700"/>
                </a:lnTo>
                <a:lnTo>
                  <a:pt x="100013" y="266700"/>
                </a:lnTo>
                <a:lnTo>
                  <a:pt x="95250" y="261938"/>
                </a:lnTo>
                <a:lnTo>
                  <a:pt x="90488" y="257175"/>
                </a:lnTo>
                <a:lnTo>
                  <a:pt x="80963" y="257175"/>
                </a:lnTo>
                <a:lnTo>
                  <a:pt x="76200" y="252413"/>
                </a:lnTo>
                <a:lnTo>
                  <a:pt x="71438" y="247650"/>
                </a:lnTo>
                <a:lnTo>
                  <a:pt x="66675" y="242888"/>
                </a:lnTo>
                <a:lnTo>
                  <a:pt x="61913" y="238125"/>
                </a:lnTo>
                <a:lnTo>
                  <a:pt x="57150" y="233363"/>
                </a:lnTo>
                <a:lnTo>
                  <a:pt x="52388" y="228600"/>
                </a:lnTo>
                <a:lnTo>
                  <a:pt x="47625" y="223838"/>
                </a:lnTo>
                <a:lnTo>
                  <a:pt x="42863" y="219075"/>
                </a:lnTo>
                <a:lnTo>
                  <a:pt x="38100" y="214313"/>
                </a:lnTo>
                <a:lnTo>
                  <a:pt x="33338" y="209550"/>
                </a:lnTo>
                <a:lnTo>
                  <a:pt x="28575" y="204788"/>
                </a:lnTo>
                <a:lnTo>
                  <a:pt x="28575" y="195263"/>
                </a:lnTo>
                <a:lnTo>
                  <a:pt x="23813" y="190500"/>
                </a:lnTo>
                <a:lnTo>
                  <a:pt x="19050" y="185738"/>
                </a:lnTo>
                <a:lnTo>
                  <a:pt x="14288" y="180975"/>
                </a:lnTo>
                <a:lnTo>
                  <a:pt x="9525" y="176213"/>
                </a:lnTo>
                <a:lnTo>
                  <a:pt x="9525" y="166688"/>
                </a:lnTo>
                <a:lnTo>
                  <a:pt x="9525" y="157163"/>
                </a:lnTo>
                <a:lnTo>
                  <a:pt x="9525" y="147638"/>
                </a:lnTo>
                <a:lnTo>
                  <a:pt x="4763" y="142875"/>
                </a:lnTo>
                <a:lnTo>
                  <a:pt x="0" y="138113"/>
                </a:lnTo>
                <a:lnTo>
                  <a:pt x="0" y="128588"/>
                </a:lnTo>
                <a:lnTo>
                  <a:pt x="0" y="119063"/>
                </a:lnTo>
                <a:lnTo>
                  <a:pt x="4763" y="114300"/>
                </a:lnTo>
                <a:lnTo>
                  <a:pt x="9525" y="109538"/>
                </a:lnTo>
                <a:lnTo>
                  <a:pt x="14288" y="104775"/>
                </a:lnTo>
                <a:lnTo>
                  <a:pt x="19050" y="100013"/>
                </a:lnTo>
                <a:lnTo>
                  <a:pt x="19050" y="90488"/>
                </a:lnTo>
                <a:lnTo>
                  <a:pt x="23813" y="85725"/>
                </a:lnTo>
                <a:lnTo>
                  <a:pt x="28575" y="80963"/>
                </a:lnTo>
                <a:lnTo>
                  <a:pt x="28575" y="71438"/>
                </a:lnTo>
                <a:lnTo>
                  <a:pt x="33338" y="66675"/>
                </a:lnTo>
                <a:lnTo>
                  <a:pt x="38100" y="61913"/>
                </a:lnTo>
                <a:lnTo>
                  <a:pt x="42863" y="57150"/>
                </a:lnTo>
                <a:lnTo>
                  <a:pt x="47625" y="52388"/>
                </a:lnTo>
                <a:lnTo>
                  <a:pt x="52388" y="47625"/>
                </a:lnTo>
                <a:lnTo>
                  <a:pt x="57150" y="42863"/>
                </a:lnTo>
                <a:lnTo>
                  <a:pt x="61913" y="38100"/>
                </a:lnTo>
                <a:lnTo>
                  <a:pt x="66675" y="33338"/>
                </a:lnTo>
                <a:lnTo>
                  <a:pt x="71438" y="28575"/>
                </a:lnTo>
                <a:lnTo>
                  <a:pt x="76200" y="23813"/>
                </a:lnTo>
                <a:lnTo>
                  <a:pt x="80963" y="19050"/>
                </a:lnTo>
                <a:lnTo>
                  <a:pt x="85725" y="14288"/>
                </a:lnTo>
                <a:lnTo>
                  <a:pt x="90488" y="9525"/>
                </a:lnTo>
                <a:lnTo>
                  <a:pt x="95250" y="4763"/>
                </a:lnTo>
                <a:close/>
              </a:path>
            </a:pathLst>
          </a:custGeom>
          <a:solidFill xmlns:a="http://schemas.openxmlformats.org/drawingml/2006/main">
            <a:srgbClr val="F0F0F0"/>
          </a:solidFill>
          <a:ln xmlns:a="http://schemas.openxmlformats.org/drawingml/2006/main" w="0">
            <a:noFill/>
            <a:prstDash val="solid"/>
          </a:ln>
        </p:spPr>
      </p:sp>
      <p:sp>
        <p:nvSpPr>
          <p:cNvPr id="333" name="deep-skill-chaining-source-component-5-gradient-242-0">
            <a:extLst xmlns:a="http://schemas.openxmlformats.org/drawingml/2006/main">
              <a:ext uri="{FF2B5EF4-FFF2-40B4-BE49-F238E27FC236}">
                <a16:creationId xmlns:a16="http://schemas.microsoft.com/office/drawing/2014/main" id="{2849668C-D778-4114-87E4-6BB1C19BD7D3}"/>
              </a:ext>
            </a:extLst>
          </p:cNvPr>
          <p:cNvSpPr>
            <a:spLocks xmlns:a="http://schemas.openxmlformats.org/drawingml/2006/main" noGrp="1"/>
          </p:cNvSpPr>
          <p:nvPr/>
        </p:nvSpPr>
        <p:spPr>
          <a:xfrm xmlns:a="http://schemas.openxmlformats.org/drawingml/2006/main" rot="0">
            <a:off x="8696325" y="2752725"/>
            <a:ext cx="257175" cy="228600"/>
          </a:xfrm>
          <a:custGeom xmlns:a="http://schemas.openxmlformats.org/drawingml/2006/main">
            <a:pathLst>
              <a:path w="257175" h="228600">
                <a:moveTo>
                  <a:pt x="85725" y="4763"/>
                </a:move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90500" y="14288"/>
                </a:lnTo>
                <a:lnTo>
                  <a:pt x="195263" y="19050"/>
                </a:lnTo>
                <a:lnTo>
                  <a:pt x="200025" y="23813"/>
                </a:lnTo>
                <a:lnTo>
                  <a:pt x="204788" y="28575"/>
                </a:lnTo>
                <a:lnTo>
                  <a:pt x="209550" y="33338"/>
                </a:lnTo>
                <a:lnTo>
                  <a:pt x="214313" y="38100"/>
                </a:lnTo>
                <a:lnTo>
                  <a:pt x="219075" y="42863"/>
                </a:lnTo>
                <a:lnTo>
                  <a:pt x="219075" y="52388"/>
                </a:lnTo>
                <a:lnTo>
                  <a:pt x="223838" y="57150"/>
                </a:lnTo>
                <a:lnTo>
                  <a:pt x="228600" y="61913"/>
                </a:lnTo>
                <a:lnTo>
                  <a:pt x="228600" y="71438"/>
                </a:lnTo>
                <a:lnTo>
                  <a:pt x="233363" y="76200"/>
                </a:lnTo>
                <a:lnTo>
                  <a:pt x="238125" y="80963"/>
                </a:lnTo>
                <a:lnTo>
                  <a:pt x="242888" y="85725"/>
                </a:lnTo>
                <a:lnTo>
                  <a:pt x="247650" y="90488"/>
                </a:lnTo>
                <a:lnTo>
                  <a:pt x="247650" y="100013"/>
                </a:lnTo>
                <a:lnTo>
                  <a:pt x="247650" y="109538"/>
                </a:lnTo>
                <a:lnTo>
                  <a:pt x="252413" y="114300"/>
                </a:lnTo>
                <a:lnTo>
                  <a:pt x="257175" y="119063"/>
                </a:lnTo>
                <a:lnTo>
                  <a:pt x="252413" y="123825"/>
                </a:lnTo>
                <a:lnTo>
                  <a:pt x="247650" y="128588"/>
                </a:lnTo>
                <a:lnTo>
                  <a:pt x="242888" y="133350"/>
                </a:lnTo>
                <a:lnTo>
                  <a:pt x="238125" y="138113"/>
                </a:lnTo>
                <a:lnTo>
                  <a:pt x="238125" y="147638"/>
                </a:lnTo>
                <a:lnTo>
                  <a:pt x="238125" y="157163"/>
                </a:lnTo>
                <a:lnTo>
                  <a:pt x="238125" y="166688"/>
                </a:lnTo>
                <a:lnTo>
                  <a:pt x="238125" y="176213"/>
                </a:lnTo>
                <a:lnTo>
                  <a:pt x="233363" y="180975"/>
                </a:lnTo>
                <a:lnTo>
                  <a:pt x="228600" y="185738"/>
                </a:lnTo>
                <a:lnTo>
                  <a:pt x="223838" y="190500"/>
                </a:lnTo>
                <a:lnTo>
                  <a:pt x="219075" y="195263"/>
                </a:lnTo>
                <a:lnTo>
                  <a:pt x="214313" y="200025"/>
                </a:lnTo>
                <a:lnTo>
                  <a:pt x="209550" y="204788"/>
                </a:lnTo>
                <a:lnTo>
                  <a:pt x="204788" y="209550"/>
                </a:lnTo>
                <a:lnTo>
                  <a:pt x="195263" y="209550"/>
                </a:lnTo>
                <a:lnTo>
                  <a:pt x="185738" y="209550"/>
                </a:lnTo>
                <a:lnTo>
                  <a:pt x="180975" y="214313"/>
                </a:lnTo>
                <a:lnTo>
                  <a:pt x="176213" y="219075"/>
                </a:lnTo>
                <a:lnTo>
                  <a:pt x="166688" y="219075"/>
                </a:lnTo>
                <a:lnTo>
                  <a:pt x="157163" y="219075"/>
                </a:lnTo>
                <a:lnTo>
                  <a:pt x="152400" y="223838"/>
                </a:lnTo>
                <a:lnTo>
                  <a:pt x="147638" y="228600"/>
                </a:lnTo>
                <a:lnTo>
                  <a:pt x="138113" y="228600"/>
                </a:lnTo>
                <a:lnTo>
                  <a:pt x="128588" y="228600"/>
                </a:lnTo>
                <a:lnTo>
                  <a:pt x="119063" y="228600"/>
                </a:lnTo>
                <a:lnTo>
                  <a:pt x="114300" y="223838"/>
                </a:lnTo>
                <a:lnTo>
                  <a:pt x="109538" y="219075"/>
                </a:lnTo>
                <a:lnTo>
                  <a:pt x="100013" y="219075"/>
                </a:lnTo>
                <a:lnTo>
                  <a:pt x="90488" y="219075"/>
                </a:lnTo>
                <a:lnTo>
                  <a:pt x="85725" y="214313"/>
                </a:lnTo>
                <a:lnTo>
                  <a:pt x="80963" y="209550"/>
                </a:lnTo>
                <a:lnTo>
                  <a:pt x="76200" y="204788"/>
                </a:lnTo>
                <a:lnTo>
                  <a:pt x="71438" y="200025"/>
                </a:lnTo>
                <a:lnTo>
                  <a:pt x="66675" y="195263"/>
                </a:lnTo>
                <a:lnTo>
                  <a:pt x="61913" y="190500"/>
                </a:lnTo>
                <a:lnTo>
                  <a:pt x="57150" y="185738"/>
                </a:lnTo>
                <a:lnTo>
                  <a:pt x="52388" y="180975"/>
                </a:lnTo>
                <a:lnTo>
                  <a:pt x="47625" y="176213"/>
                </a:lnTo>
                <a:lnTo>
                  <a:pt x="42863" y="171450"/>
                </a:lnTo>
                <a:lnTo>
                  <a:pt x="38100" y="166688"/>
                </a:lnTo>
                <a:lnTo>
                  <a:pt x="33338" y="161925"/>
                </a:lnTo>
                <a:lnTo>
                  <a:pt x="28575" y="157163"/>
                </a:lnTo>
                <a:lnTo>
                  <a:pt x="23813" y="152400"/>
                </a:lnTo>
                <a:lnTo>
                  <a:pt x="19050" y="147638"/>
                </a:lnTo>
                <a:lnTo>
                  <a:pt x="19050" y="138113"/>
                </a:lnTo>
                <a:lnTo>
                  <a:pt x="19050" y="128588"/>
                </a:lnTo>
                <a:lnTo>
                  <a:pt x="19050" y="119063"/>
                </a:lnTo>
                <a:lnTo>
                  <a:pt x="14288" y="114300"/>
                </a:lnTo>
                <a:lnTo>
                  <a:pt x="9525" y="109538"/>
                </a:lnTo>
                <a:lnTo>
                  <a:pt x="9525" y="100013"/>
                </a:lnTo>
                <a:lnTo>
                  <a:pt x="4763" y="95250"/>
                </a:lnTo>
                <a:lnTo>
                  <a:pt x="0" y="90488"/>
                </a:lnTo>
                <a:lnTo>
                  <a:pt x="4763" y="85725"/>
                </a:lnTo>
                <a:lnTo>
                  <a:pt x="14288" y="85725"/>
                </a:lnTo>
                <a:lnTo>
                  <a:pt x="19050" y="80963"/>
                </a:lnTo>
                <a:lnTo>
                  <a:pt x="19050" y="71438"/>
                </a:lnTo>
                <a:lnTo>
                  <a:pt x="23813" y="66675"/>
                </a:lnTo>
                <a:lnTo>
                  <a:pt x="28575" y="61913"/>
                </a:lnTo>
                <a:lnTo>
                  <a:pt x="33338" y="57150"/>
                </a:lnTo>
                <a:lnTo>
                  <a:pt x="38100" y="52388"/>
                </a:lnTo>
                <a:lnTo>
                  <a:pt x="42863" y="47625"/>
                </a:lnTo>
                <a:lnTo>
                  <a:pt x="47625" y="42863"/>
                </a:lnTo>
                <a:lnTo>
                  <a:pt x="52388" y="38100"/>
                </a:lnTo>
                <a:lnTo>
                  <a:pt x="57150" y="33338"/>
                </a:lnTo>
                <a:lnTo>
                  <a:pt x="61913" y="28575"/>
                </a:lnTo>
                <a:lnTo>
                  <a:pt x="66675" y="23813"/>
                </a:lnTo>
                <a:lnTo>
                  <a:pt x="71438" y="19050"/>
                </a:lnTo>
                <a:lnTo>
                  <a:pt x="76200" y="14288"/>
                </a:lnTo>
                <a:lnTo>
                  <a:pt x="80963" y="9525"/>
                </a:lnTo>
                <a:lnTo>
                  <a:pt x="85725" y="4763"/>
                </a:lnTo>
                <a:close/>
              </a:path>
            </a:pathLst>
          </a:custGeom>
          <a:solidFill xmlns:a="http://schemas.openxmlformats.org/drawingml/2006/main">
            <a:srgbClr val="F2F2F2"/>
          </a:solidFill>
          <a:ln xmlns:a="http://schemas.openxmlformats.org/drawingml/2006/main" w="0">
            <a:noFill/>
            <a:prstDash val="solid"/>
          </a:ln>
        </p:spPr>
      </p:sp>
      <p:sp>
        <p:nvSpPr>
          <p:cNvPr id="334" name="deep-skill-chaining-source-component-5-gradient-244-0">
            <a:extLst xmlns:a="http://schemas.openxmlformats.org/drawingml/2006/main">
              <a:ext uri="{FF2B5EF4-FFF2-40B4-BE49-F238E27FC236}">
                <a16:creationId xmlns:a16="http://schemas.microsoft.com/office/drawing/2014/main" id="{F7469A76-AB4D-47B1-A714-D0523BEEE501}"/>
              </a:ext>
            </a:extLst>
          </p:cNvPr>
          <p:cNvSpPr>
            <a:spLocks xmlns:a="http://schemas.openxmlformats.org/drawingml/2006/main" noGrp="1"/>
          </p:cNvSpPr>
          <p:nvPr/>
        </p:nvSpPr>
        <p:spPr>
          <a:xfrm xmlns:a="http://schemas.openxmlformats.org/drawingml/2006/main" rot="0">
            <a:off x="8724900" y="2771775"/>
            <a:ext cx="209550" cy="190500"/>
          </a:xfrm>
          <a:custGeom xmlns:a="http://schemas.openxmlformats.org/drawingml/2006/main">
            <a:pathLst>
              <a:path w="209550" h="190500">
                <a:moveTo>
                  <a:pt x="57150" y="4763"/>
                </a:move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2400" y="4763"/>
                </a:lnTo>
                <a:lnTo>
                  <a:pt x="157163" y="9525"/>
                </a:lnTo>
                <a:lnTo>
                  <a:pt x="161925" y="14288"/>
                </a:lnTo>
                <a:lnTo>
                  <a:pt x="161925" y="23813"/>
                </a:lnTo>
                <a:lnTo>
                  <a:pt x="166688" y="28575"/>
                </a:lnTo>
                <a:lnTo>
                  <a:pt x="176213" y="28575"/>
                </a:lnTo>
                <a:lnTo>
                  <a:pt x="180975" y="33338"/>
                </a:lnTo>
                <a:lnTo>
                  <a:pt x="180975" y="42863"/>
                </a:lnTo>
                <a:lnTo>
                  <a:pt x="185738" y="47625"/>
                </a:lnTo>
                <a:lnTo>
                  <a:pt x="190500" y="52388"/>
                </a:lnTo>
                <a:lnTo>
                  <a:pt x="190500" y="61913"/>
                </a:lnTo>
                <a:lnTo>
                  <a:pt x="195263" y="66675"/>
                </a:lnTo>
                <a:lnTo>
                  <a:pt x="200025" y="71438"/>
                </a:lnTo>
                <a:lnTo>
                  <a:pt x="200025" y="80963"/>
                </a:lnTo>
                <a:lnTo>
                  <a:pt x="200025" y="90488"/>
                </a:lnTo>
                <a:lnTo>
                  <a:pt x="204788" y="95250"/>
                </a:lnTo>
                <a:lnTo>
                  <a:pt x="209550" y="100013"/>
                </a:lnTo>
                <a:lnTo>
                  <a:pt x="204788" y="104775"/>
                </a:lnTo>
                <a:lnTo>
                  <a:pt x="200025" y="109538"/>
                </a:lnTo>
                <a:lnTo>
                  <a:pt x="195263" y="114300"/>
                </a:lnTo>
                <a:lnTo>
                  <a:pt x="190500" y="119063"/>
                </a:lnTo>
                <a:lnTo>
                  <a:pt x="190500" y="128588"/>
                </a:lnTo>
                <a:lnTo>
                  <a:pt x="185738" y="133350"/>
                </a:lnTo>
                <a:lnTo>
                  <a:pt x="180975" y="138113"/>
                </a:lnTo>
                <a:lnTo>
                  <a:pt x="180975" y="147638"/>
                </a:lnTo>
                <a:lnTo>
                  <a:pt x="180975" y="157163"/>
                </a:lnTo>
                <a:lnTo>
                  <a:pt x="176213" y="161925"/>
                </a:lnTo>
                <a:lnTo>
                  <a:pt x="166688" y="161925"/>
                </a:lnTo>
                <a:lnTo>
                  <a:pt x="161925" y="166688"/>
                </a:lnTo>
                <a:lnTo>
                  <a:pt x="157163" y="171450"/>
                </a:lnTo>
                <a:lnTo>
                  <a:pt x="152400" y="176213"/>
                </a:lnTo>
                <a:lnTo>
                  <a:pt x="147638" y="180975"/>
                </a:lnTo>
                <a:lnTo>
                  <a:pt x="138113" y="180975"/>
                </a:lnTo>
                <a:lnTo>
                  <a:pt x="128588" y="180975"/>
                </a:lnTo>
                <a:lnTo>
                  <a:pt x="123825" y="185738"/>
                </a:lnTo>
                <a:lnTo>
                  <a:pt x="119063" y="190500"/>
                </a:lnTo>
                <a:lnTo>
                  <a:pt x="109538" y="190500"/>
                </a:lnTo>
                <a:lnTo>
                  <a:pt x="100013" y="190500"/>
                </a:lnTo>
                <a:lnTo>
                  <a:pt x="90488" y="190500"/>
                </a:lnTo>
                <a:lnTo>
                  <a:pt x="85725" y="185738"/>
                </a:lnTo>
                <a:lnTo>
                  <a:pt x="80963" y="180975"/>
                </a:lnTo>
                <a:lnTo>
                  <a:pt x="71438" y="180975"/>
                </a:lnTo>
                <a:lnTo>
                  <a:pt x="61913" y="180975"/>
                </a:lnTo>
                <a:lnTo>
                  <a:pt x="57150" y="176213"/>
                </a:lnTo>
                <a:lnTo>
                  <a:pt x="52388" y="171450"/>
                </a:lnTo>
                <a:lnTo>
                  <a:pt x="47625" y="166688"/>
                </a:lnTo>
                <a:lnTo>
                  <a:pt x="42863" y="161925"/>
                </a:lnTo>
                <a:lnTo>
                  <a:pt x="38100" y="157163"/>
                </a:lnTo>
                <a:lnTo>
                  <a:pt x="33338" y="152400"/>
                </a:lnTo>
                <a:lnTo>
                  <a:pt x="28575" y="147638"/>
                </a:lnTo>
                <a:lnTo>
                  <a:pt x="23813" y="142875"/>
                </a:lnTo>
                <a:lnTo>
                  <a:pt x="19050" y="138113"/>
                </a:lnTo>
                <a:lnTo>
                  <a:pt x="14288" y="133350"/>
                </a:lnTo>
                <a:lnTo>
                  <a:pt x="9525" y="128588"/>
                </a:lnTo>
                <a:lnTo>
                  <a:pt x="9525" y="119063"/>
                </a:lnTo>
                <a:lnTo>
                  <a:pt x="9525" y="109538"/>
                </a:lnTo>
                <a:lnTo>
                  <a:pt x="4763" y="104775"/>
                </a:lnTo>
                <a:lnTo>
                  <a:pt x="0" y="100013"/>
                </a:lnTo>
                <a:lnTo>
                  <a:pt x="0" y="90488"/>
                </a:lnTo>
                <a:lnTo>
                  <a:pt x="0" y="80963"/>
                </a:lnTo>
                <a:lnTo>
                  <a:pt x="0" y="71438"/>
                </a:lnTo>
                <a:lnTo>
                  <a:pt x="4763" y="66675"/>
                </a:lnTo>
                <a:lnTo>
                  <a:pt x="9525" y="61913"/>
                </a:lnTo>
                <a:lnTo>
                  <a:pt x="9525" y="52388"/>
                </a:lnTo>
                <a:lnTo>
                  <a:pt x="14288" y="47625"/>
                </a:lnTo>
                <a:lnTo>
                  <a:pt x="19050" y="42863"/>
                </a:lnTo>
                <a:lnTo>
                  <a:pt x="23813" y="38100"/>
                </a:lnTo>
                <a:lnTo>
                  <a:pt x="28575" y="33338"/>
                </a:lnTo>
                <a:lnTo>
                  <a:pt x="33338" y="28575"/>
                </a:lnTo>
                <a:lnTo>
                  <a:pt x="38100" y="23813"/>
                </a:lnTo>
                <a:lnTo>
                  <a:pt x="42863" y="19050"/>
                </a:lnTo>
                <a:lnTo>
                  <a:pt x="47625" y="14288"/>
                </a:lnTo>
                <a:lnTo>
                  <a:pt x="52388" y="9525"/>
                </a:lnTo>
                <a:lnTo>
                  <a:pt x="57150" y="4763"/>
                </a:lnTo>
                <a:close/>
              </a:path>
            </a:pathLst>
          </a:custGeom>
          <a:solidFill xmlns:a="http://schemas.openxmlformats.org/drawingml/2006/main">
            <a:srgbClr val="F4F4F4"/>
          </a:solidFill>
          <a:ln xmlns:a="http://schemas.openxmlformats.org/drawingml/2006/main" w="0">
            <a:noFill/>
            <a:prstDash val="solid"/>
          </a:ln>
        </p:spPr>
      </p:sp>
      <p:sp>
        <p:nvSpPr>
          <p:cNvPr id="335" name="deep-skill-chaining-source-component-5-gradient-246-0">
            <a:extLst xmlns:a="http://schemas.openxmlformats.org/drawingml/2006/main">
              <a:ext uri="{FF2B5EF4-FFF2-40B4-BE49-F238E27FC236}">
                <a16:creationId xmlns:a16="http://schemas.microsoft.com/office/drawing/2014/main" id="{F1DE2F6B-D402-430A-9614-9F3D4EC7ABE7}"/>
              </a:ext>
            </a:extLst>
          </p:cNvPr>
          <p:cNvSpPr>
            <a:spLocks xmlns:a="http://schemas.openxmlformats.org/drawingml/2006/main" noGrp="1"/>
          </p:cNvSpPr>
          <p:nvPr/>
        </p:nvSpPr>
        <p:spPr>
          <a:xfrm xmlns:a="http://schemas.openxmlformats.org/drawingml/2006/main" rot="0">
            <a:off x="8753475" y="2781300"/>
            <a:ext cx="161925" cy="161925"/>
          </a:xfrm>
          <a:custGeom xmlns:a="http://schemas.openxmlformats.org/drawingml/2006/main">
            <a:pathLst>
              <a:path w="161925" h="161925">
                <a:moveTo>
                  <a:pt x="28575" y="4763"/>
                </a:moveTo>
                <a:lnTo>
                  <a:pt x="33338" y="0"/>
                </a:lnTo>
                <a:lnTo>
                  <a:pt x="42863" y="0"/>
                </a:lnTo>
                <a:lnTo>
                  <a:pt x="52388" y="0"/>
                </a:lnTo>
                <a:lnTo>
                  <a:pt x="61913" y="0"/>
                </a:lnTo>
                <a:lnTo>
                  <a:pt x="71438" y="0"/>
                </a:lnTo>
                <a:lnTo>
                  <a:pt x="80963" y="0"/>
                </a:lnTo>
                <a:lnTo>
                  <a:pt x="90488" y="0"/>
                </a:lnTo>
                <a:lnTo>
                  <a:pt x="95250" y="4763"/>
                </a:lnTo>
                <a:lnTo>
                  <a:pt x="100013" y="9525"/>
                </a:lnTo>
                <a:lnTo>
                  <a:pt x="109538" y="9525"/>
                </a:lnTo>
                <a:lnTo>
                  <a:pt x="114300" y="14288"/>
                </a:lnTo>
                <a:lnTo>
                  <a:pt x="119063" y="19050"/>
                </a:lnTo>
                <a:lnTo>
                  <a:pt x="123825" y="23813"/>
                </a:lnTo>
                <a:lnTo>
                  <a:pt x="128588" y="28575"/>
                </a:lnTo>
                <a:lnTo>
                  <a:pt x="133350" y="33338"/>
                </a:lnTo>
                <a:lnTo>
                  <a:pt x="138113" y="38100"/>
                </a:lnTo>
                <a:lnTo>
                  <a:pt x="142875" y="42863"/>
                </a:lnTo>
                <a:lnTo>
                  <a:pt x="142875" y="52388"/>
                </a:lnTo>
                <a:lnTo>
                  <a:pt x="147638" y="57150"/>
                </a:lnTo>
                <a:lnTo>
                  <a:pt x="152400" y="61913"/>
                </a:lnTo>
                <a:lnTo>
                  <a:pt x="152400" y="71438"/>
                </a:lnTo>
                <a:lnTo>
                  <a:pt x="152400" y="80963"/>
                </a:lnTo>
                <a:lnTo>
                  <a:pt x="157163" y="85725"/>
                </a:lnTo>
                <a:lnTo>
                  <a:pt x="161925" y="90488"/>
                </a:lnTo>
                <a:lnTo>
                  <a:pt x="157163" y="95250"/>
                </a:lnTo>
                <a:lnTo>
                  <a:pt x="152400" y="100013"/>
                </a:lnTo>
                <a:lnTo>
                  <a:pt x="147638" y="104775"/>
                </a:lnTo>
                <a:lnTo>
                  <a:pt x="142875" y="109538"/>
                </a:lnTo>
                <a:lnTo>
                  <a:pt x="138113" y="114300"/>
                </a:lnTo>
                <a:lnTo>
                  <a:pt x="133350" y="119063"/>
                </a:lnTo>
                <a:lnTo>
                  <a:pt x="133350" y="128588"/>
                </a:lnTo>
                <a:lnTo>
                  <a:pt x="128588" y="133350"/>
                </a:lnTo>
                <a:lnTo>
                  <a:pt x="123825" y="138113"/>
                </a:lnTo>
                <a:lnTo>
                  <a:pt x="123825" y="147638"/>
                </a:lnTo>
                <a:lnTo>
                  <a:pt x="119063" y="152400"/>
                </a:lnTo>
                <a:lnTo>
                  <a:pt x="109538" y="152400"/>
                </a:lnTo>
                <a:lnTo>
                  <a:pt x="100013" y="152400"/>
                </a:lnTo>
                <a:lnTo>
                  <a:pt x="95250" y="157163"/>
                </a:lnTo>
                <a:lnTo>
                  <a:pt x="90488" y="161925"/>
                </a:lnTo>
                <a:lnTo>
                  <a:pt x="80963" y="161925"/>
                </a:lnTo>
                <a:lnTo>
                  <a:pt x="71438" y="161925"/>
                </a:lnTo>
                <a:lnTo>
                  <a:pt x="61913" y="161925"/>
                </a:lnTo>
                <a:lnTo>
                  <a:pt x="57150" y="157163"/>
                </a:lnTo>
                <a:lnTo>
                  <a:pt x="52388" y="152400"/>
                </a:lnTo>
                <a:lnTo>
                  <a:pt x="42863" y="152400"/>
                </a:lnTo>
                <a:lnTo>
                  <a:pt x="33338" y="152400"/>
                </a:lnTo>
                <a:lnTo>
                  <a:pt x="28575" y="147638"/>
                </a:lnTo>
                <a:lnTo>
                  <a:pt x="23813" y="142875"/>
                </a:lnTo>
                <a:lnTo>
                  <a:pt x="19050" y="138113"/>
                </a:lnTo>
                <a:lnTo>
                  <a:pt x="14288" y="133350"/>
                </a:lnTo>
                <a:lnTo>
                  <a:pt x="9525" y="128588"/>
                </a:lnTo>
                <a:lnTo>
                  <a:pt x="4763" y="123825"/>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4763" y="28575"/>
                </a:lnTo>
                <a:lnTo>
                  <a:pt x="14288" y="28575"/>
                </a:lnTo>
                <a:lnTo>
                  <a:pt x="19050" y="23813"/>
                </a:lnTo>
                <a:lnTo>
                  <a:pt x="23813" y="19050"/>
                </a:lnTo>
                <a:lnTo>
                  <a:pt x="28575" y="14288"/>
                </a:lnTo>
                <a:lnTo>
                  <a:pt x="28575" y="4763"/>
                </a:lnTo>
                <a:close/>
              </a:path>
            </a:pathLst>
          </a:custGeom>
          <a:solidFill xmlns:a="http://schemas.openxmlformats.org/drawingml/2006/main">
            <a:srgbClr val="F6F6F6"/>
          </a:solidFill>
          <a:ln xmlns:a="http://schemas.openxmlformats.org/drawingml/2006/main" w="0">
            <a:noFill/>
            <a:prstDash val="solid"/>
          </a:ln>
        </p:spPr>
      </p:sp>
      <p:sp>
        <p:nvSpPr>
          <p:cNvPr id="336" name="deep-skill-chaining-source-component-5-gradient-248-0">
            <a:extLst xmlns:a="http://schemas.openxmlformats.org/drawingml/2006/main">
              <a:ext uri="{FF2B5EF4-FFF2-40B4-BE49-F238E27FC236}">
                <a16:creationId xmlns:a16="http://schemas.microsoft.com/office/drawing/2014/main" id="{FB987C57-D134-40BD-80A6-A11F79178D4E}"/>
              </a:ext>
            </a:extLst>
          </p:cNvPr>
          <p:cNvSpPr>
            <a:spLocks xmlns:a="http://schemas.openxmlformats.org/drawingml/2006/main" noGrp="1"/>
          </p:cNvSpPr>
          <p:nvPr/>
        </p:nvSpPr>
        <p:spPr>
          <a:xfrm xmlns:a="http://schemas.openxmlformats.org/drawingml/2006/main" rot="0">
            <a:off x="8772525" y="2809875"/>
            <a:ext cx="123825" cy="114300"/>
          </a:xfrm>
          <a:custGeom xmlns:a="http://schemas.openxmlformats.org/drawingml/2006/main">
            <a:pathLst>
              <a:path w="123825" h="114300">
                <a:moveTo>
                  <a:pt x="9525" y="4763"/>
                </a:moveTo>
                <a:lnTo>
                  <a:pt x="14288" y="0"/>
                </a:lnTo>
                <a:lnTo>
                  <a:pt x="23813" y="0"/>
                </a:lnTo>
                <a:lnTo>
                  <a:pt x="33338" y="0"/>
                </a:lnTo>
                <a:lnTo>
                  <a:pt x="42863" y="0"/>
                </a:lnTo>
                <a:lnTo>
                  <a:pt x="52388" y="0"/>
                </a:lnTo>
                <a:lnTo>
                  <a:pt x="61913" y="0"/>
                </a:lnTo>
                <a:lnTo>
                  <a:pt x="71438" y="0"/>
                </a:lnTo>
                <a:lnTo>
                  <a:pt x="80963" y="0"/>
                </a:lnTo>
                <a:lnTo>
                  <a:pt x="85725" y="4763"/>
                </a:lnTo>
                <a:lnTo>
                  <a:pt x="90488" y="9525"/>
                </a:lnTo>
                <a:lnTo>
                  <a:pt x="95250" y="14288"/>
                </a:lnTo>
                <a:lnTo>
                  <a:pt x="100013" y="19050"/>
                </a:lnTo>
                <a:lnTo>
                  <a:pt x="104775" y="23813"/>
                </a:lnTo>
                <a:lnTo>
                  <a:pt x="109538" y="28575"/>
                </a:lnTo>
                <a:lnTo>
                  <a:pt x="114300" y="33338"/>
                </a:lnTo>
                <a:lnTo>
                  <a:pt x="114300" y="42863"/>
                </a:lnTo>
                <a:lnTo>
                  <a:pt x="114300" y="52388"/>
                </a:lnTo>
                <a:lnTo>
                  <a:pt x="119063" y="57150"/>
                </a:lnTo>
                <a:lnTo>
                  <a:pt x="123825" y="61913"/>
                </a:lnTo>
                <a:lnTo>
                  <a:pt x="119063" y="66675"/>
                </a:lnTo>
                <a:lnTo>
                  <a:pt x="114300" y="71438"/>
                </a:lnTo>
                <a:lnTo>
                  <a:pt x="109538" y="76200"/>
                </a:lnTo>
                <a:lnTo>
                  <a:pt x="104775" y="80963"/>
                </a:lnTo>
                <a:lnTo>
                  <a:pt x="100013" y="85725"/>
                </a:lnTo>
                <a:lnTo>
                  <a:pt x="90488" y="85725"/>
                </a:lnTo>
                <a:lnTo>
                  <a:pt x="85725" y="90488"/>
                </a:lnTo>
                <a:lnTo>
                  <a:pt x="80963" y="95250"/>
                </a:lnTo>
                <a:lnTo>
                  <a:pt x="76200" y="100013"/>
                </a:lnTo>
                <a:lnTo>
                  <a:pt x="71438" y="104775"/>
                </a:lnTo>
                <a:lnTo>
                  <a:pt x="61913" y="104775"/>
                </a:lnTo>
                <a:lnTo>
                  <a:pt x="52388" y="104775"/>
                </a:lnTo>
                <a:lnTo>
                  <a:pt x="47625" y="109538"/>
                </a:lnTo>
                <a:lnTo>
                  <a:pt x="42863" y="114300"/>
                </a:lnTo>
                <a:lnTo>
                  <a:pt x="38100" y="109538"/>
                </a:lnTo>
                <a:lnTo>
                  <a:pt x="33338" y="104775"/>
                </a:lnTo>
                <a:lnTo>
                  <a:pt x="23813" y="104775"/>
                </a:lnTo>
                <a:lnTo>
                  <a:pt x="14288" y="104775"/>
                </a:lnTo>
                <a:lnTo>
                  <a:pt x="9525" y="100013"/>
                </a:lnTo>
                <a:lnTo>
                  <a:pt x="4763" y="95250"/>
                </a:lnTo>
                <a:lnTo>
                  <a:pt x="0" y="90488"/>
                </a:lnTo>
                <a:lnTo>
                  <a:pt x="0" y="80963"/>
                </a:lnTo>
                <a:lnTo>
                  <a:pt x="0" y="71438"/>
                </a:lnTo>
                <a:lnTo>
                  <a:pt x="0" y="61913"/>
                </a:lnTo>
                <a:lnTo>
                  <a:pt x="0" y="52388"/>
                </a:lnTo>
                <a:lnTo>
                  <a:pt x="0" y="42863"/>
                </a:lnTo>
                <a:lnTo>
                  <a:pt x="0" y="33338"/>
                </a:lnTo>
                <a:lnTo>
                  <a:pt x="0" y="23813"/>
                </a:lnTo>
                <a:lnTo>
                  <a:pt x="4763" y="19050"/>
                </a:lnTo>
                <a:lnTo>
                  <a:pt x="9525" y="14288"/>
                </a:lnTo>
                <a:lnTo>
                  <a:pt x="9525" y="4763"/>
                </a:lnTo>
                <a:close/>
              </a:path>
            </a:pathLst>
          </a:custGeom>
          <a:solidFill xmlns:a="http://schemas.openxmlformats.org/drawingml/2006/main">
            <a:srgbClr val="F8F8F8"/>
          </a:solidFill>
          <a:ln xmlns:a="http://schemas.openxmlformats.org/drawingml/2006/main" w="0">
            <a:noFill/>
            <a:prstDash val="solid"/>
          </a:ln>
        </p:spPr>
      </p:sp>
      <p:sp>
        <p:nvSpPr>
          <p:cNvPr id="337" name="deep-skill-chaining-source-component-5-gradient-250-0">
            <a:extLst xmlns:a="http://schemas.openxmlformats.org/drawingml/2006/main">
              <a:ext uri="{FF2B5EF4-FFF2-40B4-BE49-F238E27FC236}">
                <a16:creationId xmlns:a16="http://schemas.microsoft.com/office/drawing/2014/main" id="{CDDC0825-7416-46DC-90F5-0D02B10F7D0F}"/>
              </a:ext>
            </a:extLst>
          </p:cNvPr>
          <p:cNvSpPr>
            <a:spLocks xmlns:a="http://schemas.openxmlformats.org/drawingml/2006/main" noGrp="1"/>
          </p:cNvSpPr>
          <p:nvPr/>
        </p:nvSpPr>
        <p:spPr>
          <a:xfrm xmlns:a="http://schemas.openxmlformats.org/drawingml/2006/main" rot="0">
            <a:off x="8782050" y="2819400"/>
            <a:ext cx="95250" cy="85725"/>
          </a:xfrm>
          <a:custGeom xmlns:a="http://schemas.openxmlformats.org/drawingml/2006/main">
            <a:pathLst>
              <a:path w="95250" h="85725">
                <a:moveTo>
                  <a:pt x="28575" y="4763"/>
                </a:moveTo>
                <a:lnTo>
                  <a:pt x="33338" y="0"/>
                </a:lnTo>
                <a:lnTo>
                  <a:pt x="42863" y="0"/>
                </a:lnTo>
                <a:lnTo>
                  <a:pt x="52388" y="0"/>
                </a:lnTo>
                <a:lnTo>
                  <a:pt x="57150" y="4763"/>
                </a:lnTo>
                <a:lnTo>
                  <a:pt x="61913" y="9525"/>
                </a:lnTo>
                <a:lnTo>
                  <a:pt x="71438" y="9525"/>
                </a:lnTo>
                <a:lnTo>
                  <a:pt x="76200" y="14288"/>
                </a:lnTo>
                <a:lnTo>
                  <a:pt x="80963" y="19050"/>
                </a:lnTo>
                <a:lnTo>
                  <a:pt x="85725" y="23813"/>
                </a:lnTo>
                <a:lnTo>
                  <a:pt x="85725" y="33338"/>
                </a:lnTo>
                <a:lnTo>
                  <a:pt x="90488" y="38100"/>
                </a:lnTo>
                <a:lnTo>
                  <a:pt x="95250" y="42863"/>
                </a:lnTo>
                <a:lnTo>
                  <a:pt x="95250" y="52388"/>
                </a:lnTo>
                <a:lnTo>
                  <a:pt x="90488" y="57150"/>
                </a:lnTo>
                <a:lnTo>
                  <a:pt x="85725" y="61913"/>
                </a:lnTo>
                <a:lnTo>
                  <a:pt x="80963" y="66675"/>
                </a:lnTo>
                <a:lnTo>
                  <a:pt x="71438" y="66675"/>
                </a:lnTo>
                <a:lnTo>
                  <a:pt x="66675" y="71438"/>
                </a:lnTo>
                <a:lnTo>
                  <a:pt x="61913" y="76200"/>
                </a:lnTo>
                <a:lnTo>
                  <a:pt x="52388" y="76200"/>
                </a:lnTo>
                <a:lnTo>
                  <a:pt x="42863" y="76200"/>
                </a:lnTo>
                <a:lnTo>
                  <a:pt x="38100" y="80963"/>
                </a:lnTo>
                <a:lnTo>
                  <a:pt x="33338" y="85725"/>
                </a:lnTo>
                <a:lnTo>
                  <a:pt x="28575" y="80963"/>
                </a:lnTo>
                <a:lnTo>
                  <a:pt x="23813" y="76200"/>
                </a:lnTo>
                <a:lnTo>
                  <a:pt x="19050" y="71438"/>
                </a:lnTo>
                <a:lnTo>
                  <a:pt x="14288" y="66675"/>
                </a:lnTo>
                <a:lnTo>
                  <a:pt x="9525" y="61913"/>
                </a:lnTo>
                <a:lnTo>
                  <a:pt x="4763" y="57150"/>
                </a:lnTo>
                <a:lnTo>
                  <a:pt x="0" y="52388"/>
                </a:lnTo>
                <a:lnTo>
                  <a:pt x="0" y="42863"/>
                </a:lnTo>
                <a:lnTo>
                  <a:pt x="0" y="33338"/>
                </a:lnTo>
                <a:lnTo>
                  <a:pt x="0" y="23813"/>
                </a:lnTo>
                <a:lnTo>
                  <a:pt x="4763" y="19050"/>
                </a:lnTo>
                <a:lnTo>
                  <a:pt x="9525" y="14288"/>
                </a:lnTo>
                <a:lnTo>
                  <a:pt x="14288" y="9525"/>
                </a:lnTo>
                <a:lnTo>
                  <a:pt x="23813" y="9525"/>
                </a:lnTo>
                <a:lnTo>
                  <a:pt x="28575" y="4763"/>
                </a:lnTo>
                <a:close/>
              </a:path>
            </a:pathLst>
          </a:custGeom>
          <a:solidFill xmlns:a="http://schemas.openxmlformats.org/drawingml/2006/main">
            <a:srgbClr val="FAFAFA"/>
          </a:solidFill>
          <a:ln xmlns:a="http://schemas.openxmlformats.org/drawingml/2006/main" w="0">
            <a:noFill/>
            <a:prstDash val="solid"/>
          </a:ln>
        </p:spPr>
      </p:sp>
      <p:sp>
        <p:nvSpPr>
          <p:cNvPr id="338" name="deep-skill-chaining-source-component-5-gradient-252-0">
            <a:extLst xmlns:a="http://schemas.openxmlformats.org/drawingml/2006/main">
              <a:ext uri="{FF2B5EF4-FFF2-40B4-BE49-F238E27FC236}">
                <a16:creationId xmlns:a16="http://schemas.microsoft.com/office/drawing/2014/main" id="{4C943E05-8E6D-47E3-A617-AF526633A611}"/>
              </a:ext>
            </a:extLst>
          </p:cNvPr>
          <p:cNvSpPr>
            <a:spLocks xmlns:a="http://schemas.openxmlformats.org/drawingml/2006/main" noGrp="1"/>
          </p:cNvSpPr>
          <p:nvPr/>
        </p:nvSpPr>
        <p:spPr>
          <a:xfrm xmlns:a="http://schemas.openxmlformats.org/drawingml/2006/main" rot="0">
            <a:off x="8801100" y="2838450"/>
            <a:ext cx="47625" cy="47625"/>
          </a:xfrm>
          <a:custGeom xmlns:a="http://schemas.openxmlformats.org/drawingml/2006/main">
            <a:pathLst>
              <a:path w="47625" h="47625">
                <a:moveTo>
                  <a:pt x="9525" y="4763"/>
                </a:moveTo>
                <a:lnTo>
                  <a:pt x="14288" y="0"/>
                </a:lnTo>
                <a:lnTo>
                  <a:pt x="23813" y="0"/>
                </a:lnTo>
                <a:lnTo>
                  <a:pt x="33338" y="0"/>
                </a:lnTo>
                <a:lnTo>
                  <a:pt x="42863" y="0"/>
                </a:lnTo>
                <a:lnTo>
                  <a:pt x="47625" y="4763"/>
                </a:lnTo>
                <a:lnTo>
                  <a:pt x="47625" y="14288"/>
                </a:lnTo>
                <a:lnTo>
                  <a:pt x="47625" y="23813"/>
                </a:lnTo>
                <a:lnTo>
                  <a:pt x="47625" y="33338"/>
                </a:lnTo>
                <a:lnTo>
                  <a:pt x="42863" y="38100"/>
                </a:lnTo>
                <a:lnTo>
                  <a:pt x="33338" y="38100"/>
                </a:lnTo>
                <a:lnTo>
                  <a:pt x="28575" y="42863"/>
                </a:lnTo>
                <a:lnTo>
                  <a:pt x="23813" y="47625"/>
                </a:lnTo>
                <a:lnTo>
                  <a:pt x="14288" y="47625"/>
                </a:lnTo>
                <a:lnTo>
                  <a:pt x="9525" y="42863"/>
                </a:lnTo>
                <a:lnTo>
                  <a:pt x="4763" y="38100"/>
                </a:lnTo>
                <a:lnTo>
                  <a:pt x="0" y="33338"/>
                </a:lnTo>
                <a:lnTo>
                  <a:pt x="0" y="23813"/>
                </a:lnTo>
                <a:lnTo>
                  <a:pt x="0" y="14288"/>
                </a:lnTo>
                <a:lnTo>
                  <a:pt x="4763" y="9525"/>
                </a:lnTo>
                <a:lnTo>
                  <a:pt x="9525" y="4763"/>
                </a:lnTo>
                <a:close/>
              </a:path>
            </a:pathLst>
          </a:custGeom>
          <a:solidFill xmlns:a="http://schemas.openxmlformats.org/drawingml/2006/main">
            <a:srgbClr val="FCFCFC"/>
          </a:solidFill>
          <a:ln xmlns:a="http://schemas.openxmlformats.org/drawingml/2006/main" w="0">
            <a:noFill/>
            <a:prstDash val="solid"/>
          </a:ln>
        </p:spPr>
      </p:sp>
      <p:sp>
        <p:nvSpPr>
          <p:cNvPr id="339" name="deep-skill-chaining-source-component-5-gradient-254-0">
            <a:extLst xmlns:a="http://schemas.openxmlformats.org/drawingml/2006/main">
              <a:ext uri="{FF2B5EF4-FFF2-40B4-BE49-F238E27FC236}">
                <a16:creationId xmlns:a16="http://schemas.microsoft.com/office/drawing/2014/main" id="{6170E3C4-1C2A-490B-BAC5-F8E7A1D79D02}"/>
              </a:ext>
            </a:extLst>
          </p:cNvPr>
          <p:cNvSpPr>
            <a:spLocks xmlns:a="http://schemas.openxmlformats.org/drawingml/2006/main" noGrp="1"/>
          </p:cNvSpPr>
          <p:nvPr/>
        </p:nvSpPr>
        <p:spPr>
          <a:xfrm xmlns:a="http://schemas.openxmlformats.org/drawingml/2006/main" rot="0">
            <a:off x="8810625" y="28670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EFEFE"/>
          </a:solidFill>
          <a:ln xmlns:a="http://schemas.openxmlformats.org/drawingml/2006/main" w="0">
            <a:noFill/>
            <a:prstDash val="solid"/>
          </a:ln>
        </p:spPr>
      </p:sp>
      <p:sp>
        <p:nvSpPr>
          <p:cNvPr id="340" name="pdf-path-23">
            <a:extLst xmlns:a="http://schemas.openxmlformats.org/drawingml/2006/main">
              <a:ext uri="{FF2B5EF4-FFF2-40B4-BE49-F238E27FC236}">
                <a16:creationId xmlns:a16="http://schemas.microsoft.com/office/drawing/2014/main" id="{562E76FC-C743-4773-BFFF-8482FEAE55F8}"/>
              </a:ext>
            </a:extLst>
          </p:cNvPr>
          <p:cNvSpPr>
            <a:spLocks xmlns:a="http://schemas.openxmlformats.org/drawingml/2006/main" noGrp="1"/>
          </p:cNvSpPr>
          <p:nvPr/>
        </p:nvSpPr>
        <p:spPr>
          <a:xfrm xmlns:a="http://schemas.openxmlformats.org/drawingml/2006/main" rot="0">
            <a:off x="8338532" y="2221268"/>
            <a:ext cx="981229" cy="1252145"/>
          </a:xfrm>
          <a:custGeom xmlns:a="http://schemas.openxmlformats.org/drawingml/2006/main">
            <a:pathLst>
              <a:path w="981229" h="1252145">
                <a:moveTo>
                  <a:pt x="892574" y="134751"/>
                </a:moveTo>
                <a:cubicBezTo>
                  <a:pt x="981229" y="269439"/>
                  <a:pt x="873118" y="598695"/>
                  <a:pt x="651125" y="870036"/>
                </a:cubicBezTo>
                <a:cubicBezTo>
                  <a:pt x="429133" y="1141392"/>
                  <a:pt x="177312" y="1252145"/>
                  <a:pt x="88657" y="1117379"/>
                </a:cubicBezTo>
                <a:cubicBezTo>
                  <a:pt x="0" y="982627"/>
                  <a:pt x="108113" y="653450"/>
                  <a:pt x="330105" y="382093"/>
                </a:cubicBezTo>
                <a:cubicBezTo>
                  <a:pt x="552097" y="110752"/>
                  <a:pt x="803997" y="0"/>
                  <a:pt x="892574" y="134751"/>
                </a:cubicBezTo>
              </a:path>
            </a:pathLst>
          </a:custGeom>
          <a:noFill xmlns:a="http://schemas.openxmlformats.org/drawingml/2006/main"/>
          <a:ln xmlns:a="http://schemas.openxmlformats.org/drawingml/2006/main" w="11787">
            <a:solidFill>
              <a:srgbClr val="000000"/>
            </a:solidFill>
            <a:prstDash val="solid"/>
          </a:ln>
        </p:spPr>
      </p:sp>
      <p:sp>
        <p:nvSpPr>
          <p:cNvPr id="341" name="pdf-path-24">
            <a:extLst xmlns:a="http://schemas.openxmlformats.org/drawingml/2006/main">
              <a:ext uri="{FF2B5EF4-FFF2-40B4-BE49-F238E27FC236}">
                <a16:creationId xmlns:a16="http://schemas.microsoft.com/office/drawing/2014/main" id="{A39E29D1-7965-4AFC-A5DA-1AB403266A38}"/>
              </a:ext>
            </a:extLst>
          </p:cNvPr>
          <p:cNvSpPr>
            <a:spLocks xmlns:a="http://schemas.openxmlformats.org/drawingml/2006/main" noGrp="1"/>
          </p:cNvSpPr>
          <p:nvPr/>
        </p:nvSpPr>
        <p:spPr>
          <a:xfrm xmlns:a="http://schemas.openxmlformats.org/drawingml/2006/main" rot="0">
            <a:off x="8414536" y="3194811"/>
            <a:ext cx="93811" cy="112041"/>
          </a:xfrm>
          <a:custGeom xmlns:a="http://schemas.openxmlformats.org/drawingml/2006/main">
            <a:pathLst>
              <a:path w="93811" h="112041">
                <a:moveTo>
                  <a:pt x="0" y="18357"/>
                </a:moveTo>
                <a:lnTo>
                  <a:pt x="25115" y="0"/>
                </a:lnTo>
                <a:lnTo>
                  <a:pt x="46913" y="29720"/>
                </a:lnTo>
                <a:lnTo>
                  <a:pt x="68759" y="0"/>
                </a:lnTo>
                <a:lnTo>
                  <a:pt x="93811" y="18357"/>
                </a:lnTo>
                <a:lnTo>
                  <a:pt x="66181" y="55997"/>
                </a:lnTo>
                <a:lnTo>
                  <a:pt x="93811" y="93622"/>
                </a:lnTo>
                <a:lnTo>
                  <a:pt x="68759" y="112041"/>
                </a:lnTo>
                <a:lnTo>
                  <a:pt x="46913" y="82322"/>
                </a:lnTo>
                <a:lnTo>
                  <a:pt x="25115" y="112041"/>
                </a:lnTo>
                <a:lnTo>
                  <a:pt x="0" y="93622"/>
                </a:lnTo>
                <a:lnTo>
                  <a:pt x="27629" y="55997"/>
                </a:lnTo>
                <a:lnTo>
                  <a:pt x="0" y="18357"/>
                </a:lnTo>
              </a:path>
            </a:pathLst>
          </a:custGeom>
          <a:solidFill xmlns:a="http://schemas.openxmlformats.org/drawingml/2006/main">
            <a:srgbClr val="000000"/>
          </a:solidFill>
          <a:ln xmlns:a="http://schemas.openxmlformats.org/drawingml/2006/main" w="11787">
            <a:solidFill>
              <a:srgbClr val="000000"/>
            </a:solidFill>
            <a:prstDash val="solid"/>
          </a:ln>
        </p:spPr>
      </p:sp>
      <p:pic>
        <p:nvPicPr>
          <p:cNvPr id="342" name="">
            <a:extLst xmlns:a="http://schemas.openxmlformats.org/drawingml/2006/main">
              <a:ext uri="{FF2B5EF4-FFF2-40B4-BE49-F238E27FC236}">
                <a16:creationId xmlns:a16="http://schemas.microsoft.com/office/drawing/2014/main" id="{8F228D93-E069-4F40-B46E-89D26E0D02D1}"/>
              </a:ext>
            </a:extLst>
          </p:cNvPr>
          <p:cNvPicPr>
            <a:picLocks xmlns:a="http://schemas.openxmlformats.org/drawingml/2006/main" noChangeAspect="1"/>
          </p:cNvPicPr>
          <p:nvPr/>
        </p:nvPicPr>
        <p:blipFill>
          <a:blip xmlns:r="http://schemas.openxmlformats.org/officeDocument/2006/relationships" xmlns:a="http://schemas.openxmlformats.org/drawingml/2006/main" r:embed="R97328ddd512247e3"/>
          <a:srcRect xmlns:a="http://schemas.openxmlformats.org/drawingml/2006/main" l="0" t="0" r="0" b="0"/>
          <a:stretch xmlns:a="http://schemas.openxmlformats.org/drawingml/2006/main">
            <a:fillRect l="0" t="0" r="0" b="0"/>
          </a:stretch>
        </p:blipFill>
        <p:spPr>
          <a:xfrm xmlns:a="http://schemas.openxmlformats.org/drawingml/2006/main">
            <a:off x="8286750" y="2400300"/>
            <a:ext cx="457200" cy="600075"/>
          </a:xfrm>
          <a:prstGeom xmlns:a="http://schemas.openxmlformats.org/drawingml/2006/main" prst="rect">
            <a:avLst/>
          </a:prstGeom>
        </p:spPr>
      </p:pic>
      <p:sp>
        <p:nvSpPr>
          <p:cNvPr id="343" name="deep-skill-chaining-source-component-6">
            <a:extLst xmlns:a="http://schemas.openxmlformats.org/drawingml/2006/main">
              <a:ext uri="{FF2B5EF4-FFF2-40B4-BE49-F238E27FC236}">
                <a16:creationId xmlns:a16="http://schemas.microsoft.com/office/drawing/2014/main" id="{7152E713-C41B-455F-BC47-D8EA4076B445}"/>
              </a:ext>
            </a:extLst>
          </p:cNvPr>
          <p:cNvSpPr>
            <a:spLocks xmlns:a="http://schemas.openxmlformats.org/drawingml/2006/main" noGrp="1"/>
          </p:cNvSpPr>
          <p:nvPr/>
        </p:nvSpPr>
        <p:spPr>
          <a:xfrm xmlns:a="http://schemas.openxmlformats.org/drawingml/2006/main" rot="0">
            <a:off x="8286750" y="2400300"/>
            <a:ext cx="457200" cy="600075"/>
          </a:xfrm>
          <a:prstGeom xmlns:a="http://schemas.openxmlformats.org/drawingml/2006/main" prst="rect">
            <a:avLst/>
          </a:prstGeom>
          <a:noFill xmlns:a="http://schemas.openxmlformats.org/drawingml/2006/main"/>
          <a:ln xmlns:a="http://schemas.openxmlformats.org/drawingml/2006/main" w="0">
            <a:noFill/>
          </a:ln>
        </p:spPr>
      </p:sp>
      <p:sp>
        <p:nvSpPr>
          <p:cNvPr id="344" name="pdf-path-27">
            <a:extLst xmlns:a="http://schemas.openxmlformats.org/drawingml/2006/main">
              <a:ext uri="{FF2B5EF4-FFF2-40B4-BE49-F238E27FC236}">
                <a16:creationId xmlns:a16="http://schemas.microsoft.com/office/drawing/2014/main" id="{CCAE615F-0AEC-4EB4-AF0E-277F24AD161C}"/>
              </a:ext>
            </a:extLst>
          </p:cNvPr>
          <p:cNvSpPr>
            <a:spLocks xmlns:a="http://schemas.openxmlformats.org/drawingml/2006/main" noGrp="1"/>
          </p:cNvSpPr>
          <p:nvPr/>
        </p:nvSpPr>
        <p:spPr>
          <a:xfrm xmlns:a="http://schemas.openxmlformats.org/drawingml/2006/main" rot="0">
            <a:off x="8312207" y="2419434"/>
            <a:ext cx="414831" cy="575969"/>
          </a:xfrm>
          <a:custGeom xmlns:a="http://schemas.openxmlformats.org/drawingml/2006/main">
            <a:pathLst>
              <a:path w="414831" h="575969">
                <a:moveTo>
                  <a:pt x="0" y="0"/>
                </a:moveTo>
                <a:lnTo>
                  <a:pt x="414831" y="0"/>
                </a:lnTo>
                <a:lnTo>
                  <a:pt x="414831" y="575969"/>
                </a:lnTo>
                <a:lnTo>
                  <a:pt x="0" y="575969"/>
                </a:lnTo>
                <a:close/>
              </a:path>
            </a:pathLst>
          </a:custGeom>
          <a:noFill xmlns:a="http://schemas.openxmlformats.org/drawingml/2006/main"/>
          <a:ln xmlns:a="http://schemas.openxmlformats.org/drawingml/2006/main" w="11787">
            <a:solidFill>
              <a:srgbClr val="000000"/>
            </a:solidFill>
            <a:prstDash val="solid"/>
          </a:ln>
        </p:spPr>
      </p:sp>
      <p:sp>
        <p:nvSpPr>
          <p:cNvPr id="345" name="pdf-path-28">
            <a:extLst xmlns:a="http://schemas.openxmlformats.org/drawingml/2006/main">
              <a:ext uri="{FF2B5EF4-FFF2-40B4-BE49-F238E27FC236}">
                <a16:creationId xmlns:a16="http://schemas.microsoft.com/office/drawing/2014/main" id="{2062E33C-EC8A-42CC-8A0D-C4C79BC8FA12}"/>
              </a:ext>
            </a:extLst>
          </p:cNvPr>
          <p:cNvSpPr>
            <a:spLocks xmlns:a="http://schemas.openxmlformats.org/drawingml/2006/main" noGrp="1"/>
          </p:cNvSpPr>
          <p:nvPr/>
        </p:nvSpPr>
        <p:spPr>
          <a:xfrm xmlns:a="http://schemas.openxmlformats.org/drawingml/2006/main" rot="0">
            <a:off x="8346453" y="2869563"/>
            <a:ext cx="158216" cy="291112"/>
          </a:xfrm>
          <a:custGeom xmlns:a="http://schemas.openxmlformats.org/drawingml/2006/main">
            <a:pathLst>
              <a:path w="158216" h="291112">
                <a:moveTo>
                  <a:pt x="0" y="145564"/>
                </a:moveTo>
                <a:cubicBezTo>
                  <a:pt x="0" y="65128"/>
                  <a:pt x="35424" y="0"/>
                  <a:pt x="79069" y="0"/>
                </a:cubicBezTo>
                <a:cubicBezTo>
                  <a:pt x="100066" y="0"/>
                  <a:pt x="120213" y="15276"/>
                  <a:pt x="135002" y="42607"/>
                </a:cubicBezTo>
                <a:cubicBezTo>
                  <a:pt x="149854" y="69921"/>
                  <a:pt x="158216" y="106949"/>
                  <a:pt x="158216" y="145564"/>
                </a:cubicBezTo>
                <a:cubicBezTo>
                  <a:pt x="158216" y="225984"/>
                  <a:pt x="122791" y="291112"/>
                  <a:pt x="79069" y="291112"/>
                </a:cubicBezTo>
                <a:cubicBezTo>
                  <a:pt x="35424" y="291112"/>
                  <a:pt x="0" y="225984"/>
                  <a:pt x="0" y="145564"/>
                </a:cubicBezTo>
              </a:path>
            </a:pathLst>
          </a:custGeom>
          <a:solidFill xmlns:a="http://schemas.openxmlformats.org/drawingml/2006/main">
            <a:srgbClr val="999999"/>
          </a:solidFill>
          <a:ln xmlns:a="http://schemas.openxmlformats.org/drawingml/2006/main" w="11787">
            <a:solidFill>
              <a:srgbClr val="000000"/>
            </a:solidFill>
            <a:prstDash val="solid"/>
          </a:ln>
        </p:spPr>
      </p:sp>
      <p:sp>
        <p:nvSpPr>
          <p:cNvPr id="346" name="pdf-path-30">
            <a:extLst xmlns:a="http://schemas.openxmlformats.org/drawingml/2006/main">
              <a:ext uri="{FF2B5EF4-FFF2-40B4-BE49-F238E27FC236}">
                <a16:creationId xmlns:a16="http://schemas.microsoft.com/office/drawing/2014/main" id="{B86A864E-5CA2-4132-8991-76F94DAD7598}"/>
              </a:ext>
            </a:extLst>
          </p:cNvPr>
          <p:cNvSpPr>
            <a:spLocks xmlns:a="http://schemas.openxmlformats.org/drawingml/2006/main" noGrp="1"/>
          </p:cNvSpPr>
          <p:nvPr/>
        </p:nvSpPr>
        <p:spPr>
          <a:xfrm xmlns:a="http://schemas.openxmlformats.org/drawingml/2006/main" rot="0">
            <a:off x="8538553" y="2869563"/>
            <a:ext cx="158199" cy="291112"/>
          </a:xfrm>
          <a:custGeom xmlns:a="http://schemas.openxmlformats.org/drawingml/2006/main">
            <a:pathLst>
              <a:path w="158199" h="291112">
                <a:moveTo>
                  <a:pt x="0" y="145564"/>
                </a:moveTo>
                <a:cubicBezTo>
                  <a:pt x="0" y="65128"/>
                  <a:pt x="35424" y="0"/>
                  <a:pt x="79132" y="0"/>
                </a:cubicBezTo>
                <a:cubicBezTo>
                  <a:pt x="100128" y="0"/>
                  <a:pt x="120198" y="15276"/>
                  <a:pt x="135066" y="42607"/>
                </a:cubicBezTo>
                <a:cubicBezTo>
                  <a:pt x="149918" y="69921"/>
                  <a:pt x="158199" y="106949"/>
                  <a:pt x="158199" y="145564"/>
                </a:cubicBezTo>
                <a:cubicBezTo>
                  <a:pt x="158199" y="225984"/>
                  <a:pt x="122838" y="291112"/>
                  <a:pt x="79132" y="291112"/>
                </a:cubicBezTo>
                <a:cubicBezTo>
                  <a:pt x="35424" y="291112"/>
                  <a:pt x="0" y="225984"/>
                  <a:pt x="0" y="145564"/>
                </a:cubicBezTo>
              </a:path>
            </a:pathLst>
          </a:custGeom>
          <a:solidFill xmlns:a="http://schemas.openxmlformats.org/drawingml/2006/main">
            <a:srgbClr val="999999"/>
          </a:solidFill>
          <a:ln xmlns:a="http://schemas.openxmlformats.org/drawingml/2006/main" w="11787">
            <a:solidFill>
              <a:srgbClr val="000000"/>
            </a:solidFill>
            <a:prstDash val="solid"/>
          </a:ln>
        </p:spPr>
      </p:sp>
      <p:pic>
        <p:nvPicPr>
          <p:cNvPr id="347" name="">
            <a:extLst xmlns:a="http://schemas.openxmlformats.org/drawingml/2006/main">
              <a:ext uri="{FF2B5EF4-FFF2-40B4-BE49-F238E27FC236}">
                <a16:creationId xmlns:a16="http://schemas.microsoft.com/office/drawing/2014/main" id="{59F70B78-688A-45A2-9E06-E659F0B8FDDB}"/>
              </a:ext>
            </a:extLst>
          </p:cNvPr>
          <p:cNvPicPr>
            <a:picLocks xmlns:a="http://schemas.openxmlformats.org/drawingml/2006/main" noChangeAspect="1"/>
          </p:cNvPicPr>
          <p:nvPr/>
        </p:nvPicPr>
        <p:blipFill>
          <a:blip xmlns:r="http://schemas.openxmlformats.org/officeDocument/2006/relationships" xmlns:a="http://schemas.openxmlformats.org/drawingml/2006/main" r:embed="R202b98c75a294fa0"/>
          <a:srcRect xmlns:a="http://schemas.openxmlformats.org/drawingml/2006/main" l="0" t="0" r="0" b="0"/>
          <a:stretch xmlns:a="http://schemas.openxmlformats.org/drawingml/2006/main">
            <a:fillRect l="0" t="0" r="0" b="0"/>
          </a:stretch>
        </p:blipFill>
        <p:spPr>
          <a:xfrm xmlns:a="http://schemas.openxmlformats.org/drawingml/2006/main">
            <a:off x="8343900" y="2457450"/>
            <a:ext cx="342900" cy="314325"/>
          </a:xfrm>
          <a:prstGeom xmlns:a="http://schemas.openxmlformats.org/drawingml/2006/main" prst="rect">
            <a:avLst/>
          </a:prstGeom>
        </p:spPr>
      </p:pic>
      <p:sp>
        <p:nvSpPr>
          <p:cNvPr id="348" name="deep-skill-chaining-source-component-7">
            <a:extLst xmlns:a="http://schemas.openxmlformats.org/drawingml/2006/main">
              <a:ext uri="{FF2B5EF4-FFF2-40B4-BE49-F238E27FC236}">
                <a16:creationId xmlns:a16="http://schemas.microsoft.com/office/drawing/2014/main" id="{2F5AAE94-F67C-4882-9BE8-D10E9BC64321}"/>
              </a:ext>
            </a:extLst>
          </p:cNvPr>
          <p:cNvSpPr>
            <a:spLocks xmlns:a="http://schemas.openxmlformats.org/drawingml/2006/main" noGrp="1"/>
          </p:cNvSpPr>
          <p:nvPr/>
        </p:nvSpPr>
        <p:spPr>
          <a:xfrm xmlns:a="http://schemas.openxmlformats.org/drawingml/2006/main" rot="0">
            <a:off x="8343900" y="2457450"/>
            <a:ext cx="342900" cy="314325"/>
          </a:xfrm>
          <a:prstGeom xmlns:a="http://schemas.openxmlformats.org/drawingml/2006/main" prst="rect">
            <a:avLst/>
          </a:prstGeom>
          <a:noFill xmlns:a="http://schemas.openxmlformats.org/drawingml/2006/main"/>
          <a:ln xmlns:a="http://schemas.openxmlformats.org/drawingml/2006/main" w="0">
            <a:noFill/>
          </a:ln>
        </p:spPr>
      </p:sp>
      <p:sp>
        <p:nvSpPr>
          <p:cNvPr id="349" name="pdf-path-33">
            <a:extLst xmlns:a="http://schemas.openxmlformats.org/drawingml/2006/main">
              <a:ext uri="{FF2B5EF4-FFF2-40B4-BE49-F238E27FC236}">
                <a16:creationId xmlns:a16="http://schemas.microsoft.com/office/drawing/2014/main" id="{F5EFA759-1A53-4C8C-BB62-9195296AAA0E}"/>
              </a:ext>
            </a:extLst>
          </p:cNvPr>
          <p:cNvSpPr>
            <a:spLocks xmlns:a="http://schemas.openxmlformats.org/drawingml/2006/main" noGrp="1"/>
          </p:cNvSpPr>
          <p:nvPr/>
        </p:nvSpPr>
        <p:spPr>
          <a:xfrm xmlns:a="http://schemas.openxmlformats.org/drawingml/2006/main" rot="0">
            <a:off x="8367827" y="2465781"/>
            <a:ext cx="303575" cy="291113"/>
          </a:xfrm>
          <a:custGeom xmlns:a="http://schemas.openxmlformats.org/drawingml/2006/main">
            <a:pathLst>
              <a:path w="303575" h="291113">
                <a:moveTo>
                  <a:pt x="0" y="0"/>
                </a:moveTo>
                <a:lnTo>
                  <a:pt x="303575" y="0"/>
                </a:lnTo>
                <a:lnTo>
                  <a:pt x="303575" y="291113"/>
                </a:lnTo>
                <a:lnTo>
                  <a:pt x="0" y="291113"/>
                </a:lnTo>
                <a:close/>
              </a:path>
            </a:pathLst>
          </a:custGeom>
          <a:noFill xmlns:a="http://schemas.openxmlformats.org/drawingml/2006/main"/>
          <a:ln xmlns:a="http://schemas.openxmlformats.org/drawingml/2006/main" w="11787">
            <a:solidFill>
              <a:srgbClr val="000000"/>
            </a:solidFill>
            <a:prstDash val="solid"/>
          </a:ln>
        </p:spPr>
      </p:sp>
      <p:sp>
        <p:nvSpPr>
          <p:cNvPr id="350" name="pdf-path-34">
            <a:extLst xmlns:a="http://schemas.openxmlformats.org/drawingml/2006/main">
              <a:ext uri="{FF2B5EF4-FFF2-40B4-BE49-F238E27FC236}">
                <a16:creationId xmlns:a16="http://schemas.microsoft.com/office/drawing/2014/main" id="{0ADD2713-44F0-4173-BD40-031A25B81836}"/>
              </a:ext>
            </a:extLst>
          </p:cNvPr>
          <p:cNvSpPr>
            <a:spLocks xmlns:a="http://schemas.openxmlformats.org/drawingml/2006/main" noGrp="1"/>
          </p:cNvSpPr>
          <p:nvPr/>
        </p:nvSpPr>
        <p:spPr>
          <a:xfrm xmlns:a="http://schemas.openxmlformats.org/drawingml/2006/main" rot="0">
            <a:off x="8519584" y="2465781"/>
            <a:ext cx="95" cy="291128"/>
          </a:xfrm>
          <a:custGeom xmlns:a="http://schemas.openxmlformats.org/drawingml/2006/main">
            <a:pathLst>
              <a:path w="95" h="291128">
                <a:moveTo>
                  <a:pt x="0" y="0"/>
                </a:moveTo>
                <a:lnTo>
                  <a:pt x="0" y="291128"/>
                </a:lnTo>
              </a:path>
            </a:pathLst>
          </a:custGeom>
          <a:noFill xmlns:a="http://schemas.openxmlformats.org/drawingml/2006/main"/>
          <a:ln xmlns:a="http://schemas.openxmlformats.org/drawingml/2006/main" w="11787">
            <a:solidFill>
              <a:srgbClr val="000000"/>
            </a:solidFill>
            <a:prstDash val="solid"/>
          </a:ln>
        </p:spPr>
      </p:sp>
      <p:sp>
        <p:nvSpPr>
          <p:cNvPr id="351" name="deep-skill-chaining-source-component-8-gradient-base-0">
            <a:extLst xmlns:a="http://schemas.openxmlformats.org/drawingml/2006/main">
              <a:ext uri="{FF2B5EF4-FFF2-40B4-BE49-F238E27FC236}">
                <a16:creationId xmlns:a16="http://schemas.microsoft.com/office/drawing/2014/main" id="{7F72E7F1-D4B7-4F93-B500-3E908C6B1AA3}"/>
              </a:ext>
            </a:extLst>
          </p:cNvPr>
          <p:cNvSpPr>
            <a:spLocks xmlns:a="http://schemas.openxmlformats.org/drawingml/2006/main" noGrp="1"/>
          </p:cNvSpPr>
          <p:nvPr/>
        </p:nvSpPr>
        <p:spPr>
          <a:xfrm xmlns:a="http://schemas.openxmlformats.org/drawingml/2006/main" rot="0">
            <a:off x="9149156" y="631825"/>
            <a:ext cx="823754" cy="723106"/>
          </a:xfrm>
          <a:custGeom xmlns:a="http://schemas.openxmlformats.org/drawingml/2006/main">
            <a:pathLst>
              <a:path w="823754" h="723106">
                <a:moveTo>
                  <a:pt x="147551" y="1587"/>
                </a:moveTo>
                <a:lnTo>
                  <a:pt x="152006" y="615"/>
                </a:lnTo>
                <a:lnTo>
                  <a:pt x="161531" y="0"/>
                </a:lnTo>
                <a:lnTo>
                  <a:pt x="171056" y="0"/>
                </a:lnTo>
                <a:lnTo>
                  <a:pt x="180581" y="0"/>
                </a:lnTo>
                <a:lnTo>
                  <a:pt x="190106" y="52"/>
                </a:lnTo>
                <a:lnTo>
                  <a:pt x="199631" y="1333"/>
                </a:lnTo>
                <a:lnTo>
                  <a:pt x="201219" y="1587"/>
                </a:lnTo>
                <a:lnTo>
                  <a:pt x="209156" y="2737"/>
                </a:lnTo>
                <a:lnTo>
                  <a:pt x="218681" y="3884"/>
                </a:lnTo>
                <a:lnTo>
                  <a:pt x="228206" y="5159"/>
                </a:lnTo>
                <a:lnTo>
                  <a:pt x="237731" y="6252"/>
                </a:lnTo>
                <a:lnTo>
                  <a:pt x="247256" y="7236"/>
                </a:lnTo>
                <a:lnTo>
                  <a:pt x="256781" y="8816"/>
                </a:lnTo>
                <a:lnTo>
                  <a:pt x="263210" y="11112"/>
                </a:lnTo>
                <a:lnTo>
                  <a:pt x="266306" y="12376"/>
                </a:lnTo>
                <a:lnTo>
                  <a:pt x="275831" y="14936"/>
                </a:lnTo>
                <a:lnTo>
                  <a:pt x="285356" y="16370"/>
                </a:lnTo>
                <a:lnTo>
                  <a:pt x="294881" y="18518"/>
                </a:lnTo>
                <a:lnTo>
                  <a:pt x="299173" y="20637"/>
                </a:lnTo>
                <a:lnTo>
                  <a:pt x="304406" y="23102"/>
                </a:lnTo>
                <a:lnTo>
                  <a:pt x="313931" y="25441"/>
                </a:lnTo>
                <a:lnTo>
                  <a:pt x="323456" y="27866"/>
                </a:lnTo>
                <a:lnTo>
                  <a:pt x="327942" y="30162"/>
                </a:lnTo>
                <a:lnTo>
                  <a:pt x="332981" y="32668"/>
                </a:lnTo>
                <a:lnTo>
                  <a:pt x="342506" y="35261"/>
                </a:lnTo>
                <a:lnTo>
                  <a:pt x="352031" y="39092"/>
                </a:lnTo>
                <a:lnTo>
                  <a:pt x="352825" y="39687"/>
                </a:lnTo>
                <a:lnTo>
                  <a:pt x="361556" y="43754"/>
                </a:lnTo>
                <a:lnTo>
                  <a:pt x="371081" y="46324"/>
                </a:lnTo>
                <a:lnTo>
                  <a:pt x="375718" y="49212"/>
                </a:lnTo>
                <a:lnTo>
                  <a:pt x="380606" y="52208"/>
                </a:lnTo>
                <a:lnTo>
                  <a:pt x="390131" y="55079"/>
                </a:lnTo>
                <a:lnTo>
                  <a:pt x="396832" y="58737"/>
                </a:lnTo>
                <a:lnTo>
                  <a:pt x="399656" y="60719"/>
                </a:lnTo>
                <a:lnTo>
                  <a:pt x="409181" y="64439"/>
                </a:lnTo>
                <a:lnTo>
                  <a:pt x="415493" y="68262"/>
                </a:lnTo>
                <a:lnTo>
                  <a:pt x="418706" y="70644"/>
                </a:lnTo>
                <a:lnTo>
                  <a:pt x="428231" y="74257"/>
                </a:lnTo>
                <a:lnTo>
                  <a:pt x="433336" y="77788"/>
                </a:lnTo>
                <a:lnTo>
                  <a:pt x="437756" y="80987"/>
                </a:lnTo>
                <a:lnTo>
                  <a:pt x="447281" y="84767"/>
                </a:lnTo>
                <a:lnTo>
                  <a:pt x="450538" y="87313"/>
                </a:lnTo>
                <a:lnTo>
                  <a:pt x="456806" y="91353"/>
                </a:lnTo>
                <a:lnTo>
                  <a:pt x="466331" y="96583"/>
                </a:lnTo>
                <a:lnTo>
                  <a:pt x="466602" y="96838"/>
                </a:lnTo>
                <a:lnTo>
                  <a:pt x="475856" y="102207"/>
                </a:lnTo>
                <a:lnTo>
                  <a:pt x="481769" y="106363"/>
                </a:lnTo>
                <a:lnTo>
                  <a:pt x="485381" y="109287"/>
                </a:lnTo>
                <a:lnTo>
                  <a:pt x="494906" y="113813"/>
                </a:lnTo>
                <a:lnTo>
                  <a:pt x="497254" y="115888"/>
                </a:lnTo>
                <a:lnTo>
                  <a:pt x="504431" y="120809"/>
                </a:lnTo>
                <a:lnTo>
                  <a:pt x="510550" y="125413"/>
                </a:lnTo>
                <a:lnTo>
                  <a:pt x="513956" y="128353"/>
                </a:lnTo>
                <a:lnTo>
                  <a:pt x="523481" y="133350"/>
                </a:lnTo>
                <a:lnTo>
                  <a:pt x="525192" y="134938"/>
                </a:lnTo>
                <a:lnTo>
                  <a:pt x="533006" y="140404"/>
                </a:lnTo>
                <a:lnTo>
                  <a:pt x="537940" y="144463"/>
                </a:lnTo>
                <a:lnTo>
                  <a:pt x="542531" y="148316"/>
                </a:lnTo>
                <a:lnTo>
                  <a:pt x="549957" y="153987"/>
                </a:lnTo>
                <a:lnTo>
                  <a:pt x="552056" y="155969"/>
                </a:lnTo>
                <a:lnTo>
                  <a:pt x="561581" y="161484"/>
                </a:lnTo>
                <a:lnTo>
                  <a:pt x="563729" y="163512"/>
                </a:lnTo>
                <a:lnTo>
                  <a:pt x="571106" y="169422"/>
                </a:lnTo>
                <a:lnTo>
                  <a:pt x="575121" y="173037"/>
                </a:lnTo>
                <a:lnTo>
                  <a:pt x="580631" y="177753"/>
                </a:lnTo>
                <a:lnTo>
                  <a:pt x="586002" y="182562"/>
                </a:lnTo>
                <a:lnTo>
                  <a:pt x="590156" y="186397"/>
                </a:lnTo>
                <a:lnTo>
                  <a:pt x="596801" y="192087"/>
                </a:lnTo>
                <a:lnTo>
                  <a:pt x="599681" y="194836"/>
                </a:lnTo>
                <a:lnTo>
                  <a:pt x="607916" y="201612"/>
                </a:lnTo>
                <a:lnTo>
                  <a:pt x="609206" y="202876"/>
                </a:lnTo>
                <a:lnTo>
                  <a:pt x="618731" y="210954"/>
                </a:lnTo>
                <a:lnTo>
                  <a:pt x="618914" y="211137"/>
                </a:lnTo>
                <a:lnTo>
                  <a:pt x="628256" y="219343"/>
                </a:lnTo>
                <a:lnTo>
                  <a:pt x="629584" y="220662"/>
                </a:lnTo>
                <a:lnTo>
                  <a:pt x="637781" y="228642"/>
                </a:lnTo>
                <a:lnTo>
                  <a:pt x="639337" y="230187"/>
                </a:lnTo>
                <a:lnTo>
                  <a:pt x="647306" y="237900"/>
                </a:lnTo>
                <a:lnTo>
                  <a:pt x="649107" y="239712"/>
                </a:lnTo>
                <a:lnTo>
                  <a:pt x="656831" y="247909"/>
                </a:lnTo>
                <a:lnTo>
                  <a:pt x="658150" y="249237"/>
                </a:lnTo>
                <a:lnTo>
                  <a:pt x="666356" y="258579"/>
                </a:lnTo>
                <a:lnTo>
                  <a:pt x="666539" y="258762"/>
                </a:lnTo>
                <a:lnTo>
                  <a:pt x="675156" y="268288"/>
                </a:lnTo>
                <a:lnTo>
                  <a:pt x="675881" y="269018"/>
                </a:lnTo>
                <a:lnTo>
                  <a:pt x="683228" y="277813"/>
                </a:lnTo>
                <a:lnTo>
                  <a:pt x="685406" y="280088"/>
                </a:lnTo>
                <a:lnTo>
                  <a:pt x="691397" y="287338"/>
                </a:lnTo>
                <a:lnTo>
                  <a:pt x="694931" y="291110"/>
                </a:lnTo>
                <a:lnTo>
                  <a:pt x="700051" y="296863"/>
                </a:lnTo>
                <a:lnTo>
                  <a:pt x="704456" y="301897"/>
                </a:lnTo>
                <a:lnTo>
                  <a:pt x="708425" y="306388"/>
                </a:lnTo>
                <a:lnTo>
                  <a:pt x="713981" y="313625"/>
                </a:lnTo>
                <a:lnTo>
                  <a:pt x="716101" y="315913"/>
                </a:lnTo>
                <a:lnTo>
                  <a:pt x="721816" y="325438"/>
                </a:lnTo>
                <a:lnTo>
                  <a:pt x="723506" y="327219"/>
                </a:lnTo>
                <a:lnTo>
                  <a:pt x="729226" y="334963"/>
                </a:lnTo>
                <a:lnTo>
                  <a:pt x="733031" y="339524"/>
                </a:lnTo>
                <a:lnTo>
                  <a:pt x="737031" y="344488"/>
                </a:lnTo>
                <a:lnTo>
                  <a:pt x="742556" y="353243"/>
                </a:lnTo>
                <a:lnTo>
                  <a:pt x="743281" y="354013"/>
                </a:lnTo>
                <a:lnTo>
                  <a:pt x="748718" y="363538"/>
                </a:lnTo>
                <a:lnTo>
                  <a:pt x="752081" y="367774"/>
                </a:lnTo>
                <a:lnTo>
                  <a:pt x="756034" y="373063"/>
                </a:lnTo>
                <a:lnTo>
                  <a:pt x="761212" y="382588"/>
                </a:lnTo>
                <a:lnTo>
                  <a:pt x="761606" y="383020"/>
                </a:lnTo>
                <a:lnTo>
                  <a:pt x="766676" y="392113"/>
                </a:lnTo>
                <a:lnTo>
                  <a:pt x="771131" y="399437"/>
                </a:lnTo>
                <a:lnTo>
                  <a:pt x="772970" y="401638"/>
                </a:lnTo>
                <a:lnTo>
                  <a:pt x="776991" y="411163"/>
                </a:lnTo>
                <a:lnTo>
                  <a:pt x="780656" y="417144"/>
                </a:lnTo>
                <a:lnTo>
                  <a:pt x="783202" y="420688"/>
                </a:lnTo>
                <a:lnTo>
                  <a:pt x="786394" y="430213"/>
                </a:lnTo>
                <a:lnTo>
                  <a:pt x="790181" y="436840"/>
                </a:lnTo>
                <a:lnTo>
                  <a:pt x="792301" y="439738"/>
                </a:lnTo>
                <a:lnTo>
                  <a:pt x="795475" y="449263"/>
                </a:lnTo>
                <a:lnTo>
                  <a:pt x="799381" y="458788"/>
                </a:lnTo>
                <a:lnTo>
                  <a:pt x="799706" y="459220"/>
                </a:lnTo>
                <a:lnTo>
                  <a:pt x="803798" y="468313"/>
                </a:lnTo>
                <a:lnTo>
                  <a:pt x="806064" y="477837"/>
                </a:lnTo>
                <a:lnTo>
                  <a:pt x="809231" y="485398"/>
                </a:lnTo>
                <a:lnTo>
                  <a:pt x="810323" y="487363"/>
                </a:lnTo>
                <a:lnTo>
                  <a:pt x="813160" y="496888"/>
                </a:lnTo>
                <a:lnTo>
                  <a:pt x="814751" y="506413"/>
                </a:lnTo>
                <a:lnTo>
                  <a:pt x="816917" y="515938"/>
                </a:lnTo>
                <a:lnTo>
                  <a:pt x="818756" y="522540"/>
                </a:lnTo>
                <a:lnTo>
                  <a:pt x="819668" y="525463"/>
                </a:lnTo>
                <a:lnTo>
                  <a:pt x="821752" y="534988"/>
                </a:lnTo>
                <a:lnTo>
                  <a:pt x="822907" y="544513"/>
                </a:lnTo>
                <a:lnTo>
                  <a:pt x="823263" y="554038"/>
                </a:lnTo>
                <a:lnTo>
                  <a:pt x="823538" y="563563"/>
                </a:lnTo>
                <a:lnTo>
                  <a:pt x="823754" y="573088"/>
                </a:lnTo>
                <a:lnTo>
                  <a:pt x="823423" y="582613"/>
                </a:lnTo>
                <a:lnTo>
                  <a:pt x="822907" y="592138"/>
                </a:lnTo>
                <a:lnTo>
                  <a:pt x="822209" y="601663"/>
                </a:lnTo>
                <a:lnTo>
                  <a:pt x="819668" y="611188"/>
                </a:lnTo>
                <a:lnTo>
                  <a:pt x="818756" y="613136"/>
                </a:lnTo>
                <a:lnTo>
                  <a:pt x="815978" y="620713"/>
                </a:lnTo>
                <a:lnTo>
                  <a:pt x="813973" y="630238"/>
                </a:lnTo>
                <a:lnTo>
                  <a:pt x="809892" y="639763"/>
                </a:lnTo>
                <a:lnTo>
                  <a:pt x="809231" y="640578"/>
                </a:lnTo>
                <a:lnTo>
                  <a:pt x="804857" y="649288"/>
                </a:lnTo>
                <a:lnTo>
                  <a:pt x="799706" y="657536"/>
                </a:lnTo>
                <a:lnTo>
                  <a:pt x="798499" y="658813"/>
                </a:lnTo>
                <a:lnTo>
                  <a:pt x="792860" y="668338"/>
                </a:lnTo>
                <a:lnTo>
                  <a:pt x="790181" y="671195"/>
                </a:lnTo>
                <a:lnTo>
                  <a:pt x="783822" y="677863"/>
                </a:lnTo>
                <a:lnTo>
                  <a:pt x="780656" y="680922"/>
                </a:lnTo>
                <a:lnTo>
                  <a:pt x="773332" y="687388"/>
                </a:lnTo>
                <a:lnTo>
                  <a:pt x="771131" y="689507"/>
                </a:lnTo>
                <a:lnTo>
                  <a:pt x="761606" y="694931"/>
                </a:lnTo>
                <a:lnTo>
                  <a:pt x="759260" y="696913"/>
                </a:lnTo>
                <a:lnTo>
                  <a:pt x="752081" y="701412"/>
                </a:lnTo>
                <a:lnTo>
                  <a:pt x="742556" y="705288"/>
                </a:lnTo>
                <a:lnTo>
                  <a:pt x="740953" y="706438"/>
                </a:lnTo>
                <a:lnTo>
                  <a:pt x="733031" y="710306"/>
                </a:lnTo>
                <a:lnTo>
                  <a:pt x="723506" y="712571"/>
                </a:lnTo>
                <a:lnTo>
                  <a:pt x="713981" y="715779"/>
                </a:lnTo>
                <a:lnTo>
                  <a:pt x="713609" y="715962"/>
                </a:lnTo>
                <a:lnTo>
                  <a:pt x="704456" y="719062"/>
                </a:lnTo>
                <a:lnTo>
                  <a:pt x="694931" y="720490"/>
                </a:lnTo>
                <a:lnTo>
                  <a:pt x="685406" y="721130"/>
                </a:lnTo>
                <a:lnTo>
                  <a:pt x="675881" y="721858"/>
                </a:lnTo>
                <a:lnTo>
                  <a:pt x="666356" y="722824"/>
                </a:lnTo>
                <a:lnTo>
                  <a:pt x="656831" y="723106"/>
                </a:lnTo>
                <a:lnTo>
                  <a:pt x="647306" y="723106"/>
                </a:lnTo>
                <a:lnTo>
                  <a:pt x="637781" y="723106"/>
                </a:lnTo>
                <a:lnTo>
                  <a:pt x="628256" y="722354"/>
                </a:lnTo>
                <a:lnTo>
                  <a:pt x="618731" y="721691"/>
                </a:lnTo>
                <a:lnTo>
                  <a:pt x="609206" y="721130"/>
                </a:lnTo>
                <a:lnTo>
                  <a:pt x="599681" y="720551"/>
                </a:lnTo>
                <a:lnTo>
                  <a:pt x="590156" y="719505"/>
                </a:lnTo>
                <a:lnTo>
                  <a:pt x="580631" y="717752"/>
                </a:lnTo>
                <a:lnTo>
                  <a:pt x="574387" y="715963"/>
                </a:lnTo>
                <a:lnTo>
                  <a:pt x="571106" y="714930"/>
                </a:lnTo>
                <a:lnTo>
                  <a:pt x="561581" y="712634"/>
                </a:lnTo>
                <a:lnTo>
                  <a:pt x="552056" y="711060"/>
                </a:lnTo>
                <a:lnTo>
                  <a:pt x="542531" y="709290"/>
                </a:lnTo>
                <a:lnTo>
                  <a:pt x="534666" y="706437"/>
                </a:lnTo>
                <a:lnTo>
                  <a:pt x="533006" y="705649"/>
                </a:lnTo>
                <a:lnTo>
                  <a:pt x="523481" y="702614"/>
                </a:lnTo>
                <a:lnTo>
                  <a:pt x="513956" y="700241"/>
                </a:lnTo>
                <a:lnTo>
                  <a:pt x="506280" y="696913"/>
                </a:lnTo>
                <a:lnTo>
                  <a:pt x="504431" y="695821"/>
                </a:lnTo>
                <a:lnTo>
                  <a:pt x="494906" y="692883"/>
                </a:lnTo>
                <a:lnTo>
                  <a:pt x="485381" y="691017"/>
                </a:lnTo>
                <a:lnTo>
                  <a:pt x="478192" y="687388"/>
                </a:lnTo>
                <a:lnTo>
                  <a:pt x="475856" y="685800"/>
                </a:lnTo>
                <a:lnTo>
                  <a:pt x="466331" y="682583"/>
                </a:lnTo>
                <a:lnTo>
                  <a:pt x="456806" y="679237"/>
                </a:lnTo>
                <a:lnTo>
                  <a:pt x="454874" y="677863"/>
                </a:lnTo>
                <a:lnTo>
                  <a:pt x="447281" y="674048"/>
                </a:lnTo>
                <a:lnTo>
                  <a:pt x="437756" y="671001"/>
                </a:lnTo>
                <a:lnTo>
                  <a:pt x="433923" y="668338"/>
                </a:lnTo>
                <a:lnTo>
                  <a:pt x="428231" y="664854"/>
                </a:lnTo>
                <a:lnTo>
                  <a:pt x="418706" y="661843"/>
                </a:lnTo>
                <a:lnTo>
                  <a:pt x="414098" y="658813"/>
                </a:lnTo>
                <a:lnTo>
                  <a:pt x="409181" y="655646"/>
                </a:lnTo>
                <a:lnTo>
                  <a:pt x="399656" y="652176"/>
                </a:lnTo>
                <a:lnTo>
                  <a:pt x="395825" y="649288"/>
                </a:lnTo>
                <a:lnTo>
                  <a:pt x="390131" y="645491"/>
                </a:lnTo>
                <a:lnTo>
                  <a:pt x="380606" y="641350"/>
                </a:lnTo>
                <a:lnTo>
                  <a:pt x="378694" y="639763"/>
                </a:lnTo>
                <a:lnTo>
                  <a:pt x="371081" y="635348"/>
                </a:lnTo>
                <a:lnTo>
                  <a:pt x="361982" y="630238"/>
                </a:lnTo>
                <a:lnTo>
                  <a:pt x="361556" y="629844"/>
                </a:lnTo>
                <a:lnTo>
                  <a:pt x="352031" y="624620"/>
                </a:lnTo>
                <a:lnTo>
                  <a:pt x="346771" y="620713"/>
                </a:lnTo>
                <a:lnTo>
                  <a:pt x="342506" y="617367"/>
                </a:lnTo>
                <a:lnTo>
                  <a:pt x="332981" y="612877"/>
                </a:lnTo>
                <a:lnTo>
                  <a:pt x="331069" y="611188"/>
                </a:lnTo>
                <a:lnTo>
                  <a:pt x="323456" y="606268"/>
                </a:lnTo>
                <a:lnTo>
                  <a:pt x="317316" y="601663"/>
                </a:lnTo>
                <a:lnTo>
                  <a:pt x="313931" y="598706"/>
                </a:lnTo>
                <a:lnTo>
                  <a:pt x="304406" y="592733"/>
                </a:lnTo>
                <a:lnTo>
                  <a:pt x="303774" y="592138"/>
                </a:lnTo>
                <a:lnTo>
                  <a:pt x="294881" y="586612"/>
                </a:lnTo>
                <a:lnTo>
                  <a:pt x="289857" y="582613"/>
                </a:lnTo>
                <a:lnTo>
                  <a:pt x="285356" y="578884"/>
                </a:lnTo>
                <a:lnTo>
                  <a:pt x="277386" y="573088"/>
                </a:lnTo>
                <a:lnTo>
                  <a:pt x="275831" y="571605"/>
                </a:lnTo>
                <a:lnTo>
                  <a:pt x="266306" y="565252"/>
                </a:lnTo>
                <a:lnTo>
                  <a:pt x="264524" y="563563"/>
                </a:lnTo>
                <a:lnTo>
                  <a:pt x="256781" y="557695"/>
                </a:lnTo>
                <a:lnTo>
                  <a:pt x="252655" y="554038"/>
                </a:lnTo>
                <a:lnTo>
                  <a:pt x="247256" y="549551"/>
                </a:lnTo>
                <a:lnTo>
                  <a:pt x="241296" y="544513"/>
                </a:lnTo>
                <a:lnTo>
                  <a:pt x="237731" y="541140"/>
                </a:lnTo>
                <a:lnTo>
                  <a:pt x="230748" y="534988"/>
                </a:lnTo>
                <a:lnTo>
                  <a:pt x="228206" y="532536"/>
                </a:lnTo>
                <a:lnTo>
                  <a:pt x="219788" y="525463"/>
                </a:lnTo>
                <a:lnTo>
                  <a:pt x="218681" y="524371"/>
                </a:lnTo>
                <a:lnTo>
                  <a:pt x="209156" y="517577"/>
                </a:lnTo>
                <a:lnTo>
                  <a:pt x="207485" y="515938"/>
                </a:lnTo>
                <a:lnTo>
                  <a:pt x="199631" y="508384"/>
                </a:lnTo>
                <a:lnTo>
                  <a:pt x="197659" y="506413"/>
                </a:lnTo>
                <a:lnTo>
                  <a:pt x="190106" y="499396"/>
                </a:lnTo>
                <a:lnTo>
                  <a:pt x="187553" y="496888"/>
                </a:lnTo>
                <a:lnTo>
                  <a:pt x="180581" y="490312"/>
                </a:lnTo>
                <a:lnTo>
                  <a:pt x="177580" y="487363"/>
                </a:lnTo>
                <a:lnTo>
                  <a:pt x="171056" y="480762"/>
                </a:lnTo>
                <a:lnTo>
                  <a:pt x="168199" y="477838"/>
                </a:lnTo>
                <a:lnTo>
                  <a:pt x="161531" y="470590"/>
                </a:lnTo>
                <a:lnTo>
                  <a:pt x="159295" y="468313"/>
                </a:lnTo>
                <a:lnTo>
                  <a:pt x="152006" y="460343"/>
                </a:lnTo>
                <a:lnTo>
                  <a:pt x="150461" y="458788"/>
                </a:lnTo>
                <a:lnTo>
                  <a:pt x="142481" y="449659"/>
                </a:lnTo>
                <a:lnTo>
                  <a:pt x="142087" y="449263"/>
                </a:lnTo>
                <a:lnTo>
                  <a:pt x="134891" y="439738"/>
                </a:lnTo>
                <a:lnTo>
                  <a:pt x="132956" y="437714"/>
                </a:lnTo>
                <a:lnTo>
                  <a:pt x="126851" y="430213"/>
                </a:lnTo>
                <a:lnTo>
                  <a:pt x="123431" y="426496"/>
                </a:lnTo>
                <a:lnTo>
                  <a:pt x="118407" y="420688"/>
                </a:lnTo>
                <a:lnTo>
                  <a:pt x="113906" y="415573"/>
                </a:lnTo>
                <a:lnTo>
                  <a:pt x="110025" y="411163"/>
                </a:lnTo>
                <a:lnTo>
                  <a:pt x="104381" y="403378"/>
                </a:lnTo>
                <a:lnTo>
                  <a:pt x="102742" y="401638"/>
                </a:lnTo>
                <a:lnTo>
                  <a:pt x="97152" y="392113"/>
                </a:lnTo>
                <a:lnTo>
                  <a:pt x="94856" y="389640"/>
                </a:lnTo>
                <a:lnTo>
                  <a:pt x="89490" y="382588"/>
                </a:lnTo>
                <a:lnTo>
                  <a:pt x="85331" y="377192"/>
                </a:lnTo>
                <a:lnTo>
                  <a:pt x="81968" y="373063"/>
                </a:lnTo>
                <a:lnTo>
                  <a:pt x="76898" y="363538"/>
                </a:lnTo>
                <a:lnTo>
                  <a:pt x="75806" y="362347"/>
                </a:lnTo>
                <a:lnTo>
                  <a:pt x="70567" y="354013"/>
                </a:lnTo>
                <a:lnTo>
                  <a:pt x="66281" y="348168"/>
                </a:lnTo>
                <a:lnTo>
                  <a:pt x="63250" y="344488"/>
                </a:lnTo>
                <a:lnTo>
                  <a:pt x="59381" y="334963"/>
                </a:lnTo>
                <a:lnTo>
                  <a:pt x="56756" y="331615"/>
                </a:lnTo>
                <a:lnTo>
                  <a:pt x="52716" y="325438"/>
                </a:lnTo>
                <a:lnTo>
                  <a:pt x="48019" y="315912"/>
                </a:lnTo>
                <a:lnTo>
                  <a:pt x="47231" y="315000"/>
                </a:lnTo>
                <a:lnTo>
                  <a:pt x="42617" y="306388"/>
                </a:lnTo>
                <a:lnTo>
                  <a:pt x="38494" y="296863"/>
                </a:lnTo>
                <a:lnTo>
                  <a:pt x="37706" y="295893"/>
                </a:lnTo>
                <a:lnTo>
                  <a:pt x="33351" y="287338"/>
                </a:lnTo>
                <a:lnTo>
                  <a:pt x="29716" y="277813"/>
                </a:lnTo>
                <a:lnTo>
                  <a:pt x="28181" y="275525"/>
                </a:lnTo>
                <a:lnTo>
                  <a:pt x="24580" y="268288"/>
                </a:lnTo>
                <a:lnTo>
                  <a:pt x="22370" y="258762"/>
                </a:lnTo>
                <a:lnTo>
                  <a:pt x="18656" y="251152"/>
                </a:lnTo>
                <a:lnTo>
                  <a:pt x="17337" y="249237"/>
                </a:lnTo>
                <a:lnTo>
                  <a:pt x="14347" y="239712"/>
                </a:lnTo>
                <a:lnTo>
                  <a:pt x="12703" y="230187"/>
                </a:lnTo>
                <a:lnTo>
                  <a:pt x="9386" y="220662"/>
                </a:lnTo>
                <a:lnTo>
                  <a:pt x="9131" y="220172"/>
                </a:lnTo>
                <a:lnTo>
                  <a:pt x="5931" y="211137"/>
                </a:lnTo>
                <a:lnTo>
                  <a:pt x="4687" y="201612"/>
                </a:lnTo>
                <a:lnTo>
                  <a:pt x="3757" y="192087"/>
                </a:lnTo>
                <a:lnTo>
                  <a:pt x="2422" y="182562"/>
                </a:lnTo>
                <a:lnTo>
                  <a:pt x="1493" y="173037"/>
                </a:lnTo>
                <a:lnTo>
                  <a:pt x="756" y="163512"/>
                </a:lnTo>
                <a:lnTo>
                  <a:pt x="0" y="153987"/>
                </a:lnTo>
                <a:lnTo>
                  <a:pt x="518" y="144463"/>
                </a:lnTo>
                <a:lnTo>
                  <a:pt x="1726" y="134938"/>
                </a:lnTo>
                <a:lnTo>
                  <a:pt x="2671" y="125413"/>
                </a:lnTo>
                <a:lnTo>
                  <a:pt x="4023" y="115888"/>
                </a:lnTo>
                <a:lnTo>
                  <a:pt x="5501" y="106363"/>
                </a:lnTo>
                <a:lnTo>
                  <a:pt x="8602" y="96838"/>
                </a:lnTo>
                <a:lnTo>
                  <a:pt x="9131" y="96144"/>
                </a:lnTo>
                <a:lnTo>
                  <a:pt x="13285" y="87313"/>
                </a:lnTo>
                <a:lnTo>
                  <a:pt x="16403" y="77788"/>
                </a:lnTo>
                <a:lnTo>
                  <a:pt x="18656" y="74915"/>
                </a:lnTo>
                <a:lnTo>
                  <a:pt x="22887" y="68263"/>
                </a:lnTo>
                <a:lnTo>
                  <a:pt x="28181" y="61271"/>
                </a:lnTo>
                <a:lnTo>
                  <a:pt x="30520" y="58737"/>
                </a:lnTo>
                <a:lnTo>
                  <a:pt x="37111" y="49212"/>
                </a:lnTo>
                <a:lnTo>
                  <a:pt x="37706" y="48617"/>
                </a:lnTo>
                <a:lnTo>
                  <a:pt x="47231" y="40779"/>
                </a:lnTo>
                <a:lnTo>
                  <a:pt x="48330" y="39687"/>
                </a:lnTo>
                <a:lnTo>
                  <a:pt x="56756" y="33103"/>
                </a:lnTo>
                <a:lnTo>
                  <a:pt x="60344" y="30162"/>
                </a:lnTo>
                <a:lnTo>
                  <a:pt x="66281" y="25962"/>
                </a:lnTo>
                <a:lnTo>
                  <a:pt x="75806" y="20892"/>
                </a:lnTo>
                <a:lnTo>
                  <a:pt x="76121" y="20637"/>
                </a:lnTo>
                <a:lnTo>
                  <a:pt x="85331" y="16298"/>
                </a:lnTo>
                <a:lnTo>
                  <a:pt x="94856" y="13494"/>
                </a:lnTo>
                <a:lnTo>
                  <a:pt x="99733" y="11112"/>
                </a:lnTo>
                <a:lnTo>
                  <a:pt x="104381" y="8816"/>
                </a:lnTo>
                <a:lnTo>
                  <a:pt x="113906" y="6845"/>
                </a:lnTo>
                <a:lnTo>
                  <a:pt x="123431" y="5464"/>
                </a:lnTo>
                <a:lnTo>
                  <a:pt x="132956" y="4173"/>
                </a:lnTo>
                <a:lnTo>
                  <a:pt x="142481" y="2679"/>
                </a:lnTo>
                <a:lnTo>
                  <a:pt x="147551" y="1587"/>
                </a:lnTo>
                <a:close/>
              </a:path>
            </a:pathLst>
          </a:custGeom>
          <a:solidFill xmlns:a="http://schemas.openxmlformats.org/drawingml/2006/main">
            <a:srgbClr val="888888"/>
          </a:solidFill>
          <a:ln xmlns:a="http://schemas.openxmlformats.org/drawingml/2006/main" w="0">
            <a:noFill/>
            <a:prstDash val="solid"/>
          </a:ln>
        </p:spPr>
      </p:sp>
      <p:sp>
        <p:nvSpPr>
          <p:cNvPr id="352" name="deep-skill-chaining-source-component-8-gradient-144-0">
            <a:extLst xmlns:a="http://schemas.openxmlformats.org/drawingml/2006/main">
              <a:ext uri="{FF2B5EF4-FFF2-40B4-BE49-F238E27FC236}">
                <a16:creationId xmlns:a16="http://schemas.microsoft.com/office/drawing/2014/main" id="{120239A3-490A-4F79-BC29-2C88377CFC9D}"/>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09090"/>
          </a:solidFill>
          <a:ln xmlns:a="http://schemas.openxmlformats.org/drawingml/2006/main" w="0">
            <a:noFill/>
            <a:prstDash val="solid"/>
          </a:ln>
        </p:spPr>
      </p:sp>
      <p:sp>
        <p:nvSpPr>
          <p:cNvPr id="353" name="deep-skill-chaining-source-component-8-gradient-146-0">
            <a:extLst xmlns:a="http://schemas.openxmlformats.org/drawingml/2006/main">
              <a:ext uri="{FF2B5EF4-FFF2-40B4-BE49-F238E27FC236}">
                <a16:creationId xmlns:a16="http://schemas.microsoft.com/office/drawing/2014/main" id="{97071A0B-237E-45BC-B06F-BBCF6EF2C607}"/>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29292"/>
          </a:solidFill>
          <a:ln xmlns:a="http://schemas.openxmlformats.org/drawingml/2006/main" w="0">
            <a:noFill/>
            <a:prstDash val="solid"/>
          </a:ln>
        </p:spPr>
      </p:sp>
      <p:sp>
        <p:nvSpPr>
          <p:cNvPr id="354" name="deep-skill-chaining-source-component-8-gradient-148-0">
            <a:extLst xmlns:a="http://schemas.openxmlformats.org/drawingml/2006/main">
              <a:ext uri="{FF2B5EF4-FFF2-40B4-BE49-F238E27FC236}">
                <a16:creationId xmlns:a16="http://schemas.microsoft.com/office/drawing/2014/main" id="{DA6AB683-ED76-4D4B-9A40-69EF85206857}"/>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49494"/>
          </a:solidFill>
          <a:ln xmlns:a="http://schemas.openxmlformats.org/drawingml/2006/main" w="0">
            <a:noFill/>
            <a:prstDash val="solid"/>
          </a:ln>
        </p:spPr>
      </p:sp>
      <p:sp>
        <p:nvSpPr>
          <p:cNvPr id="355" name="deep-skill-chaining-source-component-8-gradient-150-0">
            <a:extLst xmlns:a="http://schemas.openxmlformats.org/drawingml/2006/main">
              <a:ext uri="{FF2B5EF4-FFF2-40B4-BE49-F238E27FC236}">
                <a16:creationId xmlns:a16="http://schemas.microsoft.com/office/drawing/2014/main" id="{8EADF2C8-4A65-49A6-B2B1-EB33127B43F6}"/>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69696"/>
          </a:solidFill>
          <a:ln xmlns:a="http://schemas.openxmlformats.org/drawingml/2006/main" w="0">
            <a:noFill/>
            <a:prstDash val="solid"/>
          </a:ln>
        </p:spPr>
      </p:sp>
      <p:sp>
        <p:nvSpPr>
          <p:cNvPr id="356" name="deep-skill-chaining-source-component-8-gradient-152-0">
            <a:extLst xmlns:a="http://schemas.openxmlformats.org/drawingml/2006/main">
              <a:ext uri="{FF2B5EF4-FFF2-40B4-BE49-F238E27FC236}">
                <a16:creationId xmlns:a16="http://schemas.microsoft.com/office/drawing/2014/main" id="{54334D46-3F55-48A5-9923-3DF73C95D384}"/>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89898"/>
          </a:solidFill>
          <a:ln xmlns:a="http://schemas.openxmlformats.org/drawingml/2006/main" w="0">
            <a:noFill/>
            <a:prstDash val="solid"/>
          </a:ln>
        </p:spPr>
      </p:sp>
      <p:sp>
        <p:nvSpPr>
          <p:cNvPr id="357" name="deep-skill-chaining-source-component-8-gradient-154-0">
            <a:extLst xmlns:a="http://schemas.openxmlformats.org/drawingml/2006/main">
              <a:ext uri="{FF2B5EF4-FFF2-40B4-BE49-F238E27FC236}">
                <a16:creationId xmlns:a16="http://schemas.microsoft.com/office/drawing/2014/main" id="{36E821D9-C5B5-43AA-8696-26677842F19D}"/>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A9A9A"/>
          </a:solidFill>
          <a:ln xmlns:a="http://schemas.openxmlformats.org/drawingml/2006/main" w="0">
            <a:noFill/>
            <a:prstDash val="solid"/>
          </a:ln>
        </p:spPr>
      </p:sp>
      <p:sp>
        <p:nvSpPr>
          <p:cNvPr id="358" name="deep-skill-chaining-source-component-8-gradient-156-0">
            <a:extLst xmlns:a="http://schemas.openxmlformats.org/drawingml/2006/main">
              <a:ext uri="{FF2B5EF4-FFF2-40B4-BE49-F238E27FC236}">
                <a16:creationId xmlns:a16="http://schemas.microsoft.com/office/drawing/2014/main" id="{62971E4A-914A-40C3-A880-F927E2FABD4B}"/>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C9C9C"/>
          </a:solidFill>
          <a:ln xmlns:a="http://schemas.openxmlformats.org/drawingml/2006/main" w="0">
            <a:noFill/>
            <a:prstDash val="solid"/>
          </a:ln>
        </p:spPr>
      </p:sp>
      <p:sp>
        <p:nvSpPr>
          <p:cNvPr id="359" name="deep-skill-chaining-source-component-8-gradient-158-0">
            <a:extLst xmlns:a="http://schemas.openxmlformats.org/drawingml/2006/main">
              <a:ext uri="{FF2B5EF4-FFF2-40B4-BE49-F238E27FC236}">
                <a16:creationId xmlns:a16="http://schemas.microsoft.com/office/drawing/2014/main" id="{D30D6F25-A619-423D-B787-21AA421C00B9}"/>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9E9E9E"/>
          </a:solidFill>
          <a:ln xmlns:a="http://schemas.openxmlformats.org/drawingml/2006/main" w="0">
            <a:noFill/>
            <a:prstDash val="solid"/>
          </a:ln>
        </p:spPr>
      </p:sp>
      <p:sp>
        <p:nvSpPr>
          <p:cNvPr id="360" name="deep-skill-chaining-source-component-8-gradient-160-0">
            <a:extLst xmlns:a="http://schemas.openxmlformats.org/drawingml/2006/main">
              <a:ext uri="{FF2B5EF4-FFF2-40B4-BE49-F238E27FC236}">
                <a16:creationId xmlns:a16="http://schemas.microsoft.com/office/drawing/2014/main" id="{B52090C3-0C69-42F7-B40A-9A450E95500F}"/>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0A0A0"/>
          </a:solidFill>
          <a:ln xmlns:a="http://schemas.openxmlformats.org/drawingml/2006/main" w="0">
            <a:noFill/>
            <a:prstDash val="solid"/>
          </a:ln>
        </p:spPr>
      </p:sp>
      <p:sp>
        <p:nvSpPr>
          <p:cNvPr id="361" name="deep-skill-chaining-source-component-8-gradient-162-0">
            <a:extLst xmlns:a="http://schemas.openxmlformats.org/drawingml/2006/main">
              <a:ext uri="{FF2B5EF4-FFF2-40B4-BE49-F238E27FC236}">
                <a16:creationId xmlns:a16="http://schemas.microsoft.com/office/drawing/2014/main" id="{137874FE-DAF0-433B-B11C-C1AF21F7A606}"/>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2A2A2"/>
          </a:solidFill>
          <a:ln xmlns:a="http://schemas.openxmlformats.org/drawingml/2006/main" w="0">
            <a:noFill/>
            <a:prstDash val="solid"/>
          </a:ln>
        </p:spPr>
      </p:sp>
      <p:sp>
        <p:nvSpPr>
          <p:cNvPr id="362" name="deep-skill-chaining-source-component-8-gradient-164-0">
            <a:extLst xmlns:a="http://schemas.openxmlformats.org/drawingml/2006/main">
              <a:ext uri="{FF2B5EF4-FFF2-40B4-BE49-F238E27FC236}">
                <a16:creationId xmlns:a16="http://schemas.microsoft.com/office/drawing/2014/main" id="{3C6B96C2-C719-482B-8C68-75A88B4E6A62}"/>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4A4A4"/>
          </a:solidFill>
          <a:ln xmlns:a="http://schemas.openxmlformats.org/drawingml/2006/main" w="0">
            <a:noFill/>
            <a:prstDash val="solid"/>
          </a:ln>
        </p:spPr>
      </p:sp>
      <p:sp>
        <p:nvSpPr>
          <p:cNvPr id="363" name="deep-skill-chaining-source-component-8-gradient-166-0">
            <a:extLst xmlns:a="http://schemas.openxmlformats.org/drawingml/2006/main">
              <a:ext uri="{FF2B5EF4-FFF2-40B4-BE49-F238E27FC236}">
                <a16:creationId xmlns:a16="http://schemas.microsoft.com/office/drawing/2014/main" id="{9605B5D0-CBBC-47DE-B06F-4C47E3AF68FB}"/>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6A6A6"/>
          </a:solidFill>
          <a:ln xmlns:a="http://schemas.openxmlformats.org/drawingml/2006/main" w="0">
            <a:noFill/>
            <a:prstDash val="solid"/>
          </a:ln>
        </p:spPr>
      </p:sp>
      <p:sp>
        <p:nvSpPr>
          <p:cNvPr id="364" name="deep-skill-chaining-source-component-8-gradient-168-0">
            <a:extLst xmlns:a="http://schemas.openxmlformats.org/drawingml/2006/main">
              <a:ext uri="{FF2B5EF4-FFF2-40B4-BE49-F238E27FC236}">
                <a16:creationId xmlns:a16="http://schemas.microsoft.com/office/drawing/2014/main" id="{BAFCD4B5-142C-472C-BF7C-CFFE5291ECDC}"/>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8A8A8"/>
          </a:solidFill>
          <a:ln xmlns:a="http://schemas.openxmlformats.org/drawingml/2006/main" w="0">
            <a:noFill/>
            <a:prstDash val="solid"/>
          </a:ln>
        </p:spPr>
      </p:sp>
      <p:sp>
        <p:nvSpPr>
          <p:cNvPr id="365" name="deep-skill-chaining-source-component-8-gradient-170-0">
            <a:extLst xmlns:a="http://schemas.openxmlformats.org/drawingml/2006/main">
              <a:ext uri="{FF2B5EF4-FFF2-40B4-BE49-F238E27FC236}">
                <a16:creationId xmlns:a16="http://schemas.microsoft.com/office/drawing/2014/main" id="{D0B3D6F8-C587-48E2-8732-A1F4254C1868}"/>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AAAAA"/>
          </a:solidFill>
          <a:ln xmlns:a="http://schemas.openxmlformats.org/drawingml/2006/main" w="0">
            <a:noFill/>
            <a:prstDash val="solid"/>
          </a:ln>
        </p:spPr>
      </p:sp>
      <p:sp>
        <p:nvSpPr>
          <p:cNvPr id="366" name="deep-skill-chaining-source-component-8-gradient-172-0">
            <a:extLst xmlns:a="http://schemas.openxmlformats.org/drawingml/2006/main">
              <a:ext uri="{FF2B5EF4-FFF2-40B4-BE49-F238E27FC236}">
                <a16:creationId xmlns:a16="http://schemas.microsoft.com/office/drawing/2014/main" id="{2FF2A907-DA0D-404B-ABF5-674BEA17BAA1}"/>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CACAC"/>
          </a:solidFill>
          <a:ln xmlns:a="http://schemas.openxmlformats.org/drawingml/2006/main" w="0">
            <a:noFill/>
            <a:prstDash val="solid"/>
          </a:ln>
        </p:spPr>
      </p:sp>
      <p:sp>
        <p:nvSpPr>
          <p:cNvPr id="367" name="deep-skill-chaining-source-component-8-gradient-174-0">
            <a:extLst xmlns:a="http://schemas.openxmlformats.org/drawingml/2006/main">
              <a:ext uri="{FF2B5EF4-FFF2-40B4-BE49-F238E27FC236}">
                <a16:creationId xmlns:a16="http://schemas.microsoft.com/office/drawing/2014/main" id="{299AB9CF-1802-47A8-8B6B-EC6F1A344987}"/>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AEAEAE"/>
          </a:solidFill>
          <a:ln xmlns:a="http://schemas.openxmlformats.org/drawingml/2006/main" w="0">
            <a:noFill/>
            <a:prstDash val="solid"/>
          </a:ln>
        </p:spPr>
      </p:sp>
      <p:sp>
        <p:nvSpPr>
          <p:cNvPr id="368" name="deep-skill-chaining-source-component-8-gradient-176-0">
            <a:extLst xmlns:a="http://schemas.openxmlformats.org/drawingml/2006/main">
              <a:ext uri="{FF2B5EF4-FFF2-40B4-BE49-F238E27FC236}">
                <a16:creationId xmlns:a16="http://schemas.microsoft.com/office/drawing/2014/main" id="{D6F3B8B7-0E10-4251-93A2-323485268F8D}"/>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B0B0B0"/>
          </a:solidFill>
          <a:ln xmlns:a="http://schemas.openxmlformats.org/drawingml/2006/main" w="0">
            <a:noFill/>
            <a:prstDash val="solid"/>
          </a:ln>
        </p:spPr>
      </p:sp>
      <p:sp>
        <p:nvSpPr>
          <p:cNvPr id="369" name="deep-skill-chaining-source-component-8-gradient-178-0">
            <a:extLst xmlns:a="http://schemas.openxmlformats.org/drawingml/2006/main">
              <a:ext uri="{FF2B5EF4-FFF2-40B4-BE49-F238E27FC236}">
                <a16:creationId xmlns:a16="http://schemas.microsoft.com/office/drawing/2014/main" id="{AE4F5739-52F3-46BE-A6CA-D8FE00A87614}"/>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B2B2B2"/>
          </a:solidFill>
          <a:ln xmlns:a="http://schemas.openxmlformats.org/drawingml/2006/main" w="0">
            <a:noFill/>
            <a:prstDash val="solid"/>
          </a:ln>
        </p:spPr>
      </p:sp>
      <p:sp>
        <p:nvSpPr>
          <p:cNvPr id="370" name="deep-skill-chaining-source-component-8-gradient-180-0">
            <a:extLst xmlns:a="http://schemas.openxmlformats.org/drawingml/2006/main">
              <a:ext uri="{FF2B5EF4-FFF2-40B4-BE49-F238E27FC236}">
                <a16:creationId xmlns:a16="http://schemas.microsoft.com/office/drawing/2014/main" id="{1D2C9E86-689F-497F-B72C-F0AEF56D5120}"/>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B4B4B4"/>
          </a:solidFill>
          <a:ln xmlns:a="http://schemas.openxmlformats.org/drawingml/2006/main" w="0">
            <a:noFill/>
            <a:prstDash val="solid"/>
          </a:ln>
        </p:spPr>
      </p:sp>
      <p:sp>
        <p:nvSpPr>
          <p:cNvPr id="371" name="deep-skill-chaining-source-component-8-gradient-182-0">
            <a:extLst xmlns:a="http://schemas.openxmlformats.org/drawingml/2006/main">
              <a:ext uri="{FF2B5EF4-FFF2-40B4-BE49-F238E27FC236}">
                <a16:creationId xmlns:a16="http://schemas.microsoft.com/office/drawing/2014/main" id="{BC9C0E35-CE96-49C0-915A-498F07143644}"/>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B6B6B6"/>
          </a:solidFill>
          <a:ln xmlns:a="http://schemas.openxmlformats.org/drawingml/2006/main" w="0">
            <a:noFill/>
            <a:prstDash val="solid"/>
          </a:ln>
        </p:spPr>
      </p:sp>
      <p:sp>
        <p:nvSpPr>
          <p:cNvPr id="372" name="deep-skill-chaining-source-component-8-gradient-184-0">
            <a:extLst xmlns:a="http://schemas.openxmlformats.org/drawingml/2006/main">
              <a:ext uri="{FF2B5EF4-FFF2-40B4-BE49-F238E27FC236}">
                <a16:creationId xmlns:a16="http://schemas.microsoft.com/office/drawing/2014/main" id="{D877855C-A575-472E-8F1F-D83554281D06}"/>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B8B8B8"/>
          </a:solidFill>
          <a:ln xmlns:a="http://schemas.openxmlformats.org/drawingml/2006/main" w="0">
            <a:noFill/>
            <a:prstDash val="solid"/>
          </a:ln>
        </p:spPr>
      </p:sp>
      <p:sp>
        <p:nvSpPr>
          <p:cNvPr id="373" name="deep-skill-chaining-source-component-8-gradient-186-0">
            <a:extLst xmlns:a="http://schemas.openxmlformats.org/drawingml/2006/main">
              <a:ext uri="{FF2B5EF4-FFF2-40B4-BE49-F238E27FC236}">
                <a16:creationId xmlns:a16="http://schemas.microsoft.com/office/drawing/2014/main" id="{6EB57831-810E-4A79-A321-C69637F9CDFB}"/>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14288" y="95250"/>
                </a:lnTo>
                <a:lnTo>
                  <a:pt x="19050" y="90488"/>
                </a:lnTo>
                <a:lnTo>
                  <a:pt x="19050" y="80963"/>
                </a:lnTo>
                <a:lnTo>
                  <a:pt x="23813" y="76200"/>
                </a:lnTo>
                <a:lnTo>
                  <a:pt x="28575" y="71438"/>
                </a:lnTo>
                <a:lnTo>
                  <a:pt x="28575" y="61913"/>
                </a:lnTo>
                <a:lnTo>
                  <a:pt x="33338" y="57150"/>
                </a:lnTo>
                <a:lnTo>
                  <a:pt x="38100" y="52388"/>
                </a:lnTo>
                <a:lnTo>
                  <a:pt x="42863" y="47625"/>
                </a:lnTo>
                <a:lnTo>
                  <a:pt x="52388" y="47625"/>
                </a:lnTo>
                <a:lnTo>
                  <a:pt x="57150" y="42863"/>
                </a:lnTo>
                <a:lnTo>
                  <a:pt x="61913" y="38100"/>
                </a:lnTo>
                <a:lnTo>
                  <a:pt x="66675" y="33338"/>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BABABA"/>
          </a:solidFill>
          <a:ln xmlns:a="http://schemas.openxmlformats.org/drawingml/2006/main" w="0">
            <a:noFill/>
            <a:prstDash val="solid"/>
          </a:ln>
        </p:spPr>
      </p:sp>
      <p:sp>
        <p:nvSpPr>
          <p:cNvPr id="374" name="deep-skill-chaining-source-component-8-gradient-188-0">
            <a:extLst xmlns:a="http://schemas.openxmlformats.org/drawingml/2006/main">
              <a:ext uri="{FF2B5EF4-FFF2-40B4-BE49-F238E27FC236}">
                <a16:creationId xmlns:a16="http://schemas.microsoft.com/office/drawing/2014/main" id="{EE8CA905-BA9C-4D25-832C-58237F6A6A74}"/>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9150" y="595313"/>
                </a:lnTo>
                <a:lnTo>
                  <a:pt x="819150" y="604838"/>
                </a:lnTo>
                <a:lnTo>
                  <a:pt x="819150" y="614363"/>
                </a:lnTo>
                <a:lnTo>
                  <a:pt x="814388" y="619125"/>
                </a:lnTo>
                <a:lnTo>
                  <a:pt x="809625" y="623888"/>
                </a:lnTo>
                <a:lnTo>
                  <a:pt x="809625" y="633413"/>
                </a:lnTo>
                <a:lnTo>
                  <a:pt x="809625" y="642938"/>
                </a:lnTo>
                <a:lnTo>
                  <a:pt x="804863" y="647700"/>
                </a:lnTo>
                <a:lnTo>
                  <a:pt x="800100" y="652463"/>
                </a:lnTo>
                <a:lnTo>
                  <a:pt x="795338" y="657225"/>
                </a:lnTo>
                <a:lnTo>
                  <a:pt x="790575" y="661988"/>
                </a:lnTo>
                <a:lnTo>
                  <a:pt x="790575" y="671513"/>
                </a:lnTo>
                <a:lnTo>
                  <a:pt x="785813" y="676275"/>
                </a:lnTo>
                <a:lnTo>
                  <a:pt x="781050" y="681038"/>
                </a:lnTo>
                <a:lnTo>
                  <a:pt x="776288" y="685800"/>
                </a:lnTo>
                <a:lnTo>
                  <a:pt x="771525" y="690563"/>
                </a:lnTo>
                <a:lnTo>
                  <a:pt x="766763" y="695325"/>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4763" y="123825"/>
                </a:lnTo>
                <a:lnTo>
                  <a:pt x="9525" y="119063"/>
                </a:lnTo>
                <a:lnTo>
                  <a:pt x="9525" y="109538"/>
                </a:lnTo>
                <a:lnTo>
                  <a:pt x="14288" y="104775"/>
                </a:lnTo>
                <a:lnTo>
                  <a:pt x="19050" y="100013"/>
                </a:lnTo>
                <a:lnTo>
                  <a:pt x="23813" y="95250"/>
                </a:lnTo>
                <a:lnTo>
                  <a:pt x="28575" y="90488"/>
                </a:lnTo>
                <a:lnTo>
                  <a:pt x="33338" y="85725"/>
                </a:lnTo>
                <a:lnTo>
                  <a:pt x="38100" y="80963"/>
                </a:lnTo>
                <a:lnTo>
                  <a:pt x="42863" y="76200"/>
                </a:lnTo>
                <a:lnTo>
                  <a:pt x="47625" y="71438"/>
                </a:lnTo>
                <a:lnTo>
                  <a:pt x="47625" y="61913"/>
                </a:lnTo>
                <a:lnTo>
                  <a:pt x="52388" y="57150"/>
                </a:lnTo>
                <a:lnTo>
                  <a:pt x="57150" y="52388"/>
                </a:lnTo>
                <a:lnTo>
                  <a:pt x="57150" y="42863"/>
                </a:lnTo>
                <a:lnTo>
                  <a:pt x="61913" y="38100"/>
                </a:lnTo>
                <a:lnTo>
                  <a:pt x="71438" y="38100"/>
                </a:lnTo>
                <a:lnTo>
                  <a:pt x="76200" y="33338"/>
                </a:lnTo>
                <a:lnTo>
                  <a:pt x="80963" y="28575"/>
                </a:lnTo>
                <a:lnTo>
                  <a:pt x="90488" y="28575"/>
                </a:lnTo>
                <a:lnTo>
                  <a:pt x="95250" y="23813"/>
                </a:lnTo>
                <a:lnTo>
                  <a:pt x="100013" y="19050"/>
                </a:lnTo>
                <a:lnTo>
                  <a:pt x="109538" y="19050"/>
                </a:lnTo>
                <a:lnTo>
                  <a:pt x="114300" y="14288"/>
                </a:lnTo>
                <a:lnTo>
                  <a:pt x="119063" y="9525"/>
                </a:lnTo>
                <a:lnTo>
                  <a:pt x="128588" y="9525"/>
                </a:lnTo>
                <a:lnTo>
                  <a:pt x="138113" y="9525"/>
                </a:lnTo>
                <a:lnTo>
                  <a:pt x="142875" y="4763"/>
                </a:lnTo>
                <a:close/>
              </a:path>
            </a:pathLst>
          </a:custGeom>
          <a:solidFill xmlns:a="http://schemas.openxmlformats.org/drawingml/2006/main">
            <a:srgbClr val="BCBCBC"/>
          </a:solidFill>
          <a:ln xmlns:a="http://schemas.openxmlformats.org/drawingml/2006/main" w="0">
            <a:noFill/>
            <a:prstDash val="solid"/>
          </a:ln>
        </p:spPr>
      </p:sp>
      <p:sp>
        <p:nvSpPr>
          <p:cNvPr id="375" name="deep-skill-chaining-source-component-8-gradient-190-0">
            <a:extLst xmlns:a="http://schemas.openxmlformats.org/drawingml/2006/main">
              <a:ext uri="{FF2B5EF4-FFF2-40B4-BE49-F238E27FC236}">
                <a16:creationId xmlns:a16="http://schemas.microsoft.com/office/drawing/2014/main" id="{8F4E0269-3F3D-4E14-8EEB-55AD20EDEECB}"/>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42875" y="4763"/>
                </a:moveTo>
                <a:lnTo>
                  <a:pt x="147638" y="0"/>
                </a:lnTo>
                <a:lnTo>
                  <a:pt x="157163" y="0"/>
                </a:ln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14388" y="523875"/>
                </a:lnTo>
                <a:lnTo>
                  <a:pt x="819150" y="528638"/>
                </a:lnTo>
                <a:lnTo>
                  <a:pt x="819150" y="538163"/>
                </a:lnTo>
                <a:lnTo>
                  <a:pt x="819150" y="547688"/>
                </a:lnTo>
                <a:lnTo>
                  <a:pt x="819150" y="557213"/>
                </a:lnTo>
                <a:lnTo>
                  <a:pt x="819150" y="566738"/>
                </a:lnTo>
                <a:lnTo>
                  <a:pt x="819150" y="576263"/>
                </a:lnTo>
                <a:lnTo>
                  <a:pt x="819150" y="585788"/>
                </a:lnTo>
                <a:lnTo>
                  <a:pt x="814388" y="590550"/>
                </a:lnTo>
                <a:lnTo>
                  <a:pt x="809625" y="595313"/>
                </a:lnTo>
                <a:lnTo>
                  <a:pt x="809625" y="604838"/>
                </a:lnTo>
                <a:lnTo>
                  <a:pt x="809625" y="614363"/>
                </a:lnTo>
                <a:lnTo>
                  <a:pt x="809625" y="623888"/>
                </a:lnTo>
                <a:lnTo>
                  <a:pt x="809625" y="633413"/>
                </a:lnTo>
                <a:lnTo>
                  <a:pt x="804863" y="638175"/>
                </a:lnTo>
                <a:lnTo>
                  <a:pt x="800100" y="642938"/>
                </a:lnTo>
                <a:lnTo>
                  <a:pt x="795338" y="647700"/>
                </a:lnTo>
                <a:lnTo>
                  <a:pt x="790575" y="652463"/>
                </a:lnTo>
                <a:lnTo>
                  <a:pt x="785813" y="657225"/>
                </a:lnTo>
                <a:lnTo>
                  <a:pt x="781050" y="661988"/>
                </a:lnTo>
                <a:lnTo>
                  <a:pt x="781050" y="671513"/>
                </a:lnTo>
                <a:lnTo>
                  <a:pt x="776288" y="676275"/>
                </a:lnTo>
                <a:lnTo>
                  <a:pt x="771525" y="681038"/>
                </a:lnTo>
                <a:lnTo>
                  <a:pt x="766763" y="685800"/>
                </a:lnTo>
                <a:lnTo>
                  <a:pt x="762000" y="690563"/>
                </a:lnTo>
                <a:lnTo>
                  <a:pt x="757238" y="695325"/>
                </a:lnTo>
                <a:lnTo>
                  <a:pt x="752475" y="700088"/>
                </a:lnTo>
                <a:lnTo>
                  <a:pt x="747713" y="704850"/>
                </a:lnTo>
                <a:lnTo>
                  <a:pt x="738188" y="704850"/>
                </a:lnTo>
                <a:lnTo>
                  <a:pt x="733425" y="709613"/>
                </a:lnTo>
                <a:lnTo>
                  <a:pt x="728663" y="714375"/>
                </a:lnTo>
                <a:lnTo>
                  <a:pt x="719138" y="714375"/>
                </a:lnTo>
                <a:lnTo>
                  <a:pt x="709613" y="714375"/>
                </a:lnTo>
                <a:lnTo>
                  <a:pt x="704850" y="719138"/>
                </a:lnTo>
                <a:lnTo>
                  <a:pt x="700088" y="723900"/>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4763" y="152400"/>
                </a:lnTo>
                <a:lnTo>
                  <a:pt x="9525" y="147638"/>
                </a:lnTo>
                <a:lnTo>
                  <a:pt x="9525" y="138113"/>
                </a:lnTo>
                <a:lnTo>
                  <a:pt x="14288" y="133350"/>
                </a:lnTo>
                <a:lnTo>
                  <a:pt x="19050" y="128588"/>
                </a:lnTo>
                <a:lnTo>
                  <a:pt x="19050" y="119063"/>
                </a:lnTo>
                <a:lnTo>
                  <a:pt x="23813" y="114300"/>
                </a:lnTo>
                <a:lnTo>
                  <a:pt x="28575" y="109538"/>
                </a:lnTo>
                <a:lnTo>
                  <a:pt x="28575" y="100013"/>
                </a:lnTo>
                <a:lnTo>
                  <a:pt x="33338" y="95250"/>
                </a:lnTo>
                <a:lnTo>
                  <a:pt x="42863" y="95250"/>
                </a:lnTo>
                <a:lnTo>
                  <a:pt x="47625" y="90488"/>
                </a:lnTo>
                <a:lnTo>
                  <a:pt x="52388" y="85725"/>
                </a:lnTo>
                <a:lnTo>
                  <a:pt x="57150" y="80963"/>
                </a:lnTo>
                <a:lnTo>
                  <a:pt x="57150" y="71438"/>
                </a:lnTo>
                <a:lnTo>
                  <a:pt x="61913" y="66675"/>
                </a:lnTo>
                <a:lnTo>
                  <a:pt x="66675" y="61913"/>
                </a:lnTo>
                <a:lnTo>
                  <a:pt x="71438" y="57150"/>
                </a:lnTo>
                <a:lnTo>
                  <a:pt x="76200" y="52388"/>
                </a:lnTo>
                <a:lnTo>
                  <a:pt x="80963" y="47625"/>
                </a:lnTo>
                <a:lnTo>
                  <a:pt x="85725" y="42863"/>
                </a:lnTo>
                <a:lnTo>
                  <a:pt x="90488" y="38100"/>
                </a:lnTo>
                <a:lnTo>
                  <a:pt x="100013" y="38100"/>
                </a:lnTo>
                <a:lnTo>
                  <a:pt x="104775" y="33338"/>
                </a:lnTo>
                <a:lnTo>
                  <a:pt x="109538" y="28575"/>
                </a:lnTo>
                <a:lnTo>
                  <a:pt x="114300" y="23813"/>
                </a:lnTo>
                <a:lnTo>
                  <a:pt x="114300" y="14288"/>
                </a:lnTo>
                <a:lnTo>
                  <a:pt x="119063" y="9525"/>
                </a:lnTo>
                <a:lnTo>
                  <a:pt x="128588" y="9525"/>
                </a:lnTo>
                <a:lnTo>
                  <a:pt x="138113" y="9525"/>
                </a:lnTo>
                <a:lnTo>
                  <a:pt x="142875" y="4763"/>
                </a:lnTo>
                <a:close/>
              </a:path>
            </a:pathLst>
          </a:custGeom>
          <a:solidFill xmlns:a="http://schemas.openxmlformats.org/drawingml/2006/main">
            <a:srgbClr val="BEBEBE"/>
          </a:solidFill>
          <a:ln xmlns:a="http://schemas.openxmlformats.org/drawingml/2006/main" w="0">
            <a:noFill/>
            <a:prstDash val="solid"/>
          </a:ln>
        </p:spPr>
      </p:sp>
      <p:sp>
        <p:nvSpPr>
          <p:cNvPr id="376" name="deep-skill-chaining-source-component-8-gradient-192-0">
            <a:extLst xmlns:a="http://schemas.openxmlformats.org/drawingml/2006/main">
              <a:ext uri="{FF2B5EF4-FFF2-40B4-BE49-F238E27FC236}">
                <a16:creationId xmlns:a16="http://schemas.microsoft.com/office/drawing/2014/main" id="{9E88D4B4-DD4F-4419-ADA3-3867D838620B}"/>
              </a:ext>
            </a:extLst>
          </p:cNvPr>
          <p:cNvSpPr>
            <a:spLocks xmlns:a="http://schemas.openxmlformats.org/drawingml/2006/main" noGrp="1"/>
          </p:cNvSpPr>
          <p:nvPr/>
        </p:nvSpPr>
        <p:spPr>
          <a:xfrm xmlns:a="http://schemas.openxmlformats.org/drawingml/2006/main" rot="0">
            <a:off x="9153525" y="628650"/>
            <a:ext cx="819150" cy="723900"/>
          </a:xfrm>
          <a:custGeom xmlns:a="http://schemas.openxmlformats.org/drawingml/2006/main">
            <a:pathLst>
              <a:path w="819150" h="723900">
                <a:moveTo>
                  <a:pt x="161925" y="4763"/>
                </a:moveTo>
                <a:lnTo>
                  <a:pt x="166688" y="0"/>
                </a:lnTo>
                <a:lnTo>
                  <a:pt x="176213" y="0"/>
                </a:ln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09625" y="528638"/>
                </a:lnTo>
                <a:lnTo>
                  <a:pt x="814388" y="533400"/>
                </a:lnTo>
                <a:lnTo>
                  <a:pt x="819150" y="538163"/>
                </a:lnTo>
                <a:lnTo>
                  <a:pt x="819150" y="547688"/>
                </a:lnTo>
                <a:lnTo>
                  <a:pt x="819150" y="557213"/>
                </a:lnTo>
                <a:lnTo>
                  <a:pt x="814388" y="561975"/>
                </a:lnTo>
                <a:lnTo>
                  <a:pt x="809625" y="566738"/>
                </a:lnTo>
                <a:lnTo>
                  <a:pt x="809625" y="576263"/>
                </a:lnTo>
                <a:lnTo>
                  <a:pt x="809625" y="585788"/>
                </a:lnTo>
                <a:lnTo>
                  <a:pt x="809625" y="595313"/>
                </a:lnTo>
                <a:lnTo>
                  <a:pt x="809625" y="604838"/>
                </a:lnTo>
                <a:lnTo>
                  <a:pt x="809625" y="614363"/>
                </a:lnTo>
                <a:lnTo>
                  <a:pt x="804863" y="619125"/>
                </a:lnTo>
                <a:lnTo>
                  <a:pt x="800100" y="623888"/>
                </a:lnTo>
                <a:lnTo>
                  <a:pt x="795338" y="628650"/>
                </a:lnTo>
                <a:lnTo>
                  <a:pt x="790575" y="633413"/>
                </a:lnTo>
                <a:lnTo>
                  <a:pt x="785813" y="638175"/>
                </a:lnTo>
                <a:lnTo>
                  <a:pt x="781050" y="642938"/>
                </a:lnTo>
                <a:lnTo>
                  <a:pt x="776288" y="647700"/>
                </a:lnTo>
                <a:lnTo>
                  <a:pt x="771525" y="652463"/>
                </a:lnTo>
                <a:lnTo>
                  <a:pt x="766763" y="657225"/>
                </a:lnTo>
                <a:lnTo>
                  <a:pt x="762000" y="661988"/>
                </a:lnTo>
                <a:lnTo>
                  <a:pt x="762000" y="671513"/>
                </a:lnTo>
                <a:lnTo>
                  <a:pt x="757238" y="676275"/>
                </a:lnTo>
                <a:lnTo>
                  <a:pt x="752475" y="681038"/>
                </a:lnTo>
                <a:lnTo>
                  <a:pt x="747713" y="685800"/>
                </a:lnTo>
                <a:lnTo>
                  <a:pt x="742950" y="690563"/>
                </a:lnTo>
                <a:lnTo>
                  <a:pt x="738188" y="695325"/>
                </a:lnTo>
                <a:lnTo>
                  <a:pt x="733425" y="700088"/>
                </a:lnTo>
                <a:lnTo>
                  <a:pt x="728663" y="704850"/>
                </a:lnTo>
                <a:lnTo>
                  <a:pt x="723900" y="709613"/>
                </a:lnTo>
                <a:lnTo>
                  <a:pt x="719138" y="714375"/>
                </a:lnTo>
                <a:lnTo>
                  <a:pt x="709613" y="714375"/>
                </a:lnTo>
                <a:lnTo>
                  <a:pt x="700088" y="714375"/>
                </a:lnTo>
                <a:lnTo>
                  <a:pt x="695325" y="719138"/>
                </a:lnTo>
                <a:lnTo>
                  <a:pt x="690563" y="723900"/>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0" y="195263"/>
                </a:lnTo>
                <a:lnTo>
                  <a:pt x="0" y="185738"/>
                </a:lnTo>
                <a:lnTo>
                  <a:pt x="0" y="176213"/>
                </a:lnTo>
                <a:lnTo>
                  <a:pt x="4763" y="171450"/>
                </a:lnTo>
                <a:lnTo>
                  <a:pt x="9525" y="166688"/>
                </a:lnTo>
                <a:lnTo>
                  <a:pt x="9525" y="157163"/>
                </a:lnTo>
                <a:lnTo>
                  <a:pt x="14288" y="152400"/>
                </a:lnTo>
                <a:lnTo>
                  <a:pt x="19050" y="147638"/>
                </a:lnTo>
                <a:lnTo>
                  <a:pt x="23813" y="142875"/>
                </a:lnTo>
                <a:lnTo>
                  <a:pt x="28575" y="138113"/>
                </a:lnTo>
                <a:lnTo>
                  <a:pt x="28575" y="128588"/>
                </a:lnTo>
                <a:lnTo>
                  <a:pt x="33338" y="123825"/>
                </a:lnTo>
                <a:lnTo>
                  <a:pt x="38100" y="119063"/>
                </a:lnTo>
                <a:lnTo>
                  <a:pt x="42863" y="114300"/>
                </a:lnTo>
                <a:lnTo>
                  <a:pt x="47625" y="109538"/>
                </a:lnTo>
                <a:lnTo>
                  <a:pt x="52388" y="104775"/>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100013" y="57150"/>
                </a:lnTo>
                <a:lnTo>
                  <a:pt x="104775" y="52388"/>
                </a:lnTo>
                <a:lnTo>
                  <a:pt x="109538" y="47625"/>
                </a:lnTo>
                <a:lnTo>
                  <a:pt x="114300" y="42863"/>
                </a:lnTo>
                <a:lnTo>
                  <a:pt x="119063" y="38100"/>
                </a:lnTo>
                <a:lnTo>
                  <a:pt x="123825" y="33338"/>
                </a:lnTo>
                <a:lnTo>
                  <a:pt x="128588" y="28575"/>
                </a:lnTo>
                <a:lnTo>
                  <a:pt x="133350" y="23813"/>
                </a:lnTo>
                <a:lnTo>
                  <a:pt x="138113" y="19050"/>
                </a:lnTo>
                <a:lnTo>
                  <a:pt x="142875" y="14288"/>
                </a:lnTo>
                <a:lnTo>
                  <a:pt x="147638" y="9525"/>
                </a:lnTo>
                <a:lnTo>
                  <a:pt x="157163" y="9525"/>
                </a:lnTo>
                <a:lnTo>
                  <a:pt x="161925" y="4763"/>
                </a:lnTo>
                <a:close/>
              </a:path>
            </a:pathLst>
          </a:custGeom>
          <a:solidFill xmlns:a="http://schemas.openxmlformats.org/drawingml/2006/main">
            <a:srgbClr val="C0C0C0"/>
          </a:solidFill>
          <a:ln xmlns:a="http://schemas.openxmlformats.org/drawingml/2006/main" w="0">
            <a:noFill/>
            <a:prstDash val="solid"/>
          </a:ln>
        </p:spPr>
      </p:sp>
      <p:sp>
        <p:nvSpPr>
          <p:cNvPr id="377" name="deep-skill-chaining-source-component-8-gradient-194-0">
            <a:extLst xmlns:a="http://schemas.openxmlformats.org/drawingml/2006/main">
              <a:ext uri="{FF2B5EF4-FFF2-40B4-BE49-F238E27FC236}">
                <a16:creationId xmlns:a16="http://schemas.microsoft.com/office/drawing/2014/main" id="{0F7EC757-3E99-417D-8F6E-E4F827E2CF14}"/>
              </a:ext>
            </a:extLst>
          </p:cNvPr>
          <p:cNvSpPr>
            <a:spLocks xmlns:a="http://schemas.openxmlformats.org/drawingml/2006/main" noGrp="1"/>
          </p:cNvSpPr>
          <p:nvPr/>
        </p:nvSpPr>
        <p:spPr>
          <a:xfrm xmlns:a="http://schemas.openxmlformats.org/drawingml/2006/main" rot="0">
            <a:off x="9153525" y="628650"/>
            <a:ext cx="809625" cy="723900"/>
          </a:xfrm>
          <a:custGeom xmlns:a="http://schemas.openxmlformats.org/drawingml/2006/main">
            <a:pathLst>
              <a:path w="809625" h="723900">
                <a:moveTo>
                  <a:pt x="180975" y="4763"/>
                </a:moveTo>
                <a:lnTo>
                  <a:pt x="185738" y="0"/>
                </a:lnTo>
                <a:lnTo>
                  <a:pt x="195263" y="0"/>
                </a:lnTo>
                <a:lnTo>
                  <a:pt x="200025" y="4763"/>
                </a:lnTo>
                <a:lnTo>
                  <a:pt x="204788" y="9525"/>
                </a:lnTo>
                <a:lnTo>
                  <a:pt x="214313" y="9525"/>
                </a:lnTo>
                <a:lnTo>
                  <a:pt x="223838" y="9525"/>
                </a:lnTo>
                <a:lnTo>
                  <a:pt x="233363" y="9525"/>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9113" y="133350"/>
                </a:lnTo>
                <a:lnTo>
                  <a:pt x="523875" y="138113"/>
                </a:lnTo>
                <a:lnTo>
                  <a:pt x="528638" y="142875"/>
                </a:lnTo>
                <a:lnTo>
                  <a:pt x="533400" y="147638"/>
                </a:lnTo>
                <a:lnTo>
                  <a:pt x="538163" y="152400"/>
                </a:lnTo>
                <a:lnTo>
                  <a:pt x="542925" y="157163"/>
                </a:lnTo>
                <a:lnTo>
                  <a:pt x="547688" y="161925"/>
                </a:lnTo>
                <a:lnTo>
                  <a:pt x="557213" y="161925"/>
                </a:lnTo>
                <a:lnTo>
                  <a:pt x="561975" y="166688"/>
                </a:lnTo>
                <a:lnTo>
                  <a:pt x="566738" y="171450"/>
                </a:lnTo>
                <a:lnTo>
                  <a:pt x="571500" y="176213"/>
                </a:lnTo>
                <a:lnTo>
                  <a:pt x="576263" y="180975"/>
                </a:lnTo>
                <a:lnTo>
                  <a:pt x="581025" y="185738"/>
                </a:lnTo>
                <a:lnTo>
                  <a:pt x="585788" y="190500"/>
                </a:lnTo>
                <a:lnTo>
                  <a:pt x="590550" y="195263"/>
                </a:lnTo>
                <a:lnTo>
                  <a:pt x="595313" y="200025"/>
                </a:lnTo>
                <a:lnTo>
                  <a:pt x="600075" y="204788"/>
                </a:lnTo>
                <a:lnTo>
                  <a:pt x="604838" y="209550"/>
                </a:lnTo>
                <a:lnTo>
                  <a:pt x="614363" y="209550"/>
                </a:lnTo>
                <a:lnTo>
                  <a:pt x="619125" y="214313"/>
                </a:lnTo>
                <a:lnTo>
                  <a:pt x="623888" y="219075"/>
                </a:lnTo>
                <a:lnTo>
                  <a:pt x="628650" y="223838"/>
                </a:lnTo>
                <a:lnTo>
                  <a:pt x="633413" y="228600"/>
                </a:lnTo>
                <a:lnTo>
                  <a:pt x="638175" y="233363"/>
                </a:lnTo>
                <a:lnTo>
                  <a:pt x="642938" y="238125"/>
                </a:lnTo>
                <a:lnTo>
                  <a:pt x="647700" y="242888"/>
                </a:lnTo>
                <a:lnTo>
                  <a:pt x="652463" y="247650"/>
                </a:lnTo>
                <a:lnTo>
                  <a:pt x="657225" y="252413"/>
                </a:lnTo>
                <a:lnTo>
                  <a:pt x="661988" y="257175"/>
                </a:lnTo>
                <a:lnTo>
                  <a:pt x="666750" y="261938"/>
                </a:lnTo>
                <a:lnTo>
                  <a:pt x="666750" y="271463"/>
                </a:lnTo>
                <a:lnTo>
                  <a:pt x="671513" y="276225"/>
                </a:lnTo>
                <a:lnTo>
                  <a:pt x="676275" y="280988"/>
                </a:lnTo>
                <a:lnTo>
                  <a:pt x="681038" y="285750"/>
                </a:lnTo>
                <a:lnTo>
                  <a:pt x="685800" y="290513"/>
                </a:lnTo>
                <a:lnTo>
                  <a:pt x="690563" y="295275"/>
                </a:lnTo>
                <a:lnTo>
                  <a:pt x="695325" y="300038"/>
                </a:lnTo>
                <a:lnTo>
                  <a:pt x="700088" y="304800"/>
                </a:lnTo>
                <a:lnTo>
                  <a:pt x="704850" y="309563"/>
                </a:lnTo>
                <a:lnTo>
                  <a:pt x="709613" y="314325"/>
                </a:lnTo>
                <a:lnTo>
                  <a:pt x="714375" y="319088"/>
                </a:lnTo>
                <a:lnTo>
                  <a:pt x="714375" y="328613"/>
                </a:lnTo>
                <a:lnTo>
                  <a:pt x="719138" y="333375"/>
                </a:lnTo>
                <a:lnTo>
                  <a:pt x="723900" y="338138"/>
                </a:lnTo>
                <a:lnTo>
                  <a:pt x="728663" y="342900"/>
                </a:lnTo>
                <a:lnTo>
                  <a:pt x="733425" y="347663"/>
                </a:lnTo>
                <a:lnTo>
                  <a:pt x="738188" y="352425"/>
                </a:lnTo>
                <a:lnTo>
                  <a:pt x="742950" y="357188"/>
                </a:lnTo>
                <a:lnTo>
                  <a:pt x="742950" y="366713"/>
                </a:lnTo>
                <a:lnTo>
                  <a:pt x="747713" y="371475"/>
                </a:lnTo>
                <a:lnTo>
                  <a:pt x="752475" y="376238"/>
                </a:lnTo>
                <a:lnTo>
                  <a:pt x="752475" y="385763"/>
                </a:lnTo>
                <a:lnTo>
                  <a:pt x="757238" y="390525"/>
                </a:lnTo>
                <a:lnTo>
                  <a:pt x="762000" y="395288"/>
                </a:lnTo>
                <a:lnTo>
                  <a:pt x="766763" y="400050"/>
                </a:lnTo>
                <a:lnTo>
                  <a:pt x="771525" y="404813"/>
                </a:lnTo>
                <a:lnTo>
                  <a:pt x="771525" y="414338"/>
                </a:lnTo>
                <a:lnTo>
                  <a:pt x="776288" y="419100"/>
                </a:lnTo>
                <a:lnTo>
                  <a:pt x="781050" y="423863"/>
                </a:lnTo>
                <a:lnTo>
                  <a:pt x="781050" y="433388"/>
                </a:lnTo>
                <a:lnTo>
                  <a:pt x="785813" y="438150"/>
                </a:lnTo>
                <a:lnTo>
                  <a:pt x="790575" y="442913"/>
                </a:lnTo>
                <a:lnTo>
                  <a:pt x="790575" y="452438"/>
                </a:lnTo>
                <a:lnTo>
                  <a:pt x="790575" y="461963"/>
                </a:lnTo>
                <a:lnTo>
                  <a:pt x="795338" y="466725"/>
                </a:lnTo>
                <a:lnTo>
                  <a:pt x="800100" y="471488"/>
                </a:lnTo>
                <a:lnTo>
                  <a:pt x="800100" y="481013"/>
                </a:lnTo>
                <a:lnTo>
                  <a:pt x="804863" y="485775"/>
                </a:lnTo>
                <a:lnTo>
                  <a:pt x="809625" y="490538"/>
                </a:lnTo>
                <a:lnTo>
                  <a:pt x="809625" y="500063"/>
                </a:lnTo>
                <a:lnTo>
                  <a:pt x="809625" y="509588"/>
                </a:lnTo>
                <a:lnTo>
                  <a:pt x="809625" y="519113"/>
                </a:lnTo>
                <a:lnTo>
                  <a:pt x="809625" y="528638"/>
                </a:lnTo>
                <a:lnTo>
                  <a:pt x="809625" y="538163"/>
                </a:lnTo>
                <a:lnTo>
                  <a:pt x="809625" y="547688"/>
                </a:lnTo>
                <a:lnTo>
                  <a:pt x="809625" y="557213"/>
                </a:lnTo>
                <a:lnTo>
                  <a:pt x="809625" y="566738"/>
                </a:lnTo>
                <a:lnTo>
                  <a:pt x="804863" y="571500"/>
                </a:lnTo>
                <a:lnTo>
                  <a:pt x="800100" y="576263"/>
                </a:lnTo>
                <a:lnTo>
                  <a:pt x="795338" y="581025"/>
                </a:lnTo>
                <a:lnTo>
                  <a:pt x="790575" y="585788"/>
                </a:lnTo>
                <a:lnTo>
                  <a:pt x="790575" y="595313"/>
                </a:lnTo>
                <a:lnTo>
                  <a:pt x="790575" y="604838"/>
                </a:lnTo>
                <a:lnTo>
                  <a:pt x="790575" y="614363"/>
                </a:lnTo>
                <a:lnTo>
                  <a:pt x="785813" y="619125"/>
                </a:lnTo>
                <a:lnTo>
                  <a:pt x="781050" y="623888"/>
                </a:lnTo>
                <a:lnTo>
                  <a:pt x="776288" y="628650"/>
                </a:lnTo>
                <a:lnTo>
                  <a:pt x="771525" y="633413"/>
                </a:lnTo>
                <a:lnTo>
                  <a:pt x="766763" y="638175"/>
                </a:lnTo>
                <a:lnTo>
                  <a:pt x="762000" y="642938"/>
                </a:lnTo>
                <a:lnTo>
                  <a:pt x="757238" y="647700"/>
                </a:lnTo>
                <a:lnTo>
                  <a:pt x="752475" y="652463"/>
                </a:lnTo>
                <a:lnTo>
                  <a:pt x="747713" y="657225"/>
                </a:lnTo>
                <a:lnTo>
                  <a:pt x="742950" y="661988"/>
                </a:lnTo>
                <a:lnTo>
                  <a:pt x="742950" y="671513"/>
                </a:lnTo>
                <a:lnTo>
                  <a:pt x="738188" y="676275"/>
                </a:lnTo>
                <a:lnTo>
                  <a:pt x="733425" y="681038"/>
                </a:lnTo>
                <a:lnTo>
                  <a:pt x="728663" y="685800"/>
                </a:lnTo>
                <a:lnTo>
                  <a:pt x="723900" y="690563"/>
                </a:lnTo>
                <a:lnTo>
                  <a:pt x="719138" y="695325"/>
                </a:lnTo>
                <a:lnTo>
                  <a:pt x="709613" y="695325"/>
                </a:lnTo>
                <a:lnTo>
                  <a:pt x="704850" y="700088"/>
                </a:lnTo>
                <a:lnTo>
                  <a:pt x="700088" y="704850"/>
                </a:lnTo>
                <a:lnTo>
                  <a:pt x="695325" y="709613"/>
                </a:lnTo>
                <a:lnTo>
                  <a:pt x="690563" y="714375"/>
                </a:lnTo>
                <a:lnTo>
                  <a:pt x="685800" y="719138"/>
                </a:lnTo>
                <a:lnTo>
                  <a:pt x="681038" y="723900"/>
                </a:lnTo>
                <a:lnTo>
                  <a:pt x="671513" y="723900"/>
                </a:lnTo>
                <a:lnTo>
                  <a:pt x="661988" y="723900"/>
                </a:lnTo>
                <a:lnTo>
                  <a:pt x="652463" y="723900"/>
                </a:lnTo>
                <a:lnTo>
                  <a:pt x="642938" y="723900"/>
                </a:lnTo>
                <a:lnTo>
                  <a:pt x="633413" y="723900"/>
                </a:lnTo>
                <a:lnTo>
                  <a:pt x="623888" y="723900"/>
                </a:lnTo>
                <a:lnTo>
                  <a:pt x="614363" y="723900"/>
                </a:lnTo>
                <a:lnTo>
                  <a:pt x="604838" y="723900"/>
                </a:lnTo>
                <a:lnTo>
                  <a:pt x="595313" y="723900"/>
                </a:lnTo>
                <a:lnTo>
                  <a:pt x="585788" y="723900"/>
                </a:lnTo>
                <a:lnTo>
                  <a:pt x="576263" y="723900"/>
                </a:lnTo>
                <a:lnTo>
                  <a:pt x="571500" y="719138"/>
                </a:lnTo>
                <a:lnTo>
                  <a:pt x="566738" y="714375"/>
                </a:lnTo>
                <a:lnTo>
                  <a:pt x="557213" y="714375"/>
                </a:lnTo>
                <a:lnTo>
                  <a:pt x="547688" y="714375"/>
                </a:lnTo>
                <a:lnTo>
                  <a:pt x="538163" y="714375"/>
                </a:lnTo>
                <a:lnTo>
                  <a:pt x="533400" y="709613"/>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8625" y="671513"/>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5750" y="585788"/>
                </a:lnTo>
                <a:lnTo>
                  <a:pt x="280988" y="581025"/>
                </a:lnTo>
                <a:lnTo>
                  <a:pt x="276225" y="576263"/>
                </a:lnTo>
                <a:lnTo>
                  <a:pt x="271463" y="571500"/>
                </a:lnTo>
                <a:lnTo>
                  <a:pt x="261938" y="571500"/>
                </a:lnTo>
                <a:lnTo>
                  <a:pt x="257175" y="566738"/>
                </a:lnTo>
                <a:lnTo>
                  <a:pt x="252413" y="561975"/>
                </a:lnTo>
                <a:lnTo>
                  <a:pt x="247650" y="557213"/>
                </a:lnTo>
                <a:lnTo>
                  <a:pt x="242888" y="552450"/>
                </a:lnTo>
                <a:lnTo>
                  <a:pt x="238125" y="547688"/>
                </a:lnTo>
                <a:lnTo>
                  <a:pt x="233363" y="542925"/>
                </a:lnTo>
                <a:lnTo>
                  <a:pt x="228600" y="538163"/>
                </a:lnTo>
                <a:lnTo>
                  <a:pt x="223838" y="533400"/>
                </a:lnTo>
                <a:lnTo>
                  <a:pt x="219075" y="528638"/>
                </a:lnTo>
                <a:lnTo>
                  <a:pt x="214313" y="523875"/>
                </a:lnTo>
                <a:lnTo>
                  <a:pt x="204788" y="523875"/>
                </a:lnTo>
                <a:lnTo>
                  <a:pt x="200025" y="519113"/>
                </a:lnTo>
                <a:lnTo>
                  <a:pt x="195263" y="514350"/>
                </a:lnTo>
                <a:lnTo>
                  <a:pt x="190500" y="509588"/>
                </a:lnTo>
                <a:lnTo>
                  <a:pt x="185738" y="504825"/>
                </a:lnTo>
                <a:lnTo>
                  <a:pt x="180975" y="500063"/>
                </a:lnTo>
                <a:lnTo>
                  <a:pt x="176213" y="495300"/>
                </a:lnTo>
                <a:lnTo>
                  <a:pt x="171450" y="490538"/>
                </a:lnTo>
                <a:lnTo>
                  <a:pt x="166688" y="485775"/>
                </a:lnTo>
                <a:lnTo>
                  <a:pt x="161925" y="481013"/>
                </a:lnTo>
                <a:lnTo>
                  <a:pt x="157163" y="476250"/>
                </a:lnTo>
                <a:lnTo>
                  <a:pt x="152400" y="471488"/>
                </a:lnTo>
                <a:lnTo>
                  <a:pt x="147638" y="466725"/>
                </a:lnTo>
                <a:lnTo>
                  <a:pt x="142875" y="461963"/>
                </a:lnTo>
                <a:lnTo>
                  <a:pt x="138113" y="457200"/>
                </a:lnTo>
                <a:lnTo>
                  <a:pt x="133350" y="452438"/>
                </a:lnTo>
                <a:lnTo>
                  <a:pt x="133350" y="442913"/>
                </a:lnTo>
                <a:lnTo>
                  <a:pt x="128588" y="438150"/>
                </a:lnTo>
                <a:lnTo>
                  <a:pt x="123825" y="433388"/>
                </a:lnTo>
                <a:lnTo>
                  <a:pt x="119063" y="428625"/>
                </a:lnTo>
                <a:lnTo>
                  <a:pt x="114300" y="423863"/>
                </a:lnTo>
                <a:lnTo>
                  <a:pt x="109538" y="419100"/>
                </a:lnTo>
                <a:lnTo>
                  <a:pt x="104775" y="414338"/>
                </a:lnTo>
                <a:lnTo>
                  <a:pt x="100013" y="409575"/>
                </a:lnTo>
                <a:lnTo>
                  <a:pt x="95250" y="404813"/>
                </a:lnTo>
                <a:lnTo>
                  <a:pt x="95250" y="395288"/>
                </a:lnTo>
                <a:lnTo>
                  <a:pt x="90488" y="390525"/>
                </a:lnTo>
                <a:lnTo>
                  <a:pt x="85725" y="385763"/>
                </a:lnTo>
                <a:lnTo>
                  <a:pt x="80963" y="381000"/>
                </a:lnTo>
                <a:lnTo>
                  <a:pt x="76200" y="376238"/>
                </a:lnTo>
                <a:lnTo>
                  <a:pt x="76200" y="366713"/>
                </a:lnTo>
                <a:lnTo>
                  <a:pt x="71438" y="361950"/>
                </a:lnTo>
                <a:lnTo>
                  <a:pt x="66675" y="357188"/>
                </a:lnTo>
                <a:lnTo>
                  <a:pt x="61913" y="352425"/>
                </a:lnTo>
                <a:lnTo>
                  <a:pt x="57150" y="347663"/>
                </a:lnTo>
                <a:lnTo>
                  <a:pt x="57150" y="338138"/>
                </a:lnTo>
                <a:lnTo>
                  <a:pt x="52388" y="333375"/>
                </a:lnTo>
                <a:lnTo>
                  <a:pt x="47625" y="328613"/>
                </a:lnTo>
                <a:lnTo>
                  <a:pt x="47625" y="319088"/>
                </a:lnTo>
                <a:lnTo>
                  <a:pt x="42863" y="314325"/>
                </a:lnTo>
                <a:lnTo>
                  <a:pt x="38100" y="309563"/>
                </a:lnTo>
                <a:lnTo>
                  <a:pt x="38100" y="300038"/>
                </a:lnTo>
                <a:lnTo>
                  <a:pt x="33338" y="295275"/>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4763" y="219075"/>
                </a:lnTo>
                <a:lnTo>
                  <a:pt x="0" y="214313"/>
                </a:lnTo>
                <a:lnTo>
                  <a:pt x="0" y="204788"/>
                </a:lnTo>
                <a:lnTo>
                  <a:pt x="4763" y="200025"/>
                </a:lnTo>
                <a:lnTo>
                  <a:pt x="9525" y="195263"/>
                </a:lnTo>
                <a:lnTo>
                  <a:pt x="14288" y="190500"/>
                </a:lnTo>
                <a:lnTo>
                  <a:pt x="19050" y="185738"/>
                </a:lnTo>
                <a:lnTo>
                  <a:pt x="19050" y="176213"/>
                </a:lnTo>
                <a:lnTo>
                  <a:pt x="19050" y="166688"/>
                </a:lnTo>
                <a:lnTo>
                  <a:pt x="23813" y="161925"/>
                </a:lnTo>
                <a:lnTo>
                  <a:pt x="28575" y="157163"/>
                </a:lnTo>
                <a:lnTo>
                  <a:pt x="33338" y="152400"/>
                </a:lnTo>
                <a:lnTo>
                  <a:pt x="38100" y="147638"/>
                </a:lnTo>
                <a:lnTo>
                  <a:pt x="38100" y="138113"/>
                </a:lnTo>
                <a:lnTo>
                  <a:pt x="42863" y="133350"/>
                </a:lnTo>
                <a:lnTo>
                  <a:pt x="52388" y="133350"/>
                </a:lnTo>
                <a:lnTo>
                  <a:pt x="57150" y="128588"/>
                </a:lnTo>
                <a:lnTo>
                  <a:pt x="57150" y="119063"/>
                </a:lnTo>
                <a:lnTo>
                  <a:pt x="61913" y="114300"/>
                </a:lnTo>
                <a:lnTo>
                  <a:pt x="66675" y="109538"/>
                </a:lnTo>
                <a:lnTo>
                  <a:pt x="71438" y="104775"/>
                </a:lnTo>
                <a:lnTo>
                  <a:pt x="76200" y="100013"/>
                </a:lnTo>
                <a:lnTo>
                  <a:pt x="80963" y="95250"/>
                </a:lnTo>
                <a:lnTo>
                  <a:pt x="85725" y="90488"/>
                </a:lnTo>
                <a:lnTo>
                  <a:pt x="90488" y="85725"/>
                </a:lnTo>
                <a:lnTo>
                  <a:pt x="95250" y="80963"/>
                </a:lnTo>
                <a:lnTo>
                  <a:pt x="100013" y="76200"/>
                </a:lnTo>
                <a:lnTo>
                  <a:pt x="104775" y="71438"/>
                </a:lnTo>
                <a:lnTo>
                  <a:pt x="109538" y="66675"/>
                </a:lnTo>
                <a:lnTo>
                  <a:pt x="114300" y="61913"/>
                </a:lnTo>
                <a:lnTo>
                  <a:pt x="119063" y="57150"/>
                </a:lnTo>
                <a:lnTo>
                  <a:pt x="123825" y="52388"/>
                </a:lnTo>
                <a:lnTo>
                  <a:pt x="128588" y="47625"/>
                </a:lnTo>
                <a:lnTo>
                  <a:pt x="133350" y="42863"/>
                </a:lnTo>
                <a:lnTo>
                  <a:pt x="138113" y="38100"/>
                </a:lnTo>
                <a:lnTo>
                  <a:pt x="142875" y="33338"/>
                </a:lnTo>
                <a:lnTo>
                  <a:pt x="147638" y="28575"/>
                </a:lnTo>
                <a:lnTo>
                  <a:pt x="152400" y="23813"/>
                </a:lnTo>
                <a:lnTo>
                  <a:pt x="157163" y="19050"/>
                </a:lnTo>
                <a:lnTo>
                  <a:pt x="161925" y="14288"/>
                </a:lnTo>
                <a:lnTo>
                  <a:pt x="166688" y="9525"/>
                </a:lnTo>
                <a:lnTo>
                  <a:pt x="176213" y="9525"/>
                </a:lnTo>
                <a:lnTo>
                  <a:pt x="180975" y="4763"/>
                </a:lnTo>
                <a:close/>
              </a:path>
            </a:pathLst>
          </a:custGeom>
          <a:solidFill xmlns:a="http://schemas.openxmlformats.org/drawingml/2006/main">
            <a:srgbClr val="C2C2C2"/>
          </a:solidFill>
          <a:ln xmlns:a="http://schemas.openxmlformats.org/drawingml/2006/main" w="0">
            <a:noFill/>
            <a:prstDash val="solid"/>
          </a:ln>
        </p:spPr>
      </p:sp>
      <p:sp>
        <p:nvSpPr>
          <p:cNvPr id="378" name="deep-skill-chaining-source-component-8-gradient-196-0">
            <a:extLst xmlns:a="http://schemas.openxmlformats.org/drawingml/2006/main">
              <a:ext uri="{FF2B5EF4-FFF2-40B4-BE49-F238E27FC236}">
                <a16:creationId xmlns:a16="http://schemas.microsoft.com/office/drawing/2014/main" id="{4E4408FA-6ACC-4383-A3FC-13EF10EA0C20}"/>
              </a:ext>
            </a:extLst>
          </p:cNvPr>
          <p:cNvSpPr>
            <a:spLocks xmlns:a="http://schemas.openxmlformats.org/drawingml/2006/main" noGrp="1"/>
          </p:cNvSpPr>
          <p:nvPr/>
        </p:nvSpPr>
        <p:spPr>
          <a:xfrm xmlns:a="http://schemas.openxmlformats.org/drawingml/2006/main" rot="0">
            <a:off x="9153525" y="638175"/>
            <a:ext cx="809625" cy="714375"/>
          </a:xfrm>
          <a:custGeom xmlns:a="http://schemas.openxmlformats.org/drawingml/2006/main">
            <a:pathLst>
              <a:path w="809625" h="714375">
                <a:moveTo>
                  <a:pt x="190500" y="4763"/>
                </a:moveTo>
                <a:lnTo>
                  <a:pt x="195263" y="0"/>
                </a:lnTo>
                <a:lnTo>
                  <a:pt x="204788" y="0"/>
                </a:lnTo>
                <a:lnTo>
                  <a:pt x="214313" y="0"/>
                </a:lnTo>
                <a:lnTo>
                  <a:pt x="223838" y="0"/>
                </a:lnTo>
                <a:lnTo>
                  <a:pt x="233363" y="0"/>
                </a:lnTo>
                <a:lnTo>
                  <a:pt x="242888" y="0"/>
                </a:lnTo>
                <a:lnTo>
                  <a:pt x="252413" y="0"/>
                </a:lnTo>
                <a:lnTo>
                  <a:pt x="257175" y="4763"/>
                </a:lnTo>
                <a:lnTo>
                  <a:pt x="261938" y="9525"/>
                </a:lnTo>
                <a:lnTo>
                  <a:pt x="271463" y="9525"/>
                </a:lnTo>
                <a:lnTo>
                  <a:pt x="280988" y="9525"/>
                </a:lnTo>
                <a:lnTo>
                  <a:pt x="290513" y="9525"/>
                </a:lnTo>
                <a:lnTo>
                  <a:pt x="295275" y="14288"/>
                </a:lnTo>
                <a:lnTo>
                  <a:pt x="300038" y="19050"/>
                </a:lnTo>
                <a:lnTo>
                  <a:pt x="309563" y="19050"/>
                </a:lnTo>
                <a:lnTo>
                  <a:pt x="319088" y="19050"/>
                </a:lnTo>
                <a:lnTo>
                  <a:pt x="323850" y="23813"/>
                </a:lnTo>
                <a:lnTo>
                  <a:pt x="328613" y="28575"/>
                </a:lnTo>
                <a:lnTo>
                  <a:pt x="338138" y="28575"/>
                </a:lnTo>
                <a:lnTo>
                  <a:pt x="347663" y="28575"/>
                </a:lnTo>
                <a:lnTo>
                  <a:pt x="352425" y="33338"/>
                </a:lnTo>
                <a:lnTo>
                  <a:pt x="357188" y="38100"/>
                </a:lnTo>
                <a:lnTo>
                  <a:pt x="366713" y="38100"/>
                </a:lnTo>
                <a:lnTo>
                  <a:pt x="371475" y="42863"/>
                </a:lnTo>
                <a:lnTo>
                  <a:pt x="376238" y="47625"/>
                </a:lnTo>
                <a:lnTo>
                  <a:pt x="385763" y="47625"/>
                </a:lnTo>
                <a:lnTo>
                  <a:pt x="390525" y="52388"/>
                </a:lnTo>
                <a:lnTo>
                  <a:pt x="395288" y="57150"/>
                </a:lnTo>
                <a:lnTo>
                  <a:pt x="404813" y="57150"/>
                </a:lnTo>
                <a:lnTo>
                  <a:pt x="409575" y="61913"/>
                </a:lnTo>
                <a:lnTo>
                  <a:pt x="414338" y="66675"/>
                </a:lnTo>
                <a:lnTo>
                  <a:pt x="423863" y="66675"/>
                </a:lnTo>
                <a:lnTo>
                  <a:pt x="428625" y="71438"/>
                </a:lnTo>
                <a:lnTo>
                  <a:pt x="433388" y="76200"/>
                </a:lnTo>
                <a:lnTo>
                  <a:pt x="442913" y="76200"/>
                </a:lnTo>
                <a:lnTo>
                  <a:pt x="447675" y="80963"/>
                </a:lnTo>
                <a:lnTo>
                  <a:pt x="452438" y="85725"/>
                </a:lnTo>
                <a:lnTo>
                  <a:pt x="461963" y="85725"/>
                </a:lnTo>
                <a:lnTo>
                  <a:pt x="466725" y="90488"/>
                </a:lnTo>
                <a:lnTo>
                  <a:pt x="471488" y="95250"/>
                </a:lnTo>
                <a:lnTo>
                  <a:pt x="476250" y="100013"/>
                </a:lnTo>
                <a:lnTo>
                  <a:pt x="481013" y="104775"/>
                </a:lnTo>
                <a:lnTo>
                  <a:pt x="490538" y="104775"/>
                </a:lnTo>
                <a:lnTo>
                  <a:pt x="495300" y="109538"/>
                </a:lnTo>
                <a:lnTo>
                  <a:pt x="500063" y="114300"/>
                </a:lnTo>
                <a:lnTo>
                  <a:pt x="504825" y="119063"/>
                </a:lnTo>
                <a:lnTo>
                  <a:pt x="509588" y="123825"/>
                </a:lnTo>
                <a:lnTo>
                  <a:pt x="519113" y="123825"/>
                </a:lnTo>
                <a:lnTo>
                  <a:pt x="523875" y="128588"/>
                </a:lnTo>
                <a:lnTo>
                  <a:pt x="528638" y="133350"/>
                </a:lnTo>
                <a:lnTo>
                  <a:pt x="533400" y="138113"/>
                </a:lnTo>
                <a:lnTo>
                  <a:pt x="538163" y="142875"/>
                </a:lnTo>
                <a:lnTo>
                  <a:pt x="542925" y="147638"/>
                </a:lnTo>
                <a:lnTo>
                  <a:pt x="547688" y="152400"/>
                </a:lnTo>
                <a:lnTo>
                  <a:pt x="557213" y="152400"/>
                </a:lnTo>
                <a:lnTo>
                  <a:pt x="561975" y="157163"/>
                </a:lnTo>
                <a:lnTo>
                  <a:pt x="566738" y="161925"/>
                </a:lnTo>
                <a:lnTo>
                  <a:pt x="571500" y="166688"/>
                </a:lnTo>
                <a:lnTo>
                  <a:pt x="576263" y="171450"/>
                </a:lnTo>
                <a:lnTo>
                  <a:pt x="581025" y="176213"/>
                </a:lnTo>
                <a:lnTo>
                  <a:pt x="585788" y="180975"/>
                </a:lnTo>
                <a:lnTo>
                  <a:pt x="590550" y="185738"/>
                </a:lnTo>
                <a:lnTo>
                  <a:pt x="595313" y="190500"/>
                </a:lnTo>
                <a:lnTo>
                  <a:pt x="600075" y="195263"/>
                </a:lnTo>
                <a:lnTo>
                  <a:pt x="604838" y="200025"/>
                </a:lnTo>
                <a:lnTo>
                  <a:pt x="614363" y="200025"/>
                </a:lnTo>
                <a:lnTo>
                  <a:pt x="619125" y="204788"/>
                </a:lnTo>
                <a:lnTo>
                  <a:pt x="623888" y="209550"/>
                </a:lnTo>
                <a:lnTo>
                  <a:pt x="628650" y="214313"/>
                </a:lnTo>
                <a:lnTo>
                  <a:pt x="633413" y="219075"/>
                </a:lnTo>
                <a:lnTo>
                  <a:pt x="638175" y="223838"/>
                </a:lnTo>
                <a:lnTo>
                  <a:pt x="642938" y="228600"/>
                </a:lnTo>
                <a:lnTo>
                  <a:pt x="647700" y="233363"/>
                </a:lnTo>
                <a:lnTo>
                  <a:pt x="652463" y="238125"/>
                </a:lnTo>
                <a:lnTo>
                  <a:pt x="657225" y="242888"/>
                </a:lnTo>
                <a:lnTo>
                  <a:pt x="661988" y="247650"/>
                </a:lnTo>
                <a:lnTo>
                  <a:pt x="666750" y="252413"/>
                </a:lnTo>
                <a:lnTo>
                  <a:pt x="666750" y="261938"/>
                </a:lnTo>
                <a:lnTo>
                  <a:pt x="671513" y="266700"/>
                </a:lnTo>
                <a:lnTo>
                  <a:pt x="676275" y="271463"/>
                </a:lnTo>
                <a:lnTo>
                  <a:pt x="681038" y="276225"/>
                </a:lnTo>
                <a:lnTo>
                  <a:pt x="685800" y="280988"/>
                </a:lnTo>
                <a:lnTo>
                  <a:pt x="690563" y="285750"/>
                </a:lnTo>
                <a:lnTo>
                  <a:pt x="695325" y="290513"/>
                </a:lnTo>
                <a:lnTo>
                  <a:pt x="700088" y="295275"/>
                </a:lnTo>
                <a:lnTo>
                  <a:pt x="704850" y="300038"/>
                </a:lnTo>
                <a:lnTo>
                  <a:pt x="709613" y="304800"/>
                </a:lnTo>
                <a:lnTo>
                  <a:pt x="714375" y="309563"/>
                </a:lnTo>
                <a:lnTo>
                  <a:pt x="714375" y="319088"/>
                </a:lnTo>
                <a:lnTo>
                  <a:pt x="719138" y="323850"/>
                </a:lnTo>
                <a:lnTo>
                  <a:pt x="723900" y="328613"/>
                </a:lnTo>
                <a:lnTo>
                  <a:pt x="728663" y="333375"/>
                </a:lnTo>
                <a:lnTo>
                  <a:pt x="733425" y="338138"/>
                </a:lnTo>
                <a:lnTo>
                  <a:pt x="738188" y="342900"/>
                </a:lnTo>
                <a:lnTo>
                  <a:pt x="742950" y="347663"/>
                </a:lnTo>
                <a:lnTo>
                  <a:pt x="742950" y="357188"/>
                </a:lnTo>
                <a:lnTo>
                  <a:pt x="747713" y="361950"/>
                </a:lnTo>
                <a:lnTo>
                  <a:pt x="752475" y="366713"/>
                </a:lnTo>
                <a:lnTo>
                  <a:pt x="752475" y="376238"/>
                </a:lnTo>
                <a:lnTo>
                  <a:pt x="757238" y="381000"/>
                </a:lnTo>
                <a:lnTo>
                  <a:pt x="762000" y="385763"/>
                </a:lnTo>
                <a:lnTo>
                  <a:pt x="766763" y="390525"/>
                </a:lnTo>
                <a:lnTo>
                  <a:pt x="771525" y="395288"/>
                </a:lnTo>
                <a:lnTo>
                  <a:pt x="771525" y="404813"/>
                </a:lnTo>
                <a:lnTo>
                  <a:pt x="776288" y="409575"/>
                </a:lnTo>
                <a:lnTo>
                  <a:pt x="781050" y="414338"/>
                </a:lnTo>
                <a:lnTo>
                  <a:pt x="781050" y="423863"/>
                </a:lnTo>
                <a:lnTo>
                  <a:pt x="785813" y="428625"/>
                </a:lnTo>
                <a:lnTo>
                  <a:pt x="790575" y="433388"/>
                </a:lnTo>
                <a:lnTo>
                  <a:pt x="790575" y="442913"/>
                </a:lnTo>
                <a:lnTo>
                  <a:pt x="790575" y="452438"/>
                </a:lnTo>
                <a:lnTo>
                  <a:pt x="795338" y="457200"/>
                </a:lnTo>
                <a:lnTo>
                  <a:pt x="800100" y="461963"/>
                </a:lnTo>
                <a:lnTo>
                  <a:pt x="800100" y="471488"/>
                </a:lnTo>
                <a:lnTo>
                  <a:pt x="804863" y="476250"/>
                </a:lnTo>
                <a:lnTo>
                  <a:pt x="809625" y="481013"/>
                </a:lnTo>
                <a:lnTo>
                  <a:pt x="809625" y="490538"/>
                </a:lnTo>
                <a:lnTo>
                  <a:pt x="809625" y="500063"/>
                </a:lnTo>
                <a:lnTo>
                  <a:pt x="804863" y="504825"/>
                </a:lnTo>
                <a:lnTo>
                  <a:pt x="800100" y="509588"/>
                </a:lnTo>
                <a:lnTo>
                  <a:pt x="795338" y="514350"/>
                </a:lnTo>
                <a:lnTo>
                  <a:pt x="790575" y="519113"/>
                </a:lnTo>
                <a:lnTo>
                  <a:pt x="790575" y="528638"/>
                </a:lnTo>
                <a:lnTo>
                  <a:pt x="790575" y="538163"/>
                </a:lnTo>
                <a:lnTo>
                  <a:pt x="795338" y="542925"/>
                </a:lnTo>
                <a:lnTo>
                  <a:pt x="800100" y="547688"/>
                </a:lnTo>
                <a:lnTo>
                  <a:pt x="795338" y="552450"/>
                </a:lnTo>
                <a:lnTo>
                  <a:pt x="790575" y="557213"/>
                </a:lnTo>
                <a:lnTo>
                  <a:pt x="785813" y="561975"/>
                </a:lnTo>
                <a:lnTo>
                  <a:pt x="781050" y="566738"/>
                </a:lnTo>
                <a:lnTo>
                  <a:pt x="781050" y="576263"/>
                </a:lnTo>
                <a:lnTo>
                  <a:pt x="781050" y="585788"/>
                </a:lnTo>
                <a:lnTo>
                  <a:pt x="781050" y="595313"/>
                </a:lnTo>
                <a:lnTo>
                  <a:pt x="781050" y="604838"/>
                </a:lnTo>
                <a:lnTo>
                  <a:pt x="776288" y="609600"/>
                </a:lnTo>
                <a:lnTo>
                  <a:pt x="766763" y="609600"/>
                </a:lnTo>
                <a:lnTo>
                  <a:pt x="762000" y="614363"/>
                </a:lnTo>
                <a:lnTo>
                  <a:pt x="757238" y="619125"/>
                </a:lnTo>
                <a:lnTo>
                  <a:pt x="752475" y="623888"/>
                </a:lnTo>
                <a:lnTo>
                  <a:pt x="747713" y="628650"/>
                </a:lnTo>
                <a:lnTo>
                  <a:pt x="742950" y="633413"/>
                </a:lnTo>
                <a:lnTo>
                  <a:pt x="738188" y="638175"/>
                </a:lnTo>
                <a:lnTo>
                  <a:pt x="733425" y="642938"/>
                </a:lnTo>
                <a:lnTo>
                  <a:pt x="733425" y="652463"/>
                </a:lnTo>
                <a:lnTo>
                  <a:pt x="728663" y="657225"/>
                </a:lnTo>
                <a:lnTo>
                  <a:pt x="723900" y="661988"/>
                </a:lnTo>
                <a:lnTo>
                  <a:pt x="719138" y="666750"/>
                </a:lnTo>
                <a:lnTo>
                  <a:pt x="714375" y="671513"/>
                </a:lnTo>
                <a:lnTo>
                  <a:pt x="709613" y="676275"/>
                </a:lnTo>
                <a:lnTo>
                  <a:pt x="700088" y="676275"/>
                </a:lnTo>
                <a:lnTo>
                  <a:pt x="695325" y="681038"/>
                </a:lnTo>
                <a:lnTo>
                  <a:pt x="690563" y="685800"/>
                </a:lnTo>
                <a:lnTo>
                  <a:pt x="685800" y="690563"/>
                </a:lnTo>
                <a:lnTo>
                  <a:pt x="681038" y="695325"/>
                </a:lnTo>
                <a:lnTo>
                  <a:pt x="676275" y="700088"/>
                </a:lnTo>
                <a:lnTo>
                  <a:pt x="671513" y="704850"/>
                </a:lnTo>
                <a:lnTo>
                  <a:pt x="666750" y="709613"/>
                </a:lnTo>
                <a:lnTo>
                  <a:pt x="661988" y="714375"/>
                </a:lnTo>
                <a:lnTo>
                  <a:pt x="652463" y="714375"/>
                </a:lnTo>
                <a:lnTo>
                  <a:pt x="642938" y="714375"/>
                </a:lnTo>
                <a:lnTo>
                  <a:pt x="633413" y="714375"/>
                </a:lnTo>
                <a:lnTo>
                  <a:pt x="623888" y="714375"/>
                </a:lnTo>
                <a:lnTo>
                  <a:pt x="614363" y="714375"/>
                </a:lnTo>
                <a:lnTo>
                  <a:pt x="604838" y="714375"/>
                </a:lnTo>
                <a:lnTo>
                  <a:pt x="595313" y="714375"/>
                </a:lnTo>
                <a:lnTo>
                  <a:pt x="585788" y="714375"/>
                </a:lnTo>
                <a:lnTo>
                  <a:pt x="576263" y="714375"/>
                </a:lnTo>
                <a:lnTo>
                  <a:pt x="571500" y="709613"/>
                </a:lnTo>
                <a:lnTo>
                  <a:pt x="566738" y="704850"/>
                </a:lnTo>
                <a:lnTo>
                  <a:pt x="557213" y="704850"/>
                </a:lnTo>
                <a:lnTo>
                  <a:pt x="547688" y="704850"/>
                </a:lnTo>
                <a:lnTo>
                  <a:pt x="538163" y="704850"/>
                </a:lnTo>
                <a:lnTo>
                  <a:pt x="533400" y="700088"/>
                </a:lnTo>
                <a:lnTo>
                  <a:pt x="528638" y="695325"/>
                </a:lnTo>
                <a:lnTo>
                  <a:pt x="519113" y="695325"/>
                </a:lnTo>
                <a:lnTo>
                  <a:pt x="509588" y="695325"/>
                </a:lnTo>
                <a:lnTo>
                  <a:pt x="504825" y="690563"/>
                </a:lnTo>
                <a:lnTo>
                  <a:pt x="500063" y="685800"/>
                </a:lnTo>
                <a:lnTo>
                  <a:pt x="490538" y="685800"/>
                </a:lnTo>
                <a:lnTo>
                  <a:pt x="481013" y="685800"/>
                </a:lnTo>
                <a:lnTo>
                  <a:pt x="476250" y="681038"/>
                </a:lnTo>
                <a:lnTo>
                  <a:pt x="471488" y="676275"/>
                </a:lnTo>
                <a:lnTo>
                  <a:pt x="461963" y="676275"/>
                </a:lnTo>
                <a:lnTo>
                  <a:pt x="452438" y="676275"/>
                </a:lnTo>
                <a:lnTo>
                  <a:pt x="447675" y="671513"/>
                </a:lnTo>
                <a:lnTo>
                  <a:pt x="442913" y="666750"/>
                </a:lnTo>
                <a:lnTo>
                  <a:pt x="433388" y="666750"/>
                </a:lnTo>
                <a:lnTo>
                  <a:pt x="428625" y="661988"/>
                </a:lnTo>
                <a:lnTo>
                  <a:pt x="423863" y="657225"/>
                </a:lnTo>
                <a:lnTo>
                  <a:pt x="414338" y="657225"/>
                </a:lnTo>
                <a:lnTo>
                  <a:pt x="409575" y="652463"/>
                </a:lnTo>
                <a:lnTo>
                  <a:pt x="404813" y="647700"/>
                </a:lnTo>
                <a:lnTo>
                  <a:pt x="395288" y="647700"/>
                </a:lnTo>
                <a:lnTo>
                  <a:pt x="390525" y="642938"/>
                </a:lnTo>
                <a:lnTo>
                  <a:pt x="385763" y="638175"/>
                </a:lnTo>
                <a:lnTo>
                  <a:pt x="376238" y="638175"/>
                </a:lnTo>
                <a:lnTo>
                  <a:pt x="371475" y="633413"/>
                </a:lnTo>
                <a:lnTo>
                  <a:pt x="366713" y="628650"/>
                </a:lnTo>
                <a:lnTo>
                  <a:pt x="361950" y="623888"/>
                </a:lnTo>
                <a:lnTo>
                  <a:pt x="357188" y="619125"/>
                </a:lnTo>
                <a:lnTo>
                  <a:pt x="347663" y="619125"/>
                </a:lnTo>
                <a:lnTo>
                  <a:pt x="342900" y="614363"/>
                </a:lnTo>
                <a:lnTo>
                  <a:pt x="338138" y="609600"/>
                </a:lnTo>
                <a:lnTo>
                  <a:pt x="328613" y="609600"/>
                </a:lnTo>
                <a:lnTo>
                  <a:pt x="323850" y="604838"/>
                </a:lnTo>
                <a:lnTo>
                  <a:pt x="319088" y="600075"/>
                </a:lnTo>
                <a:lnTo>
                  <a:pt x="314325" y="595313"/>
                </a:lnTo>
                <a:lnTo>
                  <a:pt x="309563" y="590550"/>
                </a:lnTo>
                <a:lnTo>
                  <a:pt x="300038" y="590550"/>
                </a:lnTo>
                <a:lnTo>
                  <a:pt x="295275" y="585788"/>
                </a:lnTo>
                <a:lnTo>
                  <a:pt x="290513" y="581025"/>
                </a:lnTo>
                <a:lnTo>
                  <a:pt x="285750" y="576263"/>
                </a:lnTo>
                <a:lnTo>
                  <a:pt x="280988" y="571500"/>
                </a:lnTo>
                <a:lnTo>
                  <a:pt x="276225" y="566738"/>
                </a:lnTo>
                <a:lnTo>
                  <a:pt x="271463" y="561975"/>
                </a:lnTo>
                <a:lnTo>
                  <a:pt x="261938" y="561975"/>
                </a:lnTo>
                <a:lnTo>
                  <a:pt x="257175" y="557213"/>
                </a:lnTo>
                <a:lnTo>
                  <a:pt x="252413" y="552450"/>
                </a:lnTo>
                <a:lnTo>
                  <a:pt x="247650" y="547688"/>
                </a:lnTo>
                <a:lnTo>
                  <a:pt x="242888" y="542925"/>
                </a:lnTo>
                <a:lnTo>
                  <a:pt x="238125" y="538163"/>
                </a:lnTo>
                <a:lnTo>
                  <a:pt x="233363" y="533400"/>
                </a:lnTo>
                <a:lnTo>
                  <a:pt x="228600" y="528638"/>
                </a:lnTo>
                <a:lnTo>
                  <a:pt x="223838" y="523875"/>
                </a:lnTo>
                <a:lnTo>
                  <a:pt x="219075" y="519113"/>
                </a:lnTo>
                <a:lnTo>
                  <a:pt x="214313" y="514350"/>
                </a:lnTo>
                <a:lnTo>
                  <a:pt x="204788" y="514350"/>
                </a:lnTo>
                <a:lnTo>
                  <a:pt x="200025" y="509588"/>
                </a:lnTo>
                <a:lnTo>
                  <a:pt x="195263" y="504825"/>
                </a:lnTo>
                <a:lnTo>
                  <a:pt x="190500" y="500063"/>
                </a:lnTo>
                <a:lnTo>
                  <a:pt x="185738" y="495300"/>
                </a:lnTo>
                <a:lnTo>
                  <a:pt x="180975" y="490538"/>
                </a:lnTo>
                <a:lnTo>
                  <a:pt x="176213" y="485775"/>
                </a:lnTo>
                <a:lnTo>
                  <a:pt x="171450" y="481013"/>
                </a:lnTo>
                <a:lnTo>
                  <a:pt x="166688" y="476250"/>
                </a:lnTo>
                <a:lnTo>
                  <a:pt x="161925" y="471488"/>
                </a:lnTo>
                <a:lnTo>
                  <a:pt x="157163" y="466725"/>
                </a:lnTo>
                <a:lnTo>
                  <a:pt x="152400" y="461963"/>
                </a:lnTo>
                <a:lnTo>
                  <a:pt x="147638" y="457200"/>
                </a:lnTo>
                <a:lnTo>
                  <a:pt x="142875" y="452438"/>
                </a:lnTo>
                <a:lnTo>
                  <a:pt x="138113" y="447675"/>
                </a:lnTo>
                <a:lnTo>
                  <a:pt x="133350" y="442913"/>
                </a:lnTo>
                <a:lnTo>
                  <a:pt x="133350" y="433388"/>
                </a:lnTo>
                <a:lnTo>
                  <a:pt x="128588" y="428625"/>
                </a:lnTo>
                <a:lnTo>
                  <a:pt x="123825" y="423863"/>
                </a:lnTo>
                <a:lnTo>
                  <a:pt x="119063" y="419100"/>
                </a:lnTo>
                <a:lnTo>
                  <a:pt x="114300" y="414338"/>
                </a:lnTo>
                <a:lnTo>
                  <a:pt x="109538" y="409575"/>
                </a:lnTo>
                <a:lnTo>
                  <a:pt x="104775" y="404813"/>
                </a:lnTo>
                <a:lnTo>
                  <a:pt x="100013" y="400050"/>
                </a:lnTo>
                <a:lnTo>
                  <a:pt x="95250" y="395288"/>
                </a:lnTo>
                <a:lnTo>
                  <a:pt x="95250" y="385763"/>
                </a:lnTo>
                <a:lnTo>
                  <a:pt x="90488" y="381000"/>
                </a:lnTo>
                <a:lnTo>
                  <a:pt x="85725" y="376238"/>
                </a:lnTo>
                <a:lnTo>
                  <a:pt x="80963" y="371475"/>
                </a:lnTo>
                <a:lnTo>
                  <a:pt x="76200" y="366713"/>
                </a:lnTo>
                <a:lnTo>
                  <a:pt x="76200" y="357188"/>
                </a:lnTo>
                <a:lnTo>
                  <a:pt x="71438" y="352425"/>
                </a:lnTo>
                <a:lnTo>
                  <a:pt x="66675" y="347663"/>
                </a:lnTo>
                <a:lnTo>
                  <a:pt x="61913" y="342900"/>
                </a:lnTo>
                <a:lnTo>
                  <a:pt x="57150" y="338138"/>
                </a:lnTo>
                <a:lnTo>
                  <a:pt x="57150" y="328613"/>
                </a:lnTo>
                <a:lnTo>
                  <a:pt x="52388" y="323850"/>
                </a:lnTo>
                <a:lnTo>
                  <a:pt x="47625" y="319088"/>
                </a:lnTo>
                <a:lnTo>
                  <a:pt x="47625" y="309563"/>
                </a:lnTo>
                <a:lnTo>
                  <a:pt x="42863" y="304800"/>
                </a:lnTo>
                <a:lnTo>
                  <a:pt x="38100" y="300038"/>
                </a:lnTo>
                <a:lnTo>
                  <a:pt x="38100" y="290513"/>
                </a:lnTo>
                <a:lnTo>
                  <a:pt x="33338" y="285750"/>
                </a:lnTo>
                <a:lnTo>
                  <a:pt x="28575" y="280988"/>
                </a:lnTo>
                <a:lnTo>
                  <a:pt x="28575" y="271463"/>
                </a:lnTo>
                <a:lnTo>
                  <a:pt x="23813" y="266700"/>
                </a:lnTo>
                <a:lnTo>
                  <a:pt x="19050" y="261938"/>
                </a:lnTo>
                <a:lnTo>
                  <a:pt x="19050" y="252413"/>
                </a:lnTo>
                <a:lnTo>
                  <a:pt x="19050" y="242888"/>
                </a:lnTo>
                <a:lnTo>
                  <a:pt x="19050" y="233363"/>
                </a:lnTo>
                <a:lnTo>
                  <a:pt x="19050" y="223838"/>
                </a:lnTo>
                <a:lnTo>
                  <a:pt x="14288" y="219075"/>
                </a:lnTo>
                <a:lnTo>
                  <a:pt x="9525" y="214313"/>
                </a:lnTo>
                <a:lnTo>
                  <a:pt x="4763" y="209550"/>
                </a:lnTo>
                <a:lnTo>
                  <a:pt x="0" y="204788"/>
                </a:lnTo>
                <a:lnTo>
                  <a:pt x="4763" y="200025"/>
                </a:lnTo>
                <a:lnTo>
                  <a:pt x="14288" y="200025"/>
                </a:lnTo>
                <a:lnTo>
                  <a:pt x="19050" y="195263"/>
                </a:lnTo>
                <a:lnTo>
                  <a:pt x="23813" y="190500"/>
                </a:lnTo>
                <a:lnTo>
                  <a:pt x="28575" y="185738"/>
                </a:lnTo>
                <a:lnTo>
                  <a:pt x="28575" y="176213"/>
                </a:lnTo>
                <a:lnTo>
                  <a:pt x="33338" y="171450"/>
                </a:lnTo>
                <a:lnTo>
                  <a:pt x="38100" y="166688"/>
                </a:lnTo>
                <a:lnTo>
                  <a:pt x="38100" y="157163"/>
                </a:lnTo>
                <a:lnTo>
                  <a:pt x="38100" y="147638"/>
                </a:lnTo>
                <a:lnTo>
                  <a:pt x="42863" y="142875"/>
                </a:lnTo>
                <a:lnTo>
                  <a:pt x="47625" y="138113"/>
                </a:lnTo>
                <a:lnTo>
                  <a:pt x="52388" y="133350"/>
                </a:lnTo>
                <a:lnTo>
                  <a:pt x="57150" y="128588"/>
                </a:lnTo>
                <a:lnTo>
                  <a:pt x="61913" y="123825"/>
                </a:lnTo>
                <a:lnTo>
                  <a:pt x="71438" y="123825"/>
                </a:lnTo>
                <a:lnTo>
                  <a:pt x="76200" y="119063"/>
                </a:lnTo>
                <a:lnTo>
                  <a:pt x="76200" y="109538"/>
                </a:lnTo>
                <a:lnTo>
                  <a:pt x="80963" y="104775"/>
                </a:lnTo>
                <a:lnTo>
                  <a:pt x="85725" y="100013"/>
                </a:lnTo>
                <a:lnTo>
                  <a:pt x="85725" y="90488"/>
                </a:lnTo>
                <a:lnTo>
                  <a:pt x="90488" y="85725"/>
                </a:lnTo>
                <a:lnTo>
                  <a:pt x="100013" y="85725"/>
                </a:lnTo>
                <a:lnTo>
                  <a:pt x="104775" y="80963"/>
                </a:lnTo>
                <a:lnTo>
                  <a:pt x="109538" y="76200"/>
                </a:lnTo>
                <a:lnTo>
                  <a:pt x="114300" y="71438"/>
                </a:lnTo>
                <a:lnTo>
                  <a:pt x="114300" y="61913"/>
                </a:lnTo>
                <a:lnTo>
                  <a:pt x="119063" y="57150"/>
                </a:lnTo>
                <a:lnTo>
                  <a:pt x="128588" y="57150"/>
                </a:lnTo>
                <a:lnTo>
                  <a:pt x="133350" y="52388"/>
                </a:lnTo>
                <a:lnTo>
                  <a:pt x="138113" y="47625"/>
                </a:lnTo>
                <a:lnTo>
                  <a:pt x="142875" y="42863"/>
                </a:lnTo>
                <a:lnTo>
                  <a:pt x="147638" y="38100"/>
                </a:lnTo>
                <a:lnTo>
                  <a:pt x="157163" y="38100"/>
                </a:lnTo>
                <a:lnTo>
                  <a:pt x="161925" y="33338"/>
                </a:lnTo>
                <a:lnTo>
                  <a:pt x="161925" y="23813"/>
                </a:lnTo>
                <a:lnTo>
                  <a:pt x="166688" y="19050"/>
                </a:lnTo>
                <a:lnTo>
                  <a:pt x="176213" y="19050"/>
                </a:lnTo>
                <a:lnTo>
                  <a:pt x="180975" y="14288"/>
                </a:lnTo>
                <a:lnTo>
                  <a:pt x="185738" y="9525"/>
                </a:lnTo>
                <a:lnTo>
                  <a:pt x="190500" y="4763"/>
                </a:lnTo>
                <a:close/>
              </a:path>
            </a:pathLst>
          </a:custGeom>
          <a:solidFill xmlns:a="http://schemas.openxmlformats.org/drawingml/2006/main">
            <a:srgbClr val="C4C4C4"/>
          </a:solidFill>
          <a:ln xmlns:a="http://schemas.openxmlformats.org/drawingml/2006/main" w="0">
            <a:noFill/>
            <a:prstDash val="solid"/>
          </a:ln>
        </p:spPr>
      </p:sp>
      <p:sp>
        <p:nvSpPr>
          <p:cNvPr id="379" name="deep-skill-chaining-source-component-8-gradient-198-0">
            <a:extLst xmlns:a="http://schemas.openxmlformats.org/drawingml/2006/main">
              <a:ext uri="{FF2B5EF4-FFF2-40B4-BE49-F238E27FC236}">
                <a16:creationId xmlns:a16="http://schemas.microsoft.com/office/drawing/2014/main" id="{DEB6CCA7-9828-42FE-80BB-730CB2864F0C}"/>
              </a:ext>
            </a:extLst>
          </p:cNvPr>
          <p:cNvSpPr>
            <a:spLocks xmlns:a="http://schemas.openxmlformats.org/drawingml/2006/main" noGrp="1"/>
          </p:cNvSpPr>
          <p:nvPr/>
        </p:nvSpPr>
        <p:spPr>
          <a:xfrm xmlns:a="http://schemas.openxmlformats.org/drawingml/2006/main" rot="0">
            <a:off x="9182100" y="638175"/>
            <a:ext cx="771525" cy="714375"/>
          </a:xfrm>
          <a:custGeom xmlns:a="http://schemas.openxmlformats.org/drawingml/2006/main">
            <a:pathLst>
              <a:path w="771525" h="714375">
                <a:moveTo>
                  <a:pt x="190500" y="4763"/>
                </a:moveTo>
                <a:lnTo>
                  <a:pt x="195263" y="0"/>
                </a:lnTo>
                <a:lnTo>
                  <a:pt x="204788" y="0"/>
                </a:lnTo>
                <a:lnTo>
                  <a:pt x="214313" y="0"/>
                </a:lnTo>
                <a:lnTo>
                  <a:pt x="223838" y="0"/>
                </a:lnTo>
                <a:lnTo>
                  <a:pt x="228600" y="4763"/>
                </a:lnTo>
                <a:lnTo>
                  <a:pt x="233363" y="9525"/>
                </a:lnTo>
                <a:lnTo>
                  <a:pt x="242888" y="9525"/>
                </a:lnTo>
                <a:lnTo>
                  <a:pt x="252413" y="9525"/>
                </a:lnTo>
                <a:lnTo>
                  <a:pt x="261938" y="9525"/>
                </a:lnTo>
                <a:lnTo>
                  <a:pt x="266700" y="14288"/>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8138" y="38100"/>
                </a:lnTo>
                <a:lnTo>
                  <a:pt x="342900" y="42863"/>
                </a:lnTo>
                <a:lnTo>
                  <a:pt x="347663" y="47625"/>
                </a:lnTo>
                <a:lnTo>
                  <a:pt x="357188" y="47625"/>
                </a:lnTo>
                <a:lnTo>
                  <a:pt x="361950" y="52388"/>
                </a:lnTo>
                <a:lnTo>
                  <a:pt x="366713" y="57150"/>
                </a:lnTo>
                <a:lnTo>
                  <a:pt x="376238" y="57150"/>
                </a:lnTo>
                <a:lnTo>
                  <a:pt x="381000" y="61913"/>
                </a:lnTo>
                <a:lnTo>
                  <a:pt x="385763" y="66675"/>
                </a:lnTo>
                <a:lnTo>
                  <a:pt x="395288" y="66675"/>
                </a:lnTo>
                <a:lnTo>
                  <a:pt x="400050" y="71438"/>
                </a:lnTo>
                <a:lnTo>
                  <a:pt x="404813" y="76200"/>
                </a:lnTo>
                <a:lnTo>
                  <a:pt x="414338" y="76200"/>
                </a:lnTo>
                <a:lnTo>
                  <a:pt x="419100" y="80963"/>
                </a:lnTo>
                <a:lnTo>
                  <a:pt x="423863" y="85725"/>
                </a:lnTo>
                <a:lnTo>
                  <a:pt x="433388" y="85725"/>
                </a:lnTo>
                <a:lnTo>
                  <a:pt x="438150" y="90488"/>
                </a:lnTo>
                <a:lnTo>
                  <a:pt x="442913" y="95250"/>
                </a:lnTo>
                <a:lnTo>
                  <a:pt x="447675" y="100013"/>
                </a:lnTo>
                <a:lnTo>
                  <a:pt x="452438" y="104775"/>
                </a:lnTo>
                <a:lnTo>
                  <a:pt x="461963" y="104775"/>
                </a:lnTo>
                <a:lnTo>
                  <a:pt x="466725" y="109538"/>
                </a:lnTo>
                <a:lnTo>
                  <a:pt x="471488" y="114300"/>
                </a:lnTo>
                <a:lnTo>
                  <a:pt x="476250" y="119063"/>
                </a:lnTo>
                <a:lnTo>
                  <a:pt x="481013" y="123825"/>
                </a:lnTo>
                <a:lnTo>
                  <a:pt x="490538" y="123825"/>
                </a:lnTo>
                <a:lnTo>
                  <a:pt x="495300" y="128588"/>
                </a:lnTo>
                <a:lnTo>
                  <a:pt x="500063" y="133350"/>
                </a:lnTo>
                <a:lnTo>
                  <a:pt x="504825" y="138113"/>
                </a:lnTo>
                <a:lnTo>
                  <a:pt x="509588" y="142875"/>
                </a:lnTo>
                <a:lnTo>
                  <a:pt x="514350" y="147638"/>
                </a:lnTo>
                <a:lnTo>
                  <a:pt x="519113" y="152400"/>
                </a:lnTo>
                <a:lnTo>
                  <a:pt x="528638" y="152400"/>
                </a:lnTo>
                <a:lnTo>
                  <a:pt x="533400" y="157163"/>
                </a:lnTo>
                <a:lnTo>
                  <a:pt x="538163" y="161925"/>
                </a:lnTo>
                <a:lnTo>
                  <a:pt x="542925" y="166688"/>
                </a:lnTo>
                <a:lnTo>
                  <a:pt x="547688" y="171450"/>
                </a:lnTo>
                <a:lnTo>
                  <a:pt x="552450" y="176213"/>
                </a:lnTo>
                <a:lnTo>
                  <a:pt x="557213" y="180975"/>
                </a:lnTo>
                <a:lnTo>
                  <a:pt x="561975" y="185738"/>
                </a:lnTo>
                <a:lnTo>
                  <a:pt x="566738" y="190500"/>
                </a:lnTo>
                <a:lnTo>
                  <a:pt x="571500" y="195263"/>
                </a:lnTo>
                <a:lnTo>
                  <a:pt x="576263" y="200025"/>
                </a:lnTo>
                <a:lnTo>
                  <a:pt x="585788" y="200025"/>
                </a:lnTo>
                <a:lnTo>
                  <a:pt x="590550" y="204788"/>
                </a:lnTo>
                <a:lnTo>
                  <a:pt x="595313" y="209550"/>
                </a:lnTo>
                <a:lnTo>
                  <a:pt x="600075" y="214313"/>
                </a:lnTo>
                <a:lnTo>
                  <a:pt x="604838" y="219075"/>
                </a:lnTo>
                <a:lnTo>
                  <a:pt x="609600" y="223838"/>
                </a:lnTo>
                <a:lnTo>
                  <a:pt x="614363" y="228600"/>
                </a:lnTo>
                <a:lnTo>
                  <a:pt x="619125" y="233363"/>
                </a:lnTo>
                <a:lnTo>
                  <a:pt x="623888" y="238125"/>
                </a:lnTo>
                <a:lnTo>
                  <a:pt x="628650" y="242888"/>
                </a:lnTo>
                <a:lnTo>
                  <a:pt x="633413" y="247650"/>
                </a:lnTo>
                <a:lnTo>
                  <a:pt x="638175" y="252413"/>
                </a:lnTo>
                <a:lnTo>
                  <a:pt x="638175" y="261938"/>
                </a:lnTo>
                <a:lnTo>
                  <a:pt x="642938" y="266700"/>
                </a:lnTo>
                <a:lnTo>
                  <a:pt x="647700" y="271463"/>
                </a:lnTo>
                <a:lnTo>
                  <a:pt x="652463" y="276225"/>
                </a:lnTo>
                <a:lnTo>
                  <a:pt x="657225" y="280988"/>
                </a:lnTo>
                <a:lnTo>
                  <a:pt x="661988" y="285750"/>
                </a:lnTo>
                <a:lnTo>
                  <a:pt x="666750" y="290513"/>
                </a:lnTo>
                <a:lnTo>
                  <a:pt x="671513" y="295275"/>
                </a:lnTo>
                <a:lnTo>
                  <a:pt x="676275" y="300038"/>
                </a:lnTo>
                <a:lnTo>
                  <a:pt x="681038" y="304800"/>
                </a:lnTo>
                <a:lnTo>
                  <a:pt x="685800" y="309563"/>
                </a:lnTo>
                <a:lnTo>
                  <a:pt x="685800" y="319088"/>
                </a:lnTo>
                <a:lnTo>
                  <a:pt x="690563" y="323850"/>
                </a:lnTo>
                <a:lnTo>
                  <a:pt x="695325" y="328613"/>
                </a:lnTo>
                <a:lnTo>
                  <a:pt x="700088" y="333375"/>
                </a:lnTo>
                <a:lnTo>
                  <a:pt x="704850" y="338138"/>
                </a:lnTo>
                <a:lnTo>
                  <a:pt x="709613" y="342900"/>
                </a:lnTo>
                <a:lnTo>
                  <a:pt x="714375" y="347663"/>
                </a:lnTo>
                <a:lnTo>
                  <a:pt x="714375" y="357188"/>
                </a:lnTo>
                <a:lnTo>
                  <a:pt x="719138" y="361950"/>
                </a:lnTo>
                <a:lnTo>
                  <a:pt x="723900" y="366713"/>
                </a:lnTo>
                <a:lnTo>
                  <a:pt x="723900" y="376238"/>
                </a:lnTo>
                <a:lnTo>
                  <a:pt x="728663" y="381000"/>
                </a:lnTo>
                <a:lnTo>
                  <a:pt x="733425" y="385763"/>
                </a:lnTo>
                <a:lnTo>
                  <a:pt x="738188" y="390525"/>
                </a:lnTo>
                <a:lnTo>
                  <a:pt x="742950" y="395288"/>
                </a:lnTo>
                <a:lnTo>
                  <a:pt x="742950" y="404813"/>
                </a:lnTo>
                <a:lnTo>
                  <a:pt x="747713" y="409575"/>
                </a:lnTo>
                <a:lnTo>
                  <a:pt x="752475" y="414338"/>
                </a:lnTo>
                <a:lnTo>
                  <a:pt x="752475" y="423863"/>
                </a:lnTo>
                <a:lnTo>
                  <a:pt x="757238" y="428625"/>
                </a:lnTo>
                <a:lnTo>
                  <a:pt x="762000" y="433388"/>
                </a:lnTo>
                <a:lnTo>
                  <a:pt x="762000" y="442913"/>
                </a:lnTo>
                <a:lnTo>
                  <a:pt x="762000" y="452438"/>
                </a:lnTo>
                <a:lnTo>
                  <a:pt x="766763" y="457200"/>
                </a:lnTo>
                <a:lnTo>
                  <a:pt x="771525" y="461963"/>
                </a:lnTo>
                <a:lnTo>
                  <a:pt x="771525" y="471488"/>
                </a:lnTo>
                <a:lnTo>
                  <a:pt x="771525" y="481013"/>
                </a:lnTo>
                <a:lnTo>
                  <a:pt x="771525" y="490538"/>
                </a:lnTo>
                <a:lnTo>
                  <a:pt x="766763" y="495300"/>
                </a:lnTo>
                <a:lnTo>
                  <a:pt x="762000" y="500063"/>
                </a:lnTo>
                <a:lnTo>
                  <a:pt x="757238" y="504825"/>
                </a:lnTo>
                <a:lnTo>
                  <a:pt x="752475" y="509588"/>
                </a:lnTo>
                <a:lnTo>
                  <a:pt x="752475" y="519113"/>
                </a:lnTo>
                <a:lnTo>
                  <a:pt x="752475" y="528638"/>
                </a:lnTo>
                <a:lnTo>
                  <a:pt x="752475" y="538163"/>
                </a:lnTo>
                <a:lnTo>
                  <a:pt x="752475" y="547688"/>
                </a:lnTo>
                <a:lnTo>
                  <a:pt x="747713" y="552450"/>
                </a:lnTo>
                <a:lnTo>
                  <a:pt x="742950" y="557213"/>
                </a:lnTo>
                <a:lnTo>
                  <a:pt x="738188" y="561975"/>
                </a:lnTo>
                <a:lnTo>
                  <a:pt x="733425" y="566738"/>
                </a:lnTo>
                <a:lnTo>
                  <a:pt x="733425" y="576263"/>
                </a:lnTo>
                <a:lnTo>
                  <a:pt x="733425" y="585788"/>
                </a:lnTo>
                <a:lnTo>
                  <a:pt x="733425" y="595313"/>
                </a:lnTo>
                <a:lnTo>
                  <a:pt x="733425" y="604838"/>
                </a:lnTo>
                <a:lnTo>
                  <a:pt x="728663" y="609600"/>
                </a:lnTo>
                <a:lnTo>
                  <a:pt x="719138" y="609600"/>
                </a:lnTo>
                <a:lnTo>
                  <a:pt x="714375" y="614363"/>
                </a:lnTo>
                <a:lnTo>
                  <a:pt x="709613" y="619125"/>
                </a:lnTo>
                <a:lnTo>
                  <a:pt x="704850" y="623888"/>
                </a:lnTo>
                <a:lnTo>
                  <a:pt x="700088" y="628650"/>
                </a:lnTo>
                <a:lnTo>
                  <a:pt x="695325" y="633413"/>
                </a:lnTo>
                <a:lnTo>
                  <a:pt x="695325" y="642938"/>
                </a:lnTo>
                <a:lnTo>
                  <a:pt x="690563" y="647700"/>
                </a:lnTo>
                <a:lnTo>
                  <a:pt x="685800" y="652463"/>
                </a:lnTo>
                <a:lnTo>
                  <a:pt x="681038" y="657225"/>
                </a:lnTo>
                <a:lnTo>
                  <a:pt x="676275" y="661988"/>
                </a:lnTo>
                <a:lnTo>
                  <a:pt x="671513" y="666750"/>
                </a:lnTo>
                <a:lnTo>
                  <a:pt x="661988" y="666750"/>
                </a:lnTo>
                <a:lnTo>
                  <a:pt x="657225" y="671513"/>
                </a:lnTo>
                <a:lnTo>
                  <a:pt x="652463" y="676275"/>
                </a:lnTo>
                <a:lnTo>
                  <a:pt x="647700" y="681038"/>
                </a:lnTo>
                <a:lnTo>
                  <a:pt x="642938" y="685800"/>
                </a:lnTo>
                <a:lnTo>
                  <a:pt x="638175" y="690563"/>
                </a:lnTo>
                <a:lnTo>
                  <a:pt x="633413" y="695325"/>
                </a:lnTo>
                <a:lnTo>
                  <a:pt x="623888" y="695325"/>
                </a:lnTo>
                <a:lnTo>
                  <a:pt x="619125" y="700088"/>
                </a:lnTo>
                <a:lnTo>
                  <a:pt x="614363" y="704850"/>
                </a:lnTo>
                <a:lnTo>
                  <a:pt x="609600" y="709613"/>
                </a:lnTo>
                <a:lnTo>
                  <a:pt x="604838" y="714375"/>
                </a:lnTo>
                <a:lnTo>
                  <a:pt x="595313" y="714375"/>
                </a:lnTo>
                <a:lnTo>
                  <a:pt x="585788" y="714375"/>
                </a:lnTo>
                <a:lnTo>
                  <a:pt x="576263" y="714375"/>
                </a:lnTo>
                <a:lnTo>
                  <a:pt x="566738" y="714375"/>
                </a:lnTo>
                <a:lnTo>
                  <a:pt x="557213" y="714375"/>
                </a:lnTo>
                <a:lnTo>
                  <a:pt x="547688" y="714375"/>
                </a:lnTo>
                <a:lnTo>
                  <a:pt x="542925" y="709613"/>
                </a:lnTo>
                <a:lnTo>
                  <a:pt x="538163" y="704850"/>
                </a:lnTo>
                <a:lnTo>
                  <a:pt x="528638" y="704850"/>
                </a:lnTo>
                <a:lnTo>
                  <a:pt x="519113" y="704850"/>
                </a:lnTo>
                <a:lnTo>
                  <a:pt x="509588" y="704850"/>
                </a:lnTo>
                <a:lnTo>
                  <a:pt x="504825" y="700088"/>
                </a:lnTo>
                <a:lnTo>
                  <a:pt x="500063" y="695325"/>
                </a:lnTo>
                <a:lnTo>
                  <a:pt x="490538" y="695325"/>
                </a:lnTo>
                <a:lnTo>
                  <a:pt x="481013" y="695325"/>
                </a:lnTo>
                <a:lnTo>
                  <a:pt x="476250" y="690563"/>
                </a:lnTo>
                <a:lnTo>
                  <a:pt x="471488" y="685800"/>
                </a:lnTo>
                <a:lnTo>
                  <a:pt x="461963" y="685800"/>
                </a:lnTo>
                <a:lnTo>
                  <a:pt x="452438" y="685800"/>
                </a:lnTo>
                <a:lnTo>
                  <a:pt x="447675" y="681038"/>
                </a:lnTo>
                <a:lnTo>
                  <a:pt x="442913" y="676275"/>
                </a:lnTo>
                <a:lnTo>
                  <a:pt x="433388" y="676275"/>
                </a:lnTo>
                <a:lnTo>
                  <a:pt x="423863" y="676275"/>
                </a:lnTo>
                <a:lnTo>
                  <a:pt x="419100" y="671513"/>
                </a:lnTo>
                <a:lnTo>
                  <a:pt x="414338" y="666750"/>
                </a:lnTo>
                <a:lnTo>
                  <a:pt x="404813" y="666750"/>
                </a:lnTo>
                <a:lnTo>
                  <a:pt x="400050" y="661988"/>
                </a:lnTo>
                <a:lnTo>
                  <a:pt x="395288" y="657225"/>
                </a:lnTo>
                <a:lnTo>
                  <a:pt x="385763" y="657225"/>
                </a:lnTo>
                <a:lnTo>
                  <a:pt x="381000" y="652463"/>
                </a:lnTo>
                <a:lnTo>
                  <a:pt x="376238" y="647700"/>
                </a:lnTo>
                <a:lnTo>
                  <a:pt x="366713" y="647700"/>
                </a:lnTo>
                <a:lnTo>
                  <a:pt x="361950" y="642938"/>
                </a:lnTo>
                <a:lnTo>
                  <a:pt x="357188" y="638175"/>
                </a:lnTo>
                <a:lnTo>
                  <a:pt x="347663" y="638175"/>
                </a:lnTo>
                <a:lnTo>
                  <a:pt x="342900" y="633413"/>
                </a:lnTo>
                <a:lnTo>
                  <a:pt x="338138" y="628650"/>
                </a:lnTo>
                <a:lnTo>
                  <a:pt x="333375" y="623888"/>
                </a:lnTo>
                <a:lnTo>
                  <a:pt x="328613" y="619125"/>
                </a:lnTo>
                <a:lnTo>
                  <a:pt x="319088" y="619125"/>
                </a:lnTo>
                <a:lnTo>
                  <a:pt x="314325" y="614363"/>
                </a:lnTo>
                <a:lnTo>
                  <a:pt x="309563" y="609600"/>
                </a:lnTo>
                <a:lnTo>
                  <a:pt x="300038" y="609600"/>
                </a:lnTo>
                <a:lnTo>
                  <a:pt x="295275" y="604838"/>
                </a:lnTo>
                <a:lnTo>
                  <a:pt x="290513" y="600075"/>
                </a:lnTo>
                <a:lnTo>
                  <a:pt x="285750" y="595313"/>
                </a:lnTo>
                <a:lnTo>
                  <a:pt x="280988" y="590550"/>
                </a:lnTo>
                <a:lnTo>
                  <a:pt x="271463" y="590550"/>
                </a:lnTo>
                <a:lnTo>
                  <a:pt x="266700" y="585788"/>
                </a:lnTo>
                <a:lnTo>
                  <a:pt x="261938" y="581025"/>
                </a:lnTo>
                <a:lnTo>
                  <a:pt x="257175" y="576263"/>
                </a:lnTo>
                <a:lnTo>
                  <a:pt x="252413" y="571500"/>
                </a:lnTo>
                <a:lnTo>
                  <a:pt x="247650" y="566738"/>
                </a:lnTo>
                <a:lnTo>
                  <a:pt x="242888" y="561975"/>
                </a:lnTo>
                <a:lnTo>
                  <a:pt x="233363" y="561975"/>
                </a:lnTo>
                <a:lnTo>
                  <a:pt x="228600" y="557213"/>
                </a:lnTo>
                <a:lnTo>
                  <a:pt x="223838" y="552450"/>
                </a:lnTo>
                <a:lnTo>
                  <a:pt x="219075" y="547688"/>
                </a:lnTo>
                <a:lnTo>
                  <a:pt x="214313" y="542925"/>
                </a:lnTo>
                <a:lnTo>
                  <a:pt x="209550" y="538163"/>
                </a:lnTo>
                <a:lnTo>
                  <a:pt x="204788" y="533400"/>
                </a:lnTo>
                <a:lnTo>
                  <a:pt x="200025" y="528638"/>
                </a:lnTo>
                <a:lnTo>
                  <a:pt x="195263" y="523875"/>
                </a:lnTo>
                <a:lnTo>
                  <a:pt x="190500" y="519113"/>
                </a:lnTo>
                <a:lnTo>
                  <a:pt x="185738" y="514350"/>
                </a:lnTo>
                <a:lnTo>
                  <a:pt x="176213" y="514350"/>
                </a:lnTo>
                <a:lnTo>
                  <a:pt x="171450" y="509588"/>
                </a:lnTo>
                <a:lnTo>
                  <a:pt x="166688" y="504825"/>
                </a:lnTo>
                <a:lnTo>
                  <a:pt x="161925" y="500063"/>
                </a:lnTo>
                <a:lnTo>
                  <a:pt x="157163" y="495300"/>
                </a:lnTo>
                <a:lnTo>
                  <a:pt x="152400" y="490538"/>
                </a:lnTo>
                <a:lnTo>
                  <a:pt x="147638" y="485775"/>
                </a:lnTo>
                <a:lnTo>
                  <a:pt x="142875" y="481013"/>
                </a:lnTo>
                <a:lnTo>
                  <a:pt x="138113" y="476250"/>
                </a:lnTo>
                <a:lnTo>
                  <a:pt x="133350" y="471488"/>
                </a:lnTo>
                <a:lnTo>
                  <a:pt x="128588" y="466725"/>
                </a:lnTo>
                <a:lnTo>
                  <a:pt x="123825" y="461963"/>
                </a:lnTo>
                <a:lnTo>
                  <a:pt x="119063" y="457200"/>
                </a:lnTo>
                <a:lnTo>
                  <a:pt x="114300" y="452438"/>
                </a:lnTo>
                <a:lnTo>
                  <a:pt x="109538" y="447675"/>
                </a:lnTo>
                <a:lnTo>
                  <a:pt x="104775" y="442913"/>
                </a:lnTo>
                <a:lnTo>
                  <a:pt x="104775" y="433388"/>
                </a:lnTo>
                <a:lnTo>
                  <a:pt x="100013" y="428625"/>
                </a:lnTo>
                <a:lnTo>
                  <a:pt x="95250" y="423863"/>
                </a:lnTo>
                <a:lnTo>
                  <a:pt x="90488" y="419100"/>
                </a:lnTo>
                <a:lnTo>
                  <a:pt x="85725" y="414338"/>
                </a:lnTo>
                <a:lnTo>
                  <a:pt x="80963" y="409575"/>
                </a:lnTo>
                <a:lnTo>
                  <a:pt x="76200" y="404813"/>
                </a:lnTo>
                <a:lnTo>
                  <a:pt x="71438" y="400050"/>
                </a:lnTo>
                <a:lnTo>
                  <a:pt x="66675" y="395288"/>
                </a:lnTo>
                <a:lnTo>
                  <a:pt x="66675" y="385763"/>
                </a:lnTo>
                <a:lnTo>
                  <a:pt x="61913" y="381000"/>
                </a:lnTo>
                <a:lnTo>
                  <a:pt x="57150" y="376238"/>
                </a:lnTo>
                <a:lnTo>
                  <a:pt x="52388" y="371475"/>
                </a:lnTo>
                <a:lnTo>
                  <a:pt x="47625" y="366713"/>
                </a:lnTo>
                <a:lnTo>
                  <a:pt x="47625" y="357188"/>
                </a:lnTo>
                <a:lnTo>
                  <a:pt x="42863" y="352425"/>
                </a:lnTo>
                <a:lnTo>
                  <a:pt x="38100" y="347663"/>
                </a:lnTo>
                <a:lnTo>
                  <a:pt x="33338" y="342900"/>
                </a:lnTo>
                <a:lnTo>
                  <a:pt x="28575" y="338138"/>
                </a:lnTo>
                <a:lnTo>
                  <a:pt x="28575" y="328613"/>
                </a:lnTo>
                <a:lnTo>
                  <a:pt x="23813" y="323850"/>
                </a:lnTo>
                <a:lnTo>
                  <a:pt x="19050" y="319088"/>
                </a:lnTo>
                <a:lnTo>
                  <a:pt x="19050" y="309563"/>
                </a:lnTo>
                <a:lnTo>
                  <a:pt x="14288" y="304800"/>
                </a:lnTo>
                <a:lnTo>
                  <a:pt x="9525" y="300038"/>
                </a:lnTo>
                <a:lnTo>
                  <a:pt x="9525" y="290513"/>
                </a:lnTo>
                <a:lnTo>
                  <a:pt x="4763" y="285750"/>
                </a:lnTo>
                <a:lnTo>
                  <a:pt x="0" y="280988"/>
                </a:lnTo>
                <a:lnTo>
                  <a:pt x="0" y="271463"/>
                </a:lnTo>
                <a:lnTo>
                  <a:pt x="0" y="261938"/>
                </a:lnTo>
                <a:lnTo>
                  <a:pt x="0" y="252413"/>
                </a:lnTo>
                <a:lnTo>
                  <a:pt x="0" y="242888"/>
                </a:lnTo>
                <a:lnTo>
                  <a:pt x="0" y="233363"/>
                </a:lnTo>
                <a:lnTo>
                  <a:pt x="0" y="223838"/>
                </a:lnTo>
                <a:lnTo>
                  <a:pt x="0" y="214313"/>
                </a:lnTo>
                <a:lnTo>
                  <a:pt x="0" y="204788"/>
                </a:lnTo>
                <a:lnTo>
                  <a:pt x="4763" y="200025"/>
                </a:lnTo>
                <a:lnTo>
                  <a:pt x="9525" y="195263"/>
                </a:lnTo>
                <a:lnTo>
                  <a:pt x="9525" y="185738"/>
                </a:lnTo>
                <a:lnTo>
                  <a:pt x="14288" y="180975"/>
                </a:lnTo>
                <a:lnTo>
                  <a:pt x="23813" y="180975"/>
                </a:lnTo>
                <a:lnTo>
                  <a:pt x="28575" y="176213"/>
                </a:lnTo>
                <a:lnTo>
                  <a:pt x="28575" y="166688"/>
                </a:lnTo>
                <a:lnTo>
                  <a:pt x="28575" y="157163"/>
                </a:lnTo>
                <a:lnTo>
                  <a:pt x="28575" y="147638"/>
                </a:lnTo>
                <a:lnTo>
                  <a:pt x="33338" y="142875"/>
                </a:lnTo>
                <a:lnTo>
                  <a:pt x="38100" y="138113"/>
                </a:lnTo>
                <a:lnTo>
                  <a:pt x="42863" y="133350"/>
                </a:lnTo>
                <a:lnTo>
                  <a:pt x="47625" y="128588"/>
                </a:lnTo>
                <a:lnTo>
                  <a:pt x="52388" y="123825"/>
                </a:lnTo>
                <a:lnTo>
                  <a:pt x="57150" y="119063"/>
                </a:lnTo>
                <a:lnTo>
                  <a:pt x="61913" y="114300"/>
                </a:lnTo>
                <a:lnTo>
                  <a:pt x="66675" y="109538"/>
                </a:lnTo>
                <a:lnTo>
                  <a:pt x="71438" y="104775"/>
                </a:lnTo>
                <a:lnTo>
                  <a:pt x="76200" y="100013"/>
                </a:lnTo>
                <a:lnTo>
                  <a:pt x="80963" y="95250"/>
                </a:lnTo>
                <a:lnTo>
                  <a:pt x="85725" y="90488"/>
                </a:lnTo>
                <a:lnTo>
                  <a:pt x="90488" y="85725"/>
                </a:lnTo>
                <a:lnTo>
                  <a:pt x="95250" y="80963"/>
                </a:lnTo>
                <a:lnTo>
                  <a:pt x="100013" y="76200"/>
                </a:lnTo>
                <a:lnTo>
                  <a:pt x="104775" y="71438"/>
                </a:lnTo>
                <a:lnTo>
                  <a:pt x="109538" y="66675"/>
                </a:lnTo>
                <a:lnTo>
                  <a:pt x="114300" y="61913"/>
                </a:lnTo>
                <a:lnTo>
                  <a:pt x="119063" y="57150"/>
                </a:lnTo>
                <a:lnTo>
                  <a:pt x="123825" y="52388"/>
                </a:lnTo>
                <a:lnTo>
                  <a:pt x="128588" y="47625"/>
                </a:lnTo>
                <a:lnTo>
                  <a:pt x="133350" y="42863"/>
                </a:lnTo>
                <a:lnTo>
                  <a:pt x="138113" y="38100"/>
                </a:lnTo>
                <a:lnTo>
                  <a:pt x="142875" y="33338"/>
                </a:lnTo>
                <a:lnTo>
                  <a:pt x="147638" y="28575"/>
                </a:lnTo>
                <a:lnTo>
                  <a:pt x="157163" y="28575"/>
                </a:lnTo>
                <a:lnTo>
                  <a:pt x="166688" y="28575"/>
                </a:lnTo>
                <a:lnTo>
                  <a:pt x="171450" y="23813"/>
                </a:lnTo>
                <a:lnTo>
                  <a:pt x="176213" y="19050"/>
                </a:lnTo>
                <a:lnTo>
                  <a:pt x="180975" y="14288"/>
                </a:lnTo>
                <a:lnTo>
                  <a:pt x="185738" y="9525"/>
                </a:lnTo>
                <a:lnTo>
                  <a:pt x="190500" y="4763"/>
                </a:lnTo>
                <a:close/>
              </a:path>
            </a:pathLst>
          </a:custGeom>
          <a:solidFill xmlns:a="http://schemas.openxmlformats.org/drawingml/2006/main">
            <a:srgbClr val="C6C6C6"/>
          </a:solidFill>
          <a:ln xmlns:a="http://schemas.openxmlformats.org/drawingml/2006/main" w="0">
            <a:noFill/>
            <a:prstDash val="solid"/>
          </a:ln>
        </p:spPr>
      </p:sp>
      <p:sp>
        <p:nvSpPr>
          <p:cNvPr id="380" name="deep-skill-chaining-source-component-8-gradient-200-0">
            <a:extLst xmlns:a="http://schemas.openxmlformats.org/drawingml/2006/main">
              <a:ext uri="{FF2B5EF4-FFF2-40B4-BE49-F238E27FC236}">
                <a16:creationId xmlns:a16="http://schemas.microsoft.com/office/drawing/2014/main" id="{75B71BC1-8F8D-4A12-9878-B99CF7A13100}"/>
              </a:ext>
            </a:extLst>
          </p:cNvPr>
          <p:cNvSpPr>
            <a:spLocks xmlns:a="http://schemas.openxmlformats.org/drawingml/2006/main" noGrp="1"/>
          </p:cNvSpPr>
          <p:nvPr/>
        </p:nvSpPr>
        <p:spPr>
          <a:xfrm xmlns:a="http://schemas.openxmlformats.org/drawingml/2006/main" rot="0">
            <a:off x="9182100" y="647700"/>
            <a:ext cx="762000" cy="704850"/>
          </a:xfrm>
          <a:custGeom xmlns:a="http://schemas.openxmlformats.org/drawingml/2006/main">
            <a:pathLst>
              <a:path w="762000" h="704850">
                <a:moveTo>
                  <a:pt x="209550" y="4763"/>
                </a:moveTo>
                <a:lnTo>
                  <a:pt x="214313" y="0"/>
                </a:lnTo>
                <a:lnTo>
                  <a:pt x="223838" y="0"/>
                </a:lnTo>
                <a:lnTo>
                  <a:pt x="233363" y="0"/>
                </a:lnTo>
                <a:lnTo>
                  <a:pt x="242888" y="0"/>
                </a:lnTo>
                <a:lnTo>
                  <a:pt x="252413" y="0"/>
                </a:lnTo>
                <a:lnTo>
                  <a:pt x="261938" y="0"/>
                </a:lnTo>
                <a:lnTo>
                  <a:pt x="266700" y="4763"/>
                </a:lnTo>
                <a:lnTo>
                  <a:pt x="271463" y="9525"/>
                </a:lnTo>
                <a:lnTo>
                  <a:pt x="280988" y="9525"/>
                </a:lnTo>
                <a:lnTo>
                  <a:pt x="290513" y="9525"/>
                </a:lnTo>
                <a:lnTo>
                  <a:pt x="295275" y="14288"/>
                </a:lnTo>
                <a:lnTo>
                  <a:pt x="300038" y="19050"/>
                </a:lnTo>
                <a:lnTo>
                  <a:pt x="309563" y="19050"/>
                </a:lnTo>
                <a:lnTo>
                  <a:pt x="319088" y="19050"/>
                </a:lnTo>
                <a:lnTo>
                  <a:pt x="323850" y="23813"/>
                </a:lnTo>
                <a:lnTo>
                  <a:pt x="328613" y="28575"/>
                </a:lnTo>
                <a:lnTo>
                  <a:pt x="338138" y="28575"/>
                </a:lnTo>
                <a:lnTo>
                  <a:pt x="342900" y="33338"/>
                </a:lnTo>
                <a:lnTo>
                  <a:pt x="347663" y="38100"/>
                </a:lnTo>
                <a:lnTo>
                  <a:pt x="357188" y="38100"/>
                </a:lnTo>
                <a:lnTo>
                  <a:pt x="361950" y="42863"/>
                </a:lnTo>
                <a:lnTo>
                  <a:pt x="366713" y="47625"/>
                </a:lnTo>
                <a:lnTo>
                  <a:pt x="376238" y="47625"/>
                </a:lnTo>
                <a:lnTo>
                  <a:pt x="381000" y="52388"/>
                </a:lnTo>
                <a:lnTo>
                  <a:pt x="385763" y="57150"/>
                </a:lnTo>
                <a:lnTo>
                  <a:pt x="395288" y="57150"/>
                </a:lnTo>
                <a:lnTo>
                  <a:pt x="400050" y="61913"/>
                </a:lnTo>
                <a:lnTo>
                  <a:pt x="404813" y="66675"/>
                </a:lnTo>
                <a:lnTo>
                  <a:pt x="414338" y="66675"/>
                </a:lnTo>
                <a:lnTo>
                  <a:pt x="419100" y="71438"/>
                </a:lnTo>
                <a:lnTo>
                  <a:pt x="423863" y="76200"/>
                </a:lnTo>
                <a:lnTo>
                  <a:pt x="433388" y="76200"/>
                </a:lnTo>
                <a:lnTo>
                  <a:pt x="438150" y="80963"/>
                </a:lnTo>
                <a:lnTo>
                  <a:pt x="442913" y="85725"/>
                </a:lnTo>
                <a:lnTo>
                  <a:pt x="447675" y="90488"/>
                </a:lnTo>
                <a:lnTo>
                  <a:pt x="452438" y="95250"/>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4350" y="138113"/>
                </a:lnTo>
                <a:lnTo>
                  <a:pt x="519113" y="142875"/>
                </a:lnTo>
                <a:lnTo>
                  <a:pt x="528638" y="142875"/>
                </a:lnTo>
                <a:lnTo>
                  <a:pt x="533400" y="147638"/>
                </a:lnTo>
                <a:lnTo>
                  <a:pt x="538163" y="152400"/>
                </a:lnTo>
                <a:lnTo>
                  <a:pt x="542925" y="157163"/>
                </a:lnTo>
                <a:lnTo>
                  <a:pt x="547688" y="161925"/>
                </a:lnTo>
                <a:lnTo>
                  <a:pt x="552450" y="166688"/>
                </a:lnTo>
                <a:lnTo>
                  <a:pt x="557213" y="171450"/>
                </a:lnTo>
                <a:lnTo>
                  <a:pt x="561975" y="176213"/>
                </a:lnTo>
                <a:lnTo>
                  <a:pt x="566738" y="180975"/>
                </a:lnTo>
                <a:lnTo>
                  <a:pt x="571500" y="185738"/>
                </a:lnTo>
                <a:lnTo>
                  <a:pt x="576263" y="190500"/>
                </a:lnTo>
                <a:lnTo>
                  <a:pt x="585788" y="190500"/>
                </a:lnTo>
                <a:lnTo>
                  <a:pt x="590550" y="195263"/>
                </a:lnTo>
                <a:lnTo>
                  <a:pt x="595313" y="200025"/>
                </a:lnTo>
                <a:lnTo>
                  <a:pt x="600075" y="204788"/>
                </a:lnTo>
                <a:lnTo>
                  <a:pt x="604838" y="209550"/>
                </a:lnTo>
                <a:lnTo>
                  <a:pt x="609600" y="214313"/>
                </a:lnTo>
                <a:lnTo>
                  <a:pt x="614363" y="219075"/>
                </a:lnTo>
                <a:lnTo>
                  <a:pt x="619125" y="223838"/>
                </a:lnTo>
                <a:lnTo>
                  <a:pt x="623888" y="228600"/>
                </a:lnTo>
                <a:lnTo>
                  <a:pt x="628650" y="233363"/>
                </a:lnTo>
                <a:lnTo>
                  <a:pt x="633413" y="238125"/>
                </a:lnTo>
                <a:lnTo>
                  <a:pt x="638175" y="242888"/>
                </a:lnTo>
                <a:lnTo>
                  <a:pt x="638175" y="252413"/>
                </a:lnTo>
                <a:lnTo>
                  <a:pt x="642938" y="257175"/>
                </a:lnTo>
                <a:lnTo>
                  <a:pt x="647700" y="261938"/>
                </a:lnTo>
                <a:lnTo>
                  <a:pt x="652463" y="266700"/>
                </a:lnTo>
                <a:lnTo>
                  <a:pt x="657225" y="271463"/>
                </a:lnTo>
                <a:lnTo>
                  <a:pt x="661988" y="276225"/>
                </a:lnTo>
                <a:lnTo>
                  <a:pt x="666750" y="280988"/>
                </a:lnTo>
                <a:lnTo>
                  <a:pt x="671513" y="285750"/>
                </a:lnTo>
                <a:lnTo>
                  <a:pt x="676275" y="290513"/>
                </a:lnTo>
                <a:lnTo>
                  <a:pt x="681038" y="295275"/>
                </a:lnTo>
                <a:lnTo>
                  <a:pt x="685800" y="300038"/>
                </a:lnTo>
                <a:lnTo>
                  <a:pt x="685800" y="309563"/>
                </a:lnTo>
                <a:lnTo>
                  <a:pt x="690563" y="314325"/>
                </a:lnTo>
                <a:lnTo>
                  <a:pt x="695325" y="319088"/>
                </a:lnTo>
                <a:lnTo>
                  <a:pt x="700088" y="323850"/>
                </a:lnTo>
                <a:lnTo>
                  <a:pt x="704850" y="328613"/>
                </a:lnTo>
                <a:lnTo>
                  <a:pt x="709613" y="333375"/>
                </a:lnTo>
                <a:lnTo>
                  <a:pt x="714375" y="338138"/>
                </a:lnTo>
                <a:lnTo>
                  <a:pt x="714375" y="347663"/>
                </a:lnTo>
                <a:lnTo>
                  <a:pt x="719138" y="352425"/>
                </a:lnTo>
                <a:lnTo>
                  <a:pt x="723900" y="357188"/>
                </a:lnTo>
                <a:lnTo>
                  <a:pt x="723900" y="366713"/>
                </a:lnTo>
                <a:lnTo>
                  <a:pt x="728663" y="371475"/>
                </a:lnTo>
                <a:lnTo>
                  <a:pt x="733425" y="376238"/>
                </a:lnTo>
                <a:lnTo>
                  <a:pt x="738188" y="381000"/>
                </a:lnTo>
                <a:lnTo>
                  <a:pt x="742950" y="385763"/>
                </a:lnTo>
                <a:lnTo>
                  <a:pt x="742950" y="395288"/>
                </a:lnTo>
                <a:lnTo>
                  <a:pt x="747713" y="400050"/>
                </a:lnTo>
                <a:lnTo>
                  <a:pt x="752475" y="404813"/>
                </a:lnTo>
                <a:lnTo>
                  <a:pt x="752475" y="414338"/>
                </a:lnTo>
                <a:lnTo>
                  <a:pt x="757238" y="419100"/>
                </a:lnTo>
                <a:lnTo>
                  <a:pt x="762000" y="423863"/>
                </a:lnTo>
                <a:lnTo>
                  <a:pt x="762000" y="433388"/>
                </a:lnTo>
                <a:lnTo>
                  <a:pt x="762000" y="442913"/>
                </a:lnTo>
                <a:lnTo>
                  <a:pt x="762000" y="452438"/>
                </a:lnTo>
                <a:lnTo>
                  <a:pt x="762000" y="461963"/>
                </a:lnTo>
                <a:lnTo>
                  <a:pt x="762000" y="471488"/>
                </a:lnTo>
                <a:lnTo>
                  <a:pt x="757238" y="476250"/>
                </a:lnTo>
                <a:lnTo>
                  <a:pt x="752475" y="481013"/>
                </a:lnTo>
                <a:lnTo>
                  <a:pt x="752475" y="490538"/>
                </a:lnTo>
                <a:lnTo>
                  <a:pt x="747713" y="495300"/>
                </a:lnTo>
                <a:lnTo>
                  <a:pt x="742950" y="500063"/>
                </a:lnTo>
                <a:lnTo>
                  <a:pt x="738188" y="504825"/>
                </a:lnTo>
                <a:lnTo>
                  <a:pt x="733425" y="509588"/>
                </a:lnTo>
                <a:lnTo>
                  <a:pt x="733425" y="519113"/>
                </a:lnTo>
                <a:lnTo>
                  <a:pt x="733425" y="528638"/>
                </a:lnTo>
                <a:lnTo>
                  <a:pt x="733425" y="538163"/>
                </a:lnTo>
                <a:lnTo>
                  <a:pt x="728663" y="542925"/>
                </a:lnTo>
                <a:lnTo>
                  <a:pt x="723900" y="547688"/>
                </a:lnTo>
                <a:lnTo>
                  <a:pt x="719138" y="552450"/>
                </a:lnTo>
                <a:lnTo>
                  <a:pt x="714375" y="557213"/>
                </a:lnTo>
                <a:lnTo>
                  <a:pt x="714375" y="566738"/>
                </a:lnTo>
                <a:lnTo>
                  <a:pt x="714375" y="576263"/>
                </a:lnTo>
                <a:lnTo>
                  <a:pt x="714375" y="585788"/>
                </a:lnTo>
                <a:lnTo>
                  <a:pt x="714375" y="595313"/>
                </a:lnTo>
                <a:lnTo>
                  <a:pt x="709613" y="600075"/>
                </a:lnTo>
                <a:lnTo>
                  <a:pt x="700088" y="600075"/>
                </a:lnTo>
                <a:lnTo>
                  <a:pt x="695325" y="604838"/>
                </a:lnTo>
                <a:lnTo>
                  <a:pt x="695325" y="614363"/>
                </a:lnTo>
                <a:lnTo>
                  <a:pt x="690563" y="619125"/>
                </a:lnTo>
                <a:lnTo>
                  <a:pt x="685800" y="623888"/>
                </a:lnTo>
                <a:lnTo>
                  <a:pt x="681038" y="628650"/>
                </a:lnTo>
                <a:lnTo>
                  <a:pt x="676275" y="633413"/>
                </a:lnTo>
                <a:lnTo>
                  <a:pt x="671513" y="638175"/>
                </a:lnTo>
                <a:lnTo>
                  <a:pt x="666750" y="642938"/>
                </a:lnTo>
                <a:lnTo>
                  <a:pt x="661988" y="647700"/>
                </a:lnTo>
                <a:lnTo>
                  <a:pt x="652463" y="647700"/>
                </a:lnTo>
                <a:lnTo>
                  <a:pt x="647700" y="652463"/>
                </a:lnTo>
                <a:lnTo>
                  <a:pt x="642938" y="657225"/>
                </a:lnTo>
                <a:lnTo>
                  <a:pt x="638175" y="661988"/>
                </a:lnTo>
                <a:lnTo>
                  <a:pt x="633413" y="666750"/>
                </a:lnTo>
                <a:lnTo>
                  <a:pt x="623888" y="666750"/>
                </a:lnTo>
                <a:lnTo>
                  <a:pt x="619125" y="671513"/>
                </a:lnTo>
                <a:lnTo>
                  <a:pt x="614363" y="676275"/>
                </a:lnTo>
                <a:lnTo>
                  <a:pt x="609600" y="681038"/>
                </a:lnTo>
                <a:lnTo>
                  <a:pt x="604838" y="685800"/>
                </a:lnTo>
                <a:lnTo>
                  <a:pt x="595313" y="685800"/>
                </a:lnTo>
                <a:lnTo>
                  <a:pt x="590550" y="690563"/>
                </a:lnTo>
                <a:lnTo>
                  <a:pt x="585788" y="695325"/>
                </a:lnTo>
                <a:lnTo>
                  <a:pt x="581025" y="700088"/>
                </a:lnTo>
                <a:lnTo>
                  <a:pt x="576263" y="704850"/>
                </a:lnTo>
                <a:lnTo>
                  <a:pt x="566738" y="704850"/>
                </a:lnTo>
                <a:lnTo>
                  <a:pt x="557213" y="704850"/>
                </a:lnTo>
                <a:lnTo>
                  <a:pt x="547688" y="704850"/>
                </a:lnTo>
                <a:lnTo>
                  <a:pt x="542925" y="700088"/>
                </a:lnTo>
                <a:lnTo>
                  <a:pt x="538163" y="695325"/>
                </a:lnTo>
                <a:lnTo>
                  <a:pt x="528638" y="695325"/>
                </a:lnTo>
                <a:lnTo>
                  <a:pt x="519113" y="695325"/>
                </a:lnTo>
                <a:lnTo>
                  <a:pt x="509588" y="695325"/>
                </a:lnTo>
                <a:lnTo>
                  <a:pt x="504825" y="690563"/>
                </a:lnTo>
                <a:lnTo>
                  <a:pt x="500063" y="685800"/>
                </a:lnTo>
                <a:lnTo>
                  <a:pt x="490538" y="685800"/>
                </a:lnTo>
                <a:lnTo>
                  <a:pt x="481013" y="685800"/>
                </a:lnTo>
                <a:lnTo>
                  <a:pt x="476250" y="681038"/>
                </a:lnTo>
                <a:lnTo>
                  <a:pt x="471488" y="676275"/>
                </a:lnTo>
                <a:lnTo>
                  <a:pt x="461963" y="676275"/>
                </a:lnTo>
                <a:lnTo>
                  <a:pt x="452438" y="676275"/>
                </a:lnTo>
                <a:lnTo>
                  <a:pt x="447675" y="671513"/>
                </a:lnTo>
                <a:lnTo>
                  <a:pt x="442913" y="666750"/>
                </a:lnTo>
                <a:lnTo>
                  <a:pt x="433388" y="666750"/>
                </a:lnTo>
                <a:lnTo>
                  <a:pt x="423863" y="666750"/>
                </a:lnTo>
                <a:lnTo>
                  <a:pt x="419100" y="661988"/>
                </a:lnTo>
                <a:lnTo>
                  <a:pt x="414338" y="657225"/>
                </a:lnTo>
                <a:lnTo>
                  <a:pt x="404813" y="657225"/>
                </a:lnTo>
                <a:lnTo>
                  <a:pt x="400050" y="652463"/>
                </a:lnTo>
                <a:lnTo>
                  <a:pt x="395288" y="647700"/>
                </a:lnTo>
                <a:lnTo>
                  <a:pt x="385763" y="647700"/>
                </a:lnTo>
                <a:lnTo>
                  <a:pt x="381000" y="642938"/>
                </a:lnTo>
                <a:lnTo>
                  <a:pt x="376238" y="638175"/>
                </a:lnTo>
                <a:lnTo>
                  <a:pt x="366713" y="638175"/>
                </a:lnTo>
                <a:lnTo>
                  <a:pt x="361950" y="633413"/>
                </a:lnTo>
                <a:lnTo>
                  <a:pt x="357188" y="628650"/>
                </a:lnTo>
                <a:lnTo>
                  <a:pt x="347663" y="628650"/>
                </a:lnTo>
                <a:lnTo>
                  <a:pt x="342900" y="623888"/>
                </a:lnTo>
                <a:lnTo>
                  <a:pt x="338138" y="619125"/>
                </a:lnTo>
                <a:lnTo>
                  <a:pt x="333375" y="614363"/>
                </a:lnTo>
                <a:lnTo>
                  <a:pt x="328613" y="609600"/>
                </a:lnTo>
                <a:lnTo>
                  <a:pt x="319088" y="609600"/>
                </a:lnTo>
                <a:lnTo>
                  <a:pt x="314325" y="604838"/>
                </a:lnTo>
                <a:lnTo>
                  <a:pt x="309563" y="600075"/>
                </a:lnTo>
                <a:lnTo>
                  <a:pt x="300038" y="600075"/>
                </a:lnTo>
                <a:lnTo>
                  <a:pt x="295275" y="595313"/>
                </a:lnTo>
                <a:lnTo>
                  <a:pt x="290513" y="590550"/>
                </a:lnTo>
                <a:lnTo>
                  <a:pt x="285750" y="585788"/>
                </a:lnTo>
                <a:lnTo>
                  <a:pt x="280988" y="581025"/>
                </a:lnTo>
                <a:lnTo>
                  <a:pt x="271463" y="581025"/>
                </a:lnTo>
                <a:lnTo>
                  <a:pt x="266700" y="576263"/>
                </a:lnTo>
                <a:lnTo>
                  <a:pt x="261938" y="571500"/>
                </a:lnTo>
                <a:lnTo>
                  <a:pt x="257175" y="566738"/>
                </a:lnTo>
                <a:lnTo>
                  <a:pt x="252413" y="561975"/>
                </a:lnTo>
                <a:lnTo>
                  <a:pt x="247650" y="557213"/>
                </a:lnTo>
                <a:lnTo>
                  <a:pt x="242888" y="552450"/>
                </a:lnTo>
                <a:lnTo>
                  <a:pt x="233363" y="552450"/>
                </a:lnTo>
                <a:lnTo>
                  <a:pt x="228600" y="547688"/>
                </a:lnTo>
                <a:lnTo>
                  <a:pt x="223838" y="542925"/>
                </a:lnTo>
                <a:lnTo>
                  <a:pt x="219075" y="538163"/>
                </a:lnTo>
                <a:lnTo>
                  <a:pt x="214313" y="533400"/>
                </a:lnTo>
                <a:lnTo>
                  <a:pt x="209550" y="528638"/>
                </a:lnTo>
                <a:lnTo>
                  <a:pt x="204788" y="523875"/>
                </a:lnTo>
                <a:lnTo>
                  <a:pt x="200025" y="519113"/>
                </a:lnTo>
                <a:lnTo>
                  <a:pt x="195263" y="514350"/>
                </a:lnTo>
                <a:lnTo>
                  <a:pt x="190500" y="509588"/>
                </a:lnTo>
                <a:lnTo>
                  <a:pt x="185738" y="504825"/>
                </a:lnTo>
                <a:lnTo>
                  <a:pt x="176213" y="504825"/>
                </a:lnTo>
                <a:lnTo>
                  <a:pt x="171450" y="500063"/>
                </a:lnTo>
                <a:lnTo>
                  <a:pt x="166688" y="495300"/>
                </a:lnTo>
                <a:lnTo>
                  <a:pt x="161925" y="490538"/>
                </a:lnTo>
                <a:lnTo>
                  <a:pt x="157163" y="485775"/>
                </a:lnTo>
                <a:lnTo>
                  <a:pt x="152400" y="481013"/>
                </a:lnTo>
                <a:lnTo>
                  <a:pt x="147638" y="476250"/>
                </a:lnTo>
                <a:lnTo>
                  <a:pt x="142875" y="471488"/>
                </a:lnTo>
                <a:lnTo>
                  <a:pt x="138113" y="466725"/>
                </a:lnTo>
                <a:lnTo>
                  <a:pt x="133350" y="461963"/>
                </a:lnTo>
                <a:lnTo>
                  <a:pt x="128588" y="457200"/>
                </a:lnTo>
                <a:lnTo>
                  <a:pt x="123825" y="452438"/>
                </a:lnTo>
                <a:lnTo>
                  <a:pt x="119063" y="447675"/>
                </a:lnTo>
                <a:lnTo>
                  <a:pt x="114300" y="442913"/>
                </a:lnTo>
                <a:lnTo>
                  <a:pt x="109538" y="438150"/>
                </a:lnTo>
                <a:lnTo>
                  <a:pt x="104775" y="433388"/>
                </a:lnTo>
                <a:lnTo>
                  <a:pt x="104775" y="423863"/>
                </a:lnTo>
                <a:lnTo>
                  <a:pt x="100013" y="419100"/>
                </a:lnTo>
                <a:lnTo>
                  <a:pt x="95250" y="414338"/>
                </a:lnTo>
                <a:lnTo>
                  <a:pt x="90488" y="409575"/>
                </a:lnTo>
                <a:lnTo>
                  <a:pt x="85725" y="404813"/>
                </a:lnTo>
                <a:lnTo>
                  <a:pt x="80963" y="400050"/>
                </a:lnTo>
                <a:lnTo>
                  <a:pt x="76200" y="395288"/>
                </a:lnTo>
                <a:lnTo>
                  <a:pt x="71438" y="390525"/>
                </a:lnTo>
                <a:lnTo>
                  <a:pt x="66675" y="385763"/>
                </a:lnTo>
                <a:lnTo>
                  <a:pt x="66675" y="376238"/>
                </a:lnTo>
                <a:lnTo>
                  <a:pt x="61913" y="371475"/>
                </a:lnTo>
                <a:lnTo>
                  <a:pt x="57150" y="366713"/>
                </a:lnTo>
                <a:lnTo>
                  <a:pt x="52388" y="361950"/>
                </a:lnTo>
                <a:lnTo>
                  <a:pt x="47625" y="357188"/>
                </a:lnTo>
                <a:lnTo>
                  <a:pt x="47625" y="347663"/>
                </a:lnTo>
                <a:lnTo>
                  <a:pt x="42863" y="342900"/>
                </a:lnTo>
                <a:lnTo>
                  <a:pt x="38100" y="338138"/>
                </a:lnTo>
                <a:lnTo>
                  <a:pt x="33338" y="333375"/>
                </a:lnTo>
                <a:lnTo>
                  <a:pt x="28575" y="328613"/>
                </a:lnTo>
                <a:lnTo>
                  <a:pt x="28575" y="319088"/>
                </a:lnTo>
                <a:lnTo>
                  <a:pt x="23813" y="314325"/>
                </a:lnTo>
                <a:lnTo>
                  <a:pt x="19050" y="309563"/>
                </a:lnTo>
                <a:lnTo>
                  <a:pt x="19050" y="300038"/>
                </a:lnTo>
                <a:lnTo>
                  <a:pt x="14288" y="295275"/>
                </a:lnTo>
                <a:lnTo>
                  <a:pt x="9525" y="290513"/>
                </a:lnTo>
                <a:lnTo>
                  <a:pt x="9525" y="280988"/>
                </a:lnTo>
                <a:lnTo>
                  <a:pt x="4763" y="276225"/>
                </a:lnTo>
                <a:lnTo>
                  <a:pt x="0" y="271463"/>
                </a:lnTo>
                <a:lnTo>
                  <a:pt x="0" y="261938"/>
                </a:lnTo>
                <a:lnTo>
                  <a:pt x="0" y="252413"/>
                </a:lnTo>
                <a:lnTo>
                  <a:pt x="4763" y="247650"/>
                </a:lnTo>
                <a:lnTo>
                  <a:pt x="9525" y="242888"/>
                </a:lnTo>
                <a:lnTo>
                  <a:pt x="14288" y="238125"/>
                </a:lnTo>
                <a:lnTo>
                  <a:pt x="19050" y="233363"/>
                </a:lnTo>
                <a:lnTo>
                  <a:pt x="19050" y="223838"/>
                </a:lnTo>
                <a:lnTo>
                  <a:pt x="19050" y="214313"/>
                </a:lnTo>
                <a:lnTo>
                  <a:pt x="19050" y="204788"/>
                </a:lnTo>
                <a:lnTo>
                  <a:pt x="14288" y="200025"/>
                </a:lnTo>
                <a:lnTo>
                  <a:pt x="9525" y="195263"/>
                </a:lnTo>
                <a:lnTo>
                  <a:pt x="14288" y="190500"/>
                </a:lnTo>
                <a:lnTo>
                  <a:pt x="19050" y="185738"/>
                </a:lnTo>
                <a:lnTo>
                  <a:pt x="23813" y="180975"/>
                </a:lnTo>
                <a:lnTo>
                  <a:pt x="28575" y="176213"/>
                </a:lnTo>
                <a:lnTo>
                  <a:pt x="33338" y="171450"/>
                </a:lnTo>
                <a:lnTo>
                  <a:pt x="38100" y="166688"/>
                </a:lnTo>
                <a:lnTo>
                  <a:pt x="38100" y="157163"/>
                </a:lnTo>
                <a:lnTo>
                  <a:pt x="38100" y="147638"/>
                </a:lnTo>
                <a:lnTo>
                  <a:pt x="42863" y="142875"/>
                </a:lnTo>
                <a:lnTo>
                  <a:pt x="47625" y="138113"/>
                </a:lnTo>
                <a:lnTo>
                  <a:pt x="52388" y="133350"/>
                </a:lnTo>
                <a:lnTo>
                  <a:pt x="57150" y="128588"/>
                </a:lnTo>
                <a:lnTo>
                  <a:pt x="61913" y="123825"/>
                </a:lnTo>
                <a:lnTo>
                  <a:pt x="66675" y="119063"/>
                </a:lnTo>
                <a:lnTo>
                  <a:pt x="71438" y="114300"/>
                </a:lnTo>
                <a:lnTo>
                  <a:pt x="80963" y="114300"/>
                </a:lnTo>
                <a:lnTo>
                  <a:pt x="85725" y="109538"/>
                </a:lnTo>
                <a:lnTo>
                  <a:pt x="85725" y="100013"/>
                </a:lnTo>
                <a:lnTo>
                  <a:pt x="90488" y="95250"/>
                </a:lnTo>
                <a:lnTo>
                  <a:pt x="95250" y="90488"/>
                </a:lnTo>
                <a:lnTo>
                  <a:pt x="100013" y="85725"/>
                </a:lnTo>
                <a:lnTo>
                  <a:pt x="104775" y="80963"/>
                </a:lnTo>
                <a:lnTo>
                  <a:pt x="109538" y="76200"/>
                </a:lnTo>
                <a:lnTo>
                  <a:pt x="114300" y="71438"/>
                </a:lnTo>
                <a:lnTo>
                  <a:pt x="119063" y="66675"/>
                </a:lnTo>
                <a:lnTo>
                  <a:pt x="123825" y="61913"/>
                </a:lnTo>
                <a:lnTo>
                  <a:pt x="128588" y="57150"/>
                </a:lnTo>
                <a:lnTo>
                  <a:pt x="133350" y="52388"/>
                </a:lnTo>
                <a:lnTo>
                  <a:pt x="138113" y="47625"/>
                </a:lnTo>
                <a:lnTo>
                  <a:pt x="142875" y="42863"/>
                </a:lnTo>
                <a:lnTo>
                  <a:pt x="147638" y="38100"/>
                </a:lnTo>
                <a:lnTo>
                  <a:pt x="157163" y="38100"/>
                </a:lnTo>
                <a:lnTo>
                  <a:pt x="161925" y="33338"/>
                </a:lnTo>
                <a:lnTo>
                  <a:pt x="166688" y="28575"/>
                </a:lnTo>
                <a:lnTo>
                  <a:pt x="176213" y="28575"/>
                </a:lnTo>
                <a:lnTo>
                  <a:pt x="185738" y="28575"/>
                </a:lnTo>
                <a:lnTo>
                  <a:pt x="190500" y="23813"/>
                </a:lnTo>
                <a:lnTo>
                  <a:pt x="195263" y="19050"/>
                </a:lnTo>
                <a:lnTo>
                  <a:pt x="200025" y="14288"/>
                </a:lnTo>
                <a:lnTo>
                  <a:pt x="204788" y="9525"/>
                </a:lnTo>
                <a:lnTo>
                  <a:pt x="209550" y="4763"/>
                </a:lnTo>
                <a:close/>
              </a:path>
            </a:pathLst>
          </a:custGeom>
          <a:solidFill xmlns:a="http://schemas.openxmlformats.org/drawingml/2006/main">
            <a:srgbClr val="C8C8C8"/>
          </a:solidFill>
          <a:ln xmlns:a="http://schemas.openxmlformats.org/drawingml/2006/main" w="0">
            <a:noFill/>
            <a:prstDash val="solid"/>
          </a:ln>
        </p:spPr>
      </p:sp>
      <p:sp>
        <p:nvSpPr>
          <p:cNvPr id="381" name="deep-skill-chaining-source-component-8-gradient-202-0">
            <a:extLst xmlns:a="http://schemas.openxmlformats.org/drawingml/2006/main">
              <a:ext uri="{FF2B5EF4-FFF2-40B4-BE49-F238E27FC236}">
                <a16:creationId xmlns:a16="http://schemas.microsoft.com/office/drawing/2014/main" id="{06323A36-ECA3-43A2-B03C-B44FED2738DF}"/>
              </a:ext>
            </a:extLst>
          </p:cNvPr>
          <p:cNvSpPr>
            <a:spLocks xmlns:a="http://schemas.openxmlformats.org/drawingml/2006/main" noGrp="1"/>
          </p:cNvSpPr>
          <p:nvPr/>
        </p:nvSpPr>
        <p:spPr>
          <a:xfrm xmlns:a="http://schemas.openxmlformats.org/drawingml/2006/main" rot="0">
            <a:off x="9191625" y="647700"/>
            <a:ext cx="742950" cy="695325"/>
          </a:xfrm>
          <a:custGeom xmlns:a="http://schemas.openxmlformats.org/drawingml/2006/main">
            <a:pathLst>
              <a:path w="742950" h="695325">
                <a:moveTo>
                  <a:pt x="247650" y="4763"/>
                </a:moveTo>
                <a:lnTo>
                  <a:pt x="252413" y="0"/>
                </a:lnTo>
                <a:lnTo>
                  <a:pt x="257175" y="4763"/>
                </a:lnTo>
                <a:lnTo>
                  <a:pt x="261938" y="9525"/>
                </a:lnTo>
                <a:lnTo>
                  <a:pt x="271463" y="9525"/>
                </a:lnTo>
                <a:lnTo>
                  <a:pt x="280988" y="9525"/>
                </a:lnTo>
                <a:lnTo>
                  <a:pt x="285750" y="14288"/>
                </a:lnTo>
                <a:lnTo>
                  <a:pt x="290513" y="19050"/>
                </a:lnTo>
                <a:lnTo>
                  <a:pt x="300038" y="19050"/>
                </a:lnTo>
                <a:lnTo>
                  <a:pt x="309563" y="19050"/>
                </a:lnTo>
                <a:lnTo>
                  <a:pt x="314325" y="23813"/>
                </a:lnTo>
                <a:lnTo>
                  <a:pt x="319088" y="28575"/>
                </a:lnTo>
                <a:lnTo>
                  <a:pt x="328613" y="28575"/>
                </a:lnTo>
                <a:lnTo>
                  <a:pt x="333375" y="33338"/>
                </a:lnTo>
                <a:lnTo>
                  <a:pt x="338138" y="38100"/>
                </a:lnTo>
                <a:lnTo>
                  <a:pt x="347663" y="38100"/>
                </a:lnTo>
                <a:lnTo>
                  <a:pt x="352425" y="42863"/>
                </a:lnTo>
                <a:lnTo>
                  <a:pt x="357188" y="47625"/>
                </a:lnTo>
                <a:lnTo>
                  <a:pt x="366713" y="47625"/>
                </a:lnTo>
                <a:lnTo>
                  <a:pt x="371475" y="52388"/>
                </a:lnTo>
                <a:lnTo>
                  <a:pt x="376238" y="57150"/>
                </a:lnTo>
                <a:lnTo>
                  <a:pt x="385763" y="57150"/>
                </a:lnTo>
                <a:lnTo>
                  <a:pt x="390525" y="61913"/>
                </a:lnTo>
                <a:lnTo>
                  <a:pt x="395288" y="66675"/>
                </a:lnTo>
                <a:lnTo>
                  <a:pt x="404813" y="66675"/>
                </a:lnTo>
                <a:lnTo>
                  <a:pt x="409575" y="71438"/>
                </a:lnTo>
                <a:lnTo>
                  <a:pt x="414338" y="76200"/>
                </a:lnTo>
                <a:lnTo>
                  <a:pt x="423863" y="76200"/>
                </a:lnTo>
                <a:lnTo>
                  <a:pt x="428625" y="80963"/>
                </a:lnTo>
                <a:lnTo>
                  <a:pt x="433388" y="85725"/>
                </a:lnTo>
                <a:lnTo>
                  <a:pt x="438150" y="90488"/>
                </a:lnTo>
                <a:lnTo>
                  <a:pt x="442913" y="95250"/>
                </a:lnTo>
                <a:lnTo>
                  <a:pt x="452438" y="95250"/>
                </a:lnTo>
                <a:lnTo>
                  <a:pt x="457200" y="100013"/>
                </a:lnTo>
                <a:lnTo>
                  <a:pt x="461963" y="104775"/>
                </a:lnTo>
                <a:lnTo>
                  <a:pt x="466725" y="109538"/>
                </a:lnTo>
                <a:lnTo>
                  <a:pt x="471488" y="114300"/>
                </a:lnTo>
                <a:lnTo>
                  <a:pt x="481013" y="114300"/>
                </a:lnTo>
                <a:lnTo>
                  <a:pt x="485775" y="119063"/>
                </a:lnTo>
                <a:lnTo>
                  <a:pt x="490538" y="123825"/>
                </a:lnTo>
                <a:lnTo>
                  <a:pt x="495300" y="128588"/>
                </a:lnTo>
                <a:lnTo>
                  <a:pt x="500063" y="133350"/>
                </a:lnTo>
                <a:lnTo>
                  <a:pt x="504825" y="138113"/>
                </a:lnTo>
                <a:lnTo>
                  <a:pt x="509588" y="142875"/>
                </a:lnTo>
                <a:lnTo>
                  <a:pt x="519113" y="142875"/>
                </a:lnTo>
                <a:lnTo>
                  <a:pt x="523875" y="147638"/>
                </a:lnTo>
                <a:lnTo>
                  <a:pt x="528638" y="152400"/>
                </a:lnTo>
                <a:lnTo>
                  <a:pt x="533400" y="157163"/>
                </a:lnTo>
                <a:lnTo>
                  <a:pt x="538163" y="161925"/>
                </a:lnTo>
                <a:lnTo>
                  <a:pt x="542925" y="166688"/>
                </a:lnTo>
                <a:lnTo>
                  <a:pt x="547688" y="171450"/>
                </a:lnTo>
                <a:lnTo>
                  <a:pt x="552450" y="176213"/>
                </a:lnTo>
                <a:lnTo>
                  <a:pt x="557213" y="180975"/>
                </a:lnTo>
                <a:lnTo>
                  <a:pt x="561975" y="185738"/>
                </a:lnTo>
                <a:lnTo>
                  <a:pt x="566738" y="190500"/>
                </a:lnTo>
                <a:lnTo>
                  <a:pt x="576263" y="190500"/>
                </a:lnTo>
                <a:lnTo>
                  <a:pt x="581025" y="195263"/>
                </a:lnTo>
                <a:lnTo>
                  <a:pt x="585788" y="200025"/>
                </a:lnTo>
                <a:lnTo>
                  <a:pt x="590550" y="204788"/>
                </a:lnTo>
                <a:lnTo>
                  <a:pt x="595313" y="209550"/>
                </a:lnTo>
                <a:lnTo>
                  <a:pt x="600075" y="214313"/>
                </a:lnTo>
                <a:lnTo>
                  <a:pt x="604838" y="219075"/>
                </a:lnTo>
                <a:lnTo>
                  <a:pt x="609600" y="223838"/>
                </a:lnTo>
                <a:lnTo>
                  <a:pt x="614363" y="228600"/>
                </a:lnTo>
                <a:lnTo>
                  <a:pt x="619125" y="233363"/>
                </a:lnTo>
                <a:lnTo>
                  <a:pt x="623888" y="238125"/>
                </a:lnTo>
                <a:lnTo>
                  <a:pt x="628650" y="242888"/>
                </a:lnTo>
                <a:lnTo>
                  <a:pt x="628650" y="252413"/>
                </a:lnTo>
                <a:lnTo>
                  <a:pt x="633413" y="257175"/>
                </a:lnTo>
                <a:lnTo>
                  <a:pt x="638175" y="261938"/>
                </a:lnTo>
                <a:lnTo>
                  <a:pt x="642938" y="266700"/>
                </a:lnTo>
                <a:lnTo>
                  <a:pt x="647700" y="271463"/>
                </a:lnTo>
                <a:lnTo>
                  <a:pt x="652463" y="276225"/>
                </a:lnTo>
                <a:lnTo>
                  <a:pt x="657225" y="280988"/>
                </a:lnTo>
                <a:lnTo>
                  <a:pt x="661988" y="285750"/>
                </a:lnTo>
                <a:lnTo>
                  <a:pt x="666750" y="290513"/>
                </a:lnTo>
                <a:lnTo>
                  <a:pt x="671513" y="295275"/>
                </a:lnTo>
                <a:lnTo>
                  <a:pt x="676275" y="300038"/>
                </a:lnTo>
                <a:lnTo>
                  <a:pt x="676275" y="309563"/>
                </a:lnTo>
                <a:lnTo>
                  <a:pt x="681038" y="314325"/>
                </a:lnTo>
                <a:lnTo>
                  <a:pt x="685800" y="319088"/>
                </a:lnTo>
                <a:lnTo>
                  <a:pt x="690563" y="323850"/>
                </a:lnTo>
                <a:lnTo>
                  <a:pt x="695325" y="328613"/>
                </a:lnTo>
                <a:lnTo>
                  <a:pt x="700088" y="333375"/>
                </a:lnTo>
                <a:lnTo>
                  <a:pt x="704850" y="338138"/>
                </a:lnTo>
                <a:lnTo>
                  <a:pt x="704850" y="347663"/>
                </a:lnTo>
                <a:lnTo>
                  <a:pt x="709613" y="352425"/>
                </a:lnTo>
                <a:lnTo>
                  <a:pt x="714375" y="357188"/>
                </a:lnTo>
                <a:lnTo>
                  <a:pt x="714375" y="366713"/>
                </a:lnTo>
                <a:lnTo>
                  <a:pt x="719138" y="371475"/>
                </a:lnTo>
                <a:lnTo>
                  <a:pt x="723900" y="376238"/>
                </a:lnTo>
                <a:lnTo>
                  <a:pt x="728663" y="381000"/>
                </a:lnTo>
                <a:lnTo>
                  <a:pt x="733425" y="385763"/>
                </a:lnTo>
                <a:lnTo>
                  <a:pt x="733425" y="395288"/>
                </a:lnTo>
                <a:lnTo>
                  <a:pt x="738188" y="400050"/>
                </a:lnTo>
                <a:lnTo>
                  <a:pt x="742950" y="404813"/>
                </a:lnTo>
                <a:lnTo>
                  <a:pt x="738188" y="409575"/>
                </a:lnTo>
                <a:lnTo>
                  <a:pt x="733425" y="414338"/>
                </a:lnTo>
                <a:lnTo>
                  <a:pt x="738188" y="419100"/>
                </a:lnTo>
                <a:lnTo>
                  <a:pt x="742950" y="423863"/>
                </a:lnTo>
                <a:lnTo>
                  <a:pt x="742950" y="433388"/>
                </a:lnTo>
                <a:lnTo>
                  <a:pt x="742950" y="442913"/>
                </a:lnTo>
                <a:lnTo>
                  <a:pt x="742950" y="452438"/>
                </a:lnTo>
                <a:lnTo>
                  <a:pt x="742950" y="461963"/>
                </a:lnTo>
                <a:lnTo>
                  <a:pt x="738188" y="466725"/>
                </a:lnTo>
                <a:lnTo>
                  <a:pt x="733425" y="471488"/>
                </a:lnTo>
                <a:lnTo>
                  <a:pt x="733425" y="481013"/>
                </a:lnTo>
                <a:lnTo>
                  <a:pt x="728663" y="485775"/>
                </a:lnTo>
                <a:lnTo>
                  <a:pt x="723900" y="490538"/>
                </a:lnTo>
                <a:lnTo>
                  <a:pt x="719138" y="495300"/>
                </a:lnTo>
                <a:lnTo>
                  <a:pt x="714375" y="500063"/>
                </a:lnTo>
                <a:lnTo>
                  <a:pt x="714375" y="509588"/>
                </a:lnTo>
                <a:lnTo>
                  <a:pt x="709613" y="514350"/>
                </a:lnTo>
                <a:lnTo>
                  <a:pt x="704850" y="519113"/>
                </a:lnTo>
                <a:lnTo>
                  <a:pt x="704850" y="528638"/>
                </a:lnTo>
                <a:lnTo>
                  <a:pt x="704850" y="538163"/>
                </a:lnTo>
                <a:lnTo>
                  <a:pt x="700088" y="542925"/>
                </a:lnTo>
                <a:lnTo>
                  <a:pt x="695325" y="547688"/>
                </a:lnTo>
                <a:lnTo>
                  <a:pt x="695325" y="557213"/>
                </a:lnTo>
                <a:lnTo>
                  <a:pt x="690563" y="561975"/>
                </a:lnTo>
                <a:lnTo>
                  <a:pt x="685800" y="566738"/>
                </a:lnTo>
                <a:lnTo>
                  <a:pt x="685800" y="576263"/>
                </a:lnTo>
                <a:lnTo>
                  <a:pt x="685800" y="585788"/>
                </a:lnTo>
                <a:lnTo>
                  <a:pt x="685800" y="595313"/>
                </a:lnTo>
                <a:lnTo>
                  <a:pt x="681038" y="600075"/>
                </a:lnTo>
                <a:lnTo>
                  <a:pt x="676275" y="604838"/>
                </a:lnTo>
                <a:lnTo>
                  <a:pt x="671513" y="609600"/>
                </a:lnTo>
                <a:lnTo>
                  <a:pt x="666750" y="614363"/>
                </a:lnTo>
                <a:lnTo>
                  <a:pt x="661988" y="619125"/>
                </a:lnTo>
                <a:lnTo>
                  <a:pt x="657225" y="623888"/>
                </a:lnTo>
                <a:lnTo>
                  <a:pt x="652463" y="628650"/>
                </a:lnTo>
                <a:lnTo>
                  <a:pt x="642938" y="628650"/>
                </a:lnTo>
                <a:lnTo>
                  <a:pt x="638175" y="633413"/>
                </a:lnTo>
                <a:lnTo>
                  <a:pt x="633413" y="638175"/>
                </a:lnTo>
                <a:lnTo>
                  <a:pt x="628650" y="642938"/>
                </a:lnTo>
                <a:lnTo>
                  <a:pt x="623888" y="647700"/>
                </a:lnTo>
                <a:lnTo>
                  <a:pt x="614363" y="647700"/>
                </a:lnTo>
                <a:lnTo>
                  <a:pt x="609600" y="652463"/>
                </a:lnTo>
                <a:lnTo>
                  <a:pt x="604838" y="657225"/>
                </a:lnTo>
                <a:lnTo>
                  <a:pt x="600075" y="661988"/>
                </a:lnTo>
                <a:lnTo>
                  <a:pt x="595313" y="666750"/>
                </a:lnTo>
                <a:lnTo>
                  <a:pt x="585788" y="666750"/>
                </a:lnTo>
                <a:lnTo>
                  <a:pt x="581025" y="671513"/>
                </a:lnTo>
                <a:lnTo>
                  <a:pt x="576263" y="676275"/>
                </a:lnTo>
                <a:lnTo>
                  <a:pt x="571500" y="681038"/>
                </a:lnTo>
                <a:lnTo>
                  <a:pt x="566738" y="685800"/>
                </a:lnTo>
                <a:lnTo>
                  <a:pt x="557213" y="685800"/>
                </a:lnTo>
                <a:lnTo>
                  <a:pt x="552450" y="690563"/>
                </a:lnTo>
                <a:lnTo>
                  <a:pt x="547688" y="695325"/>
                </a:lnTo>
                <a:lnTo>
                  <a:pt x="538163" y="695325"/>
                </a:lnTo>
                <a:lnTo>
                  <a:pt x="528638" y="695325"/>
                </a:lnTo>
                <a:lnTo>
                  <a:pt x="519113" y="695325"/>
                </a:lnTo>
                <a:lnTo>
                  <a:pt x="509588" y="695325"/>
                </a:lnTo>
                <a:lnTo>
                  <a:pt x="500063" y="695325"/>
                </a:lnTo>
                <a:lnTo>
                  <a:pt x="495300" y="690563"/>
                </a:lnTo>
                <a:lnTo>
                  <a:pt x="490538" y="685800"/>
                </a:lnTo>
                <a:lnTo>
                  <a:pt x="481013" y="685800"/>
                </a:lnTo>
                <a:lnTo>
                  <a:pt x="471488" y="685800"/>
                </a:lnTo>
                <a:lnTo>
                  <a:pt x="466725" y="681038"/>
                </a:lnTo>
                <a:lnTo>
                  <a:pt x="461963" y="676275"/>
                </a:lnTo>
                <a:lnTo>
                  <a:pt x="452438" y="676275"/>
                </a:lnTo>
                <a:lnTo>
                  <a:pt x="442913" y="676275"/>
                </a:lnTo>
                <a:lnTo>
                  <a:pt x="438150" y="671513"/>
                </a:lnTo>
                <a:lnTo>
                  <a:pt x="433388" y="666750"/>
                </a:lnTo>
                <a:lnTo>
                  <a:pt x="423863" y="666750"/>
                </a:lnTo>
                <a:lnTo>
                  <a:pt x="414338" y="666750"/>
                </a:lnTo>
                <a:lnTo>
                  <a:pt x="409575" y="661988"/>
                </a:lnTo>
                <a:lnTo>
                  <a:pt x="404813" y="657225"/>
                </a:lnTo>
                <a:lnTo>
                  <a:pt x="395288" y="657225"/>
                </a:lnTo>
                <a:lnTo>
                  <a:pt x="390525" y="652463"/>
                </a:lnTo>
                <a:lnTo>
                  <a:pt x="385763" y="647700"/>
                </a:lnTo>
                <a:lnTo>
                  <a:pt x="376238" y="647700"/>
                </a:lnTo>
                <a:lnTo>
                  <a:pt x="371475" y="642938"/>
                </a:lnTo>
                <a:lnTo>
                  <a:pt x="366713" y="638175"/>
                </a:lnTo>
                <a:lnTo>
                  <a:pt x="357188" y="638175"/>
                </a:lnTo>
                <a:lnTo>
                  <a:pt x="352425" y="633413"/>
                </a:lnTo>
                <a:lnTo>
                  <a:pt x="347663" y="628650"/>
                </a:lnTo>
                <a:lnTo>
                  <a:pt x="338138" y="628650"/>
                </a:lnTo>
                <a:lnTo>
                  <a:pt x="333375" y="623888"/>
                </a:lnTo>
                <a:lnTo>
                  <a:pt x="328613" y="619125"/>
                </a:lnTo>
                <a:lnTo>
                  <a:pt x="323850" y="614363"/>
                </a:lnTo>
                <a:lnTo>
                  <a:pt x="319088" y="609600"/>
                </a:lnTo>
                <a:lnTo>
                  <a:pt x="309563" y="609600"/>
                </a:lnTo>
                <a:lnTo>
                  <a:pt x="304800" y="604838"/>
                </a:lnTo>
                <a:lnTo>
                  <a:pt x="300038" y="600075"/>
                </a:lnTo>
                <a:lnTo>
                  <a:pt x="290513" y="600075"/>
                </a:lnTo>
                <a:lnTo>
                  <a:pt x="285750" y="595313"/>
                </a:lnTo>
                <a:lnTo>
                  <a:pt x="280988" y="590550"/>
                </a:lnTo>
                <a:lnTo>
                  <a:pt x="276225" y="585788"/>
                </a:lnTo>
                <a:lnTo>
                  <a:pt x="271463" y="581025"/>
                </a:lnTo>
                <a:lnTo>
                  <a:pt x="261938" y="581025"/>
                </a:lnTo>
                <a:lnTo>
                  <a:pt x="257175" y="576263"/>
                </a:lnTo>
                <a:lnTo>
                  <a:pt x="252413" y="571500"/>
                </a:lnTo>
                <a:lnTo>
                  <a:pt x="247650" y="566738"/>
                </a:lnTo>
                <a:lnTo>
                  <a:pt x="242888" y="561975"/>
                </a:lnTo>
                <a:lnTo>
                  <a:pt x="238125" y="557213"/>
                </a:lnTo>
                <a:lnTo>
                  <a:pt x="233363" y="552450"/>
                </a:lnTo>
                <a:lnTo>
                  <a:pt x="223838" y="552450"/>
                </a:lnTo>
                <a:lnTo>
                  <a:pt x="219075" y="547688"/>
                </a:lnTo>
                <a:lnTo>
                  <a:pt x="214313" y="542925"/>
                </a:lnTo>
                <a:lnTo>
                  <a:pt x="209550" y="538163"/>
                </a:lnTo>
                <a:lnTo>
                  <a:pt x="204788" y="533400"/>
                </a:lnTo>
                <a:lnTo>
                  <a:pt x="200025" y="528638"/>
                </a:lnTo>
                <a:lnTo>
                  <a:pt x="195263" y="523875"/>
                </a:lnTo>
                <a:lnTo>
                  <a:pt x="190500" y="519113"/>
                </a:lnTo>
                <a:lnTo>
                  <a:pt x="185738" y="514350"/>
                </a:lnTo>
                <a:lnTo>
                  <a:pt x="180975" y="509588"/>
                </a:lnTo>
                <a:lnTo>
                  <a:pt x="176213" y="504825"/>
                </a:lnTo>
                <a:lnTo>
                  <a:pt x="166688" y="504825"/>
                </a:lnTo>
                <a:lnTo>
                  <a:pt x="161925" y="500063"/>
                </a:lnTo>
                <a:lnTo>
                  <a:pt x="157163" y="495300"/>
                </a:lnTo>
                <a:lnTo>
                  <a:pt x="152400" y="490538"/>
                </a:lnTo>
                <a:lnTo>
                  <a:pt x="147638" y="485775"/>
                </a:lnTo>
                <a:lnTo>
                  <a:pt x="142875" y="481013"/>
                </a:lnTo>
                <a:lnTo>
                  <a:pt x="138113" y="476250"/>
                </a:lnTo>
                <a:lnTo>
                  <a:pt x="133350" y="471488"/>
                </a:lnTo>
                <a:lnTo>
                  <a:pt x="128588" y="466725"/>
                </a:lnTo>
                <a:lnTo>
                  <a:pt x="123825" y="461963"/>
                </a:lnTo>
                <a:lnTo>
                  <a:pt x="119063" y="457200"/>
                </a:lnTo>
                <a:lnTo>
                  <a:pt x="114300" y="452438"/>
                </a:lnTo>
                <a:lnTo>
                  <a:pt x="109538" y="447675"/>
                </a:lnTo>
                <a:lnTo>
                  <a:pt x="104775" y="442913"/>
                </a:lnTo>
                <a:lnTo>
                  <a:pt x="100013" y="438150"/>
                </a:lnTo>
                <a:lnTo>
                  <a:pt x="95250" y="433388"/>
                </a:lnTo>
                <a:lnTo>
                  <a:pt x="95250" y="423863"/>
                </a:lnTo>
                <a:lnTo>
                  <a:pt x="90488" y="419100"/>
                </a:lnTo>
                <a:lnTo>
                  <a:pt x="85725" y="414338"/>
                </a:lnTo>
                <a:lnTo>
                  <a:pt x="80963" y="409575"/>
                </a:lnTo>
                <a:lnTo>
                  <a:pt x="76200" y="404813"/>
                </a:lnTo>
                <a:lnTo>
                  <a:pt x="71438" y="400050"/>
                </a:lnTo>
                <a:lnTo>
                  <a:pt x="66675" y="395288"/>
                </a:lnTo>
                <a:lnTo>
                  <a:pt x="61913" y="390525"/>
                </a:lnTo>
                <a:lnTo>
                  <a:pt x="57150" y="385763"/>
                </a:lnTo>
                <a:lnTo>
                  <a:pt x="57150" y="376238"/>
                </a:lnTo>
                <a:lnTo>
                  <a:pt x="52388" y="371475"/>
                </a:lnTo>
                <a:lnTo>
                  <a:pt x="47625" y="366713"/>
                </a:lnTo>
                <a:lnTo>
                  <a:pt x="42863" y="361950"/>
                </a:lnTo>
                <a:lnTo>
                  <a:pt x="38100" y="357188"/>
                </a:lnTo>
                <a:lnTo>
                  <a:pt x="38100" y="347663"/>
                </a:lnTo>
                <a:lnTo>
                  <a:pt x="33338" y="342900"/>
                </a:lnTo>
                <a:lnTo>
                  <a:pt x="28575" y="338138"/>
                </a:lnTo>
                <a:lnTo>
                  <a:pt x="23813" y="333375"/>
                </a:lnTo>
                <a:lnTo>
                  <a:pt x="19050" y="328613"/>
                </a:lnTo>
                <a:lnTo>
                  <a:pt x="19050" y="319088"/>
                </a:lnTo>
                <a:lnTo>
                  <a:pt x="14288" y="314325"/>
                </a:lnTo>
                <a:lnTo>
                  <a:pt x="9525" y="309563"/>
                </a:lnTo>
                <a:lnTo>
                  <a:pt x="9525" y="300038"/>
                </a:lnTo>
                <a:lnTo>
                  <a:pt x="4763" y="295275"/>
                </a:lnTo>
                <a:lnTo>
                  <a:pt x="0" y="290513"/>
                </a:lnTo>
                <a:lnTo>
                  <a:pt x="0" y="280988"/>
                </a:lnTo>
                <a:lnTo>
                  <a:pt x="0" y="271463"/>
                </a:lnTo>
                <a:lnTo>
                  <a:pt x="0" y="261938"/>
                </a:lnTo>
                <a:lnTo>
                  <a:pt x="4763" y="257175"/>
                </a:lnTo>
                <a:lnTo>
                  <a:pt x="9525" y="252413"/>
                </a:lnTo>
                <a:lnTo>
                  <a:pt x="14288" y="247650"/>
                </a:lnTo>
                <a:lnTo>
                  <a:pt x="19050" y="242888"/>
                </a:lnTo>
                <a:lnTo>
                  <a:pt x="19050" y="233363"/>
                </a:lnTo>
                <a:lnTo>
                  <a:pt x="19050" y="223838"/>
                </a:lnTo>
                <a:lnTo>
                  <a:pt x="19050" y="214313"/>
                </a:lnTo>
                <a:lnTo>
                  <a:pt x="19050" y="204788"/>
                </a:lnTo>
                <a:lnTo>
                  <a:pt x="19050" y="195263"/>
                </a:lnTo>
                <a:lnTo>
                  <a:pt x="23813" y="190500"/>
                </a:lnTo>
                <a:lnTo>
                  <a:pt x="28575" y="185738"/>
                </a:lnTo>
                <a:lnTo>
                  <a:pt x="33338" y="180975"/>
                </a:lnTo>
                <a:lnTo>
                  <a:pt x="38100" y="176213"/>
                </a:lnTo>
                <a:lnTo>
                  <a:pt x="42863" y="171450"/>
                </a:lnTo>
                <a:lnTo>
                  <a:pt x="47625" y="166688"/>
                </a:lnTo>
                <a:lnTo>
                  <a:pt x="47625" y="157163"/>
                </a:lnTo>
                <a:lnTo>
                  <a:pt x="47625" y="147638"/>
                </a:lnTo>
                <a:lnTo>
                  <a:pt x="47625" y="138113"/>
                </a:lnTo>
                <a:lnTo>
                  <a:pt x="52388" y="133350"/>
                </a:lnTo>
                <a:lnTo>
                  <a:pt x="61913" y="133350"/>
                </a:lnTo>
                <a:lnTo>
                  <a:pt x="66675" y="128588"/>
                </a:lnTo>
                <a:lnTo>
                  <a:pt x="71438" y="123825"/>
                </a:lnTo>
                <a:lnTo>
                  <a:pt x="76200" y="119063"/>
                </a:lnTo>
                <a:lnTo>
                  <a:pt x="80963" y="114300"/>
                </a:lnTo>
                <a:lnTo>
                  <a:pt x="85725" y="109538"/>
                </a:lnTo>
                <a:lnTo>
                  <a:pt x="90488" y="104775"/>
                </a:lnTo>
                <a:lnTo>
                  <a:pt x="95250" y="100013"/>
                </a:lnTo>
                <a:lnTo>
                  <a:pt x="100013" y="95250"/>
                </a:lnTo>
                <a:lnTo>
                  <a:pt x="104775" y="90488"/>
                </a:lnTo>
                <a:lnTo>
                  <a:pt x="104775" y="80963"/>
                </a:lnTo>
                <a:lnTo>
                  <a:pt x="109538" y="76200"/>
                </a:lnTo>
                <a:lnTo>
                  <a:pt x="119063" y="76200"/>
                </a:lnTo>
                <a:lnTo>
                  <a:pt x="123825" y="71438"/>
                </a:lnTo>
                <a:lnTo>
                  <a:pt x="128588" y="66675"/>
                </a:lnTo>
                <a:lnTo>
                  <a:pt x="133350" y="61913"/>
                </a:lnTo>
                <a:lnTo>
                  <a:pt x="133350" y="52388"/>
                </a:lnTo>
                <a:lnTo>
                  <a:pt x="138113" y="47625"/>
                </a:lnTo>
                <a:lnTo>
                  <a:pt x="147638" y="47625"/>
                </a:lnTo>
                <a:lnTo>
                  <a:pt x="157163" y="47625"/>
                </a:lnTo>
                <a:lnTo>
                  <a:pt x="161925" y="42863"/>
                </a:lnTo>
                <a:lnTo>
                  <a:pt x="166688" y="38100"/>
                </a:lnTo>
                <a:lnTo>
                  <a:pt x="176213" y="38100"/>
                </a:lnTo>
                <a:lnTo>
                  <a:pt x="185738" y="38100"/>
                </a:lnTo>
                <a:lnTo>
                  <a:pt x="190500" y="33338"/>
                </a:lnTo>
                <a:lnTo>
                  <a:pt x="195263" y="28575"/>
                </a:lnTo>
                <a:lnTo>
                  <a:pt x="204788" y="28575"/>
                </a:lnTo>
                <a:lnTo>
                  <a:pt x="209550" y="23813"/>
                </a:lnTo>
                <a:lnTo>
                  <a:pt x="214313" y="19050"/>
                </a:lnTo>
                <a:lnTo>
                  <a:pt x="223838" y="19050"/>
                </a:lnTo>
                <a:lnTo>
                  <a:pt x="228600" y="14288"/>
                </a:lnTo>
                <a:lnTo>
                  <a:pt x="233363" y="9525"/>
                </a:lnTo>
                <a:lnTo>
                  <a:pt x="242888" y="9525"/>
                </a:lnTo>
                <a:lnTo>
                  <a:pt x="247650" y="4763"/>
                </a:lnTo>
                <a:close/>
              </a:path>
            </a:pathLst>
          </a:custGeom>
          <a:solidFill xmlns:a="http://schemas.openxmlformats.org/drawingml/2006/main">
            <a:srgbClr val="CACACA"/>
          </a:solidFill>
          <a:ln xmlns:a="http://schemas.openxmlformats.org/drawingml/2006/main" w="0">
            <a:noFill/>
            <a:prstDash val="solid"/>
          </a:ln>
        </p:spPr>
      </p:sp>
      <p:sp>
        <p:nvSpPr>
          <p:cNvPr id="382" name="deep-skill-chaining-source-component-8-gradient-204-0">
            <a:extLst xmlns:a="http://schemas.openxmlformats.org/drawingml/2006/main">
              <a:ext uri="{FF2B5EF4-FFF2-40B4-BE49-F238E27FC236}">
                <a16:creationId xmlns:a16="http://schemas.microsoft.com/office/drawing/2014/main" id="{30D04535-4300-4C35-8DAD-FBAD976029CF}"/>
              </a:ext>
            </a:extLst>
          </p:cNvPr>
          <p:cNvSpPr>
            <a:spLocks xmlns:a="http://schemas.openxmlformats.org/drawingml/2006/main" noGrp="1"/>
          </p:cNvSpPr>
          <p:nvPr/>
        </p:nvSpPr>
        <p:spPr>
          <a:xfrm xmlns:a="http://schemas.openxmlformats.org/drawingml/2006/main" rot="0">
            <a:off x="9201150" y="657225"/>
            <a:ext cx="723900" cy="685800"/>
          </a:xfrm>
          <a:custGeom xmlns:a="http://schemas.openxmlformats.org/drawingml/2006/main">
            <a:pathLst>
              <a:path w="723900" h="685800">
                <a:moveTo>
                  <a:pt x="247650" y="4763"/>
                </a:moveTo>
                <a:lnTo>
                  <a:pt x="252413" y="0"/>
                </a:lnTo>
                <a:lnTo>
                  <a:pt x="257175" y="4763"/>
                </a:lnTo>
                <a:lnTo>
                  <a:pt x="261938" y="9525"/>
                </a:lnTo>
                <a:lnTo>
                  <a:pt x="266700" y="4763"/>
                </a:lnTo>
                <a:lnTo>
                  <a:pt x="271463" y="0"/>
                </a:lnTo>
                <a:lnTo>
                  <a:pt x="276225" y="4763"/>
                </a:lnTo>
                <a:lnTo>
                  <a:pt x="280988" y="9525"/>
                </a:lnTo>
                <a:lnTo>
                  <a:pt x="290513" y="9525"/>
                </a:lnTo>
                <a:lnTo>
                  <a:pt x="300038" y="9525"/>
                </a:lnTo>
                <a:lnTo>
                  <a:pt x="304800" y="14288"/>
                </a:lnTo>
                <a:lnTo>
                  <a:pt x="309563" y="19050"/>
                </a:lnTo>
                <a:lnTo>
                  <a:pt x="319088" y="19050"/>
                </a:lnTo>
                <a:lnTo>
                  <a:pt x="323850" y="23813"/>
                </a:lnTo>
                <a:lnTo>
                  <a:pt x="328613" y="28575"/>
                </a:lnTo>
                <a:lnTo>
                  <a:pt x="338138" y="28575"/>
                </a:lnTo>
                <a:lnTo>
                  <a:pt x="342900" y="33338"/>
                </a:lnTo>
                <a:lnTo>
                  <a:pt x="347663" y="38100"/>
                </a:lnTo>
                <a:lnTo>
                  <a:pt x="357188" y="38100"/>
                </a:lnTo>
                <a:lnTo>
                  <a:pt x="361950" y="42863"/>
                </a:lnTo>
                <a:lnTo>
                  <a:pt x="366713" y="47625"/>
                </a:lnTo>
                <a:lnTo>
                  <a:pt x="376238" y="47625"/>
                </a:lnTo>
                <a:lnTo>
                  <a:pt x="381000" y="52388"/>
                </a:lnTo>
                <a:lnTo>
                  <a:pt x="385763" y="57150"/>
                </a:lnTo>
                <a:lnTo>
                  <a:pt x="395288" y="57150"/>
                </a:lnTo>
                <a:lnTo>
                  <a:pt x="400050" y="61913"/>
                </a:lnTo>
                <a:lnTo>
                  <a:pt x="404813" y="66675"/>
                </a:lnTo>
                <a:lnTo>
                  <a:pt x="414338" y="66675"/>
                </a:lnTo>
                <a:lnTo>
                  <a:pt x="419100" y="71438"/>
                </a:lnTo>
                <a:lnTo>
                  <a:pt x="423863" y="76200"/>
                </a:lnTo>
                <a:lnTo>
                  <a:pt x="428625" y="80963"/>
                </a:lnTo>
                <a:lnTo>
                  <a:pt x="433388" y="85725"/>
                </a:lnTo>
                <a:lnTo>
                  <a:pt x="442913" y="85725"/>
                </a:lnTo>
                <a:lnTo>
                  <a:pt x="447675" y="90488"/>
                </a:lnTo>
                <a:lnTo>
                  <a:pt x="452438" y="95250"/>
                </a:lnTo>
                <a:lnTo>
                  <a:pt x="457200" y="100013"/>
                </a:lnTo>
                <a:lnTo>
                  <a:pt x="461963" y="104775"/>
                </a:lnTo>
                <a:lnTo>
                  <a:pt x="471488" y="104775"/>
                </a:lnTo>
                <a:lnTo>
                  <a:pt x="476250" y="109538"/>
                </a:lnTo>
                <a:lnTo>
                  <a:pt x="481013" y="114300"/>
                </a:lnTo>
                <a:lnTo>
                  <a:pt x="485775" y="119063"/>
                </a:lnTo>
                <a:lnTo>
                  <a:pt x="490538" y="123825"/>
                </a:lnTo>
                <a:lnTo>
                  <a:pt x="495300" y="128588"/>
                </a:lnTo>
                <a:lnTo>
                  <a:pt x="500063" y="133350"/>
                </a:lnTo>
                <a:lnTo>
                  <a:pt x="509588" y="133350"/>
                </a:lnTo>
                <a:lnTo>
                  <a:pt x="514350" y="138113"/>
                </a:lnTo>
                <a:lnTo>
                  <a:pt x="519113" y="142875"/>
                </a:lnTo>
                <a:lnTo>
                  <a:pt x="523875" y="147638"/>
                </a:lnTo>
                <a:lnTo>
                  <a:pt x="528638" y="152400"/>
                </a:lnTo>
                <a:lnTo>
                  <a:pt x="533400" y="157163"/>
                </a:lnTo>
                <a:lnTo>
                  <a:pt x="538163" y="161925"/>
                </a:lnTo>
                <a:lnTo>
                  <a:pt x="542925" y="166688"/>
                </a:lnTo>
                <a:lnTo>
                  <a:pt x="547688" y="171450"/>
                </a:lnTo>
                <a:lnTo>
                  <a:pt x="552450" y="176213"/>
                </a:lnTo>
                <a:lnTo>
                  <a:pt x="557213" y="180975"/>
                </a:lnTo>
                <a:lnTo>
                  <a:pt x="566738" y="180975"/>
                </a:lnTo>
                <a:lnTo>
                  <a:pt x="571500" y="185738"/>
                </a:lnTo>
                <a:lnTo>
                  <a:pt x="576263" y="190500"/>
                </a:lnTo>
                <a:lnTo>
                  <a:pt x="581025" y="195263"/>
                </a:lnTo>
                <a:lnTo>
                  <a:pt x="585788" y="200025"/>
                </a:lnTo>
                <a:lnTo>
                  <a:pt x="590550" y="204788"/>
                </a:lnTo>
                <a:lnTo>
                  <a:pt x="595313" y="209550"/>
                </a:lnTo>
                <a:lnTo>
                  <a:pt x="600075" y="214313"/>
                </a:lnTo>
                <a:lnTo>
                  <a:pt x="604838" y="219075"/>
                </a:lnTo>
                <a:lnTo>
                  <a:pt x="609600" y="223838"/>
                </a:lnTo>
                <a:lnTo>
                  <a:pt x="614363" y="228600"/>
                </a:lnTo>
                <a:lnTo>
                  <a:pt x="619125" y="233363"/>
                </a:lnTo>
                <a:lnTo>
                  <a:pt x="619125" y="242888"/>
                </a:lnTo>
                <a:lnTo>
                  <a:pt x="623888" y="247650"/>
                </a:lnTo>
                <a:lnTo>
                  <a:pt x="628650" y="252413"/>
                </a:lnTo>
                <a:lnTo>
                  <a:pt x="633413" y="257175"/>
                </a:lnTo>
                <a:lnTo>
                  <a:pt x="638175" y="261938"/>
                </a:lnTo>
                <a:lnTo>
                  <a:pt x="642938" y="266700"/>
                </a:lnTo>
                <a:lnTo>
                  <a:pt x="647700" y="271463"/>
                </a:lnTo>
                <a:lnTo>
                  <a:pt x="652463" y="276225"/>
                </a:lnTo>
                <a:lnTo>
                  <a:pt x="657225" y="280988"/>
                </a:lnTo>
                <a:lnTo>
                  <a:pt x="661988" y="285750"/>
                </a:lnTo>
                <a:lnTo>
                  <a:pt x="666750" y="290513"/>
                </a:lnTo>
                <a:lnTo>
                  <a:pt x="666750" y="300038"/>
                </a:lnTo>
                <a:lnTo>
                  <a:pt x="671513" y="304800"/>
                </a:lnTo>
                <a:lnTo>
                  <a:pt x="676275" y="309563"/>
                </a:lnTo>
                <a:lnTo>
                  <a:pt x="681038" y="314325"/>
                </a:lnTo>
                <a:lnTo>
                  <a:pt x="685800" y="319088"/>
                </a:lnTo>
                <a:lnTo>
                  <a:pt x="690563" y="323850"/>
                </a:lnTo>
                <a:lnTo>
                  <a:pt x="695325" y="328613"/>
                </a:lnTo>
                <a:lnTo>
                  <a:pt x="695325" y="338138"/>
                </a:lnTo>
                <a:lnTo>
                  <a:pt x="700088" y="342900"/>
                </a:lnTo>
                <a:lnTo>
                  <a:pt x="704850" y="347663"/>
                </a:lnTo>
                <a:lnTo>
                  <a:pt x="704850" y="357188"/>
                </a:lnTo>
                <a:lnTo>
                  <a:pt x="709613" y="361950"/>
                </a:lnTo>
                <a:lnTo>
                  <a:pt x="714375" y="366713"/>
                </a:lnTo>
                <a:lnTo>
                  <a:pt x="714375" y="376238"/>
                </a:lnTo>
                <a:lnTo>
                  <a:pt x="714375" y="385763"/>
                </a:lnTo>
                <a:lnTo>
                  <a:pt x="719138" y="390525"/>
                </a:lnTo>
                <a:lnTo>
                  <a:pt x="723900" y="395288"/>
                </a:lnTo>
                <a:lnTo>
                  <a:pt x="719138" y="400050"/>
                </a:lnTo>
                <a:lnTo>
                  <a:pt x="714375" y="404813"/>
                </a:lnTo>
                <a:lnTo>
                  <a:pt x="714375" y="414338"/>
                </a:lnTo>
                <a:lnTo>
                  <a:pt x="714375" y="423863"/>
                </a:lnTo>
                <a:lnTo>
                  <a:pt x="719138" y="428625"/>
                </a:lnTo>
                <a:lnTo>
                  <a:pt x="723900" y="433388"/>
                </a:lnTo>
                <a:lnTo>
                  <a:pt x="723900" y="442913"/>
                </a:lnTo>
                <a:lnTo>
                  <a:pt x="719138" y="447675"/>
                </a:lnTo>
                <a:lnTo>
                  <a:pt x="714375" y="452438"/>
                </a:lnTo>
                <a:lnTo>
                  <a:pt x="709613" y="457200"/>
                </a:lnTo>
                <a:lnTo>
                  <a:pt x="704850" y="461963"/>
                </a:lnTo>
                <a:lnTo>
                  <a:pt x="704850" y="471488"/>
                </a:lnTo>
                <a:lnTo>
                  <a:pt x="700088" y="476250"/>
                </a:lnTo>
                <a:lnTo>
                  <a:pt x="695325" y="481013"/>
                </a:lnTo>
                <a:lnTo>
                  <a:pt x="695325" y="490538"/>
                </a:lnTo>
                <a:lnTo>
                  <a:pt x="690563" y="495300"/>
                </a:lnTo>
                <a:lnTo>
                  <a:pt x="685800" y="500063"/>
                </a:lnTo>
                <a:lnTo>
                  <a:pt x="685800" y="509588"/>
                </a:lnTo>
                <a:lnTo>
                  <a:pt x="681038" y="514350"/>
                </a:lnTo>
                <a:lnTo>
                  <a:pt x="676275" y="519113"/>
                </a:lnTo>
                <a:lnTo>
                  <a:pt x="676275" y="528638"/>
                </a:lnTo>
                <a:lnTo>
                  <a:pt x="671513" y="533400"/>
                </a:lnTo>
                <a:lnTo>
                  <a:pt x="666750" y="538163"/>
                </a:lnTo>
                <a:lnTo>
                  <a:pt x="666750" y="547688"/>
                </a:lnTo>
                <a:lnTo>
                  <a:pt x="666750" y="557213"/>
                </a:lnTo>
                <a:lnTo>
                  <a:pt x="661988" y="561975"/>
                </a:lnTo>
                <a:lnTo>
                  <a:pt x="657225" y="566738"/>
                </a:lnTo>
                <a:lnTo>
                  <a:pt x="657225" y="576263"/>
                </a:lnTo>
                <a:lnTo>
                  <a:pt x="657225" y="585788"/>
                </a:lnTo>
                <a:lnTo>
                  <a:pt x="652463" y="590550"/>
                </a:lnTo>
                <a:lnTo>
                  <a:pt x="647700" y="595313"/>
                </a:lnTo>
                <a:lnTo>
                  <a:pt x="642938" y="600075"/>
                </a:lnTo>
                <a:lnTo>
                  <a:pt x="638175" y="604838"/>
                </a:lnTo>
                <a:lnTo>
                  <a:pt x="633413" y="609600"/>
                </a:lnTo>
                <a:lnTo>
                  <a:pt x="628650" y="614363"/>
                </a:lnTo>
                <a:lnTo>
                  <a:pt x="623888" y="619125"/>
                </a:lnTo>
                <a:lnTo>
                  <a:pt x="614363" y="619125"/>
                </a:lnTo>
                <a:lnTo>
                  <a:pt x="609600" y="623888"/>
                </a:lnTo>
                <a:lnTo>
                  <a:pt x="604838" y="628650"/>
                </a:lnTo>
                <a:lnTo>
                  <a:pt x="595313" y="628650"/>
                </a:lnTo>
                <a:lnTo>
                  <a:pt x="590550" y="633413"/>
                </a:lnTo>
                <a:lnTo>
                  <a:pt x="585788" y="638175"/>
                </a:lnTo>
                <a:lnTo>
                  <a:pt x="576263" y="638175"/>
                </a:lnTo>
                <a:lnTo>
                  <a:pt x="571500" y="642938"/>
                </a:lnTo>
                <a:lnTo>
                  <a:pt x="566738" y="647700"/>
                </a:lnTo>
                <a:lnTo>
                  <a:pt x="561975" y="652463"/>
                </a:lnTo>
                <a:lnTo>
                  <a:pt x="557213" y="657225"/>
                </a:lnTo>
                <a:lnTo>
                  <a:pt x="547688" y="657225"/>
                </a:lnTo>
                <a:lnTo>
                  <a:pt x="542925" y="661988"/>
                </a:lnTo>
                <a:lnTo>
                  <a:pt x="538163" y="666750"/>
                </a:lnTo>
                <a:lnTo>
                  <a:pt x="533400" y="671513"/>
                </a:lnTo>
                <a:lnTo>
                  <a:pt x="528638" y="676275"/>
                </a:lnTo>
                <a:lnTo>
                  <a:pt x="519113" y="676275"/>
                </a:lnTo>
                <a:lnTo>
                  <a:pt x="514350" y="681038"/>
                </a:lnTo>
                <a:lnTo>
                  <a:pt x="509588" y="685800"/>
                </a:lnTo>
                <a:lnTo>
                  <a:pt x="500063" y="685800"/>
                </a:lnTo>
                <a:lnTo>
                  <a:pt x="490538" y="685800"/>
                </a:lnTo>
                <a:lnTo>
                  <a:pt x="485775" y="681038"/>
                </a:lnTo>
                <a:lnTo>
                  <a:pt x="481013" y="676275"/>
                </a:lnTo>
                <a:lnTo>
                  <a:pt x="471488" y="676275"/>
                </a:lnTo>
                <a:lnTo>
                  <a:pt x="461963" y="676275"/>
                </a:lnTo>
                <a:lnTo>
                  <a:pt x="457200" y="671513"/>
                </a:lnTo>
                <a:lnTo>
                  <a:pt x="452438" y="666750"/>
                </a:lnTo>
                <a:lnTo>
                  <a:pt x="442913" y="666750"/>
                </a:lnTo>
                <a:lnTo>
                  <a:pt x="433388" y="666750"/>
                </a:lnTo>
                <a:lnTo>
                  <a:pt x="428625" y="661988"/>
                </a:lnTo>
                <a:lnTo>
                  <a:pt x="423863" y="657225"/>
                </a:lnTo>
                <a:lnTo>
                  <a:pt x="414338" y="657225"/>
                </a:lnTo>
                <a:lnTo>
                  <a:pt x="404813" y="657225"/>
                </a:lnTo>
                <a:lnTo>
                  <a:pt x="400050" y="652463"/>
                </a:lnTo>
                <a:lnTo>
                  <a:pt x="395288" y="647700"/>
                </a:lnTo>
                <a:lnTo>
                  <a:pt x="385763" y="647700"/>
                </a:lnTo>
                <a:lnTo>
                  <a:pt x="381000" y="642938"/>
                </a:lnTo>
                <a:lnTo>
                  <a:pt x="376238" y="638175"/>
                </a:lnTo>
                <a:lnTo>
                  <a:pt x="366713" y="638175"/>
                </a:lnTo>
                <a:lnTo>
                  <a:pt x="361950" y="633413"/>
                </a:lnTo>
                <a:lnTo>
                  <a:pt x="357188" y="628650"/>
                </a:lnTo>
                <a:lnTo>
                  <a:pt x="347663" y="628650"/>
                </a:lnTo>
                <a:lnTo>
                  <a:pt x="342900" y="623888"/>
                </a:lnTo>
                <a:lnTo>
                  <a:pt x="338138" y="619125"/>
                </a:lnTo>
                <a:lnTo>
                  <a:pt x="328613" y="619125"/>
                </a:lnTo>
                <a:lnTo>
                  <a:pt x="323850" y="614363"/>
                </a:lnTo>
                <a:lnTo>
                  <a:pt x="319088" y="609600"/>
                </a:lnTo>
                <a:lnTo>
                  <a:pt x="314325" y="604838"/>
                </a:lnTo>
                <a:lnTo>
                  <a:pt x="309563" y="600075"/>
                </a:lnTo>
                <a:lnTo>
                  <a:pt x="300038" y="600075"/>
                </a:lnTo>
                <a:lnTo>
                  <a:pt x="295275" y="595313"/>
                </a:lnTo>
                <a:lnTo>
                  <a:pt x="290513" y="590550"/>
                </a:lnTo>
                <a:lnTo>
                  <a:pt x="280988" y="590550"/>
                </a:lnTo>
                <a:lnTo>
                  <a:pt x="276225" y="585788"/>
                </a:lnTo>
                <a:lnTo>
                  <a:pt x="271463" y="581025"/>
                </a:lnTo>
                <a:lnTo>
                  <a:pt x="266700" y="576263"/>
                </a:lnTo>
                <a:lnTo>
                  <a:pt x="261938" y="571500"/>
                </a:lnTo>
                <a:lnTo>
                  <a:pt x="252413" y="571500"/>
                </a:lnTo>
                <a:lnTo>
                  <a:pt x="247650" y="566738"/>
                </a:lnTo>
                <a:lnTo>
                  <a:pt x="242888" y="561975"/>
                </a:lnTo>
                <a:lnTo>
                  <a:pt x="238125" y="557213"/>
                </a:lnTo>
                <a:lnTo>
                  <a:pt x="233363" y="552450"/>
                </a:lnTo>
                <a:lnTo>
                  <a:pt x="228600" y="547688"/>
                </a:lnTo>
                <a:lnTo>
                  <a:pt x="223838" y="542925"/>
                </a:lnTo>
                <a:lnTo>
                  <a:pt x="214313" y="542925"/>
                </a:lnTo>
                <a:lnTo>
                  <a:pt x="209550" y="538163"/>
                </a:lnTo>
                <a:lnTo>
                  <a:pt x="204788" y="533400"/>
                </a:lnTo>
                <a:lnTo>
                  <a:pt x="200025" y="528638"/>
                </a:lnTo>
                <a:lnTo>
                  <a:pt x="195263" y="523875"/>
                </a:lnTo>
                <a:lnTo>
                  <a:pt x="190500" y="519113"/>
                </a:lnTo>
                <a:lnTo>
                  <a:pt x="185738" y="514350"/>
                </a:lnTo>
                <a:lnTo>
                  <a:pt x="180975" y="509588"/>
                </a:lnTo>
                <a:lnTo>
                  <a:pt x="176213" y="504825"/>
                </a:lnTo>
                <a:lnTo>
                  <a:pt x="171450" y="500063"/>
                </a:lnTo>
                <a:lnTo>
                  <a:pt x="166688" y="495300"/>
                </a:lnTo>
                <a:lnTo>
                  <a:pt x="157163" y="495300"/>
                </a:lnTo>
                <a:lnTo>
                  <a:pt x="152400" y="490538"/>
                </a:lnTo>
                <a:lnTo>
                  <a:pt x="147638" y="485775"/>
                </a:lnTo>
                <a:lnTo>
                  <a:pt x="142875" y="481013"/>
                </a:lnTo>
                <a:lnTo>
                  <a:pt x="138113" y="476250"/>
                </a:lnTo>
                <a:lnTo>
                  <a:pt x="133350" y="471488"/>
                </a:lnTo>
                <a:lnTo>
                  <a:pt x="128588" y="466725"/>
                </a:lnTo>
                <a:lnTo>
                  <a:pt x="123825" y="461963"/>
                </a:lnTo>
                <a:lnTo>
                  <a:pt x="119063" y="457200"/>
                </a:lnTo>
                <a:lnTo>
                  <a:pt x="114300" y="452438"/>
                </a:lnTo>
                <a:lnTo>
                  <a:pt x="109538" y="447675"/>
                </a:lnTo>
                <a:lnTo>
                  <a:pt x="104775" y="442913"/>
                </a:lnTo>
                <a:lnTo>
                  <a:pt x="100013" y="438150"/>
                </a:lnTo>
                <a:lnTo>
                  <a:pt x="95250" y="433388"/>
                </a:lnTo>
                <a:lnTo>
                  <a:pt x="90488" y="428625"/>
                </a:lnTo>
                <a:lnTo>
                  <a:pt x="85725" y="423863"/>
                </a:lnTo>
                <a:lnTo>
                  <a:pt x="85725" y="414338"/>
                </a:lnTo>
                <a:lnTo>
                  <a:pt x="80963" y="409575"/>
                </a:lnTo>
                <a:lnTo>
                  <a:pt x="76200" y="404813"/>
                </a:lnTo>
                <a:lnTo>
                  <a:pt x="71438" y="400050"/>
                </a:lnTo>
                <a:lnTo>
                  <a:pt x="66675" y="395288"/>
                </a:lnTo>
                <a:lnTo>
                  <a:pt x="61913" y="390525"/>
                </a:lnTo>
                <a:lnTo>
                  <a:pt x="57150" y="385763"/>
                </a:lnTo>
                <a:lnTo>
                  <a:pt x="52388" y="381000"/>
                </a:lnTo>
                <a:lnTo>
                  <a:pt x="47625" y="376238"/>
                </a:lnTo>
                <a:lnTo>
                  <a:pt x="47625" y="366713"/>
                </a:lnTo>
                <a:lnTo>
                  <a:pt x="42863" y="361950"/>
                </a:lnTo>
                <a:lnTo>
                  <a:pt x="38100" y="357188"/>
                </a:lnTo>
                <a:lnTo>
                  <a:pt x="33338" y="352425"/>
                </a:lnTo>
                <a:lnTo>
                  <a:pt x="28575" y="347663"/>
                </a:lnTo>
                <a:lnTo>
                  <a:pt x="28575" y="338138"/>
                </a:lnTo>
                <a:lnTo>
                  <a:pt x="23813" y="333375"/>
                </a:lnTo>
                <a:lnTo>
                  <a:pt x="19050" y="328613"/>
                </a:lnTo>
                <a:lnTo>
                  <a:pt x="14288" y="323850"/>
                </a:lnTo>
                <a:lnTo>
                  <a:pt x="9525" y="319088"/>
                </a:lnTo>
                <a:lnTo>
                  <a:pt x="9525" y="309563"/>
                </a:lnTo>
                <a:lnTo>
                  <a:pt x="4763" y="304800"/>
                </a:lnTo>
                <a:lnTo>
                  <a:pt x="0" y="300038"/>
                </a:lnTo>
                <a:lnTo>
                  <a:pt x="0" y="290513"/>
                </a:lnTo>
                <a:lnTo>
                  <a:pt x="0" y="280988"/>
                </a:lnTo>
                <a:lnTo>
                  <a:pt x="0" y="271463"/>
                </a:lnTo>
                <a:lnTo>
                  <a:pt x="0" y="261938"/>
                </a:lnTo>
                <a:lnTo>
                  <a:pt x="4763" y="257175"/>
                </a:lnTo>
                <a:lnTo>
                  <a:pt x="9525" y="252413"/>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33338" y="180975"/>
                </a:lnTo>
                <a:lnTo>
                  <a:pt x="38100" y="176213"/>
                </a:lnTo>
                <a:lnTo>
                  <a:pt x="42863" y="171450"/>
                </a:lnTo>
                <a:lnTo>
                  <a:pt x="47625" y="166688"/>
                </a:lnTo>
                <a:lnTo>
                  <a:pt x="52388" y="161925"/>
                </a:lnTo>
                <a:lnTo>
                  <a:pt x="57150" y="157163"/>
                </a:lnTo>
                <a:lnTo>
                  <a:pt x="57150" y="147638"/>
                </a:lnTo>
                <a:lnTo>
                  <a:pt x="57150" y="138113"/>
                </a:lnTo>
                <a:lnTo>
                  <a:pt x="61913" y="133350"/>
                </a:lnTo>
                <a:lnTo>
                  <a:pt x="66675" y="128588"/>
                </a:lnTo>
                <a:lnTo>
                  <a:pt x="71438" y="123825"/>
                </a:lnTo>
                <a:lnTo>
                  <a:pt x="76200" y="119063"/>
                </a:lnTo>
                <a:lnTo>
                  <a:pt x="80963" y="114300"/>
                </a:lnTo>
                <a:lnTo>
                  <a:pt x="85725" y="109538"/>
                </a:lnTo>
                <a:lnTo>
                  <a:pt x="90488" y="104775"/>
                </a:lnTo>
                <a:lnTo>
                  <a:pt x="95250" y="100013"/>
                </a:lnTo>
                <a:lnTo>
                  <a:pt x="100013" y="95250"/>
                </a:lnTo>
                <a:lnTo>
                  <a:pt x="104775" y="90488"/>
                </a:lnTo>
                <a:lnTo>
                  <a:pt x="109538" y="85725"/>
                </a:lnTo>
                <a:lnTo>
                  <a:pt x="114300" y="80963"/>
                </a:lnTo>
                <a:lnTo>
                  <a:pt x="119063" y="76200"/>
                </a:lnTo>
                <a:lnTo>
                  <a:pt x="123825" y="71438"/>
                </a:lnTo>
                <a:lnTo>
                  <a:pt x="128588" y="66675"/>
                </a:lnTo>
                <a:lnTo>
                  <a:pt x="133350" y="61913"/>
                </a:lnTo>
                <a:lnTo>
                  <a:pt x="138113" y="57150"/>
                </a:lnTo>
                <a:lnTo>
                  <a:pt x="142875" y="52388"/>
                </a:lnTo>
                <a:lnTo>
                  <a:pt x="147638" y="47625"/>
                </a:lnTo>
                <a:lnTo>
                  <a:pt x="152400" y="42863"/>
                </a:lnTo>
                <a:lnTo>
                  <a:pt x="157163" y="38100"/>
                </a:lnTo>
                <a:lnTo>
                  <a:pt x="166688" y="38100"/>
                </a:lnTo>
                <a:lnTo>
                  <a:pt x="176213" y="38100"/>
                </a:lnTo>
                <a:lnTo>
                  <a:pt x="180975" y="33338"/>
                </a:lnTo>
                <a:lnTo>
                  <a:pt x="185738" y="28575"/>
                </a:lnTo>
                <a:lnTo>
                  <a:pt x="195263" y="28575"/>
                </a:lnTo>
                <a:lnTo>
                  <a:pt x="204788" y="28575"/>
                </a:lnTo>
                <a:lnTo>
                  <a:pt x="209550" y="23813"/>
                </a:lnTo>
                <a:lnTo>
                  <a:pt x="214313" y="19050"/>
                </a:lnTo>
                <a:lnTo>
                  <a:pt x="223838" y="19050"/>
                </a:lnTo>
                <a:lnTo>
                  <a:pt x="228600" y="14288"/>
                </a:lnTo>
                <a:lnTo>
                  <a:pt x="233363" y="9525"/>
                </a:lnTo>
                <a:lnTo>
                  <a:pt x="242888" y="9525"/>
                </a:lnTo>
                <a:lnTo>
                  <a:pt x="247650" y="4763"/>
                </a:lnTo>
                <a:close/>
              </a:path>
            </a:pathLst>
          </a:custGeom>
          <a:solidFill xmlns:a="http://schemas.openxmlformats.org/drawingml/2006/main">
            <a:srgbClr val="CCCCCC"/>
          </a:solidFill>
          <a:ln xmlns:a="http://schemas.openxmlformats.org/drawingml/2006/main" w="0">
            <a:noFill/>
            <a:prstDash val="solid"/>
          </a:ln>
        </p:spPr>
      </p:sp>
      <p:sp>
        <p:nvSpPr>
          <p:cNvPr id="383" name="deep-skill-chaining-source-component-8-gradient-206-0">
            <a:extLst xmlns:a="http://schemas.openxmlformats.org/drawingml/2006/main">
              <a:ext uri="{FF2B5EF4-FFF2-40B4-BE49-F238E27FC236}">
                <a16:creationId xmlns:a16="http://schemas.microsoft.com/office/drawing/2014/main" id="{01CB8155-D6F7-4377-A6BB-E039AFD3B43B}"/>
              </a:ext>
            </a:extLst>
          </p:cNvPr>
          <p:cNvSpPr>
            <a:spLocks xmlns:a="http://schemas.openxmlformats.org/drawingml/2006/main" noGrp="1"/>
          </p:cNvSpPr>
          <p:nvPr/>
        </p:nvSpPr>
        <p:spPr>
          <a:xfrm xmlns:a="http://schemas.openxmlformats.org/drawingml/2006/main" rot="0">
            <a:off x="9210675" y="666750"/>
            <a:ext cx="695325" cy="666750"/>
          </a:xfrm>
          <a:custGeom xmlns:a="http://schemas.openxmlformats.org/drawingml/2006/main">
            <a:pathLst>
              <a:path w="695325" h="666750">
                <a:moveTo>
                  <a:pt x="247650" y="4763"/>
                </a:moveTo>
                <a:lnTo>
                  <a:pt x="252413" y="0"/>
                </a:lnTo>
                <a:lnTo>
                  <a:pt x="261938" y="0"/>
                </a:lnTo>
                <a:lnTo>
                  <a:pt x="271463" y="0"/>
                </a:lnTo>
                <a:lnTo>
                  <a:pt x="280988" y="0"/>
                </a:lnTo>
                <a:lnTo>
                  <a:pt x="290513" y="0"/>
                </a:lnTo>
                <a:lnTo>
                  <a:pt x="295275" y="4763"/>
                </a:lnTo>
                <a:lnTo>
                  <a:pt x="300038" y="9525"/>
                </a:lnTo>
                <a:lnTo>
                  <a:pt x="309563" y="9525"/>
                </a:lnTo>
                <a:lnTo>
                  <a:pt x="314325" y="14288"/>
                </a:lnTo>
                <a:lnTo>
                  <a:pt x="319088" y="19050"/>
                </a:lnTo>
                <a:lnTo>
                  <a:pt x="328613" y="19050"/>
                </a:lnTo>
                <a:lnTo>
                  <a:pt x="333375" y="23813"/>
                </a:lnTo>
                <a:lnTo>
                  <a:pt x="338138" y="28575"/>
                </a:lnTo>
                <a:lnTo>
                  <a:pt x="347663" y="28575"/>
                </a:lnTo>
                <a:lnTo>
                  <a:pt x="352425" y="33338"/>
                </a:lnTo>
                <a:lnTo>
                  <a:pt x="357188" y="38100"/>
                </a:lnTo>
                <a:lnTo>
                  <a:pt x="366713" y="38100"/>
                </a:lnTo>
                <a:lnTo>
                  <a:pt x="371475" y="42863"/>
                </a:lnTo>
                <a:lnTo>
                  <a:pt x="376238" y="47625"/>
                </a:lnTo>
                <a:lnTo>
                  <a:pt x="385763" y="47625"/>
                </a:lnTo>
                <a:lnTo>
                  <a:pt x="390525" y="52388"/>
                </a:lnTo>
                <a:lnTo>
                  <a:pt x="395288" y="57150"/>
                </a:lnTo>
                <a:lnTo>
                  <a:pt x="404813" y="57150"/>
                </a:lnTo>
                <a:lnTo>
                  <a:pt x="409575" y="61913"/>
                </a:lnTo>
                <a:lnTo>
                  <a:pt x="414338" y="66675"/>
                </a:lnTo>
                <a:lnTo>
                  <a:pt x="419100" y="71438"/>
                </a:lnTo>
                <a:lnTo>
                  <a:pt x="423863" y="76200"/>
                </a:lnTo>
                <a:lnTo>
                  <a:pt x="433388" y="76200"/>
                </a:lnTo>
                <a:lnTo>
                  <a:pt x="438150" y="80963"/>
                </a:lnTo>
                <a:lnTo>
                  <a:pt x="442913" y="85725"/>
                </a:lnTo>
                <a:lnTo>
                  <a:pt x="447675" y="90488"/>
                </a:lnTo>
                <a:lnTo>
                  <a:pt x="452438" y="95250"/>
                </a:lnTo>
                <a:lnTo>
                  <a:pt x="461963" y="95250"/>
                </a:lnTo>
                <a:lnTo>
                  <a:pt x="466725" y="100013"/>
                </a:lnTo>
                <a:lnTo>
                  <a:pt x="471488" y="104775"/>
                </a:lnTo>
                <a:lnTo>
                  <a:pt x="476250" y="109538"/>
                </a:lnTo>
                <a:lnTo>
                  <a:pt x="481013" y="114300"/>
                </a:lnTo>
                <a:lnTo>
                  <a:pt x="485775" y="119063"/>
                </a:lnTo>
                <a:lnTo>
                  <a:pt x="490538" y="123825"/>
                </a:lnTo>
                <a:lnTo>
                  <a:pt x="500063" y="123825"/>
                </a:lnTo>
                <a:lnTo>
                  <a:pt x="504825" y="128588"/>
                </a:lnTo>
                <a:lnTo>
                  <a:pt x="509588" y="133350"/>
                </a:lnTo>
                <a:lnTo>
                  <a:pt x="514350" y="138113"/>
                </a:lnTo>
                <a:lnTo>
                  <a:pt x="519113" y="142875"/>
                </a:lnTo>
                <a:lnTo>
                  <a:pt x="523875" y="147638"/>
                </a:lnTo>
                <a:lnTo>
                  <a:pt x="528638" y="152400"/>
                </a:lnTo>
                <a:lnTo>
                  <a:pt x="533400" y="157163"/>
                </a:lnTo>
                <a:lnTo>
                  <a:pt x="538163" y="161925"/>
                </a:lnTo>
                <a:lnTo>
                  <a:pt x="542925" y="166688"/>
                </a:lnTo>
                <a:lnTo>
                  <a:pt x="547688" y="171450"/>
                </a:lnTo>
                <a:lnTo>
                  <a:pt x="557213" y="171450"/>
                </a:lnTo>
                <a:lnTo>
                  <a:pt x="561975" y="176213"/>
                </a:lnTo>
                <a:lnTo>
                  <a:pt x="566738" y="180975"/>
                </a:lnTo>
                <a:lnTo>
                  <a:pt x="571500" y="185738"/>
                </a:lnTo>
                <a:lnTo>
                  <a:pt x="576263" y="190500"/>
                </a:lnTo>
                <a:lnTo>
                  <a:pt x="581025" y="195263"/>
                </a:lnTo>
                <a:lnTo>
                  <a:pt x="585788" y="200025"/>
                </a:lnTo>
                <a:lnTo>
                  <a:pt x="590550" y="204788"/>
                </a:lnTo>
                <a:lnTo>
                  <a:pt x="595313" y="209550"/>
                </a:lnTo>
                <a:lnTo>
                  <a:pt x="600075" y="214313"/>
                </a:lnTo>
                <a:lnTo>
                  <a:pt x="604838" y="219075"/>
                </a:lnTo>
                <a:lnTo>
                  <a:pt x="609600" y="223838"/>
                </a:lnTo>
                <a:lnTo>
                  <a:pt x="609600" y="233363"/>
                </a:lnTo>
                <a:lnTo>
                  <a:pt x="614363" y="238125"/>
                </a:lnTo>
                <a:lnTo>
                  <a:pt x="619125" y="242888"/>
                </a:lnTo>
                <a:lnTo>
                  <a:pt x="623888" y="247650"/>
                </a:lnTo>
                <a:lnTo>
                  <a:pt x="628650" y="252413"/>
                </a:lnTo>
                <a:lnTo>
                  <a:pt x="633413" y="257175"/>
                </a:lnTo>
                <a:lnTo>
                  <a:pt x="638175" y="261938"/>
                </a:lnTo>
                <a:lnTo>
                  <a:pt x="642938" y="266700"/>
                </a:lnTo>
                <a:lnTo>
                  <a:pt x="647700" y="271463"/>
                </a:lnTo>
                <a:lnTo>
                  <a:pt x="652463" y="276225"/>
                </a:lnTo>
                <a:lnTo>
                  <a:pt x="657225" y="280988"/>
                </a:lnTo>
                <a:lnTo>
                  <a:pt x="657225" y="290513"/>
                </a:lnTo>
                <a:lnTo>
                  <a:pt x="661988" y="295275"/>
                </a:lnTo>
                <a:lnTo>
                  <a:pt x="666750" y="300038"/>
                </a:lnTo>
                <a:lnTo>
                  <a:pt x="671513" y="304800"/>
                </a:lnTo>
                <a:lnTo>
                  <a:pt x="676275" y="309563"/>
                </a:lnTo>
                <a:lnTo>
                  <a:pt x="681038" y="314325"/>
                </a:lnTo>
                <a:lnTo>
                  <a:pt x="685800" y="319088"/>
                </a:lnTo>
                <a:lnTo>
                  <a:pt x="685800" y="328613"/>
                </a:lnTo>
                <a:lnTo>
                  <a:pt x="690563" y="333375"/>
                </a:lnTo>
                <a:lnTo>
                  <a:pt x="695325" y="338138"/>
                </a:lnTo>
                <a:lnTo>
                  <a:pt x="695325" y="347663"/>
                </a:lnTo>
                <a:lnTo>
                  <a:pt x="695325" y="357188"/>
                </a:lnTo>
                <a:lnTo>
                  <a:pt x="695325" y="366713"/>
                </a:lnTo>
                <a:lnTo>
                  <a:pt x="695325" y="376238"/>
                </a:lnTo>
                <a:lnTo>
                  <a:pt x="695325" y="385763"/>
                </a:lnTo>
                <a:lnTo>
                  <a:pt x="695325" y="395288"/>
                </a:lnTo>
                <a:lnTo>
                  <a:pt x="695325" y="404813"/>
                </a:lnTo>
                <a:lnTo>
                  <a:pt x="695325" y="414338"/>
                </a:lnTo>
                <a:lnTo>
                  <a:pt x="695325" y="423863"/>
                </a:lnTo>
                <a:lnTo>
                  <a:pt x="695325" y="433388"/>
                </a:lnTo>
                <a:lnTo>
                  <a:pt x="695325" y="442913"/>
                </a:lnTo>
                <a:lnTo>
                  <a:pt x="690563" y="447675"/>
                </a:lnTo>
                <a:lnTo>
                  <a:pt x="685800" y="452438"/>
                </a:lnTo>
                <a:lnTo>
                  <a:pt x="681038" y="457200"/>
                </a:lnTo>
                <a:lnTo>
                  <a:pt x="676275" y="461963"/>
                </a:lnTo>
                <a:lnTo>
                  <a:pt x="676275" y="471488"/>
                </a:lnTo>
                <a:lnTo>
                  <a:pt x="671513" y="476250"/>
                </a:lnTo>
                <a:lnTo>
                  <a:pt x="666750" y="481013"/>
                </a:lnTo>
                <a:lnTo>
                  <a:pt x="666750" y="490538"/>
                </a:lnTo>
                <a:lnTo>
                  <a:pt x="661988" y="495300"/>
                </a:lnTo>
                <a:lnTo>
                  <a:pt x="657225" y="500063"/>
                </a:lnTo>
                <a:lnTo>
                  <a:pt x="652463" y="504825"/>
                </a:lnTo>
                <a:lnTo>
                  <a:pt x="647700" y="509588"/>
                </a:lnTo>
                <a:lnTo>
                  <a:pt x="647700" y="519113"/>
                </a:lnTo>
                <a:lnTo>
                  <a:pt x="642938" y="523875"/>
                </a:lnTo>
                <a:lnTo>
                  <a:pt x="638175" y="528638"/>
                </a:lnTo>
                <a:lnTo>
                  <a:pt x="638175" y="538163"/>
                </a:lnTo>
                <a:lnTo>
                  <a:pt x="638175" y="547688"/>
                </a:lnTo>
                <a:lnTo>
                  <a:pt x="638175" y="557213"/>
                </a:lnTo>
                <a:lnTo>
                  <a:pt x="633413" y="561975"/>
                </a:lnTo>
                <a:lnTo>
                  <a:pt x="628650" y="566738"/>
                </a:lnTo>
                <a:lnTo>
                  <a:pt x="628650" y="576263"/>
                </a:lnTo>
                <a:lnTo>
                  <a:pt x="623888" y="581025"/>
                </a:lnTo>
                <a:lnTo>
                  <a:pt x="619125" y="585788"/>
                </a:lnTo>
                <a:lnTo>
                  <a:pt x="614363" y="590550"/>
                </a:lnTo>
                <a:lnTo>
                  <a:pt x="609600" y="595313"/>
                </a:lnTo>
                <a:lnTo>
                  <a:pt x="604838" y="600075"/>
                </a:lnTo>
                <a:lnTo>
                  <a:pt x="595313" y="600075"/>
                </a:lnTo>
                <a:lnTo>
                  <a:pt x="590550" y="604838"/>
                </a:lnTo>
                <a:lnTo>
                  <a:pt x="585788" y="609600"/>
                </a:lnTo>
                <a:lnTo>
                  <a:pt x="576263" y="609600"/>
                </a:lnTo>
                <a:lnTo>
                  <a:pt x="571500" y="614363"/>
                </a:lnTo>
                <a:lnTo>
                  <a:pt x="566738" y="619125"/>
                </a:lnTo>
                <a:lnTo>
                  <a:pt x="557213" y="619125"/>
                </a:lnTo>
                <a:lnTo>
                  <a:pt x="552450" y="623888"/>
                </a:lnTo>
                <a:lnTo>
                  <a:pt x="547688" y="628650"/>
                </a:lnTo>
                <a:lnTo>
                  <a:pt x="542925" y="633413"/>
                </a:lnTo>
                <a:lnTo>
                  <a:pt x="538163" y="638175"/>
                </a:lnTo>
                <a:lnTo>
                  <a:pt x="528638" y="638175"/>
                </a:lnTo>
                <a:lnTo>
                  <a:pt x="523875" y="642938"/>
                </a:lnTo>
                <a:lnTo>
                  <a:pt x="519113" y="647700"/>
                </a:lnTo>
                <a:lnTo>
                  <a:pt x="514350" y="652463"/>
                </a:lnTo>
                <a:lnTo>
                  <a:pt x="509588" y="657225"/>
                </a:lnTo>
                <a:lnTo>
                  <a:pt x="500063" y="657225"/>
                </a:lnTo>
                <a:lnTo>
                  <a:pt x="495300" y="661988"/>
                </a:lnTo>
                <a:lnTo>
                  <a:pt x="490538" y="666750"/>
                </a:lnTo>
                <a:lnTo>
                  <a:pt x="481013" y="666750"/>
                </a:lnTo>
                <a:lnTo>
                  <a:pt x="471488" y="666750"/>
                </a:lnTo>
                <a:lnTo>
                  <a:pt x="461963" y="666750"/>
                </a:lnTo>
                <a:lnTo>
                  <a:pt x="452438" y="666750"/>
                </a:lnTo>
                <a:lnTo>
                  <a:pt x="447675" y="661988"/>
                </a:lnTo>
                <a:lnTo>
                  <a:pt x="442913" y="657225"/>
                </a:lnTo>
                <a:lnTo>
                  <a:pt x="433388" y="657225"/>
                </a:lnTo>
                <a:lnTo>
                  <a:pt x="423863" y="657225"/>
                </a:lnTo>
                <a:lnTo>
                  <a:pt x="419100" y="652463"/>
                </a:lnTo>
                <a:lnTo>
                  <a:pt x="414338" y="647700"/>
                </a:lnTo>
                <a:lnTo>
                  <a:pt x="404813" y="647700"/>
                </a:lnTo>
                <a:lnTo>
                  <a:pt x="395288" y="647700"/>
                </a:lnTo>
                <a:lnTo>
                  <a:pt x="390525" y="642938"/>
                </a:lnTo>
                <a:lnTo>
                  <a:pt x="385763" y="638175"/>
                </a:lnTo>
                <a:lnTo>
                  <a:pt x="376238" y="638175"/>
                </a:lnTo>
                <a:lnTo>
                  <a:pt x="371475" y="633413"/>
                </a:lnTo>
                <a:lnTo>
                  <a:pt x="366713" y="628650"/>
                </a:lnTo>
                <a:lnTo>
                  <a:pt x="357188" y="628650"/>
                </a:lnTo>
                <a:lnTo>
                  <a:pt x="352425" y="623888"/>
                </a:lnTo>
                <a:lnTo>
                  <a:pt x="347663" y="619125"/>
                </a:lnTo>
                <a:lnTo>
                  <a:pt x="338138" y="619125"/>
                </a:lnTo>
                <a:lnTo>
                  <a:pt x="333375" y="614363"/>
                </a:lnTo>
                <a:lnTo>
                  <a:pt x="328613" y="609600"/>
                </a:lnTo>
                <a:lnTo>
                  <a:pt x="319088" y="609600"/>
                </a:lnTo>
                <a:lnTo>
                  <a:pt x="314325" y="604838"/>
                </a:lnTo>
                <a:lnTo>
                  <a:pt x="309563" y="600075"/>
                </a:lnTo>
                <a:lnTo>
                  <a:pt x="304800" y="595313"/>
                </a:lnTo>
                <a:lnTo>
                  <a:pt x="300038" y="590550"/>
                </a:lnTo>
                <a:lnTo>
                  <a:pt x="290513" y="590550"/>
                </a:lnTo>
                <a:lnTo>
                  <a:pt x="285750" y="585788"/>
                </a:lnTo>
                <a:lnTo>
                  <a:pt x="280988" y="581025"/>
                </a:lnTo>
                <a:lnTo>
                  <a:pt x="271463" y="581025"/>
                </a:lnTo>
                <a:lnTo>
                  <a:pt x="266700" y="576263"/>
                </a:lnTo>
                <a:lnTo>
                  <a:pt x="261938" y="571500"/>
                </a:lnTo>
                <a:lnTo>
                  <a:pt x="257175" y="566738"/>
                </a:lnTo>
                <a:lnTo>
                  <a:pt x="252413" y="561975"/>
                </a:lnTo>
                <a:lnTo>
                  <a:pt x="242888" y="561975"/>
                </a:lnTo>
                <a:lnTo>
                  <a:pt x="238125" y="557213"/>
                </a:lnTo>
                <a:lnTo>
                  <a:pt x="233363" y="552450"/>
                </a:lnTo>
                <a:lnTo>
                  <a:pt x="228600" y="547688"/>
                </a:lnTo>
                <a:lnTo>
                  <a:pt x="223838" y="542925"/>
                </a:lnTo>
                <a:lnTo>
                  <a:pt x="219075" y="538163"/>
                </a:lnTo>
                <a:lnTo>
                  <a:pt x="214313" y="533400"/>
                </a:lnTo>
                <a:lnTo>
                  <a:pt x="204788" y="533400"/>
                </a:lnTo>
                <a:lnTo>
                  <a:pt x="200025" y="528638"/>
                </a:lnTo>
                <a:lnTo>
                  <a:pt x="195263" y="523875"/>
                </a:lnTo>
                <a:lnTo>
                  <a:pt x="190500" y="519113"/>
                </a:lnTo>
                <a:lnTo>
                  <a:pt x="185738" y="514350"/>
                </a:lnTo>
                <a:lnTo>
                  <a:pt x="180975" y="509588"/>
                </a:lnTo>
                <a:lnTo>
                  <a:pt x="176213" y="504825"/>
                </a:lnTo>
                <a:lnTo>
                  <a:pt x="171450" y="500063"/>
                </a:lnTo>
                <a:lnTo>
                  <a:pt x="166688" y="495300"/>
                </a:lnTo>
                <a:lnTo>
                  <a:pt x="161925" y="490538"/>
                </a:lnTo>
                <a:lnTo>
                  <a:pt x="157163" y="485775"/>
                </a:lnTo>
                <a:lnTo>
                  <a:pt x="147638" y="485775"/>
                </a:lnTo>
                <a:lnTo>
                  <a:pt x="142875" y="481013"/>
                </a:lnTo>
                <a:lnTo>
                  <a:pt x="138113" y="476250"/>
                </a:lnTo>
                <a:lnTo>
                  <a:pt x="133350" y="471488"/>
                </a:lnTo>
                <a:lnTo>
                  <a:pt x="128588" y="466725"/>
                </a:lnTo>
                <a:lnTo>
                  <a:pt x="123825" y="461963"/>
                </a:lnTo>
                <a:lnTo>
                  <a:pt x="119063" y="457200"/>
                </a:lnTo>
                <a:lnTo>
                  <a:pt x="114300" y="452438"/>
                </a:lnTo>
                <a:lnTo>
                  <a:pt x="109538" y="447675"/>
                </a:lnTo>
                <a:lnTo>
                  <a:pt x="104775" y="442913"/>
                </a:lnTo>
                <a:lnTo>
                  <a:pt x="100013" y="438150"/>
                </a:lnTo>
                <a:lnTo>
                  <a:pt x="95250" y="433388"/>
                </a:lnTo>
                <a:lnTo>
                  <a:pt x="90488" y="428625"/>
                </a:lnTo>
                <a:lnTo>
                  <a:pt x="85725" y="423863"/>
                </a:lnTo>
                <a:lnTo>
                  <a:pt x="80963" y="419100"/>
                </a:lnTo>
                <a:lnTo>
                  <a:pt x="76200" y="414338"/>
                </a:lnTo>
                <a:lnTo>
                  <a:pt x="76200" y="404813"/>
                </a:lnTo>
                <a:lnTo>
                  <a:pt x="71438" y="400050"/>
                </a:lnTo>
                <a:lnTo>
                  <a:pt x="66675" y="395288"/>
                </a:lnTo>
                <a:lnTo>
                  <a:pt x="61913" y="390525"/>
                </a:lnTo>
                <a:lnTo>
                  <a:pt x="57150" y="385763"/>
                </a:lnTo>
                <a:lnTo>
                  <a:pt x="52388" y="381000"/>
                </a:lnTo>
                <a:lnTo>
                  <a:pt x="47625" y="376238"/>
                </a:lnTo>
                <a:lnTo>
                  <a:pt x="42863" y="371475"/>
                </a:lnTo>
                <a:lnTo>
                  <a:pt x="38100" y="366713"/>
                </a:lnTo>
                <a:lnTo>
                  <a:pt x="38100" y="357188"/>
                </a:lnTo>
                <a:lnTo>
                  <a:pt x="33338" y="352425"/>
                </a:lnTo>
                <a:lnTo>
                  <a:pt x="28575" y="347663"/>
                </a:lnTo>
                <a:lnTo>
                  <a:pt x="23813" y="342900"/>
                </a:lnTo>
                <a:lnTo>
                  <a:pt x="19050" y="338138"/>
                </a:lnTo>
                <a:lnTo>
                  <a:pt x="19050" y="328613"/>
                </a:lnTo>
                <a:lnTo>
                  <a:pt x="19050" y="319088"/>
                </a:lnTo>
                <a:lnTo>
                  <a:pt x="14288" y="314325"/>
                </a:lnTo>
                <a:lnTo>
                  <a:pt x="9525" y="309563"/>
                </a:lnTo>
                <a:lnTo>
                  <a:pt x="4763" y="304800"/>
                </a:lnTo>
                <a:lnTo>
                  <a:pt x="0" y="300038"/>
                </a:lnTo>
                <a:lnTo>
                  <a:pt x="0" y="290513"/>
                </a:lnTo>
                <a:lnTo>
                  <a:pt x="0" y="280988"/>
                </a:lnTo>
                <a:lnTo>
                  <a:pt x="0" y="271463"/>
                </a:lnTo>
                <a:lnTo>
                  <a:pt x="0" y="261938"/>
                </a:lnTo>
                <a:lnTo>
                  <a:pt x="4763" y="257175"/>
                </a:lnTo>
                <a:lnTo>
                  <a:pt x="9525" y="252413"/>
                </a:lnTo>
                <a:lnTo>
                  <a:pt x="14288" y="247650"/>
                </a:lnTo>
                <a:lnTo>
                  <a:pt x="19050" y="242888"/>
                </a:lnTo>
                <a:lnTo>
                  <a:pt x="19050" y="233363"/>
                </a:lnTo>
                <a:lnTo>
                  <a:pt x="23813" y="228600"/>
                </a:lnTo>
                <a:lnTo>
                  <a:pt x="28575" y="223838"/>
                </a:lnTo>
                <a:lnTo>
                  <a:pt x="28575" y="214313"/>
                </a:lnTo>
                <a:lnTo>
                  <a:pt x="28575" y="204788"/>
                </a:lnTo>
                <a:lnTo>
                  <a:pt x="28575" y="195263"/>
                </a:lnTo>
                <a:lnTo>
                  <a:pt x="28575" y="185738"/>
                </a:lnTo>
                <a:lnTo>
                  <a:pt x="28575" y="176213"/>
                </a:lnTo>
                <a:lnTo>
                  <a:pt x="33338" y="171450"/>
                </a:lnTo>
                <a:lnTo>
                  <a:pt x="38100" y="166688"/>
                </a:lnTo>
                <a:lnTo>
                  <a:pt x="42863" y="161925"/>
                </a:lnTo>
                <a:lnTo>
                  <a:pt x="47625" y="157163"/>
                </a:lnTo>
                <a:lnTo>
                  <a:pt x="52388" y="152400"/>
                </a:lnTo>
                <a:lnTo>
                  <a:pt x="57150" y="147638"/>
                </a:lnTo>
                <a:lnTo>
                  <a:pt x="61913" y="142875"/>
                </a:lnTo>
                <a:lnTo>
                  <a:pt x="66675" y="138113"/>
                </a:lnTo>
                <a:lnTo>
                  <a:pt x="66675" y="128588"/>
                </a:lnTo>
                <a:lnTo>
                  <a:pt x="71438" y="123825"/>
                </a:lnTo>
                <a:lnTo>
                  <a:pt x="76200" y="119063"/>
                </a:lnTo>
                <a:lnTo>
                  <a:pt x="80963" y="114300"/>
                </a:lnTo>
                <a:lnTo>
                  <a:pt x="85725" y="109538"/>
                </a:lnTo>
                <a:lnTo>
                  <a:pt x="90488" y="104775"/>
                </a:lnTo>
                <a:lnTo>
                  <a:pt x="95250" y="100013"/>
                </a:lnTo>
                <a:lnTo>
                  <a:pt x="100013" y="95250"/>
                </a:lnTo>
                <a:lnTo>
                  <a:pt x="104775" y="90488"/>
                </a:lnTo>
                <a:lnTo>
                  <a:pt x="109538" y="85725"/>
                </a:lnTo>
                <a:lnTo>
                  <a:pt x="119063" y="85725"/>
                </a:lnTo>
                <a:lnTo>
                  <a:pt x="123825" y="80963"/>
                </a:lnTo>
                <a:lnTo>
                  <a:pt x="128588" y="76200"/>
                </a:lnTo>
                <a:lnTo>
                  <a:pt x="133350" y="71438"/>
                </a:lnTo>
                <a:lnTo>
                  <a:pt x="138113" y="66675"/>
                </a:lnTo>
                <a:lnTo>
                  <a:pt x="142875" y="61913"/>
                </a:lnTo>
                <a:lnTo>
                  <a:pt x="147638" y="57150"/>
                </a:lnTo>
                <a:lnTo>
                  <a:pt x="152400" y="52388"/>
                </a:lnTo>
                <a:lnTo>
                  <a:pt x="157163" y="47625"/>
                </a:lnTo>
                <a:lnTo>
                  <a:pt x="161925" y="42863"/>
                </a:lnTo>
                <a:lnTo>
                  <a:pt x="166688" y="38100"/>
                </a:lnTo>
                <a:lnTo>
                  <a:pt x="171450" y="33338"/>
                </a:lnTo>
                <a:lnTo>
                  <a:pt x="176213" y="28575"/>
                </a:lnTo>
                <a:lnTo>
                  <a:pt x="185738" y="28575"/>
                </a:lnTo>
                <a:lnTo>
                  <a:pt x="195263" y="28575"/>
                </a:lnTo>
                <a:lnTo>
                  <a:pt x="200025" y="23813"/>
                </a:lnTo>
                <a:lnTo>
                  <a:pt x="204788" y="19050"/>
                </a:lnTo>
                <a:lnTo>
                  <a:pt x="214313" y="19050"/>
                </a:lnTo>
                <a:lnTo>
                  <a:pt x="223838" y="19050"/>
                </a:lnTo>
                <a:lnTo>
                  <a:pt x="228600" y="14288"/>
                </a:lnTo>
                <a:lnTo>
                  <a:pt x="233363" y="9525"/>
                </a:lnTo>
                <a:lnTo>
                  <a:pt x="242888" y="9525"/>
                </a:lnTo>
                <a:lnTo>
                  <a:pt x="247650" y="4763"/>
                </a:lnTo>
                <a:close/>
              </a:path>
            </a:pathLst>
          </a:custGeom>
          <a:solidFill xmlns:a="http://schemas.openxmlformats.org/drawingml/2006/main">
            <a:srgbClr val="CECECE"/>
          </a:solidFill>
          <a:ln xmlns:a="http://schemas.openxmlformats.org/drawingml/2006/main" w="0">
            <a:noFill/>
            <a:prstDash val="solid"/>
          </a:ln>
        </p:spPr>
      </p:sp>
      <p:sp>
        <p:nvSpPr>
          <p:cNvPr id="384" name="deep-skill-chaining-source-component-8-gradient-208-0">
            <a:extLst xmlns:a="http://schemas.openxmlformats.org/drawingml/2006/main">
              <a:ext uri="{FF2B5EF4-FFF2-40B4-BE49-F238E27FC236}">
                <a16:creationId xmlns:a16="http://schemas.microsoft.com/office/drawing/2014/main" id="{6E7E2361-A5D5-4C85-B2DA-0B41FB98D6A5}"/>
              </a:ext>
            </a:extLst>
          </p:cNvPr>
          <p:cNvSpPr>
            <a:spLocks xmlns:a="http://schemas.openxmlformats.org/drawingml/2006/main" noGrp="1"/>
          </p:cNvSpPr>
          <p:nvPr/>
        </p:nvSpPr>
        <p:spPr>
          <a:xfrm xmlns:a="http://schemas.openxmlformats.org/drawingml/2006/main" rot="0">
            <a:off x="9229725" y="676275"/>
            <a:ext cx="666750" cy="647700"/>
          </a:xfrm>
          <a:custGeom xmlns:a="http://schemas.openxmlformats.org/drawingml/2006/main">
            <a:pathLst>
              <a:path w="666750" h="647700">
                <a:moveTo>
                  <a:pt x="238125" y="4763"/>
                </a:moveTo>
                <a:lnTo>
                  <a:pt x="242888" y="0"/>
                </a:lnTo>
                <a:lnTo>
                  <a:pt x="252413" y="0"/>
                </a:lnTo>
                <a:lnTo>
                  <a:pt x="261938" y="0"/>
                </a:lnTo>
                <a:lnTo>
                  <a:pt x="271463" y="0"/>
                </a:lnTo>
                <a:lnTo>
                  <a:pt x="276225" y="4763"/>
                </a:lnTo>
                <a:lnTo>
                  <a:pt x="280988" y="9525"/>
                </a:lnTo>
                <a:lnTo>
                  <a:pt x="290513" y="9525"/>
                </a:lnTo>
                <a:lnTo>
                  <a:pt x="300038" y="9525"/>
                </a:lnTo>
                <a:lnTo>
                  <a:pt x="309563" y="9525"/>
                </a:lnTo>
                <a:lnTo>
                  <a:pt x="314325" y="14288"/>
                </a:lnTo>
                <a:lnTo>
                  <a:pt x="319088" y="19050"/>
                </a:lnTo>
                <a:lnTo>
                  <a:pt x="328613" y="19050"/>
                </a:lnTo>
                <a:lnTo>
                  <a:pt x="333375" y="23813"/>
                </a:lnTo>
                <a:lnTo>
                  <a:pt x="338138" y="28575"/>
                </a:lnTo>
                <a:lnTo>
                  <a:pt x="347663" y="28575"/>
                </a:lnTo>
                <a:lnTo>
                  <a:pt x="352425" y="33338"/>
                </a:lnTo>
                <a:lnTo>
                  <a:pt x="357188" y="38100"/>
                </a:lnTo>
                <a:lnTo>
                  <a:pt x="366713" y="38100"/>
                </a:lnTo>
                <a:lnTo>
                  <a:pt x="371475" y="42863"/>
                </a:lnTo>
                <a:lnTo>
                  <a:pt x="376238" y="47625"/>
                </a:lnTo>
                <a:lnTo>
                  <a:pt x="385763" y="47625"/>
                </a:lnTo>
                <a:lnTo>
                  <a:pt x="390525" y="52388"/>
                </a:lnTo>
                <a:lnTo>
                  <a:pt x="395288" y="57150"/>
                </a:lnTo>
                <a:lnTo>
                  <a:pt x="400050" y="61913"/>
                </a:lnTo>
                <a:lnTo>
                  <a:pt x="404813" y="66675"/>
                </a:lnTo>
                <a:lnTo>
                  <a:pt x="414338" y="66675"/>
                </a:lnTo>
                <a:lnTo>
                  <a:pt x="419100" y="71438"/>
                </a:lnTo>
                <a:lnTo>
                  <a:pt x="423863" y="76200"/>
                </a:lnTo>
                <a:lnTo>
                  <a:pt x="428625" y="80963"/>
                </a:lnTo>
                <a:lnTo>
                  <a:pt x="433388" y="85725"/>
                </a:lnTo>
                <a:lnTo>
                  <a:pt x="442913" y="85725"/>
                </a:lnTo>
                <a:lnTo>
                  <a:pt x="447675" y="90488"/>
                </a:lnTo>
                <a:lnTo>
                  <a:pt x="452438" y="95250"/>
                </a:lnTo>
                <a:lnTo>
                  <a:pt x="457200" y="100013"/>
                </a:lnTo>
                <a:lnTo>
                  <a:pt x="461963" y="104775"/>
                </a:lnTo>
                <a:lnTo>
                  <a:pt x="466725" y="109538"/>
                </a:lnTo>
                <a:lnTo>
                  <a:pt x="471488" y="114300"/>
                </a:lnTo>
                <a:lnTo>
                  <a:pt x="481013" y="114300"/>
                </a:lnTo>
                <a:lnTo>
                  <a:pt x="485775" y="119063"/>
                </a:lnTo>
                <a:lnTo>
                  <a:pt x="490538" y="123825"/>
                </a:lnTo>
                <a:lnTo>
                  <a:pt x="495300" y="128588"/>
                </a:lnTo>
                <a:lnTo>
                  <a:pt x="500063" y="133350"/>
                </a:lnTo>
                <a:lnTo>
                  <a:pt x="504825" y="138113"/>
                </a:lnTo>
                <a:lnTo>
                  <a:pt x="509588" y="142875"/>
                </a:lnTo>
                <a:lnTo>
                  <a:pt x="514350" y="147638"/>
                </a:lnTo>
                <a:lnTo>
                  <a:pt x="519113" y="152400"/>
                </a:lnTo>
                <a:lnTo>
                  <a:pt x="523875" y="157163"/>
                </a:lnTo>
                <a:lnTo>
                  <a:pt x="528638" y="161925"/>
                </a:lnTo>
                <a:lnTo>
                  <a:pt x="538163" y="161925"/>
                </a:lnTo>
                <a:lnTo>
                  <a:pt x="542925" y="166688"/>
                </a:lnTo>
                <a:lnTo>
                  <a:pt x="547688" y="171450"/>
                </a:lnTo>
                <a:lnTo>
                  <a:pt x="552450" y="176213"/>
                </a:lnTo>
                <a:lnTo>
                  <a:pt x="557213" y="180975"/>
                </a:lnTo>
                <a:lnTo>
                  <a:pt x="561975" y="185738"/>
                </a:lnTo>
                <a:lnTo>
                  <a:pt x="566738" y="190500"/>
                </a:lnTo>
                <a:lnTo>
                  <a:pt x="571500" y="195263"/>
                </a:lnTo>
                <a:lnTo>
                  <a:pt x="576263" y="200025"/>
                </a:lnTo>
                <a:lnTo>
                  <a:pt x="581025" y="204788"/>
                </a:lnTo>
                <a:lnTo>
                  <a:pt x="585788" y="209550"/>
                </a:lnTo>
                <a:lnTo>
                  <a:pt x="590550" y="214313"/>
                </a:lnTo>
                <a:lnTo>
                  <a:pt x="590550" y="223838"/>
                </a:lnTo>
                <a:lnTo>
                  <a:pt x="595313" y="228600"/>
                </a:lnTo>
                <a:lnTo>
                  <a:pt x="600075" y="233363"/>
                </a:lnTo>
                <a:lnTo>
                  <a:pt x="604838" y="238125"/>
                </a:lnTo>
                <a:lnTo>
                  <a:pt x="609600" y="242888"/>
                </a:lnTo>
                <a:lnTo>
                  <a:pt x="614363" y="247650"/>
                </a:lnTo>
                <a:lnTo>
                  <a:pt x="619125" y="252413"/>
                </a:lnTo>
                <a:lnTo>
                  <a:pt x="623888" y="257175"/>
                </a:lnTo>
                <a:lnTo>
                  <a:pt x="628650" y="261938"/>
                </a:lnTo>
                <a:lnTo>
                  <a:pt x="633413" y="266700"/>
                </a:lnTo>
                <a:lnTo>
                  <a:pt x="638175" y="271463"/>
                </a:lnTo>
                <a:lnTo>
                  <a:pt x="638175" y="280988"/>
                </a:lnTo>
                <a:lnTo>
                  <a:pt x="642938" y="285750"/>
                </a:lnTo>
                <a:lnTo>
                  <a:pt x="647700" y="290513"/>
                </a:lnTo>
                <a:lnTo>
                  <a:pt x="652463" y="295275"/>
                </a:lnTo>
                <a:lnTo>
                  <a:pt x="657225" y="300038"/>
                </a:lnTo>
                <a:lnTo>
                  <a:pt x="661988" y="304800"/>
                </a:lnTo>
                <a:lnTo>
                  <a:pt x="666750" y="309563"/>
                </a:lnTo>
                <a:lnTo>
                  <a:pt x="661988" y="314325"/>
                </a:lnTo>
                <a:lnTo>
                  <a:pt x="657225" y="319088"/>
                </a:lnTo>
                <a:lnTo>
                  <a:pt x="661988" y="323850"/>
                </a:lnTo>
                <a:lnTo>
                  <a:pt x="666750" y="328613"/>
                </a:lnTo>
                <a:lnTo>
                  <a:pt x="666750" y="338138"/>
                </a:lnTo>
                <a:lnTo>
                  <a:pt x="666750" y="347663"/>
                </a:lnTo>
                <a:lnTo>
                  <a:pt x="666750" y="357188"/>
                </a:lnTo>
                <a:lnTo>
                  <a:pt x="666750" y="366713"/>
                </a:lnTo>
                <a:lnTo>
                  <a:pt x="666750" y="376238"/>
                </a:lnTo>
                <a:lnTo>
                  <a:pt x="661988" y="381000"/>
                </a:lnTo>
                <a:lnTo>
                  <a:pt x="657225" y="385763"/>
                </a:lnTo>
                <a:lnTo>
                  <a:pt x="657225" y="395288"/>
                </a:lnTo>
                <a:lnTo>
                  <a:pt x="657225" y="404813"/>
                </a:lnTo>
                <a:lnTo>
                  <a:pt x="657225" y="414338"/>
                </a:lnTo>
                <a:lnTo>
                  <a:pt x="661988" y="419100"/>
                </a:lnTo>
                <a:lnTo>
                  <a:pt x="666750" y="423863"/>
                </a:lnTo>
                <a:lnTo>
                  <a:pt x="661988" y="428625"/>
                </a:lnTo>
                <a:lnTo>
                  <a:pt x="657225" y="433388"/>
                </a:lnTo>
                <a:lnTo>
                  <a:pt x="652463" y="438150"/>
                </a:lnTo>
                <a:lnTo>
                  <a:pt x="647700" y="442913"/>
                </a:lnTo>
                <a:lnTo>
                  <a:pt x="647700" y="452438"/>
                </a:lnTo>
                <a:lnTo>
                  <a:pt x="642938" y="457200"/>
                </a:lnTo>
                <a:lnTo>
                  <a:pt x="638175" y="461963"/>
                </a:lnTo>
                <a:lnTo>
                  <a:pt x="633413" y="466725"/>
                </a:lnTo>
                <a:lnTo>
                  <a:pt x="628650" y="471488"/>
                </a:lnTo>
                <a:lnTo>
                  <a:pt x="628650" y="481013"/>
                </a:lnTo>
                <a:lnTo>
                  <a:pt x="623888" y="485775"/>
                </a:lnTo>
                <a:lnTo>
                  <a:pt x="619125" y="490538"/>
                </a:lnTo>
                <a:lnTo>
                  <a:pt x="614363" y="495300"/>
                </a:lnTo>
                <a:lnTo>
                  <a:pt x="609600" y="500063"/>
                </a:lnTo>
                <a:lnTo>
                  <a:pt x="609600" y="509588"/>
                </a:lnTo>
                <a:lnTo>
                  <a:pt x="609600" y="519113"/>
                </a:lnTo>
                <a:lnTo>
                  <a:pt x="609600" y="528638"/>
                </a:lnTo>
                <a:lnTo>
                  <a:pt x="609600" y="538163"/>
                </a:lnTo>
                <a:lnTo>
                  <a:pt x="604838" y="542925"/>
                </a:lnTo>
                <a:lnTo>
                  <a:pt x="600075" y="547688"/>
                </a:lnTo>
                <a:lnTo>
                  <a:pt x="595313" y="552450"/>
                </a:lnTo>
                <a:lnTo>
                  <a:pt x="590550" y="557213"/>
                </a:lnTo>
                <a:lnTo>
                  <a:pt x="590550" y="566738"/>
                </a:lnTo>
                <a:lnTo>
                  <a:pt x="585788" y="571500"/>
                </a:lnTo>
                <a:lnTo>
                  <a:pt x="576263" y="571500"/>
                </a:lnTo>
                <a:lnTo>
                  <a:pt x="571500" y="576263"/>
                </a:lnTo>
                <a:lnTo>
                  <a:pt x="566738" y="581025"/>
                </a:lnTo>
                <a:lnTo>
                  <a:pt x="561975" y="585788"/>
                </a:lnTo>
                <a:lnTo>
                  <a:pt x="557213" y="590550"/>
                </a:lnTo>
                <a:lnTo>
                  <a:pt x="552450" y="595313"/>
                </a:lnTo>
                <a:lnTo>
                  <a:pt x="547688" y="600075"/>
                </a:lnTo>
                <a:lnTo>
                  <a:pt x="538163" y="600075"/>
                </a:lnTo>
                <a:lnTo>
                  <a:pt x="533400" y="604838"/>
                </a:lnTo>
                <a:lnTo>
                  <a:pt x="528638" y="609600"/>
                </a:lnTo>
                <a:lnTo>
                  <a:pt x="519113" y="609600"/>
                </a:lnTo>
                <a:lnTo>
                  <a:pt x="514350" y="614363"/>
                </a:lnTo>
                <a:lnTo>
                  <a:pt x="509588" y="619125"/>
                </a:lnTo>
                <a:lnTo>
                  <a:pt x="504825" y="623888"/>
                </a:lnTo>
                <a:lnTo>
                  <a:pt x="500063" y="628650"/>
                </a:lnTo>
                <a:lnTo>
                  <a:pt x="490538" y="628650"/>
                </a:lnTo>
                <a:lnTo>
                  <a:pt x="485775" y="633413"/>
                </a:lnTo>
                <a:lnTo>
                  <a:pt x="481013" y="638175"/>
                </a:lnTo>
                <a:lnTo>
                  <a:pt x="471488" y="638175"/>
                </a:lnTo>
                <a:lnTo>
                  <a:pt x="461963" y="638175"/>
                </a:lnTo>
                <a:lnTo>
                  <a:pt x="457200" y="642938"/>
                </a:lnTo>
                <a:lnTo>
                  <a:pt x="452438" y="647700"/>
                </a:lnTo>
                <a:lnTo>
                  <a:pt x="442913" y="647700"/>
                </a:lnTo>
                <a:lnTo>
                  <a:pt x="433388" y="647700"/>
                </a:lnTo>
                <a:lnTo>
                  <a:pt x="423863" y="647700"/>
                </a:lnTo>
                <a:lnTo>
                  <a:pt x="414338" y="647700"/>
                </a:lnTo>
                <a:lnTo>
                  <a:pt x="404813" y="647700"/>
                </a:lnTo>
                <a:lnTo>
                  <a:pt x="400050" y="642938"/>
                </a:lnTo>
                <a:lnTo>
                  <a:pt x="395288" y="638175"/>
                </a:lnTo>
                <a:lnTo>
                  <a:pt x="385763" y="638175"/>
                </a:lnTo>
                <a:lnTo>
                  <a:pt x="376238" y="638175"/>
                </a:lnTo>
                <a:lnTo>
                  <a:pt x="371475" y="633413"/>
                </a:lnTo>
                <a:lnTo>
                  <a:pt x="366713" y="628650"/>
                </a:lnTo>
                <a:lnTo>
                  <a:pt x="357188" y="628650"/>
                </a:lnTo>
                <a:lnTo>
                  <a:pt x="352425" y="623888"/>
                </a:lnTo>
                <a:lnTo>
                  <a:pt x="347663" y="619125"/>
                </a:lnTo>
                <a:lnTo>
                  <a:pt x="338138" y="619125"/>
                </a:lnTo>
                <a:lnTo>
                  <a:pt x="333375" y="614363"/>
                </a:lnTo>
                <a:lnTo>
                  <a:pt x="328613" y="609600"/>
                </a:lnTo>
                <a:lnTo>
                  <a:pt x="319088" y="609600"/>
                </a:lnTo>
                <a:lnTo>
                  <a:pt x="314325" y="604838"/>
                </a:lnTo>
                <a:lnTo>
                  <a:pt x="309563" y="600075"/>
                </a:lnTo>
                <a:lnTo>
                  <a:pt x="300038" y="600075"/>
                </a:lnTo>
                <a:lnTo>
                  <a:pt x="295275" y="595313"/>
                </a:lnTo>
                <a:lnTo>
                  <a:pt x="290513" y="590550"/>
                </a:lnTo>
                <a:lnTo>
                  <a:pt x="285750" y="585788"/>
                </a:lnTo>
                <a:lnTo>
                  <a:pt x="280988" y="581025"/>
                </a:lnTo>
                <a:lnTo>
                  <a:pt x="271463" y="581025"/>
                </a:lnTo>
                <a:lnTo>
                  <a:pt x="266700" y="576263"/>
                </a:lnTo>
                <a:lnTo>
                  <a:pt x="261938" y="571500"/>
                </a:lnTo>
                <a:lnTo>
                  <a:pt x="252413" y="571500"/>
                </a:lnTo>
                <a:lnTo>
                  <a:pt x="247650" y="566738"/>
                </a:lnTo>
                <a:lnTo>
                  <a:pt x="242888" y="561975"/>
                </a:lnTo>
                <a:lnTo>
                  <a:pt x="238125" y="557213"/>
                </a:lnTo>
                <a:lnTo>
                  <a:pt x="233363" y="552450"/>
                </a:lnTo>
                <a:lnTo>
                  <a:pt x="223838" y="552450"/>
                </a:lnTo>
                <a:lnTo>
                  <a:pt x="219075" y="547688"/>
                </a:lnTo>
                <a:lnTo>
                  <a:pt x="214313" y="542925"/>
                </a:lnTo>
                <a:lnTo>
                  <a:pt x="209550" y="538163"/>
                </a:lnTo>
                <a:lnTo>
                  <a:pt x="204788" y="533400"/>
                </a:lnTo>
                <a:lnTo>
                  <a:pt x="200025" y="528638"/>
                </a:lnTo>
                <a:lnTo>
                  <a:pt x="195263" y="523875"/>
                </a:lnTo>
                <a:lnTo>
                  <a:pt x="185738" y="523875"/>
                </a:lnTo>
                <a:lnTo>
                  <a:pt x="180975" y="519113"/>
                </a:lnTo>
                <a:lnTo>
                  <a:pt x="176213" y="514350"/>
                </a:lnTo>
                <a:lnTo>
                  <a:pt x="171450" y="509588"/>
                </a:lnTo>
                <a:lnTo>
                  <a:pt x="166688" y="504825"/>
                </a:lnTo>
                <a:lnTo>
                  <a:pt x="161925" y="500063"/>
                </a:lnTo>
                <a:lnTo>
                  <a:pt x="157163" y="495300"/>
                </a:lnTo>
                <a:lnTo>
                  <a:pt x="152400" y="490538"/>
                </a:lnTo>
                <a:lnTo>
                  <a:pt x="147638" y="485775"/>
                </a:lnTo>
                <a:lnTo>
                  <a:pt x="142875" y="481013"/>
                </a:lnTo>
                <a:lnTo>
                  <a:pt x="138113" y="476250"/>
                </a:lnTo>
                <a:lnTo>
                  <a:pt x="128588" y="476250"/>
                </a:lnTo>
                <a:lnTo>
                  <a:pt x="123825" y="471488"/>
                </a:lnTo>
                <a:lnTo>
                  <a:pt x="119063" y="466725"/>
                </a:lnTo>
                <a:lnTo>
                  <a:pt x="114300" y="461963"/>
                </a:lnTo>
                <a:lnTo>
                  <a:pt x="109538" y="457200"/>
                </a:lnTo>
                <a:lnTo>
                  <a:pt x="104775" y="452438"/>
                </a:lnTo>
                <a:lnTo>
                  <a:pt x="100013" y="447675"/>
                </a:lnTo>
                <a:lnTo>
                  <a:pt x="95250" y="442913"/>
                </a:lnTo>
                <a:lnTo>
                  <a:pt x="90488" y="438150"/>
                </a:lnTo>
                <a:lnTo>
                  <a:pt x="85725" y="433388"/>
                </a:lnTo>
                <a:lnTo>
                  <a:pt x="80963" y="428625"/>
                </a:lnTo>
                <a:lnTo>
                  <a:pt x="76200" y="423863"/>
                </a:lnTo>
                <a:lnTo>
                  <a:pt x="71438" y="419100"/>
                </a:lnTo>
                <a:lnTo>
                  <a:pt x="66675" y="414338"/>
                </a:lnTo>
                <a:lnTo>
                  <a:pt x="61913" y="409575"/>
                </a:lnTo>
                <a:lnTo>
                  <a:pt x="57150" y="404813"/>
                </a:lnTo>
                <a:lnTo>
                  <a:pt x="57150" y="395288"/>
                </a:lnTo>
                <a:lnTo>
                  <a:pt x="52388" y="390525"/>
                </a:lnTo>
                <a:lnTo>
                  <a:pt x="47625" y="385763"/>
                </a:lnTo>
                <a:lnTo>
                  <a:pt x="42863" y="381000"/>
                </a:lnTo>
                <a:lnTo>
                  <a:pt x="38100" y="376238"/>
                </a:lnTo>
                <a:lnTo>
                  <a:pt x="33338" y="371475"/>
                </a:lnTo>
                <a:lnTo>
                  <a:pt x="28575" y="366713"/>
                </a:lnTo>
                <a:lnTo>
                  <a:pt x="23813" y="361950"/>
                </a:lnTo>
                <a:lnTo>
                  <a:pt x="19050" y="357188"/>
                </a:lnTo>
                <a:lnTo>
                  <a:pt x="19050" y="347663"/>
                </a:lnTo>
                <a:lnTo>
                  <a:pt x="14288" y="342900"/>
                </a:lnTo>
                <a:lnTo>
                  <a:pt x="9525" y="338138"/>
                </a:lnTo>
                <a:lnTo>
                  <a:pt x="4763" y="333375"/>
                </a:lnTo>
                <a:lnTo>
                  <a:pt x="0" y="328613"/>
                </a:lnTo>
                <a:lnTo>
                  <a:pt x="0" y="319088"/>
                </a:lnTo>
                <a:lnTo>
                  <a:pt x="4763" y="314325"/>
                </a:lnTo>
                <a:lnTo>
                  <a:pt x="9525" y="309563"/>
                </a:lnTo>
                <a:lnTo>
                  <a:pt x="4763" y="304800"/>
                </a:lnTo>
                <a:lnTo>
                  <a:pt x="0" y="300038"/>
                </a:lnTo>
                <a:lnTo>
                  <a:pt x="0" y="290513"/>
                </a:lnTo>
                <a:lnTo>
                  <a:pt x="0" y="280988"/>
                </a:lnTo>
                <a:lnTo>
                  <a:pt x="0" y="271463"/>
                </a:lnTo>
                <a:lnTo>
                  <a:pt x="0" y="261938"/>
                </a:lnTo>
                <a:lnTo>
                  <a:pt x="0" y="252413"/>
                </a:lnTo>
                <a:lnTo>
                  <a:pt x="4763" y="247650"/>
                </a:lnTo>
                <a:lnTo>
                  <a:pt x="9525" y="242888"/>
                </a:lnTo>
                <a:lnTo>
                  <a:pt x="9525" y="233363"/>
                </a:lnTo>
                <a:lnTo>
                  <a:pt x="9525" y="223838"/>
                </a:lnTo>
                <a:lnTo>
                  <a:pt x="14288" y="219075"/>
                </a:lnTo>
                <a:lnTo>
                  <a:pt x="19050" y="214313"/>
                </a:lnTo>
                <a:lnTo>
                  <a:pt x="23813" y="209550"/>
                </a:lnTo>
                <a:lnTo>
                  <a:pt x="28575" y="204788"/>
                </a:lnTo>
                <a:lnTo>
                  <a:pt x="33338" y="200025"/>
                </a:lnTo>
                <a:lnTo>
                  <a:pt x="38100" y="195263"/>
                </a:lnTo>
                <a:lnTo>
                  <a:pt x="33338" y="190500"/>
                </a:lnTo>
                <a:lnTo>
                  <a:pt x="28575" y="185738"/>
                </a:lnTo>
                <a:lnTo>
                  <a:pt x="28575" y="176213"/>
                </a:lnTo>
                <a:lnTo>
                  <a:pt x="28575" y="166688"/>
                </a:lnTo>
                <a:lnTo>
                  <a:pt x="33338" y="161925"/>
                </a:lnTo>
                <a:lnTo>
                  <a:pt x="38100" y="157163"/>
                </a:lnTo>
                <a:lnTo>
                  <a:pt x="42863" y="152400"/>
                </a:lnTo>
                <a:lnTo>
                  <a:pt x="47625" y="147638"/>
                </a:lnTo>
                <a:lnTo>
                  <a:pt x="52388" y="142875"/>
                </a:lnTo>
                <a:lnTo>
                  <a:pt x="61913" y="142875"/>
                </a:lnTo>
                <a:lnTo>
                  <a:pt x="66675" y="138113"/>
                </a:lnTo>
                <a:lnTo>
                  <a:pt x="66675" y="128588"/>
                </a:lnTo>
                <a:lnTo>
                  <a:pt x="71438" y="123825"/>
                </a:lnTo>
                <a:lnTo>
                  <a:pt x="76200" y="119063"/>
                </a:lnTo>
                <a:lnTo>
                  <a:pt x="80963" y="114300"/>
                </a:lnTo>
                <a:lnTo>
                  <a:pt x="85725" y="109538"/>
                </a:lnTo>
                <a:lnTo>
                  <a:pt x="85725" y="100013"/>
                </a:lnTo>
                <a:lnTo>
                  <a:pt x="90488" y="95250"/>
                </a:lnTo>
                <a:lnTo>
                  <a:pt x="100013" y="95250"/>
                </a:lnTo>
                <a:lnTo>
                  <a:pt x="104775" y="90488"/>
                </a:lnTo>
                <a:lnTo>
                  <a:pt x="109538" y="85725"/>
                </a:lnTo>
                <a:lnTo>
                  <a:pt x="114300" y="80963"/>
                </a:lnTo>
                <a:lnTo>
                  <a:pt x="119063" y="76200"/>
                </a:lnTo>
                <a:lnTo>
                  <a:pt x="123825" y="71438"/>
                </a:lnTo>
                <a:lnTo>
                  <a:pt x="128588" y="66675"/>
                </a:lnTo>
                <a:lnTo>
                  <a:pt x="133350" y="61913"/>
                </a:lnTo>
                <a:lnTo>
                  <a:pt x="138113" y="57150"/>
                </a:lnTo>
                <a:lnTo>
                  <a:pt x="142875" y="52388"/>
                </a:lnTo>
                <a:lnTo>
                  <a:pt x="147638" y="47625"/>
                </a:lnTo>
                <a:lnTo>
                  <a:pt x="157163" y="47625"/>
                </a:lnTo>
                <a:lnTo>
                  <a:pt x="161925" y="42863"/>
                </a:lnTo>
                <a:lnTo>
                  <a:pt x="166688" y="38100"/>
                </a:lnTo>
                <a:lnTo>
                  <a:pt x="171450" y="33338"/>
                </a:lnTo>
                <a:lnTo>
                  <a:pt x="176213" y="28575"/>
                </a:lnTo>
                <a:lnTo>
                  <a:pt x="180975" y="23813"/>
                </a:lnTo>
                <a:lnTo>
                  <a:pt x="185738" y="19050"/>
                </a:lnTo>
                <a:lnTo>
                  <a:pt x="195263" y="19050"/>
                </a:lnTo>
                <a:lnTo>
                  <a:pt x="204788" y="19050"/>
                </a:lnTo>
                <a:lnTo>
                  <a:pt x="214313" y="19050"/>
                </a:lnTo>
                <a:lnTo>
                  <a:pt x="219075" y="14288"/>
                </a:lnTo>
                <a:lnTo>
                  <a:pt x="223838" y="9525"/>
                </a:lnTo>
                <a:lnTo>
                  <a:pt x="233363" y="9525"/>
                </a:lnTo>
                <a:lnTo>
                  <a:pt x="238125" y="4763"/>
                </a:lnTo>
                <a:close/>
              </a:path>
            </a:pathLst>
          </a:custGeom>
          <a:solidFill xmlns:a="http://schemas.openxmlformats.org/drawingml/2006/main">
            <a:srgbClr val="D0D0D0"/>
          </a:solidFill>
          <a:ln xmlns:a="http://schemas.openxmlformats.org/drawingml/2006/main" w="0">
            <a:noFill/>
            <a:prstDash val="solid"/>
          </a:ln>
        </p:spPr>
      </p:sp>
      <p:sp>
        <p:nvSpPr>
          <p:cNvPr id="385" name="deep-skill-chaining-source-component-8-gradient-210-0">
            <a:extLst xmlns:a="http://schemas.openxmlformats.org/drawingml/2006/main">
              <a:ext uri="{FF2B5EF4-FFF2-40B4-BE49-F238E27FC236}">
                <a16:creationId xmlns:a16="http://schemas.microsoft.com/office/drawing/2014/main" id="{9BD2C2E2-DF86-4FEE-B231-08B3C541C210}"/>
              </a:ext>
            </a:extLst>
          </p:cNvPr>
          <p:cNvSpPr>
            <a:spLocks xmlns:a="http://schemas.openxmlformats.org/drawingml/2006/main" noGrp="1"/>
          </p:cNvSpPr>
          <p:nvPr/>
        </p:nvSpPr>
        <p:spPr>
          <a:xfrm xmlns:a="http://schemas.openxmlformats.org/drawingml/2006/main" rot="0">
            <a:off x="9239250" y="685800"/>
            <a:ext cx="647700" cy="638175"/>
          </a:xfrm>
          <a:custGeom xmlns:a="http://schemas.openxmlformats.org/drawingml/2006/main">
            <a:pathLst>
              <a:path w="647700" h="638175">
                <a:moveTo>
                  <a:pt x="276225" y="4763"/>
                </a:moveTo>
                <a:lnTo>
                  <a:pt x="280988" y="0"/>
                </a:lnTo>
                <a:lnTo>
                  <a:pt x="290513" y="0"/>
                </a:lnTo>
                <a:lnTo>
                  <a:pt x="295275" y="4763"/>
                </a:lnTo>
                <a:lnTo>
                  <a:pt x="300038" y="9525"/>
                </a:lnTo>
                <a:lnTo>
                  <a:pt x="309563" y="9525"/>
                </a:lnTo>
                <a:lnTo>
                  <a:pt x="319088" y="9525"/>
                </a:lnTo>
                <a:lnTo>
                  <a:pt x="323850" y="14288"/>
                </a:lnTo>
                <a:lnTo>
                  <a:pt x="328613" y="19050"/>
                </a:lnTo>
                <a:lnTo>
                  <a:pt x="338138" y="19050"/>
                </a:lnTo>
                <a:lnTo>
                  <a:pt x="342900" y="23813"/>
                </a:lnTo>
                <a:lnTo>
                  <a:pt x="347663" y="28575"/>
                </a:lnTo>
                <a:lnTo>
                  <a:pt x="357188" y="28575"/>
                </a:lnTo>
                <a:lnTo>
                  <a:pt x="361950" y="33338"/>
                </a:lnTo>
                <a:lnTo>
                  <a:pt x="366713" y="38100"/>
                </a:lnTo>
                <a:lnTo>
                  <a:pt x="376238" y="38100"/>
                </a:lnTo>
                <a:lnTo>
                  <a:pt x="381000" y="42863"/>
                </a:lnTo>
                <a:lnTo>
                  <a:pt x="385763" y="47625"/>
                </a:lnTo>
                <a:lnTo>
                  <a:pt x="390525" y="52388"/>
                </a:lnTo>
                <a:lnTo>
                  <a:pt x="395288" y="57150"/>
                </a:lnTo>
                <a:lnTo>
                  <a:pt x="404813" y="57150"/>
                </a:lnTo>
                <a:lnTo>
                  <a:pt x="409575" y="61913"/>
                </a:lnTo>
                <a:lnTo>
                  <a:pt x="414338" y="66675"/>
                </a:lnTo>
                <a:lnTo>
                  <a:pt x="419100" y="71438"/>
                </a:lnTo>
                <a:lnTo>
                  <a:pt x="423863" y="76200"/>
                </a:lnTo>
                <a:lnTo>
                  <a:pt x="433388" y="76200"/>
                </a:lnTo>
                <a:lnTo>
                  <a:pt x="438150" y="80963"/>
                </a:lnTo>
                <a:lnTo>
                  <a:pt x="442913" y="85725"/>
                </a:lnTo>
                <a:lnTo>
                  <a:pt x="447675" y="90488"/>
                </a:lnTo>
                <a:lnTo>
                  <a:pt x="452438" y="95250"/>
                </a:lnTo>
                <a:lnTo>
                  <a:pt x="457200" y="100013"/>
                </a:lnTo>
                <a:lnTo>
                  <a:pt x="461963" y="104775"/>
                </a:lnTo>
                <a:lnTo>
                  <a:pt x="471488" y="104775"/>
                </a:lnTo>
                <a:lnTo>
                  <a:pt x="476250" y="109538"/>
                </a:lnTo>
                <a:lnTo>
                  <a:pt x="481013" y="114300"/>
                </a:lnTo>
                <a:lnTo>
                  <a:pt x="485775" y="119063"/>
                </a:lnTo>
                <a:lnTo>
                  <a:pt x="490538" y="123825"/>
                </a:lnTo>
                <a:lnTo>
                  <a:pt x="495300" y="128588"/>
                </a:lnTo>
                <a:lnTo>
                  <a:pt x="500063" y="133350"/>
                </a:lnTo>
                <a:lnTo>
                  <a:pt x="504825" y="138113"/>
                </a:lnTo>
                <a:lnTo>
                  <a:pt x="509588" y="142875"/>
                </a:lnTo>
                <a:lnTo>
                  <a:pt x="514350" y="147638"/>
                </a:lnTo>
                <a:lnTo>
                  <a:pt x="519113" y="152400"/>
                </a:lnTo>
                <a:lnTo>
                  <a:pt x="528638" y="152400"/>
                </a:lnTo>
                <a:lnTo>
                  <a:pt x="533400" y="157163"/>
                </a:lnTo>
                <a:lnTo>
                  <a:pt x="538163" y="161925"/>
                </a:lnTo>
                <a:lnTo>
                  <a:pt x="542925" y="166688"/>
                </a:lnTo>
                <a:lnTo>
                  <a:pt x="547688" y="171450"/>
                </a:lnTo>
                <a:lnTo>
                  <a:pt x="552450" y="176213"/>
                </a:lnTo>
                <a:lnTo>
                  <a:pt x="557213" y="180975"/>
                </a:lnTo>
                <a:lnTo>
                  <a:pt x="561975" y="185738"/>
                </a:lnTo>
                <a:lnTo>
                  <a:pt x="566738" y="190500"/>
                </a:lnTo>
                <a:lnTo>
                  <a:pt x="571500" y="195263"/>
                </a:lnTo>
                <a:lnTo>
                  <a:pt x="576263" y="200025"/>
                </a:lnTo>
                <a:lnTo>
                  <a:pt x="581025" y="204788"/>
                </a:lnTo>
                <a:lnTo>
                  <a:pt x="581025" y="214313"/>
                </a:lnTo>
                <a:lnTo>
                  <a:pt x="585788" y="219075"/>
                </a:lnTo>
                <a:lnTo>
                  <a:pt x="590550" y="223838"/>
                </a:lnTo>
                <a:lnTo>
                  <a:pt x="595313" y="228600"/>
                </a:lnTo>
                <a:lnTo>
                  <a:pt x="600075" y="233363"/>
                </a:lnTo>
                <a:lnTo>
                  <a:pt x="604838" y="238125"/>
                </a:lnTo>
                <a:lnTo>
                  <a:pt x="609600" y="242888"/>
                </a:lnTo>
                <a:lnTo>
                  <a:pt x="614363" y="247650"/>
                </a:lnTo>
                <a:lnTo>
                  <a:pt x="619125" y="252413"/>
                </a:lnTo>
                <a:lnTo>
                  <a:pt x="623888" y="257175"/>
                </a:lnTo>
                <a:lnTo>
                  <a:pt x="628650" y="261938"/>
                </a:lnTo>
                <a:lnTo>
                  <a:pt x="628650" y="271463"/>
                </a:lnTo>
                <a:lnTo>
                  <a:pt x="633413" y="276225"/>
                </a:lnTo>
                <a:lnTo>
                  <a:pt x="638175" y="280988"/>
                </a:lnTo>
                <a:lnTo>
                  <a:pt x="638175" y="290513"/>
                </a:lnTo>
                <a:lnTo>
                  <a:pt x="638175" y="300038"/>
                </a:lnTo>
                <a:lnTo>
                  <a:pt x="638175" y="309563"/>
                </a:lnTo>
                <a:lnTo>
                  <a:pt x="638175" y="319088"/>
                </a:lnTo>
                <a:lnTo>
                  <a:pt x="638175" y="328613"/>
                </a:lnTo>
                <a:lnTo>
                  <a:pt x="638175" y="338138"/>
                </a:lnTo>
                <a:lnTo>
                  <a:pt x="642938" y="342900"/>
                </a:lnTo>
                <a:lnTo>
                  <a:pt x="647700" y="347663"/>
                </a:lnTo>
                <a:lnTo>
                  <a:pt x="647700" y="357188"/>
                </a:lnTo>
                <a:lnTo>
                  <a:pt x="642938" y="361950"/>
                </a:lnTo>
                <a:lnTo>
                  <a:pt x="638175" y="366713"/>
                </a:lnTo>
                <a:lnTo>
                  <a:pt x="638175" y="376238"/>
                </a:lnTo>
                <a:lnTo>
                  <a:pt x="638175" y="385763"/>
                </a:lnTo>
                <a:lnTo>
                  <a:pt x="638175" y="395288"/>
                </a:lnTo>
                <a:lnTo>
                  <a:pt x="638175" y="404813"/>
                </a:lnTo>
                <a:lnTo>
                  <a:pt x="638175" y="414338"/>
                </a:lnTo>
                <a:lnTo>
                  <a:pt x="633413" y="419100"/>
                </a:lnTo>
                <a:lnTo>
                  <a:pt x="628650" y="423863"/>
                </a:lnTo>
                <a:lnTo>
                  <a:pt x="628650" y="433388"/>
                </a:lnTo>
                <a:lnTo>
                  <a:pt x="623888" y="438150"/>
                </a:lnTo>
                <a:lnTo>
                  <a:pt x="619125" y="442913"/>
                </a:lnTo>
                <a:lnTo>
                  <a:pt x="614363" y="447675"/>
                </a:lnTo>
                <a:lnTo>
                  <a:pt x="609600" y="452438"/>
                </a:lnTo>
                <a:lnTo>
                  <a:pt x="609600" y="461963"/>
                </a:lnTo>
                <a:lnTo>
                  <a:pt x="604838" y="466725"/>
                </a:lnTo>
                <a:lnTo>
                  <a:pt x="600075" y="471488"/>
                </a:lnTo>
                <a:lnTo>
                  <a:pt x="595313" y="476250"/>
                </a:lnTo>
                <a:lnTo>
                  <a:pt x="590550" y="481013"/>
                </a:lnTo>
                <a:lnTo>
                  <a:pt x="585788" y="485775"/>
                </a:lnTo>
                <a:lnTo>
                  <a:pt x="581025" y="490538"/>
                </a:lnTo>
                <a:lnTo>
                  <a:pt x="581025" y="500063"/>
                </a:lnTo>
                <a:lnTo>
                  <a:pt x="581025" y="509588"/>
                </a:lnTo>
                <a:lnTo>
                  <a:pt x="581025" y="519113"/>
                </a:lnTo>
                <a:lnTo>
                  <a:pt x="581025" y="528638"/>
                </a:lnTo>
                <a:lnTo>
                  <a:pt x="576263" y="533400"/>
                </a:lnTo>
                <a:lnTo>
                  <a:pt x="571500" y="538163"/>
                </a:lnTo>
                <a:lnTo>
                  <a:pt x="566738" y="542925"/>
                </a:lnTo>
                <a:lnTo>
                  <a:pt x="561975" y="547688"/>
                </a:lnTo>
                <a:lnTo>
                  <a:pt x="557213" y="552450"/>
                </a:lnTo>
                <a:lnTo>
                  <a:pt x="552450" y="557213"/>
                </a:lnTo>
                <a:lnTo>
                  <a:pt x="547688" y="561975"/>
                </a:lnTo>
                <a:lnTo>
                  <a:pt x="538163" y="561975"/>
                </a:lnTo>
                <a:lnTo>
                  <a:pt x="533400" y="566738"/>
                </a:lnTo>
                <a:lnTo>
                  <a:pt x="528638" y="571500"/>
                </a:lnTo>
                <a:lnTo>
                  <a:pt x="523875" y="576263"/>
                </a:lnTo>
                <a:lnTo>
                  <a:pt x="523875" y="585788"/>
                </a:lnTo>
                <a:lnTo>
                  <a:pt x="519113" y="590550"/>
                </a:lnTo>
                <a:lnTo>
                  <a:pt x="509588" y="590550"/>
                </a:lnTo>
                <a:lnTo>
                  <a:pt x="500063" y="590550"/>
                </a:lnTo>
                <a:lnTo>
                  <a:pt x="495300" y="595313"/>
                </a:lnTo>
                <a:lnTo>
                  <a:pt x="490538" y="600075"/>
                </a:lnTo>
                <a:lnTo>
                  <a:pt x="481013" y="600075"/>
                </a:lnTo>
                <a:lnTo>
                  <a:pt x="476250" y="604838"/>
                </a:lnTo>
                <a:lnTo>
                  <a:pt x="471488" y="609600"/>
                </a:lnTo>
                <a:lnTo>
                  <a:pt x="466725" y="614363"/>
                </a:lnTo>
                <a:lnTo>
                  <a:pt x="461963" y="619125"/>
                </a:lnTo>
                <a:lnTo>
                  <a:pt x="452438" y="619125"/>
                </a:lnTo>
                <a:lnTo>
                  <a:pt x="442913" y="619125"/>
                </a:lnTo>
                <a:lnTo>
                  <a:pt x="438150" y="623888"/>
                </a:lnTo>
                <a:lnTo>
                  <a:pt x="433388" y="628650"/>
                </a:lnTo>
                <a:lnTo>
                  <a:pt x="423863" y="628650"/>
                </a:lnTo>
                <a:lnTo>
                  <a:pt x="414338" y="628650"/>
                </a:lnTo>
                <a:lnTo>
                  <a:pt x="409575" y="633413"/>
                </a:lnTo>
                <a:lnTo>
                  <a:pt x="404813" y="638175"/>
                </a:lnTo>
                <a:lnTo>
                  <a:pt x="395288" y="638175"/>
                </a:lnTo>
                <a:lnTo>
                  <a:pt x="390525" y="633413"/>
                </a:lnTo>
                <a:lnTo>
                  <a:pt x="385763" y="628650"/>
                </a:lnTo>
                <a:lnTo>
                  <a:pt x="376238" y="628650"/>
                </a:lnTo>
                <a:lnTo>
                  <a:pt x="366713" y="628650"/>
                </a:lnTo>
                <a:lnTo>
                  <a:pt x="361950" y="623888"/>
                </a:lnTo>
                <a:lnTo>
                  <a:pt x="357188" y="619125"/>
                </a:lnTo>
                <a:lnTo>
                  <a:pt x="347663" y="619125"/>
                </a:lnTo>
                <a:lnTo>
                  <a:pt x="342900" y="614363"/>
                </a:lnTo>
                <a:lnTo>
                  <a:pt x="338138" y="609600"/>
                </a:lnTo>
                <a:lnTo>
                  <a:pt x="328613" y="609600"/>
                </a:lnTo>
                <a:lnTo>
                  <a:pt x="323850" y="604838"/>
                </a:lnTo>
                <a:lnTo>
                  <a:pt x="319088" y="600075"/>
                </a:lnTo>
                <a:lnTo>
                  <a:pt x="309563" y="600075"/>
                </a:lnTo>
                <a:lnTo>
                  <a:pt x="304800" y="595313"/>
                </a:lnTo>
                <a:lnTo>
                  <a:pt x="300038" y="590550"/>
                </a:lnTo>
                <a:lnTo>
                  <a:pt x="290513" y="590550"/>
                </a:lnTo>
                <a:lnTo>
                  <a:pt x="285750" y="585788"/>
                </a:lnTo>
                <a:lnTo>
                  <a:pt x="280988" y="581025"/>
                </a:lnTo>
                <a:lnTo>
                  <a:pt x="276225" y="576263"/>
                </a:lnTo>
                <a:lnTo>
                  <a:pt x="271463" y="571500"/>
                </a:lnTo>
                <a:lnTo>
                  <a:pt x="261938" y="571500"/>
                </a:lnTo>
                <a:lnTo>
                  <a:pt x="257175" y="566738"/>
                </a:lnTo>
                <a:lnTo>
                  <a:pt x="252413" y="561975"/>
                </a:lnTo>
                <a:lnTo>
                  <a:pt x="242888" y="561975"/>
                </a:lnTo>
                <a:lnTo>
                  <a:pt x="238125" y="557213"/>
                </a:lnTo>
                <a:lnTo>
                  <a:pt x="233363" y="552450"/>
                </a:lnTo>
                <a:lnTo>
                  <a:pt x="228600" y="547688"/>
                </a:lnTo>
                <a:lnTo>
                  <a:pt x="223838" y="542925"/>
                </a:lnTo>
                <a:lnTo>
                  <a:pt x="214313" y="542925"/>
                </a:lnTo>
                <a:lnTo>
                  <a:pt x="209550" y="538163"/>
                </a:lnTo>
                <a:lnTo>
                  <a:pt x="204788" y="533400"/>
                </a:lnTo>
                <a:lnTo>
                  <a:pt x="200025" y="528638"/>
                </a:lnTo>
                <a:lnTo>
                  <a:pt x="195263" y="523875"/>
                </a:lnTo>
                <a:lnTo>
                  <a:pt x="190500" y="519113"/>
                </a:lnTo>
                <a:lnTo>
                  <a:pt x="185738" y="514350"/>
                </a:lnTo>
                <a:lnTo>
                  <a:pt x="176213" y="514350"/>
                </a:lnTo>
                <a:lnTo>
                  <a:pt x="171450" y="509588"/>
                </a:lnTo>
                <a:lnTo>
                  <a:pt x="166688" y="504825"/>
                </a:lnTo>
                <a:lnTo>
                  <a:pt x="161925" y="500063"/>
                </a:lnTo>
                <a:lnTo>
                  <a:pt x="157163" y="495300"/>
                </a:lnTo>
                <a:lnTo>
                  <a:pt x="152400" y="490538"/>
                </a:lnTo>
                <a:lnTo>
                  <a:pt x="147638" y="485775"/>
                </a:lnTo>
                <a:lnTo>
                  <a:pt x="142875" y="481013"/>
                </a:lnTo>
                <a:lnTo>
                  <a:pt x="138113" y="476250"/>
                </a:lnTo>
                <a:lnTo>
                  <a:pt x="133350" y="471488"/>
                </a:lnTo>
                <a:lnTo>
                  <a:pt x="128588" y="466725"/>
                </a:lnTo>
                <a:lnTo>
                  <a:pt x="119063" y="466725"/>
                </a:lnTo>
                <a:lnTo>
                  <a:pt x="114300" y="461963"/>
                </a:lnTo>
                <a:lnTo>
                  <a:pt x="109538" y="457200"/>
                </a:lnTo>
                <a:lnTo>
                  <a:pt x="104775" y="452438"/>
                </a:lnTo>
                <a:lnTo>
                  <a:pt x="100013" y="447675"/>
                </a:lnTo>
                <a:lnTo>
                  <a:pt x="95250" y="442913"/>
                </a:lnTo>
                <a:lnTo>
                  <a:pt x="90488" y="438150"/>
                </a:lnTo>
                <a:lnTo>
                  <a:pt x="85725" y="433388"/>
                </a:lnTo>
                <a:lnTo>
                  <a:pt x="80963" y="428625"/>
                </a:lnTo>
                <a:lnTo>
                  <a:pt x="76200" y="423863"/>
                </a:lnTo>
                <a:lnTo>
                  <a:pt x="71438" y="419100"/>
                </a:lnTo>
                <a:lnTo>
                  <a:pt x="66675" y="414338"/>
                </a:lnTo>
                <a:lnTo>
                  <a:pt x="61913" y="409575"/>
                </a:lnTo>
                <a:lnTo>
                  <a:pt x="57150" y="404813"/>
                </a:lnTo>
                <a:lnTo>
                  <a:pt x="52388" y="400050"/>
                </a:lnTo>
                <a:lnTo>
                  <a:pt x="47625" y="395288"/>
                </a:lnTo>
                <a:lnTo>
                  <a:pt x="47625" y="385763"/>
                </a:lnTo>
                <a:lnTo>
                  <a:pt x="42863" y="381000"/>
                </a:lnTo>
                <a:lnTo>
                  <a:pt x="38100" y="376238"/>
                </a:lnTo>
                <a:lnTo>
                  <a:pt x="33338" y="371475"/>
                </a:lnTo>
                <a:lnTo>
                  <a:pt x="28575" y="366713"/>
                </a:lnTo>
                <a:lnTo>
                  <a:pt x="23813" y="361950"/>
                </a:lnTo>
                <a:lnTo>
                  <a:pt x="19050" y="357188"/>
                </a:lnTo>
                <a:lnTo>
                  <a:pt x="14288" y="352425"/>
                </a:lnTo>
                <a:lnTo>
                  <a:pt x="9525" y="347663"/>
                </a:lnTo>
                <a:lnTo>
                  <a:pt x="9525" y="338138"/>
                </a:lnTo>
                <a:lnTo>
                  <a:pt x="9525" y="328613"/>
                </a:lnTo>
                <a:lnTo>
                  <a:pt x="9525" y="319088"/>
                </a:lnTo>
                <a:lnTo>
                  <a:pt x="9525" y="309563"/>
                </a:lnTo>
                <a:lnTo>
                  <a:pt x="9525" y="300038"/>
                </a:lnTo>
                <a:lnTo>
                  <a:pt x="9525" y="290513"/>
                </a:lnTo>
                <a:lnTo>
                  <a:pt x="9525" y="280988"/>
                </a:lnTo>
                <a:lnTo>
                  <a:pt x="4763" y="276225"/>
                </a:lnTo>
                <a:lnTo>
                  <a:pt x="0" y="271463"/>
                </a:lnTo>
                <a:lnTo>
                  <a:pt x="0" y="261938"/>
                </a:lnTo>
                <a:lnTo>
                  <a:pt x="0" y="252413"/>
                </a:lnTo>
                <a:lnTo>
                  <a:pt x="0" y="242888"/>
                </a:lnTo>
                <a:lnTo>
                  <a:pt x="4763" y="238125"/>
                </a:lnTo>
                <a:lnTo>
                  <a:pt x="9525" y="233363"/>
                </a:lnTo>
                <a:lnTo>
                  <a:pt x="14288" y="228600"/>
                </a:lnTo>
                <a:lnTo>
                  <a:pt x="19050" y="223838"/>
                </a:lnTo>
                <a:lnTo>
                  <a:pt x="19050" y="214313"/>
                </a:lnTo>
                <a:lnTo>
                  <a:pt x="23813" y="209550"/>
                </a:lnTo>
                <a:lnTo>
                  <a:pt x="28575" y="204788"/>
                </a:lnTo>
                <a:lnTo>
                  <a:pt x="33338" y="200025"/>
                </a:lnTo>
                <a:lnTo>
                  <a:pt x="38100" y="195263"/>
                </a:lnTo>
                <a:lnTo>
                  <a:pt x="38100" y="185738"/>
                </a:lnTo>
                <a:lnTo>
                  <a:pt x="38100" y="176213"/>
                </a:lnTo>
                <a:lnTo>
                  <a:pt x="38100" y="166688"/>
                </a:lnTo>
                <a:lnTo>
                  <a:pt x="33338" y="161925"/>
                </a:lnTo>
                <a:lnTo>
                  <a:pt x="28575" y="157163"/>
                </a:lnTo>
                <a:lnTo>
                  <a:pt x="33338" y="152400"/>
                </a:lnTo>
                <a:lnTo>
                  <a:pt x="42863" y="152400"/>
                </a:lnTo>
                <a:lnTo>
                  <a:pt x="47625" y="147638"/>
                </a:lnTo>
                <a:lnTo>
                  <a:pt x="52388" y="142875"/>
                </a:lnTo>
                <a:lnTo>
                  <a:pt x="57150" y="138113"/>
                </a:lnTo>
                <a:lnTo>
                  <a:pt x="61913" y="133350"/>
                </a:lnTo>
                <a:lnTo>
                  <a:pt x="66675" y="128588"/>
                </a:lnTo>
                <a:lnTo>
                  <a:pt x="71438" y="123825"/>
                </a:lnTo>
                <a:lnTo>
                  <a:pt x="76200" y="119063"/>
                </a:lnTo>
                <a:lnTo>
                  <a:pt x="80963" y="114300"/>
                </a:lnTo>
                <a:lnTo>
                  <a:pt x="85725" y="109538"/>
                </a:lnTo>
                <a:lnTo>
                  <a:pt x="85725" y="100013"/>
                </a:lnTo>
                <a:lnTo>
                  <a:pt x="90488" y="95250"/>
                </a:lnTo>
                <a:lnTo>
                  <a:pt x="100013" y="95250"/>
                </a:lnTo>
                <a:lnTo>
                  <a:pt x="104775" y="90488"/>
                </a:lnTo>
                <a:lnTo>
                  <a:pt x="109538" y="85725"/>
                </a:lnTo>
                <a:lnTo>
                  <a:pt x="119063" y="85725"/>
                </a:lnTo>
                <a:lnTo>
                  <a:pt x="123825" y="80963"/>
                </a:lnTo>
                <a:lnTo>
                  <a:pt x="128588" y="76200"/>
                </a:lnTo>
                <a:lnTo>
                  <a:pt x="133350" y="71438"/>
                </a:lnTo>
                <a:lnTo>
                  <a:pt x="133350" y="61913"/>
                </a:lnTo>
                <a:lnTo>
                  <a:pt x="138113" y="57150"/>
                </a:lnTo>
                <a:lnTo>
                  <a:pt x="147638" y="57150"/>
                </a:lnTo>
                <a:lnTo>
                  <a:pt x="152400" y="52388"/>
                </a:lnTo>
                <a:lnTo>
                  <a:pt x="157163" y="47625"/>
                </a:lnTo>
                <a:lnTo>
                  <a:pt x="166688" y="47625"/>
                </a:lnTo>
                <a:lnTo>
                  <a:pt x="171450" y="42863"/>
                </a:lnTo>
                <a:lnTo>
                  <a:pt x="176213" y="38100"/>
                </a:lnTo>
                <a:lnTo>
                  <a:pt x="185738" y="38100"/>
                </a:lnTo>
                <a:lnTo>
                  <a:pt x="190500" y="33338"/>
                </a:lnTo>
                <a:lnTo>
                  <a:pt x="195263" y="28575"/>
                </a:lnTo>
                <a:lnTo>
                  <a:pt x="204788" y="28575"/>
                </a:lnTo>
                <a:lnTo>
                  <a:pt x="209550" y="23813"/>
                </a:lnTo>
                <a:lnTo>
                  <a:pt x="214313" y="19050"/>
                </a:lnTo>
                <a:lnTo>
                  <a:pt x="219075" y="14288"/>
                </a:lnTo>
                <a:lnTo>
                  <a:pt x="223838" y="9525"/>
                </a:lnTo>
                <a:lnTo>
                  <a:pt x="233363" y="9525"/>
                </a:lnTo>
                <a:lnTo>
                  <a:pt x="242888" y="9525"/>
                </a:lnTo>
                <a:lnTo>
                  <a:pt x="252413" y="9525"/>
                </a:lnTo>
                <a:lnTo>
                  <a:pt x="261938" y="9525"/>
                </a:lnTo>
                <a:lnTo>
                  <a:pt x="271463" y="9525"/>
                </a:lnTo>
                <a:lnTo>
                  <a:pt x="276225" y="4763"/>
                </a:lnTo>
                <a:close/>
              </a:path>
            </a:pathLst>
          </a:custGeom>
          <a:solidFill xmlns:a="http://schemas.openxmlformats.org/drawingml/2006/main">
            <a:srgbClr val="D2D2D2"/>
          </a:solidFill>
          <a:ln xmlns:a="http://schemas.openxmlformats.org/drawingml/2006/main" w="0">
            <a:noFill/>
            <a:prstDash val="solid"/>
          </a:ln>
        </p:spPr>
      </p:sp>
      <p:sp>
        <p:nvSpPr>
          <p:cNvPr id="386" name="deep-skill-chaining-source-component-8-gradient-212-0">
            <a:extLst xmlns:a="http://schemas.openxmlformats.org/drawingml/2006/main">
              <a:ext uri="{FF2B5EF4-FFF2-40B4-BE49-F238E27FC236}">
                <a16:creationId xmlns:a16="http://schemas.microsoft.com/office/drawing/2014/main" id="{EDDA7B10-D800-478B-97D7-AA3638B22F16}"/>
              </a:ext>
            </a:extLst>
          </p:cNvPr>
          <p:cNvSpPr>
            <a:spLocks xmlns:a="http://schemas.openxmlformats.org/drawingml/2006/main" noGrp="1"/>
          </p:cNvSpPr>
          <p:nvPr/>
        </p:nvSpPr>
        <p:spPr>
          <a:xfrm xmlns:a="http://schemas.openxmlformats.org/drawingml/2006/main" rot="0">
            <a:off x="9258300" y="695325"/>
            <a:ext cx="619125" cy="619125"/>
          </a:xfrm>
          <a:custGeom xmlns:a="http://schemas.openxmlformats.org/drawingml/2006/main">
            <a:pathLst>
              <a:path w="619125" h="619125">
                <a:moveTo>
                  <a:pt x="266700" y="4763"/>
                </a:moveTo>
                <a:lnTo>
                  <a:pt x="271463" y="0"/>
                </a:lnTo>
                <a:lnTo>
                  <a:pt x="280988" y="0"/>
                </a:lnTo>
                <a:lnTo>
                  <a:pt x="290513" y="0"/>
                </a:lnTo>
                <a:lnTo>
                  <a:pt x="295275" y="4763"/>
                </a:lnTo>
                <a:lnTo>
                  <a:pt x="300038" y="9525"/>
                </a:lnTo>
                <a:lnTo>
                  <a:pt x="309563" y="9525"/>
                </a:lnTo>
                <a:lnTo>
                  <a:pt x="319088" y="9525"/>
                </a:lnTo>
                <a:lnTo>
                  <a:pt x="323850" y="14288"/>
                </a:lnTo>
                <a:lnTo>
                  <a:pt x="328613" y="19050"/>
                </a:lnTo>
                <a:lnTo>
                  <a:pt x="338138" y="19050"/>
                </a:lnTo>
                <a:lnTo>
                  <a:pt x="342900" y="23813"/>
                </a:lnTo>
                <a:lnTo>
                  <a:pt x="347663" y="28575"/>
                </a:lnTo>
                <a:lnTo>
                  <a:pt x="357188" y="28575"/>
                </a:lnTo>
                <a:lnTo>
                  <a:pt x="361950" y="33338"/>
                </a:lnTo>
                <a:lnTo>
                  <a:pt x="366713" y="38100"/>
                </a:lnTo>
                <a:lnTo>
                  <a:pt x="371475" y="42863"/>
                </a:lnTo>
                <a:lnTo>
                  <a:pt x="376238" y="47625"/>
                </a:lnTo>
                <a:lnTo>
                  <a:pt x="385763" y="47625"/>
                </a:lnTo>
                <a:lnTo>
                  <a:pt x="390525" y="52388"/>
                </a:lnTo>
                <a:lnTo>
                  <a:pt x="395288" y="57150"/>
                </a:lnTo>
                <a:lnTo>
                  <a:pt x="400050" y="61913"/>
                </a:lnTo>
                <a:lnTo>
                  <a:pt x="404813" y="66675"/>
                </a:lnTo>
                <a:lnTo>
                  <a:pt x="414338" y="66675"/>
                </a:lnTo>
                <a:lnTo>
                  <a:pt x="419100" y="71438"/>
                </a:lnTo>
                <a:lnTo>
                  <a:pt x="423863" y="76200"/>
                </a:lnTo>
                <a:lnTo>
                  <a:pt x="428625" y="80963"/>
                </a:lnTo>
                <a:lnTo>
                  <a:pt x="433388" y="85725"/>
                </a:lnTo>
                <a:lnTo>
                  <a:pt x="438150" y="90488"/>
                </a:lnTo>
                <a:lnTo>
                  <a:pt x="442913" y="95250"/>
                </a:lnTo>
                <a:lnTo>
                  <a:pt x="452438" y="95250"/>
                </a:lnTo>
                <a:lnTo>
                  <a:pt x="457200" y="100013"/>
                </a:lnTo>
                <a:lnTo>
                  <a:pt x="461963" y="104775"/>
                </a:lnTo>
                <a:lnTo>
                  <a:pt x="466725" y="109538"/>
                </a:lnTo>
                <a:lnTo>
                  <a:pt x="471488" y="114300"/>
                </a:lnTo>
                <a:lnTo>
                  <a:pt x="476250" y="119063"/>
                </a:lnTo>
                <a:lnTo>
                  <a:pt x="481013" y="123825"/>
                </a:lnTo>
                <a:lnTo>
                  <a:pt x="485775" y="128588"/>
                </a:lnTo>
                <a:lnTo>
                  <a:pt x="490538" y="133350"/>
                </a:lnTo>
                <a:lnTo>
                  <a:pt x="495300" y="138113"/>
                </a:lnTo>
                <a:lnTo>
                  <a:pt x="500063" y="142875"/>
                </a:lnTo>
                <a:lnTo>
                  <a:pt x="509588" y="142875"/>
                </a:lnTo>
                <a:lnTo>
                  <a:pt x="514350" y="147638"/>
                </a:lnTo>
                <a:lnTo>
                  <a:pt x="519113" y="152400"/>
                </a:lnTo>
                <a:lnTo>
                  <a:pt x="523875" y="157163"/>
                </a:lnTo>
                <a:lnTo>
                  <a:pt x="528638" y="161925"/>
                </a:lnTo>
                <a:lnTo>
                  <a:pt x="533400" y="166688"/>
                </a:lnTo>
                <a:lnTo>
                  <a:pt x="538163" y="171450"/>
                </a:lnTo>
                <a:lnTo>
                  <a:pt x="542925" y="176213"/>
                </a:lnTo>
                <a:lnTo>
                  <a:pt x="547688" y="180975"/>
                </a:lnTo>
                <a:lnTo>
                  <a:pt x="552450" y="185738"/>
                </a:lnTo>
                <a:lnTo>
                  <a:pt x="557213" y="190500"/>
                </a:lnTo>
                <a:lnTo>
                  <a:pt x="561975" y="195263"/>
                </a:lnTo>
                <a:lnTo>
                  <a:pt x="561975" y="204788"/>
                </a:lnTo>
                <a:lnTo>
                  <a:pt x="566738" y="209550"/>
                </a:lnTo>
                <a:lnTo>
                  <a:pt x="571500" y="214313"/>
                </a:lnTo>
                <a:lnTo>
                  <a:pt x="576263" y="219075"/>
                </a:lnTo>
                <a:lnTo>
                  <a:pt x="581025" y="223838"/>
                </a:lnTo>
                <a:lnTo>
                  <a:pt x="585788" y="228600"/>
                </a:lnTo>
                <a:lnTo>
                  <a:pt x="590550" y="233363"/>
                </a:lnTo>
                <a:lnTo>
                  <a:pt x="595313" y="238125"/>
                </a:lnTo>
                <a:lnTo>
                  <a:pt x="600075" y="242888"/>
                </a:lnTo>
                <a:lnTo>
                  <a:pt x="600075" y="252413"/>
                </a:lnTo>
                <a:lnTo>
                  <a:pt x="604838" y="257175"/>
                </a:lnTo>
                <a:lnTo>
                  <a:pt x="609600" y="261938"/>
                </a:lnTo>
                <a:lnTo>
                  <a:pt x="609600" y="271463"/>
                </a:lnTo>
                <a:lnTo>
                  <a:pt x="609600" y="280988"/>
                </a:lnTo>
                <a:lnTo>
                  <a:pt x="609600" y="290513"/>
                </a:lnTo>
                <a:lnTo>
                  <a:pt x="609600" y="300038"/>
                </a:lnTo>
                <a:lnTo>
                  <a:pt x="609600" y="309563"/>
                </a:lnTo>
                <a:lnTo>
                  <a:pt x="609600" y="319088"/>
                </a:lnTo>
                <a:lnTo>
                  <a:pt x="609600" y="328613"/>
                </a:lnTo>
                <a:lnTo>
                  <a:pt x="609600" y="338138"/>
                </a:lnTo>
                <a:lnTo>
                  <a:pt x="614363" y="342900"/>
                </a:lnTo>
                <a:lnTo>
                  <a:pt x="619125" y="347663"/>
                </a:lnTo>
                <a:lnTo>
                  <a:pt x="614363" y="352425"/>
                </a:lnTo>
                <a:lnTo>
                  <a:pt x="609600" y="357188"/>
                </a:lnTo>
                <a:lnTo>
                  <a:pt x="609600" y="366713"/>
                </a:lnTo>
                <a:lnTo>
                  <a:pt x="604838" y="371475"/>
                </a:lnTo>
                <a:lnTo>
                  <a:pt x="600075" y="376238"/>
                </a:lnTo>
                <a:lnTo>
                  <a:pt x="600075" y="385763"/>
                </a:lnTo>
                <a:lnTo>
                  <a:pt x="600075" y="395288"/>
                </a:lnTo>
                <a:lnTo>
                  <a:pt x="600075" y="404813"/>
                </a:lnTo>
                <a:lnTo>
                  <a:pt x="600075" y="414338"/>
                </a:lnTo>
                <a:lnTo>
                  <a:pt x="595313" y="419100"/>
                </a:lnTo>
                <a:lnTo>
                  <a:pt x="590550" y="423863"/>
                </a:lnTo>
                <a:lnTo>
                  <a:pt x="590550" y="433388"/>
                </a:lnTo>
                <a:lnTo>
                  <a:pt x="585788" y="438150"/>
                </a:lnTo>
                <a:lnTo>
                  <a:pt x="581025" y="442913"/>
                </a:lnTo>
                <a:lnTo>
                  <a:pt x="576263" y="447675"/>
                </a:lnTo>
                <a:lnTo>
                  <a:pt x="571500" y="452438"/>
                </a:lnTo>
                <a:lnTo>
                  <a:pt x="566738" y="457200"/>
                </a:lnTo>
                <a:lnTo>
                  <a:pt x="561975" y="461963"/>
                </a:lnTo>
                <a:lnTo>
                  <a:pt x="561975" y="471488"/>
                </a:lnTo>
                <a:lnTo>
                  <a:pt x="557213" y="476250"/>
                </a:lnTo>
                <a:lnTo>
                  <a:pt x="552450" y="481013"/>
                </a:lnTo>
                <a:lnTo>
                  <a:pt x="547688" y="485775"/>
                </a:lnTo>
                <a:lnTo>
                  <a:pt x="542925" y="490538"/>
                </a:lnTo>
                <a:lnTo>
                  <a:pt x="542925" y="500063"/>
                </a:lnTo>
                <a:lnTo>
                  <a:pt x="542925" y="509588"/>
                </a:lnTo>
                <a:lnTo>
                  <a:pt x="542925" y="519113"/>
                </a:lnTo>
                <a:lnTo>
                  <a:pt x="538163" y="523875"/>
                </a:lnTo>
                <a:lnTo>
                  <a:pt x="533400" y="528638"/>
                </a:lnTo>
                <a:lnTo>
                  <a:pt x="528638" y="533400"/>
                </a:lnTo>
                <a:lnTo>
                  <a:pt x="523875" y="538163"/>
                </a:lnTo>
                <a:lnTo>
                  <a:pt x="519113" y="542925"/>
                </a:lnTo>
                <a:lnTo>
                  <a:pt x="509588" y="542925"/>
                </a:lnTo>
                <a:lnTo>
                  <a:pt x="504825" y="547688"/>
                </a:lnTo>
                <a:lnTo>
                  <a:pt x="500063" y="552450"/>
                </a:lnTo>
                <a:lnTo>
                  <a:pt x="495300" y="557213"/>
                </a:lnTo>
                <a:lnTo>
                  <a:pt x="490538" y="561975"/>
                </a:lnTo>
                <a:lnTo>
                  <a:pt x="485775" y="566738"/>
                </a:lnTo>
                <a:lnTo>
                  <a:pt x="481013" y="571500"/>
                </a:lnTo>
                <a:lnTo>
                  <a:pt x="476250" y="576263"/>
                </a:lnTo>
                <a:lnTo>
                  <a:pt x="471488" y="581025"/>
                </a:lnTo>
                <a:lnTo>
                  <a:pt x="461963" y="581025"/>
                </a:lnTo>
                <a:lnTo>
                  <a:pt x="452438" y="581025"/>
                </a:lnTo>
                <a:lnTo>
                  <a:pt x="447675" y="585788"/>
                </a:lnTo>
                <a:lnTo>
                  <a:pt x="442913" y="590550"/>
                </a:lnTo>
                <a:lnTo>
                  <a:pt x="433388" y="590550"/>
                </a:lnTo>
                <a:lnTo>
                  <a:pt x="428625" y="595313"/>
                </a:lnTo>
                <a:lnTo>
                  <a:pt x="423863" y="600075"/>
                </a:lnTo>
                <a:lnTo>
                  <a:pt x="419100" y="604838"/>
                </a:lnTo>
                <a:lnTo>
                  <a:pt x="414338" y="609600"/>
                </a:lnTo>
                <a:lnTo>
                  <a:pt x="404813" y="609600"/>
                </a:lnTo>
                <a:lnTo>
                  <a:pt x="395288" y="609600"/>
                </a:lnTo>
                <a:lnTo>
                  <a:pt x="385763" y="609600"/>
                </a:lnTo>
                <a:lnTo>
                  <a:pt x="376238" y="609600"/>
                </a:lnTo>
                <a:lnTo>
                  <a:pt x="371475" y="614363"/>
                </a:lnTo>
                <a:lnTo>
                  <a:pt x="366713" y="619125"/>
                </a:lnTo>
                <a:lnTo>
                  <a:pt x="361950" y="614363"/>
                </a:lnTo>
                <a:lnTo>
                  <a:pt x="357188" y="609600"/>
                </a:lnTo>
                <a:lnTo>
                  <a:pt x="352425" y="614363"/>
                </a:lnTo>
                <a:lnTo>
                  <a:pt x="347663" y="619125"/>
                </a:lnTo>
                <a:lnTo>
                  <a:pt x="342900" y="614363"/>
                </a:lnTo>
                <a:lnTo>
                  <a:pt x="338138" y="609600"/>
                </a:lnTo>
                <a:lnTo>
                  <a:pt x="328613" y="609600"/>
                </a:lnTo>
                <a:lnTo>
                  <a:pt x="323850" y="604838"/>
                </a:lnTo>
                <a:lnTo>
                  <a:pt x="319088" y="600075"/>
                </a:lnTo>
                <a:lnTo>
                  <a:pt x="309563" y="600075"/>
                </a:lnTo>
                <a:lnTo>
                  <a:pt x="304800" y="595313"/>
                </a:lnTo>
                <a:lnTo>
                  <a:pt x="300038" y="590550"/>
                </a:lnTo>
                <a:lnTo>
                  <a:pt x="290513" y="590550"/>
                </a:lnTo>
                <a:lnTo>
                  <a:pt x="285750" y="585788"/>
                </a:lnTo>
                <a:lnTo>
                  <a:pt x="280988" y="581025"/>
                </a:lnTo>
                <a:lnTo>
                  <a:pt x="271463" y="581025"/>
                </a:lnTo>
                <a:lnTo>
                  <a:pt x="266700" y="576263"/>
                </a:lnTo>
                <a:lnTo>
                  <a:pt x="261938" y="571500"/>
                </a:lnTo>
                <a:lnTo>
                  <a:pt x="257175" y="566738"/>
                </a:lnTo>
                <a:lnTo>
                  <a:pt x="252413" y="561975"/>
                </a:lnTo>
                <a:lnTo>
                  <a:pt x="242888" y="561975"/>
                </a:lnTo>
                <a:lnTo>
                  <a:pt x="238125" y="557213"/>
                </a:lnTo>
                <a:lnTo>
                  <a:pt x="233363" y="552450"/>
                </a:lnTo>
                <a:lnTo>
                  <a:pt x="223838" y="552450"/>
                </a:lnTo>
                <a:lnTo>
                  <a:pt x="219075" y="547688"/>
                </a:lnTo>
                <a:lnTo>
                  <a:pt x="214313" y="542925"/>
                </a:lnTo>
                <a:lnTo>
                  <a:pt x="209550" y="538163"/>
                </a:lnTo>
                <a:lnTo>
                  <a:pt x="204788" y="533400"/>
                </a:lnTo>
                <a:lnTo>
                  <a:pt x="195263" y="533400"/>
                </a:lnTo>
                <a:lnTo>
                  <a:pt x="190500" y="528638"/>
                </a:lnTo>
                <a:lnTo>
                  <a:pt x="185738" y="523875"/>
                </a:lnTo>
                <a:lnTo>
                  <a:pt x="180975" y="519113"/>
                </a:lnTo>
                <a:lnTo>
                  <a:pt x="176213" y="514350"/>
                </a:lnTo>
                <a:lnTo>
                  <a:pt x="171450" y="509588"/>
                </a:lnTo>
                <a:lnTo>
                  <a:pt x="166688" y="504825"/>
                </a:lnTo>
                <a:lnTo>
                  <a:pt x="157163" y="504825"/>
                </a:lnTo>
                <a:lnTo>
                  <a:pt x="152400" y="500063"/>
                </a:lnTo>
                <a:lnTo>
                  <a:pt x="147638" y="495300"/>
                </a:lnTo>
                <a:lnTo>
                  <a:pt x="142875" y="490538"/>
                </a:lnTo>
                <a:lnTo>
                  <a:pt x="138113" y="485775"/>
                </a:lnTo>
                <a:lnTo>
                  <a:pt x="133350" y="481013"/>
                </a:lnTo>
                <a:lnTo>
                  <a:pt x="128588" y="476250"/>
                </a:lnTo>
                <a:lnTo>
                  <a:pt x="123825" y="471488"/>
                </a:lnTo>
                <a:lnTo>
                  <a:pt x="119063" y="466725"/>
                </a:lnTo>
                <a:lnTo>
                  <a:pt x="114300" y="461963"/>
                </a:lnTo>
                <a:lnTo>
                  <a:pt x="109538" y="457200"/>
                </a:lnTo>
                <a:lnTo>
                  <a:pt x="100013" y="457200"/>
                </a:lnTo>
                <a:lnTo>
                  <a:pt x="95250" y="452438"/>
                </a:lnTo>
                <a:lnTo>
                  <a:pt x="90488" y="447675"/>
                </a:lnTo>
                <a:lnTo>
                  <a:pt x="85725" y="442913"/>
                </a:lnTo>
                <a:lnTo>
                  <a:pt x="80963" y="438150"/>
                </a:lnTo>
                <a:lnTo>
                  <a:pt x="76200" y="433388"/>
                </a:lnTo>
                <a:lnTo>
                  <a:pt x="71438" y="428625"/>
                </a:lnTo>
                <a:lnTo>
                  <a:pt x="66675" y="423863"/>
                </a:lnTo>
                <a:lnTo>
                  <a:pt x="61913" y="419100"/>
                </a:lnTo>
                <a:lnTo>
                  <a:pt x="57150" y="414338"/>
                </a:lnTo>
                <a:lnTo>
                  <a:pt x="52388" y="409575"/>
                </a:lnTo>
                <a:lnTo>
                  <a:pt x="47625" y="404813"/>
                </a:lnTo>
                <a:lnTo>
                  <a:pt x="42863" y="400050"/>
                </a:lnTo>
                <a:lnTo>
                  <a:pt x="38100" y="395288"/>
                </a:lnTo>
                <a:lnTo>
                  <a:pt x="33338" y="390525"/>
                </a:lnTo>
                <a:lnTo>
                  <a:pt x="28575" y="385763"/>
                </a:lnTo>
                <a:lnTo>
                  <a:pt x="28575" y="376238"/>
                </a:lnTo>
                <a:lnTo>
                  <a:pt x="23813" y="371475"/>
                </a:lnTo>
                <a:lnTo>
                  <a:pt x="19050" y="366713"/>
                </a:lnTo>
                <a:lnTo>
                  <a:pt x="14288" y="361950"/>
                </a:lnTo>
                <a:lnTo>
                  <a:pt x="9525" y="357188"/>
                </a:lnTo>
                <a:lnTo>
                  <a:pt x="4763" y="352425"/>
                </a:lnTo>
                <a:lnTo>
                  <a:pt x="0" y="347663"/>
                </a:lnTo>
                <a:lnTo>
                  <a:pt x="0" y="338138"/>
                </a:lnTo>
                <a:lnTo>
                  <a:pt x="0" y="328613"/>
                </a:lnTo>
                <a:lnTo>
                  <a:pt x="0" y="319088"/>
                </a:lnTo>
                <a:lnTo>
                  <a:pt x="0" y="309563"/>
                </a:lnTo>
                <a:lnTo>
                  <a:pt x="4763" y="304800"/>
                </a:lnTo>
                <a:lnTo>
                  <a:pt x="9525" y="300038"/>
                </a:lnTo>
                <a:lnTo>
                  <a:pt x="9525" y="290513"/>
                </a:lnTo>
                <a:lnTo>
                  <a:pt x="9525" y="280988"/>
                </a:lnTo>
                <a:lnTo>
                  <a:pt x="4763" y="276225"/>
                </a:lnTo>
                <a:lnTo>
                  <a:pt x="0" y="271463"/>
                </a:lnTo>
                <a:lnTo>
                  <a:pt x="0" y="261938"/>
                </a:lnTo>
                <a:lnTo>
                  <a:pt x="0" y="252413"/>
                </a:lnTo>
                <a:lnTo>
                  <a:pt x="0" y="242888"/>
                </a:lnTo>
                <a:lnTo>
                  <a:pt x="4763" y="238125"/>
                </a:lnTo>
                <a:lnTo>
                  <a:pt x="9525" y="233363"/>
                </a:lnTo>
                <a:lnTo>
                  <a:pt x="9525" y="223838"/>
                </a:lnTo>
                <a:lnTo>
                  <a:pt x="9525" y="214313"/>
                </a:lnTo>
                <a:lnTo>
                  <a:pt x="9525" y="204788"/>
                </a:lnTo>
                <a:lnTo>
                  <a:pt x="14288" y="200025"/>
                </a:lnTo>
                <a:lnTo>
                  <a:pt x="19050" y="195263"/>
                </a:lnTo>
                <a:lnTo>
                  <a:pt x="23813" y="190500"/>
                </a:lnTo>
                <a:lnTo>
                  <a:pt x="28575" y="185738"/>
                </a:lnTo>
                <a:lnTo>
                  <a:pt x="33338" y="180975"/>
                </a:lnTo>
                <a:lnTo>
                  <a:pt x="38100" y="176213"/>
                </a:lnTo>
                <a:lnTo>
                  <a:pt x="38100" y="166688"/>
                </a:lnTo>
                <a:lnTo>
                  <a:pt x="38100" y="157163"/>
                </a:lnTo>
                <a:lnTo>
                  <a:pt x="38100" y="147638"/>
                </a:lnTo>
                <a:lnTo>
                  <a:pt x="42863" y="142875"/>
                </a:lnTo>
                <a:lnTo>
                  <a:pt x="47625" y="138113"/>
                </a:lnTo>
                <a:lnTo>
                  <a:pt x="52388" y="133350"/>
                </a:lnTo>
                <a:lnTo>
                  <a:pt x="57150" y="128588"/>
                </a:lnTo>
                <a:lnTo>
                  <a:pt x="61913" y="123825"/>
                </a:lnTo>
                <a:lnTo>
                  <a:pt x="66675" y="119063"/>
                </a:lnTo>
                <a:lnTo>
                  <a:pt x="71438" y="114300"/>
                </a:lnTo>
                <a:lnTo>
                  <a:pt x="76200" y="109538"/>
                </a:lnTo>
                <a:lnTo>
                  <a:pt x="80963" y="104775"/>
                </a:lnTo>
                <a:lnTo>
                  <a:pt x="85725" y="100013"/>
                </a:lnTo>
                <a:lnTo>
                  <a:pt x="90488" y="95250"/>
                </a:lnTo>
                <a:lnTo>
                  <a:pt x="95250" y="90488"/>
                </a:lnTo>
                <a:lnTo>
                  <a:pt x="100013" y="85725"/>
                </a:lnTo>
                <a:lnTo>
                  <a:pt x="109538" y="85725"/>
                </a:lnTo>
                <a:lnTo>
                  <a:pt x="114300" y="80963"/>
                </a:lnTo>
                <a:lnTo>
                  <a:pt x="119063" y="76200"/>
                </a:lnTo>
                <a:lnTo>
                  <a:pt x="123825" y="71438"/>
                </a:lnTo>
                <a:lnTo>
                  <a:pt x="123825" y="61913"/>
                </a:lnTo>
                <a:lnTo>
                  <a:pt x="128588" y="57150"/>
                </a:lnTo>
                <a:lnTo>
                  <a:pt x="138113" y="57150"/>
                </a:lnTo>
                <a:lnTo>
                  <a:pt x="142875" y="52388"/>
                </a:lnTo>
                <a:lnTo>
                  <a:pt x="147638" y="47625"/>
                </a:lnTo>
                <a:lnTo>
                  <a:pt x="157163" y="47625"/>
                </a:lnTo>
                <a:lnTo>
                  <a:pt x="166688" y="47625"/>
                </a:lnTo>
                <a:lnTo>
                  <a:pt x="171450" y="42863"/>
                </a:lnTo>
                <a:lnTo>
                  <a:pt x="176213" y="38100"/>
                </a:lnTo>
                <a:lnTo>
                  <a:pt x="180975" y="33338"/>
                </a:lnTo>
                <a:lnTo>
                  <a:pt x="185738" y="28575"/>
                </a:lnTo>
                <a:lnTo>
                  <a:pt x="195263" y="28575"/>
                </a:lnTo>
                <a:lnTo>
                  <a:pt x="204788" y="28575"/>
                </a:lnTo>
                <a:lnTo>
                  <a:pt x="209550" y="23813"/>
                </a:lnTo>
                <a:lnTo>
                  <a:pt x="214313" y="19050"/>
                </a:lnTo>
                <a:lnTo>
                  <a:pt x="223838" y="19050"/>
                </a:lnTo>
                <a:lnTo>
                  <a:pt x="228600" y="14288"/>
                </a:lnTo>
                <a:lnTo>
                  <a:pt x="233363" y="9525"/>
                </a:lnTo>
                <a:lnTo>
                  <a:pt x="242888" y="9525"/>
                </a:lnTo>
                <a:lnTo>
                  <a:pt x="252413" y="9525"/>
                </a:lnTo>
                <a:lnTo>
                  <a:pt x="261938" y="9525"/>
                </a:lnTo>
                <a:lnTo>
                  <a:pt x="266700" y="4763"/>
                </a:lnTo>
                <a:close/>
              </a:path>
            </a:pathLst>
          </a:custGeom>
          <a:solidFill xmlns:a="http://schemas.openxmlformats.org/drawingml/2006/main">
            <a:srgbClr val="D4D4D4"/>
          </a:solidFill>
          <a:ln xmlns:a="http://schemas.openxmlformats.org/drawingml/2006/main" w="0">
            <a:noFill/>
            <a:prstDash val="solid"/>
          </a:ln>
        </p:spPr>
      </p:sp>
      <p:sp>
        <p:nvSpPr>
          <p:cNvPr id="387" name="deep-skill-chaining-source-component-8-gradient-214-0">
            <a:extLst xmlns:a="http://schemas.openxmlformats.org/drawingml/2006/main">
              <a:ext uri="{FF2B5EF4-FFF2-40B4-BE49-F238E27FC236}">
                <a16:creationId xmlns:a16="http://schemas.microsoft.com/office/drawing/2014/main" id="{E042BFE9-92E1-4796-B49F-876986736851}"/>
              </a:ext>
            </a:extLst>
          </p:cNvPr>
          <p:cNvSpPr>
            <a:spLocks xmlns:a="http://schemas.openxmlformats.org/drawingml/2006/main" noGrp="1"/>
          </p:cNvSpPr>
          <p:nvPr/>
        </p:nvSpPr>
        <p:spPr>
          <a:xfrm xmlns:a="http://schemas.openxmlformats.org/drawingml/2006/main" rot="0">
            <a:off x="9267825" y="714375"/>
            <a:ext cx="590550" cy="590550"/>
          </a:xfrm>
          <a:custGeom xmlns:a="http://schemas.openxmlformats.org/drawingml/2006/main">
            <a:pathLst>
              <a:path w="590550" h="590550">
                <a:moveTo>
                  <a:pt x="247650" y="4763"/>
                </a:move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2425" y="14288"/>
                </a:lnTo>
                <a:lnTo>
                  <a:pt x="357188" y="19050"/>
                </a:lnTo>
                <a:lnTo>
                  <a:pt x="361950" y="23813"/>
                </a:lnTo>
                <a:lnTo>
                  <a:pt x="366713" y="28575"/>
                </a:lnTo>
                <a:lnTo>
                  <a:pt x="376238" y="28575"/>
                </a:lnTo>
                <a:lnTo>
                  <a:pt x="381000" y="33338"/>
                </a:lnTo>
                <a:lnTo>
                  <a:pt x="385763" y="38100"/>
                </a:lnTo>
                <a:lnTo>
                  <a:pt x="390525" y="42863"/>
                </a:lnTo>
                <a:lnTo>
                  <a:pt x="395288" y="47625"/>
                </a:lnTo>
                <a:lnTo>
                  <a:pt x="404813" y="47625"/>
                </a:lnTo>
                <a:lnTo>
                  <a:pt x="409575" y="52388"/>
                </a:lnTo>
                <a:lnTo>
                  <a:pt x="414338" y="57150"/>
                </a:lnTo>
                <a:lnTo>
                  <a:pt x="419100" y="61913"/>
                </a:lnTo>
                <a:lnTo>
                  <a:pt x="423863" y="66675"/>
                </a:lnTo>
                <a:lnTo>
                  <a:pt x="428625" y="71438"/>
                </a:lnTo>
                <a:lnTo>
                  <a:pt x="433388" y="76200"/>
                </a:lnTo>
                <a:lnTo>
                  <a:pt x="442913" y="76200"/>
                </a:lnTo>
                <a:lnTo>
                  <a:pt x="447675" y="80963"/>
                </a:lnTo>
                <a:lnTo>
                  <a:pt x="452438" y="85725"/>
                </a:lnTo>
                <a:lnTo>
                  <a:pt x="457200" y="90488"/>
                </a:lnTo>
                <a:lnTo>
                  <a:pt x="461963" y="95250"/>
                </a:lnTo>
                <a:lnTo>
                  <a:pt x="466725" y="100013"/>
                </a:lnTo>
                <a:lnTo>
                  <a:pt x="471488" y="104775"/>
                </a:lnTo>
                <a:lnTo>
                  <a:pt x="476250" y="109538"/>
                </a:lnTo>
                <a:lnTo>
                  <a:pt x="481013" y="114300"/>
                </a:lnTo>
                <a:lnTo>
                  <a:pt x="485775" y="119063"/>
                </a:lnTo>
                <a:lnTo>
                  <a:pt x="490538" y="123825"/>
                </a:lnTo>
                <a:lnTo>
                  <a:pt x="500063" y="123825"/>
                </a:lnTo>
                <a:lnTo>
                  <a:pt x="504825" y="128588"/>
                </a:lnTo>
                <a:lnTo>
                  <a:pt x="509588" y="133350"/>
                </a:lnTo>
                <a:lnTo>
                  <a:pt x="514350" y="138113"/>
                </a:lnTo>
                <a:lnTo>
                  <a:pt x="519113" y="142875"/>
                </a:lnTo>
                <a:lnTo>
                  <a:pt x="523875" y="147638"/>
                </a:lnTo>
                <a:lnTo>
                  <a:pt x="528638" y="152400"/>
                </a:lnTo>
                <a:lnTo>
                  <a:pt x="533400" y="157163"/>
                </a:lnTo>
                <a:lnTo>
                  <a:pt x="538163" y="161925"/>
                </a:lnTo>
                <a:lnTo>
                  <a:pt x="542925" y="166688"/>
                </a:lnTo>
                <a:lnTo>
                  <a:pt x="547688" y="171450"/>
                </a:lnTo>
                <a:lnTo>
                  <a:pt x="552450" y="176213"/>
                </a:lnTo>
                <a:lnTo>
                  <a:pt x="552450" y="185738"/>
                </a:lnTo>
                <a:lnTo>
                  <a:pt x="557213" y="190500"/>
                </a:lnTo>
                <a:lnTo>
                  <a:pt x="561975" y="195263"/>
                </a:lnTo>
                <a:lnTo>
                  <a:pt x="566738" y="200025"/>
                </a:lnTo>
                <a:lnTo>
                  <a:pt x="571500" y="204788"/>
                </a:lnTo>
                <a:lnTo>
                  <a:pt x="571500" y="214313"/>
                </a:lnTo>
                <a:lnTo>
                  <a:pt x="576263" y="219075"/>
                </a:lnTo>
                <a:lnTo>
                  <a:pt x="581025" y="223838"/>
                </a:lnTo>
                <a:lnTo>
                  <a:pt x="585788" y="228600"/>
                </a:lnTo>
                <a:lnTo>
                  <a:pt x="590550" y="233363"/>
                </a:lnTo>
                <a:lnTo>
                  <a:pt x="590550" y="242888"/>
                </a:lnTo>
                <a:lnTo>
                  <a:pt x="590550" y="252413"/>
                </a:lnTo>
                <a:lnTo>
                  <a:pt x="590550" y="261938"/>
                </a:lnTo>
                <a:lnTo>
                  <a:pt x="585788" y="266700"/>
                </a:lnTo>
                <a:lnTo>
                  <a:pt x="581025" y="271463"/>
                </a:lnTo>
                <a:lnTo>
                  <a:pt x="581025" y="280988"/>
                </a:lnTo>
                <a:lnTo>
                  <a:pt x="581025" y="290513"/>
                </a:lnTo>
                <a:lnTo>
                  <a:pt x="581025" y="300038"/>
                </a:lnTo>
                <a:lnTo>
                  <a:pt x="585788" y="304800"/>
                </a:lnTo>
                <a:lnTo>
                  <a:pt x="590550" y="309563"/>
                </a:lnTo>
                <a:lnTo>
                  <a:pt x="590550" y="319088"/>
                </a:lnTo>
                <a:lnTo>
                  <a:pt x="590550" y="328613"/>
                </a:lnTo>
                <a:lnTo>
                  <a:pt x="590550" y="338138"/>
                </a:lnTo>
                <a:lnTo>
                  <a:pt x="585788" y="342900"/>
                </a:lnTo>
                <a:lnTo>
                  <a:pt x="581025" y="347663"/>
                </a:lnTo>
                <a:lnTo>
                  <a:pt x="581025" y="357188"/>
                </a:lnTo>
                <a:lnTo>
                  <a:pt x="581025" y="366713"/>
                </a:lnTo>
                <a:lnTo>
                  <a:pt x="581025" y="376238"/>
                </a:lnTo>
                <a:lnTo>
                  <a:pt x="581025" y="385763"/>
                </a:lnTo>
                <a:lnTo>
                  <a:pt x="576263" y="390525"/>
                </a:lnTo>
                <a:lnTo>
                  <a:pt x="571500" y="395288"/>
                </a:lnTo>
                <a:lnTo>
                  <a:pt x="566738" y="400050"/>
                </a:lnTo>
                <a:lnTo>
                  <a:pt x="561975" y="404813"/>
                </a:lnTo>
                <a:lnTo>
                  <a:pt x="561975" y="414338"/>
                </a:lnTo>
                <a:lnTo>
                  <a:pt x="557213" y="419100"/>
                </a:lnTo>
                <a:lnTo>
                  <a:pt x="552450" y="423863"/>
                </a:lnTo>
                <a:lnTo>
                  <a:pt x="547688" y="428625"/>
                </a:lnTo>
                <a:lnTo>
                  <a:pt x="542925" y="433388"/>
                </a:lnTo>
                <a:lnTo>
                  <a:pt x="542925" y="442913"/>
                </a:lnTo>
                <a:lnTo>
                  <a:pt x="538163" y="447675"/>
                </a:lnTo>
                <a:lnTo>
                  <a:pt x="533400" y="452438"/>
                </a:lnTo>
                <a:lnTo>
                  <a:pt x="533400" y="461963"/>
                </a:lnTo>
                <a:lnTo>
                  <a:pt x="528638" y="466725"/>
                </a:lnTo>
                <a:lnTo>
                  <a:pt x="523875" y="471488"/>
                </a:lnTo>
                <a:lnTo>
                  <a:pt x="523875" y="481013"/>
                </a:lnTo>
                <a:lnTo>
                  <a:pt x="523875" y="490538"/>
                </a:lnTo>
                <a:lnTo>
                  <a:pt x="523875" y="500063"/>
                </a:lnTo>
                <a:lnTo>
                  <a:pt x="519113" y="504825"/>
                </a:lnTo>
                <a:lnTo>
                  <a:pt x="509588" y="504825"/>
                </a:lnTo>
                <a:lnTo>
                  <a:pt x="504825" y="509588"/>
                </a:lnTo>
                <a:lnTo>
                  <a:pt x="500063" y="514350"/>
                </a:lnTo>
                <a:lnTo>
                  <a:pt x="490538" y="514350"/>
                </a:lnTo>
                <a:lnTo>
                  <a:pt x="485775" y="519113"/>
                </a:lnTo>
                <a:lnTo>
                  <a:pt x="481013" y="523875"/>
                </a:lnTo>
                <a:lnTo>
                  <a:pt x="476250" y="528638"/>
                </a:lnTo>
                <a:lnTo>
                  <a:pt x="471488" y="533400"/>
                </a:lnTo>
                <a:lnTo>
                  <a:pt x="466725" y="538163"/>
                </a:lnTo>
                <a:lnTo>
                  <a:pt x="461963" y="542925"/>
                </a:lnTo>
                <a:lnTo>
                  <a:pt x="452438" y="542925"/>
                </a:lnTo>
                <a:lnTo>
                  <a:pt x="442913" y="542925"/>
                </a:lnTo>
                <a:lnTo>
                  <a:pt x="438150" y="547688"/>
                </a:lnTo>
                <a:lnTo>
                  <a:pt x="433388" y="552450"/>
                </a:lnTo>
                <a:lnTo>
                  <a:pt x="423863" y="552450"/>
                </a:lnTo>
                <a:lnTo>
                  <a:pt x="419100" y="557213"/>
                </a:lnTo>
                <a:lnTo>
                  <a:pt x="414338" y="561975"/>
                </a:lnTo>
                <a:lnTo>
                  <a:pt x="409575" y="566738"/>
                </a:lnTo>
                <a:lnTo>
                  <a:pt x="404813" y="571500"/>
                </a:lnTo>
                <a:lnTo>
                  <a:pt x="395288" y="571500"/>
                </a:lnTo>
                <a:lnTo>
                  <a:pt x="385763" y="571500"/>
                </a:lnTo>
                <a:lnTo>
                  <a:pt x="381000" y="576263"/>
                </a:lnTo>
                <a:lnTo>
                  <a:pt x="376238" y="581025"/>
                </a:lnTo>
                <a:lnTo>
                  <a:pt x="366713" y="581025"/>
                </a:lnTo>
                <a:lnTo>
                  <a:pt x="357188" y="581025"/>
                </a:lnTo>
                <a:lnTo>
                  <a:pt x="352425" y="585788"/>
                </a:lnTo>
                <a:lnTo>
                  <a:pt x="347663" y="590550"/>
                </a:lnTo>
                <a:lnTo>
                  <a:pt x="338138" y="590550"/>
                </a:lnTo>
                <a:lnTo>
                  <a:pt x="333375" y="585788"/>
                </a:lnTo>
                <a:lnTo>
                  <a:pt x="328613" y="581025"/>
                </a:lnTo>
                <a:lnTo>
                  <a:pt x="323850" y="585788"/>
                </a:lnTo>
                <a:lnTo>
                  <a:pt x="319088" y="590550"/>
                </a:lnTo>
                <a:lnTo>
                  <a:pt x="314325" y="585788"/>
                </a:lnTo>
                <a:lnTo>
                  <a:pt x="309563" y="581025"/>
                </a:lnTo>
                <a:lnTo>
                  <a:pt x="300038" y="581025"/>
                </a:lnTo>
                <a:lnTo>
                  <a:pt x="295275" y="576263"/>
                </a:lnTo>
                <a:lnTo>
                  <a:pt x="290513" y="571500"/>
                </a:lnTo>
                <a:lnTo>
                  <a:pt x="280988" y="571500"/>
                </a:lnTo>
                <a:lnTo>
                  <a:pt x="276225" y="566738"/>
                </a:lnTo>
                <a:lnTo>
                  <a:pt x="271463" y="561975"/>
                </a:lnTo>
                <a:lnTo>
                  <a:pt x="261938" y="561975"/>
                </a:lnTo>
                <a:lnTo>
                  <a:pt x="257175" y="557213"/>
                </a:lnTo>
                <a:lnTo>
                  <a:pt x="252413" y="552450"/>
                </a:lnTo>
                <a:lnTo>
                  <a:pt x="247650" y="547688"/>
                </a:lnTo>
                <a:lnTo>
                  <a:pt x="242888" y="542925"/>
                </a:lnTo>
                <a:lnTo>
                  <a:pt x="233363" y="542925"/>
                </a:lnTo>
                <a:lnTo>
                  <a:pt x="228600" y="538163"/>
                </a:lnTo>
                <a:lnTo>
                  <a:pt x="223838" y="533400"/>
                </a:lnTo>
                <a:lnTo>
                  <a:pt x="214313" y="533400"/>
                </a:lnTo>
                <a:lnTo>
                  <a:pt x="209550" y="528638"/>
                </a:lnTo>
                <a:lnTo>
                  <a:pt x="204788" y="523875"/>
                </a:lnTo>
                <a:lnTo>
                  <a:pt x="200025" y="519113"/>
                </a:lnTo>
                <a:lnTo>
                  <a:pt x="195263" y="514350"/>
                </a:lnTo>
                <a:lnTo>
                  <a:pt x="185738" y="514350"/>
                </a:lnTo>
                <a:lnTo>
                  <a:pt x="180975" y="509588"/>
                </a:lnTo>
                <a:lnTo>
                  <a:pt x="176213" y="504825"/>
                </a:lnTo>
                <a:lnTo>
                  <a:pt x="171450" y="500063"/>
                </a:lnTo>
                <a:lnTo>
                  <a:pt x="166688" y="495300"/>
                </a:lnTo>
                <a:lnTo>
                  <a:pt x="161925" y="490538"/>
                </a:lnTo>
                <a:lnTo>
                  <a:pt x="157163" y="485775"/>
                </a:lnTo>
                <a:lnTo>
                  <a:pt x="147638" y="485775"/>
                </a:lnTo>
                <a:lnTo>
                  <a:pt x="142875" y="481013"/>
                </a:lnTo>
                <a:lnTo>
                  <a:pt x="138113" y="476250"/>
                </a:lnTo>
                <a:lnTo>
                  <a:pt x="133350" y="471488"/>
                </a:lnTo>
                <a:lnTo>
                  <a:pt x="128588" y="466725"/>
                </a:lnTo>
                <a:lnTo>
                  <a:pt x="123825" y="461963"/>
                </a:lnTo>
                <a:lnTo>
                  <a:pt x="119063" y="457200"/>
                </a:lnTo>
                <a:lnTo>
                  <a:pt x="114300" y="452438"/>
                </a:lnTo>
                <a:lnTo>
                  <a:pt x="109538" y="447675"/>
                </a:lnTo>
                <a:lnTo>
                  <a:pt x="104775" y="442913"/>
                </a:lnTo>
                <a:lnTo>
                  <a:pt x="100013" y="438150"/>
                </a:lnTo>
                <a:lnTo>
                  <a:pt x="90488" y="438150"/>
                </a:lnTo>
                <a:lnTo>
                  <a:pt x="85725" y="433388"/>
                </a:lnTo>
                <a:lnTo>
                  <a:pt x="80963" y="428625"/>
                </a:lnTo>
                <a:lnTo>
                  <a:pt x="76200" y="423863"/>
                </a:lnTo>
                <a:lnTo>
                  <a:pt x="71438" y="419100"/>
                </a:lnTo>
                <a:lnTo>
                  <a:pt x="66675" y="414338"/>
                </a:lnTo>
                <a:lnTo>
                  <a:pt x="61913" y="409575"/>
                </a:lnTo>
                <a:lnTo>
                  <a:pt x="57150" y="404813"/>
                </a:lnTo>
                <a:lnTo>
                  <a:pt x="52388" y="400050"/>
                </a:lnTo>
                <a:lnTo>
                  <a:pt x="47625" y="395288"/>
                </a:lnTo>
                <a:lnTo>
                  <a:pt x="42863" y="390525"/>
                </a:lnTo>
                <a:lnTo>
                  <a:pt x="38100" y="385763"/>
                </a:lnTo>
                <a:lnTo>
                  <a:pt x="33338" y="381000"/>
                </a:lnTo>
                <a:lnTo>
                  <a:pt x="28575" y="376238"/>
                </a:lnTo>
                <a:lnTo>
                  <a:pt x="23813" y="371475"/>
                </a:lnTo>
                <a:lnTo>
                  <a:pt x="19050" y="366713"/>
                </a:lnTo>
                <a:lnTo>
                  <a:pt x="19050" y="357188"/>
                </a:lnTo>
                <a:lnTo>
                  <a:pt x="19050" y="347663"/>
                </a:lnTo>
                <a:lnTo>
                  <a:pt x="14288" y="342900"/>
                </a:lnTo>
                <a:lnTo>
                  <a:pt x="4763" y="342900"/>
                </a:lnTo>
                <a:lnTo>
                  <a:pt x="0" y="338138"/>
                </a:lnTo>
                <a:lnTo>
                  <a:pt x="0" y="328613"/>
                </a:lnTo>
                <a:lnTo>
                  <a:pt x="0" y="319088"/>
                </a:lnTo>
                <a:lnTo>
                  <a:pt x="0" y="309563"/>
                </a:lnTo>
                <a:lnTo>
                  <a:pt x="4763" y="304800"/>
                </a:lnTo>
                <a:lnTo>
                  <a:pt x="9525" y="300038"/>
                </a:lnTo>
                <a:lnTo>
                  <a:pt x="9525" y="290513"/>
                </a:lnTo>
                <a:lnTo>
                  <a:pt x="9525" y="280988"/>
                </a:lnTo>
                <a:lnTo>
                  <a:pt x="9525" y="271463"/>
                </a:lnTo>
                <a:lnTo>
                  <a:pt x="9525" y="261938"/>
                </a:lnTo>
                <a:lnTo>
                  <a:pt x="9525" y="252413"/>
                </a:lnTo>
                <a:lnTo>
                  <a:pt x="4763" y="247650"/>
                </a:lnTo>
                <a:lnTo>
                  <a:pt x="0" y="242888"/>
                </a:lnTo>
                <a:lnTo>
                  <a:pt x="4763" y="238125"/>
                </a:lnTo>
                <a:lnTo>
                  <a:pt x="9525" y="233363"/>
                </a:lnTo>
                <a:lnTo>
                  <a:pt x="9525" y="223838"/>
                </a:lnTo>
                <a:lnTo>
                  <a:pt x="14288" y="219075"/>
                </a:lnTo>
                <a:lnTo>
                  <a:pt x="19050" y="214313"/>
                </a:lnTo>
                <a:lnTo>
                  <a:pt x="19050" y="204788"/>
                </a:lnTo>
                <a:lnTo>
                  <a:pt x="19050" y="195263"/>
                </a:lnTo>
                <a:lnTo>
                  <a:pt x="19050" y="185738"/>
                </a:lnTo>
                <a:lnTo>
                  <a:pt x="23813" y="180975"/>
                </a:lnTo>
                <a:lnTo>
                  <a:pt x="28575" y="176213"/>
                </a:lnTo>
                <a:lnTo>
                  <a:pt x="33338" y="171450"/>
                </a:lnTo>
                <a:lnTo>
                  <a:pt x="38100" y="166688"/>
                </a:lnTo>
                <a:lnTo>
                  <a:pt x="38100" y="157163"/>
                </a:lnTo>
                <a:lnTo>
                  <a:pt x="38100" y="147638"/>
                </a:lnTo>
                <a:lnTo>
                  <a:pt x="38100" y="138113"/>
                </a:lnTo>
                <a:lnTo>
                  <a:pt x="42863" y="133350"/>
                </a:lnTo>
                <a:lnTo>
                  <a:pt x="47625" y="128588"/>
                </a:lnTo>
                <a:lnTo>
                  <a:pt x="52388" y="123825"/>
                </a:lnTo>
                <a:lnTo>
                  <a:pt x="57150" y="119063"/>
                </a:lnTo>
                <a:lnTo>
                  <a:pt x="61913" y="114300"/>
                </a:lnTo>
                <a:lnTo>
                  <a:pt x="66675" y="109538"/>
                </a:lnTo>
                <a:lnTo>
                  <a:pt x="71438" y="104775"/>
                </a:lnTo>
                <a:lnTo>
                  <a:pt x="76200" y="100013"/>
                </a:lnTo>
                <a:lnTo>
                  <a:pt x="80963" y="95250"/>
                </a:lnTo>
                <a:lnTo>
                  <a:pt x="85725" y="90488"/>
                </a:lnTo>
                <a:lnTo>
                  <a:pt x="90488" y="85725"/>
                </a:lnTo>
                <a:lnTo>
                  <a:pt x="95250" y="80963"/>
                </a:lnTo>
                <a:lnTo>
                  <a:pt x="100013" y="76200"/>
                </a:lnTo>
                <a:lnTo>
                  <a:pt x="109538" y="76200"/>
                </a:lnTo>
                <a:lnTo>
                  <a:pt x="114300" y="71438"/>
                </a:lnTo>
                <a:lnTo>
                  <a:pt x="119063" y="66675"/>
                </a:lnTo>
                <a:lnTo>
                  <a:pt x="123825" y="61913"/>
                </a:lnTo>
                <a:lnTo>
                  <a:pt x="128588" y="57150"/>
                </a:lnTo>
                <a:lnTo>
                  <a:pt x="133350" y="52388"/>
                </a:lnTo>
                <a:lnTo>
                  <a:pt x="138113" y="47625"/>
                </a:lnTo>
                <a:lnTo>
                  <a:pt x="142875" y="42863"/>
                </a:lnTo>
                <a:lnTo>
                  <a:pt x="147638" y="38100"/>
                </a:lnTo>
                <a:lnTo>
                  <a:pt x="157163" y="38100"/>
                </a:lnTo>
                <a:lnTo>
                  <a:pt x="166688" y="38100"/>
                </a:lnTo>
                <a:lnTo>
                  <a:pt x="171450" y="33338"/>
                </a:lnTo>
                <a:lnTo>
                  <a:pt x="176213" y="28575"/>
                </a:lnTo>
                <a:lnTo>
                  <a:pt x="185738" y="28575"/>
                </a:lnTo>
                <a:lnTo>
                  <a:pt x="190500" y="23813"/>
                </a:lnTo>
                <a:lnTo>
                  <a:pt x="195263" y="19050"/>
                </a:lnTo>
                <a:lnTo>
                  <a:pt x="204788" y="19050"/>
                </a:lnTo>
                <a:lnTo>
                  <a:pt x="214313" y="19050"/>
                </a:lnTo>
                <a:lnTo>
                  <a:pt x="219075" y="14288"/>
                </a:lnTo>
                <a:lnTo>
                  <a:pt x="223838" y="9525"/>
                </a:lnTo>
                <a:lnTo>
                  <a:pt x="233363" y="9525"/>
                </a:lnTo>
                <a:lnTo>
                  <a:pt x="242888" y="9525"/>
                </a:lnTo>
                <a:lnTo>
                  <a:pt x="247650" y="4763"/>
                </a:lnTo>
                <a:close/>
              </a:path>
            </a:pathLst>
          </a:custGeom>
          <a:solidFill xmlns:a="http://schemas.openxmlformats.org/drawingml/2006/main">
            <a:srgbClr val="D6D6D6"/>
          </a:solidFill>
          <a:ln xmlns:a="http://schemas.openxmlformats.org/drawingml/2006/main" w="0">
            <a:noFill/>
            <a:prstDash val="solid"/>
          </a:ln>
        </p:spPr>
      </p:sp>
      <p:sp>
        <p:nvSpPr>
          <p:cNvPr id="388" name="deep-skill-chaining-source-component-8-gradient-216-0">
            <a:extLst xmlns:a="http://schemas.openxmlformats.org/drawingml/2006/main">
              <a:ext uri="{FF2B5EF4-FFF2-40B4-BE49-F238E27FC236}">
                <a16:creationId xmlns:a16="http://schemas.microsoft.com/office/drawing/2014/main" id="{8EB26F65-750C-4E5C-BC4F-72E2546CB91C}"/>
              </a:ext>
            </a:extLst>
          </p:cNvPr>
          <p:cNvSpPr>
            <a:spLocks xmlns:a="http://schemas.openxmlformats.org/drawingml/2006/main" noGrp="1"/>
          </p:cNvSpPr>
          <p:nvPr/>
        </p:nvSpPr>
        <p:spPr>
          <a:xfrm xmlns:a="http://schemas.openxmlformats.org/drawingml/2006/main" rot="0">
            <a:off x="9277350" y="723900"/>
            <a:ext cx="571500" cy="561975"/>
          </a:xfrm>
          <a:custGeom xmlns:a="http://schemas.openxmlformats.org/drawingml/2006/main">
            <a:pathLst>
              <a:path w="571500" h="561975">
                <a:moveTo>
                  <a:pt x="247650" y="4763"/>
                </a:move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2900" y="14288"/>
                </a:lnTo>
                <a:lnTo>
                  <a:pt x="347663" y="19050"/>
                </a:lnTo>
                <a:lnTo>
                  <a:pt x="357188" y="19050"/>
                </a:lnTo>
                <a:lnTo>
                  <a:pt x="361950" y="23813"/>
                </a:lnTo>
                <a:lnTo>
                  <a:pt x="366713" y="28575"/>
                </a:lnTo>
                <a:lnTo>
                  <a:pt x="376238" y="28575"/>
                </a:lnTo>
                <a:lnTo>
                  <a:pt x="381000" y="33338"/>
                </a:lnTo>
                <a:lnTo>
                  <a:pt x="385763" y="38100"/>
                </a:lnTo>
                <a:lnTo>
                  <a:pt x="395288" y="38100"/>
                </a:lnTo>
                <a:lnTo>
                  <a:pt x="400050" y="42863"/>
                </a:lnTo>
                <a:lnTo>
                  <a:pt x="404813" y="47625"/>
                </a:lnTo>
                <a:lnTo>
                  <a:pt x="409575" y="52388"/>
                </a:lnTo>
                <a:lnTo>
                  <a:pt x="414338" y="57150"/>
                </a:lnTo>
                <a:lnTo>
                  <a:pt x="419100" y="61913"/>
                </a:lnTo>
                <a:lnTo>
                  <a:pt x="423863" y="66675"/>
                </a:lnTo>
                <a:lnTo>
                  <a:pt x="433388" y="66675"/>
                </a:lnTo>
                <a:lnTo>
                  <a:pt x="438150" y="71438"/>
                </a:lnTo>
                <a:lnTo>
                  <a:pt x="442913" y="76200"/>
                </a:lnTo>
                <a:lnTo>
                  <a:pt x="447675" y="80963"/>
                </a:lnTo>
                <a:lnTo>
                  <a:pt x="452438" y="85725"/>
                </a:lnTo>
                <a:lnTo>
                  <a:pt x="457200" y="90488"/>
                </a:lnTo>
                <a:lnTo>
                  <a:pt x="461963" y="95250"/>
                </a:lnTo>
                <a:lnTo>
                  <a:pt x="466725" y="100013"/>
                </a:lnTo>
                <a:lnTo>
                  <a:pt x="471488" y="104775"/>
                </a:lnTo>
                <a:lnTo>
                  <a:pt x="476250" y="109538"/>
                </a:lnTo>
                <a:lnTo>
                  <a:pt x="481013" y="114300"/>
                </a:lnTo>
                <a:lnTo>
                  <a:pt x="490538" y="114300"/>
                </a:lnTo>
                <a:lnTo>
                  <a:pt x="495300" y="119063"/>
                </a:lnTo>
                <a:lnTo>
                  <a:pt x="500063" y="123825"/>
                </a:lnTo>
                <a:lnTo>
                  <a:pt x="504825" y="128588"/>
                </a:lnTo>
                <a:lnTo>
                  <a:pt x="509588" y="133350"/>
                </a:lnTo>
                <a:lnTo>
                  <a:pt x="514350" y="138113"/>
                </a:lnTo>
                <a:lnTo>
                  <a:pt x="519113" y="142875"/>
                </a:lnTo>
                <a:lnTo>
                  <a:pt x="523875" y="147638"/>
                </a:lnTo>
                <a:lnTo>
                  <a:pt x="523875" y="157163"/>
                </a:lnTo>
                <a:lnTo>
                  <a:pt x="528638" y="161925"/>
                </a:lnTo>
                <a:lnTo>
                  <a:pt x="533400" y="166688"/>
                </a:lnTo>
                <a:lnTo>
                  <a:pt x="538163" y="171450"/>
                </a:lnTo>
                <a:lnTo>
                  <a:pt x="542925" y="176213"/>
                </a:lnTo>
                <a:lnTo>
                  <a:pt x="542925" y="185738"/>
                </a:lnTo>
                <a:lnTo>
                  <a:pt x="547688" y="190500"/>
                </a:lnTo>
                <a:lnTo>
                  <a:pt x="552450" y="195263"/>
                </a:lnTo>
                <a:lnTo>
                  <a:pt x="552450" y="204788"/>
                </a:lnTo>
                <a:lnTo>
                  <a:pt x="552450" y="214313"/>
                </a:lnTo>
                <a:lnTo>
                  <a:pt x="557213" y="219075"/>
                </a:lnTo>
                <a:lnTo>
                  <a:pt x="561975" y="223838"/>
                </a:lnTo>
                <a:lnTo>
                  <a:pt x="566738" y="228600"/>
                </a:lnTo>
                <a:lnTo>
                  <a:pt x="571500" y="233363"/>
                </a:lnTo>
                <a:lnTo>
                  <a:pt x="566738" y="238125"/>
                </a:lnTo>
                <a:lnTo>
                  <a:pt x="561975" y="242888"/>
                </a:lnTo>
                <a:lnTo>
                  <a:pt x="561975" y="252413"/>
                </a:lnTo>
                <a:lnTo>
                  <a:pt x="561975" y="261938"/>
                </a:lnTo>
                <a:lnTo>
                  <a:pt x="561975" y="271463"/>
                </a:lnTo>
                <a:lnTo>
                  <a:pt x="561975" y="280988"/>
                </a:lnTo>
                <a:lnTo>
                  <a:pt x="561975" y="290513"/>
                </a:lnTo>
                <a:lnTo>
                  <a:pt x="561975" y="300038"/>
                </a:lnTo>
                <a:lnTo>
                  <a:pt x="561975" y="309563"/>
                </a:lnTo>
                <a:lnTo>
                  <a:pt x="566738" y="314325"/>
                </a:lnTo>
                <a:lnTo>
                  <a:pt x="571500" y="319088"/>
                </a:lnTo>
                <a:lnTo>
                  <a:pt x="566738" y="323850"/>
                </a:lnTo>
                <a:lnTo>
                  <a:pt x="561975" y="328613"/>
                </a:lnTo>
                <a:lnTo>
                  <a:pt x="557213" y="333375"/>
                </a:lnTo>
                <a:lnTo>
                  <a:pt x="552450" y="338138"/>
                </a:lnTo>
                <a:lnTo>
                  <a:pt x="552450" y="347663"/>
                </a:lnTo>
                <a:lnTo>
                  <a:pt x="552450" y="357188"/>
                </a:lnTo>
                <a:lnTo>
                  <a:pt x="552450" y="366713"/>
                </a:lnTo>
                <a:lnTo>
                  <a:pt x="552450" y="376238"/>
                </a:lnTo>
                <a:lnTo>
                  <a:pt x="547688" y="381000"/>
                </a:lnTo>
                <a:lnTo>
                  <a:pt x="542925" y="385763"/>
                </a:lnTo>
                <a:lnTo>
                  <a:pt x="542925" y="395288"/>
                </a:lnTo>
                <a:lnTo>
                  <a:pt x="538163" y="400050"/>
                </a:lnTo>
                <a:lnTo>
                  <a:pt x="533400" y="404813"/>
                </a:lnTo>
                <a:lnTo>
                  <a:pt x="528638" y="409575"/>
                </a:lnTo>
                <a:lnTo>
                  <a:pt x="523875" y="414338"/>
                </a:lnTo>
                <a:lnTo>
                  <a:pt x="523875" y="423863"/>
                </a:lnTo>
                <a:lnTo>
                  <a:pt x="519113" y="428625"/>
                </a:lnTo>
                <a:lnTo>
                  <a:pt x="514350" y="433388"/>
                </a:lnTo>
                <a:lnTo>
                  <a:pt x="514350" y="442913"/>
                </a:lnTo>
                <a:lnTo>
                  <a:pt x="509588" y="447675"/>
                </a:lnTo>
                <a:lnTo>
                  <a:pt x="504825" y="452438"/>
                </a:lnTo>
                <a:lnTo>
                  <a:pt x="504825" y="461963"/>
                </a:lnTo>
                <a:lnTo>
                  <a:pt x="500063" y="466725"/>
                </a:lnTo>
                <a:lnTo>
                  <a:pt x="495300" y="471488"/>
                </a:lnTo>
                <a:lnTo>
                  <a:pt x="495300" y="481013"/>
                </a:lnTo>
                <a:lnTo>
                  <a:pt x="490538" y="485775"/>
                </a:lnTo>
                <a:lnTo>
                  <a:pt x="485775" y="490538"/>
                </a:lnTo>
                <a:lnTo>
                  <a:pt x="481013" y="495300"/>
                </a:lnTo>
                <a:lnTo>
                  <a:pt x="471488" y="495300"/>
                </a:lnTo>
                <a:lnTo>
                  <a:pt x="466725" y="500063"/>
                </a:lnTo>
                <a:lnTo>
                  <a:pt x="461963" y="504825"/>
                </a:lnTo>
                <a:lnTo>
                  <a:pt x="457200" y="509588"/>
                </a:lnTo>
                <a:lnTo>
                  <a:pt x="452438" y="514350"/>
                </a:lnTo>
                <a:lnTo>
                  <a:pt x="442913" y="514350"/>
                </a:lnTo>
                <a:lnTo>
                  <a:pt x="438150" y="519113"/>
                </a:lnTo>
                <a:lnTo>
                  <a:pt x="433388" y="523875"/>
                </a:lnTo>
                <a:lnTo>
                  <a:pt x="423863" y="523875"/>
                </a:lnTo>
                <a:lnTo>
                  <a:pt x="419100" y="528638"/>
                </a:lnTo>
                <a:lnTo>
                  <a:pt x="414338" y="533400"/>
                </a:lnTo>
                <a:lnTo>
                  <a:pt x="404813" y="533400"/>
                </a:lnTo>
                <a:lnTo>
                  <a:pt x="400050" y="538163"/>
                </a:lnTo>
                <a:lnTo>
                  <a:pt x="395288" y="542925"/>
                </a:lnTo>
                <a:lnTo>
                  <a:pt x="385763" y="542925"/>
                </a:lnTo>
                <a:lnTo>
                  <a:pt x="376238" y="542925"/>
                </a:lnTo>
                <a:lnTo>
                  <a:pt x="371475" y="547688"/>
                </a:lnTo>
                <a:lnTo>
                  <a:pt x="366713" y="552450"/>
                </a:lnTo>
                <a:lnTo>
                  <a:pt x="357188" y="552450"/>
                </a:lnTo>
                <a:lnTo>
                  <a:pt x="347663" y="552450"/>
                </a:lnTo>
                <a:lnTo>
                  <a:pt x="342900" y="557213"/>
                </a:lnTo>
                <a:lnTo>
                  <a:pt x="338138" y="561975"/>
                </a:lnTo>
                <a:lnTo>
                  <a:pt x="328613" y="561975"/>
                </a:lnTo>
                <a:lnTo>
                  <a:pt x="319088" y="561975"/>
                </a:lnTo>
                <a:lnTo>
                  <a:pt x="309563" y="561975"/>
                </a:lnTo>
                <a:lnTo>
                  <a:pt x="300038" y="561975"/>
                </a:lnTo>
                <a:lnTo>
                  <a:pt x="290513" y="561975"/>
                </a:lnTo>
                <a:lnTo>
                  <a:pt x="280988" y="561975"/>
                </a:lnTo>
                <a:lnTo>
                  <a:pt x="276225" y="557213"/>
                </a:lnTo>
                <a:lnTo>
                  <a:pt x="271463" y="552450"/>
                </a:lnTo>
                <a:lnTo>
                  <a:pt x="261938" y="552450"/>
                </a:lnTo>
                <a:lnTo>
                  <a:pt x="252413" y="552450"/>
                </a:lnTo>
                <a:lnTo>
                  <a:pt x="247650" y="547688"/>
                </a:lnTo>
                <a:lnTo>
                  <a:pt x="242888" y="542925"/>
                </a:lnTo>
                <a:lnTo>
                  <a:pt x="238125" y="538163"/>
                </a:lnTo>
                <a:lnTo>
                  <a:pt x="233363" y="533400"/>
                </a:lnTo>
                <a:lnTo>
                  <a:pt x="223838" y="533400"/>
                </a:lnTo>
                <a:lnTo>
                  <a:pt x="219075" y="528638"/>
                </a:lnTo>
                <a:lnTo>
                  <a:pt x="214313" y="523875"/>
                </a:lnTo>
                <a:lnTo>
                  <a:pt x="204788" y="523875"/>
                </a:lnTo>
                <a:lnTo>
                  <a:pt x="200025" y="519113"/>
                </a:lnTo>
                <a:lnTo>
                  <a:pt x="195263" y="514350"/>
                </a:lnTo>
                <a:lnTo>
                  <a:pt x="190500" y="509588"/>
                </a:lnTo>
                <a:lnTo>
                  <a:pt x="185738" y="504825"/>
                </a:lnTo>
                <a:lnTo>
                  <a:pt x="176213" y="504825"/>
                </a:lnTo>
                <a:lnTo>
                  <a:pt x="171450" y="500063"/>
                </a:lnTo>
                <a:lnTo>
                  <a:pt x="166688" y="495300"/>
                </a:lnTo>
                <a:lnTo>
                  <a:pt x="161925" y="490538"/>
                </a:lnTo>
                <a:lnTo>
                  <a:pt x="157163" y="485775"/>
                </a:lnTo>
                <a:lnTo>
                  <a:pt x="152400" y="481013"/>
                </a:lnTo>
                <a:lnTo>
                  <a:pt x="147638" y="476250"/>
                </a:lnTo>
                <a:lnTo>
                  <a:pt x="138113" y="476250"/>
                </a:lnTo>
                <a:lnTo>
                  <a:pt x="133350" y="471488"/>
                </a:lnTo>
                <a:lnTo>
                  <a:pt x="128588" y="466725"/>
                </a:lnTo>
                <a:lnTo>
                  <a:pt x="123825" y="461963"/>
                </a:lnTo>
                <a:lnTo>
                  <a:pt x="119063" y="457200"/>
                </a:lnTo>
                <a:lnTo>
                  <a:pt x="114300" y="452438"/>
                </a:lnTo>
                <a:lnTo>
                  <a:pt x="109538" y="447675"/>
                </a:lnTo>
                <a:lnTo>
                  <a:pt x="104775" y="442913"/>
                </a:lnTo>
                <a:lnTo>
                  <a:pt x="100013" y="438150"/>
                </a:lnTo>
                <a:lnTo>
                  <a:pt x="95250" y="433388"/>
                </a:lnTo>
                <a:lnTo>
                  <a:pt x="90488" y="428625"/>
                </a:lnTo>
                <a:lnTo>
                  <a:pt x="80963" y="428625"/>
                </a:lnTo>
                <a:lnTo>
                  <a:pt x="76200" y="423863"/>
                </a:lnTo>
                <a:lnTo>
                  <a:pt x="71438" y="419100"/>
                </a:lnTo>
                <a:lnTo>
                  <a:pt x="66675" y="414338"/>
                </a:lnTo>
                <a:lnTo>
                  <a:pt x="61913" y="409575"/>
                </a:lnTo>
                <a:lnTo>
                  <a:pt x="57150" y="404813"/>
                </a:lnTo>
                <a:lnTo>
                  <a:pt x="52388" y="400050"/>
                </a:lnTo>
                <a:lnTo>
                  <a:pt x="47625" y="395288"/>
                </a:lnTo>
                <a:lnTo>
                  <a:pt x="42863" y="390525"/>
                </a:lnTo>
                <a:lnTo>
                  <a:pt x="38100" y="385763"/>
                </a:lnTo>
                <a:lnTo>
                  <a:pt x="33338" y="381000"/>
                </a:lnTo>
                <a:lnTo>
                  <a:pt x="28575" y="376238"/>
                </a:lnTo>
                <a:lnTo>
                  <a:pt x="23813" y="371475"/>
                </a:lnTo>
                <a:lnTo>
                  <a:pt x="19050" y="366713"/>
                </a:lnTo>
                <a:lnTo>
                  <a:pt x="19050" y="357188"/>
                </a:lnTo>
                <a:lnTo>
                  <a:pt x="19050" y="347663"/>
                </a:lnTo>
                <a:lnTo>
                  <a:pt x="14288" y="342900"/>
                </a:lnTo>
                <a:lnTo>
                  <a:pt x="9525" y="338138"/>
                </a:lnTo>
                <a:lnTo>
                  <a:pt x="9525" y="328613"/>
                </a:lnTo>
                <a:lnTo>
                  <a:pt x="4763" y="323850"/>
                </a:lnTo>
                <a:lnTo>
                  <a:pt x="0" y="319088"/>
                </a:lnTo>
                <a:lnTo>
                  <a:pt x="4763" y="314325"/>
                </a:lnTo>
                <a:lnTo>
                  <a:pt x="9525" y="309563"/>
                </a:lnTo>
                <a:lnTo>
                  <a:pt x="9525" y="300038"/>
                </a:lnTo>
                <a:lnTo>
                  <a:pt x="9525" y="290513"/>
                </a:lnTo>
                <a:lnTo>
                  <a:pt x="9525" y="280988"/>
                </a:lnTo>
                <a:lnTo>
                  <a:pt x="14288" y="276225"/>
                </a:lnTo>
                <a:lnTo>
                  <a:pt x="19050" y="271463"/>
                </a:lnTo>
                <a:lnTo>
                  <a:pt x="19050" y="261938"/>
                </a:lnTo>
                <a:lnTo>
                  <a:pt x="19050" y="252413"/>
                </a:lnTo>
                <a:lnTo>
                  <a:pt x="14288" y="247650"/>
                </a:lnTo>
                <a:lnTo>
                  <a:pt x="9525" y="242888"/>
                </a:lnTo>
                <a:lnTo>
                  <a:pt x="9525" y="233363"/>
                </a:lnTo>
                <a:lnTo>
                  <a:pt x="9525" y="223838"/>
                </a:lnTo>
                <a:lnTo>
                  <a:pt x="14288" y="219075"/>
                </a:lnTo>
                <a:lnTo>
                  <a:pt x="19050" y="214313"/>
                </a:lnTo>
                <a:lnTo>
                  <a:pt x="19050" y="204788"/>
                </a:lnTo>
                <a:lnTo>
                  <a:pt x="19050" y="195263"/>
                </a:lnTo>
                <a:lnTo>
                  <a:pt x="19050" y="185738"/>
                </a:lnTo>
                <a:lnTo>
                  <a:pt x="19050" y="176213"/>
                </a:lnTo>
                <a:lnTo>
                  <a:pt x="23813" y="171450"/>
                </a:lnTo>
                <a:lnTo>
                  <a:pt x="28575" y="166688"/>
                </a:lnTo>
                <a:lnTo>
                  <a:pt x="33338" y="161925"/>
                </a:lnTo>
                <a:lnTo>
                  <a:pt x="38100" y="157163"/>
                </a:lnTo>
                <a:lnTo>
                  <a:pt x="42863" y="152400"/>
                </a:lnTo>
                <a:lnTo>
                  <a:pt x="47625" y="147638"/>
                </a:lnTo>
                <a:lnTo>
                  <a:pt x="47625" y="138113"/>
                </a:lnTo>
                <a:lnTo>
                  <a:pt x="47625" y="128588"/>
                </a:lnTo>
                <a:lnTo>
                  <a:pt x="47625" y="119063"/>
                </a:lnTo>
                <a:lnTo>
                  <a:pt x="52388" y="114300"/>
                </a:lnTo>
                <a:lnTo>
                  <a:pt x="61913" y="114300"/>
                </a:lnTo>
                <a:lnTo>
                  <a:pt x="66675" y="109538"/>
                </a:lnTo>
                <a:lnTo>
                  <a:pt x="71438" y="104775"/>
                </a:lnTo>
                <a:lnTo>
                  <a:pt x="76200" y="100013"/>
                </a:lnTo>
                <a:lnTo>
                  <a:pt x="76200" y="90488"/>
                </a:lnTo>
                <a:lnTo>
                  <a:pt x="80963" y="85725"/>
                </a:lnTo>
                <a:lnTo>
                  <a:pt x="90488" y="85725"/>
                </a:lnTo>
                <a:lnTo>
                  <a:pt x="95250" y="80963"/>
                </a:lnTo>
                <a:lnTo>
                  <a:pt x="100013" y="76200"/>
                </a:lnTo>
                <a:lnTo>
                  <a:pt x="104775" y="71438"/>
                </a:lnTo>
                <a:lnTo>
                  <a:pt x="109538" y="66675"/>
                </a:lnTo>
                <a:lnTo>
                  <a:pt x="119063" y="66675"/>
                </a:lnTo>
                <a:lnTo>
                  <a:pt x="123825" y="61913"/>
                </a:lnTo>
                <a:lnTo>
                  <a:pt x="128588" y="57150"/>
                </a:lnTo>
                <a:lnTo>
                  <a:pt x="138113" y="57150"/>
                </a:lnTo>
                <a:lnTo>
                  <a:pt x="142875" y="52388"/>
                </a:lnTo>
                <a:lnTo>
                  <a:pt x="147638" y="47625"/>
                </a:lnTo>
                <a:lnTo>
                  <a:pt x="152400" y="42863"/>
                </a:lnTo>
                <a:lnTo>
                  <a:pt x="157163" y="38100"/>
                </a:lnTo>
                <a:lnTo>
                  <a:pt x="161925" y="33338"/>
                </a:lnTo>
                <a:lnTo>
                  <a:pt x="166688" y="28575"/>
                </a:lnTo>
                <a:lnTo>
                  <a:pt x="176213" y="28575"/>
                </a:lnTo>
                <a:lnTo>
                  <a:pt x="185738" y="28575"/>
                </a:lnTo>
                <a:lnTo>
                  <a:pt x="190500" y="23813"/>
                </a:lnTo>
                <a:lnTo>
                  <a:pt x="195263" y="19050"/>
                </a:lnTo>
                <a:lnTo>
                  <a:pt x="204788" y="19050"/>
                </a:lnTo>
                <a:lnTo>
                  <a:pt x="214313" y="19050"/>
                </a:lnTo>
                <a:lnTo>
                  <a:pt x="219075" y="14288"/>
                </a:lnTo>
                <a:lnTo>
                  <a:pt x="223838" y="9525"/>
                </a:lnTo>
                <a:lnTo>
                  <a:pt x="233363" y="9525"/>
                </a:lnTo>
                <a:lnTo>
                  <a:pt x="242888" y="9525"/>
                </a:lnTo>
                <a:lnTo>
                  <a:pt x="247650" y="4763"/>
                </a:lnTo>
                <a:close/>
              </a:path>
            </a:pathLst>
          </a:custGeom>
          <a:solidFill xmlns:a="http://schemas.openxmlformats.org/drawingml/2006/main">
            <a:srgbClr val="D8D8D8"/>
          </a:solidFill>
          <a:ln xmlns:a="http://schemas.openxmlformats.org/drawingml/2006/main" w="0">
            <a:noFill/>
            <a:prstDash val="solid"/>
          </a:ln>
        </p:spPr>
      </p:sp>
      <p:sp>
        <p:nvSpPr>
          <p:cNvPr id="389" name="deep-skill-chaining-source-component-8-gradient-218-0">
            <a:extLst xmlns:a="http://schemas.openxmlformats.org/drawingml/2006/main">
              <a:ext uri="{FF2B5EF4-FFF2-40B4-BE49-F238E27FC236}">
                <a16:creationId xmlns:a16="http://schemas.microsoft.com/office/drawing/2014/main" id="{BD6B063D-39B7-4176-9588-18A92AF610C4}"/>
              </a:ext>
            </a:extLst>
          </p:cNvPr>
          <p:cNvSpPr>
            <a:spLocks xmlns:a="http://schemas.openxmlformats.org/drawingml/2006/main" noGrp="1"/>
          </p:cNvSpPr>
          <p:nvPr/>
        </p:nvSpPr>
        <p:spPr>
          <a:xfrm xmlns:a="http://schemas.openxmlformats.org/drawingml/2006/main" rot="0">
            <a:off x="9296400" y="742950"/>
            <a:ext cx="533400" cy="533400"/>
          </a:xfrm>
          <a:custGeom xmlns:a="http://schemas.openxmlformats.org/drawingml/2006/main">
            <a:pathLst>
              <a:path w="533400" h="533400">
                <a:moveTo>
                  <a:pt x="238125" y="4763"/>
                </a:moveTo>
                <a:lnTo>
                  <a:pt x="242888" y="0"/>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2425" y="14288"/>
                </a:lnTo>
                <a:lnTo>
                  <a:pt x="357188" y="19050"/>
                </a:lnTo>
                <a:lnTo>
                  <a:pt x="361950" y="23813"/>
                </a:lnTo>
                <a:lnTo>
                  <a:pt x="366713" y="28575"/>
                </a:lnTo>
                <a:lnTo>
                  <a:pt x="376238" y="28575"/>
                </a:lnTo>
                <a:lnTo>
                  <a:pt x="385763" y="28575"/>
                </a:lnTo>
                <a:lnTo>
                  <a:pt x="390525" y="33338"/>
                </a:lnTo>
                <a:lnTo>
                  <a:pt x="390525" y="42863"/>
                </a:lnTo>
                <a:lnTo>
                  <a:pt x="395288" y="47625"/>
                </a:lnTo>
                <a:lnTo>
                  <a:pt x="404813" y="47625"/>
                </a:lnTo>
                <a:lnTo>
                  <a:pt x="409575" y="52388"/>
                </a:lnTo>
                <a:lnTo>
                  <a:pt x="414338" y="57150"/>
                </a:lnTo>
                <a:lnTo>
                  <a:pt x="423863" y="57150"/>
                </a:lnTo>
                <a:lnTo>
                  <a:pt x="428625" y="61913"/>
                </a:lnTo>
                <a:lnTo>
                  <a:pt x="433388" y="66675"/>
                </a:lnTo>
                <a:lnTo>
                  <a:pt x="438150" y="71438"/>
                </a:lnTo>
                <a:lnTo>
                  <a:pt x="442913" y="76200"/>
                </a:lnTo>
                <a:lnTo>
                  <a:pt x="447675" y="80963"/>
                </a:lnTo>
                <a:lnTo>
                  <a:pt x="452438" y="85725"/>
                </a:lnTo>
                <a:lnTo>
                  <a:pt x="457200" y="90488"/>
                </a:lnTo>
                <a:lnTo>
                  <a:pt x="461963" y="95250"/>
                </a:lnTo>
                <a:lnTo>
                  <a:pt x="466725" y="100013"/>
                </a:lnTo>
                <a:lnTo>
                  <a:pt x="471488" y="104775"/>
                </a:lnTo>
                <a:lnTo>
                  <a:pt x="476250" y="109538"/>
                </a:lnTo>
                <a:lnTo>
                  <a:pt x="476250" y="119063"/>
                </a:lnTo>
                <a:lnTo>
                  <a:pt x="481013" y="123825"/>
                </a:lnTo>
                <a:lnTo>
                  <a:pt x="485775" y="128588"/>
                </a:lnTo>
                <a:lnTo>
                  <a:pt x="490538" y="133350"/>
                </a:lnTo>
                <a:lnTo>
                  <a:pt x="495300" y="138113"/>
                </a:lnTo>
                <a:lnTo>
                  <a:pt x="500063" y="142875"/>
                </a:lnTo>
                <a:lnTo>
                  <a:pt x="504825" y="147638"/>
                </a:lnTo>
                <a:lnTo>
                  <a:pt x="509588" y="152400"/>
                </a:lnTo>
                <a:lnTo>
                  <a:pt x="514350" y="157163"/>
                </a:lnTo>
                <a:lnTo>
                  <a:pt x="514350" y="166688"/>
                </a:lnTo>
                <a:lnTo>
                  <a:pt x="514350" y="176213"/>
                </a:lnTo>
                <a:lnTo>
                  <a:pt x="519113" y="180975"/>
                </a:lnTo>
                <a:lnTo>
                  <a:pt x="523875" y="185738"/>
                </a:lnTo>
                <a:lnTo>
                  <a:pt x="523875" y="195263"/>
                </a:lnTo>
                <a:lnTo>
                  <a:pt x="523875" y="204788"/>
                </a:lnTo>
                <a:lnTo>
                  <a:pt x="528638" y="209550"/>
                </a:lnTo>
                <a:lnTo>
                  <a:pt x="533400" y="214313"/>
                </a:lnTo>
                <a:lnTo>
                  <a:pt x="528638" y="219075"/>
                </a:lnTo>
                <a:lnTo>
                  <a:pt x="523875" y="223838"/>
                </a:lnTo>
                <a:lnTo>
                  <a:pt x="523875" y="233363"/>
                </a:lnTo>
                <a:lnTo>
                  <a:pt x="523875" y="242888"/>
                </a:lnTo>
                <a:lnTo>
                  <a:pt x="523875" y="252413"/>
                </a:lnTo>
                <a:lnTo>
                  <a:pt x="523875" y="261938"/>
                </a:lnTo>
                <a:lnTo>
                  <a:pt x="523875" y="271463"/>
                </a:lnTo>
                <a:lnTo>
                  <a:pt x="523875" y="280988"/>
                </a:lnTo>
                <a:lnTo>
                  <a:pt x="528638" y="285750"/>
                </a:lnTo>
                <a:lnTo>
                  <a:pt x="533400" y="290513"/>
                </a:lnTo>
                <a:lnTo>
                  <a:pt x="533400" y="300038"/>
                </a:lnTo>
                <a:lnTo>
                  <a:pt x="528638" y="304800"/>
                </a:lnTo>
                <a:lnTo>
                  <a:pt x="523875" y="309563"/>
                </a:lnTo>
                <a:lnTo>
                  <a:pt x="523875" y="319088"/>
                </a:lnTo>
                <a:lnTo>
                  <a:pt x="519113" y="323850"/>
                </a:lnTo>
                <a:lnTo>
                  <a:pt x="514350" y="328613"/>
                </a:lnTo>
                <a:lnTo>
                  <a:pt x="514350" y="338138"/>
                </a:lnTo>
                <a:lnTo>
                  <a:pt x="514350" y="347663"/>
                </a:lnTo>
                <a:lnTo>
                  <a:pt x="519113" y="352425"/>
                </a:lnTo>
                <a:lnTo>
                  <a:pt x="523875" y="357188"/>
                </a:lnTo>
                <a:lnTo>
                  <a:pt x="519113" y="361950"/>
                </a:lnTo>
                <a:lnTo>
                  <a:pt x="514350" y="366713"/>
                </a:lnTo>
                <a:lnTo>
                  <a:pt x="509588" y="371475"/>
                </a:lnTo>
                <a:lnTo>
                  <a:pt x="504825" y="376238"/>
                </a:lnTo>
                <a:lnTo>
                  <a:pt x="500063" y="381000"/>
                </a:lnTo>
                <a:lnTo>
                  <a:pt x="495300" y="385763"/>
                </a:lnTo>
                <a:lnTo>
                  <a:pt x="490538" y="390525"/>
                </a:lnTo>
                <a:lnTo>
                  <a:pt x="485775" y="395288"/>
                </a:lnTo>
                <a:lnTo>
                  <a:pt x="485775" y="404813"/>
                </a:lnTo>
                <a:lnTo>
                  <a:pt x="485775" y="414338"/>
                </a:lnTo>
                <a:lnTo>
                  <a:pt x="481013" y="419100"/>
                </a:lnTo>
                <a:lnTo>
                  <a:pt x="476250" y="423863"/>
                </a:lnTo>
                <a:lnTo>
                  <a:pt x="476250" y="433388"/>
                </a:lnTo>
                <a:lnTo>
                  <a:pt x="471488" y="438150"/>
                </a:lnTo>
                <a:lnTo>
                  <a:pt x="466725" y="442913"/>
                </a:lnTo>
                <a:lnTo>
                  <a:pt x="466725" y="452438"/>
                </a:lnTo>
                <a:lnTo>
                  <a:pt x="461963" y="457200"/>
                </a:lnTo>
                <a:lnTo>
                  <a:pt x="452438" y="457200"/>
                </a:lnTo>
                <a:lnTo>
                  <a:pt x="447675" y="461963"/>
                </a:lnTo>
                <a:lnTo>
                  <a:pt x="442913" y="466725"/>
                </a:lnTo>
                <a:lnTo>
                  <a:pt x="438150" y="471488"/>
                </a:lnTo>
                <a:lnTo>
                  <a:pt x="433388" y="476250"/>
                </a:lnTo>
                <a:lnTo>
                  <a:pt x="423863" y="476250"/>
                </a:lnTo>
                <a:lnTo>
                  <a:pt x="419100" y="481013"/>
                </a:lnTo>
                <a:lnTo>
                  <a:pt x="414338" y="485775"/>
                </a:lnTo>
                <a:lnTo>
                  <a:pt x="409575" y="490538"/>
                </a:lnTo>
                <a:lnTo>
                  <a:pt x="404813" y="495300"/>
                </a:lnTo>
                <a:lnTo>
                  <a:pt x="395288" y="495300"/>
                </a:lnTo>
                <a:lnTo>
                  <a:pt x="390525" y="500063"/>
                </a:lnTo>
                <a:lnTo>
                  <a:pt x="385763" y="504825"/>
                </a:lnTo>
                <a:lnTo>
                  <a:pt x="376238" y="504825"/>
                </a:lnTo>
                <a:lnTo>
                  <a:pt x="371475" y="509588"/>
                </a:lnTo>
                <a:lnTo>
                  <a:pt x="366713" y="514350"/>
                </a:lnTo>
                <a:lnTo>
                  <a:pt x="357188" y="514350"/>
                </a:lnTo>
                <a:lnTo>
                  <a:pt x="347663" y="514350"/>
                </a:lnTo>
                <a:lnTo>
                  <a:pt x="338138" y="514350"/>
                </a:lnTo>
                <a:lnTo>
                  <a:pt x="333375" y="519113"/>
                </a:lnTo>
                <a:lnTo>
                  <a:pt x="328613" y="523875"/>
                </a:lnTo>
                <a:lnTo>
                  <a:pt x="319088" y="523875"/>
                </a:lnTo>
                <a:lnTo>
                  <a:pt x="309563" y="523875"/>
                </a:lnTo>
                <a:lnTo>
                  <a:pt x="300038" y="523875"/>
                </a:lnTo>
                <a:lnTo>
                  <a:pt x="295275" y="528638"/>
                </a:lnTo>
                <a:lnTo>
                  <a:pt x="290513" y="533400"/>
                </a:lnTo>
                <a:lnTo>
                  <a:pt x="280988" y="533400"/>
                </a:lnTo>
                <a:lnTo>
                  <a:pt x="271463" y="533400"/>
                </a:lnTo>
                <a:lnTo>
                  <a:pt x="261938" y="533400"/>
                </a:lnTo>
                <a:lnTo>
                  <a:pt x="252413" y="533400"/>
                </a:lnTo>
                <a:lnTo>
                  <a:pt x="247650" y="528638"/>
                </a:lnTo>
                <a:lnTo>
                  <a:pt x="242888" y="523875"/>
                </a:lnTo>
                <a:lnTo>
                  <a:pt x="238125" y="528638"/>
                </a:lnTo>
                <a:lnTo>
                  <a:pt x="233363" y="533400"/>
                </a:lnTo>
                <a:lnTo>
                  <a:pt x="228600" y="528638"/>
                </a:lnTo>
                <a:lnTo>
                  <a:pt x="223838" y="523875"/>
                </a:lnTo>
                <a:lnTo>
                  <a:pt x="219075" y="519113"/>
                </a:lnTo>
                <a:lnTo>
                  <a:pt x="214313" y="514350"/>
                </a:lnTo>
                <a:lnTo>
                  <a:pt x="204788" y="514350"/>
                </a:lnTo>
                <a:lnTo>
                  <a:pt x="200025" y="509588"/>
                </a:lnTo>
                <a:lnTo>
                  <a:pt x="195263" y="504825"/>
                </a:lnTo>
                <a:lnTo>
                  <a:pt x="185738" y="504825"/>
                </a:lnTo>
                <a:lnTo>
                  <a:pt x="180975" y="500063"/>
                </a:lnTo>
                <a:lnTo>
                  <a:pt x="176213" y="495300"/>
                </a:lnTo>
                <a:lnTo>
                  <a:pt x="171450" y="490538"/>
                </a:lnTo>
                <a:lnTo>
                  <a:pt x="166688" y="485775"/>
                </a:lnTo>
                <a:lnTo>
                  <a:pt x="157163" y="485775"/>
                </a:lnTo>
                <a:lnTo>
                  <a:pt x="152400" y="481013"/>
                </a:lnTo>
                <a:lnTo>
                  <a:pt x="147638" y="476250"/>
                </a:lnTo>
                <a:lnTo>
                  <a:pt x="142875" y="471488"/>
                </a:lnTo>
                <a:lnTo>
                  <a:pt x="138113" y="466725"/>
                </a:lnTo>
                <a:lnTo>
                  <a:pt x="133350" y="461963"/>
                </a:lnTo>
                <a:lnTo>
                  <a:pt x="128588" y="457200"/>
                </a:lnTo>
                <a:lnTo>
                  <a:pt x="119063" y="457200"/>
                </a:lnTo>
                <a:lnTo>
                  <a:pt x="114300" y="452438"/>
                </a:lnTo>
                <a:lnTo>
                  <a:pt x="109538" y="447675"/>
                </a:lnTo>
                <a:lnTo>
                  <a:pt x="104775" y="442913"/>
                </a:lnTo>
                <a:lnTo>
                  <a:pt x="100013" y="438150"/>
                </a:lnTo>
                <a:lnTo>
                  <a:pt x="95250" y="433388"/>
                </a:lnTo>
                <a:lnTo>
                  <a:pt x="90488" y="428625"/>
                </a:lnTo>
                <a:lnTo>
                  <a:pt x="85725" y="423863"/>
                </a:lnTo>
                <a:lnTo>
                  <a:pt x="80963" y="419100"/>
                </a:lnTo>
                <a:lnTo>
                  <a:pt x="76200" y="414338"/>
                </a:lnTo>
                <a:lnTo>
                  <a:pt x="71438" y="409575"/>
                </a:lnTo>
                <a:lnTo>
                  <a:pt x="61913" y="409575"/>
                </a:lnTo>
                <a:lnTo>
                  <a:pt x="57150" y="404813"/>
                </a:lnTo>
                <a:lnTo>
                  <a:pt x="52388" y="400050"/>
                </a:lnTo>
                <a:lnTo>
                  <a:pt x="47625" y="395288"/>
                </a:lnTo>
                <a:lnTo>
                  <a:pt x="42863" y="390525"/>
                </a:lnTo>
                <a:lnTo>
                  <a:pt x="38100" y="385763"/>
                </a:lnTo>
                <a:lnTo>
                  <a:pt x="33338" y="381000"/>
                </a:lnTo>
                <a:lnTo>
                  <a:pt x="28575" y="376238"/>
                </a:lnTo>
                <a:lnTo>
                  <a:pt x="23813" y="371475"/>
                </a:lnTo>
                <a:lnTo>
                  <a:pt x="19050" y="366713"/>
                </a:lnTo>
                <a:lnTo>
                  <a:pt x="19050" y="357188"/>
                </a:lnTo>
                <a:lnTo>
                  <a:pt x="19050" y="347663"/>
                </a:lnTo>
                <a:lnTo>
                  <a:pt x="19050" y="338138"/>
                </a:lnTo>
                <a:lnTo>
                  <a:pt x="14288" y="333375"/>
                </a:lnTo>
                <a:lnTo>
                  <a:pt x="9525" y="328613"/>
                </a:lnTo>
                <a:lnTo>
                  <a:pt x="9525" y="319088"/>
                </a:lnTo>
                <a:lnTo>
                  <a:pt x="4763" y="314325"/>
                </a:lnTo>
                <a:lnTo>
                  <a:pt x="0" y="309563"/>
                </a:lnTo>
                <a:lnTo>
                  <a:pt x="0" y="300038"/>
                </a:lnTo>
                <a:lnTo>
                  <a:pt x="0" y="290513"/>
                </a:lnTo>
                <a:lnTo>
                  <a:pt x="0" y="280988"/>
                </a:lnTo>
                <a:lnTo>
                  <a:pt x="4763" y="276225"/>
                </a:lnTo>
                <a:lnTo>
                  <a:pt x="9525" y="271463"/>
                </a:lnTo>
                <a:lnTo>
                  <a:pt x="9525" y="261938"/>
                </a:lnTo>
                <a:lnTo>
                  <a:pt x="9525" y="252413"/>
                </a:lnTo>
                <a:lnTo>
                  <a:pt x="9525" y="242888"/>
                </a:lnTo>
                <a:lnTo>
                  <a:pt x="9525" y="233363"/>
                </a:lnTo>
                <a:lnTo>
                  <a:pt x="9525" y="223838"/>
                </a:lnTo>
                <a:lnTo>
                  <a:pt x="4763" y="219075"/>
                </a:lnTo>
                <a:lnTo>
                  <a:pt x="0" y="214313"/>
                </a:lnTo>
                <a:lnTo>
                  <a:pt x="4763" y="209550"/>
                </a:lnTo>
                <a:lnTo>
                  <a:pt x="9525" y="204788"/>
                </a:lnTo>
                <a:lnTo>
                  <a:pt x="14288" y="200025"/>
                </a:lnTo>
                <a:lnTo>
                  <a:pt x="19050" y="195263"/>
                </a:lnTo>
                <a:lnTo>
                  <a:pt x="19050" y="185738"/>
                </a:lnTo>
                <a:lnTo>
                  <a:pt x="19050" y="176213"/>
                </a:lnTo>
                <a:lnTo>
                  <a:pt x="19050" y="166688"/>
                </a:lnTo>
                <a:lnTo>
                  <a:pt x="19050" y="157163"/>
                </a:lnTo>
                <a:lnTo>
                  <a:pt x="23813" y="152400"/>
                </a:lnTo>
                <a:lnTo>
                  <a:pt x="28575" y="147638"/>
                </a:lnTo>
                <a:lnTo>
                  <a:pt x="33338" y="142875"/>
                </a:lnTo>
                <a:lnTo>
                  <a:pt x="38100" y="138113"/>
                </a:lnTo>
                <a:lnTo>
                  <a:pt x="42863" y="133350"/>
                </a:lnTo>
                <a:lnTo>
                  <a:pt x="47625" y="128588"/>
                </a:lnTo>
                <a:lnTo>
                  <a:pt x="47625" y="119063"/>
                </a:lnTo>
                <a:lnTo>
                  <a:pt x="47625" y="109538"/>
                </a:lnTo>
                <a:lnTo>
                  <a:pt x="52388" y="104775"/>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100013" y="57150"/>
                </a:lnTo>
                <a:lnTo>
                  <a:pt x="109538" y="57150"/>
                </a:lnTo>
                <a:lnTo>
                  <a:pt x="114300" y="52388"/>
                </a:lnTo>
                <a:lnTo>
                  <a:pt x="119063" y="47625"/>
                </a:lnTo>
                <a:lnTo>
                  <a:pt x="128588" y="47625"/>
                </a:lnTo>
                <a:lnTo>
                  <a:pt x="133350" y="42863"/>
                </a:lnTo>
                <a:lnTo>
                  <a:pt x="138113" y="38100"/>
                </a:lnTo>
                <a:lnTo>
                  <a:pt x="147638" y="38100"/>
                </a:lnTo>
                <a:lnTo>
                  <a:pt x="152400" y="33338"/>
                </a:lnTo>
                <a:lnTo>
                  <a:pt x="157163" y="28575"/>
                </a:lnTo>
                <a:lnTo>
                  <a:pt x="161925" y="23813"/>
                </a:lnTo>
                <a:lnTo>
                  <a:pt x="166688" y="19050"/>
                </a:lnTo>
                <a:lnTo>
                  <a:pt x="171450" y="14288"/>
                </a:lnTo>
                <a:lnTo>
                  <a:pt x="176213" y="9525"/>
                </a:lnTo>
                <a:lnTo>
                  <a:pt x="185738" y="9525"/>
                </a:lnTo>
                <a:lnTo>
                  <a:pt x="195263" y="9525"/>
                </a:lnTo>
                <a:lnTo>
                  <a:pt x="204788" y="9525"/>
                </a:lnTo>
                <a:lnTo>
                  <a:pt x="214313" y="9525"/>
                </a:lnTo>
                <a:lnTo>
                  <a:pt x="223838" y="9525"/>
                </a:lnTo>
                <a:lnTo>
                  <a:pt x="233363" y="9525"/>
                </a:lnTo>
                <a:lnTo>
                  <a:pt x="238125" y="4763"/>
                </a:lnTo>
                <a:close/>
              </a:path>
            </a:pathLst>
          </a:custGeom>
          <a:solidFill xmlns:a="http://schemas.openxmlformats.org/drawingml/2006/main">
            <a:srgbClr val="DADADA"/>
          </a:solidFill>
          <a:ln xmlns:a="http://schemas.openxmlformats.org/drawingml/2006/main" w="0">
            <a:noFill/>
            <a:prstDash val="solid"/>
          </a:ln>
        </p:spPr>
      </p:sp>
      <p:sp>
        <p:nvSpPr>
          <p:cNvPr id="390" name="deep-skill-chaining-source-component-8-gradient-220-0">
            <a:extLst xmlns:a="http://schemas.openxmlformats.org/drawingml/2006/main">
              <a:ext uri="{FF2B5EF4-FFF2-40B4-BE49-F238E27FC236}">
                <a16:creationId xmlns:a16="http://schemas.microsoft.com/office/drawing/2014/main" id="{8E952F8A-A6C3-4096-AB95-C835AD6CBCAC}"/>
              </a:ext>
            </a:extLst>
          </p:cNvPr>
          <p:cNvSpPr>
            <a:spLocks xmlns:a="http://schemas.openxmlformats.org/drawingml/2006/main" noGrp="1"/>
          </p:cNvSpPr>
          <p:nvPr/>
        </p:nvSpPr>
        <p:spPr>
          <a:xfrm xmlns:a="http://schemas.openxmlformats.org/drawingml/2006/main" rot="0">
            <a:off x="9305925" y="752475"/>
            <a:ext cx="514350" cy="504825"/>
          </a:xfrm>
          <a:custGeom xmlns:a="http://schemas.openxmlformats.org/drawingml/2006/main">
            <a:pathLst>
              <a:path w="514350" h="504825">
                <a:moveTo>
                  <a:pt x="247650" y="4763"/>
                </a:moveTo>
                <a:lnTo>
                  <a:pt x="252413" y="0"/>
                </a:lnTo>
                <a:lnTo>
                  <a:pt x="261938" y="0"/>
                </a:lnTo>
                <a:lnTo>
                  <a:pt x="271463" y="0"/>
                </a:lnTo>
                <a:lnTo>
                  <a:pt x="280988" y="0"/>
                </a:lnTo>
                <a:lnTo>
                  <a:pt x="285750" y="4763"/>
                </a:lnTo>
                <a:lnTo>
                  <a:pt x="290513" y="9525"/>
                </a:lnTo>
                <a:lnTo>
                  <a:pt x="300038" y="9525"/>
                </a:lnTo>
                <a:lnTo>
                  <a:pt x="309563" y="9525"/>
                </a:lnTo>
                <a:lnTo>
                  <a:pt x="314325" y="14288"/>
                </a:lnTo>
                <a:lnTo>
                  <a:pt x="319088" y="19050"/>
                </a:lnTo>
                <a:lnTo>
                  <a:pt x="328613" y="19050"/>
                </a:lnTo>
                <a:lnTo>
                  <a:pt x="338138" y="19050"/>
                </a:lnTo>
                <a:lnTo>
                  <a:pt x="347663" y="19050"/>
                </a:lnTo>
                <a:lnTo>
                  <a:pt x="352425" y="23813"/>
                </a:lnTo>
                <a:lnTo>
                  <a:pt x="357188" y="28575"/>
                </a:lnTo>
                <a:lnTo>
                  <a:pt x="366713" y="28575"/>
                </a:lnTo>
                <a:lnTo>
                  <a:pt x="371475" y="33338"/>
                </a:lnTo>
                <a:lnTo>
                  <a:pt x="376238" y="38100"/>
                </a:lnTo>
                <a:lnTo>
                  <a:pt x="381000" y="42863"/>
                </a:lnTo>
                <a:lnTo>
                  <a:pt x="385763" y="47625"/>
                </a:lnTo>
                <a:lnTo>
                  <a:pt x="395288" y="47625"/>
                </a:lnTo>
                <a:lnTo>
                  <a:pt x="400050" y="52388"/>
                </a:lnTo>
                <a:lnTo>
                  <a:pt x="404813" y="57150"/>
                </a:lnTo>
                <a:lnTo>
                  <a:pt x="414338" y="57150"/>
                </a:lnTo>
                <a:lnTo>
                  <a:pt x="423863" y="57150"/>
                </a:lnTo>
                <a:lnTo>
                  <a:pt x="428625" y="61913"/>
                </a:lnTo>
                <a:lnTo>
                  <a:pt x="428625" y="71438"/>
                </a:lnTo>
                <a:lnTo>
                  <a:pt x="433388" y="76200"/>
                </a:lnTo>
                <a:lnTo>
                  <a:pt x="438150" y="80963"/>
                </a:lnTo>
                <a:lnTo>
                  <a:pt x="442913" y="85725"/>
                </a:lnTo>
                <a:lnTo>
                  <a:pt x="447675" y="90488"/>
                </a:lnTo>
                <a:lnTo>
                  <a:pt x="447675" y="100013"/>
                </a:lnTo>
                <a:lnTo>
                  <a:pt x="452438" y="104775"/>
                </a:lnTo>
                <a:lnTo>
                  <a:pt x="457200" y="109538"/>
                </a:lnTo>
                <a:lnTo>
                  <a:pt x="457200" y="119063"/>
                </a:lnTo>
                <a:lnTo>
                  <a:pt x="461963" y="123825"/>
                </a:lnTo>
                <a:lnTo>
                  <a:pt x="466725" y="128588"/>
                </a:lnTo>
                <a:lnTo>
                  <a:pt x="471488" y="133350"/>
                </a:lnTo>
                <a:lnTo>
                  <a:pt x="476250" y="138113"/>
                </a:lnTo>
                <a:lnTo>
                  <a:pt x="481013" y="142875"/>
                </a:lnTo>
                <a:lnTo>
                  <a:pt x="485775" y="147638"/>
                </a:lnTo>
                <a:lnTo>
                  <a:pt x="485775" y="157163"/>
                </a:lnTo>
                <a:lnTo>
                  <a:pt x="485775" y="166688"/>
                </a:lnTo>
                <a:lnTo>
                  <a:pt x="490538" y="171450"/>
                </a:lnTo>
                <a:lnTo>
                  <a:pt x="495300" y="176213"/>
                </a:lnTo>
                <a:lnTo>
                  <a:pt x="495300" y="185738"/>
                </a:lnTo>
                <a:lnTo>
                  <a:pt x="495300" y="195263"/>
                </a:lnTo>
                <a:lnTo>
                  <a:pt x="500063" y="200025"/>
                </a:lnTo>
                <a:lnTo>
                  <a:pt x="504825" y="204788"/>
                </a:lnTo>
                <a:lnTo>
                  <a:pt x="504825" y="214313"/>
                </a:lnTo>
                <a:lnTo>
                  <a:pt x="500063" y="219075"/>
                </a:lnTo>
                <a:lnTo>
                  <a:pt x="495300" y="223838"/>
                </a:lnTo>
                <a:lnTo>
                  <a:pt x="495300" y="233363"/>
                </a:lnTo>
                <a:lnTo>
                  <a:pt x="495300" y="242888"/>
                </a:lnTo>
                <a:lnTo>
                  <a:pt x="495300" y="252413"/>
                </a:lnTo>
                <a:lnTo>
                  <a:pt x="495300" y="261938"/>
                </a:lnTo>
                <a:lnTo>
                  <a:pt x="500063" y="266700"/>
                </a:lnTo>
                <a:lnTo>
                  <a:pt x="504825" y="271463"/>
                </a:lnTo>
                <a:lnTo>
                  <a:pt x="504825" y="280988"/>
                </a:lnTo>
                <a:lnTo>
                  <a:pt x="509588" y="285750"/>
                </a:lnTo>
                <a:lnTo>
                  <a:pt x="514350" y="290513"/>
                </a:lnTo>
                <a:lnTo>
                  <a:pt x="509588" y="295275"/>
                </a:lnTo>
                <a:lnTo>
                  <a:pt x="504825" y="300038"/>
                </a:lnTo>
                <a:lnTo>
                  <a:pt x="500063" y="304800"/>
                </a:lnTo>
                <a:lnTo>
                  <a:pt x="495300" y="309563"/>
                </a:lnTo>
                <a:lnTo>
                  <a:pt x="490538" y="314325"/>
                </a:lnTo>
                <a:lnTo>
                  <a:pt x="485775" y="319088"/>
                </a:lnTo>
                <a:lnTo>
                  <a:pt x="490538" y="323850"/>
                </a:lnTo>
                <a:lnTo>
                  <a:pt x="495300" y="328613"/>
                </a:lnTo>
                <a:lnTo>
                  <a:pt x="495300" y="338138"/>
                </a:lnTo>
                <a:lnTo>
                  <a:pt x="495300" y="347663"/>
                </a:lnTo>
                <a:lnTo>
                  <a:pt x="490538" y="352425"/>
                </a:lnTo>
                <a:lnTo>
                  <a:pt x="485775" y="357188"/>
                </a:lnTo>
                <a:lnTo>
                  <a:pt x="481013" y="361950"/>
                </a:lnTo>
                <a:lnTo>
                  <a:pt x="476250" y="366713"/>
                </a:lnTo>
                <a:lnTo>
                  <a:pt x="471488" y="371475"/>
                </a:lnTo>
                <a:lnTo>
                  <a:pt x="466725" y="376238"/>
                </a:lnTo>
                <a:lnTo>
                  <a:pt x="461963" y="381000"/>
                </a:lnTo>
                <a:lnTo>
                  <a:pt x="457200" y="385763"/>
                </a:lnTo>
                <a:lnTo>
                  <a:pt x="457200" y="395288"/>
                </a:lnTo>
                <a:lnTo>
                  <a:pt x="457200" y="404813"/>
                </a:lnTo>
                <a:lnTo>
                  <a:pt x="452438" y="409575"/>
                </a:lnTo>
                <a:lnTo>
                  <a:pt x="447675" y="414338"/>
                </a:lnTo>
                <a:lnTo>
                  <a:pt x="447675" y="423863"/>
                </a:lnTo>
                <a:lnTo>
                  <a:pt x="442913" y="428625"/>
                </a:lnTo>
                <a:lnTo>
                  <a:pt x="438150" y="433388"/>
                </a:lnTo>
                <a:lnTo>
                  <a:pt x="433388" y="438150"/>
                </a:lnTo>
                <a:lnTo>
                  <a:pt x="428625" y="442913"/>
                </a:lnTo>
                <a:lnTo>
                  <a:pt x="423863" y="447675"/>
                </a:lnTo>
                <a:lnTo>
                  <a:pt x="414338" y="447675"/>
                </a:lnTo>
                <a:lnTo>
                  <a:pt x="409575" y="452438"/>
                </a:lnTo>
                <a:lnTo>
                  <a:pt x="404813" y="457200"/>
                </a:lnTo>
                <a:lnTo>
                  <a:pt x="400050" y="461963"/>
                </a:lnTo>
                <a:lnTo>
                  <a:pt x="395288" y="466725"/>
                </a:lnTo>
                <a:lnTo>
                  <a:pt x="385763" y="466725"/>
                </a:lnTo>
                <a:lnTo>
                  <a:pt x="376238" y="466725"/>
                </a:lnTo>
                <a:lnTo>
                  <a:pt x="371475" y="471488"/>
                </a:lnTo>
                <a:lnTo>
                  <a:pt x="366713" y="476250"/>
                </a:lnTo>
                <a:lnTo>
                  <a:pt x="361950" y="481013"/>
                </a:lnTo>
                <a:lnTo>
                  <a:pt x="357188" y="485775"/>
                </a:lnTo>
                <a:lnTo>
                  <a:pt x="347663" y="485775"/>
                </a:lnTo>
                <a:lnTo>
                  <a:pt x="342900" y="490538"/>
                </a:lnTo>
                <a:lnTo>
                  <a:pt x="338138" y="495300"/>
                </a:lnTo>
                <a:lnTo>
                  <a:pt x="328613" y="495300"/>
                </a:lnTo>
                <a:lnTo>
                  <a:pt x="319088" y="495300"/>
                </a:lnTo>
                <a:lnTo>
                  <a:pt x="309563" y="495300"/>
                </a:lnTo>
                <a:lnTo>
                  <a:pt x="304800" y="500063"/>
                </a:lnTo>
                <a:lnTo>
                  <a:pt x="300038" y="504825"/>
                </a:lnTo>
                <a:lnTo>
                  <a:pt x="290513" y="504825"/>
                </a:lnTo>
                <a:lnTo>
                  <a:pt x="280988" y="504825"/>
                </a:lnTo>
                <a:lnTo>
                  <a:pt x="271463" y="504825"/>
                </a:lnTo>
                <a:lnTo>
                  <a:pt x="261938" y="504825"/>
                </a:lnTo>
                <a:lnTo>
                  <a:pt x="252413" y="504825"/>
                </a:lnTo>
                <a:lnTo>
                  <a:pt x="242888" y="504825"/>
                </a:lnTo>
                <a:lnTo>
                  <a:pt x="233363" y="504825"/>
                </a:lnTo>
                <a:lnTo>
                  <a:pt x="223838" y="504825"/>
                </a:lnTo>
                <a:lnTo>
                  <a:pt x="214313" y="504825"/>
                </a:lnTo>
                <a:lnTo>
                  <a:pt x="204788" y="504825"/>
                </a:lnTo>
                <a:lnTo>
                  <a:pt x="200025" y="500063"/>
                </a:lnTo>
                <a:lnTo>
                  <a:pt x="195263" y="495300"/>
                </a:lnTo>
                <a:lnTo>
                  <a:pt x="185738" y="495300"/>
                </a:lnTo>
                <a:lnTo>
                  <a:pt x="176213" y="495300"/>
                </a:lnTo>
                <a:lnTo>
                  <a:pt x="171450" y="490538"/>
                </a:lnTo>
                <a:lnTo>
                  <a:pt x="166688" y="485775"/>
                </a:lnTo>
                <a:lnTo>
                  <a:pt x="161925" y="481013"/>
                </a:lnTo>
                <a:lnTo>
                  <a:pt x="157163" y="476250"/>
                </a:lnTo>
                <a:lnTo>
                  <a:pt x="147638" y="476250"/>
                </a:lnTo>
                <a:lnTo>
                  <a:pt x="142875" y="471488"/>
                </a:lnTo>
                <a:lnTo>
                  <a:pt x="138113" y="466725"/>
                </a:lnTo>
                <a:lnTo>
                  <a:pt x="133350" y="461963"/>
                </a:lnTo>
                <a:lnTo>
                  <a:pt x="128588" y="457200"/>
                </a:lnTo>
                <a:lnTo>
                  <a:pt x="123825" y="452438"/>
                </a:lnTo>
                <a:lnTo>
                  <a:pt x="119063" y="447675"/>
                </a:lnTo>
                <a:lnTo>
                  <a:pt x="109538" y="447675"/>
                </a:lnTo>
                <a:lnTo>
                  <a:pt x="104775" y="442913"/>
                </a:lnTo>
                <a:lnTo>
                  <a:pt x="100013" y="438150"/>
                </a:lnTo>
                <a:lnTo>
                  <a:pt x="95250" y="433388"/>
                </a:lnTo>
                <a:lnTo>
                  <a:pt x="90488" y="428625"/>
                </a:lnTo>
                <a:lnTo>
                  <a:pt x="85725" y="423863"/>
                </a:lnTo>
                <a:lnTo>
                  <a:pt x="80963" y="419100"/>
                </a:lnTo>
                <a:lnTo>
                  <a:pt x="76200" y="414338"/>
                </a:lnTo>
                <a:lnTo>
                  <a:pt x="71438" y="409575"/>
                </a:lnTo>
                <a:lnTo>
                  <a:pt x="66675" y="404813"/>
                </a:lnTo>
                <a:lnTo>
                  <a:pt x="61913" y="400050"/>
                </a:lnTo>
                <a:lnTo>
                  <a:pt x="52388" y="400050"/>
                </a:lnTo>
                <a:lnTo>
                  <a:pt x="47625" y="395288"/>
                </a:lnTo>
                <a:lnTo>
                  <a:pt x="47625" y="385763"/>
                </a:lnTo>
                <a:lnTo>
                  <a:pt x="42863" y="381000"/>
                </a:lnTo>
                <a:lnTo>
                  <a:pt x="38100" y="376238"/>
                </a:lnTo>
                <a:lnTo>
                  <a:pt x="38100" y="366713"/>
                </a:lnTo>
                <a:lnTo>
                  <a:pt x="33338" y="361950"/>
                </a:lnTo>
                <a:lnTo>
                  <a:pt x="28575" y="357188"/>
                </a:lnTo>
                <a:lnTo>
                  <a:pt x="23813" y="352425"/>
                </a:lnTo>
                <a:lnTo>
                  <a:pt x="19050" y="347663"/>
                </a:lnTo>
                <a:lnTo>
                  <a:pt x="19050" y="338138"/>
                </a:lnTo>
                <a:lnTo>
                  <a:pt x="19050" y="328613"/>
                </a:lnTo>
                <a:lnTo>
                  <a:pt x="19050" y="319088"/>
                </a:lnTo>
                <a:lnTo>
                  <a:pt x="14288" y="314325"/>
                </a:lnTo>
                <a:lnTo>
                  <a:pt x="9525" y="309563"/>
                </a:lnTo>
                <a:lnTo>
                  <a:pt x="9525" y="300038"/>
                </a:lnTo>
                <a:lnTo>
                  <a:pt x="4763" y="295275"/>
                </a:lnTo>
                <a:lnTo>
                  <a:pt x="0" y="290513"/>
                </a:lnTo>
                <a:lnTo>
                  <a:pt x="0" y="280988"/>
                </a:lnTo>
                <a:lnTo>
                  <a:pt x="4763" y="276225"/>
                </a:lnTo>
                <a:lnTo>
                  <a:pt x="9525" y="271463"/>
                </a:lnTo>
                <a:lnTo>
                  <a:pt x="9525" y="261938"/>
                </a:lnTo>
                <a:lnTo>
                  <a:pt x="9525" y="252413"/>
                </a:lnTo>
                <a:lnTo>
                  <a:pt x="14288" y="247650"/>
                </a:lnTo>
                <a:lnTo>
                  <a:pt x="19050" y="242888"/>
                </a:lnTo>
                <a:lnTo>
                  <a:pt x="19050" y="233363"/>
                </a:lnTo>
                <a:lnTo>
                  <a:pt x="19050" y="223838"/>
                </a:lnTo>
                <a:lnTo>
                  <a:pt x="14288" y="219075"/>
                </a:lnTo>
                <a:lnTo>
                  <a:pt x="9525" y="214313"/>
                </a:lnTo>
                <a:lnTo>
                  <a:pt x="9525" y="204788"/>
                </a:lnTo>
                <a:lnTo>
                  <a:pt x="14288" y="200025"/>
                </a:lnTo>
                <a:lnTo>
                  <a:pt x="19050" y="195263"/>
                </a:lnTo>
                <a:lnTo>
                  <a:pt x="19050" y="185738"/>
                </a:lnTo>
                <a:lnTo>
                  <a:pt x="19050" y="176213"/>
                </a:lnTo>
                <a:lnTo>
                  <a:pt x="19050" y="166688"/>
                </a:lnTo>
                <a:lnTo>
                  <a:pt x="19050" y="157163"/>
                </a:lnTo>
                <a:lnTo>
                  <a:pt x="19050" y="147638"/>
                </a:lnTo>
                <a:lnTo>
                  <a:pt x="23813" y="142875"/>
                </a:lnTo>
                <a:lnTo>
                  <a:pt x="28575" y="138113"/>
                </a:lnTo>
                <a:lnTo>
                  <a:pt x="33338" y="133350"/>
                </a:lnTo>
                <a:lnTo>
                  <a:pt x="38100" y="128588"/>
                </a:lnTo>
                <a:lnTo>
                  <a:pt x="42863" y="123825"/>
                </a:lnTo>
                <a:lnTo>
                  <a:pt x="47625" y="119063"/>
                </a:lnTo>
                <a:lnTo>
                  <a:pt x="52388" y="114300"/>
                </a:lnTo>
                <a:lnTo>
                  <a:pt x="57150" y="109538"/>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100013" y="57150"/>
                </a:lnTo>
                <a:lnTo>
                  <a:pt x="104775" y="52388"/>
                </a:lnTo>
                <a:lnTo>
                  <a:pt x="109538" y="47625"/>
                </a:lnTo>
                <a:lnTo>
                  <a:pt x="119063" y="47625"/>
                </a:lnTo>
                <a:lnTo>
                  <a:pt x="128588" y="47625"/>
                </a:lnTo>
                <a:lnTo>
                  <a:pt x="133350" y="42863"/>
                </a:lnTo>
                <a:lnTo>
                  <a:pt x="138113" y="38100"/>
                </a:lnTo>
                <a:lnTo>
                  <a:pt x="147638" y="38100"/>
                </a:lnTo>
                <a:lnTo>
                  <a:pt x="152400" y="33338"/>
                </a:lnTo>
                <a:lnTo>
                  <a:pt x="157163" y="28575"/>
                </a:lnTo>
                <a:lnTo>
                  <a:pt x="166688" y="28575"/>
                </a:lnTo>
                <a:lnTo>
                  <a:pt x="171450" y="23813"/>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DCDCDC"/>
          </a:solidFill>
          <a:ln xmlns:a="http://schemas.openxmlformats.org/drawingml/2006/main" w="0">
            <a:noFill/>
            <a:prstDash val="solid"/>
          </a:ln>
        </p:spPr>
      </p:sp>
      <p:sp>
        <p:nvSpPr>
          <p:cNvPr id="391" name="deep-skill-chaining-source-component-8-gradient-222-0">
            <a:extLst xmlns:a="http://schemas.openxmlformats.org/drawingml/2006/main">
              <a:ext uri="{FF2B5EF4-FFF2-40B4-BE49-F238E27FC236}">
                <a16:creationId xmlns:a16="http://schemas.microsoft.com/office/drawing/2014/main" id="{18E7BB8C-87C5-453F-9E5E-53E494A9C5FF}"/>
              </a:ext>
            </a:extLst>
          </p:cNvPr>
          <p:cNvSpPr>
            <a:spLocks xmlns:a="http://schemas.openxmlformats.org/drawingml/2006/main" noGrp="1"/>
          </p:cNvSpPr>
          <p:nvPr/>
        </p:nvSpPr>
        <p:spPr>
          <a:xfrm xmlns:a="http://schemas.openxmlformats.org/drawingml/2006/main" rot="0">
            <a:off x="9315450" y="771525"/>
            <a:ext cx="485775" cy="476250"/>
          </a:xfrm>
          <a:custGeom xmlns:a="http://schemas.openxmlformats.org/drawingml/2006/main">
            <a:pathLst>
              <a:path w="485775" h="476250">
                <a:moveTo>
                  <a:pt x="228600" y="4763"/>
                </a:moveTo>
                <a:lnTo>
                  <a:pt x="233363" y="0"/>
                </a:lnTo>
                <a:lnTo>
                  <a:pt x="242888" y="0"/>
                </a:lnTo>
                <a:lnTo>
                  <a:pt x="252413" y="0"/>
                </a:lnTo>
                <a:lnTo>
                  <a:pt x="261938" y="0"/>
                </a:lnTo>
                <a:lnTo>
                  <a:pt x="271463" y="0"/>
                </a:lnTo>
                <a:lnTo>
                  <a:pt x="280988" y="0"/>
                </a:lnTo>
                <a:lnTo>
                  <a:pt x="285750" y="4763"/>
                </a:lnTo>
                <a:lnTo>
                  <a:pt x="290513" y="9525"/>
                </a:lnTo>
                <a:lnTo>
                  <a:pt x="300038" y="9525"/>
                </a:lnTo>
                <a:lnTo>
                  <a:pt x="309563" y="9525"/>
                </a:lnTo>
                <a:lnTo>
                  <a:pt x="319088" y="9525"/>
                </a:lnTo>
                <a:lnTo>
                  <a:pt x="328613" y="9525"/>
                </a:lnTo>
                <a:lnTo>
                  <a:pt x="333375" y="14288"/>
                </a:lnTo>
                <a:lnTo>
                  <a:pt x="338138" y="19050"/>
                </a:lnTo>
                <a:lnTo>
                  <a:pt x="342900" y="23813"/>
                </a:lnTo>
                <a:lnTo>
                  <a:pt x="347663" y="28575"/>
                </a:lnTo>
                <a:lnTo>
                  <a:pt x="357188" y="28575"/>
                </a:lnTo>
                <a:lnTo>
                  <a:pt x="366713" y="28575"/>
                </a:lnTo>
                <a:lnTo>
                  <a:pt x="371475" y="33338"/>
                </a:lnTo>
                <a:lnTo>
                  <a:pt x="376238" y="38100"/>
                </a:lnTo>
                <a:lnTo>
                  <a:pt x="385763" y="38100"/>
                </a:lnTo>
                <a:lnTo>
                  <a:pt x="390525" y="42863"/>
                </a:lnTo>
                <a:lnTo>
                  <a:pt x="395288" y="47625"/>
                </a:lnTo>
                <a:lnTo>
                  <a:pt x="400050" y="52388"/>
                </a:lnTo>
                <a:lnTo>
                  <a:pt x="404813" y="57150"/>
                </a:lnTo>
                <a:lnTo>
                  <a:pt x="409575" y="61913"/>
                </a:lnTo>
                <a:lnTo>
                  <a:pt x="414338" y="66675"/>
                </a:lnTo>
                <a:lnTo>
                  <a:pt x="419100" y="71438"/>
                </a:lnTo>
                <a:lnTo>
                  <a:pt x="423863" y="76200"/>
                </a:lnTo>
                <a:lnTo>
                  <a:pt x="428625" y="80963"/>
                </a:lnTo>
                <a:lnTo>
                  <a:pt x="428625" y="90488"/>
                </a:lnTo>
                <a:lnTo>
                  <a:pt x="433388" y="95250"/>
                </a:lnTo>
                <a:lnTo>
                  <a:pt x="438150" y="100013"/>
                </a:lnTo>
                <a:lnTo>
                  <a:pt x="442913" y="104775"/>
                </a:lnTo>
                <a:lnTo>
                  <a:pt x="447675" y="109538"/>
                </a:lnTo>
                <a:lnTo>
                  <a:pt x="452438" y="114300"/>
                </a:lnTo>
                <a:lnTo>
                  <a:pt x="457200" y="119063"/>
                </a:lnTo>
                <a:lnTo>
                  <a:pt x="461963" y="123825"/>
                </a:lnTo>
                <a:lnTo>
                  <a:pt x="466725" y="128588"/>
                </a:lnTo>
                <a:lnTo>
                  <a:pt x="466725" y="138113"/>
                </a:lnTo>
                <a:lnTo>
                  <a:pt x="466725" y="147638"/>
                </a:lnTo>
                <a:lnTo>
                  <a:pt x="466725" y="157163"/>
                </a:lnTo>
                <a:lnTo>
                  <a:pt x="466725" y="166688"/>
                </a:lnTo>
                <a:lnTo>
                  <a:pt x="471488" y="171450"/>
                </a:lnTo>
                <a:lnTo>
                  <a:pt x="476250" y="176213"/>
                </a:lnTo>
                <a:lnTo>
                  <a:pt x="476250" y="185738"/>
                </a:lnTo>
                <a:lnTo>
                  <a:pt x="476250" y="195263"/>
                </a:lnTo>
                <a:lnTo>
                  <a:pt x="476250" y="204788"/>
                </a:lnTo>
                <a:lnTo>
                  <a:pt x="476250" y="214313"/>
                </a:lnTo>
                <a:lnTo>
                  <a:pt x="476250" y="223838"/>
                </a:lnTo>
                <a:lnTo>
                  <a:pt x="476250" y="233363"/>
                </a:lnTo>
                <a:lnTo>
                  <a:pt x="476250" y="242888"/>
                </a:lnTo>
                <a:lnTo>
                  <a:pt x="476250" y="252413"/>
                </a:lnTo>
                <a:lnTo>
                  <a:pt x="481013" y="257175"/>
                </a:lnTo>
                <a:lnTo>
                  <a:pt x="485775" y="261938"/>
                </a:lnTo>
                <a:lnTo>
                  <a:pt x="485775" y="271463"/>
                </a:lnTo>
                <a:lnTo>
                  <a:pt x="481013" y="276225"/>
                </a:lnTo>
                <a:lnTo>
                  <a:pt x="476250" y="280988"/>
                </a:lnTo>
                <a:lnTo>
                  <a:pt x="476250" y="290513"/>
                </a:lnTo>
                <a:lnTo>
                  <a:pt x="471488" y="295275"/>
                </a:lnTo>
                <a:lnTo>
                  <a:pt x="466725" y="300038"/>
                </a:lnTo>
                <a:lnTo>
                  <a:pt x="466725" y="309563"/>
                </a:lnTo>
                <a:lnTo>
                  <a:pt x="466725" y="319088"/>
                </a:lnTo>
                <a:lnTo>
                  <a:pt x="471488" y="323850"/>
                </a:lnTo>
                <a:lnTo>
                  <a:pt x="476250" y="328613"/>
                </a:lnTo>
                <a:lnTo>
                  <a:pt x="471488" y="333375"/>
                </a:lnTo>
                <a:lnTo>
                  <a:pt x="461963" y="333375"/>
                </a:lnTo>
                <a:lnTo>
                  <a:pt x="457200" y="338138"/>
                </a:lnTo>
                <a:lnTo>
                  <a:pt x="452438" y="342900"/>
                </a:lnTo>
                <a:lnTo>
                  <a:pt x="447675" y="347663"/>
                </a:lnTo>
                <a:lnTo>
                  <a:pt x="442913" y="352425"/>
                </a:lnTo>
                <a:lnTo>
                  <a:pt x="438150" y="357188"/>
                </a:lnTo>
                <a:lnTo>
                  <a:pt x="433388" y="361950"/>
                </a:lnTo>
                <a:lnTo>
                  <a:pt x="428625" y="366713"/>
                </a:lnTo>
                <a:lnTo>
                  <a:pt x="423863" y="371475"/>
                </a:lnTo>
                <a:lnTo>
                  <a:pt x="419100" y="376238"/>
                </a:lnTo>
                <a:lnTo>
                  <a:pt x="419100" y="385763"/>
                </a:lnTo>
                <a:lnTo>
                  <a:pt x="414338" y="390525"/>
                </a:lnTo>
                <a:lnTo>
                  <a:pt x="409575" y="395288"/>
                </a:lnTo>
                <a:lnTo>
                  <a:pt x="409575" y="404813"/>
                </a:lnTo>
                <a:lnTo>
                  <a:pt x="404813" y="409575"/>
                </a:lnTo>
                <a:lnTo>
                  <a:pt x="400050" y="414338"/>
                </a:lnTo>
                <a:lnTo>
                  <a:pt x="395288" y="419100"/>
                </a:lnTo>
                <a:lnTo>
                  <a:pt x="390525" y="423863"/>
                </a:lnTo>
                <a:lnTo>
                  <a:pt x="385763" y="428625"/>
                </a:lnTo>
                <a:lnTo>
                  <a:pt x="376238" y="428625"/>
                </a:lnTo>
                <a:lnTo>
                  <a:pt x="366713" y="428625"/>
                </a:lnTo>
                <a:lnTo>
                  <a:pt x="361950" y="433388"/>
                </a:lnTo>
                <a:lnTo>
                  <a:pt x="357188" y="438150"/>
                </a:lnTo>
                <a:lnTo>
                  <a:pt x="347663" y="438150"/>
                </a:lnTo>
                <a:lnTo>
                  <a:pt x="342900" y="442913"/>
                </a:lnTo>
                <a:lnTo>
                  <a:pt x="338138" y="447675"/>
                </a:lnTo>
                <a:lnTo>
                  <a:pt x="333375" y="452438"/>
                </a:lnTo>
                <a:lnTo>
                  <a:pt x="328613" y="457200"/>
                </a:lnTo>
                <a:lnTo>
                  <a:pt x="319088" y="457200"/>
                </a:lnTo>
                <a:lnTo>
                  <a:pt x="309563" y="457200"/>
                </a:lnTo>
                <a:lnTo>
                  <a:pt x="304800" y="461963"/>
                </a:lnTo>
                <a:lnTo>
                  <a:pt x="300038" y="466725"/>
                </a:lnTo>
                <a:lnTo>
                  <a:pt x="290513" y="466725"/>
                </a:lnTo>
                <a:lnTo>
                  <a:pt x="280988" y="466725"/>
                </a:lnTo>
                <a:lnTo>
                  <a:pt x="276225" y="471488"/>
                </a:lnTo>
                <a:lnTo>
                  <a:pt x="271463" y="476250"/>
                </a:lnTo>
                <a:lnTo>
                  <a:pt x="261938" y="476250"/>
                </a:lnTo>
                <a:lnTo>
                  <a:pt x="252413" y="476250"/>
                </a:lnTo>
                <a:lnTo>
                  <a:pt x="242888" y="476250"/>
                </a:lnTo>
                <a:lnTo>
                  <a:pt x="233363" y="476250"/>
                </a:lnTo>
                <a:lnTo>
                  <a:pt x="223838" y="476250"/>
                </a:lnTo>
                <a:lnTo>
                  <a:pt x="214313" y="476250"/>
                </a:lnTo>
                <a:lnTo>
                  <a:pt x="209550" y="471488"/>
                </a:lnTo>
                <a:lnTo>
                  <a:pt x="204788" y="466725"/>
                </a:lnTo>
                <a:lnTo>
                  <a:pt x="195263" y="466725"/>
                </a:lnTo>
                <a:lnTo>
                  <a:pt x="185738" y="466725"/>
                </a:lnTo>
                <a:lnTo>
                  <a:pt x="176213" y="466725"/>
                </a:lnTo>
                <a:lnTo>
                  <a:pt x="166688" y="466725"/>
                </a:lnTo>
                <a:lnTo>
                  <a:pt x="161925" y="461963"/>
                </a:lnTo>
                <a:lnTo>
                  <a:pt x="157163" y="457200"/>
                </a:lnTo>
                <a:lnTo>
                  <a:pt x="152400" y="452438"/>
                </a:lnTo>
                <a:lnTo>
                  <a:pt x="147638" y="447675"/>
                </a:lnTo>
                <a:lnTo>
                  <a:pt x="138113" y="447675"/>
                </a:lnTo>
                <a:lnTo>
                  <a:pt x="133350" y="442913"/>
                </a:lnTo>
                <a:lnTo>
                  <a:pt x="128588" y="438150"/>
                </a:lnTo>
                <a:lnTo>
                  <a:pt x="119063" y="438150"/>
                </a:lnTo>
                <a:lnTo>
                  <a:pt x="114300" y="433388"/>
                </a:lnTo>
                <a:lnTo>
                  <a:pt x="109538" y="428625"/>
                </a:lnTo>
                <a:lnTo>
                  <a:pt x="100013" y="428625"/>
                </a:lnTo>
                <a:lnTo>
                  <a:pt x="95250" y="423863"/>
                </a:lnTo>
                <a:lnTo>
                  <a:pt x="90488" y="419100"/>
                </a:lnTo>
                <a:lnTo>
                  <a:pt x="85725" y="414338"/>
                </a:lnTo>
                <a:lnTo>
                  <a:pt x="85725" y="404813"/>
                </a:lnTo>
                <a:lnTo>
                  <a:pt x="80963" y="400050"/>
                </a:lnTo>
                <a:lnTo>
                  <a:pt x="76200" y="395288"/>
                </a:lnTo>
                <a:lnTo>
                  <a:pt x="71438" y="390525"/>
                </a:lnTo>
                <a:lnTo>
                  <a:pt x="66675" y="385763"/>
                </a:lnTo>
                <a:lnTo>
                  <a:pt x="61913" y="381000"/>
                </a:lnTo>
                <a:lnTo>
                  <a:pt x="57150" y="376238"/>
                </a:lnTo>
                <a:lnTo>
                  <a:pt x="57150" y="366713"/>
                </a:lnTo>
                <a:lnTo>
                  <a:pt x="52388" y="361950"/>
                </a:lnTo>
                <a:lnTo>
                  <a:pt x="47625" y="357188"/>
                </a:lnTo>
                <a:lnTo>
                  <a:pt x="47625" y="347663"/>
                </a:lnTo>
                <a:lnTo>
                  <a:pt x="42863" y="342900"/>
                </a:lnTo>
                <a:lnTo>
                  <a:pt x="38100" y="338138"/>
                </a:lnTo>
                <a:lnTo>
                  <a:pt x="33338" y="333375"/>
                </a:lnTo>
                <a:lnTo>
                  <a:pt x="28575" y="328613"/>
                </a:lnTo>
                <a:lnTo>
                  <a:pt x="28575" y="319088"/>
                </a:lnTo>
                <a:lnTo>
                  <a:pt x="28575" y="309563"/>
                </a:lnTo>
                <a:lnTo>
                  <a:pt x="23813" y="304800"/>
                </a:lnTo>
                <a:lnTo>
                  <a:pt x="19050" y="300038"/>
                </a:lnTo>
                <a:lnTo>
                  <a:pt x="14288" y="295275"/>
                </a:lnTo>
                <a:lnTo>
                  <a:pt x="9525" y="290513"/>
                </a:lnTo>
                <a:lnTo>
                  <a:pt x="9525" y="280988"/>
                </a:lnTo>
                <a:lnTo>
                  <a:pt x="4763" y="276225"/>
                </a:lnTo>
                <a:lnTo>
                  <a:pt x="0" y="271463"/>
                </a:lnTo>
                <a:lnTo>
                  <a:pt x="4763" y="266700"/>
                </a:lnTo>
                <a:lnTo>
                  <a:pt x="9525" y="261938"/>
                </a:lnTo>
                <a:lnTo>
                  <a:pt x="9525" y="252413"/>
                </a:lnTo>
                <a:lnTo>
                  <a:pt x="14288" y="247650"/>
                </a:lnTo>
                <a:lnTo>
                  <a:pt x="19050" y="242888"/>
                </a:lnTo>
                <a:lnTo>
                  <a:pt x="19050" y="233363"/>
                </a:lnTo>
                <a:lnTo>
                  <a:pt x="19050" y="223838"/>
                </a:lnTo>
                <a:lnTo>
                  <a:pt x="19050" y="214313"/>
                </a:lnTo>
                <a:lnTo>
                  <a:pt x="19050" y="204788"/>
                </a:lnTo>
                <a:lnTo>
                  <a:pt x="19050" y="195263"/>
                </a:lnTo>
                <a:lnTo>
                  <a:pt x="14288" y="190500"/>
                </a:lnTo>
                <a:lnTo>
                  <a:pt x="9525" y="185738"/>
                </a:lnTo>
                <a:lnTo>
                  <a:pt x="14288" y="180975"/>
                </a:lnTo>
                <a:lnTo>
                  <a:pt x="19050" y="176213"/>
                </a:lnTo>
                <a:lnTo>
                  <a:pt x="23813" y="171450"/>
                </a:lnTo>
                <a:lnTo>
                  <a:pt x="28575" y="166688"/>
                </a:lnTo>
                <a:lnTo>
                  <a:pt x="33338" y="161925"/>
                </a:lnTo>
                <a:lnTo>
                  <a:pt x="38100" y="157163"/>
                </a:lnTo>
                <a:lnTo>
                  <a:pt x="33338" y="152400"/>
                </a:lnTo>
                <a:lnTo>
                  <a:pt x="28575" y="147638"/>
                </a:lnTo>
                <a:lnTo>
                  <a:pt x="28575" y="138113"/>
                </a:lnTo>
                <a:lnTo>
                  <a:pt x="28575" y="128588"/>
                </a:lnTo>
                <a:lnTo>
                  <a:pt x="33338" y="123825"/>
                </a:lnTo>
                <a:lnTo>
                  <a:pt x="38100" y="119063"/>
                </a:lnTo>
                <a:lnTo>
                  <a:pt x="42863" y="114300"/>
                </a:lnTo>
                <a:lnTo>
                  <a:pt x="47625" y="109538"/>
                </a:lnTo>
                <a:lnTo>
                  <a:pt x="52388" y="104775"/>
                </a:lnTo>
                <a:lnTo>
                  <a:pt x="57150" y="100013"/>
                </a:lnTo>
                <a:lnTo>
                  <a:pt x="57150" y="90488"/>
                </a:lnTo>
                <a:lnTo>
                  <a:pt x="61913" y="85725"/>
                </a:lnTo>
                <a:lnTo>
                  <a:pt x="66675" y="80963"/>
                </a:lnTo>
                <a:lnTo>
                  <a:pt x="66675" y="71438"/>
                </a:lnTo>
                <a:lnTo>
                  <a:pt x="71438" y="66675"/>
                </a:lnTo>
                <a:lnTo>
                  <a:pt x="80963" y="66675"/>
                </a:lnTo>
                <a:lnTo>
                  <a:pt x="85725" y="61913"/>
                </a:lnTo>
                <a:lnTo>
                  <a:pt x="90488" y="57150"/>
                </a:lnTo>
                <a:lnTo>
                  <a:pt x="95250" y="52388"/>
                </a:lnTo>
                <a:lnTo>
                  <a:pt x="95250" y="42863"/>
                </a:lnTo>
                <a:lnTo>
                  <a:pt x="100013" y="38100"/>
                </a:lnTo>
                <a:lnTo>
                  <a:pt x="109538" y="38100"/>
                </a:lnTo>
                <a:lnTo>
                  <a:pt x="119063" y="38100"/>
                </a:lnTo>
                <a:lnTo>
                  <a:pt x="123825" y="33338"/>
                </a:lnTo>
                <a:lnTo>
                  <a:pt x="128588" y="28575"/>
                </a:lnTo>
                <a:lnTo>
                  <a:pt x="138113" y="28575"/>
                </a:lnTo>
                <a:lnTo>
                  <a:pt x="147638" y="28575"/>
                </a:lnTo>
                <a:lnTo>
                  <a:pt x="152400" y="23813"/>
                </a:lnTo>
                <a:lnTo>
                  <a:pt x="157163" y="19050"/>
                </a:lnTo>
                <a:lnTo>
                  <a:pt x="166688" y="19050"/>
                </a:lnTo>
                <a:lnTo>
                  <a:pt x="171450" y="14288"/>
                </a:lnTo>
                <a:lnTo>
                  <a:pt x="176213" y="9525"/>
                </a:lnTo>
                <a:lnTo>
                  <a:pt x="185738" y="9525"/>
                </a:lnTo>
                <a:lnTo>
                  <a:pt x="195263" y="9525"/>
                </a:lnTo>
                <a:lnTo>
                  <a:pt x="204788" y="9525"/>
                </a:lnTo>
                <a:lnTo>
                  <a:pt x="214313" y="9525"/>
                </a:lnTo>
                <a:lnTo>
                  <a:pt x="223838" y="9525"/>
                </a:lnTo>
                <a:lnTo>
                  <a:pt x="228600" y="4763"/>
                </a:lnTo>
                <a:close/>
              </a:path>
            </a:pathLst>
          </a:custGeom>
          <a:solidFill xmlns:a="http://schemas.openxmlformats.org/drawingml/2006/main">
            <a:srgbClr val="DEDEDE"/>
          </a:solidFill>
          <a:ln xmlns:a="http://schemas.openxmlformats.org/drawingml/2006/main" w="0">
            <a:noFill/>
            <a:prstDash val="solid"/>
          </a:ln>
        </p:spPr>
      </p:sp>
      <p:sp>
        <p:nvSpPr>
          <p:cNvPr id="392" name="deep-skill-chaining-source-component-8-gradient-224-0">
            <a:extLst xmlns:a="http://schemas.openxmlformats.org/drawingml/2006/main">
              <a:ext uri="{FF2B5EF4-FFF2-40B4-BE49-F238E27FC236}">
                <a16:creationId xmlns:a16="http://schemas.microsoft.com/office/drawing/2014/main" id="{9CFC2C6B-CB1B-4128-908E-48FCB57889D3}"/>
              </a:ext>
            </a:extLst>
          </p:cNvPr>
          <p:cNvSpPr>
            <a:spLocks xmlns:a="http://schemas.openxmlformats.org/drawingml/2006/main" noGrp="1"/>
          </p:cNvSpPr>
          <p:nvPr/>
        </p:nvSpPr>
        <p:spPr>
          <a:xfrm xmlns:a="http://schemas.openxmlformats.org/drawingml/2006/main" rot="0">
            <a:off x="9334500" y="781050"/>
            <a:ext cx="457200" cy="447675"/>
          </a:xfrm>
          <a:custGeom xmlns:a="http://schemas.openxmlformats.org/drawingml/2006/main">
            <a:pathLst>
              <a:path w="457200" h="447675">
                <a:moveTo>
                  <a:pt x="219075" y="4763"/>
                </a:moveTo>
                <a:lnTo>
                  <a:pt x="223838" y="0"/>
                </a:lnTo>
                <a:lnTo>
                  <a:pt x="233363" y="0"/>
                </a:lnTo>
                <a:lnTo>
                  <a:pt x="242888" y="0"/>
                </a:lnTo>
                <a:lnTo>
                  <a:pt x="252413" y="0"/>
                </a:lnTo>
                <a:lnTo>
                  <a:pt x="257175" y="4763"/>
                </a:lnTo>
                <a:lnTo>
                  <a:pt x="261938" y="9525"/>
                </a:lnTo>
                <a:lnTo>
                  <a:pt x="271463" y="9525"/>
                </a:lnTo>
                <a:lnTo>
                  <a:pt x="276225" y="14288"/>
                </a:lnTo>
                <a:lnTo>
                  <a:pt x="280988" y="19050"/>
                </a:lnTo>
                <a:lnTo>
                  <a:pt x="290513" y="19050"/>
                </a:lnTo>
                <a:lnTo>
                  <a:pt x="300038" y="19050"/>
                </a:lnTo>
                <a:lnTo>
                  <a:pt x="309563" y="19050"/>
                </a:lnTo>
                <a:lnTo>
                  <a:pt x="314325" y="23813"/>
                </a:lnTo>
                <a:lnTo>
                  <a:pt x="319088" y="28575"/>
                </a:lnTo>
                <a:lnTo>
                  <a:pt x="328613" y="28575"/>
                </a:lnTo>
                <a:lnTo>
                  <a:pt x="338138" y="28575"/>
                </a:lnTo>
                <a:lnTo>
                  <a:pt x="342900" y="33338"/>
                </a:lnTo>
                <a:lnTo>
                  <a:pt x="347663" y="38100"/>
                </a:lnTo>
                <a:lnTo>
                  <a:pt x="352425" y="42863"/>
                </a:lnTo>
                <a:lnTo>
                  <a:pt x="357188" y="47625"/>
                </a:lnTo>
                <a:lnTo>
                  <a:pt x="366713" y="47625"/>
                </a:lnTo>
                <a:lnTo>
                  <a:pt x="371475" y="52388"/>
                </a:lnTo>
                <a:lnTo>
                  <a:pt x="376238" y="57150"/>
                </a:lnTo>
                <a:lnTo>
                  <a:pt x="381000" y="61913"/>
                </a:lnTo>
                <a:lnTo>
                  <a:pt x="385763" y="66675"/>
                </a:lnTo>
                <a:lnTo>
                  <a:pt x="390525" y="71438"/>
                </a:lnTo>
                <a:lnTo>
                  <a:pt x="395288" y="76200"/>
                </a:lnTo>
                <a:lnTo>
                  <a:pt x="400050" y="80963"/>
                </a:lnTo>
                <a:lnTo>
                  <a:pt x="404813" y="85725"/>
                </a:lnTo>
                <a:lnTo>
                  <a:pt x="409575" y="90488"/>
                </a:lnTo>
                <a:lnTo>
                  <a:pt x="409575" y="100013"/>
                </a:lnTo>
                <a:lnTo>
                  <a:pt x="414338" y="104775"/>
                </a:lnTo>
                <a:lnTo>
                  <a:pt x="419100" y="109538"/>
                </a:lnTo>
                <a:lnTo>
                  <a:pt x="423863" y="114300"/>
                </a:lnTo>
                <a:lnTo>
                  <a:pt x="428625" y="119063"/>
                </a:lnTo>
                <a:lnTo>
                  <a:pt x="428625" y="128588"/>
                </a:lnTo>
                <a:lnTo>
                  <a:pt x="428625" y="138113"/>
                </a:lnTo>
                <a:lnTo>
                  <a:pt x="428625" y="147638"/>
                </a:lnTo>
                <a:lnTo>
                  <a:pt x="433388" y="152400"/>
                </a:lnTo>
                <a:lnTo>
                  <a:pt x="438150" y="157163"/>
                </a:lnTo>
                <a:lnTo>
                  <a:pt x="438150" y="166688"/>
                </a:lnTo>
                <a:lnTo>
                  <a:pt x="442913" y="171450"/>
                </a:lnTo>
                <a:lnTo>
                  <a:pt x="447675" y="176213"/>
                </a:lnTo>
                <a:lnTo>
                  <a:pt x="447675" y="185738"/>
                </a:lnTo>
                <a:lnTo>
                  <a:pt x="447675" y="195263"/>
                </a:lnTo>
                <a:lnTo>
                  <a:pt x="447675" y="204788"/>
                </a:lnTo>
                <a:lnTo>
                  <a:pt x="447675" y="214313"/>
                </a:lnTo>
                <a:lnTo>
                  <a:pt x="447675" y="223838"/>
                </a:lnTo>
                <a:lnTo>
                  <a:pt x="447675" y="233363"/>
                </a:lnTo>
                <a:lnTo>
                  <a:pt x="447675" y="242888"/>
                </a:lnTo>
                <a:lnTo>
                  <a:pt x="447675" y="252413"/>
                </a:lnTo>
                <a:lnTo>
                  <a:pt x="452438" y="257175"/>
                </a:lnTo>
                <a:lnTo>
                  <a:pt x="457200" y="261938"/>
                </a:lnTo>
                <a:lnTo>
                  <a:pt x="452438" y="266700"/>
                </a:lnTo>
                <a:lnTo>
                  <a:pt x="447675" y="271463"/>
                </a:lnTo>
                <a:lnTo>
                  <a:pt x="442913" y="276225"/>
                </a:lnTo>
                <a:lnTo>
                  <a:pt x="438150" y="280988"/>
                </a:lnTo>
                <a:lnTo>
                  <a:pt x="433388" y="285750"/>
                </a:lnTo>
                <a:lnTo>
                  <a:pt x="428625" y="290513"/>
                </a:lnTo>
                <a:lnTo>
                  <a:pt x="428625" y="300038"/>
                </a:lnTo>
                <a:lnTo>
                  <a:pt x="428625" y="309563"/>
                </a:lnTo>
                <a:lnTo>
                  <a:pt x="433388" y="314325"/>
                </a:lnTo>
                <a:lnTo>
                  <a:pt x="438150" y="319088"/>
                </a:lnTo>
                <a:lnTo>
                  <a:pt x="433388" y="323850"/>
                </a:lnTo>
                <a:lnTo>
                  <a:pt x="423863" y="323850"/>
                </a:lnTo>
                <a:lnTo>
                  <a:pt x="419100" y="328613"/>
                </a:lnTo>
                <a:lnTo>
                  <a:pt x="414338" y="333375"/>
                </a:lnTo>
                <a:lnTo>
                  <a:pt x="409575" y="338138"/>
                </a:lnTo>
                <a:lnTo>
                  <a:pt x="404813" y="342900"/>
                </a:lnTo>
                <a:lnTo>
                  <a:pt x="400050" y="347663"/>
                </a:lnTo>
                <a:lnTo>
                  <a:pt x="395288" y="352425"/>
                </a:lnTo>
                <a:lnTo>
                  <a:pt x="390525" y="357188"/>
                </a:lnTo>
                <a:lnTo>
                  <a:pt x="385763" y="361950"/>
                </a:lnTo>
                <a:lnTo>
                  <a:pt x="381000" y="366713"/>
                </a:lnTo>
                <a:lnTo>
                  <a:pt x="381000" y="376238"/>
                </a:lnTo>
                <a:lnTo>
                  <a:pt x="376238" y="381000"/>
                </a:lnTo>
                <a:lnTo>
                  <a:pt x="371475" y="385763"/>
                </a:lnTo>
                <a:lnTo>
                  <a:pt x="366713" y="390525"/>
                </a:lnTo>
                <a:lnTo>
                  <a:pt x="361950" y="395288"/>
                </a:lnTo>
                <a:lnTo>
                  <a:pt x="357188" y="400050"/>
                </a:lnTo>
                <a:lnTo>
                  <a:pt x="347663" y="400050"/>
                </a:lnTo>
                <a:lnTo>
                  <a:pt x="342900" y="404813"/>
                </a:lnTo>
                <a:lnTo>
                  <a:pt x="338138" y="409575"/>
                </a:lnTo>
                <a:lnTo>
                  <a:pt x="333375" y="414338"/>
                </a:lnTo>
                <a:lnTo>
                  <a:pt x="328613" y="419100"/>
                </a:lnTo>
                <a:lnTo>
                  <a:pt x="319088" y="419100"/>
                </a:lnTo>
                <a:lnTo>
                  <a:pt x="314325" y="423863"/>
                </a:lnTo>
                <a:lnTo>
                  <a:pt x="309563" y="428625"/>
                </a:lnTo>
                <a:lnTo>
                  <a:pt x="300038" y="428625"/>
                </a:lnTo>
                <a:lnTo>
                  <a:pt x="295275" y="433388"/>
                </a:lnTo>
                <a:lnTo>
                  <a:pt x="290513" y="438150"/>
                </a:lnTo>
                <a:lnTo>
                  <a:pt x="280988" y="438150"/>
                </a:lnTo>
                <a:lnTo>
                  <a:pt x="276225" y="442913"/>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71450" y="442913"/>
                </a:lnTo>
                <a:lnTo>
                  <a:pt x="166688" y="438150"/>
                </a:lnTo>
                <a:lnTo>
                  <a:pt x="157163" y="438150"/>
                </a:lnTo>
                <a:lnTo>
                  <a:pt x="147638" y="438150"/>
                </a:lnTo>
                <a:lnTo>
                  <a:pt x="138113" y="438150"/>
                </a:lnTo>
                <a:lnTo>
                  <a:pt x="133350" y="433388"/>
                </a:lnTo>
                <a:lnTo>
                  <a:pt x="128588" y="428625"/>
                </a:lnTo>
                <a:lnTo>
                  <a:pt x="123825" y="423863"/>
                </a:lnTo>
                <a:lnTo>
                  <a:pt x="119063" y="419100"/>
                </a:lnTo>
                <a:lnTo>
                  <a:pt x="109538" y="419100"/>
                </a:lnTo>
                <a:lnTo>
                  <a:pt x="104775" y="414338"/>
                </a:lnTo>
                <a:lnTo>
                  <a:pt x="100013" y="409575"/>
                </a:lnTo>
                <a:lnTo>
                  <a:pt x="95250" y="404813"/>
                </a:lnTo>
                <a:lnTo>
                  <a:pt x="90488" y="400050"/>
                </a:lnTo>
                <a:lnTo>
                  <a:pt x="80963" y="400050"/>
                </a:lnTo>
                <a:lnTo>
                  <a:pt x="76200" y="395288"/>
                </a:lnTo>
                <a:lnTo>
                  <a:pt x="71438" y="390525"/>
                </a:lnTo>
                <a:lnTo>
                  <a:pt x="66675" y="385763"/>
                </a:lnTo>
                <a:lnTo>
                  <a:pt x="61913" y="381000"/>
                </a:lnTo>
                <a:lnTo>
                  <a:pt x="57150" y="376238"/>
                </a:lnTo>
                <a:lnTo>
                  <a:pt x="57150" y="366713"/>
                </a:lnTo>
                <a:lnTo>
                  <a:pt x="52388" y="361950"/>
                </a:lnTo>
                <a:lnTo>
                  <a:pt x="47625" y="357188"/>
                </a:lnTo>
                <a:lnTo>
                  <a:pt x="47625" y="347663"/>
                </a:lnTo>
                <a:lnTo>
                  <a:pt x="42863" y="342900"/>
                </a:lnTo>
                <a:lnTo>
                  <a:pt x="38100" y="338138"/>
                </a:lnTo>
                <a:lnTo>
                  <a:pt x="38100" y="328613"/>
                </a:lnTo>
                <a:lnTo>
                  <a:pt x="38100" y="319088"/>
                </a:lnTo>
                <a:lnTo>
                  <a:pt x="33338" y="314325"/>
                </a:lnTo>
                <a:lnTo>
                  <a:pt x="28575" y="309563"/>
                </a:lnTo>
                <a:lnTo>
                  <a:pt x="28575" y="300038"/>
                </a:lnTo>
                <a:lnTo>
                  <a:pt x="23813" y="295275"/>
                </a:lnTo>
                <a:lnTo>
                  <a:pt x="19050" y="290513"/>
                </a:lnTo>
                <a:lnTo>
                  <a:pt x="14288" y="285750"/>
                </a:lnTo>
                <a:lnTo>
                  <a:pt x="9525" y="280988"/>
                </a:lnTo>
                <a:lnTo>
                  <a:pt x="4763" y="276225"/>
                </a:lnTo>
                <a:lnTo>
                  <a:pt x="0" y="271463"/>
                </a:lnTo>
                <a:lnTo>
                  <a:pt x="0" y="261938"/>
                </a:lnTo>
                <a:lnTo>
                  <a:pt x="0" y="252413"/>
                </a:lnTo>
                <a:lnTo>
                  <a:pt x="4763" y="247650"/>
                </a:lnTo>
                <a:lnTo>
                  <a:pt x="9525" y="242888"/>
                </a:lnTo>
                <a:lnTo>
                  <a:pt x="9525" y="233363"/>
                </a:lnTo>
                <a:lnTo>
                  <a:pt x="9525" y="223838"/>
                </a:lnTo>
                <a:lnTo>
                  <a:pt x="14288" y="219075"/>
                </a:lnTo>
                <a:lnTo>
                  <a:pt x="19050" y="214313"/>
                </a:lnTo>
                <a:lnTo>
                  <a:pt x="19050" y="204788"/>
                </a:lnTo>
                <a:lnTo>
                  <a:pt x="19050" y="195263"/>
                </a:lnTo>
                <a:lnTo>
                  <a:pt x="19050" y="185738"/>
                </a:lnTo>
                <a:lnTo>
                  <a:pt x="19050" y="176213"/>
                </a:lnTo>
                <a:lnTo>
                  <a:pt x="19050" y="166688"/>
                </a:lnTo>
                <a:lnTo>
                  <a:pt x="23813" y="161925"/>
                </a:lnTo>
                <a:lnTo>
                  <a:pt x="28575" y="157163"/>
                </a:lnTo>
                <a:lnTo>
                  <a:pt x="33338" y="152400"/>
                </a:lnTo>
                <a:lnTo>
                  <a:pt x="38100" y="147638"/>
                </a:lnTo>
                <a:lnTo>
                  <a:pt x="33338" y="142875"/>
                </a:lnTo>
                <a:lnTo>
                  <a:pt x="28575" y="138113"/>
                </a:lnTo>
                <a:lnTo>
                  <a:pt x="28575" y="128588"/>
                </a:lnTo>
                <a:lnTo>
                  <a:pt x="23813" y="123825"/>
                </a:lnTo>
                <a:lnTo>
                  <a:pt x="19050" y="119063"/>
                </a:lnTo>
                <a:lnTo>
                  <a:pt x="23813" y="114300"/>
                </a:lnTo>
                <a:lnTo>
                  <a:pt x="33338" y="114300"/>
                </a:lnTo>
                <a:lnTo>
                  <a:pt x="38100" y="109538"/>
                </a:lnTo>
                <a:lnTo>
                  <a:pt x="42863" y="104775"/>
                </a:lnTo>
                <a:lnTo>
                  <a:pt x="47625" y="100013"/>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4775" y="42863"/>
                </a:lnTo>
                <a:lnTo>
                  <a:pt x="104775" y="33338"/>
                </a:lnTo>
                <a:lnTo>
                  <a:pt x="109538" y="28575"/>
                </a:lnTo>
                <a:lnTo>
                  <a:pt x="119063" y="28575"/>
                </a:lnTo>
                <a:lnTo>
                  <a:pt x="128588" y="28575"/>
                </a:lnTo>
                <a:lnTo>
                  <a:pt x="138113" y="28575"/>
                </a:lnTo>
                <a:lnTo>
                  <a:pt x="142875" y="23813"/>
                </a:lnTo>
                <a:lnTo>
                  <a:pt x="147638" y="19050"/>
                </a:lnTo>
                <a:lnTo>
                  <a:pt x="157163" y="19050"/>
                </a:lnTo>
                <a:lnTo>
                  <a:pt x="161925" y="14288"/>
                </a:lnTo>
                <a:lnTo>
                  <a:pt x="166688" y="9525"/>
                </a:lnTo>
                <a:lnTo>
                  <a:pt x="176213" y="9525"/>
                </a:lnTo>
                <a:lnTo>
                  <a:pt x="185738" y="9525"/>
                </a:lnTo>
                <a:lnTo>
                  <a:pt x="195263" y="9525"/>
                </a:lnTo>
                <a:lnTo>
                  <a:pt x="204788" y="9525"/>
                </a:lnTo>
                <a:lnTo>
                  <a:pt x="214313" y="9525"/>
                </a:lnTo>
                <a:lnTo>
                  <a:pt x="219075" y="4763"/>
                </a:lnTo>
                <a:close/>
              </a:path>
            </a:pathLst>
          </a:custGeom>
          <a:solidFill xmlns:a="http://schemas.openxmlformats.org/drawingml/2006/main">
            <a:srgbClr val="E0E0E0"/>
          </a:solidFill>
          <a:ln xmlns:a="http://schemas.openxmlformats.org/drawingml/2006/main" w="0">
            <a:noFill/>
            <a:prstDash val="solid"/>
          </a:ln>
        </p:spPr>
      </p:sp>
      <p:sp>
        <p:nvSpPr>
          <p:cNvPr id="393" name="deep-skill-chaining-source-component-8-gradient-226-0">
            <a:extLst xmlns:a="http://schemas.openxmlformats.org/drawingml/2006/main">
              <a:ext uri="{FF2B5EF4-FFF2-40B4-BE49-F238E27FC236}">
                <a16:creationId xmlns:a16="http://schemas.microsoft.com/office/drawing/2014/main" id="{072EB703-8A10-4AF8-87CE-AD3A42D5BB57}"/>
              </a:ext>
            </a:extLst>
          </p:cNvPr>
          <p:cNvSpPr>
            <a:spLocks xmlns:a="http://schemas.openxmlformats.org/drawingml/2006/main" noGrp="1"/>
          </p:cNvSpPr>
          <p:nvPr/>
        </p:nvSpPr>
        <p:spPr>
          <a:xfrm xmlns:a="http://schemas.openxmlformats.org/drawingml/2006/main" rot="0">
            <a:off x="9353550" y="800100"/>
            <a:ext cx="419100" cy="419100"/>
          </a:xfrm>
          <a:custGeom xmlns:a="http://schemas.openxmlformats.org/drawingml/2006/main">
            <a:pathLst>
              <a:path w="419100" h="419100">
                <a:moveTo>
                  <a:pt x="190500" y="4763"/>
                </a:moveTo>
                <a:lnTo>
                  <a:pt x="195263" y="0"/>
                </a:lnTo>
                <a:lnTo>
                  <a:pt x="204788" y="0"/>
                </a:lnTo>
                <a:lnTo>
                  <a:pt x="214313" y="0"/>
                </a:lnTo>
                <a:lnTo>
                  <a:pt x="223838" y="0"/>
                </a:lnTo>
                <a:lnTo>
                  <a:pt x="233363" y="0"/>
                </a:lnTo>
                <a:lnTo>
                  <a:pt x="242888" y="0"/>
                </a:lnTo>
                <a:lnTo>
                  <a:pt x="247650" y="4763"/>
                </a:lnTo>
                <a:lnTo>
                  <a:pt x="252413" y="9525"/>
                </a:lnTo>
                <a:lnTo>
                  <a:pt x="261938" y="9525"/>
                </a:lnTo>
                <a:lnTo>
                  <a:pt x="266700" y="14288"/>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3375" y="42863"/>
                </a:lnTo>
                <a:lnTo>
                  <a:pt x="338138" y="47625"/>
                </a:lnTo>
                <a:lnTo>
                  <a:pt x="347663" y="47625"/>
                </a:lnTo>
                <a:lnTo>
                  <a:pt x="352425" y="52388"/>
                </a:lnTo>
                <a:lnTo>
                  <a:pt x="357188" y="57150"/>
                </a:lnTo>
                <a:lnTo>
                  <a:pt x="361950" y="61913"/>
                </a:lnTo>
                <a:lnTo>
                  <a:pt x="366713" y="66675"/>
                </a:lnTo>
                <a:lnTo>
                  <a:pt x="376238" y="66675"/>
                </a:lnTo>
                <a:lnTo>
                  <a:pt x="381000" y="71438"/>
                </a:lnTo>
                <a:lnTo>
                  <a:pt x="381000" y="80963"/>
                </a:lnTo>
                <a:lnTo>
                  <a:pt x="385763" y="85725"/>
                </a:lnTo>
                <a:lnTo>
                  <a:pt x="390525" y="90488"/>
                </a:lnTo>
                <a:lnTo>
                  <a:pt x="395288" y="95250"/>
                </a:lnTo>
                <a:lnTo>
                  <a:pt x="400050" y="100013"/>
                </a:lnTo>
                <a:lnTo>
                  <a:pt x="400050" y="109538"/>
                </a:lnTo>
                <a:lnTo>
                  <a:pt x="400050" y="119063"/>
                </a:lnTo>
                <a:lnTo>
                  <a:pt x="400050" y="128588"/>
                </a:lnTo>
                <a:lnTo>
                  <a:pt x="400050" y="138113"/>
                </a:lnTo>
                <a:lnTo>
                  <a:pt x="400050" y="147638"/>
                </a:lnTo>
                <a:lnTo>
                  <a:pt x="404813" y="152400"/>
                </a:lnTo>
                <a:lnTo>
                  <a:pt x="409575" y="157163"/>
                </a:lnTo>
                <a:lnTo>
                  <a:pt x="409575" y="166688"/>
                </a:lnTo>
                <a:lnTo>
                  <a:pt x="409575" y="176213"/>
                </a:lnTo>
                <a:lnTo>
                  <a:pt x="409575" y="185738"/>
                </a:lnTo>
                <a:lnTo>
                  <a:pt x="409575" y="195263"/>
                </a:lnTo>
                <a:lnTo>
                  <a:pt x="409575" y="204788"/>
                </a:lnTo>
                <a:lnTo>
                  <a:pt x="409575" y="214313"/>
                </a:lnTo>
                <a:lnTo>
                  <a:pt x="409575" y="223838"/>
                </a:lnTo>
                <a:lnTo>
                  <a:pt x="414338" y="228600"/>
                </a:lnTo>
                <a:lnTo>
                  <a:pt x="419100" y="233363"/>
                </a:lnTo>
                <a:lnTo>
                  <a:pt x="419100" y="242888"/>
                </a:lnTo>
                <a:lnTo>
                  <a:pt x="414338" y="247650"/>
                </a:lnTo>
                <a:lnTo>
                  <a:pt x="409575" y="252413"/>
                </a:lnTo>
                <a:lnTo>
                  <a:pt x="409575" y="261938"/>
                </a:lnTo>
                <a:lnTo>
                  <a:pt x="404813" y="266700"/>
                </a:lnTo>
                <a:lnTo>
                  <a:pt x="400050" y="271463"/>
                </a:lnTo>
                <a:lnTo>
                  <a:pt x="400050" y="280988"/>
                </a:lnTo>
                <a:lnTo>
                  <a:pt x="400050" y="290513"/>
                </a:lnTo>
                <a:lnTo>
                  <a:pt x="400050" y="300038"/>
                </a:lnTo>
                <a:lnTo>
                  <a:pt x="395288" y="304800"/>
                </a:lnTo>
                <a:lnTo>
                  <a:pt x="385763" y="304800"/>
                </a:lnTo>
                <a:lnTo>
                  <a:pt x="381000" y="309563"/>
                </a:lnTo>
                <a:lnTo>
                  <a:pt x="376238" y="314325"/>
                </a:lnTo>
                <a:lnTo>
                  <a:pt x="371475" y="319088"/>
                </a:lnTo>
                <a:lnTo>
                  <a:pt x="366713" y="323850"/>
                </a:lnTo>
                <a:lnTo>
                  <a:pt x="361950" y="328613"/>
                </a:lnTo>
                <a:lnTo>
                  <a:pt x="357188" y="333375"/>
                </a:lnTo>
                <a:lnTo>
                  <a:pt x="352425" y="338138"/>
                </a:lnTo>
                <a:lnTo>
                  <a:pt x="352425" y="347663"/>
                </a:lnTo>
                <a:lnTo>
                  <a:pt x="347663" y="352425"/>
                </a:lnTo>
                <a:lnTo>
                  <a:pt x="342900" y="357188"/>
                </a:lnTo>
                <a:lnTo>
                  <a:pt x="338138" y="361950"/>
                </a:lnTo>
                <a:lnTo>
                  <a:pt x="333375" y="366713"/>
                </a:lnTo>
                <a:lnTo>
                  <a:pt x="328613" y="371475"/>
                </a:lnTo>
                <a:lnTo>
                  <a:pt x="319088" y="371475"/>
                </a:lnTo>
                <a:lnTo>
                  <a:pt x="314325" y="376238"/>
                </a:lnTo>
                <a:lnTo>
                  <a:pt x="309563" y="381000"/>
                </a:lnTo>
                <a:lnTo>
                  <a:pt x="304800" y="385763"/>
                </a:lnTo>
                <a:lnTo>
                  <a:pt x="300038" y="390525"/>
                </a:lnTo>
                <a:lnTo>
                  <a:pt x="295275" y="395288"/>
                </a:lnTo>
                <a:lnTo>
                  <a:pt x="290513" y="400050"/>
                </a:lnTo>
                <a:lnTo>
                  <a:pt x="280988" y="400050"/>
                </a:lnTo>
                <a:lnTo>
                  <a:pt x="271463" y="400050"/>
                </a:lnTo>
                <a:lnTo>
                  <a:pt x="266700" y="404813"/>
                </a:lnTo>
                <a:lnTo>
                  <a:pt x="261938" y="409575"/>
                </a:lnTo>
                <a:lnTo>
                  <a:pt x="252413" y="409575"/>
                </a:lnTo>
                <a:lnTo>
                  <a:pt x="242888" y="409575"/>
                </a:lnTo>
                <a:lnTo>
                  <a:pt x="238125" y="414338"/>
                </a:lnTo>
                <a:lnTo>
                  <a:pt x="233363" y="419100"/>
                </a:lnTo>
                <a:lnTo>
                  <a:pt x="223838" y="419100"/>
                </a:lnTo>
                <a:lnTo>
                  <a:pt x="214313" y="419100"/>
                </a:lnTo>
                <a:lnTo>
                  <a:pt x="204788" y="419100"/>
                </a:lnTo>
                <a:lnTo>
                  <a:pt x="195263" y="419100"/>
                </a:lnTo>
                <a:lnTo>
                  <a:pt x="185738" y="419100"/>
                </a:lnTo>
                <a:lnTo>
                  <a:pt x="176213" y="419100"/>
                </a:lnTo>
                <a:lnTo>
                  <a:pt x="171450" y="414338"/>
                </a:lnTo>
                <a:lnTo>
                  <a:pt x="166688" y="409575"/>
                </a:lnTo>
                <a:lnTo>
                  <a:pt x="157163" y="409575"/>
                </a:lnTo>
                <a:lnTo>
                  <a:pt x="147638" y="409575"/>
                </a:lnTo>
                <a:lnTo>
                  <a:pt x="142875" y="404813"/>
                </a:lnTo>
                <a:lnTo>
                  <a:pt x="138113" y="400050"/>
                </a:lnTo>
                <a:lnTo>
                  <a:pt x="128588" y="400050"/>
                </a:lnTo>
                <a:lnTo>
                  <a:pt x="119063" y="400050"/>
                </a:lnTo>
                <a:lnTo>
                  <a:pt x="114300" y="395288"/>
                </a:lnTo>
                <a:lnTo>
                  <a:pt x="109538" y="390525"/>
                </a:lnTo>
                <a:lnTo>
                  <a:pt x="104775" y="385763"/>
                </a:lnTo>
                <a:lnTo>
                  <a:pt x="100013" y="381000"/>
                </a:lnTo>
                <a:lnTo>
                  <a:pt x="90488" y="381000"/>
                </a:lnTo>
                <a:lnTo>
                  <a:pt x="85725" y="376238"/>
                </a:lnTo>
                <a:lnTo>
                  <a:pt x="80963" y="371475"/>
                </a:lnTo>
                <a:lnTo>
                  <a:pt x="76200" y="366713"/>
                </a:lnTo>
                <a:lnTo>
                  <a:pt x="71438" y="361950"/>
                </a:lnTo>
                <a:lnTo>
                  <a:pt x="61913" y="361950"/>
                </a:lnTo>
                <a:lnTo>
                  <a:pt x="57150" y="357188"/>
                </a:lnTo>
                <a:lnTo>
                  <a:pt x="57150" y="347663"/>
                </a:lnTo>
                <a:lnTo>
                  <a:pt x="52388" y="342900"/>
                </a:lnTo>
                <a:lnTo>
                  <a:pt x="47625" y="338138"/>
                </a:lnTo>
                <a:lnTo>
                  <a:pt x="42863" y="333375"/>
                </a:lnTo>
                <a:lnTo>
                  <a:pt x="38100" y="328613"/>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4763" y="257175"/>
                </a:lnTo>
                <a:lnTo>
                  <a:pt x="0" y="252413"/>
                </a:lnTo>
                <a:lnTo>
                  <a:pt x="0" y="242888"/>
                </a:lnTo>
                <a:lnTo>
                  <a:pt x="0" y="233363"/>
                </a:lnTo>
                <a:lnTo>
                  <a:pt x="0" y="223838"/>
                </a:lnTo>
                <a:lnTo>
                  <a:pt x="4763" y="219075"/>
                </a:lnTo>
                <a:lnTo>
                  <a:pt x="9525" y="214313"/>
                </a:lnTo>
                <a:lnTo>
                  <a:pt x="9525" y="204788"/>
                </a:lnTo>
                <a:lnTo>
                  <a:pt x="9525" y="195263"/>
                </a:lnTo>
                <a:lnTo>
                  <a:pt x="9525" y="185738"/>
                </a:lnTo>
                <a:lnTo>
                  <a:pt x="9525" y="176213"/>
                </a:lnTo>
                <a:lnTo>
                  <a:pt x="9525" y="166688"/>
                </a:lnTo>
                <a:lnTo>
                  <a:pt x="9525" y="157163"/>
                </a:lnTo>
                <a:lnTo>
                  <a:pt x="14288" y="152400"/>
                </a:lnTo>
                <a:lnTo>
                  <a:pt x="19050" y="147638"/>
                </a:lnTo>
                <a:lnTo>
                  <a:pt x="23813" y="142875"/>
                </a:lnTo>
                <a:lnTo>
                  <a:pt x="28575" y="138113"/>
                </a:lnTo>
                <a:lnTo>
                  <a:pt x="28575" y="128588"/>
                </a:lnTo>
                <a:lnTo>
                  <a:pt x="28575" y="119063"/>
                </a:lnTo>
                <a:lnTo>
                  <a:pt x="28575" y="109538"/>
                </a:lnTo>
                <a:lnTo>
                  <a:pt x="28575" y="100013"/>
                </a:lnTo>
                <a:lnTo>
                  <a:pt x="33338" y="95250"/>
                </a:lnTo>
                <a:lnTo>
                  <a:pt x="38100" y="90488"/>
                </a:lnTo>
                <a:lnTo>
                  <a:pt x="42863" y="85725"/>
                </a:lnTo>
                <a:lnTo>
                  <a:pt x="47625" y="80963"/>
                </a:lnTo>
                <a:lnTo>
                  <a:pt x="52388" y="76200"/>
                </a:lnTo>
                <a:lnTo>
                  <a:pt x="57150" y="71438"/>
                </a:lnTo>
                <a:lnTo>
                  <a:pt x="61913" y="66675"/>
                </a:lnTo>
                <a:lnTo>
                  <a:pt x="66675" y="61913"/>
                </a:lnTo>
                <a:lnTo>
                  <a:pt x="71438" y="57150"/>
                </a:lnTo>
                <a:lnTo>
                  <a:pt x="76200" y="52388"/>
                </a:lnTo>
                <a:lnTo>
                  <a:pt x="80963" y="47625"/>
                </a:lnTo>
                <a:lnTo>
                  <a:pt x="85725" y="42863"/>
                </a:lnTo>
                <a:lnTo>
                  <a:pt x="90488" y="38100"/>
                </a:lnTo>
                <a:lnTo>
                  <a:pt x="95250" y="33338"/>
                </a:lnTo>
                <a:lnTo>
                  <a:pt x="100013" y="28575"/>
                </a:lnTo>
                <a:lnTo>
                  <a:pt x="109538" y="28575"/>
                </a:lnTo>
                <a:lnTo>
                  <a:pt x="114300" y="23813"/>
                </a:lnTo>
                <a:lnTo>
                  <a:pt x="119063" y="19050"/>
                </a:lnTo>
                <a:lnTo>
                  <a:pt x="128588" y="19050"/>
                </a:lnTo>
                <a:lnTo>
                  <a:pt x="133350" y="14288"/>
                </a:lnTo>
                <a:lnTo>
                  <a:pt x="138113" y="9525"/>
                </a:lnTo>
                <a:lnTo>
                  <a:pt x="147638" y="9525"/>
                </a:lnTo>
                <a:lnTo>
                  <a:pt x="157163" y="9525"/>
                </a:lnTo>
                <a:lnTo>
                  <a:pt x="166688" y="9525"/>
                </a:lnTo>
                <a:lnTo>
                  <a:pt x="176213" y="9525"/>
                </a:lnTo>
                <a:lnTo>
                  <a:pt x="185738" y="9525"/>
                </a:lnTo>
                <a:lnTo>
                  <a:pt x="190500" y="4763"/>
                </a:lnTo>
                <a:close/>
              </a:path>
            </a:pathLst>
          </a:custGeom>
          <a:solidFill xmlns:a="http://schemas.openxmlformats.org/drawingml/2006/main">
            <a:srgbClr val="E2E2E2"/>
          </a:solidFill>
          <a:ln xmlns:a="http://schemas.openxmlformats.org/drawingml/2006/main" w="0">
            <a:noFill/>
            <a:prstDash val="solid"/>
          </a:ln>
        </p:spPr>
      </p:sp>
      <p:sp>
        <p:nvSpPr>
          <p:cNvPr id="394" name="deep-skill-chaining-source-component-8-gradient-228-0">
            <a:extLst xmlns:a="http://schemas.openxmlformats.org/drawingml/2006/main">
              <a:ext uri="{FF2B5EF4-FFF2-40B4-BE49-F238E27FC236}">
                <a16:creationId xmlns:a16="http://schemas.microsoft.com/office/drawing/2014/main" id="{5B8848FE-5DED-4C61-8D40-3CC5EE7A0ED2}"/>
              </a:ext>
            </a:extLst>
          </p:cNvPr>
          <p:cNvSpPr>
            <a:spLocks xmlns:a="http://schemas.openxmlformats.org/drawingml/2006/main" noGrp="1"/>
          </p:cNvSpPr>
          <p:nvPr/>
        </p:nvSpPr>
        <p:spPr>
          <a:xfrm xmlns:a="http://schemas.openxmlformats.org/drawingml/2006/main" rot="0">
            <a:off x="9372600" y="809625"/>
            <a:ext cx="390525" cy="390525"/>
          </a:xfrm>
          <a:custGeom xmlns:a="http://schemas.openxmlformats.org/drawingml/2006/main">
            <a:pathLst>
              <a:path w="390525" h="390525">
                <a:moveTo>
                  <a:pt x="180975" y="4763"/>
                </a:moveTo>
                <a:lnTo>
                  <a:pt x="185738" y="0"/>
                </a:lnTo>
                <a:lnTo>
                  <a:pt x="195263" y="0"/>
                </a:lnTo>
                <a:lnTo>
                  <a:pt x="204788" y="0"/>
                </a:lnTo>
                <a:lnTo>
                  <a:pt x="214313" y="0"/>
                </a:lnTo>
                <a:lnTo>
                  <a:pt x="219075" y="4763"/>
                </a:lnTo>
                <a:lnTo>
                  <a:pt x="223838" y="9525"/>
                </a:lnTo>
                <a:lnTo>
                  <a:pt x="233363" y="9525"/>
                </a:lnTo>
                <a:lnTo>
                  <a:pt x="238125" y="14288"/>
                </a:lnTo>
                <a:lnTo>
                  <a:pt x="242888" y="19050"/>
                </a:lnTo>
                <a:lnTo>
                  <a:pt x="252413" y="19050"/>
                </a:lnTo>
                <a:lnTo>
                  <a:pt x="261938" y="19050"/>
                </a:lnTo>
                <a:lnTo>
                  <a:pt x="266700" y="23813"/>
                </a:lnTo>
                <a:lnTo>
                  <a:pt x="271463" y="28575"/>
                </a:lnTo>
                <a:lnTo>
                  <a:pt x="280988" y="28575"/>
                </a:lnTo>
                <a:lnTo>
                  <a:pt x="285750" y="33338"/>
                </a:lnTo>
                <a:lnTo>
                  <a:pt x="290513" y="38100"/>
                </a:lnTo>
                <a:lnTo>
                  <a:pt x="300038" y="38100"/>
                </a:lnTo>
                <a:lnTo>
                  <a:pt x="304800" y="42863"/>
                </a:lnTo>
                <a:lnTo>
                  <a:pt x="309563" y="47625"/>
                </a:lnTo>
                <a:lnTo>
                  <a:pt x="314325" y="52388"/>
                </a:lnTo>
                <a:lnTo>
                  <a:pt x="319088" y="57150"/>
                </a:lnTo>
                <a:lnTo>
                  <a:pt x="328613" y="57150"/>
                </a:lnTo>
                <a:lnTo>
                  <a:pt x="333375" y="61913"/>
                </a:lnTo>
                <a:lnTo>
                  <a:pt x="338138" y="66675"/>
                </a:lnTo>
                <a:lnTo>
                  <a:pt x="342900" y="71438"/>
                </a:lnTo>
                <a:lnTo>
                  <a:pt x="347663" y="76200"/>
                </a:lnTo>
                <a:lnTo>
                  <a:pt x="352425" y="80963"/>
                </a:lnTo>
                <a:lnTo>
                  <a:pt x="357188" y="85725"/>
                </a:lnTo>
                <a:lnTo>
                  <a:pt x="361950" y="90488"/>
                </a:lnTo>
                <a:lnTo>
                  <a:pt x="361950" y="100013"/>
                </a:lnTo>
                <a:lnTo>
                  <a:pt x="361950" y="109538"/>
                </a:lnTo>
                <a:lnTo>
                  <a:pt x="361950" y="119063"/>
                </a:lnTo>
                <a:lnTo>
                  <a:pt x="366713" y="123825"/>
                </a:lnTo>
                <a:lnTo>
                  <a:pt x="371475" y="128588"/>
                </a:lnTo>
                <a:lnTo>
                  <a:pt x="371475" y="138113"/>
                </a:lnTo>
                <a:lnTo>
                  <a:pt x="371475" y="147638"/>
                </a:lnTo>
                <a:lnTo>
                  <a:pt x="371475" y="157163"/>
                </a:lnTo>
                <a:lnTo>
                  <a:pt x="371475" y="166688"/>
                </a:lnTo>
                <a:lnTo>
                  <a:pt x="371475" y="176213"/>
                </a:lnTo>
                <a:lnTo>
                  <a:pt x="371475" y="185738"/>
                </a:lnTo>
                <a:lnTo>
                  <a:pt x="371475" y="195263"/>
                </a:lnTo>
                <a:lnTo>
                  <a:pt x="371475" y="204788"/>
                </a:lnTo>
                <a:lnTo>
                  <a:pt x="376238" y="209550"/>
                </a:lnTo>
                <a:lnTo>
                  <a:pt x="381000" y="214313"/>
                </a:lnTo>
                <a:lnTo>
                  <a:pt x="381000" y="223838"/>
                </a:lnTo>
                <a:lnTo>
                  <a:pt x="385763" y="228600"/>
                </a:lnTo>
                <a:lnTo>
                  <a:pt x="390525" y="233363"/>
                </a:lnTo>
                <a:lnTo>
                  <a:pt x="385763" y="238125"/>
                </a:lnTo>
                <a:lnTo>
                  <a:pt x="381000" y="242888"/>
                </a:lnTo>
                <a:lnTo>
                  <a:pt x="376238" y="247650"/>
                </a:lnTo>
                <a:lnTo>
                  <a:pt x="371475" y="252413"/>
                </a:lnTo>
                <a:lnTo>
                  <a:pt x="366713" y="257175"/>
                </a:lnTo>
                <a:lnTo>
                  <a:pt x="361950" y="261938"/>
                </a:lnTo>
                <a:lnTo>
                  <a:pt x="361950" y="271463"/>
                </a:lnTo>
                <a:lnTo>
                  <a:pt x="361950" y="280988"/>
                </a:lnTo>
                <a:lnTo>
                  <a:pt x="361950" y="290513"/>
                </a:lnTo>
                <a:lnTo>
                  <a:pt x="357188" y="295275"/>
                </a:lnTo>
                <a:lnTo>
                  <a:pt x="352425" y="300038"/>
                </a:lnTo>
                <a:lnTo>
                  <a:pt x="347663" y="304800"/>
                </a:lnTo>
                <a:lnTo>
                  <a:pt x="342900" y="309563"/>
                </a:lnTo>
                <a:lnTo>
                  <a:pt x="338138" y="314325"/>
                </a:lnTo>
                <a:lnTo>
                  <a:pt x="333375" y="319088"/>
                </a:lnTo>
                <a:lnTo>
                  <a:pt x="328613" y="323850"/>
                </a:lnTo>
                <a:lnTo>
                  <a:pt x="323850" y="328613"/>
                </a:lnTo>
                <a:lnTo>
                  <a:pt x="319088" y="333375"/>
                </a:lnTo>
                <a:lnTo>
                  <a:pt x="314325" y="338138"/>
                </a:lnTo>
                <a:lnTo>
                  <a:pt x="309563" y="342900"/>
                </a:lnTo>
                <a:lnTo>
                  <a:pt x="304800" y="347663"/>
                </a:lnTo>
                <a:lnTo>
                  <a:pt x="300038" y="352425"/>
                </a:lnTo>
                <a:lnTo>
                  <a:pt x="295275" y="357188"/>
                </a:lnTo>
                <a:lnTo>
                  <a:pt x="290513" y="361950"/>
                </a:lnTo>
                <a:lnTo>
                  <a:pt x="280988" y="361950"/>
                </a:lnTo>
                <a:lnTo>
                  <a:pt x="276225" y="366713"/>
                </a:lnTo>
                <a:lnTo>
                  <a:pt x="276225" y="376238"/>
                </a:lnTo>
                <a:lnTo>
                  <a:pt x="271463" y="381000"/>
                </a:lnTo>
                <a:lnTo>
                  <a:pt x="261938" y="381000"/>
                </a:lnTo>
                <a:lnTo>
                  <a:pt x="252413" y="381000"/>
                </a:lnTo>
                <a:lnTo>
                  <a:pt x="242888" y="381000"/>
                </a:lnTo>
                <a:lnTo>
                  <a:pt x="238125" y="385763"/>
                </a:lnTo>
                <a:lnTo>
                  <a:pt x="233363" y="390525"/>
                </a:lnTo>
                <a:lnTo>
                  <a:pt x="223838" y="390525"/>
                </a:lnTo>
                <a:lnTo>
                  <a:pt x="214313" y="390525"/>
                </a:lnTo>
                <a:lnTo>
                  <a:pt x="204788" y="390525"/>
                </a:lnTo>
                <a:lnTo>
                  <a:pt x="195263" y="390525"/>
                </a:lnTo>
                <a:lnTo>
                  <a:pt x="185738" y="390525"/>
                </a:lnTo>
                <a:lnTo>
                  <a:pt x="176213" y="390525"/>
                </a:lnTo>
                <a:lnTo>
                  <a:pt x="166688" y="390525"/>
                </a:lnTo>
                <a:lnTo>
                  <a:pt x="157163" y="390525"/>
                </a:lnTo>
                <a:lnTo>
                  <a:pt x="147638" y="390525"/>
                </a:lnTo>
                <a:lnTo>
                  <a:pt x="138113" y="390525"/>
                </a:lnTo>
                <a:lnTo>
                  <a:pt x="133350" y="385763"/>
                </a:lnTo>
                <a:lnTo>
                  <a:pt x="128588" y="381000"/>
                </a:lnTo>
                <a:lnTo>
                  <a:pt x="119063" y="381000"/>
                </a:lnTo>
                <a:lnTo>
                  <a:pt x="114300" y="376238"/>
                </a:lnTo>
                <a:lnTo>
                  <a:pt x="109538" y="371475"/>
                </a:lnTo>
                <a:lnTo>
                  <a:pt x="100013" y="371475"/>
                </a:lnTo>
                <a:lnTo>
                  <a:pt x="95250" y="366713"/>
                </a:lnTo>
                <a:lnTo>
                  <a:pt x="90488" y="361950"/>
                </a:lnTo>
                <a:lnTo>
                  <a:pt x="85725" y="357188"/>
                </a:lnTo>
                <a:lnTo>
                  <a:pt x="80963" y="352425"/>
                </a:lnTo>
                <a:lnTo>
                  <a:pt x="71438" y="352425"/>
                </a:lnTo>
                <a:lnTo>
                  <a:pt x="66675" y="347663"/>
                </a:lnTo>
                <a:lnTo>
                  <a:pt x="61913" y="342900"/>
                </a:lnTo>
                <a:lnTo>
                  <a:pt x="57150" y="338138"/>
                </a:lnTo>
                <a:lnTo>
                  <a:pt x="52388" y="333375"/>
                </a:lnTo>
                <a:lnTo>
                  <a:pt x="42863" y="333375"/>
                </a:lnTo>
                <a:lnTo>
                  <a:pt x="38100" y="328613"/>
                </a:lnTo>
                <a:lnTo>
                  <a:pt x="38100" y="319088"/>
                </a:lnTo>
                <a:lnTo>
                  <a:pt x="38100" y="309563"/>
                </a:lnTo>
                <a:lnTo>
                  <a:pt x="38100" y="300038"/>
                </a:lnTo>
                <a:lnTo>
                  <a:pt x="33338" y="295275"/>
                </a:lnTo>
                <a:lnTo>
                  <a:pt x="28575" y="290513"/>
                </a:lnTo>
                <a:lnTo>
                  <a:pt x="28575" y="280988"/>
                </a:lnTo>
                <a:lnTo>
                  <a:pt x="23813" y="276225"/>
                </a:lnTo>
                <a:lnTo>
                  <a:pt x="19050" y="271463"/>
                </a:lnTo>
                <a:lnTo>
                  <a:pt x="14288" y="266700"/>
                </a:lnTo>
                <a:lnTo>
                  <a:pt x="9525" y="261938"/>
                </a:lnTo>
                <a:lnTo>
                  <a:pt x="9525" y="252413"/>
                </a:lnTo>
                <a:lnTo>
                  <a:pt x="4763" y="247650"/>
                </a:lnTo>
                <a:lnTo>
                  <a:pt x="0" y="242888"/>
                </a:lnTo>
                <a:lnTo>
                  <a:pt x="0" y="233363"/>
                </a:lnTo>
                <a:lnTo>
                  <a:pt x="0" y="223838"/>
                </a:lnTo>
                <a:lnTo>
                  <a:pt x="0" y="214313"/>
                </a:lnTo>
                <a:lnTo>
                  <a:pt x="4763" y="209550"/>
                </a:lnTo>
                <a:lnTo>
                  <a:pt x="9525" y="204788"/>
                </a:lnTo>
                <a:lnTo>
                  <a:pt x="9525" y="195263"/>
                </a:lnTo>
                <a:lnTo>
                  <a:pt x="9525" y="185738"/>
                </a:lnTo>
                <a:lnTo>
                  <a:pt x="9525" y="176213"/>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28575" y="100013"/>
                </a:lnTo>
                <a:lnTo>
                  <a:pt x="28575" y="90488"/>
                </a:lnTo>
                <a:lnTo>
                  <a:pt x="33338" y="85725"/>
                </a:lnTo>
                <a:lnTo>
                  <a:pt x="38100" y="80963"/>
                </a:lnTo>
                <a:lnTo>
                  <a:pt x="42863" y="76200"/>
                </a:lnTo>
                <a:lnTo>
                  <a:pt x="47625" y="71438"/>
                </a:lnTo>
                <a:lnTo>
                  <a:pt x="52388" y="66675"/>
                </a:lnTo>
                <a:lnTo>
                  <a:pt x="57150" y="61913"/>
                </a:lnTo>
                <a:lnTo>
                  <a:pt x="61913" y="57150"/>
                </a:lnTo>
                <a:lnTo>
                  <a:pt x="71438" y="57150"/>
                </a:lnTo>
                <a:lnTo>
                  <a:pt x="76200" y="52388"/>
                </a:lnTo>
                <a:lnTo>
                  <a:pt x="80963" y="47625"/>
                </a:lnTo>
                <a:lnTo>
                  <a:pt x="85725" y="42863"/>
                </a:lnTo>
                <a:lnTo>
                  <a:pt x="90488" y="38100"/>
                </a:lnTo>
                <a:lnTo>
                  <a:pt x="95250" y="33338"/>
                </a:lnTo>
                <a:lnTo>
                  <a:pt x="100013" y="28575"/>
                </a:lnTo>
                <a:lnTo>
                  <a:pt x="104775" y="23813"/>
                </a:lnTo>
                <a:lnTo>
                  <a:pt x="109538" y="19050"/>
                </a:lnTo>
                <a:lnTo>
                  <a:pt x="119063" y="19050"/>
                </a:lnTo>
                <a:lnTo>
                  <a:pt x="128588" y="19050"/>
                </a:lnTo>
                <a:lnTo>
                  <a:pt x="133350" y="14288"/>
                </a:lnTo>
                <a:lnTo>
                  <a:pt x="138113" y="9525"/>
                </a:lnTo>
                <a:lnTo>
                  <a:pt x="147638" y="9525"/>
                </a:lnTo>
                <a:lnTo>
                  <a:pt x="157163" y="9525"/>
                </a:lnTo>
                <a:lnTo>
                  <a:pt x="166688" y="9525"/>
                </a:lnTo>
                <a:lnTo>
                  <a:pt x="176213" y="9525"/>
                </a:lnTo>
                <a:lnTo>
                  <a:pt x="180975" y="4763"/>
                </a:lnTo>
                <a:close/>
              </a:path>
            </a:pathLst>
          </a:custGeom>
          <a:solidFill xmlns:a="http://schemas.openxmlformats.org/drawingml/2006/main">
            <a:srgbClr val="E4E4E4"/>
          </a:solidFill>
          <a:ln xmlns:a="http://schemas.openxmlformats.org/drawingml/2006/main" w="0">
            <a:noFill/>
            <a:prstDash val="solid"/>
          </a:ln>
        </p:spPr>
      </p:sp>
      <p:sp>
        <p:nvSpPr>
          <p:cNvPr id="395" name="deep-skill-chaining-source-component-8-gradient-230-0">
            <a:extLst xmlns:a="http://schemas.openxmlformats.org/drawingml/2006/main">
              <a:ext uri="{FF2B5EF4-FFF2-40B4-BE49-F238E27FC236}">
                <a16:creationId xmlns:a16="http://schemas.microsoft.com/office/drawing/2014/main" id="{25B0EF1E-F927-4D52-916D-69478AC03782}"/>
              </a:ext>
            </a:extLst>
          </p:cNvPr>
          <p:cNvSpPr>
            <a:spLocks xmlns:a="http://schemas.openxmlformats.org/drawingml/2006/main" noGrp="1"/>
          </p:cNvSpPr>
          <p:nvPr/>
        </p:nvSpPr>
        <p:spPr>
          <a:xfrm xmlns:a="http://schemas.openxmlformats.org/drawingml/2006/main" rot="0">
            <a:off x="9391650" y="828675"/>
            <a:ext cx="352425" cy="361950"/>
          </a:xfrm>
          <a:custGeom xmlns:a="http://schemas.openxmlformats.org/drawingml/2006/main">
            <a:pathLst>
              <a:path w="352425" h="361950">
                <a:moveTo>
                  <a:pt x="152400" y="4763"/>
                </a:moveTo>
                <a:lnTo>
                  <a:pt x="157163" y="0"/>
                </a:lnTo>
                <a:lnTo>
                  <a:pt x="166688" y="0"/>
                </a:lnTo>
                <a:lnTo>
                  <a:pt x="176213" y="0"/>
                </a:lnTo>
                <a:lnTo>
                  <a:pt x="185738" y="0"/>
                </a:lnTo>
                <a:lnTo>
                  <a:pt x="195263" y="0"/>
                </a:lnTo>
                <a:lnTo>
                  <a:pt x="204788" y="0"/>
                </a:lnTo>
                <a:lnTo>
                  <a:pt x="209550" y="4763"/>
                </a:lnTo>
                <a:lnTo>
                  <a:pt x="214313" y="9525"/>
                </a:lnTo>
                <a:lnTo>
                  <a:pt x="223838" y="9525"/>
                </a:lnTo>
                <a:lnTo>
                  <a:pt x="233363" y="9525"/>
                </a:lnTo>
                <a:lnTo>
                  <a:pt x="238125" y="14288"/>
                </a:lnTo>
                <a:lnTo>
                  <a:pt x="242888" y="19050"/>
                </a:lnTo>
                <a:lnTo>
                  <a:pt x="252413" y="19050"/>
                </a:lnTo>
                <a:lnTo>
                  <a:pt x="257175" y="23813"/>
                </a:lnTo>
                <a:lnTo>
                  <a:pt x="261938" y="28575"/>
                </a:lnTo>
                <a:lnTo>
                  <a:pt x="266700" y="33338"/>
                </a:lnTo>
                <a:lnTo>
                  <a:pt x="271463" y="38100"/>
                </a:lnTo>
                <a:lnTo>
                  <a:pt x="280988" y="38100"/>
                </a:lnTo>
                <a:lnTo>
                  <a:pt x="285750" y="42863"/>
                </a:lnTo>
                <a:lnTo>
                  <a:pt x="290513" y="47625"/>
                </a:lnTo>
                <a:lnTo>
                  <a:pt x="295275" y="52388"/>
                </a:lnTo>
                <a:lnTo>
                  <a:pt x="300038" y="57150"/>
                </a:lnTo>
                <a:lnTo>
                  <a:pt x="309563" y="57150"/>
                </a:lnTo>
                <a:lnTo>
                  <a:pt x="314325" y="61913"/>
                </a:lnTo>
                <a:lnTo>
                  <a:pt x="319088" y="66675"/>
                </a:lnTo>
                <a:lnTo>
                  <a:pt x="323850" y="71438"/>
                </a:lnTo>
                <a:lnTo>
                  <a:pt x="323850" y="80963"/>
                </a:lnTo>
                <a:lnTo>
                  <a:pt x="328613" y="85725"/>
                </a:lnTo>
                <a:lnTo>
                  <a:pt x="333375" y="90488"/>
                </a:lnTo>
                <a:lnTo>
                  <a:pt x="333375" y="100013"/>
                </a:lnTo>
                <a:lnTo>
                  <a:pt x="333375" y="109538"/>
                </a:lnTo>
                <a:lnTo>
                  <a:pt x="333375" y="119063"/>
                </a:lnTo>
                <a:lnTo>
                  <a:pt x="338138" y="123825"/>
                </a:lnTo>
                <a:lnTo>
                  <a:pt x="342900" y="128588"/>
                </a:lnTo>
                <a:lnTo>
                  <a:pt x="342900" y="138113"/>
                </a:lnTo>
                <a:lnTo>
                  <a:pt x="342900" y="147638"/>
                </a:lnTo>
                <a:lnTo>
                  <a:pt x="342900" y="157163"/>
                </a:lnTo>
                <a:lnTo>
                  <a:pt x="342900" y="166688"/>
                </a:lnTo>
                <a:lnTo>
                  <a:pt x="342900" y="176213"/>
                </a:lnTo>
                <a:lnTo>
                  <a:pt x="342900" y="185738"/>
                </a:lnTo>
                <a:lnTo>
                  <a:pt x="342900" y="195263"/>
                </a:lnTo>
                <a:lnTo>
                  <a:pt x="347663" y="200025"/>
                </a:lnTo>
                <a:lnTo>
                  <a:pt x="352425" y="204788"/>
                </a:lnTo>
                <a:lnTo>
                  <a:pt x="352425" y="214313"/>
                </a:lnTo>
                <a:lnTo>
                  <a:pt x="347663" y="219075"/>
                </a:lnTo>
                <a:lnTo>
                  <a:pt x="342900" y="223838"/>
                </a:lnTo>
                <a:lnTo>
                  <a:pt x="338138" y="228600"/>
                </a:lnTo>
                <a:lnTo>
                  <a:pt x="333375" y="233363"/>
                </a:lnTo>
                <a:lnTo>
                  <a:pt x="328613" y="238125"/>
                </a:lnTo>
                <a:lnTo>
                  <a:pt x="323850" y="242888"/>
                </a:lnTo>
                <a:lnTo>
                  <a:pt x="323850" y="252413"/>
                </a:lnTo>
                <a:lnTo>
                  <a:pt x="323850" y="261938"/>
                </a:lnTo>
                <a:lnTo>
                  <a:pt x="323850" y="271463"/>
                </a:lnTo>
                <a:lnTo>
                  <a:pt x="319088" y="276225"/>
                </a:lnTo>
                <a:lnTo>
                  <a:pt x="314325" y="280988"/>
                </a:lnTo>
                <a:lnTo>
                  <a:pt x="309563" y="285750"/>
                </a:lnTo>
                <a:lnTo>
                  <a:pt x="304800" y="290513"/>
                </a:lnTo>
                <a:lnTo>
                  <a:pt x="300038" y="295275"/>
                </a:lnTo>
                <a:lnTo>
                  <a:pt x="295275" y="300038"/>
                </a:lnTo>
                <a:lnTo>
                  <a:pt x="290513" y="304800"/>
                </a:lnTo>
                <a:lnTo>
                  <a:pt x="285750" y="309563"/>
                </a:lnTo>
                <a:lnTo>
                  <a:pt x="280988" y="314325"/>
                </a:lnTo>
                <a:lnTo>
                  <a:pt x="276225" y="319088"/>
                </a:lnTo>
                <a:lnTo>
                  <a:pt x="271463" y="323850"/>
                </a:lnTo>
                <a:lnTo>
                  <a:pt x="266700" y="328613"/>
                </a:lnTo>
                <a:lnTo>
                  <a:pt x="261938" y="333375"/>
                </a:lnTo>
                <a:lnTo>
                  <a:pt x="257175" y="338138"/>
                </a:lnTo>
                <a:lnTo>
                  <a:pt x="252413" y="342900"/>
                </a:lnTo>
                <a:lnTo>
                  <a:pt x="242888" y="342900"/>
                </a:lnTo>
                <a:lnTo>
                  <a:pt x="233363" y="342900"/>
                </a:lnTo>
                <a:lnTo>
                  <a:pt x="228600" y="347663"/>
                </a:lnTo>
                <a:lnTo>
                  <a:pt x="223838" y="352425"/>
                </a:lnTo>
                <a:lnTo>
                  <a:pt x="214313" y="352425"/>
                </a:lnTo>
                <a:lnTo>
                  <a:pt x="204788" y="352425"/>
                </a:lnTo>
                <a:lnTo>
                  <a:pt x="200025" y="357188"/>
                </a:lnTo>
                <a:lnTo>
                  <a:pt x="195263" y="361950"/>
                </a:lnTo>
                <a:lnTo>
                  <a:pt x="185738" y="361950"/>
                </a:lnTo>
                <a:lnTo>
                  <a:pt x="176213" y="361950"/>
                </a:lnTo>
                <a:lnTo>
                  <a:pt x="166688" y="361950"/>
                </a:lnTo>
                <a:lnTo>
                  <a:pt x="157163" y="361950"/>
                </a:lnTo>
                <a:lnTo>
                  <a:pt x="147638" y="361950"/>
                </a:lnTo>
                <a:lnTo>
                  <a:pt x="138113" y="361950"/>
                </a:lnTo>
                <a:lnTo>
                  <a:pt x="133350" y="357188"/>
                </a:lnTo>
                <a:lnTo>
                  <a:pt x="128588" y="352425"/>
                </a:lnTo>
                <a:lnTo>
                  <a:pt x="119063" y="352425"/>
                </a:lnTo>
                <a:lnTo>
                  <a:pt x="109538" y="352425"/>
                </a:lnTo>
                <a:lnTo>
                  <a:pt x="104775" y="347663"/>
                </a:lnTo>
                <a:lnTo>
                  <a:pt x="100013" y="342900"/>
                </a:lnTo>
                <a:lnTo>
                  <a:pt x="90488" y="342900"/>
                </a:lnTo>
                <a:lnTo>
                  <a:pt x="85725" y="338138"/>
                </a:lnTo>
                <a:lnTo>
                  <a:pt x="80963" y="333375"/>
                </a:lnTo>
                <a:lnTo>
                  <a:pt x="71438" y="333375"/>
                </a:lnTo>
                <a:lnTo>
                  <a:pt x="66675" y="328613"/>
                </a:lnTo>
                <a:lnTo>
                  <a:pt x="66675" y="319088"/>
                </a:lnTo>
                <a:lnTo>
                  <a:pt x="61913" y="314325"/>
                </a:lnTo>
                <a:lnTo>
                  <a:pt x="52388" y="314325"/>
                </a:lnTo>
                <a:lnTo>
                  <a:pt x="47625" y="309563"/>
                </a:lnTo>
                <a:lnTo>
                  <a:pt x="42863" y="304800"/>
                </a:lnTo>
                <a:lnTo>
                  <a:pt x="38100" y="300038"/>
                </a:lnTo>
                <a:lnTo>
                  <a:pt x="33338" y="295275"/>
                </a:lnTo>
                <a:lnTo>
                  <a:pt x="28575" y="290513"/>
                </a:lnTo>
                <a:lnTo>
                  <a:pt x="28575" y="280988"/>
                </a:lnTo>
                <a:lnTo>
                  <a:pt x="28575" y="271463"/>
                </a:lnTo>
                <a:lnTo>
                  <a:pt x="23813" y="266700"/>
                </a:lnTo>
                <a:lnTo>
                  <a:pt x="19050" y="261938"/>
                </a:lnTo>
                <a:lnTo>
                  <a:pt x="14288" y="257175"/>
                </a:lnTo>
                <a:lnTo>
                  <a:pt x="9525" y="252413"/>
                </a:lnTo>
                <a:lnTo>
                  <a:pt x="9525" y="242888"/>
                </a:lnTo>
                <a:lnTo>
                  <a:pt x="4763" y="238125"/>
                </a:lnTo>
                <a:lnTo>
                  <a:pt x="0" y="233363"/>
                </a:lnTo>
                <a:lnTo>
                  <a:pt x="0" y="223838"/>
                </a:lnTo>
                <a:lnTo>
                  <a:pt x="0" y="214313"/>
                </a:lnTo>
                <a:lnTo>
                  <a:pt x="0" y="204788"/>
                </a:lnTo>
                <a:lnTo>
                  <a:pt x="0" y="195263"/>
                </a:lnTo>
                <a:lnTo>
                  <a:pt x="0" y="185738"/>
                </a:lnTo>
                <a:lnTo>
                  <a:pt x="0" y="176213"/>
                </a:lnTo>
                <a:lnTo>
                  <a:pt x="0" y="166688"/>
                </a:lnTo>
                <a:lnTo>
                  <a:pt x="4763" y="161925"/>
                </a:lnTo>
                <a:lnTo>
                  <a:pt x="9525" y="157163"/>
                </a:lnTo>
                <a:lnTo>
                  <a:pt x="4763" y="152400"/>
                </a:lnTo>
                <a:lnTo>
                  <a:pt x="0" y="147638"/>
                </a:lnTo>
                <a:lnTo>
                  <a:pt x="0" y="138113"/>
                </a:lnTo>
                <a:lnTo>
                  <a:pt x="0" y="128588"/>
                </a:lnTo>
                <a:lnTo>
                  <a:pt x="4763" y="123825"/>
                </a:lnTo>
                <a:lnTo>
                  <a:pt x="9525" y="119063"/>
                </a:lnTo>
                <a:lnTo>
                  <a:pt x="9525" y="109538"/>
                </a:lnTo>
                <a:lnTo>
                  <a:pt x="14288" y="104775"/>
                </a:lnTo>
                <a:lnTo>
                  <a:pt x="19050" y="100013"/>
                </a:lnTo>
                <a:lnTo>
                  <a:pt x="19050" y="90488"/>
                </a:lnTo>
                <a:lnTo>
                  <a:pt x="19050" y="80963"/>
                </a:lnTo>
                <a:lnTo>
                  <a:pt x="19050" y="71438"/>
                </a:lnTo>
                <a:lnTo>
                  <a:pt x="23813" y="66675"/>
                </a:lnTo>
                <a:lnTo>
                  <a:pt x="33338" y="66675"/>
                </a:lnTo>
                <a:lnTo>
                  <a:pt x="38100" y="61913"/>
                </a:lnTo>
                <a:lnTo>
                  <a:pt x="42863" y="57150"/>
                </a:lnTo>
                <a:lnTo>
                  <a:pt x="47625" y="52388"/>
                </a:lnTo>
                <a:lnTo>
                  <a:pt x="52388" y="47625"/>
                </a:lnTo>
                <a:lnTo>
                  <a:pt x="61913" y="47625"/>
                </a:lnTo>
                <a:lnTo>
                  <a:pt x="66675" y="42863"/>
                </a:lnTo>
                <a:lnTo>
                  <a:pt x="71438" y="38100"/>
                </a:lnTo>
                <a:lnTo>
                  <a:pt x="76200" y="33338"/>
                </a:lnTo>
                <a:lnTo>
                  <a:pt x="80963" y="28575"/>
                </a:lnTo>
                <a:lnTo>
                  <a:pt x="85725" y="23813"/>
                </a:lnTo>
                <a:lnTo>
                  <a:pt x="90488" y="19050"/>
                </a:lnTo>
                <a:lnTo>
                  <a:pt x="100013" y="19050"/>
                </a:lnTo>
                <a:lnTo>
                  <a:pt x="104775" y="14288"/>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E6E6E6"/>
          </a:solidFill>
          <a:ln xmlns:a="http://schemas.openxmlformats.org/drawingml/2006/main" w="0">
            <a:noFill/>
            <a:prstDash val="solid"/>
          </a:ln>
        </p:spPr>
      </p:sp>
      <p:sp>
        <p:nvSpPr>
          <p:cNvPr id="396" name="deep-skill-chaining-source-component-8-gradient-232-0">
            <a:extLst xmlns:a="http://schemas.openxmlformats.org/drawingml/2006/main">
              <a:ext uri="{FF2B5EF4-FFF2-40B4-BE49-F238E27FC236}">
                <a16:creationId xmlns:a16="http://schemas.microsoft.com/office/drawing/2014/main" id="{679787DB-33CD-463A-8F8D-B6B139B2CE7B}"/>
              </a:ext>
            </a:extLst>
          </p:cNvPr>
          <p:cNvSpPr>
            <a:spLocks xmlns:a="http://schemas.openxmlformats.org/drawingml/2006/main" noGrp="1"/>
          </p:cNvSpPr>
          <p:nvPr/>
        </p:nvSpPr>
        <p:spPr>
          <a:xfrm xmlns:a="http://schemas.openxmlformats.org/drawingml/2006/main" rot="0">
            <a:off x="9410700" y="838200"/>
            <a:ext cx="323850" cy="333375"/>
          </a:xfrm>
          <a:custGeom xmlns:a="http://schemas.openxmlformats.org/drawingml/2006/main">
            <a:pathLst>
              <a:path w="323850" h="333375">
                <a:moveTo>
                  <a:pt x="142875" y="4763"/>
                </a:moveTo>
                <a:lnTo>
                  <a:pt x="147638" y="0"/>
                </a:lnTo>
                <a:lnTo>
                  <a:pt x="157163" y="0"/>
                </a:lnTo>
                <a:lnTo>
                  <a:pt x="166688" y="0"/>
                </a:lnTo>
                <a:lnTo>
                  <a:pt x="176213" y="0"/>
                </a:lnTo>
                <a:lnTo>
                  <a:pt x="180975" y="4763"/>
                </a:lnTo>
                <a:lnTo>
                  <a:pt x="185738" y="9525"/>
                </a:lnTo>
                <a:lnTo>
                  <a:pt x="195263" y="9525"/>
                </a:lnTo>
                <a:lnTo>
                  <a:pt x="204788" y="9525"/>
                </a:lnTo>
                <a:lnTo>
                  <a:pt x="209550" y="14288"/>
                </a:lnTo>
                <a:lnTo>
                  <a:pt x="214313" y="19050"/>
                </a:lnTo>
                <a:lnTo>
                  <a:pt x="223838" y="19050"/>
                </a:lnTo>
                <a:lnTo>
                  <a:pt x="228600" y="23813"/>
                </a:lnTo>
                <a:lnTo>
                  <a:pt x="233363" y="28575"/>
                </a:lnTo>
                <a:lnTo>
                  <a:pt x="242888" y="28575"/>
                </a:lnTo>
                <a:lnTo>
                  <a:pt x="247650" y="33338"/>
                </a:lnTo>
                <a:lnTo>
                  <a:pt x="252413" y="38100"/>
                </a:lnTo>
                <a:lnTo>
                  <a:pt x="257175" y="42863"/>
                </a:lnTo>
                <a:lnTo>
                  <a:pt x="261938" y="47625"/>
                </a:lnTo>
                <a:lnTo>
                  <a:pt x="271463" y="47625"/>
                </a:lnTo>
                <a:lnTo>
                  <a:pt x="276225" y="52388"/>
                </a:lnTo>
                <a:lnTo>
                  <a:pt x="280988" y="57150"/>
                </a:lnTo>
                <a:lnTo>
                  <a:pt x="290513" y="57150"/>
                </a:lnTo>
                <a:lnTo>
                  <a:pt x="295275" y="61913"/>
                </a:lnTo>
                <a:lnTo>
                  <a:pt x="295275" y="71438"/>
                </a:lnTo>
                <a:lnTo>
                  <a:pt x="295275" y="80963"/>
                </a:lnTo>
                <a:lnTo>
                  <a:pt x="295275" y="90488"/>
                </a:lnTo>
                <a:lnTo>
                  <a:pt x="295275" y="100013"/>
                </a:lnTo>
                <a:lnTo>
                  <a:pt x="295275" y="109538"/>
                </a:lnTo>
                <a:lnTo>
                  <a:pt x="300038" y="114300"/>
                </a:lnTo>
                <a:lnTo>
                  <a:pt x="304800" y="119063"/>
                </a:lnTo>
                <a:lnTo>
                  <a:pt x="304800" y="128588"/>
                </a:lnTo>
                <a:lnTo>
                  <a:pt x="304800" y="138113"/>
                </a:lnTo>
                <a:lnTo>
                  <a:pt x="304800" y="147638"/>
                </a:lnTo>
                <a:lnTo>
                  <a:pt x="304800" y="157163"/>
                </a:lnTo>
                <a:lnTo>
                  <a:pt x="309563" y="161925"/>
                </a:lnTo>
                <a:lnTo>
                  <a:pt x="314325" y="166688"/>
                </a:lnTo>
                <a:lnTo>
                  <a:pt x="314325" y="176213"/>
                </a:lnTo>
                <a:lnTo>
                  <a:pt x="314325" y="185738"/>
                </a:lnTo>
                <a:lnTo>
                  <a:pt x="314325" y="195263"/>
                </a:lnTo>
                <a:lnTo>
                  <a:pt x="319088" y="200025"/>
                </a:lnTo>
                <a:lnTo>
                  <a:pt x="323850" y="204788"/>
                </a:lnTo>
                <a:lnTo>
                  <a:pt x="319088" y="209550"/>
                </a:lnTo>
                <a:lnTo>
                  <a:pt x="309563" y="209550"/>
                </a:lnTo>
                <a:lnTo>
                  <a:pt x="304800" y="214313"/>
                </a:lnTo>
                <a:lnTo>
                  <a:pt x="300038" y="219075"/>
                </a:lnTo>
                <a:lnTo>
                  <a:pt x="295275" y="223838"/>
                </a:lnTo>
                <a:lnTo>
                  <a:pt x="295275" y="233363"/>
                </a:lnTo>
                <a:lnTo>
                  <a:pt x="295275" y="242888"/>
                </a:lnTo>
                <a:lnTo>
                  <a:pt x="295275" y="252413"/>
                </a:lnTo>
                <a:lnTo>
                  <a:pt x="295275" y="261938"/>
                </a:lnTo>
                <a:lnTo>
                  <a:pt x="290513" y="266700"/>
                </a:lnTo>
                <a:lnTo>
                  <a:pt x="280988" y="266700"/>
                </a:lnTo>
                <a:lnTo>
                  <a:pt x="276225" y="271463"/>
                </a:lnTo>
                <a:lnTo>
                  <a:pt x="271463" y="276225"/>
                </a:lnTo>
                <a:lnTo>
                  <a:pt x="266700" y="280988"/>
                </a:lnTo>
                <a:lnTo>
                  <a:pt x="261938" y="285750"/>
                </a:lnTo>
                <a:lnTo>
                  <a:pt x="257175" y="290513"/>
                </a:lnTo>
                <a:lnTo>
                  <a:pt x="252413" y="295275"/>
                </a:lnTo>
                <a:lnTo>
                  <a:pt x="247650" y="300038"/>
                </a:lnTo>
                <a:lnTo>
                  <a:pt x="242888" y="304800"/>
                </a:lnTo>
                <a:lnTo>
                  <a:pt x="238125" y="309563"/>
                </a:lnTo>
                <a:lnTo>
                  <a:pt x="233363" y="314325"/>
                </a:lnTo>
                <a:lnTo>
                  <a:pt x="223838" y="314325"/>
                </a:lnTo>
                <a:lnTo>
                  <a:pt x="214313" y="314325"/>
                </a:lnTo>
                <a:lnTo>
                  <a:pt x="209550" y="319088"/>
                </a:lnTo>
                <a:lnTo>
                  <a:pt x="204788" y="323850"/>
                </a:lnTo>
                <a:lnTo>
                  <a:pt x="195263" y="323850"/>
                </a:lnTo>
                <a:lnTo>
                  <a:pt x="185738" y="323850"/>
                </a:lnTo>
                <a:lnTo>
                  <a:pt x="180975" y="328613"/>
                </a:lnTo>
                <a:lnTo>
                  <a:pt x="176213" y="333375"/>
                </a:lnTo>
                <a:lnTo>
                  <a:pt x="166688" y="333375"/>
                </a:lnTo>
                <a:lnTo>
                  <a:pt x="157163" y="333375"/>
                </a:lnTo>
                <a:lnTo>
                  <a:pt x="147638" y="333375"/>
                </a:lnTo>
                <a:lnTo>
                  <a:pt x="138113" y="333375"/>
                </a:lnTo>
                <a:lnTo>
                  <a:pt x="128588" y="333375"/>
                </a:lnTo>
                <a:lnTo>
                  <a:pt x="119063" y="333375"/>
                </a:lnTo>
                <a:lnTo>
                  <a:pt x="109538" y="333375"/>
                </a:lnTo>
                <a:lnTo>
                  <a:pt x="100013" y="333375"/>
                </a:lnTo>
                <a:lnTo>
                  <a:pt x="95250" y="328613"/>
                </a:lnTo>
                <a:lnTo>
                  <a:pt x="90488" y="323850"/>
                </a:lnTo>
                <a:lnTo>
                  <a:pt x="80963" y="323850"/>
                </a:lnTo>
                <a:lnTo>
                  <a:pt x="76200" y="319088"/>
                </a:lnTo>
                <a:lnTo>
                  <a:pt x="71438" y="314325"/>
                </a:lnTo>
                <a:lnTo>
                  <a:pt x="66675" y="309563"/>
                </a:lnTo>
                <a:lnTo>
                  <a:pt x="61913" y="304800"/>
                </a:lnTo>
                <a:lnTo>
                  <a:pt x="57150" y="300038"/>
                </a:lnTo>
                <a:lnTo>
                  <a:pt x="52388" y="295275"/>
                </a:lnTo>
                <a:lnTo>
                  <a:pt x="47625" y="290513"/>
                </a:lnTo>
                <a:lnTo>
                  <a:pt x="42863" y="285750"/>
                </a:lnTo>
                <a:lnTo>
                  <a:pt x="33338" y="285750"/>
                </a:lnTo>
                <a:lnTo>
                  <a:pt x="28575" y="280988"/>
                </a:lnTo>
                <a:lnTo>
                  <a:pt x="23813" y="276225"/>
                </a:lnTo>
                <a:lnTo>
                  <a:pt x="19050" y="271463"/>
                </a:lnTo>
                <a:lnTo>
                  <a:pt x="19050" y="261938"/>
                </a:lnTo>
                <a:lnTo>
                  <a:pt x="14288" y="257175"/>
                </a:lnTo>
                <a:lnTo>
                  <a:pt x="9525" y="252413"/>
                </a:lnTo>
                <a:lnTo>
                  <a:pt x="9525" y="242888"/>
                </a:lnTo>
                <a:lnTo>
                  <a:pt x="4763" y="238125"/>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4763" y="104775"/>
                </a:lnTo>
                <a:lnTo>
                  <a:pt x="9525" y="100013"/>
                </a:lnTo>
                <a:lnTo>
                  <a:pt x="9525" y="90488"/>
                </a:lnTo>
                <a:lnTo>
                  <a:pt x="14288" y="85725"/>
                </a:lnTo>
                <a:lnTo>
                  <a:pt x="19050" y="80963"/>
                </a:lnTo>
                <a:lnTo>
                  <a:pt x="19050" y="71438"/>
                </a:lnTo>
                <a:lnTo>
                  <a:pt x="23813" y="66675"/>
                </a:lnTo>
                <a:lnTo>
                  <a:pt x="28575" y="61913"/>
                </a:lnTo>
                <a:lnTo>
                  <a:pt x="33338" y="57150"/>
                </a:lnTo>
                <a:lnTo>
                  <a:pt x="38100" y="52388"/>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100013" y="19050"/>
                </a:lnTo>
                <a:lnTo>
                  <a:pt x="109538" y="19050"/>
                </a:lnTo>
                <a:lnTo>
                  <a:pt x="114300" y="14288"/>
                </a:lnTo>
                <a:lnTo>
                  <a:pt x="119063" y="9525"/>
                </a:lnTo>
                <a:lnTo>
                  <a:pt x="128588" y="9525"/>
                </a:lnTo>
                <a:lnTo>
                  <a:pt x="138113" y="9525"/>
                </a:lnTo>
                <a:lnTo>
                  <a:pt x="142875" y="4763"/>
                </a:lnTo>
                <a:close/>
              </a:path>
            </a:pathLst>
          </a:custGeom>
          <a:solidFill xmlns:a="http://schemas.openxmlformats.org/drawingml/2006/main">
            <a:srgbClr val="E8E8E8"/>
          </a:solidFill>
          <a:ln xmlns:a="http://schemas.openxmlformats.org/drawingml/2006/main" w="0">
            <a:noFill/>
            <a:prstDash val="solid"/>
          </a:ln>
        </p:spPr>
      </p:sp>
      <p:sp>
        <p:nvSpPr>
          <p:cNvPr id="397" name="deep-skill-chaining-source-component-8-gradient-234-0">
            <a:extLst xmlns:a="http://schemas.openxmlformats.org/drawingml/2006/main">
              <a:ext uri="{FF2B5EF4-FFF2-40B4-BE49-F238E27FC236}">
                <a16:creationId xmlns:a16="http://schemas.microsoft.com/office/drawing/2014/main" id="{F73BD063-EBA8-4B83-BA12-9AAB982F4223}"/>
              </a:ext>
            </a:extLst>
          </p:cNvPr>
          <p:cNvSpPr>
            <a:spLocks xmlns:a="http://schemas.openxmlformats.org/drawingml/2006/main" noGrp="1"/>
          </p:cNvSpPr>
          <p:nvPr/>
        </p:nvSpPr>
        <p:spPr>
          <a:xfrm xmlns:a="http://schemas.openxmlformats.org/drawingml/2006/main" rot="0">
            <a:off x="9420225" y="857250"/>
            <a:ext cx="295275" cy="304800"/>
          </a:xfrm>
          <a:custGeom xmlns:a="http://schemas.openxmlformats.org/drawingml/2006/main">
            <a:pathLst>
              <a:path w="295275" h="304800">
                <a:moveTo>
                  <a:pt x="123825" y="4763"/>
                </a:moveTo>
                <a:lnTo>
                  <a:pt x="128588" y="0"/>
                </a:lnTo>
                <a:lnTo>
                  <a:pt x="138113" y="0"/>
                </a:lnTo>
                <a:lnTo>
                  <a:pt x="147638" y="0"/>
                </a:lnTo>
                <a:lnTo>
                  <a:pt x="157163" y="0"/>
                </a:lnTo>
                <a:lnTo>
                  <a:pt x="161925" y="4763"/>
                </a:lnTo>
                <a:lnTo>
                  <a:pt x="166688" y="9525"/>
                </a:lnTo>
                <a:lnTo>
                  <a:pt x="176213" y="9525"/>
                </a:lnTo>
                <a:lnTo>
                  <a:pt x="185738" y="9525"/>
                </a:lnTo>
                <a:lnTo>
                  <a:pt x="195263" y="9525"/>
                </a:lnTo>
                <a:lnTo>
                  <a:pt x="204788" y="9525"/>
                </a:lnTo>
                <a:lnTo>
                  <a:pt x="209550" y="14288"/>
                </a:lnTo>
                <a:lnTo>
                  <a:pt x="214313" y="19050"/>
                </a:lnTo>
                <a:lnTo>
                  <a:pt x="219075" y="23813"/>
                </a:lnTo>
                <a:lnTo>
                  <a:pt x="223838" y="28575"/>
                </a:lnTo>
                <a:lnTo>
                  <a:pt x="228600" y="33338"/>
                </a:lnTo>
                <a:lnTo>
                  <a:pt x="233363" y="38100"/>
                </a:lnTo>
                <a:lnTo>
                  <a:pt x="242888" y="38100"/>
                </a:lnTo>
                <a:lnTo>
                  <a:pt x="252413" y="38100"/>
                </a:lnTo>
                <a:lnTo>
                  <a:pt x="257175" y="42863"/>
                </a:lnTo>
                <a:lnTo>
                  <a:pt x="257175" y="52388"/>
                </a:lnTo>
                <a:lnTo>
                  <a:pt x="261938" y="57150"/>
                </a:lnTo>
                <a:lnTo>
                  <a:pt x="266700" y="61913"/>
                </a:lnTo>
                <a:lnTo>
                  <a:pt x="266700" y="71438"/>
                </a:lnTo>
                <a:lnTo>
                  <a:pt x="266700" y="80963"/>
                </a:lnTo>
                <a:lnTo>
                  <a:pt x="271463" y="85725"/>
                </a:lnTo>
                <a:lnTo>
                  <a:pt x="276225" y="90488"/>
                </a:lnTo>
                <a:lnTo>
                  <a:pt x="276225" y="100013"/>
                </a:lnTo>
                <a:lnTo>
                  <a:pt x="276225" y="109538"/>
                </a:lnTo>
                <a:lnTo>
                  <a:pt x="280988" y="114300"/>
                </a:lnTo>
                <a:lnTo>
                  <a:pt x="285750" y="119063"/>
                </a:lnTo>
                <a:lnTo>
                  <a:pt x="285750" y="128588"/>
                </a:lnTo>
                <a:lnTo>
                  <a:pt x="285750" y="138113"/>
                </a:lnTo>
                <a:lnTo>
                  <a:pt x="285750" y="147638"/>
                </a:lnTo>
                <a:lnTo>
                  <a:pt x="285750" y="157163"/>
                </a:lnTo>
                <a:lnTo>
                  <a:pt x="285750" y="166688"/>
                </a:lnTo>
                <a:lnTo>
                  <a:pt x="285750" y="176213"/>
                </a:lnTo>
                <a:lnTo>
                  <a:pt x="290513" y="180975"/>
                </a:lnTo>
                <a:lnTo>
                  <a:pt x="295275" y="185738"/>
                </a:lnTo>
                <a:lnTo>
                  <a:pt x="290513" y="190500"/>
                </a:lnTo>
                <a:lnTo>
                  <a:pt x="285750" y="195263"/>
                </a:lnTo>
                <a:lnTo>
                  <a:pt x="280988" y="200025"/>
                </a:lnTo>
                <a:lnTo>
                  <a:pt x="276225" y="204788"/>
                </a:lnTo>
                <a:lnTo>
                  <a:pt x="271463" y="209550"/>
                </a:lnTo>
                <a:lnTo>
                  <a:pt x="266700" y="214313"/>
                </a:lnTo>
                <a:lnTo>
                  <a:pt x="261938" y="219075"/>
                </a:lnTo>
                <a:lnTo>
                  <a:pt x="257175" y="223838"/>
                </a:lnTo>
                <a:lnTo>
                  <a:pt x="257175" y="233363"/>
                </a:lnTo>
                <a:lnTo>
                  <a:pt x="257175" y="242888"/>
                </a:lnTo>
                <a:lnTo>
                  <a:pt x="252413" y="247650"/>
                </a:lnTo>
                <a:lnTo>
                  <a:pt x="242888" y="247650"/>
                </a:lnTo>
                <a:lnTo>
                  <a:pt x="238125" y="252413"/>
                </a:lnTo>
                <a:lnTo>
                  <a:pt x="233363" y="257175"/>
                </a:lnTo>
                <a:lnTo>
                  <a:pt x="228600" y="261938"/>
                </a:lnTo>
                <a:lnTo>
                  <a:pt x="228600" y="271463"/>
                </a:lnTo>
                <a:lnTo>
                  <a:pt x="223838" y="276225"/>
                </a:lnTo>
                <a:lnTo>
                  <a:pt x="214313" y="276225"/>
                </a:lnTo>
                <a:lnTo>
                  <a:pt x="209550" y="280988"/>
                </a:lnTo>
                <a:lnTo>
                  <a:pt x="204788" y="285750"/>
                </a:lnTo>
                <a:lnTo>
                  <a:pt x="195263" y="285750"/>
                </a:lnTo>
                <a:lnTo>
                  <a:pt x="185738" y="285750"/>
                </a:lnTo>
                <a:lnTo>
                  <a:pt x="180975" y="290513"/>
                </a:lnTo>
                <a:lnTo>
                  <a:pt x="176213" y="295275"/>
                </a:lnTo>
                <a:lnTo>
                  <a:pt x="166688" y="295275"/>
                </a:lnTo>
                <a:lnTo>
                  <a:pt x="157163" y="295275"/>
                </a:lnTo>
                <a:lnTo>
                  <a:pt x="147638" y="295275"/>
                </a:lnTo>
                <a:lnTo>
                  <a:pt x="142875" y="300038"/>
                </a:lnTo>
                <a:lnTo>
                  <a:pt x="138113" y="304800"/>
                </a:lnTo>
                <a:lnTo>
                  <a:pt x="128588" y="304800"/>
                </a:lnTo>
                <a:lnTo>
                  <a:pt x="119063" y="304800"/>
                </a:lnTo>
                <a:lnTo>
                  <a:pt x="109538" y="304800"/>
                </a:lnTo>
                <a:lnTo>
                  <a:pt x="104775" y="300038"/>
                </a:lnTo>
                <a:lnTo>
                  <a:pt x="100013" y="295275"/>
                </a:lnTo>
                <a:lnTo>
                  <a:pt x="90488" y="295275"/>
                </a:lnTo>
                <a:lnTo>
                  <a:pt x="80963" y="295275"/>
                </a:lnTo>
                <a:lnTo>
                  <a:pt x="76200" y="290513"/>
                </a:lnTo>
                <a:lnTo>
                  <a:pt x="71438" y="285750"/>
                </a:lnTo>
                <a:lnTo>
                  <a:pt x="66675" y="280988"/>
                </a:lnTo>
                <a:lnTo>
                  <a:pt x="61913" y="276225"/>
                </a:lnTo>
                <a:lnTo>
                  <a:pt x="57150" y="271463"/>
                </a:lnTo>
                <a:lnTo>
                  <a:pt x="52388" y="266700"/>
                </a:lnTo>
                <a:lnTo>
                  <a:pt x="47625" y="261938"/>
                </a:lnTo>
                <a:lnTo>
                  <a:pt x="42863" y="257175"/>
                </a:lnTo>
                <a:lnTo>
                  <a:pt x="33338" y="257175"/>
                </a:lnTo>
                <a:lnTo>
                  <a:pt x="28575" y="252413"/>
                </a:lnTo>
                <a:lnTo>
                  <a:pt x="23813" y="247650"/>
                </a:lnTo>
                <a:lnTo>
                  <a:pt x="19050" y="242888"/>
                </a:lnTo>
                <a:lnTo>
                  <a:pt x="19050" y="233363"/>
                </a:lnTo>
                <a:lnTo>
                  <a:pt x="14288" y="228600"/>
                </a:lnTo>
                <a:lnTo>
                  <a:pt x="9525" y="223838"/>
                </a:lnTo>
                <a:lnTo>
                  <a:pt x="4763" y="219075"/>
                </a:lnTo>
                <a:lnTo>
                  <a:pt x="0" y="214313"/>
                </a:lnTo>
                <a:lnTo>
                  <a:pt x="0" y="204788"/>
                </a:lnTo>
                <a:lnTo>
                  <a:pt x="0" y="195263"/>
                </a:lnTo>
                <a:lnTo>
                  <a:pt x="0" y="185738"/>
                </a:lnTo>
                <a:lnTo>
                  <a:pt x="0" y="176213"/>
                </a:lnTo>
                <a:lnTo>
                  <a:pt x="0" y="166688"/>
                </a:lnTo>
                <a:lnTo>
                  <a:pt x="0" y="157163"/>
                </a:lnTo>
                <a:lnTo>
                  <a:pt x="4763" y="152400"/>
                </a:lnTo>
                <a:lnTo>
                  <a:pt x="9525" y="147638"/>
                </a:lnTo>
                <a:lnTo>
                  <a:pt x="9525" y="138113"/>
                </a:lnTo>
                <a:lnTo>
                  <a:pt x="9525" y="128588"/>
                </a:lnTo>
                <a:lnTo>
                  <a:pt x="9525" y="119063"/>
                </a:lnTo>
                <a:lnTo>
                  <a:pt x="9525" y="109538"/>
                </a:lnTo>
                <a:lnTo>
                  <a:pt x="4763" y="104775"/>
                </a:lnTo>
                <a:lnTo>
                  <a:pt x="0" y="100013"/>
                </a:lnTo>
                <a:lnTo>
                  <a:pt x="4763" y="95250"/>
                </a:lnTo>
                <a:lnTo>
                  <a:pt x="9525" y="90488"/>
                </a:lnTo>
                <a:lnTo>
                  <a:pt x="9525" y="80963"/>
                </a:lnTo>
                <a:lnTo>
                  <a:pt x="14288" y="76200"/>
                </a:lnTo>
                <a:lnTo>
                  <a:pt x="19050" y="71438"/>
                </a:lnTo>
                <a:lnTo>
                  <a:pt x="19050" y="61913"/>
                </a:lnTo>
                <a:lnTo>
                  <a:pt x="23813" y="57150"/>
                </a:lnTo>
                <a:lnTo>
                  <a:pt x="28575" y="52388"/>
                </a:lnTo>
                <a:lnTo>
                  <a:pt x="33338" y="47625"/>
                </a:lnTo>
                <a:lnTo>
                  <a:pt x="38100" y="42863"/>
                </a:lnTo>
                <a:lnTo>
                  <a:pt x="42863" y="38100"/>
                </a:lnTo>
                <a:lnTo>
                  <a:pt x="47625" y="33338"/>
                </a:lnTo>
                <a:lnTo>
                  <a:pt x="52388" y="28575"/>
                </a:lnTo>
                <a:lnTo>
                  <a:pt x="61913" y="28575"/>
                </a:lnTo>
                <a:lnTo>
                  <a:pt x="66675" y="23813"/>
                </a:lnTo>
                <a:lnTo>
                  <a:pt x="71438" y="19050"/>
                </a:lnTo>
                <a:lnTo>
                  <a:pt x="76200" y="14288"/>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EAEAEA"/>
          </a:solidFill>
          <a:ln xmlns:a="http://schemas.openxmlformats.org/drawingml/2006/main" w="0">
            <a:noFill/>
            <a:prstDash val="solid"/>
          </a:ln>
        </p:spPr>
      </p:sp>
      <p:sp>
        <p:nvSpPr>
          <p:cNvPr id="398" name="deep-skill-chaining-source-component-8-gradient-236-0">
            <a:extLst xmlns:a="http://schemas.openxmlformats.org/drawingml/2006/main">
              <a:ext uri="{FF2B5EF4-FFF2-40B4-BE49-F238E27FC236}">
                <a16:creationId xmlns:a16="http://schemas.microsoft.com/office/drawing/2014/main" id="{3DAE4F26-3441-4893-81D9-3F0FE27FE166}"/>
              </a:ext>
            </a:extLst>
          </p:cNvPr>
          <p:cNvSpPr>
            <a:spLocks xmlns:a="http://schemas.openxmlformats.org/drawingml/2006/main" noGrp="1"/>
          </p:cNvSpPr>
          <p:nvPr/>
        </p:nvSpPr>
        <p:spPr>
          <a:xfrm xmlns:a="http://schemas.openxmlformats.org/drawingml/2006/main" rot="0">
            <a:off x="9439275" y="866775"/>
            <a:ext cx="257175" cy="276225"/>
          </a:xfrm>
          <a:custGeom xmlns:a="http://schemas.openxmlformats.org/drawingml/2006/main">
            <a:pathLst>
              <a:path w="257175" h="276225">
                <a:moveTo>
                  <a:pt x="114300" y="4763"/>
                </a:moveTo>
                <a:lnTo>
                  <a:pt x="119063" y="0"/>
                </a:lnTo>
                <a:lnTo>
                  <a:pt x="123825" y="4763"/>
                </a:lnTo>
                <a:lnTo>
                  <a:pt x="128588" y="9525"/>
                </a:lnTo>
                <a:lnTo>
                  <a:pt x="138113" y="9525"/>
                </a:lnTo>
                <a:lnTo>
                  <a:pt x="147638" y="9525"/>
                </a:lnTo>
                <a:lnTo>
                  <a:pt x="157163" y="9525"/>
                </a:lnTo>
                <a:lnTo>
                  <a:pt x="166688" y="9525"/>
                </a:lnTo>
                <a:lnTo>
                  <a:pt x="171450" y="14288"/>
                </a:lnTo>
                <a:lnTo>
                  <a:pt x="176213" y="19050"/>
                </a:lnTo>
                <a:lnTo>
                  <a:pt x="185738" y="19050"/>
                </a:lnTo>
                <a:lnTo>
                  <a:pt x="190500" y="23813"/>
                </a:lnTo>
                <a:lnTo>
                  <a:pt x="195263" y="28575"/>
                </a:lnTo>
                <a:lnTo>
                  <a:pt x="200025" y="33338"/>
                </a:lnTo>
                <a:lnTo>
                  <a:pt x="204788" y="38100"/>
                </a:lnTo>
                <a:lnTo>
                  <a:pt x="209550" y="42863"/>
                </a:lnTo>
                <a:lnTo>
                  <a:pt x="214313" y="47625"/>
                </a:lnTo>
                <a:lnTo>
                  <a:pt x="219075" y="52388"/>
                </a:lnTo>
                <a:lnTo>
                  <a:pt x="223838" y="57150"/>
                </a:lnTo>
                <a:lnTo>
                  <a:pt x="228600" y="61913"/>
                </a:lnTo>
                <a:lnTo>
                  <a:pt x="228600" y="71438"/>
                </a:lnTo>
                <a:lnTo>
                  <a:pt x="233363" y="76200"/>
                </a:lnTo>
                <a:lnTo>
                  <a:pt x="238125" y="80963"/>
                </a:lnTo>
                <a:lnTo>
                  <a:pt x="238125" y="90488"/>
                </a:lnTo>
                <a:lnTo>
                  <a:pt x="242888" y="95250"/>
                </a:lnTo>
                <a:lnTo>
                  <a:pt x="247650" y="100013"/>
                </a:lnTo>
                <a:lnTo>
                  <a:pt x="247650" y="109538"/>
                </a:lnTo>
                <a:lnTo>
                  <a:pt x="252413" y="114300"/>
                </a:lnTo>
                <a:lnTo>
                  <a:pt x="257175" y="119063"/>
                </a:lnTo>
                <a:lnTo>
                  <a:pt x="257175" y="128588"/>
                </a:lnTo>
                <a:lnTo>
                  <a:pt x="257175" y="138113"/>
                </a:lnTo>
                <a:lnTo>
                  <a:pt x="257175" y="147638"/>
                </a:lnTo>
                <a:lnTo>
                  <a:pt x="257175" y="157163"/>
                </a:lnTo>
                <a:lnTo>
                  <a:pt x="257175" y="166688"/>
                </a:lnTo>
                <a:lnTo>
                  <a:pt x="257175" y="176213"/>
                </a:lnTo>
                <a:lnTo>
                  <a:pt x="252413" y="180975"/>
                </a:lnTo>
                <a:lnTo>
                  <a:pt x="247650" y="185738"/>
                </a:lnTo>
                <a:lnTo>
                  <a:pt x="242888" y="190500"/>
                </a:lnTo>
                <a:lnTo>
                  <a:pt x="238125" y="195263"/>
                </a:lnTo>
                <a:lnTo>
                  <a:pt x="233363" y="200025"/>
                </a:lnTo>
                <a:lnTo>
                  <a:pt x="228600" y="204788"/>
                </a:lnTo>
                <a:lnTo>
                  <a:pt x="223838" y="209550"/>
                </a:lnTo>
                <a:lnTo>
                  <a:pt x="219075" y="214313"/>
                </a:lnTo>
                <a:lnTo>
                  <a:pt x="219075" y="223838"/>
                </a:lnTo>
                <a:lnTo>
                  <a:pt x="214313" y="228600"/>
                </a:lnTo>
                <a:lnTo>
                  <a:pt x="209550" y="233363"/>
                </a:lnTo>
                <a:lnTo>
                  <a:pt x="204788" y="238125"/>
                </a:lnTo>
                <a:lnTo>
                  <a:pt x="200025" y="242888"/>
                </a:lnTo>
                <a:lnTo>
                  <a:pt x="195263" y="247650"/>
                </a:lnTo>
                <a:lnTo>
                  <a:pt x="190500" y="252413"/>
                </a:lnTo>
                <a:lnTo>
                  <a:pt x="185738" y="257175"/>
                </a:lnTo>
                <a:lnTo>
                  <a:pt x="180975" y="261938"/>
                </a:lnTo>
                <a:lnTo>
                  <a:pt x="176213" y="266700"/>
                </a:lnTo>
                <a:lnTo>
                  <a:pt x="166688" y="266700"/>
                </a:lnTo>
                <a:lnTo>
                  <a:pt x="157163" y="266700"/>
                </a:lnTo>
                <a:lnTo>
                  <a:pt x="152400" y="271463"/>
                </a:lnTo>
                <a:lnTo>
                  <a:pt x="147638" y="276225"/>
                </a:lnTo>
                <a:lnTo>
                  <a:pt x="138113" y="276225"/>
                </a:lnTo>
                <a:lnTo>
                  <a:pt x="128588" y="276225"/>
                </a:lnTo>
                <a:lnTo>
                  <a:pt x="119063" y="276225"/>
                </a:lnTo>
                <a:lnTo>
                  <a:pt x="109538" y="276225"/>
                </a:lnTo>
                <a:lnTo>
                  <a:pt x="100013" y="276225"/>
                </a:lnTo>
                <a:lnTo>
                  <a:pt x="90488" y="276225"/>
                </a:lnTo>
                <a:lnTo>
                  <a:pt x="85725" y="271463"/>
                </a:lnTo>
                <a:lnTo>
                  <a:pt x="80963" y="266700"/>
                </a:lnTo>
                <a:lnTo>
                  <a:pt x="71438" y="266700"/>
                </a:lnTo>
                <a:lnTo>
                  <a:pt x="61913" y="266700"/>
                </a:lnTo>
                <a:lnTo>
                  <a:pt x="57150" y="261938"/>
                </a:lnTo>
                <a:lnTo>
                  <a:pt x="52388" y="257175"/>
                </a:lnTo>
                <a:lnTo>
                  <a:pt x="47625" y="252413"/>
                </a:lnTo>
                <a:lnTo>
                  <a:pt x="42863" y="247650"/>
                </a:lnTo>
                <a:lnTo>
                  <a:pt x="38100" y="242888"/>
                </a:lnTo>
                <a:lnTo>
                  <a:pt x="33338" y="238125"/>
                </a:lnTo>
                <a:lnTo>
                  <a:pt x="23813" y="238125"/>
                </a:lnTo>
                <a:lnTo>
                  <a:pt x="19050" y="233363"/>
                </a:lnTo>
                <a:lnTo>
                  <a:pt x="14288" y="228600"/>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4763" y="76200"/>
                </a:lnTo>
                <a:lnTo>
                  <a:pt x="9525" y="71438"/>
                </a:lnTo>
                <a:lnTo>
                  <a:pt x="9525" y="61913"/>
                </a:lnTo>
                <a:lnTo>
                  <a:pt x="14288" y="57150"/>
                </a:lnTo>
                <a:lnTo>
                  <a:pt x="19050" y="52388"/>
                </a:lnTo>
                <a:lnTo>
                  <a:pt x="23813" y="47625"/>
                </a:lnTo>
                <a:lnTo>
                  <a:pt x="28575" y="42863"/>
                </a:lnTo>
                <a:lnTo>
                  <a:pt x="28575" y="33338"/>
                </a:lnTo>
                <a:lnTo>
                  <a:pt x="33338" y="28575"/>
                </a:lnTo>
                <a:lnTo>
                  <a:pt x="42863" y="28575"/>
                </a:lnTo>
                <a:lnTo>
                  <a:pt x="52388" y="28575"/>
                </a:lnTo>
                <a:lnTo>
                  <a:pt x="57150" y="23813"/>
                </a:lnTo>
                <a:lnTo>
                  <a:pt x="61913" y="19050"/>
                </a:lnTo>
                <a:lnTo>
                  <a:pt x="71438" y="19050"/>
                </a:lnTo>
                <a:lnTo>
                  <a:pt x="80963" y="19050"/>
                </a:lnTo>
                <a:lnTo>
                  <a:pt x="85725" y="14288"/>
                </a:lnTo>
                <a:lnTo>
                  <a:pt x="90488" y="9525"/>
                </a:lnTo>
                <a:lnTo>
                  <a:pt x="100013" y="9525"/>
                </a:lnTo>
                <a:lnTo>
                  <a:pt x="109538" y="9525"/>
                </a:lnTo>
                <a:lnTo>
                  <a:pt x="114300" y="4763"/>
                </a:lnTo>
                <a:close/>
              </a:path>
            </a:pathLst>
          </a:custGeom>
          <a:solidFill xmlns:a="http://schemas.openxmlformats.org/drawingml/2006/main">
            <a:srgbClr val="ECECEC"/>
          </a:solidFill>
          <a:ln xmlns:a="http://schemas.openxmlformats.org/drawingml/2006/main" w="0">
            <a:noFill/>
            <a:prstDash val="solid"/>
          </a:ln>
        </p:spPr>
      </p:sp>
      <p:sp>
        <p:nvSpPr>
          <p:cNvPr id="399" name="deep-skill-chaining-source-component-8-gradient-238-0">
            <a:extLst xmlns:a="http://schemas.openxmlformats.org/drawingml/2006/main">
              <a:ext uri="{FF2B5EF4-FFF2-40B4-BE49-F238E27FC236}">
                <a16:creationId xmlns:a16="http://schemas.microsoft.com/office/drawing/2014/main" id="{1D5D1F4B-32AF-43AA-96D5-71B5A9BAC55D}"/>
              </a:ext>
            </a:extLst>
          </p:cNvPr>
          <p:cNvSpPr>
            <a:spLocks xmlns:a="http://schemas.openxmlformats.org/drawingml/2006/main" noGrp="1"/>
          </p:cNvSpPr>
          <p:nvPr/>
        </p:nvSpPr>
        <p:spPr>
          <a:xfrm xmlns:a="http://schemas.openxmlformats.org/drawingml/2006/main" rot="0">
            <a:off x="9448800" y="885825"/>
            <a:ext cx="228600" cy="247650"/>
          </a:xfrm>
          <a:custGeom xmlns:a="http://schemas.openxmlformats.org/drawingml/2006/main">
            <a:pathLst>
              <a:path w="228600" h="247650">
                <a:moveTo>
                  <a:pt x="95250" y="4763"/>
                </a:moveTo>
                <a:lnTo>
                  <a:pt x="100013" y="0"/>
                </a:lnTo>
                <a:lnTo>
                  <a:pt x="109538" y="0"/>
                </a:lnTo>
                <a:lnTo>
                  <a:pt x="119063" y="0"/>
                </a:lnTo>
                <a:lnTo>
                  <a:pt x="123825" y="4763"/>
                </a:lnTo>
                <a:lnTo>
                  <a:pt x="128588" y="9525"/>
                </a:lnTo>
                <a:lnTo>
                  <a:pt x="138113" y="9525"/>
                </a:lnTo>
                <a:lnTo>
                  <a:pt x="147638" y="9525"/>
                </a:lnTo>
                <a:lnTo>
                  <a:pt x="157163" y="9525"/>
                </a:lnTo>
                <a:lnTo>
                  <a:pt x="166688" y="9525"/>
                </a:lnTo>
                <a:lnTo>
                  <a:pt x="171450" y="14288"/>
                </a:lnTo>
                <a:lnTo>
                  <a:pt x="171450" y="23813"/>
                </a:lnTo>
                <a:lnTo>
                  <a:pt x="176213" y="28575"/>
                </a:lnTo>
                <a:lnTo>
                  <a:pt x="180975" y="33338"/>
                </a:lnTo>
                <a:lnTo>
                  <a:pt x="185738" y="38100"/>
                </a:lnTo>
                <a:lnTo>
                  <a:pt x="195263" y="38100"/>
                </a:lnTo>
                <a:lnTo>
                  <a:pt x="200025" y="42863"/>
                </a:lnTo>
                <a:lnTo>
                  <a:pt x="200025" y="52388"/>
                </a:lnTo>
                <a:lnTo>
                  <a:pt x="204788" y="57150"/>
                </a:lnTo>
                <a:lnTo>
                  <a:pt x="209550" y="61913"/>
                </a:lnTo>
                <a:lnTo>
                  <a:pt x="214313" y="66675"/>
                </a:lnTo>
                <a:lnTo>
                  <a:pt x="219075" y="71438"/>
                </a:lnTo>
                <a:lnTo>
                  <a:pt x="219075" y="80963"/>
                </a:lnTo>
                <a:lnTo>
                  <a:pt x="219075" y="90488"/>
                </a:lnTo>
                <a:lnTo>
                  <a:pt x="223838" y="95250"/>
                </a:lnTo>
                <a:lnTo>
                  <a:pt x="228600" y="100013"/>
                </a:lnTo>
                <a:lnTo>
                  <a:pt x="228600" y="109538"/>
                </a:lnTo>
                <a:lnTo>
                  <a:pt x="228600" y="119063"/>
                </a:lnTo>
                <a:lnTo>
                  <a:pt x="228600" y="128588"/>
                </a:lnTo>
                <a:lnTo>
                  <a:pt x="228600" y="138113"/>
                </a:lnTo>
                <a:lnTo>
                  <a:pt x="228600" y="147638"/>
                </a:lnTo>
                <a:lnTo>
                  <a:pt x="228600" y="157163"/>
                </a:lnTo>
                <a:lnTo>
                  <a:pt x="223838" y="161925"/>
                </a:lnTo>
                <a:lnTo>
                  <a:pt x="219075" y="166688"/>
                </a:lnTo>
                <a:lnTo>
                  <a:pt x="214313" y="171450"/>
                </a:lnTo>
                <a:lnTo>
                  <a:pt x="209550" y="176213"/>
                </a:lnTo>
                <a:lnTo>
                  <a:pt x="204788" y="180975"/>
                </a:lnTo>
                <a:lnTo>
                  <a:pt x="200025" y="185738"/>
                </a:lnTo>
                <a:lnTo>
                  <a:pt x="200025" y="195263"/>
                </a:lnTo>
                <a:lnTo>
                  <a:pt x="195263" y="200025"/>
                </a:lnTo>
                <a:lnTo>
                  <a:pt x="190500" y="204788"/>
                </a:lnTo>
                <a:lnTo>
                  <a:pt x="185738" y="209550"/>
                </a:lnTo>
                <a:lnTo>
                  <a:pt x="180975" y="214313"/>
                </a:lnTo>
                <a:lnTo>
                  <a:pt x="176213" y="219075"/>
                </a:lnTo>
                <a:lnTo>
                  <a:pt x="171450" y="223838"/>
                </a:lnTo>
                <a:lnTo>
                  <a:pt x="166688" y="228600"/>
                </a:lnTo>
                <a:lnTo>
                  <a:pt x="157163" y="228600"/>
                </a:lnTo>
                <a:lnTo>
                  <a:pt x="152400" y="233363"/>
                </a:lnTo>
                <a:lnTo>
                  <a:pt x="147638" y="238125"/>
                </a:lnTo>
                <a:lnTo>
                  <a:pt x="142875" y="242888"/>
                </a:lnTo>
                <a:lnTo>
                  <a:pt x="138113" y="247650"/>
                </a:lnTo>
                <a:lnTo>
                  <a:pt x="128588" y="247650"/>
                </a:lnTo>
                <a:lnTo>
                  <a:pt x="119063" y="247650"/>
                </a:lnTo>
                <a:lnTo>
                  <a:pt x="109538" y="247650"/>
                </a:lnTo>
                <a:lnTo>
                  <a:pt x="104775" y="242888"/>
                </a:lnTo>
                <a:lnTo>
                  <a:pt x="100013" y="238125"/>
                </a:lnTo>
                <a:lnTo>
                  <a:pt x="90488" y="238125"/>
                </a:lnTo>
                <a:lnTo>
                  <a:pt x="80963" y="238125"/>
                </a:lnTo>
                <a:lnTo>
                  <a:pt x="71438" y="238125"/>
                </a:lnTo>
                <a:lnTo>
                  <a:pt x="66675" y="233363"/>
                </a:lnTo>
                <a:lnTo>
                  <a:pt x="61913" y="228600"/>
                </a:lnTo>
                <a:lnTo>
                  <a:pt x="52388" y="228600"/>
                </a:lnTo>
                <a:lnTo>
                  <a:pt x="47625" y="223838"/>
                </a:lnTo>
                <a:lnTo>
                  <a:pt x="42863" y="219075"/>
                </a:lnTo>
                <a:lnTo>
                  <a:pt x="33338" y="219075"/>
                </a:lnTo>
                <a:lnTo>
                  <a:pt x="28575" y="214313"/>
                </a:lnTo>
                <a:lnTo>
                  <a:pt x="28575" y="204788"/>
                </a:lnTo>
                <a:lnTo>
                  <a:pt x="23813" y="200025"/>
                </a:lnTo>
                <a:lnTo>
                  <a:pt x="19050" y="195263"/>
                </a:lnTo>
                <a:lnTo>
                  <a:pt x="14288" y="190500"/>
                </a:lnTo>
                <a:lnTo>
                  <a:pt x="9525" y="185738"/>
                </a:lnTo>
                <a:lnTo>
                  <a:pt x="9525" y="176213"/>
                </a:lnTo>
                <a:lnTo>
                  <a:pt x="9525" y="166688"/>
                </a:lnTo>
                <a:lnTo>
                  <a:pt x="9525" y="157163"/>
                </a:lnTo>
                <a:lnTo>
                  <a:pt x="4763" y="152400"/>
                </a:lnTo>
                <a:lnTo>
                  <a:pt x="0" y="147638"/>
                </a:lnTo>
                <a:lnTo>
                  <a:pt x="0" y="138113"/>
                </a:lnTo>
                <a:lnTo>
                  <a:pt x="0" y="128588"/>
                </a:lnTo>
                <a:lnTo>
                  <a:pt x="4763" y="123825"/>
                </a:lnTo>
                <a:lnTo>
                  <a:pt x="9525" y="119063"/>
                </a:lnTo>
                <a:lnTo>
                  <a:pt x="9525" y="109538"/>
                </a:lnTo>
                <a:lnTo>
                  <a:pt x="9525" y="100013"/>
                </a:lnTo>
                <a:lnTo>
                  <a:pt x="9525" y="90488"/>
                </a:lnTo>
                <a:lnTo>
                  <a:pt x="4763" y="85725"/>
                </a:lnTo>
                <a:lnTo>
                  <a:pt x="0" y="80963"/>
                </a:lnTo>
                <a:lnTo>
                  <a:pt x="0" y="71438"/>
                </a:lnTo>
                <a:lnTo>
                  <a:pt x="4763" y="66675"/>
                </a:lnTo>
                <a:lnTo>
                  <a:pt x="9525" y="61913"/>
                </a:lnTo>
                <a:lnTo>
                  <a:pt x="9525" y="52388"/>
                </a:lnTo>
                <a:lnTo>
                  <a:pt x="14288" y="47625"/>
                </a:lnTo>
                <a:lnTo>
                  <a:pt x="19050" y="42863"/>
                </a:lnTo>
                <a:lnTo>
                  <a:pt x="23813" y="38100"/>
                </a:lnTo>
                <a:lnTo>
                  <a:pt x="28575" y="33338"/>
                </a:lnTo>
                <a:lnTo>
                  <a:pt x="33338" y="28575"/>
                </a:lnTo>
                <a:lnTo>
                  <a:pt x="38100" y="23813"/>
                </a:lnTo>
                <a:lnTo>
                  <a:pt x="42863" y="19050"/>
                </a:lnTo>
                <a:lnTo>
                  <a:pt x="47625" y="14288"/>
                </a:lnTo>
                <a:lnTo>
                  <a:pt x="52388" y="9525"/>
                </a:lnTo>
                <a:lnTo>
                  <a:pt x="61913" y="9525"/>
                </a:lnTo>
                <a:lnTo>
                  <a:pt x="71438" y="9525"/>
                </a:lnTo>
                <a:lnTo>
                  <a:pt x="80963" y="9525"/>
                </a:lnTo>
                <a:lnTo>
                  <a:pt x="90488" y="9525"/>
                </a:lnTo>
                <a:lnTo>
                  <a:pt x="95250" y="4763"/>
                </a:lnTo>
                <a:close/>
              </a:path>
            </a:pathLst>
          </a:custGeom>
          <a:solidFill xmlns:a="http://schemas.openxmlformats.org/drawingml/2006/main">
            <a:srgbClr val="EEEEEE"/>
          </a:solidFill>
          <a:ln xmlns:a="http://schemas.openxmlformats.org/drawingml/2006/main" w="0">
            <a:noFill/>
            <a:prstDash val="solid"/>
          </a:ln>
        </p:spPr>
      </p:sp>
      <p:sp>
        <p:nvSpPr>
          <p:cNvPr id="400" name="deep-skill-chaining-source-component-8-gradient-240-0">
            <a:extLst xmlns:a="http://schemas.openxmlformats.org/drawingml/2006/main">
              <a:ext uri="{FF2B5EF4-FFF2-40B4-BE49-F238E27FC236}">
                <a16:creationId xmlns:a16="http://schemas.microsoft.com/office/drawing/2014/main" id="{A2378F5C-E621-4B41-BF1F-A4CF313528E1}"/>
              </a:ext>
            </a:extLst>
          </p:cNvPr>
          <p:cNvSpPr>
            <a:spLocks xmlns:a="http://schemas.openxmlformats.org/drawingml/2006/main" noGrp="1"/>
          </p:cNvSpPr>
          <p:nvPr/>
        </p:nvSpPr>
        <p:spPr>
          <a:xfrm xmlns:a="http://schemas.openxmlformats.org/drawingml/2006/main" rot="0">
            <a:off x="9458325" y="895350"/>
            <a:ext cx="209550" cy="219075"/>
          </a:xfrm>
          <a:custGeom xmlns:a="http://schemas.openxmlformats.org/drawingml/2006/main">
            <a:pathLst>
              <a:path w="209550" h="219075">
                <a:moveTo>
                  <a:pt x="95250" y="4763"/>
                </a:moveTo>
                <a:lnTo>
                  <a:pt x="100013" y="0"/>
                </a:lnTo>
                <a:lnTo>
                  <a:pt x="104775" y="4763"/>
                </a:lnTo>
                <a:lnTo>
                  <a:pt x="109538" y="9525"/>
                </a:lnTo>
                <a:lnTo>
                  <a:pt x="119063" y="9525"/>
                </a:lnTo>
                <a:lnTo>
                  <a:pt x="128588" y="9525"/>
                </a:lnTo>
                <a:lnTo>
                  <a:pt x="133350" y="14288"/>
                </a:lnTo>
                <a:lnTo>
                  <a:pt x="138113" y="19050"/>
                </a:lnTo>
                <a:lnTo>
                  <a:pt x="147638" y="19050"/>
                </a:lnTo>
                <a:lnTo>
                  <a:pt x="152400" y="23813"/>
                </a:lnTo>
                <a:lnTo>
                  <a:pt x="157163" y="28575"/>
                </a:lnTo>
                <a:lnTo>
                  <a:pt x="161925" y="33338"/>
                </a:lnTo>
                <a:lnTo>
                  <a:pt x="166688" y="38100"/>
                </a:lnTo>
                <a:lnTo>
                  <a:pt x="171450" y="42863"/>
                </a:lnTo>
                <a:lnTo>
                  <a:pt x="176213" y="47625"/>
                </a:lnTo>
                <a:lnTo>
                  <a:pt x="180975" y="52388"/>
                </a:lnTo>
                <a:lnTo>
                  <a:pt x="185738" y="57150"/>
                </a:lnTo>
                <a:lnTo>
                  <a:pt x="190500" y="61913"/>
                </a:lnTo>
                <a:lnTo>
                  <a:pt x="190500" y="71438"/>
                </a:lnTo>
                <a:lnTo>
                  <a:pt x="195263" y="76200"/>
                </a:lnTo>
                <a:lnTo>
                  <a:pt x="200025" y="80963"/>
                </a:lnTo>
                <a:lnTo>
                  <a:pt x="200025" y="90488"/>
                </a:lnTo>
                <a:lnTo>
                  <a:pt x="200025" y="100013"/>
                </a:lnTo>
                <a:lnTo>
                  <a:pt x="204788" y="104775"/>
                </a:lnTo>
                <a:lnTo>
                  <a:pt x="209550" y="109538"/>
                </a:lnTo>
                <a:lnTo>
                  <a:pt x="209550" y="119063"/>
                </a:lnTo>
                <a:lnTo>
                  <a:pt x="209550" y="128588"/>
                </a:lnTo>
                <a:lnTo>
                  <a:pt x="209550" y="138113"/>
                </a:lnTo>
                <a:lnTo>
                  <a:pt x="209550" y="147638"/>
                </a:lnTo>
                <a:lnTo>
                  <a:pt x="204788" y="152400"/>
                </a:lnTo>
                <a:lnTo>
                  <a:pt x="195263" y="152400"/>
                </a:lnTo>
                <a:lnTo>
                  <a:pt x="190500" y="157163"/>
                </a:lnTo>
                <a:lnTo>
                  <a:pt x="190500" y="166688"/>
                </a:lnTo>
                <a:lnTo>
                  <a:pt x="185738" y="171450"/>
                </a:lnTo>
                <a:lnTo>
                  <a:pt x="180975" y="176213"/>
                </a:lnTo>
                <a:lnTo>
                  <a:pt x="176213" y="180975"/>
                </a:lnTo>
                <a:lnTo>
                  <a:pt x="171450" y="185738"/>
                </a:lnTo>
                <a:lnTo>
                  <a:pt x="166688" y="190500"/>
                </a:lnTo>
                <a:lnTo>
                  <a:pt x="161925" y="195263"/>
                </a:lnTo>
                <a:lnTo>
                  <a:pt x="157163" y="200025"/>
                </a:lnTo>
                <a:lnTo>
                  <a:pt x="147638" y="200025"/>
                </a:lnTo>
                <a:lnTo>
                  <a:pt x="142875" y="204788"/>
                </a:lnTo>
                <a:lnTo>
                  <a:pt x="138113" y="209550"/>
                </a:lnTo>
                <a:lnTo>
                  <a:pt x="133350" y="214313"/>
                </a:lnTo>
                <a:lnTo>
                  <a:pt x="128588" y="219075"/>
                </a:lnTo>
                <a:lnTo>
                  <a:pt x="119063" y="219075"/>
                </a:lnTo>
                <a:lnTo>
                  <a:pt x="109538" y="219075"/>
                </a:lnTo>
                <a:lnTo>
                  <a:pt x="100013" y="219075"/>
                </a:lnTo>
                <a:lnTo>
                  <a:pt x="90488" y="219075"/>
                </a:lnTo>
                <a:lnTo>
                  <a:pt x="80963" y="219075"/>
                </a:lnTo>
                <a:lnTo>
                  <a:pt x="76200" y="214313"/>
                </a:lnTo>
                <a:lnTo>
                  <a:pt x="71438" y="209550"/>
                </a:lnTo>
                <a:lnTo>
                  <a:pt x="61913" y="209550"/>
                </a:lnTo>
                <a:lnTo>
                  <a:pt x="52388" y="209550"/>
                </a:lnTo>
                <a:lnTo>
                  <a:pt x="42863" y="209550"/>
                </a:lnTo>
                <a:lnTo>
                  <a:pt x="38100" y="204788"/>
                </a:lnTo>
                <a:lnTo>
                  <a:pt x="38100" y="195263"/>
                </a:lnTo>
                <a:lnTo>
                  <a:pt x="33338" y="190500"/>
                </a:lnTo>
                <a:lnTo>
                  <a:pt x="28575" y="185738"/>
                </a:lnTo>
                <a:lnTo>
                  <a:pt x="23813" y="180975"/>
                </a:lnTo>
                <a:lnTo>
                  <a:pt x="19050" y="176213"/>
                </a:lnTo>
                <a:lnTo>
                  <a:pt x="19050" y="166688"/>
                </a:lnTo>
                <a:lnTo>
                  <a:pt x="19050" y="157163"/>
                </a:lnTo>
                <a:lnTo>
                  <a:pt x="14288" y="152400"/>
                </a:lnTo>
                <a:lnTo>
                  <a:pt x="9525" y="147638"/>
                </a:lnTo>
                <a:lnTo>
                  <a:pt x="9525" y="138113"/>
                </a:lnTo>
                <a:lnTo>
                  <a:pt x="9525" y="128588"/>
                </a:lnTo>
                <a:lnTo>
                  <a:pt x="9525" y="119063"/>
                </a:lnTo>
                <a:lnTo>
                  <a:pt x="9525" y="109538"/>
                </a:lnTo>
                <a:lnTo>
                  <a:pt x="9525" y="100013"/>
                </a:lnTo>
                <a:lnTo>
                  <a:pt x="9525" y="90488"/>
                </a:lnTo>
                <a:lnTo>
                  <a:pt x="9525" y="80963"/>
                </a:lnTo>
                <a:lnTo>
                  <a:pt x="9525" y="71438"/>
                </a:lnTo>
                <a:lnTo>
                  <a:pt x="4763" y="66675"/>
                </a:lnTo>
                <a:lnTo>
                  <a:pt x="0" y="61913"/>
                </a:lnTo>
                <a:lnTo>
                  <a:pt x="4763" y="57150"/>
                </a:lnTo>
                <a:lnTo>
                  <a:pt x="9525" y="52388"/>
                </a:lnTo>
                <a:lnTo>
                  <a:pt x="14288" y="47625"/>
                </a:lnTo>
                <a:lnTo>
                  <a:pt x="19050" y="42863"/>
                </a:lnTo>
                <a:lnTo>
                  <a:pt x="23813" y="38100"/>
                </a:lnTo>
                <a:lnTo>
                  <a:pt x="28575" y="33338"/>
                </a:lnTo>
                <a:lnTo>
                  <a:pt x="33338" y="28575"/>
                </a:lnTo>
                <a:lnTo>
                  <a:pt x="42863" y="28575"/>
                </a:lnTo>
                <a:lnTo>
                  <a:pt x="47625" y="23813"/>
                </a:lnTo>
                <a:lnTo>
                  <a:pt x="52388" y="19050"/>
                </a:lnTo>
                <a:lnTo>
                  <a:pt x="61913" y="19050"/>
                </a:lnTo>
                <a:lnTo>
                  <a:pt x="66675" y="14288"/>
                </a:lnTo>
                <a:lnTo>
                  <a:pt x="71438" y="9525"/>
                </a:lnTo>
                <a:lnTo>
                  <a:pt x="80963" y="9525"/>
                </a:lnTo>
                <a:lnTo>
                  <a:pt x="90488" y="9525"/>
                </a:lnTo>
                <a:lnTo>
                  <a:pt x="95250" y="4763"/>
                </a:lnTo>
                <a:close/>
              </a:path>
            </a:pathLst>
          </a:custGeom>
          <a:solidFill xmlns:a="http://schemas.openxmlformats.org/drawingml/2006/main">
            <a:srgbClr val="F0F0F0"/>
          </a:solidFill>
          <a:ln xmlns:a="http://schemas.openxmlformats.org/drawingml/2006/main" w="0">
            <a:noFill/>
            <a:prstDash val="solid"/>
          </a:ln>
        </p:spPr>
      </p:sp>
      <p:sp>
        <p:nvSpPr>
          <p:cNvPr id="401" name="deep-skill-chaining-source-component-8-gradient-242-0">
            <a:extLst xmlns:a="http://schemas.openxmlformats.org/drawingml/2006/main">
              <a:ext uri="{FF2B5EF4-FFF2-40B4-BE49-F238E27FC236}">
                <a16:creationId xmlns:a16="http://schemas.microsoft.com/office/drawing/2014/main" id="{FC5D2850-5938-45F0-A892-EB9C53DB89E0}"/>
              </a:ext>
            </a:extLst>
          </p:cNvPr>
          <p:cNvSpPr>
            <a:spLocks xmlns:a="http://schemas.openxmlformats.org/drawingml/2006/main" noGrp="1"/>
          </p:cNvSpPr>
          <p:nvPr/>
        </p:nvSpPr>
        <p:spPr>
          <a:xfrm xmlns:a="http://schemas.openxmlformats.org/drawingml/2006/main" rot="0">
            <a:off x="9467850" y="923925"/>
            <a:ext cx="180975" cy="180975"/>
          </a:xfrm>
          <a:custGeom xmlns:a="http://schemas.openxmlformats.org/drawingml/2006/main">
            <a:pathLst>
              <a:path w="180975" h="180975">
                <a:moveTo>
                  <a:pt x="47625" y="4763"/>
                </a:moveTo>
                <a:lnTo>
                  <a:pt x="52388" y="0"/>
                </a:lnTo>
                <a:lnTo>
                  <a:pt x="61913" y="0"/>
                </a:lnTo>
                <a:lnTo>
                  <a:pt x="71438" y="0"/>
                </a:lnTo>
                <a:lnTo>
                  <a:pt x="80963" y="0"/>
                </a:lnTo>
                <a:lnTo>
                  <a:pt x="90488" y="0"/>
                </a:lnTo>
                <a:lnTo>
                  <a:pt x="100013" y="0"/>
                </a:lnTo>
                <a:lnTo>
                  <a:pt x="109538" y="0"/>
                </a:lnTo>
                <a:lnTo>
                  <a:pt x="119063" y="0"/>
                </a:lnTo>
                <a:lnTo>
                  <a:pt x="128588" y="0"/>
                </a:lnTo>
                <a:lnTo>
                  <a:pt x="133350" y="4763"/>
                </a:lnTo>
                <a:lnTo>
                  <a:pt x="138113" y="9525"/>
                </a:lnTo>
                <a:lnTo>
                  <a:pt x="142875" y="14288"/>
                </a:lnTo>
                <a:lnTo>
                  <a:pt x="147638" y="19050"/>
                </a:lnTo>
                <a:lnTo>
                  <a:pt x="152400" y="23813"/>
                </a:lnTo>
                <a:lnTo>
                  <a:pt x="157163" y="28575"/>
                </a:lnTo>
                <a:lnTo>
                  <a:pt x="161925" y="33338"/>
                </a:lnTo>
                <a:lnTo>
                  <a:pt x="161925" y="42863"/>
                </a:lnTo>
                <a:lnTo>
                  <a:pt x="166688" y="47625"/>
                </a:lnTo>
                <a:lnTo>
                  <a:pt x="171450" y="52388"/>
                </a:lnTo>
                <a:lnTo>
                  <a:pt x="176213" y="57150"/>
                </a:lnTo>
                <a:lnTo>
                  <a:pt x="180975" y="61913"/>
                </a:lnTo>
                <a:lnTo>
                  <a:pt x="180975" y="71438"/>
                </a:lnTo>
                <a:lnTo>
                  <a:pt x="180975" y="80963"/>
                </a:lnTo>
                <a:lnTo>
                  <a:pt x="180975" y="90488"/>
                </a:lnTo>
                <a:lnTo>
                  <a:pt x="180975" y="100013"/>
                </a:lnTo>
                <a:lnTo>
                  <a:pt x="180975" y="109538"/>
                </a:lnTo>
                <a:lnTo>
                  <a:pt x="180975" y="119063"/>
                </a:lnTo>
                <a:lnTo>
                  <a:pt x="176213" y="123825"/>
                </a:lnTo>
                <a:lnTo>
                  <a:pt x="171450" y="128588"/>
                </a:lnTo>
                <a:lnTo>
                  <a:pt x="166688" y="133350"/>
                </a:lnTo>
                <a:lnTo>
                  <a:pt x="161925" y="138113"/>
                </a:lnTo>
                <a:lnTo>
                  <a:pt x="157163" y="142875"/>
                </a:lnTo>
                <a:lnTo>
                  <a:pt x="152400" y="147638"/>
                </a:lnTo>
                <a:lnTo>
                  <a:pt x="147638" y="152400"/>
                </a:lnTo>
                <a:lnTo>
                  <a:pt x="138113" y="152400"/>
                </a:lnTo>
                <a:lnTo>
                  <a:pt x="133350" y="157163"/>
                </a:lnTo>
                <a:lnTo>
                  <a:pt x="128588" y="161925"/>
                </a:lnTo>
                <a:lnTo>
                  <a:pt x="123825" y="166688"/>
                </a:lnTo>
                <a:lnTo>
                  <a:pt x="119063" y="171450"/>
                </a:lnTo>
                <a:lnTo>
                  <a:pt x="109538" y="171450"/>
                </a:lnTo>
                <a:lnTo>
                  <a:pt x="100013" y="171450"/>
                </a:lnTo>
                <a:lnTo>
                  <a:pt x="95250" y="176213"/>
                </a:lnTo>
                <a:lnTo>
                  <a:pt x="90488" y="180975"/>
                </a:lnTo>
                <a:lnTo>
                  <a:pt x="85725" y="176213"/>
                </a:lnTo>
                <a:lnTo>
                  <a:pt x="80963" y="171450"/>
                </a:lnTo>
                <a:lnTo>
                  <a:pt x="71438" y="171450"/>
                </a:lnTo>
                <a:lnTo>
                  <a:pt x="61913" y="171450"/>
                </a:lnTo>
                <a:lnTo>
                  <a:pt x="52388" y="171450"/>
                </a:lnTo>
                <a:lnTo>
                  <a:pt x="47625" y="166688"/>
                </a:lnTo>
                <a:lnTo>
                  <a:pt x="42863" y="161925"/>
                </a:lnTo>
                <a:lnTo>
                  <a:pt x="33338" y="161925"/>
                </a:lnTo>
                <a:lnTo>
                  <a:pt x="28575" y="157163"/>
                </a:lnTo>
                <a:lnTo>
                  <a:pt x="28575" y="147638"/>
                </a:lnTo>
                <a:lnTo>
                  <a:pt x="23813" y="142875"/>
                </a:lnTo>
                <a:lnTo>
                  <a:pt x="19050" y="138113"/>
                </a:lnTo>
                <a:lnTo>
                  <a:pt x="19050" y="128588"/>
                </a:lnTo>
                <a:lnTo>
                  <a:pt x="19050" y="119063"/>
                </a:lnTo>
                <a:lnTo>
                  <a:pt x="19050" y="109538"/>
                </a:lnTo>
                <a:lnTo>
                  <a:pt x="14288" y="104775"/>
                </a:lnTo>
                <a:lnTo>
                  <a:pt x="9525" y="100013"/>
                </a:lnTo>
                <a:lnTo>
                  <a:pt x="9525" y="90488"/>
                </a:lnTo>
                <a:lnTo>
                  <a:pt x="9525" y="80963"/>
                </a:lnTo>
                <a:lnTo>
                  <a:pt x="9525" y="71438"/>
                </a:lnTo>
                <a:lnTo>
                  <a:pt x="9525" y="61913"/>
                </a:lnTo>
                <a:lnTo>
                  <a:pt x="9525" y="52388"/>
                </a:lnTo>
                <a:lnTo>
                  <a:pt x="9525" y="42863"/>
                </a:lnTo>
                <a:lnTo>
                  <a:pt x="4763" y="38100"/>
                </a:lnTo>
                <a:lnTo>
                  <a:pt x="0" y="33338"/>
                </a:lnTo>
                <a:lnTo>
                  <a:pt x="4763" y="28575"/>
                </a:lnTo>
                <a:lnTo>
                  <a:pt x="14288" y="28575"/>
                </a:lnTo>
                <a:lnTo>
                  <a:pt x="19050" y="23813"/>
                </a:lnTo>
                <a:lnTo>
                  <a:pt x="23813" y="19050"/>
                </a:lnTo>
                <a:lnTo>
                  <a:pt x="33338" y="19050"/>
                </a:lnTo>
                <a:lnTo>
                  <a:pt x="38100" y="14288"/>
                </a:lnTo>
                <a:lnTo>
                  <a:pt x="42863" y="9525"/>
                </a:lnTo>
                <a:lnTo>
                  <a:pt x="47625" y="4763"/>
                </a:lnTo>
                <a:close/>
              </a:path>
            </a:pathLst>
          </a:custGeom>
          <a:solidFill xmlns:a="http://schemas.openxmlformats.org/drawingml/2006/main">
            <a:srgbClr val="F2F2F2"/>
          </a:solidFill>
          <a:ln xmlns:a="http://schemas.openxmlformats.org/drawingml/2006/main" w="0">
            <a:noFill/>
            <a:prstDash val="solid"/>
          </a:ln>
        </p:spPr>
      </p:sp>
      <p:sp>
        <p:nvSpPr>
          <p:cNvPr id="402" name="deep-skill-chaining-source-component-8-gradient-244-0">
            <a:extLst xmlns:a="http://schemas.openxmlformats.org/drawingml/2006/main">
              <a:ext uri="{FF2B5EF4-FFF2-40B4-BE49-F238E27FC236}">
                <a16:creationId xmlns:a16="http://schemas.microsoft.com/office/drawing/2014/main" id="{DC049E90-4F2C-4127-8BA8-4F98BA06D37A}"/>
              </a:ext>
            </a:extLst>
          </p:cNvPr>
          <p:cNvSpPr>
            <a:spLocks xmlns:a="http://schemas.openxmlformats.org/drawingml/2006/main" noGrp="1"/>
          </p:cNvSpPr>
          <p:nvPr/>
        </p:nvSpPr>
        <p:spPr>
          <a:xfrm xmlns:a="http://schemas.openxmlformats.org/drawingml/2006/main" rot="0">
            <a:off x="9486900" y="933450"/>
            <a:ext cx="152400" cy="152400"/>
          </a:xfrm>
          <a:custGeom xmlns:a="http://schemas.openxmlformats.org/drawingml/2006/main">
            <a:pathLst>
              <a:path w="152400" h="152400">
                <a:moveTo>
                  <a:pt x="38100" y="4763"/>
                </a:moveTo>
                <a:lnTo>
                  <a:pt x="42863" y="0"/>
                </a:lnTo>
                <a:lnTo>
                  <a:pt x="52388" y="0"/>
                </a:lnTo>
                <a:lnTo>
                  <a:pt x="61913" y="0"/>
                </a:lnTo>
                <a:lnTo>
                  <a:pt x="71438" y="0"/>
                </a:lnTo>
                <a:lnTo>
                  <a:pt x="80963" y="0"/>
                </a:lnTo>
                <a:lnTo>
                  <a:pt x="90488" y="0"/>
                </a:lnTo>
                <a:lnTo>
                  <a:pt x="100013" y="0"/>
                </a:lnTo>
                <a:lnTo>
                  <a:pt x="104775" y="4763"/>
                </a:lnTo>
                <a:lnTo>
                  <a:pt x="109538" y="9525"/>
                </a:lnTo>
                <a:lnTo>
                  <a:pt x="114300" y="14288"/>
                </a:lnTo>
                <a:lnTo>
                  <a:pt x="119063" y="19050"/>
                </a:lnTo>
                <a:lnTo>
                  <a:pt x="128588" y="19050"/>
                </a:lnTo>
                <a:lnTo>
                  <a:pt x="133350" y="23813"/>
                </a:lnTo>
                <a:lnTo>
                  <a:pt x="133350" y="33338"/>
                </a:lnTo>
                <a:lnTo>
                  <a:pt x="133350" y="42863"/>
                </a:lnTo>
                <a:lnTo>
                  <a:pt x="138113" y="47625"/>
                </a:lnTo>
                <a:lnTo>
                  <a:pt x="142875" y="52388"/>
                </a:lnTo>
                <a:lnTo>
                  <a:pt x="142875" y="61913"/>
                </a:lnTo>
                <a:lnTo>
                  <a:pt x="142875" y="71438"/>
                </a:lnTo>
                <a:lnTo>
                  <a:pt x="147638" y="76200"/>
                </a:lnTo>
                <a:lnTo>
                  <a:pt x="152400" y="80963"/>
                </a:lnTo>
                <a:lnTo>
                  <a:pt x="152400" y="90488"/>
                </a:lnTo>
                <a:lnTo>
                  <a:pt x="147638" y="95250"/>
                </a:lnTo>
                <a:lnTo>
                  <a:pt x="142875" y="100013"/>
                </a:lnTo>
                <a:lnTo>
                  <a:pt x="142875" y="109538"/>
                </a:lnTo>
                <a:lnTo>
                  <a:pt x="138113" y="114300"/>
                </a:lnTo>
                <a:lnTo>
                  <a:pt x="133350" y="119063"/>
                </a:lnTo>
                <a:lnTo>
                  <a:pt x="128588" y="123825"/>
                </a:lnTo>
                <a:lnTo>
                  <a:pt x="123825" y="128588"/>
                </a:lnTo>
                <a:lnTo>
                  <a:pt x="119063" y="133350"/>
                </a:lnTo>
                <a:lnTo>
                  <a:pt x="114300" y="138113"/>
                </a:lnTo>
                <a:lnTo>
                  <a:pt x="109538" y="142875"/>
                </a:lnTo>
                <a:lnTo>
                  <a:pt x="100013" y="142875"/>
                </a:lnTo>
                <a:lnTo>
                  <a:pt x="95250" y="147638"/>
                </a:lnTo>
                <a:lnTo>
                  <a:pt x="90488" y="152400"/>
                </a:lnTo>
                <a:lnTo>
                  <a:pt x="80963" y="152400"/>
                </a:lnTo>
                <a:lnTo>
                  <a:pt x="71438" y="152400"/>
                </a:lnTo>
                <a:lnTo>
                  <a:pt x="61913" y="152400"/>
                </a:lnTo>
                <a:lnTo>
                  <a:pt x="52388" y="152400"/>
                </a:lnTo>
                <a:lnTo>
                  <a:pt x="42863" y="152400"/>
                </a:lnTo>
                <a:lnTo>
                  <a:pt x="38100" y="147638"/>
                </a:lnTo>
                <a:lnTo>
                  <a:pt x="33338" y="142875"/>
                </a:lnTo>
                <a:lnTo>
                  <a:pt x="23813" y="142875"/>
                </a:lnTo>
                <a:lnTo>
                  <a:pt x="19050" y="138113"/>
                </a:lnTo>
                <a:lnTo>
                  <a:pt x="19050" y="128588"/>
                </a:lnTo>
                <a:lnTo>
                  <a:pt x="14288" y="123825"/>
                </a:lnTo>
                <a:lnTo>
                  <a:pt x="9525" y="119063"/>
                </a:lnTo>
                <a:lnTo>
                  <a:pt x="9525" y="109538"/>
                </a:lnTo>
                <a:lnTo>
                  <a:pt x="9525" y="100013"/>
                </a:lnTo>
                <a:lnTo>
                  <a:pt x="9525" y="90488"/>
                </a:lnTo>
                <a:lnTo>
                  <a:pt x="9525" y="80963"/>
                </a:lnTo>
                <a:lnTo>
                  <a:pt x="9525" y="71438"/>
                </a:lnTo>
                <a:lnTo>
                  <a:pt x="4763" y="66675"/>
                </a:lnTo>
                <a:lnTo>
                  <a:pt x="0" y="61913"/>
                </a:lnTo>
                <a:lnTo>
                  <a:pt x="0" y="52388"/>
                </a:lnTo>
                <a:lnTo>
                  <a:pt x="0" y="42863"/>
                </a:lnTo>
                <a:lnTo>
                  <a:pt x="4763" y="38100"/>
                </a:lnTo>
                <a:lnTo>
                  <a:pt x="9525" y="33338"/>
                </a:lnTo>
                <a:lnTo>
                  <a:pt x="9525" y="23813"/>
                </a:lnTo>
                <a:lnTo>
                  <a:pt x="14288" y="19050"/>
                </a:lnTo>
                <a:lnTo>
                  <a:pt x="23813" y="19050"/>
                </a:lnTo>
                <a:lnTo>
                  <a:pt x="28575" y="14288"/>
                </a:lnTo>
                <a:lnTo>
                  <a:pt x="33338" y="9525"/>
                </a:lnTo>
                <a:lnTo>
                  <a:pt x="38100" y="4763"/>
                </a:lnTo>
                <a:close/>
              </a:path>
            </a:pathLst>
          </a:custGeom>
          <a:solidFill xmlns:a="http://schemas.openxmlformats.org/drawingml/2006/main">
            <a:srgbClr val="F4F4F4"/>
          </a:solidFill>
          <a:ln xmlns:a="http://schemas.openxmlformats.org/drawingml/2006/main" w="0">
            <a:noFill/>
            <a:prstDash val="solid"/>
          </a:ln>
        </p:spPr>
      </p:sp>
      <p:sp>
        <p:nvSpPr>
          <p:cNvPr id="403" name="deep-skill-chaining-source-component-8-gradient-246-0">
            <a:extLst xmlns:a="http://schemas.openxmlformats.org/drawingml/2006/main">
              <a:ext uri="{FF2B5EF4-FFF2-40B4-BE49-F238E27FC236}">
                <a16:creationId xmlns:a16="http://schemas.microsoft.com/office/drawing/2014/main" id="{0DD7A9A2-8D3B-43CF-AD09-4E156C92CEA8}"/>
              </a:ext>
            </a:extLst>
          </p:cNvPr>
          <p:cNvSpPr>
            <a:spLocks xmlns:a="http://schemas.openxmlformats.org/drawingml/2006/main" noGrp="1"/>
          </p:cNvSpPr>
          <p:nvPr/>
        </p:nvSpPr>
        <p:spPr>
          <a:xfrm xmlns:a="http://schemas.openxmlformats.org/drawingml/2006/main" rot="0">
            <a:off x="9496425" y="942975"/>
            <a:ext cx="123825" cy="133350"/>
          </a:xfrm>
          <a:custGeom xmlns:a="http://schemas.openxmlformats.org/drawingml/2006/main">
            <a:pathLst>
              <a:path w="123825" h="133350">
                <a:moveTo>
                  <a:pt x="47625" y="4763"/>
                </a:moveTo>
                <a:lnTo>
                  <a:pt x="52388" y="0"/>
                </a:lnTo>
                <a:lnTo>
                  <a:pt x="61913" y="0"/>
                </a:lnTo>
                <a:lnTo>
                  <a:pt x="71438" y="0"/>
                </a:lnTo>
                <a:lnTo>
                  <a:pt x="76200" y="4763"/>
                </a:lnTo>
                <a:lnTo>
                  <a:pt x="80963" y="9525"/>
                </a:lnTo>
                <a:lnTo>
                  <a:pt x="90488" y="9525"/>
                </a:lnTo>
                <a:lnTo>
                  <a:pt x="100013" y="9525"/>
                </a:lnTo>
                <a:lnTo>
                  <a:pt x="104775" y="14288"/>
                </a:lnTo>
                <a:lnTo>
                  <a:pt x="104775" y="23813"/>
                </a:lnTo>
                <a:lnTo>
                  <a:pt x="104775" y="33338"/>
                </a:lnTo>
                <a:lnTo>
                  <a:pt x="109538" y="38100"/>
                </a:lnTo>
                <a:lnTo>
                  <a:pt x="114300" y="42863"/>
                </a:lnTo>
                <a:lnTo>
                  <a:pt x="114300" y="52388"/>
                </a:lnTo>
                <a:lnTo>
                  <a:pt x="119063" y="57150"/>
                </a:lnTo>
                <a:lnTo>
                  <a:pt x="123825" y="61913"/>
                </a:lnTo>
                <a:lnTo>
                  <a:pt x="123825" y="71438"/>
                </a:lnTo>
                <a:lnTo>
                  <a:pt x="123825" y="80963"/>
                </a:lnTo>
                <a:lnTo>
                  <a:pt x="123825" y="90488"/>
                </a:lnTo>
                <a:lnTo>
                  <a:pt x="123825" y="100013"/>
                </a:lnTo>
                <a:lnTo>
                  <a:pt x="119063" y="104775"/>
                </a:lnTo>
                <a:lnTo>
                  <a:pt x="109538" y="104775"/>
                </a:lnTo>
                <a:lnTo>
                  <a:pt x="104775" y="109538"/>
                </a:lnTo>
                <a:lnTo>
                  <a:pt x="100013" y="114300"/>
                </a:lnTo>
                <a:lnTo>
                  <a:pt x="95250" y="119063"/>
                </a:lnTo>
                <a:lnTo>
                  <a:pt x="90488" y="123825"/>
                </a:lnTo>
                <a:lnTo>
                  <a:pt x="80963" y="123825"/>
                </a:lnTo>
                <a:lnTo>
                  <a:pt x="71438" y="123825"/>
                </a:lnTo>
                <a:lnTo>
                  <a:pt x="66675" y="128588"/>
                </a:lnTo>
                <a:lnTo>
                  <a:pt x="61913" y="133350"/>
                </a:lnTo>
                <a:lnTo>
                  <a:pt x="52388" y="133350"/>
                </a:lnTo>
                <a:lnTo>
                  <a:pt x="42863" y="133350"/>
                </a:lnTo>
                <a:lnTo>
                  <a:pt x="33338" y="133350"/>
                </a:lnTo>
                <a:lnTo>
                  <a:pt x="28575" y="128588"/>
                </a:lnTo>
                <a:lnTo>
                  <a:pt x="28575" y="119063"/>
                </a:lnTo>
                <a:lnTo>
                  <a:pt x="23813" y="114300"/>
                </a:lnTo>
                <a:lnTo>
                  <a:pt x="19050" y="109538"/>
                </a:lnTo>
                <a:lnTo>
                  <a:pt x="14288" y="104775"/>
                </a:lnTo>
                <a:lnTo>
                  <a:pt x="9525" y="100013"/>
                </a:lnTo>
                <a:lnTo>
                  <a:pt x="9525" y="90488"/>
                </a:lnTo>
                <a:lnTo>
                  <a:pt x="9525" y="80963"/>
                </a:lnTo>
                <a:lnTo>
                  <a:pt x="9525" y="71438"/>
                </a:lnTo>
                <a:lnTo>
                  <a:pt x="9525" y="61913"/>
                </a:lnTo>
                <a:lnTo>
                  <a:pt x="4763" y="57150"/>
                </a:lnTo>
                <a:lnTo>
                  <a:pt x="0" y="52388"/>
                </a:lnTo>
                <a:lnTo>
                  <a:pt x="0" y="42863"/>
                </a:lnTo>
                <a:lnTo>
                  <a:pt x="4763" y="38100"/>
                </a:lnTo>
                <a:lnTo>
                  <a:pt x="9525" y="33338"/>
                </a:lnTo>
                <a:lnTo>
                  <a:pt x="14288" y="28575"/>
                </a:lnTo>
                <a:lnTo>
                  <a:pt x="19050" y="23813"/>
                </a:lnTo>
                <a:lnTo>
                  <a:pt x="23813" y="19050"/>
                </a:lnTo>
                <a:lnTo>
                  <a:pt x="28575" y="14288"/>
                </a:lnTo>
                <a:lnTo>
                  <a:pt x="33338" y="9525"/>
                </a:lnTo>
                <a:lnTo>
                  <a:pt x="42863" y="9525"/>
                </a:lnTo>
                <a:lnTo>
                  <a:pt x="47625" y="4763"/>
                </a:lnTo>
                <a:close/>
              </a:path>
            </a:pathLst>
          </a:custGeom>
          <a:solidFill xmlns:a="http://schemas.openxmlformats.org/drawingml/2006/main">
            <a:srgbClr val="F6F6F6"/>
          </a:solidFill>
          <a:ln xmlns:a="http://schemas.openxmlformats.org/drawingml/2006/main" w="0">
            <a:noFill/>
            <a:prstDash val="solid"/>
          </a:ln>
        </p:spPr>
      </p:sp>
      <p:sp>
        <p:nvSpPr>
          <p:cNvPr id="404" name="deep-skill-chaining-source-component-8-gradient-248-0">
            <a:extLst xmlns:a="http://schemas.openxmlformats.org/drawingml/2006/main">
              <a:ext uri="{FF2B5EF4-FFF2-40B4-BE49-F238E27FC236}">
                <a16:creationId xmlns:a16="http://schemas.microsoft.com/office/drawing/2014/main" id="{462B1712-3734-42E7-B452-B689A4B33316}"/>
              </a:ext>
            </a:extLst>
          </p:cNvPr>
          <p:cNvSpPr>
            <a:spLocks xmlns:a="http://schemas.openxmlformats.org/drawingml/2006/main" noGrp="1"/>
          </p:cNvSpPr>
          <p:nvPr/>
        </p:nvSpPr>
        <p:spPr>
          <a:xfrm xmlns:a="http://schemas.openxmlformats.org/drawingml/2006/main" rot="0">
            <a:off x="9515475" y="952500"/>
            <a:ext cx="95250" cy="104775"/>
          </a:xfrm>
          <a:custGeom xmlns:a="http://schemas.openxmlformats.org/drawingml/2006/main">
            <a:pathLst>
              <a:path w="95250" h="104775">
                <a:moveTo>
                  <a:pt x="38100" y="4763"/>
                </a:moveTo>
                <a:lnTo>
                  <a:pt x="42863" y="0"/>
                </a:lnTo>
                <a:lnTo>
                  <a:pt x="47625" y="4763"/>
                </a:lnTo>
                <a:lnTo>
                  <a:pt x="52388" y="9525"/>
                </a:lnTo>
                <a:lnTo>
                  <a:pt x="61913" y="9525"/>
                </a:lnTo>
                <a:lnTo>
                  <a:pt x="66675" y="14288"/>
                </a:lnTo>
                <a:lnTo>
                  <a:pt x="71438" y="19050"/>
                </a:lnTo>
                <a:lnTo>
                  <a:pt x="76200" y="23813"/>
                </a:lnTo>
                <a:lnTo>
                  <a:pt x="76200" y="33338"/>
                </a:lnTo>
                <a:lnTo>
                  <a:pt x="80963" y="38100"/>
                </a:lnTo>
                <a:lnTo>
                  <a:pt x="85725" y="42863"/>
                </a:lnTo>
                <a:lnTo>
                  <a:pt x="85725" y="52388"/>
                </a:lnTo>
                <a:lnTo>
                  <a:pt x="90488" y="57150"/>
                </a:lnTo>
                <a:lnTo>
                  <a:pt x="95250" y="61913"/>
                </a:lnTo>
                <a:lnTo>
                  <a:pt x="90488" y="66675"/>
                </a:lnTo>
                <a:lnTo>
                  <a:pt x="85725" y="71438"/>
                </a:lnTo>
                <a:lnTo>
                  <a:pt x="85725" y="80963"/>
                </a:lnTo>
                <a:lnTo>
                  <a:pt x="80963" y="85725"/>
                </a:lnTo>
                <a:lnTo>
                  <a:pt x="76200" y="90488"/>
                </a:lnTo>
                <a:lnTo>
                  <a:pt x="71438" y="95250"/>
                </a:lnTo>
                <a:lnTo>
                  <a:pt x="61913" y="95250"/>
                </a:lnTo>
                <a:lnTo>
                  <a:pt x="57150" y="100013"/>
                </a:lnTo>
                <a:lnTo>
                  <a:pt x="52388" y="104775"/>
                </a:lnTo>
                <a:lnTo>
                  <a:pt x="42863" y="104775"/>
                </a:lnTo>
                <a:lnTo>
                  <a:pt x="33338" y="104775"/>
                </a:lnTo>
                <a:lnTo>
                  <a:pt x="23813" y="104775"/>
                </a:lnTo>
                <a:lnTo>
                  <a:pt x="14288" y="104775"/>
                </a:lnTo>
                <a:lnTo>
                  <a:pt x="9525" y="100013"/>
                </a:lnTo>
                <a:lnTo>
                  <a:pt x="9525" y="90488"/>
                </a:lnTo>
                <a:lnTo>
                  <a:pt x="4763" y="85725"/>
                </a:lnTo>
                <a:lnTo>
                  <a:pt x="0" y="80963"/>
                </a:lnTo>
                <a:lnTo>
                  <a:pt x="0" y="71438"/>
                </a:lnTo>
                <a:lnTo>
                  <a:pt x="0" y="61913"/>
                </a:lnTo>
                <a:lnTo>
                  <a:pt x="0" y="52388"/>
                </a:lnTo>
                <a:lnTo>
                  <a:pt x="0" y="42863"/>
                </a:lnTo>
                <a:lnTo>
                  <a:pt x="0" y="33338"/>
                </a:lnTo>
                <a:lnTo>
                  <a:pt x="4763" y="28575"/>
                </a:lnTo>
                <a:lnTo>
                  <a:pt x="9525" y="23813"/>
                </a:lnTo>
                <a:lnTo>
                  <a:pt x="14288" y="19050"/>
                </a:lnTo>
                <a:lnTo>
                  <a:pt x="19050" y="14288"/>
                </a:lnTo>
                <a:lnTo>
                  <a:pt x="23813" y="9525"/>
                </a:lnTo>
                <a:lnTo>
                  <a:pt x="33338" y="9525"/>
                </a:lnTo>
                <a:lnTo>
                  <a:pt x="38100" y="4763"/>
                </a:lnTo>
                <a:close/>
              </a:path>
            </a:pathLst>
          </a:custGeom>
          <a:solidFill xmlns:a="http://schemas.openxmlformats.org/drawingml/2006/main">
            <a:srgbClr val="F8F8F8"/>
          </a:solidFill>
          <a:ln xmlns:a="http://schemas.openxmlformats.org/drawingml/2006/main" w="0">
            <a:noFill/>
            <a:prstDash val="solid"/>
          </a:ln>
        </p:spPr>
      </p:sp>
      <p:sp>
        <p:nvSpPr>
          <p:cNvPr id="405" name="deep-skill-chaining-source-component-8-gradient-250-0">
            <a:extLst xmlns:a="http://schemas.openxmlformats.org/drawingml/2006/main">
              <a:ext uri="{FF2B5EF4-FFF2-40B4-BE49-F238E27FC236}">
                <a16:creationId xmlns:a16="http://schemas.microsoft.com/office/drawing/2014/main" id="{34F43B4B-18F9-4E08-A5E3-96E8C8208BFE}"/>
              </a:ext>
            </a:extLst>
          </p:cNvPr>
          <p:cNvSpPr>
            <a:spLocks xmlns:a="http://schemas.openxmlformats.org/drawingml/2006/main" noGrp="1"/>
          </p:cNvSpPr>
          <p:nvPr/>
        </p:nvSpPr>
        <p:spPr>
          <a:xfrm xmlns:a="http://schemas.openxmlformats.org/drawingml/2006/main" rot="0">
            <a:off x="9525000" y="971550"/>
            <a:ext cx="66675" cy="76200"/>
          </a:xfrm>
          <a:custGeom xmlns:a="http://schemas.openxmlformats.org/drawingml/2006/main">
            <a:pathLst>
              <a:path w="66675" h="76200">
                <a:moveTo>
                  <a:pt x="19050" y="4763"/>
                </a:moveTo>
                <a:lnTo>
                  <a:pt x="23813" y="0"/>
                </a:lnTo>
                <a:lnTo>
                  <a:pt x="33338" y="0"/>
                </a:lnTo>
                <a:lnTo>
                  <a:pt x="38100" y="4763"/>
                </a:lnTo>
                <a:lnTo>
                  <a:pt x="42863" y="9525"/>
                </a:lnTo>
                <a:lnTo>
                  <a:pt x="52388" y="9525"/>
                </a:lnTo>
                <a:lnTo>
                  <a:pt x="57150" y="14288"/>
                </a:lnTo>
                <a:lnTo>
                  <a:pt x="57150" y="23813"/>
                </a:lnTo>
                <a:lnTo>
                  <a:pt x="61913" y="28575"/>
                </a:lnTo>
                <a:lnTo>
                  <a:pt x="66675" y="33338"/>
                </a:lnTo>
                <a:lnTo>
                  <a:pt x="66675" y="42863"/>
                </a:lnTo>
                <a:lnTo>
                  <a:pt x="66675" y="52388"/>
                </a:lnTo>
                <a:lnTo>
                  <a:pt x="61913" y="57150"/>
                </a:lnTo>
                <a:lnTo>
                  <a:pt x="52388" y="57150"/>
                </a:lnTo>
                <a:lnTo>
                  <a:pt x="47625" y="61913"/>
                </a:lnTo>
                <a:lnTo>
                  <a:pt x="42863" y="66675"/>
                </a:lnTo>
                <a:lnTo>
                  <a:pt x="38100" y="71438"/>
                </a:lnTo>
                <a:lnTo>
                  <a:pt x="33338" y="76200"/>
                </a:lnTo>
                <a:lnTo>
                  <a:pt x="28575" y="71438"/>
                </a:lnTo>
                <a:lnTo>
                  <a:pt x="23813" y="66675"/>
                </a:lnTo>
                <a:lnTo>
                  <a:pt x="14288" y="66675"/>
                </a:lnTo>
                <a:lnTo>
                  <a:pt x="4763" y="66675"/>
                </a:lnTo>
                <a:lnTo>
                  <a:pt x="0" y="61913"/>
                </a:lnTo>
                <a:lnTo>
                  <a:pt x="0" y="52388"/>
                </a:lnTo>
                <a:lnTo>
                  <a:pt x="0" y="42863"/>
                </a:lnTo>
                <a:lnTo>
                  <a:pt x="0" y="33338"/>
                </a:lnTo>
                <a:lnTo>
                  <a:pt x="0" y="23813"/>
                </a:lnTo>
                <a:lnTo>
                  <a:pt x="0" y="14288"/>
                </a:lnTo>
                <a:lnTo>
                  <a:pt x="4763" y="9525"/>
                </a:lnTo>
                <a:lnTo>
                  <a:pt x="14288" y="9525"/>
                </a:lnTo>
                <a:lnTo>
                  <a:pt x="19050" y="4763"/>
                </a:lnTo>
                <a:close/>
              </a:path>
            </a:pathLst>
          </a:custGeom>
          <a:solidFill xmlns:a="http://schemas.openxmlformats.org/drawingml/2006/main">
            <a:srgbClr val="FAFAFA"/>
          </a:solidFill>
          <a:ln xmlns:a="http://schemas.openxmlformats.org/drawingml/2006/main" w="0">
            <a:noFill/>
            <a:prstDash val="solid"/>
          </a:ln>
        </p:spPr>
      </p:sp>
      <p:sp>
        <p:nvSpPr>
          <p:cNvPr id="406" name="deep-skill-chaining-source-component-8-gradient-252-0">
            <a:extLst xmlns:a="http://schemas.openxmlformats.org/drawingml/2006/main">
              <a:ext uri="{FF2B5EF4-FFF2-40B4-BE49-F238E27FC236}">
                <a16:creationId xmlns:a16="http://schemas.microsoft.com/office/drawing/2014/main" id="{D37CAC8B-EFCD-4D34-A422-723D832DE017}"/>
              </a:ext>
            </a:extLst>
          </p:cNvPr>
          <p:cNvSpPr>
            <a:spLocks xmlns:a="http://schemas.openxmlformats.org/drawingml/2006/main" noGrp="1"/>
          </p:cNvSpPr>
          <p:nvPr/>
        </p:nvSpPr>
        <p:spPr>
          <a:xfrm xmlns:a="http://schemas.openxmlformats.org/drawingml/2006/main" rot="0">
            <a:off x="9534525" y="981075"/>
            <a:ext cx="38100" cy="47625"/>
          </a:xfrm>
          <a:custGeom xmlns:a="http://schemas.openxmlformats.org/drawingml/2006/main">
            <a:pathLst>
              <a:path w="38100" h="47625">
                <a:moveTo>
                  <a:pt x="19050" y="4763"/>
                </a:moveTo>
                <a:lnTo>
                  <a:pt x="23813" y="0"/>
                </a:lnTo>
                <a:lnTo>
                  <a:pt x="28575" y="4763"/>
                </a:lnTo>
                <a:lnTo>
                  <a:pt x="28575" y="14288"/>
                </a:lnTo>
                <a:lnTo>
                  <a:pt x="28575" y="23813"/>
                </a:lnTo>
                <a:lnTo>
                  <a:pt x="33338" y="28575"/>
                </a:lnTo>
                <a:lnTo>
                  <a:pt x="38100" y="33338"/>
                </a:lnTo>
                <a:lnTo>
                  <a:pt x="33338" y="38100"/>
                </a:lnTo>
                <a:lnTo>
                  <a:pt x="28575" y="42863"/>
                </a:lnTo>
                <a:lnTo>
                  <a:pt x="23813" y="47625"/>
                </a:lnTo>
                <a:lnTo>
                  <a:pt x="19050" y="42863"/>
                </a:lnTo>
                <a:lnTo>
                  <a:pt x="14288" y="38100"/>
                </a:lnTo>
                <a:lnTo>
                  <a:pt x="4763" y="38100"/>
                </a:lnTo>
                <a:lnTo>
                  <a:pt x="0" y="33338"/>
                </a:lnTo>
                <a:lnTo>
                  <a:pt x="4763" y="28575"/>
                </a:lnTo>
                <a:lnTo>
                  <a:pt x="9525" y="23813"/>
                </a:lnTo>
                <a:lnTo>
                  <a:pt x="14288" y="19050"/>
                </a:lnTo>
                <a:lnTo>
                  <a:pt x="19050" y="14288"/>
                </a:lnTo>
                <a:lnTo>
                  <a:pt x="19050" y="4763"/>
                </a:lnTo>
                <a:close/>
              </a:path>
            </a:pathLst>
          </a:custGeom>
          <a:solidFill xmlns:a="http://schemas.openxmlformats.org/drawingml/2006/main">
            <a:srgbClr val="FCFCFC"/>
          </a:solidFill>
          <a:ln xmlns:a="http://schemas.openxmlformats.org/drawingml/2006/main" w="0">
            <a:noFill/>
            <a:prstDash val="solid"/>
          </a:ln>
        </p:spPr>
      </p:sp>
      <p:sp>
        <p:nvSpPr>
          <p:cNvPr id="407" name="pdf-path-36">
            <a:extLst xmlns:a="http://schemas.openxmlformats.org/drawingml/2006/main">
              <a:ext uri="{FF2B5EF4-FFF2-40B4-BE49-F238E27FC236}">
                <a16:creationId xmlns:a16="http://schemas.microsoft.com/office/drawing/2014/main" id="{F5AF7B60-E84B-471C-B7F6-42BDBB2D7AE8}"/>
              </a:ext>
            </a:extLst>
          </p:cNvPr>
          <p:cNvSpPr>
            <a:spLocks xmlns:a="http://schemas.openxmlformats.org/drawingml/2006/main" noGrp="1"/>
          </p:cNvSpPr>
          <p:nvPr/>
        </p:nvSpPr>
        <p:spPr>
          <a:xfrm xmlns:a="http://schemas.openxmlformats.org/drawingml/2006/main" rot="0">
            <a:off x="9109980" y="592059"/>
            <a:ext cx="902160" cy="803792"/>
          </a:xfrm>
          <a:custGeom xmlns:a="http://schemas.openxmlformats.org/drawingml/2006/main">
            <a:pathLst>
              <a:path w="902160" h="803792">
                <a:moveTo>
                  <a:pt x="48265" y="135239"/>
                </a:moveTo>
                <a:cubicBezTo>
                  <a:pt x="96451" y="0"/>
                  <a:pt x="315929" y="9760"/>
                  <a:pt x="538407" y="157037"/>
                </a:cubicBezTo>
                <a:cubicBezTo>
                  <a:pt x="760886" y="304314"/>
                  <a:pt x="902160" y="533300"/>
                  <a:pt x="853895" y="668553"/>
                </a:cubicBezTo>
                <a:cubicBezTo>
                  <a:pt x="805710" y="803792"/>
                  <a:pt x="586232" y="794032"/>
                  <a:pt x="363753" y="646755"/>
                </a:cubicBezTo>
                <a:cubicBezTo>
                  <a:pt x="141273" y="499478"/>
                  <a:pt x="0" y="270492"/>
                  <a:pt x="48265" y="135239"/>
                </a:cubicBezTo>
              </a:path>
            </a:pathLst>
          </a:custGeom>
          <a:noFill xmlns:a="http://schemas.openxmlformats.org/drawingml/2006/main"/>
          <a:ln xmlns:a="http://schemas.openxmlformats.org/drawingml/2006/main" w="11787">
            <a:solidFill>
              <a:srgbClr val="000000"/>
            </a:solidFill>
            <a:prstDash val="solid"/>
          </a:ln>
        </p:spPr>
      </p:sp>
      <p:sp>
        <p:nvSpPr>
          <p:cNvPr id="408" name="deep-skill-chaining-source-component-9-gradient-base-0">
            <a:extLst xmlns:a="http://schemas.openxmlformats.org/drawingml/2006/main">
              <a:ext uri="{FF2B5EF4-FFF2-40B4-BE49-F238E27FC236}">
                <a16:creationId xmlns:a16="http://schemas.microsoft.com/office/drawing/2014/main" id="{DB21071D-DE1E-4BEB-B080-72D03759C1CF}"/>
              </a:ext>
            </a:extLst>
          </p:cNvPr>
          <p:cNvSpPr>
            <a:spLocks xmlns:a="http://schemas.openxmlformats.org/drawingml/2006/main" noGrp="1"/>
          </p:cNvSpPr>
          <p:nvPr/>
        </p:nvSpPr>
        <p:spPr>
          <a:xfrm xmlns:a="http://schemas.openxmlformats.org/drawingml/2006/main" rot="0">
            <a:off x="8335840" y="335107"/>
            <a:ext cx="901712" cy="587086"/>
          </a:xfrm>
          <a:custGeom xmlns:a="http://schemas.openxmlformats.org/drawingml/2006/main">
            <a:pathLst>
              <a:path w="901712" h="587086">
                <a:moveTo>
                  <a:pt x="256472" y="3031"/>
                </a:moveTo>
                <a:lnTo>
                  <a:pt x="260472" y="2306"/>
                </a:lnTo>
                <a:lnTo>
                  <a:pt x="269997" y="1049"/>
                </a:lnTo>
                <a:lnTo>
                  <a:pt x="279522" y="649"/>
                </a:lnTo>
                <a:lnTo>
                  <a:pt x="289047" y="649"/>
                </a:lnTo>
                <a:lnTo>
                  <a:pt x="298572" y="566"/>
                </a:lnTo>
                <a:lnTo>
                  <a:pt x="308097" y="0"/>
                </a:lnTo>
                <a:lnTo>
                  <a:pt x="317622" y="445"/>
                </a:lnTo>
                <a:lnTo>
                  <a:pt x="327147" y="866"/>
                </a:lnTo>
                <a:lnTo>
                  <a:pt x="336672" y="1443"/>
                </a:lnTo>
                <a:lnTo>
                  <a:pt x="346197" y="2243"/>
                </a:lnTo>
                <a:lnTo>
                  <a:pt x="355325" y="3031"/>
                </a:lnTo>
                <a:lnTo>
                  <a:pt x="355722" y="3068"/>
                </a:lnTo>
                <a:lnTo>
                  <a:pt x="365247" y="4869"/>
                </a:lnTo>
                <a:lnTo>
                  <a:pt x="374772" y="5991"/>
                </a:lnTo>
                <a:lnTo>
                  <a:pt x="384297" y="6854"/>
                </a:lnTo>
                <a:lnTo>
                  <a:pt x="393822" y="7558"/>
                </a:lnTo>
                <a:lnTo>
                  <a:pt x="403347" y="8288"/>
                </a:lnTo>
                <a:lnTo>
                  <a:pt x="412872" y="9525"/>
                </a:lnTo>
                <a:lnTo>
                  <a:pt x="422397" y="11583"/>
                </a:lnTo>
                <a:lnTo>
                  <a:pt x="425609" y="12556"/>
                </a:lnTo>
                <a:lnTo>
                  <a:pt x="431922" y="14296"/>
                </a:lnTo>
                <a:lnTo>
                  <a:pt x="441447" y="16069"/>
                </a:lnTo>
                <a:lnTo>
                  <a:pt x="450972" y="17378"/>
                </a:lnTo>
                <a:lnTo>
                  <a:pt x="460497" y="18881"/>
                </a:lnTo>
                <a:lnTo>
                  <a:pt x="470022" y="21826"/>
                </a:lnTo>
                <a:lnTo>
                  <a:pt x="470587" y="22081"/>
                </a:lnTo>
                <a:lnTo>
                  <a:pt x="479547" y="24969"/>
                </a:lnTo>
                <a:lnTo>
                  <a:pt x="489072" y="26642"/>
                </a:lnTo>
                <a:lnTo>
                  <a:pt x="498597" y="28472"/>
                </a:lnTo>
                <a:lnTo>
                  <a:pt x="506642" y="31606"/>
                </a:lnTo>
                <a:lnTo>
                  <a:pt x="508122" y="32394"/>
                </a:lnTo>
                <a:lnTo>
                  <a:pt x="517647" y="35508"/>
                </a:lnTo>
                <a:lnTo>
                  <a:pt x="527172" y="37151"/>
                </a:lnTo>
                <a:lnTo>
                  <a:pt x="536697" y="40343"/>
                </a:lnTo>
                <a:lnTo>
                  <a:pt x="537901" y="41131"/>
                </a:lnTo>
                <a:lnTo>
                  <a:pt x="546222" y="44789"/>
                </a:lnTo>
                <a:lnTo>
                  <a:pt x="555747" y="46832"/>
                </a:lnTo>
                <a:lnTo>
                  <a:pt x="565272" y="50618"/>
                </a:lnTo>
                <a:lnTo>
                  <a:pt x="565323" y="50656"/>
                </a:lnTo>
                <a:lnTo>
                  <a:pt x="574797" y="54722"/>
                </a:lnTo>
                <a:lnTo>
                  <a:pt x="584322" y="57403"/>
                </a:lnTo>
                <a:lnTo>
                  <a:pt x="588868" y="60181"/>
                </a:lnTo>
                <a:lnTo>
                  <a:pt x="593847" y="63141"/>
                </a:lnTo>
                <a:lnTo>
                  <a:pt x="603372" y="65785"/>
                </a:lnTo>
                <a:lnTo>
                  <a:pt x="611106" y="69706"/>
                </a:lnTo>
                <a:lnTo>
                  <a:pt x="612897" y="71025"/>
                </a:lnTo>
                <a:lnTo>
                  <a:pt x="622422" y="74574"/>
                </a:lnTo>
                <a:lnTo>
                  <a:pt x="631571" y="79231"/>
                </a:lnTo>
                <a:lnTo>
                  <a:pt x="631947" y="79555"/>
                </a:lnTo>
                <a:lnTo>
                  <a:pt x="641472" y="83993"/>
                </a:lnTo>
                <a:lnTo>
                  <a:pt x="650997" y="88160"/>
                </a:lnTo>
                <a:lnTo>
                  <a:pt x="651672" y="88756"/>
                </a:lnTo>
                <a:lnTo>
                  <a:pt x="660522" y="93605"/>
                </a:lnTo>
                <a:lnTo>
                  <a:pt x="668399" y="98281"/>
                </a:lnTo>
                <a:lnTo>
                  <a:pt x="670047" y="99709"/>
                </a:lnTo>
                <a:lnTo>
                  <a:pt x="679572" y="103874"/>
                </a:lnTo>
                <a:lnTo>
                  <a:pt x="685441" y="107806"/>
                </a:lnTo>
                <a:lnTo>
                  <a:pt x="689097" y="110658"/>
                </a:lnTo>
                <a:lnTo>
                  <a:pt x="698622" y="114866"/>
                </a:lnTo>
                <a:lnTo>
                  <a:pt x="701486" y="117331"/>
                </a:lnTo>
                <a:lnTo>
                  <a:pt x="708147" y="121981"/>
                </a:lnTo>
                <a:lnTo>
                  <a:pt x="715274" y="126856"/>
                </a:lnTo>
                <a:lnTo>
                  <a:pt x="717672" y="128976"/>
                </a:lnTo>
                <a:lnTo>
                  <a:pt x="727197" y="133717"/>
                </a:lnTo>
                <a:lnTo>
                  <a:pt x="730259" y="136381"/>
                </a:lnTo>
                <a:lnTo>
                  <a:pt x="736722" y="141189"/>
                </a:lnTo>
                <a:lnTo>
                  <a:pt x="742604" y="145906"/>
                </a:lnTo>
                <a:lnTo>
                  <a:pt x="746247" y="149123"/>
                </a:lnTo>
                <a:lnTo>
                  <a:pt x="755772" y="155393"/>
                </a:lnTo>
                <a:lnTo>
                  <a:pt x="755810" y="155431"/>
                </a:lnTo>
                <a:lnTo>
                  <a:pt x="765297" y="162223"/>
                </a:lnTo>
                <a:lnTo>
                  <a:pt x="768195" y="164956"/>
                </a:lnTo>
                <a:lnTo>
                  <a:pt x="774822" y="170656"/>
                </a:lnTo>
                <a:lnTo>
                  <a:pt x="778923" y="174481"/>
                </a:lnTo>
                <a:lnTo>
                  <a:pt x="784347" y="179290"/>
                </a:lnTo>
                <a:lnTo>
                  <a:pt x="789636" y="184006"/>
                </a:lnTo>
                <a:lnTo>
                  <a:pt x="793872" y="187999"/>
                </a:lnTo>
                <a:lnTo>
                  <a:pt x="799521" y="193531"/>
                </a:lnTo>
                <a:lnTo>
                  <a:pt x="803397" y="197512"/>
                </a:lnTo>
                <a:lnTo>
                  <a:pt x="808736" y="203056"/>
                </a:lnTo>
                <a:lnTo>
                  <a:pt x="812922" y="207264"/>
                </a:lnTo>
                <a:lnTo>
                  <a:pt x="818156" y="212581"/>
                </a:lnTo>
                <a:lnTo>
                  <a:pt x="822447" y="217083"/>
                </a:lnTo>
                <a:lnTo>
                  <a:pt x="826997" y="222106"/>
                </a:lnTo>
                <a:lnTo>
                  <a:pt x="831972" y="227914"/>
                </a:lnTo>
                <a:lnTo>
                  <a:pt x="835392" y="231631"/>
                </a:lnTo>
                <a:lnTo>
                  <a:pt x="841497" y="239232"/>
                </a:lnTo>
                <a:lnTo>
                  <a:pt x="843336" y="241156"/>
                </a:lnTo>
                <a:lnTo>
                  <a:pt x="848769" y="250681"/>
                </a:lnTo>
                <a:lnTo>
                  <a:pt x="851022" y="253206"/>
                </a:lnTo>
                <a:lnTo>
                  <a:pt x="855989" y="260206"/>
                </a:lnTo>
                <a:lnTo>
                  <a:pt x="860547" y="266342"/>
                </a:lnTo>
                <a:lnTo>
                  <a:pt x="863436" y="269731"/>
                </a:lnTo>
                <a:lnTo>
                  <a:pt x="867294" y="279256"/>
                </a:lnTo>
                <a:lnTo>
                  <a:pt x="870072" y="282906"/>
                </a:lnTo>
                <a:lnTo>
                  <a:pt x="873923" y="288781"/>
                </a:lnTo>
                <a:lnTo>
                  <a:pt x="877758" y="298306"/>
                </a:lnTo>
                <a:lnTo>
                  <a:pt x="879597" y="300900"/>
                </a:lnTo>
                <a:lnTo>
                  <a:pt x="883311" y="307831"/>
                </a:lnTo>
                <a:lnTo>
                  <a:pt x="885700" y="317356"/>
                </a:lnTo>
                <a:lnTo>
                  <a:pt x="889122" y="324166"/>
                </a:lnTo>
                <a:lnTo>
                  <a:pt x="890862" y="326881"/>
                </a:lnTo>
                <a:lnTo>
                  <a:pt x="893367" y="336406"/>
                </a:lnTo>
                <a:lnTo>
                  <a:pt x="894797" y="345931"/>
                </a:lnTo>
                <a:lnTo>
                  <a:pt x="897165" y="355456"/>
                </a:lnTo>
                <a:lnTo>
                  <a:pt x="898647" y="362039"/>
                </a:lnTo>
                <a:lnTo>
                  <a:pt x="899372" y="364981"/>
                </a:lnTo>
                <a:lnTo>
                  <a:pt x="900812" y="374506"/>
                </a:lnTo>
                <a:lnTo>
                  <a:pt x="901712" y="384031"/>
                </a:lnTo>
                <a:lnTo>
                  <a:pt x="901463" y="393556"/>
                </a:lnTo>
                <a:lnTo>
                  <a:pt x="900856" y="403081"/>
                </a:lnTo>
                <a:lnTo>
                  <a:pt x="899966" y="412606"/>
                </a:lnTo>
                <a:lnTo>
                  <a:pt x="898647" y="416290"/>
                </a:lnTo>
                <a:lnTo>
                  <a:pt x="896712" y="422131"/>
                </a:lnTo>
                <a:lnTo>
                  <a:pt x="894617" y="431656"/>
                </a:lnTo>
                <a:lnTo>
                  <a:pt x="893076" y="441181"/>
                </a:lnTo>
                <a:lnTo>
                  <a:pt x="889122" y="449237"/>
                </a:lnTo>
                <a:lnTo>
                  <a:pt x="888031" y="450706"/>
                </a:lnTo>
                <a:lnTo>
                  <a:pt x="884402" y="460231"/>
                </a:lnTo>
                <a:lnTo>
                  <a:pt x="879597" y="468818"/>
                </a:lnTo>
                <a:lnTo>
                  <a:pt x="878747" y="469756"/>
                </a:lnTo>
                <a:lnTo>
                  <a:pt x="873608" y="479281"/>
                </a:lnTo>
                <a:lnTo>
                  <a:pt x="870072" y="483629"/>
                </a:lnTo>
                <a:lnTo>
                  <a:pt x="865863" y="488806"/>
                </a:lnTo>
                <a:lnTo>
                  <a:pt x="860547" y="494719"/>
                </a:lnTo>
                <a:lnTo>
                  <a:pt x="857090" y="498331"/>
                </a:lnTo>
                <a:lnTo>
                  <a:pt x="851022" y="504931"/>
                </a:lnTo>
                <a:lnTo>
                  <a:pt x="848063" y="507856"/>
                </a:lnTo>
                <a:lnTo>
                  <a:pt x="841497" y="513517"/>
                </a:lnTo>
                <a:lnTo>
                  <a:pt x="837219" y="517381"/>
                </a:lnTo>
                <a:lnTo>
                  <a:pt x="831972" y="521955"/>
                </a:lnTo>
                <a:lnTo>
                  <a:pt x="825489" y="526906"/>
                </a:lnTo>
                <a:lnTo>
                  <a:pt x="822447" y="529569"/>
                </a:lnTo>
                <a:lnTo>
                  <a:pt x="812922" y="534449"/>
                </a:lnTo>
                <a:lnTo>
                  <a:pt x="810576" y="536431"/>
                </a:lnTo>
                <a:lnTo>
                  <a:pt x="803397" y="540909"/>
                </a:lnTo>
                <a:lnTo>
                  <a:pt x="793872" y="545168"/>
                </a:lnTo>
                <a:lnTo>
                  <a:pt x="792911" y="545956"/>
                </a:lnTo>
                <a:lnTo>
                  <a:pt x="784347" y="550334"/>
                </a:lnTo>
                <a:lnTo>
                  <a:pt x="774822" y="553945"/>
                </a:lnTo>
                <a:lnTo>
                  <a:pt x="772465" y="555481"/>
                </a:lnTo>
                <a:lnTo>
                  <a:pt x="765297" y="558994"/>
                </a:lnTo>
                <a:lnTo>
                  <a:pt x="755772" y="561077"/>
                </a:lnTo>
                <a:lnTo>
                  <a:pt x="746404" y="565006"/>
                </a:lnTo>
                <a:lnTo>
                  <a:pt x="746247" y="565116"/>
                </a:lnTo>
                <a:lnTo>
                  <a:pt x="736722" y="568720"/>
                </a:lnTo>
                <a:lnTo>
                  <a:pt x="727197" y="570155"/>
                </a:lnTo>
                <a:lnTo>
                  <a:pt x="717672" y="572066"/>
                </a:lnTo>
                <a:lnTo>
                  <a:pt x="711049" y="574531"/>
                </a:lnTo>
                <a:lnTo>
                  <a:pt x="708147" y="575794"/>
                </a:lnTo>
                <a:lnTo>
                  <a:pt x="698622" y="577828"/>
                </a:lnTo>
                <a:lnTo>
                  <a:pt x="689097" y="578953"/>
                </a:lnTo>
                <a:lnTo>
                  <a:pt x="679572" y="579834"/>
                </a:lnTo>
                <a:lnTo>
                  <a:pt x="670047" y="580990"/>
                </a:lnTo>
                <a:lnTo>
                  <a:pt x="660522" y="582027"/>
                </a:lnTo>
                <a:lnTo>
                  <a:pt x="650997" y="583144"/>
                </a:lnTo>
                <a:lnTo>
                  <a:pt x="646051" y="584056"/>
                </a:lnTo>
                <a:lnTo>
                  <a:pt x="641472" y="584906"/>
                </a:lnTo>
                <a:lnTo>
                  <a:pt x="631947" y="586084"/>
                </a:lnTo>
                <a:lnTo>
                  <a:pt x="622422" y="586437"/>
                </a:lnTo>
                <a:lnTo>
                  <a:pt x="612897" y="586437"/>
                </a:lnTo>
                <a:lnTo>
                  <a:pt x="603372" y="586944"/>
                </a:lnTo>
                <a:lnTo>
                  <a:pt x="593847" y="587086"/>
                </a:lnTo>
                <a:lnTo>
                  <a:pt x="584322" y="586834"/>
                </a:lnTo>
                <a:lnTo>
                  <a:pt x="574797" y="586437"/>
                </a:lnTo>
                <a:lnTo>
                  <a:pt x="565272" y="585643"/>
                </a:lnTo>
                <a:lnTo>
                  <a:pt x="555747" y="585088"/>
                </a:lnTo>
                <a:lnTo>
                  <a:pt x="546222" y="584166"/>
                </a:lnTo>
                <a:lnTo>
                  <a:pt x="545712" y="584056"/>
                </a:lnTo>
                <a:lnTo>
                  <a:pt x="536697" y="582417"/>
                </a:lnTo>
                <a:lnTo>
                  <a:pt x="527172" y="581278"/>
                </a:lnTo>
                <a:lnTo>
                  <a:pt x="517647" y="580286"/>
                </a:lnTo>
                <a:lnTo>
                  <a:pt x="508122" y="579655"/>
                </a:lnTo>
                <a:lnTo>
                  <a:pt x="498597" y="578931"/>
                </a:lnTo>
                <a:lnTo>
                  <a:pt x="489072" y="577697"/>
                </a:lnTo>
                <a:lnTo>
                  <a:pt x="479547" y="575850"/>
                </a:lnTo>
                <a:lnTo>
                  <a:pt x="475208" y="574531"/>
                </a:lnTo>
                <a:lnTo>
                  <a:pt x="470022" y="572995"/>
                </a:lnTo>
                <a:lnTo>
                  <a:pt x="460497" y="571202"/>
                </a:lnTo>
                <a:lnTo>
                  <a:pt x="450972" y="569828"/>
                </a:lnTo>
                <a:lnTo>
                  <a:pt x="441447" y="568397"/>
                </a:lnTo>
                <a:lnTo>
                  <a:pt x="431922" y="565794"/>
                </a:lnTo>
                <a:lnTo>
                  <a:pt x="430096" y="565006"/>
                </a:lnTo>
                <a:lnTo>
                  <a:pt x="422397" y="562381"/>
                </a:lnTo>
                <a:lnTo>
                  <a:pt x="412872" y="560611"/>
                </a:lnTo>
                <a:lnTo>
                  <a:pt x="403347" y="558903"/>
                </a:lnTo>
                <a:lnTo>
                  <a:pt x="394502" y="555481"/>
                </a:lnTo>
                <a:lnTo>
                  <a:pt x="393822" y="555087"/>
                </a:lnTo>
                <a:lnTo>
                  <a:pt x="384297" y="551794"/>
                </a:lnTo>
                <a:lnTo>
                  <a:pt x="374772" y="550083"/>
                </a:lnTo>
                <a:lnTo>
                  <a:pt x="365247" y="547163"/>
                </a:lnTo>
                <a:lnTo>
                  <a:pt x="363311" y="545956"/>
                </a:lnTo>
                <a:lnTo>
                  <a:pt x="355722" y="542503"/>
                </a:lnTo>
                <a:lnTo>
                  <a:pt x="346197" y="540333"/>
                </a:lnTo>
                <a:lnTo>
                  <a:pt x="337507" y="536431"/>
                </a:lnTo>
                <a:lnTo>
                  <a:pt x="336672" y="535835"/>
                </a:lnTo>
                <a:lnTo>
                  <a:pt x="327147" y="532261"/>
                </a:lnTo>
                <a:lnTo>
                  <a:pt x="317622" y="529901"/>
                </a:lnTo>
                <a:lnTo>
                  <a:pt x="312510" y="526906"/>
                </a:lnTo>
                <a:lnTo>
                  <a:pt x="308097" y="524203"/>
                </a:lnTo>
                <a:lnTo>
                  <a:pt x="298572" y="521447"/>
                </a:lnTo>
                <a:lnTo>
                  <a:pt x="290249" y="517381"/>
                </a:lnTo>
                <a:lnTo>
                  <a:pt x="289047" y="516469"/>
                </a:lnTo>
                <a:lnTo>
                  <a:pt x="279522" y="512618"/>
                </a:lnTo>
                <a:lnTo>
                  <a:pt x="269997" y="507966"/>
                </a:lnTo>
                <a:lnTo>
                  <a:pt x="269870" y="507856"/>
                </a:lnTo>
                <a:lnTo>
                  <a:pt x="260472" y="503115"/>
                </a:lnTo>
                <a:lnTo>
                  <a:pt x="251622" y="498331"/>
                </a:lnTo>
                <a:lnTo>
                  <a:pt x="250947" y="497735"/>
                </a:lnTo>
                <a:lnTo>
                  <a:pt x="241422" y="493484"/>
                </a:lnTo>
                <a:lnTo>
                  <a:pt x="233135" y="488806"/>
                </a:lnTo>
                <a:lnTo>
                  <a:pt x="231897" y="487714"/>
                </a:lnTo>
                <a:lnTo>
                  <a:pt x="222372" y="483142"/>
                </a:lnTo>
                <a:lnTo>
                  <a:pt x="216849" y="479281"/>
                </a:lnTo>
                <a:lnTo>
                  <a:pt x="212847" y="476215"/>
                </a:lnTo>
                <a:lnTo>
                  <a:pt x="203322" y="472380"/>
                </a:lnTo>
                <a:lnTo>
                  <a:pt x="200242" y="469756"/>
                </a:lnTo>
                <a:lnTo>
                  <a:pt x="193797" y="465217"/>
                </a:lnTo>
                <a:lnTo>
                  <a:pt x="186370" y="460231"/>
                </a:lnTo>
                <a:lnTo>
                  <a:pt x="184272" y="458344"/>
                </a:lnTo>
                <a:lnTo>
                  <a:pt x="174747" y="453558"/>
                </a:lnTo>
                <a:lnTo>
                  <a:pt x="171398" y="450706"/>
                </a:lnTo>
                <a:lnTo>
                  <a:pt x="165222" y="446081"/>
                </a:lnTo>
                <a:lnTo>
                  <a:pt x="159037" y="441181"/>
                </a:lnTo>
                <a:lnTo>
                  <a:pt x="155697" y="438171"/>
                </a:lnTo>
                <a:lnTo>
                  <a:pt x="146781" y="431656"/>
                </a:lnTo>
                <a:lnTo>
                  <a:pt x="146172" y="431060"/>
                </a:lnTo>
                <a:lnTo>
                  <a:pt x="136647" y="425107"/>
                </a:lnTo>
                <a:lnTo>
                  <a:pt x="133425" y="422131"/>
                </a:lnTo>
                <a:lnTo>
                  <a:pt x="127122" y="416635"/>
                </a:lnTo>
                <a:lnTo>
                  <a:pt x="122781" y="412606"/>
                </a:lnTo>
                <a:lnTo>
                  <a:pt x="117597" y="407843"/>
                </a:lnTo>
                <a:lnTo>
                  <a:pt x="112442" y="403081"/>
                </a:lnTo>
                <a:lnTo>
                  <a:pt x="108072" y="398960"/>
                </a:lnTo>
                <a:lnTo>
                  <a:pt x="102524" y="393556"/>
                </a:lnTo>
                <a:lnTo>
                  <a:pt x="98547" y="389600"/>
                </a:lnTo>
                <a:lnTo>
                  <a:pt x="92949" y="384031"/>
                </a:lnTo>
                <a:lnTo>
                  <a:pt x="89022" y="380083"/>
                </a:lnTo>
                <a:lnTo>
                  <a:pt x="83533" y="374506"/>
                </a:lnTo>
                <a:lnTo>
                  <a:pt x="79497" y="370246"/>
                </a:lnTo>
                <a:lnTo>
                  <a:pt x="74805" y="364981"/>
                </a:lnTo>
                <a:lnTo>
                  <a:pt x="69972" y="359465"/>
                </a:lnTo>
                <a:lnTo>
                  <a:pt x="66295" y="355456"/>
                </a:lnTo>
                <a:lnTo>
                  <a:pt x="60447" y="348266"/>
                </a:lnTo>
                <a:lnTo>
                  <a:pt x="58238" y="345931"/>
                </a:lnTo>
                <a:lnTo>
                  <a:pt x="52809" y="336406"/>
                </a:lnTo>
                <a:lnTo>
                  <a:pt x="50922" y="334336"/>
                </a:lnTo>
                <a:lnTo>
                  <a:pt x="45774" y="326881"/>
                </a:lnTo>
                <a:lnTo>
                  <a:pt x="41397" y="321100"/>
                </a:lnTo>
                <a:lnTo>
                  <a:pt x="38247" y="317356"/>
                </a:lnTo>
                <a:lnTo>
                  <a:pt x="34336" y="307831"/>
                </a:lnTo>
                <a:lnTo>
                  <a:pt x="31872" y="304668"/>
                </a:lnTo>
                <a:lnTo>
                  <a:pt x="27851" y="298306"/>
                </a:lnTo>
                <a:lnTo>
                  <a:pt x="23829" y="288781"/>
                </a:lnTo>
                <a:lnTo>
                  <a:pt x="22347" y="286708"/>
                </a:lnTo>
                <a:lnTo>
                  <a:pt x="18551" y="279256"/>
                </a:lnTo>
                <a:lnTo>
                  <a:pt x="16022" y="269731"/>
                </a:lnTo>
                <a:lnTo>
                  <a:pt x="12822" y="263648"/>
                </a:lnTo>
                <a:lnTo>
                  <a:pt x="10702" y="260206"/>
                </a:lnTo>
                <a:lnTo>
                  <a:pt x="8446" y="250681"/>
                </a:lnTo>
                <a:lnTo>
                  <a:pt x="6983" y="241156"/>
                </a:lnTo>
                <a:lnTo>
                  <a:pt x="4447" y="231631"/>
                </a:lnTo>
                <a:lnTo>
                  <a:pt x="3297" y="226868"/>
                </a:lnTo>
                <a:lnTo>
                  <a:pt x="2148" y="222106"/>
                </a:lnTo>
                <a:lnTo>
                  <a:pt x="833" y="212581"/>
                </a:lnTo>
                <a:lnTo>
                  <a:pt x="0" y="203056"/>
                </a:lnTo>
                <a:lnTo>
                  <a:pt x="232" y="193531"/>
                </a:lnTo>
                <a:lnTo>
                  <a:pt x="792" y="184006"/>
                </a:lnTo>
                <a:lnTo>
                  <a:pt x="1815" y="174481"/>
                </a:lnTo>
                <a:lnTo>
                  <a:pt x="3297" y="170257"/>
                </a:lnTo>
                <a:lnTo>
                  <a:pt x="5087" y="164956"/>
                </a:lnTo>
                <a:lnTo>
                  <a:pt x="7174" y="155431"/>
                </a:lnTo>
                <a:lnTo>
                  <a:pt x="8725" y="145906"/>
                </a:lnTo>
                <a:lnTo>
                  <a:pt x="12822" y="137324"/>
                </a:lnTo>
                <a:lnTo>
                  <a:pt x="13547" y="136381"/>
                </a:lnTo>
                <a:lnTo>
                  <a:pt x="17417" y="126856"/>
                </a:lnTo>
                <a:lnTo>
                  <a:pt x="22347" y="117830"/>
                </a:lnTo>
                <a:lnTo>
                  <a:pt x="22809" y="117331"/>
                </a:lnTo>
                <a:lnTo>
                  <a:pt x="28200" y="107806"/>
                </a:lnTo>
                <a:lnTo>
                  <a:pt x="31872" y="103221"/>
                </a:lnTo>
                <a:lnTo>
                  <a:pt x="35930" y="98281"/>
                </a:lnTo>
                <a:lnTo>
                  <a:pt x="41397" y="92227"/>
                </a:lnTo>
                <a:lnTo>
                  <a:pt x="44736" y="88756"/>
                </a:lnTo>
                <a:lnTo>
                  <a:pt x="50922" y="82060"/>
                </a:lnTo>
                <a:lnTo>
                  <a:pt x="53785" y="79231"/>
                </a:lnTo>
                <a:lnTo>
                  <a:pt x="60447" y="73491"/>
                </a:lnTo>
                <a:lnTo>
                  <a:pt x="64618" y="69706"/>
                </a:lnTo>
                <a:lnTo>
                  <a:pt x="69972" y="65037"/>
                </a:lnTo>
                <a:lnTo>
                  <a:pt x="76292" y="60181"/>
                </a:lnTo>
                <a:lnTo>
                  <a:pt x="79497" y="57403"/>
                </a:lnTo>
                <a:lnTo>
                  <a:pt x="89022" y="53358"/>
                </a:lnTo>
                <a:lnTo>
                  <a:pt x="92250" y="50656"/>
                </a:lnTo>
                <a:lnTo>
                  <a:pt x="98547" y="46251"/>
                </a:lnTo>
                <a:lnTo>
                  <a:pt x="108072" y="41855"/>
                </a:lnTo>
                <a:lnTo>
                  <a:pt x="108949" y="41131"/>
                </a:lnTo>
                <a:lnTo>
                  <a:pt x="117597" y="36710"/>
                </a:lnTo>
                <a:lnTo>
                  <a:pt x="127122" y="33088"/>
                </a:lnTo>
                <a:lnTo>
                  <a:pt x="129406" y="31606"/>
                </a:lnTo>
                <a:lnTo>
                  <a:pt x="136647" y="28093"/>
                </a:lnTo>
                <a:lnTo>
                  <a:pt x="146172" y="26009"/>
                </a:lnTo>
                <a:lnTo>
                  <a:pt x="155644" y="22081"/>
                </a:lnTo>
                <a:lnTo>
                  <a:pt x="155697" y="22043"/>
                </a:lnTo>
                <a:lnTo>
                  <a:pt x="165222" y="18423"/>
                </a:lnTo>
                <a:lnTo>
                  <a:pt x="174747" y="16972"/>
                </a:lnTo>
                <a:lnTo>
                  <a:pt x="184272" y="15020"/>
                </a:lnTo>
                <a:lnTo>
                  <a:pt x="190895" y="12556"/>
                </a:lnTo>
                <a:lnTo>
                  <a:pt x="193797" y="11292"/>
                </a:lnTo>
                <a:lnTo>
                  <a:pt x="203322" y="9291"/>
                </a:lnTo>
                <a:lnTo>
                  <a:pt x="212847" y="8155"/>
                </a:lnTo>
                <a:lnTo>
                  <a:pt x="222372" y="7276"/>
                </a:lnTo>
                <a:lnTo>
                  <a:pt x="231897" y="6197"/>
                </a:lnTo>
                <a:lnTo>
                  <a:pt x="241422" y="5151"/>
                </a:lnTo>
                <a:lnTo>
                  <a:pt x="250947" y="4003"/>
                </a:lnTo>
                <a:lnTo>
                  <a:pt x="256472" y="3031"/>
                </a:lnTo>
                <a:close/>
              </a:path>
            </a:pathLst>
          </a:custGeom>
          <a:solidFill xmlns:a="http://schemas.openxmlformats.org/drawingml/2006/main">
            <a:srgbClr val="888888"/>
          </a:solidFill>
          <a:ln xmlns:a="http://schemas.openxmlformats.org/drawingml/2006/main" w="0">
            <a:noFill/>
            <a:prstDash val="solid"/>
          </a:ln>
        </p:spPr>
      </p:sp>
      <p:sp>
        <p:nvSpPr>
          <p:cNvPr id="409" name="deep-skill-chaining-source-component-9-gradient-144-0">
            <a:extLst xmlns:a="http://schemas.openxmlformats.org/drawingml/2006/main">
              <a:ext uri="{FF2B5EF4-FFF2-40B4-BE49-F238E27FC236}">
                <a16:creationId xmlns:a16="http://schemas.microsoft.com/office/drawing/2014/main" id="{EE488E0C-7153-4ABD-BAAD-6DDB26EE62D1}"/>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09090"/>
          </a:solidFill>
          <a:ln xmlns:a="http://schemas.openxmlformats.org/drawingml/2006/main" w="0">
            <a:noFill/>
            <a:prstDash val="solid"/>
          </a:ln>
        </p:spPr>
      </p:sp>
      <p:sp>
        <p:nvSpPr>
          <p:cNvPr id="410" name="deep-skill-chaining-source-component-9-gradient-146-0">
            <a:extLst xmlns:a="http://schemas.openxmlformats.org/drawingml/2006/main">
              <a:ext uri="{FF2B5EF4-FFF2-40B4-BE49-F238E27FC236}">
                <a16:creationId xmlns:a16="http://schemas.microsoft.com/office/drawing/2014/main" id="{86188A2E-5BA6-4F24-8C1F-ED5D19CB7F62}"/>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29292"/>
          </a:solidFill>
          <a:ln xmlns:a="http://schemas.openxmlformats.org/drawingml/2006/main" w="0">
            <a:noFill/>
            <a:prstDash val="solid"/>
          </a:ln>
        </p:spPr>
      </p:sp>
      <p:sp>
        <p:nvSpPr>
          <p:cNvPr id="411" name="deep-skill-chaining-source-component-9-gradient-148-0">
            <a:extLst xmlns:a="http://schemas.openxmlformats.org/drawingml/2006/main">
              <a:ext uri="{FF2B5EF4-FFF2-40B4-BE49-F238E27FC236}">
                <a16:creationId xmlns:a16="http://schemas.microsoft.com/office/drawing/2014/main" id="{7B29DA9F-C26F-4537-AE73-EB393E8379F0}"/>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49494"/>
          </a:solidFill>
          <a:ln xmlns:a="http://schemas.openxmlformats.org/drawingml/2006/main" w="0">
            <a:noFill/>
            <a:prstDash val="solid"/>
          </a:ln>
        </p:spPr>
      </p:sp>
      <p:sp>
        <p:nvSpPr>
          <p:cNvPr id="412" name="deep-skill-chaining-source-component-9-gradient-150-0">
            <a:extLst xmlns:a="http://schemas.openxmlformats.org/drawingml/2006/main">
              <a:ext uri="{FF2B5EF4-FFF2-40B4-BE49-F238E27FC236}">
                <a16:creationId xmlns:a16="http://schemas.microsoft.com/office/drawing/2014/main" id="{8EEB98D8-EED2-4A34-99E0-7D4DADC87357}"/>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69696"/>
          </a:solidFill>
          <a:ln xmlns:a="http://schemas.openxmlformats.org/drawingml/2006/main" w="0">
            <a:noFill/>
            <a:prstDash val="solid"/>
          </a:ln>
        </p:spPr>
      </p:sp>
      <p:sp>
        <p:nvSpPr>
          <p:cNvPr id="413" name="deep-skill-chaining-source-component-9-gradient-152-0">
            <a:extLst xmlns:a="http://schemas.openxmlformats.org/drawingml/2006/main">
              <a:ext uri="{FF2B5EF4-FFF2-40B4-BE49-F238E27FC236}">
                <a16:creationId xmlns:a16="http://schemas.microsoft.com/office/drawing/2014/main" id="{9C283D06-39B7-42BF-B694-5A4BA2E5DDB5}"/>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89898"/>
          </a:solidFill>
          <a:ln xmlns:a="http://schemas.openxmlformats.org/drawingml/2006/main" w="0">
            <a:noFill/>
            <a:prstDash val="solid"/>
          </a:ln>
        </p:spPr>
      </p:sp>
      <p:sp>
        <p:nvSpPr>
          <p:cNvPr id="414" name="deep-skill-chaining-source-component-9-gradient-154-0">
            <a:extLst xmlns:a="http://schemas.openxmlformats.org/drawingml/2006/main">
              <a:ext uri="{FF2B5EF4-FFF2-40B4-BE49-F238E27FC236}">
                <a16:creationId xmlns:a16="http://schemas.microsoft.com/office/drawing/2014/main" id="{79E89165-D14E-426D-ABDE-1A21EBBA40FC}"/>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A9A9A"/>
          </a:solidFill>
          <a:ln xmlns:a="http://schemas.openxmlformats.org/drawingml/2006/main" w="0">
            <a:noFill/>
            <a:prstDash val="solid"/>
          </a:ln>
        </p:spPr>
      </p:sp>
      <p:sp>
        <p:nvSpPr>
          <p:cNvPr id="415" name="deep-skill-chaining-source-component-9-gradient-156-0">
            <a:extLst xmlns:a="http://schemas.openxmlformats.org/drawingml/2006/main">
              <a:ext uri="{FF2B5EF4-FFF2-40B4-BE49-F238E27FC236}">
                <a16:creationId xmlns:a16="http://schemas.microsoft.com/office/drawing/2014/main" id="{6DE539F4-EDFB-4499-ADFE-E6F25DBB93C9}"/>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C9C9C"/>
          </a:solidFill>
          <a:ln xmlns:a="http://schemas.openxmlformats.org/drawingml/2006/main" w="0">
            <a:noFill/>
            <a:prstDash val="solid"/>
          </a:ln>
        </p:spPr>
      </p:sp>
      <p:sp>
        <p:nvSpPr>
          <p:cNvPr id="416" name="deep-skill-chaining-source-component-9-gradient-158-0">
            <a:extLst xmlns:a="http://schemas.openxmlformats.org/drawingml/2006/main">
              <a:ext uri="{FF2B5EF4-FFF2-40B4-BE49-F238E27FC236}">
                <a16:creationId xmlns:a16="http://schemas.microsoft.com/office/drawing/2014/main" id="{A97B5BD1-7254-452B-BF62-39C1F6756A58}"/>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9E9E9E"/>
          </a:solidFill>
          <a:ln xmlns:a="http://schemas.openxmlformats.org/drawingml/2006/main" w="0">
            <a:noFill/>
            <a:prstDash val="solid"/>
          </a:ln>
        </p:spPr>
      </p:sp>
      <p:sp>
        <p:nvSpPr>
          <p:cNvPr id="417" name="deep-skill-chaining-source-component-9-gradient-160-0">
            <a:extLst xmlns:a="http://schemas.openxmlformats.org/drawingml/2006/main">
              <a:ext uri="{FF2B5EF4-FFF2-40B4-BE49-F238E27FC236}">
                <a16:creationId xmlns:a16="http://schemas.microsoft.com/office/drawing/2014/main" id="{A00D233B-4E57-41DA-A6D3-B5F8C5B4FB4F}"/>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0A0A0"/>
          </a:solidFill>
          <a:ln xmlns:a="http://schemas.openxmlformats.org/drawingml/2006/main" w="0">
            <a:noFill/>
            <a:prstDash val="solid"/>
          </a:ln>
        </p:spPr>
      </p:sp>
      <p:sp>
        <p:nvSpPr>
          <p:cNvPr id="418" name="deep-skill-chaining-source-component-9-gradient-162-0">
            <a:extLst xmlns:a="http://schemas.openxmlformats.org/drawingml/2006/main">
              <a:ext uri="{FF2B5EF4-FFF2-40B4-BE49-F238E27FC236}">
                <a16:creationId xmlns:a16="http://schemas.microsoft.com/office/drawing/2014/main" id="{69951C4A-AA88-4E61-88EF-FDA07C1FD936}"/>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2A2A2"/>
          </a:solidFill>
          <a:ln xmlns:a="http://schemas.openxmlformats.org/drawingml/2006/main" w="0">
            <a:noFill/>
            <a:prstDash val="solid"/>
          </a:ln>
        </p:spPr>
      </p:sp>
      <p:sp>
        <p:nvSpPr>
          <p:cNvPr id="419" name="deep-skill-chaining-source-component-9-gradient-164-0">
            <a:extLst xmlns:a="http://schemas.openxmlformats.org/drawingml/2006/main">
              <a:ext uri="{FF2B5EF4-FFF2-40B4-BE49-F238E27FC236}">
                <a16:creationId xmlns:a16="http://schemas.microsoft.com/office/drawing/2014/main" id="{3EE73090-C50F-4F30-A8F3-B6F445C9524D}"/>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4A4A4"/>
          </a:solidFill>
          <a:ln xmlns:a="http://schemas.openxmlformats.org/drawingml/2006/main" w="0">
            <a:noFill/>
            <a:prstDash val="solid"/>
          </a:ln>
        </p:spPr>
      </p:sp>
      <p:sp>
        <p:nvSpPr>
          <p:cNvPr id="420" name="deep-skill-chaining-source-component-9-gradient-166-0">
            <a:extLst xmlns:a="http://schemas.openxmlformats.org/drawingml/2006/main">
              <a:ext uri="{FF2B5EF4-FFF2-40B4-BE49-F238E27FC236}">
                <a16:creationId xmlns:a16="http://schemas.microsoft.com/office/drawing/2014/main" id="{EEBC6F9D-513D-4CDA-B8F2-F9ABEAE61E52}"/>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6A6A6"/>
          </a:solidFill>
          <a:ln xmlns:a="http://schemas.openxmlformats.org/drawingml/2006/main" w="0">
            <a:noFill/>
            <a:prstDash val="solid"/>
          </a:ln>
        </p:spPr>
      </p:sp>
      <p:sp>
        <p:nvSpPr>
          <p:cNvPr id="421" name="deep-skill-chaining-source-component-9-gradient-168-0">
            <a:extLst xmlns:a="http://schemas.openxmlformats.org/drawingml/2006/main">
              <a:ext uri="{FF2B5EF4-FFF2-40B4-BE49-F238E27FC236}">
                <a16:creationId xmlns:a16="http://schemas.microsoft.com/office/drawing/2014/main" id="{8CBE89CB-CF6A-425E-94FF-D7A4D50B6C95}"/>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8A8A8"/>
          </a:solidFill>
          <a:ln xmlns:a="http://schemas.openxmlformats.org/drawingml/2006/main" w="0">
            <a:noFill/>
            <a:prstDash val="solid"/>
          </a:ln>
        </p:spPr>
      </p:sp>
      <p:sp>
        <p:nvSpPr>
          <p:cNvPr id="422" name="deep-skill-chaining-source-component-9-gradient-170-0">
            <a:extLst xmlns:a="http://schemas.openxmlformats.org/drawingml/2006/main">
              <a:ext uri="{FF2B5EF4-FFF2-40B4-BE49-F238E27FC236}">
                <a16:creationId xmlns:a16="http://schemas.microsoft.com/office/drawing/2014/main" id="{E2EFCE23-1AB2-4E09-93E8-A626D18F975C}"/>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AAAAA"/>
          </a:solidFill>
          <a:ln xmlns:a="http://schemas.openxmlformats.org/drawingml/2006/main" w="0">
            <a:noFill/>
            <a:prstDash val="solid"/>
          </a:ln>
        </p:spPr>
      </p:sp>
      <p:sp>
        <p:nvSpPr>
          <p:cNvPr id="423" name="deep-skill-chaining-source-component-9-gradient-172-0">
            <a:extLst xmlns:a="http://schemas.openxmlformats.org/drawingml/2006/main">
              <a:ext uri="{FF2B5EF4-FFF2-40B4-BE49-F238E27FC236}">
                <a16:creationId xmlns:a16="http://schemas.microsoft.com/office/drawing/2014/main" id="{70342AD4-B501-4372-BD57-83A3D98BD0C0}"/>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CACAC"/>
          </a:solidFill>
          <a:ln xmlns:a="http://schemas.openxmlformats.org/drawingml/2006/main" w="0">
            <a:noFill/>
            <a:prstDash val="solid"/>
          </a:ln>
        </p:spPr>
      </p:sp>
      <p:sp>
        <p:nvSpPr>
          <p:cNvPr id="424" name="deep-skill-chaining-source-component-9-gradient-174-0">
            <a:extLst xmlns:a="http://schemas.openxmlformats.org/drawingml/2006/main">
              <a:ext uri="{FF2B5EF4-FFF2-40B4-BE49-F238E27FC236}">
                <a16:creationId xmlns:a16="http://schemas.microsoft.com/office/drawing/2014/main" id="{5243FF7E-FD70-4391-A694-6F423D0519FF}"/>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AEAEAE"/>
          </a:solidFill>
          <a:ln xmlns:a="http://schemas.openxmlformats.org/drawingml/2006/main" w="0">
            <a:noFill/>
            <a:prstDash val="solid"/>
          </a:ln>
        </p:spPr>
      </p:sp>
      <p:sp>
        <p:nvSpPr>
          <p:cNvPr id="425" name="deep-skill-chaining-source-component-9-gradient-176-0">
            <a:extLst xmlns:a="http://schemas.openxmlformats.org/drawingml/2006/main">
              <a:ext uri="{FF2B5EF4-FFF2-40B4-BE49-F238E27FC236}">
                <a16:creationId xmlns:a16="http://schemas.microsoft.com/office/drawing/2014/main" id="{3296D85B-9660-4ABE-8749-572F91B18B4B}"/>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0B0B0"/>
          </a:solidFill>
          <a:ln xmlns:a="http://schemas.openxmlformats.org/drawingml/2006/main" w="0">
            <a:noFill/>
            <a:prstDash val="solid"/>
          </a:ln>
        </p:spPr>
      </p:sp>
      <p:sp>
        <p:nvSpPr>
          <p:cNvPr id="426" name="deep-skill-chaining-source-component-9-gradient-178-0">
            <a:extLst xmlns:a="http://schemas.openxmlformats.org/drawingml/2006/main">
              <a:ext uri="{FF2B5EF4-FFF2-40B4-BE49-F238E27FC236}">
                <a16:creationId xmlns:a16="http://schemas.microsoft.com/office/drawing/2014/main" id="{302ABF78-D1F1-4226-86DF-C7DCA3041B59}"/>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2B2B2"/>
          </a:solidFill>
          <a:ln xmlns:a="http://schemas.openxmlformats.org/drawingml/2006/main" w="0">
            <a:noFill/>
            <a:prstDash val="solid"/>
          </a:ln>
        </p:spPr>
      </p:sp>
      <p:sp>
        <p:nvSpPr>
          <p:cNvPr id="427" name="deep-skill-chaining-source-component-9-gradient-180-0">
            <a:extLst xmlns:a="http://schemas.openxmlformats.org/drawingml/2006/main">
              <a:ext uri="{FF2B5EF4-FFF2-40B4-BE49-F238E27FC236}">
                <a16:creationId xmlns:a16="http://schemas.microsoft.com/office/drawing/2014/main" id="{6F0DEAFD-D93C-48B4-A567-010A99B93064}"/>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4B4B4"/>
          </a:solidFill>
          <a:ln xmlns:a="http://schemas.openxmlformats.org/drawingml/2006/main" w="0">
            <a:noFill/>
            <a:prstDash val="solid"/>
          </a:ln>
        </p:spPr>
      </p:sp>
      <p:sp>
        <p:nvSpPr>
          <p:cNvPr id="428" name="deep-skill-chaining-source-component-9-gradient-182-0">
            <a:extLst xmlns:a="http://schemas.openxmlformats.org/drawingml/2006/main">
              <a:ext uri="{FF2B5EF4-FFF2-40B4-BE49-F238E27FC236}">
                <a16:creationId xmlns:a16="http://schemas.microsoft.com/office/drawing/2014/main" id="{4B4A16FA-0FA8-4433-A952-3D5A8E12117D}"/>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6B6B6"/>
          </a:solidFill>
          <a:ln xmlns:a="http://schemas.openxmlformats.org/drawingml/2006/main" w="0">
            <a:noFill/>
            <a:prstDash val="solid"/>
          </a:ln>
        </p:spPr>
      </p:sp>
      <p:sp>
        <p:nvSpPr>
          <p:cNvPr id="429" name="deep-skill-chaining-source-component-9-gradient-184-0">
            <a:extLst xmlns:a="http://schemas.openxmlformats.org/drawingml/2006/main">
              <a:ext uri="{FF2B5EF4-FFF2-40B4-BE49-F238E27FC236}">
                <a16:creationId xmlns:a16="http://schemas.microsoft.com/office/drawing/2014/main" id="{568BE7E8-F009-409F-B80B-37D39F90065E}"/>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8B8B8"/>
          </a:solidFill>
          <a:ln xmlns:a="http://schemas.openxmlformats.org/drawingml/2006/main" w="0">
            <a:noFill/>
            <a:prstDash val="solid"/>
          </a:ln>
        </p:spPr>
      </p:sp>
      <p:sp>
        <p:nvSpPr>
          <p:cNvPr id="430" name="deep-skill-chaining-source-component-9-gradient-186-0">
            <a:extLst xmlns:a="http://schemas.openxmlformats.org/drawingml/2006/main">
              <a:ext uri="{FF2B5EF4-FFF2-40B4-BE49-F238E27FC236}">
                <a16:creationId xmlns:a16="http://schemas.microsoft.com/office/drawing/2014/main" id="{514A0D33-7FAA-43E3-A0FC-83FAAD792394}"/>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4875" y="395288"/>
                </a:lnTo>
                <a:lnTo>
                  <a:pt x="904875" y="404813"/>
                </a:lnTo>
                <a:lnTo>
                  <a:pt x="904875" y="414338"/>
                </a:lnTo>
                <a:lnTo>
                  <a:pt x="900113" y="419100"/>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ABABA"/>
          </a:solidFill>
          <a:ln xmlns:a="http://schemas.openxmlformats.org/drawingml/2006/main" w="0">
            <a:noFill/>
            <a:prstDash val="solid"/>
          </a:ln>
        </p:spPr>
      </p:sp>
      <p:sp>
        <p:nvSpPr>
          <p:cNvPr id="431" name="deep-skill-chaining-source-component-9-gradient-188-0">
            <a:extLst xmlns:a="http://schemas.openxmlformats.org/drawingml/2006/main">
              <a:ext uri="{FF2B5EF4-FFF2-40B4-BE49-F238E27FC236}">
                <a16:creationId xmlns:a16="http://schemas.microsoft.com/office/drawing/2014/main" id="{F7379A01-5AA5-4164-9729-A267F53FF579}"/>
              </a:ext>
            </a:extLst>
          </p:cNvPr>
          <p:cNvSpPr>
            <a:spLocks xmlns:a="http://schemas.openxmlformats.org/drawingml/2006/main" noGrp="1"/>
          </p:cNvSpPr>
          <p:nvPr/>
        </p:nvSpPr>
        <p:spPr>
          <a:xfrm xmlns:a="http://schemas.openxmlformats.org/drawingml/2006/main" rot="0">
            <a:off x="8334375" y="333375"/>
            <a:ext cx="904875" cy="590550"/>
          </a:xfrm>
          <a:custGeom xmlns:a="http://schemas.openxmlformats.org/drawingml/2006/main">
            <a:pathLst>
              <a:path w="904875" h="59055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52438" y="19050"/>
                </a:lnTo>
                <a:lnTo>
                  <a:pt x="461963" y="19050"/>
                </a:lnTo>
                <a:lnTo>
                  <a:pt x="471488" y="19050"/>
                </a:lnTo>
                <a:lnTo>
                  <a:pt x="476250" y="23813"/>
                </a:lnTo>
                <a:lnTo>
                  <a:pt x="481013" y="28575"/>
                </a:lnTo>
                <a:lnTo>
                  <a:pt x="490538" y="28575"/>
                </a:lnTo>
                <a:lnTo>
                  <a:pt x="500063" y="28575"/>
                </a:lnTo>
                <a:lnTo>
                  <a:pt x="504825" y="33338"/>
                </a:lnTo>
                <a:lnTo>
                  <a:pt x="509588" y="38100"/>
                </a:lnTo>
                <a:lnTo>
                  <a:pt x="519113" y="38100"/>
                </a:lnTo>
                <a:lnTo>
                  <a:pt x="528638" y="38100"/>
                </a:lnTo>
                <a:lnTo>
                  <a:pt x="538163" y="38100"/>
                </a:lnTo>
                <a:lnTo>
                  <a:pt x="542925" y="42863"/>
                </a:lnTo>
                <a:lnTo>
                  <a:pt x="547688" y="47625"/>
                </a:lnTo>
                <a:lnTo>
                  <a:pt x="557213" y="47625"/>
                </a:lnTo>
                <a:lnTo>
                  <a:pt x="566738" y="47625"/>
                </a:lnTo>
                <a:lnTo>
                  <a:pt x="571500" y="52388"/>
                </a:lnTo>
                <a:lnTo>
                  <a:pt x="576263" y="57150"/>
                </a:lnTo>
                <a:lnTo>
                  <a:pt x="585788" y="57150"/>
                </a:lnTo>
                <a:lnTo>
                  <a:pt x="590550" y="61913"/>
                </a:lnTo>
                <a:lnTo>
                  <a:pt x="595313" y="66675"/>
                </a:lnTo>
                <a:lnTo>
                  <a:pt x="604838" y="66675"/>
                </a:lnTo>
                <a:lnTo>
                  <a:pt x="609600" y="71438"/>
                </a:lnTo>
                <a:lnTo>
                  <a:pt x="614363" y="76200"/>
                </a:lnTo>
                <a:lnTo>
                  <a:pt x="623888" y="76200"/>
                </a:lnTo>
                <a:lnTo>
                  <a:pt x="628650" y="80963"/>
                </a:lnTo>
                <a:lnTo>
                  <a:pt x="633413" y="85725"/>
                </a:lnTo>
                <a:lnTo>
                  <a:pt x="642938" y="85725"/>
                </a:lnTo>
                <a:lnTo>
                  <a:pt x="652463" y="85725"/>
                </a:lnTo>
                <a:lnTo>
                  <a:pt x="657225" y="90488"/>
                </a:lnTo>
                <a:lnTo>
                  <a:pt x="661988" y="95250"/>
                </a:lnTo>
                <a:lnTo>
                  <a:pt x="666750" y="100013"/>
                </a:lnTo>
                <a:lnTo>
                  <a:pt x="671513" y="104775"/>
                </a:lnTo>
                <a:lnTo>
                  <a:pt x="681038" y="104775"/>
                </a:lnTo>
                <a:lnTo>
                  <a:pt x="685800" y="109538"/>
                </a:lnTo>
                <a:lnTo>
                  <a:pt x="690563" y="114300"/>
                </a:lnTo>
                <a:lnTo>
                  <a:pt x="700088" y="114300"/>
                </a:lnTo>
                <a:lnTo>
                  <a:pt x="704850" y="119063"/>
                </a:lnTo>
                <a:lnTo>
                  <a:pt x="709613" y="123825"/>
                </a:lnTo>
                <a:lnTo>
                  <a:pt x="714375" y="128588"/>
                </a:lnTo>
                <a:lnTo>
                  <a:pt x="719138" y="133350"/>
                </a:lnTo>
                <a:lnTo>
                  <a:pt x="728663" y="133350"/>
                </a:lnTo>
                <a:lnTo>
                  <a:pt x="733425" y="138113"/>
                </a:lnTo>
                <a:lnTo>
                  <a:pt x="738188" y="142875"/>
                </a:lnTo>
                <a:lnTo>
                  <a:pt x="742950" y="147638"/>
                </a:lnTo>
                <a:lnTo>
                  <a:pt x="747713" y="152400"/>
                </a:lnTo>
                <a:lnTo>
                  <a:pt x="757238" y="152400"/>
                </a:lnTo>
                <a:lnTo>
                  <a:pt x="762000" y="157163"/>
                </a:lnTo>
                <a:lnTo>
                  <a:pt x="766763" y="161925"/>
                </a:lnTo>
                <a:lnTo>
                  <a:pt x="771525" y="166688"/>
                </a:lnTo>
                <a:lnTo>
                  <a:pt x="776288" y="171450"/>
                </a:lnTo>
                <a:lnTo>
                  <a:pt x="781050" y="176213"/>
                </a:lnTo>
                <a:lnTo>
                  <a:pt x="785813" y="180975"/>
                </a:lnTo>
                <a:lnTo>
                  <a:pt x="790575" y="185738"/>
                </a:lnTo>
                <a:lnTo>
                  <a:pt x="795338" y="190500"/>
                </a:lnTo>
                <a:lnTo>
                  <a:pt x="800100" y="195263"/>
                </a:lnTo>
                <a:lnTo>
                  <a:pt x="804863" y="200025"/>
                </a:lnTo>
                <a:lnTo>
                  <a:pt x="809625" y="204788"/>
                </a:lnTo>
                <a:lnTo>
                  <a:pt x="814388" y="209550"/>
                </a:lnTo>
                <a:lnTo>
                  <a:pt x="819150" y="214313"/>
                </a:lnTo>
                <a:lnTo>
                  <a:pt x="823913" y="219075"/>
                </a:lnTo>
                <a:lnTo>
                  <a:pt x="828675" y="223838"/>
                </a:lnTo>
                <a:lnTo>
                  <a:pt x="833438" y="228600"/>
                </a:lnTo>
                <a:lnTo>
                  <a:pt x="838200" y="233363"/>
                </a:lnTo>
                <a:lnTo>
                  <a:pt x="842963" y="238125"/>
                </a:lnTo>
                <a:lnTo>
                  <a:pt x="847725" y="242888"/>
                </a:lnTo>
                <a:lnTo>
                  <a:pt x="847725" y="252413"/>
                </a:lnTo>
                <a:lnTo>
                  <a:pt x="852488" y="257175"/>
                </a:lnTo>
                <a:lnTo>
                  <a:pt x="857250" y="261938"/>
                </a:lnTo>
                <a:lnTo>
                  <a:pt x="862013" y="266700"/>
                </a:lnTo>
                <a:lnTo>
                  <a:pt x="866775" y="271463"/>
                </a:lnTo>
                <a:lnTo>
                  <a:pt x="866775" y="280988"/>
                </a:lnTo>
                <a:lnTo>
                  <a:pt x="871538" y="285750"/>
                </a:lnTo>
                <a:lnTo>
                  <a:pt x="876300" y="290513"/>
                </a:lnTo>
                <a:lnTo>
                  <a:pt x="876300" y="300038"/>
                </a:lnTo>
                <a:lnTo>
                  <a:pt x="881063" y="304800"/>
                </a:lnTo>
                <a:lnTo>
                  <a:pt x="885825" y="309563"/>
                </a:lnTo>
                <a:lnTo>
                  <a:pt x="885825" y="319088"/>
                </a:lnTo>
                <a:lnTo>
                  <a:pt x="890588" y="323850"/>
                </a:lnTo>
                <a:lnTo>
                  <a:pt x="895350" y="328613"/>
                </a:lnTo>
                <a:lnTo>
                  <a:pt x="895350" y="338138"/>
                </a:lnTo>
                <a:lnTo>
                  <a:pt x="895350" y="347663"/>
                </a:lnTo>
                <a:lnTo>
                  <a:pt x="895350" y="357188"/>
                </a:lnTo>
                <a:lnTo>
                  <a:pt x="900113" y="361950"/>
                </a:lnTo>
                <a:lnTo>
                  <a:pt x="904875" y="366713"/>
                </a:lnTo>
                <a:lnTo>
                  <a:pt x="904875" y="376238"/>
                </a:lnTo>
                <a:lnTo>
                  <a:pt x="904875" y="385763"/>
                </a:lnTo>
                <a:lnTo>
                  <a:pt x="900113" y="390525"/>
                </a:lnTo>
                <a:lnTo>
                  <a:pt x="895350" y="395288"/>
                </a:lnTo>
                <a:lnTo>
                  <a:pt x="895350" y="404813"/>
                </a:lnTo>
                <a:lnTo>
                  <a:pt x="895350" y="414338"/>
                </a:lnTo>
                <a:lnTo>
                  <a:pt x="895350" y="423863"/>
                </a:lnTo>
                <a:lnTo>
                  <a:pt x="895350" y="433388"/>
                </a:lnTo>
                <a:lnTo>
                  <a:pt x="895350" y="442913"/>
                </a:lnTo>
                <a:lnTo>
                  <a:pt x="890588" y="447675"/>
                </a:lnTo>
                <a:lnTo>
                  <a:pt x="885825" y="452438"/>
                </a:lnTo>
                <a:lnTo>
                  <a:pt x="885825" y="461963"/>
                </a:lnTo>
                <a:lnTo>
                  <a:pt x="881063" y="466725"/>
                </a:lnTo>
                <a:lnTo>
                  <a:pt x="876300" y="471488"/>
                </a:lnTo>
                <a:lnTo>
                  <a:pt x="876300" y="481013"/>
                </a:lnTo>
                <a:lnTo>
                  <a:pt x="871538" y="485775"/>
                </a:lnTo>
                <a:lnTo>
                  <a:pt x="866775" y="490538"/>
                </a:lnTo>
                <a:lnTo>
                  <a:pt x="862013" y="495300"/>
                </a:lnTo>
                <a:lnTo>
                  <a:pt x="857250" y="500063"/>
                </a:lnTo>
                <a:lnTo>
                  <a:pt x="852488" y="504825"/>
                </a:lnTo>
                <a:lnTo>
                  <a:pt x="847725" y="509588"/>
                </a:lnTo>
                <a:lnTo>
                  <a:pt x="842963" y="514350"/>
                </a:lnTo>
                <a:lnTo>
                  <a:pt x="838200" y="519113"/>
                </a:lnTo>
                <a:lnTo>
                  <a:pt x="833438" y="523875"/>
                </a:lnTo>
                <a:lnTo>
                  <a:pt x="828675" y="528638"/>
                </a:lnTo>
                <a:lnTo>
                  <a:pt x="823913" y="533400"/>
                </a:lnTo>
                <a:lnTo>
                  <a:pt x="814388" y="533400"/>
                </a:lnTo>
                <a:lnTo>
                  <a:pt x="809625" y="538163"/>
                </a:lnTo>
                <a:lnTo>
                  <a:pt x="804863" y="542925"/>
                </a:lnTo>
                <a:lnTo>
                  <a:pt x="795338" y="542925"/>
                </a:lnTo>
                <a:lnTo>
                  <a:pt x="790575" y="547688"/>
                </a:lnTo>
                <a:lnTo>
                  <a:pt x="785813" y="552450"/>
                </a:lnTo>
                <a:lnTo>
                  <a:pt x="776288" y="552450"/>
                </a:lnTo>
                <a:lnTo>
                  <a:pt x="771525" y="557213"/>
                </a:lnTo>
                <a:lnTo>
                  <a:pt x="766763" y="561975"/>
                </a:lnTo>
                <a:lnTo>
                  <a:pt x="757238" y="561975"/>
                </a:lnTo>
                <a:lnTo>
                  <a:pt x="752475" y="566738"/>
                </a:lnTo>
                <a:lnTo>
                  <a:pt x="747713" y="571500"/>
                </a:lnTo>
                <a:lnTo>
                  <a:pt x="738188" y="571500"/>
                </a:lnTo>
                <a:lnTo>
                  <a:pt x="728663" y="571500"/>
                </a:lnTo>
                <a:lnTo>
                  <a:pt x="719138" y="571500"/>
                </a:lnTo>
                <a:lnTo>
                  <a:pt x="714375" y="576263"/>
                </a:lnTo>
                <a:lnTo>
                  <a:pt x="709613" y="581025"/>
                </a:lnTo>
                <a:lnTo>
                  <a:pt x="700088" y="581025"/>
                </a:lnTo>
                <a:lnTo>
                  <a:pt x="690563" y="581025"/>
                </a:lnTo>
                <a:lnTo>
                  <a:pt x="681038" y="581025"/>
                </a:lnTo>
                <a:lnTo>
                  <a:pt x="671513" y="581025"/>
                </a:lnTo>
                <a:lnTo>
                  <a:pt x="661988" y="581025"/>
                </a:lnTo>
                <a:lnTo>
                  <a:pt x="652463" y="581025"/>
                </a:lnTo>
                <a:lnTo>
                  <a:pt x="647700" y="585788"/>
                </a:lnTo>
                <a:lnTo>
                  <a:pt x="642938" y="590550"/>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42925" y="585788"/>
                </a:lnTo>
                <a:lnTo>
                  <a:pt x="538163" y="581025"/>
                </a:lnTo>
                <a:lnTo>
                  <a:pt x="528638" y="581025"/>
                </a:lnTo>
                <a:lnTo>
                  <a:pt x="519113" y="581025"/>
                </a:lnTo>
                <a:lnTo>
                  <a:pt x="509588" y="581025"/>
                </a:lnTo>
                <a:lnTo>
                  <a:pt x="500063" y="581025"/>
                </a:lnTo>
                <a:lnTo>
                  <a:pt x="490538" y="581025"/>
                </a:lnTo>
                <a:lnTo>
                  <a:pt x="481013" y="581025"/>
                </a:lnTo>
                <a:lnTo>
                  <a:pt x="476250" y="576263"/>
                </a:lnTo>
                <a:lnTo>
                  <a:pt x="471488" y="571500"/>
                </a:lnTo>
                <a:lnTo>
                  <a:pt x="461963" y="571500"/>
                </a:lnTo>
                <a:lnTo>
                  <a:pt x="452438" y="571500"/>
                </a:lnTo>
                <a:lnTo>
                  <a:pt x="442913" y="571500"/>
                </a:lnTo>
                <a:lnTo>
                  <a:pt x="433388" y="571500"/>
                </a:lnTo>
                <a:lnTo>
                  <a:pt x="428625" y="566738"/>
                </a:lnTo>
                <a:lnTo>
                  <a:pt x="423863" y="561975"/>
                </a:lnTo>
                <a:lnTo>
                  <a:pt x="414338" y="561975"/>
                </a:lnTo>
                <a:lnTo>
                  <a:pt x="404813" y="561975"/>
                </a:lnTo>
                <a:lnTo>
                  <a:pt x="400050" y="557213"/>
                </a:lnTo>
                <a:lnTo>
                  <a:pt x="395288" y="552450"/>
                </a:lnTo>
                <a:lnTo>
                  <a:pt x="385763" y="552450"/>
                </a:lnTo>
                <a:lnTo>
                  <a:pt x="376238" y="552450"/>
                </a:lnTo>
                <a:lnTo>
                  <a:pt x="366713" y="552450"/>
                </a:lnTo>
                <a:lnTo>
                  <a:pt x="361950" y="547688"/>
                </a:lnTo>
                <a:lnTo>
                  <a:pt x="357188" y="542925"/>
                </a:lnTo>
                <a:lnTo>
                  <a:pt x="347663" y="542925"/>
                </a:lnTo>
                <a:lnTo>
                  <a:pt x="342900" y="538163"/>
                </a:lnTo>
                <a:lnTo>
                  <a:pt x="338138" y="533400"/>
                </a:lnTo>
                <a:lnTo>
                  <a:pt x="328613" y="533400"/>
                </a:lnTo>
                <a:lnTo>
                  <a:pt x="319088" y="533400"/>
                </a:lnTo>
                <a:lnTo>
                  <a:pt x="314325" y="528638"/>
                </a:lnTo>
                <a:lnTo>
                  <a:pt x="309563" y="523875"/>
                </a:lnTo>
                <a:lnTo>
                  <a:pt x="300038" y="523875"/>
                </a:lnTo>
                <a:lnTo>
                  <a:pt x="295275" y="519113"/>
                </a:lnTo>
                <a:lnTo>
                  <a:pt x="290513" y="514350"/>
                </a:lnTo>
                <a:lnTo>
                  <a:pt x="280988" y="514350"/>
                </a:lnTo>
                <a:lnTo>
                  <a:pt x="271463" y="514350"/>
                </a:lnTo>
                <a:lnTo>
                  <a:pt x="266700" y="509588"/>
                </a:lnTo>
                <a:lnTo>
                  <a:pt x="261938" y="504825"/>
                </a:lnTo>
                <a:lnTo>
                  <a:pt x="257175" y="500063"/>
                </a:lnTo>
                <a:lnTo>
                  <a:pt x="252413" y="495300"/>
                </a:lnTo>
                <a:lnTo>
                  <a:pt x="242888" y="495300"/>
                </a:lnTo>
                <a:lnTo>
                  <a:pt x="238125" y="490538"/>
                </a:lnTo>
                <a:lnTo>
                  <a:pt x="233363" y="485775"/>
                </a:lnTo>
                <a:lnTo>
                  <a:pt x="223838" y="485775"/>
                </a:lnTo>
                <a:lnTo>
                  <a:pt x="219075" y="481013"/>
                </a:lnTo>
                <a:lnTo>
                  <a:pt x="214313" y="476250"/>
                </a:lnTo>
                <a:lnTo>
                  <a:pt x="204788" y="476250"/>
                </a:lnTo>
                <a:lnTo>
                  <a:pt x="200025" y="471488"/>
                </a:lnTo>
                <a:lnTo>
                  <a:pt x="195263" y="466725"/>
                </a:lnTo>
                <a:lnTo>
                  <a:pt x="190500" y="461963"/>
                </a:lnTo>
                <a:lnTo>
                  <a:pt x="185738" y="457200"/>
                </a:lnTo>
                <a:lnTo>
                  <a:pt x="176213" y="457200"/>
                </a:lnTo>
                <a:lnTo>
                  <a:pt x="171450" y="452438"/>
                </a:lnTo>
                <a:lnTo>
                  <a:pt x="166688" y="447675"/>
                </a:lnTo>
                <a:lnTo>
                  <a:pt x="161925" y="442913"/>
                </a:lnTo>
                <a:lnTo>
                  <a:pt x="157163" y="438150"/>
                </a:lnTo>
                <a:lnTo>
                  <a:pt x="152400" y="433388"/>
                </a:lnTo>
                <a:lnTo>
                  <a:pt x="147638" y="428625"/>
                </a:lnTo>
                <a:lnTo>
                  <a:pt x="138113" y="428625"/>
                </a:lnTo>
                <a:lnTo>
                  <a:pt x="133350" y="423863"/>
                </a:lnTo>
                <a:lnTo>
                  <a:pt x="128588" y="419100"/>
                </a:lnTo>
                <a:lnTo>
                  <a:pt x="123825" y="414338"/>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4288" y="266700"/>
                </a:lnTo>
                <a:lnTo>
                  <a:pt x="9525" y="261938"/>
                </a:lnTo>
                <a:lnTo>
                  <a:pt x="9525" y="252413"/>
                </a:lnTo>
                <a:lnTo>
                  <a:pt x="9525" y="242888"/>
                </a:lnTo>
                <a:lnTo>
                  <a:pt x="9525" y="233363"/>
                </a:lnTo>
                <a:lnTo>
                  <a:pt x="4763" y="228600"/>
                </a:lnTo>
                <a:lnTo>
                  <a:pt x="0" y="223838"/>
                </a:lnTo>
                <a:lnTo>
                  <a:pt x="0" y="214313"/>
                </a:lnTo>
                <a:lnTo>
                  <a:pt x="0" y="204788"/>
                </a:lnTo>
                <a:lnTo>
                  <a:pt x="0" y="195263"/>
                </a:lnTo>
                <a:lnTo>
                  <a:pt x="0" y="185738"/>
                </a:lnTo>
                <a:lnTo>
                  <a:pt x="4763" y="180975"/>
                </a:lnTo>
                <a:lnTo>
                  <a:pt x="9525" y="176213"/>
                </a:lnTo>
                <a:lnTo>
                  <a:pt x="9525" y="166688"/>
                </a:lnTo>
                <a:lnTo>
                  <a:pt x="9525" y="157163"/>
                </a:lnTo>
                <a:lnTo>
                  <a:pt x="9525" y="147638"/>
                </a:lnTo>
                <a:lnTo>
                  <a:pt x="14288" y="142875"/>
                </a:lnTo>
                <a:lnTo>
                  <a:pt x="19050" y="138113"/>
                </a:lnTo>
                <a:lnTo>
                  <a:pt x="19050" y="128588"/>
                </a:lnTo>
                <a:lnTo>
                  <a:pt x="23813" y="123825"/>
                </a:lnTo>
                <a:lnTo>
                  <a:pt x="28575" y="119063"/>
                </a:lnTo>
                <a:lnTo>
                  <a:pt x="28575" y="109538"/>
                </a:lnTo>
                <a:lnTo>
                  <a:pt x="33338" y="104775"/>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90488" y="57150"/>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5738" y="19050"/>
                </a:lnTo>
                <a:lnTo>
                  <a:pt x="190500" y="14288"/>
                </a:lnTo>
                <a:lnTo>
                  <a:pt x="195263" y="9525"/>
                </a:lnTo>
                <a:lnTo>
                  <a:pt x="204788" y="9525"/>
                </a:lnTo>
                <a:lnTo>
                  <a:pt x="214313" y="9525"/>
                </a:lnTo>
                <a:lnTo>
                  <a:pt x="223838" y="9525"/>
                </a:lnTo>
                <a:lnTo>
                  <a:pt x="233363" y="9525"/>
                </a:lnTo>
                <a:lnTo>
                  <a:pt x="242888" y="9525"/>
                </a:lnTo>
                <a:lnTo>
                  <a:pt x="252413" y="9525"/>
                </a:lnTo>
                <a:lnTo>
                  <a:pt x="257175" y="4763"/>
                </a:lnTo>
                <a:close/>
              </a:path>
            </a:pathLst>
          </a:custGeom>
          <a:solidFill xmlns:a="http://schemas.openxmlformats.org/drawingml/2006/main">
            <a:srgbClr val="BCBCBC"/>
          </a:solidFill>
          <a:ln xmlns:a="http://schemas.openxmlformats.org/drawingml/2006/main" w="0">
            <a:noFill/>
            <a:prstDash val="solid"/>
          </a:ln>
        </p:spPr>
      </p:sp>
      <p:sp>
        <p:nvSpPr>
          <p:cNvPr id="432" name="deep-skill-chaining-source-component-9-gradient-190-0">
            <a:extLst xmlns:a="http://schemas.openxmlformats.org/drawingml/2006/main">
              <a:ext uri="{FF2B5EF4-FFF2-40B4-BE49-F238E27FC236}">
                <a16:creationId xmlns:a16="http://schemas.microsoft.com/office/drawing/2014/main" id="{B9AC77C8-FB40-4BD0-A1A3-2AC80F3828FA}"/>
              </a:ext>
            </a:extLst>
          </p:cNvPr>
          <p:cNvSpPr>
            <a:spLocks xmlns:a="http://schemas.openxmlformats.org/drawingml/2006/main" noGrp="1"/>
          </p:cNvSpPr>
          <p:nvPr/>
        </p:nvSpPr>
        <p:spPr>
          <a:xfrm xmlns:a="http://schemas.openxmlformats.org/drawingml/2006/main" rot="0">
            <a:off x="8343900" y="333375"/>
            <a:ext cx="895350" cy="590550"/>
          </a:xfrm>
          <a:custGeom xmlns:a="http://schemas.openxmlformats.org/drawingml/2006/main">
            <a:pathLst>
              <a:path w="895350" h="590550">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5288" y="9525"/>
                </a:lnTo>
                <a:lnTo>
                  <a:pt x="404813" y="9525"/>
                </a:lnTo>
                <a:lnTo>
                  <a:pt x="414338" y="9525"/>
                </a:lnTo>
                <a:lnTo>
                  <a:pt x="419100" y="14288"/>
                </a:lnTo>
                <a:lnTo>
                  <a:pt x="423863" y="19050"/>
                </a:lnTo>
                <a:lnTo>
                  <a:pt x="433388" y="19050"/>
                </a:lnTo>
                <a:lnTo>
                  <a:pt x="442913" y="19050"/>
                </a:lnTo>
                <a:lnTo>
                  <a:pt x="452438" y="19050"/>
                </a:lnTo>
                <a:lnTo>
                  <a:pt x="461963" y="19050"/>
                </a:lnTo>
                <a:lnTo>
                  <a:pt x="466725" y="23813"/>
                </a:lnTo>
                <a:lnTo>
                  <a:pt x="471488" y="28575"/>
                </a:lnTo>
                <a:lnTo>
                  <a:pt x="481013" y="28575"/>
                </a:lnTo>
                <a:lnTo>
                  <a:pt x="490538" y="28575"/>
                </a:lnTo>
                <a:lnTo>
                  <a:pt x="495300" y="33338"/>
                </a:lnTo>
                <a:lnTo>
                  <a:pt x="500063" y="38100"/>
                </a:lnTo>
                <a:lnTo>
                  <a:pt x="509588" y="38100"/>
                </a:lnTo>
                <a:lnTo>
                  <a:pt x="519113" y="38100"/>
                </a:lnTo>
                <a:lnTo>
                  <a:pt x="528638" y="38100"/>
                </a:lnTo>
                <a:lnTo>
                  <a:pt x="533400" y="42863"/>
                </a:lnTo>
                <a:lnTo>
                  <a:pt x="538163" y="47625"/>
                </a:lnTo>
                <a:lnTo>
                  <a:pt x="547688" y="47625"/>
                </a:lnTo>
                <a:lnTo>
                  <a:pt x="557213" y="47625"/>
                </a:lnTo>
                <a:lnTo>
                  <a:pt x="561975" y="52388"/>
                </a:lnTo>
                <a:lnTo>
                  <a:pt x="566738" y="57150"/>
                </a:lnTo>
                <a:lnTo>
                  <a:pt x="576263" y="57150"/>
                </a:lnTo>
                <a:lnTo>
                  <a:pt x="581025" y="61913"/>
                </a:lnTo>
                <a:lnTo>
                  <a:pt x="585788" y="66675"/>
                </a:lnTo>
                <a:lnTo>
                  <a:pt x="595313" y="66675"/>
                </a:lnTo>
                <a:lnTo>
                  <a:pt x="600075" y="71438"/>
                </a:lnTo>
                <a:lnTo>
                  <a:pt x="604838" y="76200"/>
                </a:lnTo>
                <a:lnTo>
                  <a:pt x="614363" y="76200"/>
                </a:lnTo>
                <a:lnTo>
                  <a:pt x="619125" y="80963"/>
                </a:lnTo>
                <a:lnTo>
                  <a:pt x="623888" y="85725"/>
                </a:lnTo>
                <a:lnTo>
                  <a:pt x="633413" y="85725"/>
                </a:lnTo>
                <a:lnTo>
                  <a:pt x="642938" y="85725"/>
                </a:lnTo>
                <a:lnTo>
                  <a:pt x="647700" y="90488"/>
                </a:lnTo>
                <a:lnTo>
                  <a:pt x="652463" y="95250"/>
                </a:lnTo>
                <a:lnTo>
                  <a:pt x="657225" y="100013"/>
                </a:lnTo>
                <a:lnTo>
                  <a:pt x="661988" y="104775"/>
                </a:lnTo>
                <a:lnTo>
                  <a:pt x="671513" y="104775"/>
                </a:lnTo>
                <a:lnTo>
                  <a:pt x="676275" y="109538"/>
                </a:lnTo>
                <a:lnTo>
                  <a:pt x="681038" y="114300"/>
                </a:lnTo>
                <a:lnTo>
                  <a:pt x="690563" y="114300"/>
                </a:lnTo>
                <a:lnTo>
                  <a:pt x="695325" y="119063"/>
                </a:lnTo>
                <a:lnTo>
                  <a:pt x="700088" y="123825"/>
                </a:lnTo>
                <a:lnTo>
                  <a:pt x="704850" y="128588"/>
                </a:lnTo>
                <a:lnTo>
                  <a:pt x="709613" y="133350"/>
                </a:lnTo>
                <a:lnTo>
                  <a:pt x="719138" y="133350"/>
                </a:lnTo>
                <a:lnTo>
                  <a:pt x="723900" y="138113"/>
                </a:lnTo>
                <a:lnTo>
                  <a:pt x="728663" y="142875"/>
                </a:lnTo>
                <a:lnTo>
                  <a:pt x="733425" y="147638"/>
                </a:lnTo>
                <a:lnTo>
                  <a:pt x="738188" y="152400"/>
                </a:lnTo>
                <a:lnTo>
                  <a:pt x="747713" y="152400"/>
                </a:lnTo>
                <a:lnTo>
                  <a:pt x="752475" y="157163"/>
                </a:lnTo>
                <a:lnTo>
                  <a:pt x="757238" y="161925"/>
                </a:lnTo>
                <a:lnTo>
                  <a:pt x="762000" y="166688"/>
                </a:lnTo>
                <a:lnTo>
                  <a:pt x="766763" y="171450"/>
                </a:lnTo>
                <a:lnTo>
                  <a:pt x="771525" y="176213"/>
                </a:lnTo>
                <a:lnTo>
                  <a:pt x="776288" y="180975"/>
                </a:lnTo>
                <a:lnTo>
                  <a:pt x="781050" y="185738"/>
                </a:lnTo>
                <a:lnTo>
                  <a:pt x="785813" y="190500"/>
                </a:lnTo>
                <a:lnTo>
                  <a:pt x="790575" y="195263"/>
                </a:lnTo>
                <a:lnTo>
                  <a:pt x="795338" y="200025"/>
                </a:lnTo>
                <a:lnTo>
                  <a:pt x="800100" y="204788"/>
                </a:lnTo>
                <a:lnTo>
                  <a:pt x="804863" y="209550"/>
                </a:lnTo>
                <a:lnTo>
                  <a:pt x="809625" y="214313"/>
                </a:lnTo>
                <a:lnTo>
                  <a:pt x="814388" y="219075"/>
                </a:lnTo>
                <a:lnTo>
                  <a:pt x="819150" y="223838"/>
                </a:lnTo>
                <a:lnTo>
                  <a:pt x="823913" y="228600"/>
                </a:lnTo>
                <a:lnTo>
                  <a:pt x="828675" y="233363"/>
                </a:lnTo>
                <a:lnTo>
                  <a:pt x="833438" y="238125"/>
                </a:lnTo>
                <a:lnTo>
                  <a:pt x="838200" y="242888"/>
                </a:lnTo>
                <a:lnTo>
                  <a:pt x="838200" y="252413"/>
                </a:lnTo>
                <a:lnTo>
                  <a:pt x="842963" y="257175"/>
                </a:lnTo>
                <a:lnTo>
                  <a:pt x="847725" y="261938"/>
                </a:lnTo>
                <a:lnTo>
                  <a:pt x="852488" y="266700"/>
                </a:lnTo>
                <a:lnTo>
                  <a:pt x="857250" y="271463"/>
                </a:lnTo>
                <a:lnTo>
                  <a:pt x="857250" y="280988"/>
                </a:lnTo>
                <a:lnTo>
                  <a:pt x="862013" y="285750"/>
                </a:lnTo>
                <a:lnTo>
                  <a:pt x="866775" y="290513"/>
                </a:lnTo>
                <a:lnTo>
                  <a:pt x="866775" y="300038"/>
                </a:lnTo>
                <a:lnTo>
                  <a:pt x="871538" y="304800"/>
                </a:lnTo>
                <a:lnTo>
                  <a:pt x="876300" y="309563"/>
                </a:lnTo>
                <a:lnTo>
                  <a:pt x="876300" y="319088"/>
                </a:lnTo>
                <a:lnTo>
                  <a:pt x="881063" y="323850"/>
                </a:lnTo>
                <a:lnTo>
                  <a:pt x="885825" y="328613"/>
                </a:lnTo>
                <a:lnTo>
                  <a:pt x="885825" y="338138"/>
                </a:lnTo>
                <a:lnTo>
                  <a:pt x="885825" y="347663"/>
                </a:lnTo>
                <a:lnTo>
                  <a:pt x="885825" y="357188"/>
                </a:lnTo>
                <a:lnTo>
                  <a:pt x="890588" y="361950"/>
                </a:lnTo>
                <a:lnTo>
                  <a:pt x="895350" y="366713"/>
                </a:lnTo>
                <a:lnTo>
                  <a:pt x="895350" y="376238"/>
                </a:lnTo>
                <a:lnTo>
                  <a:pt x="890588" y="381000"/>
                </a:lnTo>
                <a:lnTo>
                  <a:pt x="885825" y="385763"/>
                </a:lnTo>
                <a:lnTo>
                  <a:pt x="881063" y="390525"/>
                </a:lnTo>
                <a:lnTo>
                  <a:pt x="876300" y="395288"/>
                </a:lnTo>
                <a:lnTo>
                  <a:pt x="876300" y="404813"/>
                </a:lnTo>
                <a:lnTo>
                  <a:pt x="881063" y="409575"/>
                </a:lnTo>
                <a:lnTo>
                  <a:pt x="885825" y="414338"/>
                </a:lnTo>
                <a:lnTo>
                  <a:pt x="885825" y="423863"/>
                </a:lnTo>
                <a:lnTo>
                  <a:pt x="881063" y="428625"/>
                </a:lnTo>
                <a:lnTo>
                  <a:pt x="876300" y="433388"/>
                </a:lnTo>
                <a:lnTo>
                  <a:pt x="876300" y="442913"/>
                </a:lnTo>
                <a:lnTo>
                  <a:pt x="876300" y="452438"/>
                </a:lnTo>
                <a:lnTo>
                  <a:pt x="871538" y="457200"/>
                </a:lnTo>
                <a:lnTo>
                  <a:pt x="866775" y="461963"/>
                </a:lnTo>
                <a:lnTo>
                  <a:pt x="866775" y="471488"/>
                </a:lnTo>
                <a:lnTo>
                  <a:pt x="866775" y="481013"/>
                </a:lnTo>
                <a:lnTo>
                  <a:pt x="862013" y="485775"/>
                </a:lnTo>
                <a:lnTo>
                  <a:pt x="857250" y="490538"/>
                </a:lnTo>
                <a:lnTo>
                  <a:pt x="852488" y="495300"/>
                </a:lnTo>
                <a:lnTo>
                  <a:pt x="847725" y="500063"/>
                </a:lnTo>
                <a:lnTo>
                  <a:pt x="842963" y="504825"/>
                </a:lnTo>
                <a:lnTo>
                  <a:pt x="838200" y="509588"/>
                </a:lnTo>
                <a:lnTo>
                  <a:pt x="833438" y="514350"/>
                </a:lnTo>
                <a:lnTo>
                  <a:pt x="828675" y="519113"/>
                </a:lnTo>
                <a:lnTo>
                  <a:pt x="823913" y="523875"/>
                </a:lnTo>
                <a:lnTo>
                  <a:pt x="819150" y="528638"/>
                </a:lnTo>
                <a:lnTo>
                  <a:pt x="814388" y="533400"/>
                </a:lnTo>
                <a:lnTo>
                  <a:pt x="804863" y="533400"/>
                </a:lnTo>
                <a:lnTo>
                  <a:pt x="800100" y="538163"/>
                </a:lnTo>
                <a:lnTo>
                  <a:pt x="795338" y="542925"/>
                </a:lnTo>
                <a:lnTo>
                  <a:pt x="785813" y="542925"/>
                </a:lnTo>
                <a:lnTo>
                  <a:pt x="781050" y="547688"/>
                </a:lnTo>
                <a:lnTo>
                  <a:pt x="776288" y="552450"/>
                </a:lnTo>
                <a:lnTo>
                  <a:pt x="766763" y="552450"/>
                </a:lnTo>
                <a:lnTo>
                  <a:pt x="762000" y="557213"/>
                </a:lnTo>
                <a:lnTo>
                  <a:pt x="757238" y="561975"/>
                </a:lnTo>
                <a:lnTo>
                  <a:pt x="747713" y="561975"/>
                </a:lnTo>
                <a:lnTo>
                  <a:pt x="742950" y="566738"/>
                </a:lnTo>
                <a:lnTo>
                  <a:pt x="738188" y="571500"/>
                </a:lnTo>
                <a:lnTo>
                  <a:pt x="728663" y="571500"/>
                </a:lnTo>
                <a:lnTo>
                  <a:pt x="719138" y="571500"/>
                </a:lnTo>
                <a:lnTo>
                  <a:pt x="709613" y="571500"/>
                </a:lnTo>
                <a:lnTo>
                  <a:pt x="704850" y="576263"/>
                </a:lnTo>
                <a:lnTo>
                  <a:pt x="700088" y="581025"/>
                </a:lnTo>
                <a:lnTo>
                  <a:pt x="690563" y="581025"/>
                </a:lnTo>
                <a:lnTo>
                  <a:pt x="681038" y="581025"/>
                </a:lnTo>
                <a:lnTo>
                  <a:pt x="671513" y="581025"/>
                </a:lnTo>
                <a:lnTo>
                  <a:pt x="661988" y="581025"/>
                </a:lnTo>
                <a:lnTo>
                  <a:pt x="652463" y="581025"/>
                </a:lnTo>
                <a:lnTo>
                  <a:pt x="642938" y="581025"/>
                </a:lnTo>
                <a:lnTo>
                  <a:pt x="638175" y="585788"/>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38163" y="590550"/>
                </a:lnTo>
                <a:lnTo>
                  <a:pt x="533400" y="585788"/>
                </a:lnTo>
                <a:lnTo>
                  <a:pt x="528638" y="581025"/>
                </a:lnTo>
                <a:lnTo>
                  <a:pt x="519113" y="581025"/>
                </a:lnTo>
                <a:lnTo>
                  <a:pt x="509588" y="581025"/>
                </a:lnTo>
                <a:lnTo>
                  <a:pt x="500063" y="581025"/>
                </a:lnTo>
                <a:lnTo>
                  <a:pt x="490538" y="581025"/>
                </a:lnTo>
                <a:lnTo>
                  <a:pt x="481013" y="581025"/>
                </a:lnTo>
                <a:lnTo>
                  <a:pt x="471488" y="581025"/>
                </a:lnTo>
                <a:lnTo>
                  <a:pt x="466725" y="576263"/>
                </a:lnTo>
                <a:lnTo>
                  <a:pt x="461963" y="571500"/>
                </a:lnTo>
                <a:lnTo>
                  <a:pt x="452438" y="571500"/>
                </a:lnTo>
                <a:lnTo>
                  <a:pt x="442913" y="571500"/>
                </a:lnTo>
                <a:lnTo>
                  <a:pt x="433388" y="571500"/>
                </a:lnTo>
                <a:lnTo>
                  <a:pt x="423863" y="571500"/>
                </a:lnTo>
                <a:lnTo>
                  <a:pt x="419100" y="566738"/>
                </a:lnTo>
                <a:lnTo>
                  <a:pt x="414338" y="561975"/>
                </a:lnTo>
                <a:lnTo>
                  <a:pt x="404813" y="561975"/>
                </a:lnTo>
                <a:lnTo>
                  <a:pt x="395288" y="561975"/>
                </a:lnTo>
                <a:lnTo>
                  <a:pt x="390525" y="557213"/>
                </a:lnTo>
                <a:lnTo>
                  <a:pt x="385763" y="552450"/>
                </a:lnTo>
                <a:lnTo>
                  <a:pt x="376238" y="552450"/>
                </a:lnTo>
                <a:lnTo>
                  <a:pt x="366713" y="552450"/>
                </a:lnTo>
                <a:lnTo>
                  <a:pt x="357188" y="552450"/>
                </a:lnTo>
                <a:lnTo>
                  <a:pt x="352425" y="547688"/>
                </a:lnTo>
                <a:lnTo>
                  <a:pt x="347663" y="542925"/>
                </a:lnTo>
                <a:lnTo>
                  <a:pt x="338138" y="542925"/>
                </a:lnTo>
                <a:lnTo>
                  <a:pt x="333375" y="538163"/>
                </a:lnTo>
                <a:lnTo>
                  <a:pt x="328613" y="533400"/>
                </a:lnTo>
                <a:lnTo>
                  <a:pt x="319088" y="533400"/>
                </a:lnTo>
                <a:lnTo>
                  <a:pt x="309563" y="533400"/>
                </a:lnTo>
                <a:lnTo>
                  <a:pt x="304800" y="528638"/>
                </a:lnTo>
                <a:lnTo>
                  <a:pt x="300038" y="523875"/>
                </a:lnTo>
                <a:lnTo>
                  <a:pt x="290513" y="523875"/>
                </a:lnTo>
                <a:lnTo>
                  <a:pt x="285750" y="519113"/>
                </a:lnTo>
                <a:lnTo>
                  <a:pt x="280988" y="514350"/>
                </a:lnTo>
                <a:lnTo>
                  <a:pt x="271463" y="514350"/>
                </a:lnTo>
                <a:lnTo>
                  <a:pt x="261938" y="514350"/>
                </a:lnTo>
                <a:lnTo>
                  <a:pt x="257175" y="509588"/>
                </a:lnTo>
                <a:lnTo>
                  <a:pt x="252413" y="504825"/>
                </a:lnTo>
                <a:lnTo>
                  <a:pt x="247650" y="500063"/>
                </a:lnTo>
                <a:lnTo>
                  <a:pt x="242888" y="495300"/>
                </a:lnTo>
                <a:lnTo>
                  <a:pt x="233363" y="495300"/>
                </a:lnTo>
                <a:lnTo>
                  <a:pt x="228600" y="490538"/>
                </a:lnTo>
                <a:lnTo>
                  <a:pt x="223838" y="485775"/>
                </a:lnTo>
                <a:lnTo>
                  <a:pt x="214313" y="485775"/>
                </a:lnTo>
                <a:lnTo>
                  <a:pt x="209550" y="481013"/>
                </a:lnTo>
                <a:lnTo>
                  <a:pt x="204788" y="476250"/>
                </a:lnTo>
                <a:lnTo>
                  <a:pt x="195263" y="476250"/>
                </a:lnTo>
                <a:lnTo>
                  <a:pt x="190500" y="471488"/>
                </a:lnTo>
                <a:lnTo>
                  <a:pt x="185738" y="466725"/>
                </a:lnTo>
                <a:lnTo>
                  <a:pt x="180975" y="461963"/>
                </a:lnTo>
                <a:lnTo>
                  <a:pt x="176213" y="457200"/>
                </a:lnTo>
                <a:lnTo>
                  <a:pt x="166688" y="457200"/>
                </a:lnTo>
                <a:lnTo>
                  <a:pt x="161925" y="452438"/>
                </a:lnTo>
                <a:lnTo>
                  <a:pt x="157163" y="447675"/>
                </a:lnTo>
                <a:lnTo>
                  <a:pt x="152400" y="442913"/>
                </a:lnTo>
                <a:lnTo>
                  <a:pt x="147638" y="438150"/>
                </a:lnTo>
                <a:lnTo>
                  <a:pt x="142875" y="433388"/>
                </a:lnTo>
                <a:lnTo>
                  <a:pt x="138113" y="428625"/>
                </a:lnTo>
                <a:lnTo>
                  <a:pt x="128588" y="428625"/>
                </a:lnTo>
                <a:lnTo>
                  <a:pt x="123825" y="423863"/>
                </a:lnTo>
                <a:lnTo>
                  <a:pt x="119063" y="419100"/>
                </a:lnTo>
                <a:lnTo>
                  <a:pt x="114300" y="414338"/>
                </a:lnTo>
                <a:lnTo>
                  <a:pt x="109538" y="409575"/>
                </a:lnTo>
                <a:lnTo>
                  <a:pt x="104775" y="404813"/>
                </a:lnTo>
                <a:lnTo>
                  <a:pt x="100013" y="400050"/>
                </a:lnTo>
                <a:lnTo>
                  <a:pt x="95250" y="395288"/>
                </a:lnTo>
                <a:lnTo>
                  <a:pt x="90488" y="390525"/>
                </a:lnTo>
                <a:lnTo>
                  <a:pt x="85725" y="385763"/>
                </a:lnTo>
                <a:lnTo>
                  <a:pt x="80963" y="381000"/>
                </a:lnTo>
                <a:lnTo>
                  <a:pt x="76200" y="376238"/>
                </a:lnTo>
                <a:lnTo>
                  <a:pt x="71438" y="371475"/>
                </a:lnTo>
                <a:lnTo>
                  <a:pt x="66675" y="366713"/>
                </a:lnTo>
                <a:lnTo>
                  <a:pt x="61913" y="361950"/>
                </a:lnTo>
                <a:lnTo>
                  <a:pt x="57150" y="357188"/>
                </a:lnTo>
                <a:lnTo>
                  <a:pt x="52388" y="352425"/>
                </a:lnTo>
                <a:lnTo>
                  <a:pt x="47625" y="347663"/>
                </a:lnTo>
                <a:lnTo>
                  <a:pt x="47625" y="338138"/>
                </a:lnTo>
                <a:lnTo>
                  <a:pt x="42863" y="333375"/>
                </a:lnTo>
                <a:lnTo>
                  <a:pt x="38100" y="328613"/>
                </a:lnTo>
                <a:lnTo>
                  <a:pt x="33338" y="323850"/>
                </a:lnTo>
                <a:lnTo>
                  <a:pt x="28575" y="319088"/>
                </a:lnTo>
                <a:lnTo>
                  <a:pt x="28575" y="309563"/>
                </a:lnTo>
                <a:lnTo>
                  <a:pt x="23813" y="304800"/>
                </a:lnTo>
                <a:lnTo>
                  <a:pt x="19050" y="300038"/>
                </a:lnTo>
                <a:lnTo>
                  <a:pt x="19050" y="290513"/>
                </a:lnTo>
                <a:lnTo>
                  <a:pt x="14288" y="285750"/>
                </a:lnTo>
                <a:lnTo>
                  <a:pt x="9525" y="280988"/>
                </a:lnTo>
                <a:lnTo>
                  <a:pt x="9525" y="271463"/>
                </a:lnTo>
                <a:lnTo>
                  <a:pt x="4763" y="266700"/>
                </a:lnTo>
                <a:lnTo>
                  <a:pt x="0" y="261938"/>
                </a:lnTo>
                <a:lnTo>
                  <a:pt x="0" y="252413"/>
                </a:lnTo>
                <a:lnTo>
                  <a:pt x="0" y="242888"/>
                </a:lnTo>
                <a:lnTo>
                  <a:pt x="0" y="233363"/>
                </a:lnTo>
                <a:lnTo>
                  <a:pt x="4763" y="228600"/>
                </a:lnTo>
                <a:lnTo>
                  <a:pt x="9525" y="223838"/>
                </a:lnTo>
                <a:lnTo>
                  <a:pt x="9525" y="214313"/>
                </a:lnTo>
                <a:lnTo>
                  <a:pt x="4763" y="209550"/>
                </a:lnTo>
                <a:lnTo>
                  <a:pt x="0" y="204788"/>
                </a:lnTo>
                <a:lnTo>
                  <a:pt x="0" y="195263"/>
                </a:lnTo>
                <a:lnTo>
                  <a:pt x="0" y="185738"/>
                </a:lnTo>
                <a:lnTo>
                  <a:pt x="4763" y="180975"/>
                </a:lnTo>
                <a:lnTo>
                  <a:pt x="9525" y="176213"/>
                </a:lnTo>
                <a:lnTo>
                  <a:pt x="9525" y="166688"/>
                </a:lnTo>
                <a:lnTo>
                  <a:pt x="9525" y="157163"/>
                </a:lnTo>
                <a:lnTo>
                  <a:pt x="9525" y="147638"/>
                </a:lnTo>
                <a:lnTo>
                  <a:pt x="9525" y="138113"/>
                </a:lnTo>
                <a:lnTo>
                  <a:pt x="14288" y="133350"/>
                </a:lnTo>
                <a:lnTo>
                  <a:pt x="19050" y="128588"/>
                </a:lnTo>
                <a:lnTo>
                  <a:pt x="19050" y="119063"/>
                </a:lnTo>
                <a:lnTo>
                  <a:pt x="23813" y="114300"/>
                </a:lnTo>
                <a:lnTo>
                  <a:pt x="28575" y="109538"/>
                </a:lnTo>
                <a:lnTo>
                  <a:pt x="28575" y="100013"/>
                </a:lnTo>
                <a:lnTo>
                  <a:pt x="33338" y="95250"/>
                </a:lnTo>
                <a:lnTo>
                  <a:pt x="42863" y="95250"/>
                </a:lnTo>
                <a:lnTo>
                  <a:pt x="47625" y="90488"/>
                </a:lnTo>
                <a:lnTo>
                  <a:pt x="47625" y="80963"/>
                </a:lnTo>
                <a:lnTo>
                  <a:pt x="52388" y="76200"/>
                </a:lnTo>
                <a:lnTo>
                  <a:pt x="61913" y="76200"/>
                </a:lnTo>
                <a:lnTo>
                  <a:pt x="66675" y="71438"/>
                </a:lnTo>
                <a:lnTo>
                  <a:pt x="71438" y="66675"/>
                </a:lnTo>
                <a:lnTo>
                  <a:pt x="76200" y="61913"/>
                </a:lnTo>
                <a:lnTo>
                  <a:pt x="80963" y="57150"/>
                </a:lnTo>
                <a:lnTo>
                  <a:pt x="85725" y="52388"/>
                </a:lnTo>
                <a:lnTo>
                  <a:pt x="90488" y="47625"/>
                </a:lnTo>
                <a:lnTo>
                  <a:pt x="100013" y="47625"/>
                </a:lnTo>
                <a:lnTo>
                  <a:pt x="104775" y="42863"/>
                </a:lnTo>
                <a:lnTo>
                  <a:pt x="109538" y="38100"/>
                </a:lnTo>
                <a:lnTo>
                  <a:pt x="119063" y="38100"/>
                </a:lnTo>
                <a:lnTo>
                  <a:pt x="123825" y="33338"/>
                </a:lnTo>
                <a:lnTo>
                  <a:pt x="128588" y="28575"/>
                </a:lnTo>
                <a:lnTo>
                  <a:pt x="138113" y="28575"/>
                </a:lnTo>
                <a:lnTo>
                  <a:pt x="142875" y="23813"/>
                </a:lnTo>
                <a:lnTo>
                  <a:pt x="147638" y="19050"/>
                </a:lnTo>
                <a:lnTo>
                  <a:pt x="157163" y="19050"/>
                </a:lnTo>
                <a:lnTo>
                  <a:pt x="166688" y="19050"/>
                </a:lnTo>
                <a:lnTo>
                  <a:pt x="176213" y="19050"/>
                </a:lnTo>
                <a:lnTo>
                  <a:pt x="180975" y="14288"/>
                </a:lnTo>
                <a:lnTo>
                  <a:pt x="185738" y="9525"/>
                </a:lnTo>
                <a:lnTo>
                  <a:pt x="195263" y="9525"/>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BEBEBE"/>
          </a:solidFill>
          <a:ln xmlns:a="http://schemas.openxmlformats.org/drawingml/2006/main" w="0">
            <a:noFill/>
            <a:prstDash val="solid"/>
          </a:ln>
        </p:spPr>
      </p:sp>
      <p:sp>
        <p:nvSpPr>
          <p:cNvPr id="433" name="deep-skill-chaining-source-component-9-gradient-192-0">
            <a:extLst xmlns:a="http://schemas.openxmlformats.org/drawingml/2006/main">
              <a:ext uri="{FF2B5EF4-FFF2-40B4-BE49-F238E27FC236}">
                <a16:creationId xmlns:a16="http://schemas.microsoft.com/office/drawing/2014/main" id="{27B5FF3B-576C-45EC-B6DF-3895A39AEBB3}"/>
              </a:ext>
            </a:extLst>
          </p:cNvPr>
          <p:cNvSpPr>
            <a:spLocks xmlns:a="http://schemas.openxmlformats.org/drawingml/2006/main" noGrp="1"/>
          </p:cNvSpPr>
          <p:nvPr/>
        </p:nvSpPr>
        <p:spPr>
          <a:xfrm xmlns:a="http://schemas.openxmlformats.org/drawingml/2006/main" rot="0">
            <a:off x="8343900" y="333375"/>
            <a:ext cx="895350" cy="590550"/>
          </a:xfrm>
          <a:custGeom xmlns:a="http://schemas.openxmlformats.org/drawingml/2006/main">
            <a:pathLst>
              <a:path w="895350" h="590550">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2900" y="4763"/>
                </a:lnTo>
                <a:lnTo>
                  <a:pt x="347663" y="9525"/>
                </a:lnTo>
                <a:lnTo>
                  <a:pt x="357188" y="9525"/>
                </a:lnTo>
                <a:lnTo>
                  <a:pt x="366713" y="9525"/>
                </a:lnTo>
                <a:lnTo>
                  <a:pt x="376238" y="9525"/>
                </a:lnTo>
                <a:lnTo>
                  <a:pt x="385763" y="9525"/>
                </a:lnTo>
                <a:lnTo>
                  <a:pt x="395288" y="9525"/>
                </a:lnTo>
                <a:lnTo>
                  <a:pt x="404813" y="9525"/>
                </a:lnTo>
                <a:lnTo>
                  <a:pt x="414338" y="9525"/>
                </a:lnTo>
                <a:lnTo>
                  <a:pt x="419100" y="14288"/>
                </a:lnTo>
                <a:lnTo>
                  <a:pt x="423863" y="19050"/>
                </a:lnTo>
                <a:lnTo>
                  <a:pt x="433388" y="19050"/>
                </a:lnTo>
                <a:lnTo>
                  <a:pt x="442913" y="19050"/>
                </a:lnTo>
                <a:lnTo>
                  <a:pt x="452438" y="19050"/>
                </a:lnTo>
                <a:lnTo>
                  <a:pt x="461963" y="19050"/>
                </a:lnTo>
                <a:lnTo>
                  <a:pt x="466725" y="23813"/>
                </a:lnTo>
                <a:lnTo>
                  <a:pt x="471488" y="28575"/>
                </a:lnTo>
                <a:lnTo>
                  <a:pt x="481013" y="28575"/>
                </a:lnTo>
                <a:lnTo>
                  <a:pt x="490538" y="28575"/>
                </a:lnTo>
                <a:lnTo>
                  <a:pt x="495300" y="33338"/>
                </a:lnTo>
                <a:lnTo>
                  <a:pt x="500063" y="38100"/>
                </a:lnTo>
                <a:lnTo>
                  <a:pt x="509588" y="38100"/>
                </a:lnTo>
                <a:lnTo>
                  <a:pt x="519113" y="38100"/>
                </a:lnTo>
                <a:lnTo>
                  <a:pt x="528638" y="38100"/>
                </a:lnTo>
                <a:lnTo>
                  <a:pt x="533400" y="42863"/>
                </a:lnTo>
                <a:lnTo>
                  <a:pt x="538163" y="47625"/>
                </a:lnTo>
                <a:lnTo>
                  <a:pt x="547688" y="47625"/>
                </a:lnTo>
                <a:lnTo>
                  <a:pt x="557213" y="47625"/>
                </a:lnTo>
                <a:lnTo>
                  <a:pt x="561975" y="52388"/>
                </a:lnTo>
                <a:lnTo>
                  <a:pt x="566738" y="57150"/>
                </a:lnTo>
                <a:lnTo>
                  <a:pt x="576263" y="57150"/>
                </a:lnTo>
                <a:lnTo>
                  <a:pt x="581025" y="61913"/>
                </a:lnTo>
                <a:lnTo>
                  <a:pt x="585788" y="66675"/>
                </a:lnTo>
                <a:lnTo>
                  <a:pt x="595313" y="66675"/>
                </a:lnTo>
                <a:lnTo>
                  <a:pt x="600075" y="71438"/>
                </a:lnTo>
                <a:lnTo>
                  <a:pt x="604838" y="76200"/>
                </a:lnTo>
                <a:lnTo>
                  <a:pt x="614363" y="76200"/>
                </a:lnTo>
                <a:lnTo>
                  <a:pt x="619125" y="80963"/>
                </a:lnTo>
                <a:lnTo>
                  <a:pt x="623888" y="85725"/>
                </a:lnTo>
                <a:lnTo>
                  <a:pt x="633413" y="85725"/>
                </a:lnTo>
                <a:lnTo>
                  <a:pt x="642938" y="85725"/>
                </a:lnTo>
                <a:lnTo>
                  <a:pt x="647700" y="90488"/>
                </a:lnTo>
                <a:lnTo>
                  <a:pt x="652463" y="95250"/>
                </a:lnTo>
                <a:lnTo>
                  <a:pt x="657225" y="100013"/>
                </a:lnTo>
                <a:lnTo>
                  <a:pt x="661988" y="104775"/>
                </a:lnTo>
                <a:lnTo>
                  <a:pt x="671513" y="104775"/>
                </a:lnTo>
                <a:lnTo>
                  <a:pt x="676275" y="109538"/>
                </a:lnTo>
                <a:lnTo>
                  <a:pt x="681038" y="114300"/>
                </a:lnTo>
                <a:lnTo>
                  <a:pt x="690563" y="114300"/>
                </a:lnTo>
                <a:lnTo>
                  <a:pt x="695325" y="119063"/>
                </a:lnTo>
                <a:lnTo>
                  <a:pt x="700088" y="123825"/>
                </a:lnTo>
                <a:lnTo>
                  <a:pt x="704850" y="128588"/>
                </a:lnTo>
                <a:lnTo>
                  <a:pt x="709613" y="133350"/>
                </a:lnTo>
                <a:lnTo>
                  <a:pt x="719138" y="133350"/>
                </a:lnTo>
                <a:lnTo>
                  <a:pt x="723900" y="138113"/>
                </a:lnTo>
                <a:lnTo>
                  <a:pt x="728663" y="142875"/>
                </a:lnTo>
                <a:lnTo>
                  <a:pt x="733425" y="147638"/>
                </a:lnTo>
                <a:lnTo>
                  <a:pt x="738188" y="152400"/>
                </a:lnTo>
                <a:lnTo>
                  <a:pt x="747713" y="152400"/>
                </a:lnTo>
                <a:lnTo>
                  <a:pt x="752475" y="157163"/>
                </a:lnTo>
                <a:lnTo>
                  <a:pt x="757238" y="161925"/>
                </a:lnTo>
                <a:lnTo>
                  <a:pt x="762000" y="166688"/>
                </a:lnTo>
                <a:lnTo>
                  <a:pt x="766763" y="171450"/>
                </a:lnTo>
                <a:lnTo>
                  <a:pt x="771525" y="176213"/>
                </a:lnTo>
                <a:lnTo>
                  <a:pt x="776288" y="180975"/>
                </a:lnTo>
                <a:lnTo>
                  <a:pt x="781050" y="185738"/>
                </a:lnTo>
                <a:lnTo>
                  <a:pt x="785813" y="190500"/>
                </a:lnTo>
                <a:lnTo>
                  <a:pt x="790575" y="195263"/>
                </a:lnTo>
                <a:lnTo>
                  <a:pt x="795338" y="200025"/>
                </a:lnTo>
                <a:lnTo>
                  <a:pt x="800100" y="204788"/>
                </a:lnTo>
                <a:lnTo>
                  <a:pt x="804863" y="209550"/>
                </a:lnTo>
                <a:lnTo>
                  <a:pt x="809625" y="214313"/>
                </a:lnTo>
                <a:lnTo>
                  <a:pt x="814388" y="219075"/>
                </a:lnTo>
                <a:lnTo>
                  <a:pt x="819150" y="223838"/>
                </a:lnTo>
                <a:lnTo>
                  <a:pt x="823913" y="228600"/>
                </a:lnTo>
                <a:lnTo>
                  <a:pt x="828675" y="233363"/>
                </a:lnTo>
                <a:lnTo>
                  <a:pt x="833438" y="238125"/>
                </a:lnTo>
                <a:lnTo>
                  <a:pt x="838200" y="242888"/>
                </a:lnTo>
                <a:lnTo>
                  <a:pt x="838200" y="252413"/>
                </a:lnTo>
                <a:lnTo>
                  <a:pt x="842963" y="257175"/>
                </a:lnTo>
                <a:lnTo>
                  <a:pt x="847725" y="261938"/>
                </a:lnTo>
                <a:lnTo>
                  <a:pt x="852488" y="266700"/>
                </a:lnTo>
                <a:lnTo>
                  <a:pt x="857250" y="271463"/>
                </a:lnTo>
                <a:lnTo>
                  <a:pt x="857250" y="280988"/>
                </a:lnTo>
                <a:lnTo>
                  <a:pt x="862013" y="285750"/>
                </a:lnTo>
                <a:lnTo>
                  <a:pt x="866775" y="290513"/>
                </a:lnTo>
                <a:lnTo>
                  <a:pt x="866775" y="300038"/>
                </a:lnTo>
                <a:lnTo>
                  <a:pt x="871538" y="304800"/>
                </a:lnTo>
                <a:lnTo>
                  <a:pt x="876300" y="309563"/>
                </a:lnTo>
                <a:lnTo>
                  <a:pt x="876300" y="319088"/>
                </a:lnTo>
                <a:lnTo>
                  <a:pt x="876300" y="328613"/>
                </a:lnTo>
                <a:lnTo>
                  <a:pt x="876300" y="338138"/>
                </a:lnTo>
                <a:lnTo>
                  <a:pt x="881063" y="342900"/>
                </a:lnTo>
                <a:lnTo>
                  <a:pt x="885825" y="347663"/>
                </a:lnTo>
                <a:lnTo>
                  <a:pt x="885825" y="357188"/>
                </a:lnTo>
                <a:lnTo>
                  <a:pt x="890588" y="361950"/>
                </a:lnTo>
                <a:lnTo>
                  <a:pt x="895350" y="366713"/>
                </a:lnTo>
                <a:lnTo>
                  <a:pt x="890588" y="371475"/>
                </a:lnTo>
                <a:lnTo>
                  <a:pt x="885825" y="376238"/>
                </a:lnTo>
                <a:lnTo>
                  <a:pt x="881063" y="381000"/>
                </a:lnTo>
                <a:lnTo>
                  <a:pt x="876300" y="385763"/>
                </a:lnTo>
                <a:lnTo>
                  <a:pt x="871538" y="390525"/>
                </a:lnTo>
                <a:lnTo>
                  <a:pt x="866775" y="395288"/>
                </a:lnTo>
                <a:lnTo>
                  <a:pt x="866775" y="404813"/>
                </a:lnTo>
                <a:lnTo>
                  <a:pt x="866775" y="414338"/>
                </a:lnTo>
                <a:lnTo>
                  <a:pt x="871538" y="419100"/>
                </a:lnTo>
                <a:lnTo>
                  <a:pt x="876300" y="423863"/>
                </a:lnTo>
                <a:lnTo>
                  <a:pt x="871538" y="428625"/>
                </a:lnTo>
                <a:lnTo>
                  <a:pt x="866775" y="433388"/>
                </a:lnTo>
                <a:lnTo>
                  <a:pt x="862013" y="438150"/>
                </a:lnTo>
                <a:lnTo>
                  <a:pt x="857250" y="442913"/>
                </a:lnTo>
                <a:lnTo>
                  <a:pt x="857250" y="452438"/>
                </a:lnTo>
                <a:lnTo>
                  <a:pt x="857250" y="461963"/>
                </a:lnTo>
                <a:lnTo>
                  <a:pt x="857250" y="471488"/>
                </a:lnTo>
                <a:lnTo>
                  <a:pt x="857250" y="481013"/>
                </a:lnTo>
                <a:lnTo>
                  <a:pt x="852488" y="485775"/>
                </a:lnTo>
                <a:lnTo>
                  <a:pt x="847725" y="490538"/>
                </a:lnTo>
                <a:lnTo>
                  <a:pt x="847725" y="500063"/>
                </a:lnTo>
                <a:lnTo>
                  <a:pt x="842963" y="504825"/>
                </a:lnTo>
                <a:lnTo>
                  <a:pt x="838200" y="509588"/>
                </a:lnTo>
                <a:lnTo>
                  <a:pt x="833438" y="514350"/>
                </a:lnTo>
                <a:lnTo>
                  <a:pt x="828675" y="519113"/>
                </a:lnTo>
                <a:lnTo>
                  <a:pt x="823913" y="523875"/>
                </a:lnTo>
                <a:lnTo>
                  <a:pt x="819150" y="528638"/>
                </a:lnTo>
                <a:lnTo>
                  <a:pt x="814388" y="533400"/>
                </a:lnTo>
                <a:lnTo>
                  <a:pt x="804863" y="533400"/>
                </a:lnTo>
                <a:lnTo>
                  <a:pt x="800100" y="538163"/>
                </a:lnTo>
                <a:lnTo>
                  <a:pt x="795338" y="542925"/>
                </a:lnTo>
                <a:lnTo>
                  <a:pt x="785813" y="542925"/>
                </a:lnTo>
                <a:lnTo>
                  <a:pt x="781050" y="547688"/>
                </a:lnTo>
                <a:lnTo>
                  <a:pt x="776288" y="552450"/>
                </a:lnTo>
                <a:lnTo>
                  <a:pt x="766763" y="552450"/>
                </a:lnTo>
                <a:lnTo>
                  <a:pt x="762000" y="557213"/>
                </a:lnTo>
                <a:lnTo>
                  <a:pt x="757238" y="561975"/>
                </a:lnTo>
                <a:lnTo>
                  <a:pt x="747713" y="561975"/>
                </a:lnTo>
                <a:lnTo>
                  <a:pt x="742950" y="566738"/>
                </a:lnTo>
                <a:lnTo>
                  <a:pt x="738188" y="571500"/>
                </a:lnTo>
                <a:lnTo>
                  <a:pt x="728663" y="571500"/>
                </a:lnTo>
                <a:lnTo>
                  <a:pt x="719138" y="571500"/>
                </a:lnTo>
                <a:lnTo>
                  <a:pt x="709613" y="571500"/>
                </a:lnTo>
                <a:lnTo>
                  <a:pt x="704850" y="576263"/>
                </a:lnTo>
                <a:lnTo>
                  <a:pt x="700088" y="581025"/>
                </a:lnTo>
                <a:lnTo>
                  <a:pt x="690563" y="581025"/>
                </a:lnTo>
                <a:lnTo>
                  <a:pt x="681038" y="581025"/>
                </a:lnTo>
                <a:lnTo>
                  <a:pt x="671513" y="581025"/>
                </a:lnTo>
                <a:lnTo>
                  <a:pt x="661988" y="581025"/>
                </a:lnTo>
                <a:lnTo>
                  <a:pt x="652463" y="581025"/>
                </a:lnTo>
                <a:lnTo>
                  <a:pt x="642938" y="581025"/>
                </a:lnTo>
                <a:lnTo>
                  <a:pt x="638175" y="585788"/>
                </a:lnTo>
                <a:lnTo>
                  <a:pt x="633413" y="590550"/>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38163" y="590550"/>
                </a:lnTo>
                <a:lnTo>
                  <a:pt x="533400" y="585788"/>
                </a:lnTo>
                <a:lnTo>
                  <a:pt x="528638" y="581025"/>
                </a:lnTo>
                <a:lnTo>
                  <a:pt x="519113" y="581025"/>
                </a:lnTo>
                <a:lnTo>
                  <a:pt x="509588" y="581025"/>
                </a:lnTo>
                <a:lnTo>
                  <a:pt x="500063" y="581025"/>
                </a:lnTo>
                <a:lnTo>
                  <a:pt x="490538" y="581025"/>
                </a:lnTo>
                <a:lnTo>
                  <a:pt x="481013" y="581025"/>
                </a:lnTo>
                <a:lnTo>
                  <a:pt x="471488" y="581025"/>
                </a:lnTo>
                <a:lnTo>
                  <a:pt x="466725" y="576263"/>
                </a:lnTo>
                <a:lnTo>
                  <a:pt x="461963" y="571500"/>
                </a:lnTo>
                <a:lnTo>
                  <a:pt x="452438" y="571500"/>
                </a:lnTo>
                <a:lnTo>
                  <a:pt x="442913" y="571500"/>
                </a:lnTo>
                <a:lnTo>
                  <a:pt x="433388" y="571500"/>
                </a:lnTo>
                <a:lnTo>
                  <a:pt x="423863" y="571500"/>
                </a:lnTo>
                <a:lnTo>
                  <a:pt x="419100" y="566738"/>
                </a:lnTo>
                <a:lnTo>
                  <a:pt x="414338" y="561975"/>
                </a:lnTo>
                <a:lnTo>
                  <a:pt x="404813" y="561975"/>
                </a:lnTo>
                <a:lnTo>
                  <a:pt x="395288" y="561975"/>
                </a:lnTo>
                <a:lnTo>
                  <a:pt x="390525" y="557213"/>
                </a:lnTo>
                <a:lnTo>
                  <a:pt x="385763" y="552450"/>
                </a:lnTo>
                <a:lnTo>
                  <a:pt x="376238" y="552450"/>
                </a:lnTo>
                <a:lnTo>
                  <a:pt x="366713" y="552450"/>
                </a:lnTo>
                <a:lnTo>
                  <a:pt x="357188" y="552450"/>
                </a:lnTo>
                <a:lnTo>
                  <a:pt x="352425" y="547688"/>
                </a:lnTo>
                <a:lnTo>
                  <a:pt x="347663" y="542925"/>
                </a:lnTo>
                <a:lnTo>
                  <a:pt x="338138" y="542925"/>
                </a:lnTo>
                <a:lnTo>
                  <a:pt x="333375" y="538163"/>
                </a:lnTo>
                <a:lnTo>
                  <a:pt x="328613" y="533400"/>
                </a:lnTo>
                <a:lnTo>
                  <a:pt x="319088" y="533400"/>
                </a:lnTo>
                <a:lnTo>
                  <a:pt x="309563" y="533400"/>
                </a:lnTo>
                <a:lnTo>
                  <a:pt x="304800" y="528638"/>
                </a:lnTo>
                <a:lnTo>
                  <a:pt x="300038" y="523875"/>
                </a:lnTo>
                <a:lnTo>
                  <a:pt x="290513" y="523875"/>
                </a:lnTo>
                <a:lnTo>
                  <a:pt x="285750" y="519113"/>
                </a:lnTo>
                <a:lnTo>
                  <a:pt x="280988" y="514350"/>
                </a:lnTo>
                <a:lnTo>
                  <a:pt x="271463" y="514350"/>
                </a:lnTo>
                <a:lnTo>
                  <a:pt x="261938" y="514350"/>
                </a:lnTo>
                <a:lnTo>
                  <a:pt x="257175" y="509588"/>
                </a:lnTo>
                <a:lnTo>
                  <a:pt x="252413" y="504825"/>
                </a:lnTo>
                <a:lnTo>
                  <a:pt x="247650" y="500063"/>
                </a:lnTo>
                <a:lnTo>
                  <a:pt x="242888" y="495300"/>
                </a:lnTo>
                <a:lnTo>
                  <a:pt x="233363" y="495300"/>
                </a:lnTo>
                <a:lnTo>
                  <a:pt x="228600" y="490538"/>
                </a:lnTo>
                <a:lnTo>
                  <a:pt x="223838" y="485775"/>
                </a:lnTo>
                <a:lnTo>
                  <a:pt x="214313" y="485775"/>
                </a:lnTo>
                <a:lnTo>
                  <a:pt x="209550" y="481013"/>
                </a:lnTo>
                <a:lnTo>
                  <a:pt x="204788" y="476250"/>
                </a:lnTo>
                <a:lnTo>
                  <a:pt x="195263" y="476250"/>
                </a:lnTo>
                <a:lnTo>
                  <a:pt x="190500" y="471488"/>
                </a:lnTo>
                <a:lnTo>
                  <a:pt x="185738" y="466725"/>
                </a:lnTo>
                <a:lnTo>
                  <a:pt x="180975" y="461963"/>
                </a:lnTo>
                <a:lnTo>
                  <a:pt x="176213" y="457200"/>
                </a:lnTo>
                <a:lnTo>
                  <a:pt x="166688" y="457200"/>
                </a:lnTo>
                <a:lnTo>
                  <a:pt x="161925" y="452438"/>
                </a:lnTo>
                <a:lnTo>
                  <a:pt x="157163" y="447675"/>
                </a:lnTo>
                <a:lnTo>
                  <a:pt x="152400" y="442913"/>
                </a:lnTo>
                <a:lnTo>
                  <a:pt x="147638" y="438150"/>
                </a:lnTo>
                <a:lnTo>
                  <a:pt x="142875" y="433388"/>
                </a:lnTo>
                <a:lnTo>
                  <a:pt x="138113" y="428625"/>
                </a:lnTo>
                <a:lnTo>
                  <a:pt x="128588" y="428625"/>
                </a:lnTo>
                <a:lnTo>
                  <a:pt x="123825" y="423863"/>
                </a:lnTo>
                <a:lnTo>
                  <a:pt x="119063" y="419100"/>
                </a:lnTo>
                <a:lnTo>
                  <a:pt x="114300" y="414338"/>
                </a:lnTo>
                <a:lnTo>
                  <a:pt x="109538" y="409575"/>
                </a:lnTo>
                <a:lnTo>
                  <a:pt x="104775" y="404813"/>
                </a:lnTo>
                <a:lnTo>
                  <a:pt x="100013" y="400050"/>
                </a:lnTo>
                <a:lnTo>
                  <a:pt x="95250" y="395288"/>
                </a:lnTo>
                <a:lnTo>
                  <a:pt x="90488" y="390525"/>
                </a:lnTo>
                <a:lnTo>
                  <a:pt x="85725" y="385763"/>
                </a:lnTo>
                <a:lnTo>
                  <a:pt x="80963" y="381000"/>
                </a:lnTo>
                <a:lnTo>
                  <a:pt x="76200" y="376238"/>
                </a:lnTo>
                <a:lnTo>
                  <a:pt x="71438" y="371475"/>
                </a:lnTo>
                <a:lnTo>
                  <a:pt x="66675" y="366713"/>
                </a:lnTo>
                <a:lnTo>
                  <a:pt x="61913" y="361950"/>
                </a:lnTo>
                <a:lnTo>
                  <a:pt x="57150" y="357188"/>
                </a:lnTo>
                <a:lnTo>
                  <a:pt x="52388" y="352425"/>
                </a:lnTo>
                <a:lnTo>
                  <a:pt x="47625" y="347663"/>
                </a:lnTo>
                <a:lnTo>
                  <a:pt x="47625" y="338138"/>
                </a:lnTo>
                <a:lnTo>
                  <a:pt x="42863" y="333375"/>
                </a:lnTo>
                <a:lnTo>
                  <a:pt x="38100" y="328613"/>
                </a:lnTo>
                <a:lnTo>
                  <a:pt x="33338" y="323850"/>
                </a:lnTo>
                <a:lnTo>
                  <a:pt x="28575" y="319088"/>
                </a:lnTo>
                <a:lnTo>
                  <a:pt x="28575" y="309563"/>
                </a:lnTo>
                <a:lnTo>
                  <a:pt x="23813" y="304800"/>
                </a:lnTo>
                <a:lnTo>
                  <a:pt x="19050" y="300038"/>
                </a:lnTo>
                <a:lnTo>
                  <a:pt x="19050" y="290513"/>
                </a:lnTo>
                <a:lnTo>
                  <a:pt x="14288" y="285750"/>
                </a:lnTo>
                <a:lnTo>
                  <a:pt x="9525" y="280988"/>
                </a:lnTo>
                <a:lnTo>
                  <a:pt x="9525" y="271463"/>
                </a:lnTo>
                <a:lnTo>
                  <a:pt x="4763" y="266700"/>
                </a:lnTo>
                <a:lnTo>
                  <a:pt x="0" y="261938"/>
                </a:lnTo>
                <a:lnTo>
                  <a:pt x="0" y="252413"/>
                </a:lnTo>
                <a:lnTo>
                  <a:pt x="0" y="242888"/>
                </a:lnTo>
                <a:lnTo>
                  <a:pt x="4763" y="238125"/>
                </a:lnTo>
                <a:lnTo>
                  <a:pt x="9525" y="233363"/>
                </a:lnTo>
                <a:lnTo>
                  <a:pt x="14288" y="228600"/>
                </a:lnTo>
                <a:lnTo>
                  <a:pt x="19050" y="223838"/>
                </a:lnTo>
                <a:lnTo>
                  <a:pt x="19050" y="214313"/>
                </a:lnTo>
                <a:lnTo>
                  <a:pt x="19050" y="204788"/>
                </a:lnTo>
                <a:lnTo>
                  <a:pt x="14288" y="200025"/>
                </a:lnTo>
                <a:lnTo>
                  <a:pt x="9525" y="195263"/>
                </a:lnTo>
                <a:lnTo>
                  <a:pt x="14288" y="190500"/>
                </a:lnTo>
                <a:lnTo>
                  <a:pt x="19050" y="185738"/>
                </a:lnTo>
                <a:lnTo>
                  <a:pt x="19050" y="176213"/>
                </a:lnTo>
                <a:lnTo>
                  <a:pt x="19050" y="166688"/>
                </a:lnTo>
                <a:lnTo>
                  <a:pt x="23813" y="161925"/>
                </a:lnTo>
                <a:lnTo>
                  <a:pt x="28575" y="157163"/>
                </a:lnTo>
                <a:lnTo>
                  <a:pt x="28575" y="147638"/>
                </a:lnTo>
                <a:lnTo>
                  <a:pt x="28575" y="138113"/>
                </a:lnTo>
                <a:lnTo>
                  <a:pt x="28575" y="128588"/>
                </a:lnTo>
                <a:lnTo>
                  <a:pt x="33338" y="123825"/>
                </a:lnTo>
                <a:lnTo>
                  <a:pt x="38100" y="119063"/>
                </a:lnTo>
                <a:lnTo>
                  <a:pt x="38100" y="109538"/>
                </a:lnTo>
                <a:lnTo>
                  <a:pt x="42863" y="104775"/>
                </a:lnTo>
                <a:lnTo>
                  <a:pt x="47625" y="100013"/>
                </a:lnTo>
                <a:lnTo>
                  <a:pt x="52388" y="95250"/>
                </a:lnTo>
                <a:lnTo>
                  <a:pt x="57150" y="90488"/>
                </a:lnTo>
                <a:lnTo>
                  <a:pt x="61913" y="85725"/>
                </a:lnTo>
                <a:lnTo>
                  <a:pt x="66675" y="80963"/>
                </a:lnTo>
                <a:lnTo>
                  <a:pt x="71438" y="76200"/>
                </a:lnTo>
                <a:lnTo>
                  <a:pt x="76200" y="71438"/>
                </a:lnTo>
                <a:lnTo>
                  <a:pt x="80963" y="66675"/>
                </a:lnTo>
                <a:lnTo>
                  <a:pt x="85725" y="61913"/>
                </a:lnTo>
                <a:lnTo>
                  <a:pt x="90488" y="57150"/>
                </a:lnTo>
                <a:lnTo>
                  <a:pt x="95250" y="52388"/>
                </a:lnTo>
                <a:lnTo>
                  <a:pt x="100013" y="47625"/>
                </a:lnTo>
                <a:lnTo>
                  <a:pt x="104775" y="42863"/>
                </a:lnTo>
                <a:lnTo>
                  <a:pt x="109538" y="38100"/>
                </a:lnTo>
                <a:lnTo>
                  <a:pt x="119063" y="38100"/>
                </a:lnTo>
                <a:lnTo>
                  <a:pt x="123825" y="33338"/>
                </a:lnTo>
                <a:lnTo>
                  <a:pt x="128588" y="28575"/>
                </a:lnTo>
                <a:lnTo>
                  <a:pt x="138113" y="28575"/>
                </a:lnTo>
                <a:lnTo>
                  <a:pt x="142875" y="23813"/>
                </a:lnTo>
                <a:lnTo>
                  <a:pt x="147638" y="19050"/>
                </a:lnTo>
                <a:lnTo>
                  <a:pt x="157163" y="19050"/>
                </a:lnTo>
                <a:lnTo>
                  <a:pt x="166688" y="19050"/>
                </a:lnTo>
                <a:lnTo>
                  <a:pt x="176213" y="19050"/>
                </a:lnTo>
                <a:lnTo>
                  <a:pt x="180975" y="14288"/>
                </a:lnTo>
                <a:lnTo>
                  <a:pt x="185738" y="9525"/>
                </a:lnTo>
                <a:lnTo>
                  <a:pt x="195263" y="9525"/>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C0C0C0"/>
          </a:solidFill>
          <a:ln xmlns:a="http://schemas.openxmlformats.org/drawingml/2006/main" w="0">
            <a:noFill/>
            <a:prstDash val="solid"/>
          </a:ln>
        </p:spPr>
      </p:sp>
      <p:sp>
        <p:nvSpPr>
          <p:cNvPr id="434" name="deep-skill-chaining-source-component-9-gradient-194-0">
            <a:extLst xmlns:a="http://schemas.openxmlformats.org/drawingml/2006/main">
              <a:ext uri="{FF2B5EF4-FFF2-40B4-BE49-F238E27FC236}">
                <a16:creationId xmlns:a16="http://schemas.microsoft.com/office/drawing/2014/main" id="{28DFFE00-24F0-4331-A067-3E2DA716FF37}"/>
              </a:ext>
            </a:extLst>
          </p:cNvPr>
          <p:cNvSpPr>
            <a:spLocks xmlns:a="http://schemas.openxmlformats.org/drawingml/2006/main" noGrp="1"/>
          </p:cNvSpPr>
          <p:nvPr/>
        </p:nvSpPr>
        <p:spPr>
          <a:xfrm xmlns:a="http://schemas.openxmlformats.org/drawingml/2006/main" rot="0">
            <a:off x="8353425" y="333375"/>
            <a:ext cx="866775" cy="590550"/>
          </a:xfrm>
          <a:custGeom xmlns:a="http://schemas.openxmlformats.org/drawingml/2006/main">
            <a:pathLst>
              <a:path w="866775" h="590550">
                <a:moveTo>
                  <a:pt x="238125" y="4763"/>
                </a:move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3375" y="4763"/>
                </a:lnTo>
                <a:lnTo>
                  <a:pt x="338138" y="9525"/>
                </a:lnTo>
                <a:lnTo>
                  <a:pt x="347663" y="9525"/>
                </a:lnTo>
                <a:lnTo>
                  <a:pt x="357188" y="9525"/>
                </a:lnTo>
                <a:lnTo>
                  <a:pt x="366713" y="9525"/>
                </a:lnTo>
                <a:lnTo>
                  <a:pt x="376238" y="9525"/>
                </a:lnTo>
                <a:lnTo>
                  <a:pt x="385763" y="9525"/>
                </a:lnTo>
                <a:lnTo>
                  <a:pt x="395288" y="9525"/>
                </a:lnTo>
                <a:lnTo>
                  <a:pt x="404813" y="9525"/>
                </a:lnTo>
                <a:lnTo>
                  <a:pt x="409575" y="14288"/>
                </a:lnTo>
                <a:lnTo>
                  <a:pt x="414338" y="19050"/>
                </a:lnTo>
                <a:lnTo>
                  <a:pt x="423863" y="19050"/>
                </a:lnTo>
                <a:lnTo>
                  <a:pt x="433388" y="19050"/>
                </a:lnTo>
                <a:lnTo>
                  <a:pt x="442913" y="19050"/>
                </a:lnTo>
                <a:lnTo>
                  <a:pt x="452438" y="19050"/>
                </a:lnTo>
                <a:lnTo>
                  <a:pt x="457200" y="23813"/>
                </a:lnTo>
                <a:lnTo>
                  <a:pt x="461963" y="28575"/>
                </a:lnTo>
                <a:lnTo>
                  <a:pt x="471488" y="28575"/>
                </a:lnTo>
                <a:lnTo>
                  <a:pt x="481013" y="28575"/>
                </a:lnTo>
                <a:lnTo>
                  <a:pt x="485775" y="33338"/>
                </a:lnTo>
                <a:lnTo>
                  <a:pt x="490538" y="38100"/>
                </a:lnTo>
                <a:lnTo>
                  <a:pt x="500063" y="38100"/>
                </a:lnTo>
                <a:lnTo>
                  <a:pt x="509588" y="38100"/>
                </a:lnTo>
                <a:lnTo>
                  <a:pt x="519113" y="38100"/>
                </a:lnTo>
                <a:lnTo>
                  <a:pt x="523875" y="42863"/>
                </a:lnTo>
                <a:lnTo>
                  <a:pt x="528638" y="47625"/>
                </a:lnTo>
                <a:lnTo>
                  <a:pt x="538163" y="47625"/>
                </a:lnTo>
                <a:lnTo>
                  <a:pt x="547688" y="47625"/>
                </a:lnTo>
                <a:lnTo>
                  <a:pt x="552450" y="52388"/>
                </a:lnTo>
                <a:lnTo>
                  <a:pt x="557213" y="57150"/>
                </a:lnTo>
                <a:lnTo>
                  <a:pt x="566738" y="57150"/>
                </a:lnTo>
                <a:lnTo>
                  <a:pt x="571500" y="61913"/>
                </a:lnTo>
                <a:lnTo>
                  <a:pt x="576263" y="66675"/>
                </a:lnTo>
                <a:lnTo>
                  <a:pt x="585788" y="66675"/>
                </a:lnTo>
                <a:lnTo>
                  <a:pt x="590550" y="71438"/>
                </a:lnTo>
                <a:lnTo>
                  <a:pt x="595313" y="76200"/>
                </a:lnTo>
                <a:lnTo>
                  <a:pt x="604838" y="76200"/>
                </a:lnTo>
                <a:lnTo>
                  <a:pt x="609600" y="80963"/>
                </a:lnTo>
                <a:lnTo>
                  <a:pt x="614363" y="85725"/>
                </a:lnTo>
                <a:lnTo>
                  <a:pt x="623888" y="85725"/>
                </a:lnTo>
                <a:lnTo>
                  <a:pt x="633413" y="85725"/>
                </a:lnTo>
                <a:lnTo>
                  <a:pt x="638175" y="90488"/>
                </a:lnTo>
                <a:lnTo>
                  <a:pt x="642938" y="95250"/>
                </a:lnTo>
                <a:lnTo>
                  <a:pt x="647700" y="100013"/>
                </a:lnTo>
                <a:lnTo>
                  <a:pt x="652463" y="104775"/>
                </a:lnTo>
                <a:lnTo>
                  <a:pt x="661988" y="104775"/>
                </a:lnTo>
                <a:lnTo>
                  <a:pt x="666750" y="109538"/>
                </a:lnTo>
                <a:lnTo>
                  <a:pt x="671513" y="114300"/>
                </a:lnTo>
                <a:lnTo>
                  <a:pt x="681038" y="114300"/>
                </a:lnTo>
                <a:lnTo>
                  <a:pt x="685800" y="119063"/>
                </a:lnTo>
                <a:lnTo>
                  <a:pt x="690563" y="123825"/>
                </a:lnTo>
                <a:lnTo>
                  <a:pt x="695325" y="128588"/>
                </a:lnTo>
                <a:lnTo>
                  <a:pt x="700088" y="133350"/>
                </a:lnTo>
                <a:lnTo>
                  <a:pt x="709613" y="133350"/>
                </a:lnTo>
                <a:lnTo>
                  <a:pt x="714375" y="138113"/>
                </a:lnTo>
                <a:lnTo>
                  <a:pt x="719138" y="142875"/>
                </a:lnTo>
                <a:lnTo>
                  <a:pt x="723900" y="147638"/>
                </a:lnTo>
                <a:lnTo>
                  <a:pt x="728663" y="152400"/>
                </a:lnTo>
                <a:lnTo>
                  <a:pt x="738188" y="152400"/>
                </a:lnTo>
                <a:lnTo>
                  <a:pt x="742950" y="157163"/>
                </a:lnTo>
                <a:lnTo>
                  <a:pt x="747713" y="161925"/>
                </a:lnTo>
                <a:lnTo>
                  <a:pt x="752475" y="166688"/>
                </a:lnTo>
                <a:lnTo>
                  <a:pt x="757238" y="171450"/>
                </a:lnTo>
                <a:lnTo>
                  <a:pt x="762000" y="176213"/>
                </a:lnTo>
                <a:lnTo>
                  <a:pt x="766763" y="180975"/>
                </a:lnTo>
                <a:lnTo>
                  <a:pt x="771525" y="185738"/>
                </a:lnTo>
                <a:lnTo>
                  <a:pt x="776288" y="190500"/>
                </a:lnTo>
                <a:lnTo>
                  <a:pt x="781050" y="195263"/>
                </a:lnTo>
                <a:lnTo>
                  <a:pt x="785813" y="200025"/>
                </a:lnTo>
                <a:lnTo>
                  <a:pt x="790575" y="204788"/>
                </a:lnTo>
                <a:lnTo>
                  <a:pt x="795338" y="209550"/>
                </a:lnTo>
                <a:lnTo>
                  <a:pt x="800100" y="214313"/>
                </a:lnTo>
                <a:lnTo>
                  <a:pt x="804863" y="219075"/>
                </a:lnTo>
                <a:lnTo>
                  <a:pt x="809625" y="223838"/>
                </a:lnTo>
                <a:lnTo>
                  <a:pt x="814388" y="228600"/>
                </a:lnTo>
                <a:lnTo>
                  <a:pt x="819150" y="233363"/>
                </a:lnTo>
                <a:lnTo>
                  <a:pt x="823913" y="238125"/>
                </a:lnTo>
                <a:lnTo>
                  <a:pt x="828675" y="242888"/>
                </a:lnTo>
                <a:lnTo>
                  <a:pt x="828675" y="252413"/>
                </a:lnTo>
                <a:lnTo>
                  <a:pt x="833438" y="257175"/>
                </a:lnTo>
                <a:lnTo>
                  <a:pt x="838200" y="261938"/>
                </a:lnTo>
                <a:lnTo>
                  <a:pt x="842963" y="266700"/>
                </a:lnTo>
                <a:lnTo>
                  <a:pt x="847725" y="271463"/>
                </a:lnTo>
                <a:lnTo>
                  <a:pt x="847725" y="280988"/>
                </a:lnTo>
                <a:lnTo>
                  <a:pt x="852488" y="285750"/>
                </a:lnTo>
                <a:lnTo>
                  <a:pt x="857250" y="290513"/>
                </a:lnTo>
                <a:lnTo>
                  <a:pt x="857250" y="300038"/>
                </a:lnTo>
                <a:lnTo>
                  <a:pt x="862013" y="304800"/>
                </a:lnTo>
                <a:lnTo>
                  <a:pt x="866775" y="309563"/>
                </a:lnTo>
                <a:lnTo>
                  <a:pt x="866775" y="319088"/>
                </a:lnTo>
                <a:lnTo>
                  <a:pt x="862013" y="323850"/>
                </a:lnTo>
                <a:lnTo>
                  <a:pt x="857250" y="328613"/>
                </a:lnTo>
                <a:lnTo>
                  <a:pt x="857250" y="338138"/>
                </a:lnTo>
                <a:lnTo>
                  <a:pt x="857250" y="347663"/>
                </a:lnTo>
                <a:lnTo>
                  <a:pt x="862013" y="352425"/>
                </a:lnTo>
                <a:lnTo>
                  <a:pt x="866775" y="357188"/>
                </a:lnTo>
                <a:lnTo>
                  <a:pt x="866775" y="366713"/>
                </a:lnTo>
                <a:lnTo>
                  <a:pt x="862013" y="371475"/>
                </a:lnTo>
                <a:lnTo>
                  <a:pt x="857250" y="376238"/>
                </a:lnTo>
                <a:lnTo>
                  <a:pt x="852488" y="381000"/>
                </a:lnTo>
                <a:lnTo>
                  <a:pt x="847725" y="385763"/>
                </a:lnTo>
                <a:lnTo>
                  <a:pt x="842963" y="390525"/>
                </a:lnTo>
                <a:lnTo>
                  <a:pt x="838200" y="395288"/>
                </a:lnTo>
                <a:lnTo>
                  <a:pt x="838200" y="404813"/>
                </a:lnTo>
                <a:lnTo>
                  <a:pt x="838200" y="414338"/>
                </a:lnTo>
                <a:lnTo>
                  <a:pt x="842963" y="419100"/>
                </a:lnTo>
                <a:lnTo>
                  <a:pt x="847725" y="423863"/>
                </a:lnTo>
                <a:lnTo>
                  <a:pt x="842963" y="428625"/>
                </a:lnTo>
                <a:lnTo>
                  <a:pt x="838200" y="433388"/>
                </a:lnTo>
                <a:lnTo>
                  <a:pt x="833438" y="438150"/>
                </a:lnTo>
                <a:lnTo>
                  <a:pt x="828675" y="442913"/>
                </a:lnTo>
                <a:lnTo>
                  <a:pt x="828675" y="452438"/>
                </a:lnTo>
                <a:lnTo>
                  <a:pt x="828675" y="461963"/>
                </a:lnTo>
                <a:lnTo>
                  <a:pt x="828675" y="471488"/>
                </a:lnTo>
                <a:lnTo>
                  <a:pt x="833438" y="476250"/>
                </a:lnTo>
                <a:lnTo>
                  <a:pt x="838200" y="481013"/>
                </a:lnTo>
                <a:lnTo>
                  <a:pt x="833438" y="485775"/>
                </a:lnTo>
                <a:lnTo>
                  <a:pt x="828675" y="490538"/>
                </a:lnTo>
                <a:lnTo>
                  <a:pt x="828675" y="500063"/>
                </a:lnTo>
                <a:lnTo>
                  <a:pt x="828675" y="509588"/>
                </a:lnTo>
                <a:lnTo>
                  <a:pt x="823913" y="514350"/>
                </a:lnTo>
                <a:lnTo>
                  <a:pt x="814388" y="514350"/>
                </a:lnTo>
                <a:lnTo>
                  <a:pt x="809625" y="519113"/>
                </a:lnTo>
                <a:lnTo>
                  <a:pt x="809625" y="528638"/>
                </a:lnTo>
                <a:lnTo>
                  <a:pt x="804863" y="533400"/>
                </a:lnTo>
                <a:lnTo>
                  <a:pt x="795338" y="533400"/>
                </a:lnTo>
                <a:lnTo>
                  <a:pt x="790575" y="538163"/>
                </a:lnTo>
                <a:lnTo>
                  <a:pt x="785813" y="542925"/>
                </a:lnTo>
                <a:lnTo>
                  <a:pt x="776288" y="542925"/>
                </a:lnTo>
                <a:lnTo>
                  <a:pt x="771525" y="547688"/>
                </a:lnTo>
                <a:lnTo>
                  <a:pt x="766763" y="552450"/>
                </a:lnTo>
                <a:lnTo>
                  <a:pt x="757238" y="552450"/>
                </a:lnTo>
                <a:lnTo>
                  <a:pt x="752475" y="557213"/>
                </a:lnTo>
                <a:lnTo>
                  <a:pt x="747713" y="561975"/>
                </a:lnTo>
                <a:lnTo>
                  <a:pt x="738188" y="561975"/>
                </a:lnTo>
                <a:lnTo>
                  <a:pt x="733425" y="566738"/>
                </a:lnTo>
                <a:lnTo>
                  <a:pt x="728663" y="571500"/>
                </a:lnTo>
                <a:lnTo>
                  <a:pt x="719138" y="571500"/>
                </a:lnTo>
                <a:lnTo>
                  <a:pt x="709613" y="571500"/>
                </a:lnTo>
                <a:lnTo>
                  <a:pt x="700088" y="571500"/>
                </a:lnTo>
                <a:lnTo>
                  <a:pt x="695325" y="576263"/>
                </a:lnTo>
                <a:lnTo>
                  <a:pt x="690563" y="581025"/>
                </a:lnTo>
                <a:lnTo>
                  <a:pt x="681038" y="581025"/>
                </a:lnTo>
                <a:lnTo>
                  <a:pt x="671513" y="581025"/>
                </a:lnTo>
                <a:lnTo>
                  <a:pt x="661988" y="581025"/>
                </a:lnTo>
                <a:lnTo>
                  <a:pt x="652463" y="581025"/>
                </a:lnTo>
                <a:lnTo>
                  <a:pt x="642938" y="581025"/>
                </a:lnTo>
                <a:lnTo>
                  <a:pt x="633413" y="581025"/>
                </a:lnTo>
                <a:lnTo>
                  <a:pt x="628650" y="585788"/>
                </a:lnTo>
                <a:lnTo>
                  <a:pt x="623888" y="590550"/>
                </a:lnTo>
                <a:lnTo>
                  <a:pt x="614363" y="590550"/>
                </a:lnTo>
                <a:lnTo>
                  <a:pt x="604838" y="590550"/>
                </a:lnTo>
                <a:lnTo>
                  <a:pt x="595313" y="590550"/>
                </a:lnTo>
                <a:lnTo>
                  <a:pt x="585788" y="590550"/>
                </a:lnTo>
                <a:lnTo>
                  <a:pt x="576263" y="590550"/>
                </a:lnTo>
                <a:lnTo>
                  <a:pt x="566738" y="590550"/>
                </a:lnTo>
                <a:lnTo>
                  <a:pt x="557213" y="590550"/>
                </a:lnTo>
                <a:lnTo>
                  <a:pt x="547688" y="590550"/>
                </a:lnTo>
                <a:lnTo>
                  <a:pt x="538163" y="590550"/>
                </a:lnTo>
                <a:lnTo>
                  <a:pt x="528638" y="590550"/>
                </a:lnTo>
                <a:lnTo>
                  <a:pt x="523875" y="585788"/>
                </a:lnTo>
                <a:lnTo>
                  <a:pt x="519113" y="581025"/>
                </a:lnTo>
                <a:lnTo>
                  <a:pt x="509588" y="581025"/>
                </a:lnTo>
                <a:lnTo>
                  <a:pt x="500063" y="581025"/>
                </a:lnTo>
                <a:lnTo>
                  <a:pt x="490538" y="581025"/>
                </a:lnTo>
                <a:lnTo>
                  <a:pt x="481013" y="581025"/>
                </a:lnTo>
                <a:lnTo>
                  <a:pt x="471488" y="581025"/>
                </a:lnTo>
                <a:lnTo>
                  <a:pt x="461963" y="581025"/>
                </a:lnTo>
                <a:lnTo>
                  <a:pt x="457200" y="576263"/>
                </a:lnTo>
                <a:lnTo>
                  <a:pt x="452438" y="571500"/>
                </a:lnTo>
                <a:lnTo>
                  <a:pt x="442913" y="571500"/>
                </a:lnTo>
                <a:lnTo>
                  <a:pt x="433388" y="571500"/>
                </a:lnTo>
                <a:lnTo>
                  <a:pt x="423863" y="571500"/>
                </a:lnTo>
                <a:lnTo>
                  <a:pt x="414338" y="571500"/>
                </a:lnTo>
                <a:lnTo>
                  <a:pt x="409575" y="566738"/>
                </a:lnTo>
                <a:lnTo>
                  <a:pt x="404813" y="561975"/>
                </a:lnTo>
                <a:lnTo>
                  <a:pt x="395288" y="561975"/>
                </a:lnTo>
                <a:lnTo>
                  <a:pt x="385763" y="561975"/>
                </a:lnTo>
                <a:lnTo>
                  <a:pt x="381000" y="557213"/>
                </a:lnTo>
                <a:lnTo>
                  <a:pt x="376238" y="552450"/>
                </a:lnTo>
                <a:lnTo>
                  <a:pt x="366713" y="552450"/>
                </a:lnTo>
                <a:lnTo>
                  <a:pt x="357188" y="552450"/>
                </a:lnTo>
                <a:lnTo>
                  <a:pt x="347663" y="552450"/>
                </a:lnTo>
                <a:lnTo>
                  <a:pt x="342900" y="547688"/>
                </a:lnTo>
                <a:lnTo>
                  <a:pt x="338138" y="542925"/>
                </a:lnTo>
                <a:lnTo>
                  <a:pt x="328613" y="542925"/>
                </a:lnTo>
                <a:lnTo>
                  <a:pt x="323850" y="538163"/>
                </a:lnTo>
                <a:lnTo>
                  <a:pt x="319088" y="533400"/>
                </a:lnTo>
                <a:lnTo>
                  <a:pt x="309563" y="533400"/>
                </a:lnTo>
                <a:lnTo>
                  <a:pt x="300038" y="533400"/>
                </a:lnTo>
                <a:lnTo>
                  <a:pt x="295275" y="528638"/>
                </a:lnTo>
                <a:lnTo>
                  <a:pt x="290513" y="523875"/>
                </a:lnTo>
                <a:lnTo>
                  <a:pt x="280988" y="523875"/>
                </a:lnTo>
                <a:lnTo>
                  <a:pt x="276225" y="519113"/>
                </a:lnTo>
                <a:lnTo>
                  <a:pt x="271463" y="514350"/>
                </a:lnTo>
                <a:lnTo>
                  <a:pt x="261938" y="514350"/>
                </a:lnTo>
                <a:lnTo>
                  <a:pt x="252413" y="514350"/>
                </a:lnTo>
                <a:lnTo>
                  <a:pt x="247650" y="509588"/>
                </a:lnTo>
                <a:lnTo>
                  <a:pt x="242888" y="504825"/>
                </a:lnTo>
                <a:lnTo>
                  <a:pt x="238125" y="500063"/>
                </a:lnTo>
                <a:lnTo>
                  <a:pt x="233363" y="495300"/>
                </a:lnTo>
                <a:lnTo>
                  <a:pt x="223838" y="495300"/>
                </a:lnTo>
                <a:lnTo>
                  <a:pt x="219075" y="490538"/>
                </a:lnTo>
                <a:lnTo>
                  <a:pt x="214313" y="485775"/>
                </a:lnTo>
                <a:lnTo>
                  <a:pt x="204788" y="485775"/>
                </a:lnTo>
                <a:lnTo>
                  <a:pt x="200025" y="481013"/>
                </a:lnTo>
                <a:lnTo>
                  <a:pt x="195263" y="476250"/>
                </a:lnTo>
                <a:lnTo>
                  <a:pt x="185738" y="476250"/>
                </a:lnTo>
                <a:lnTo>
                  <a:pt x="180975" y="471488"/>
                </a:lnTo>
                <a:lnTo>
                  <a:pt x="176213" y="466725"/>
                </a:lnTo>
                <a:lnTo>
                  <a:pt x="171450" y="461963"/>
                </a:lnTo>
                <a:lnTo>
                  <a:pt x="166688" y="457200"/>
                </a:lnTo>
                <a:lnTo>
                  <a:pt x="157163" y="457200"/>
                </a:lnTo>
                <a:lnTo>
                  <a:pt x="152400" y="452438"/>
                </a:lnTo>
                <a:lnTo>
                  <a:pt x="147638" y="447675"/>
                </a:lnTo>
                <a:lnTo>
                  <a:pt x="142875" y="442913"/>
                </a:lnTo>
                <a:lnTo>
                  <a:pt x="138113" y="438150"/>
                </a:lnTo>
                <a:lnTo>
                  <a:pt x="133350" y="433388"/>
                </a:lnTo>
                <a:lnTo>
                  <a:pt x="128588" y="428625"/>
                </a:lnTo>
                <a:lnTo>
                  <a:pt x="119063" y="428625"/>
                </a:lnTo>
                <a:lnTo>
                  <a:pt x="114300" y="423863"/>
                </a:lnTo>
                <a:lnTo>
                  <a:pt x="109538" y="419100"/>
                </a:lnTo>
                <a:lnTo>
                  <a:pt x="104775" y="414338"/>
                </a:lnTo>
                <a:lnTo>
                  <a:pt x="100013" y="409575"/>
                </a:lnTo>
                <a:lnTo>
                  <a:pt x="95250" y="404813"/>
                </a:lnTo>
                <a:lnTo>
                  <a:pt x="90488" y="400050"/>
                </a:lnTo>
                <a:lnTo>
                  <a:pt x="85725" y="395288"/>
                </a:lnTo>
                <a:lnTo>
                  <a:pt x="80963" y="390525"/>
                </a:lnTo>
                <a:lnTo>
                  <a:pt x="76200" y="385763"/>
                </a:lnTo>
                <a:lnTo>
                  <a:pt x="71438" y="381000"/>
                </a:lnTo>
                <a:lnTo>
                  <a:pt x="66675" y="376238"/>
                </a:lnTo>
                <a:lnTo>
                  <a:pt x="61913" y="371475"/>
                </a:lnTo>
                <a:lnTo>
                  <a:pt x="57150" y="366713"/>
                </a:lnTo>
                <a:lnTo>
                  <a:pt x="52388" y="361950"/>
                </a:lnTo>
                <a:lnTo>
                  <a:pt x="47625" y="357188"/>
                </a:lnTo>
                <a:lnTo>
                  <a:pt x="42863" y="352425"/>
                </a:lnTo>
                <a:lnTo>
                  <a:pt x="38100" y="347663"/>
                </a:lnTo>
                <a:lnTo>
                  <a:pt x="38100" y="338138"/>
                </a:lnTo>
                <a:lnTo>
                  <a:pt x="33338" y="333375"/>
                </a:lnTo>
                <a:lnTo>
                  <a:pt x="28575" y="328613"/>
                </a:lnTo>
                <a:lnTo>
                  <a:pt x="23813" y="323850"/>
                </a:lnTo>
                <a:lnTo>
                  <a:pt x="19050" y="319088"/>
                </a:lnTo>
                <a:lnTo>
                  <a:pt x="19050" y="309563"/>
                </a:lnTo>
                <a:lnTo>
                  <a:pt x="14288" y="304800"/>
                </a:lnTo>
                <a:lnTo>
                  <a:pt x="9525" y="300038"/>
                </a:lnTo>
                <a:lnTo>
                  <a:pt x="9525" y="290513"/>
                </a:lnTo>
                <a:lnTo>
                  <a:pt x="9525" y="280988"/>
                </a:lnTo>
                <a:lnTo>
                  <a:pt x="9525" y="271463"/>
                </a:lnTo>
                <a:lnTo>
                  <a:pt x="4763" y="266700"/>
                </a:lnTo>
                <a:lnTo>
                  <a:pt x="0" y="261938"/>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8575" y="176213"/>
                </a:lnTo>
                <a:lnTo>
                  <a:pt x="28575" y="166688"/>
                </a:lnTo>
                <a:lnTo>
                  <a:pt x="28575" y="157163"/>
                </a:lnTo>
                <a:lnTo>
                  <a:pt x="28575" y="147638"/>
                </a:lnTo>
                <a:lnTo>
                  <a:pt x="28575" y="138113"/>
                </a:lnTo>
                <a:lnTo>
                  <a:pt x="33338" y="133350"/>
                </a:lnTo>
                <a:lnTo>
                  <a:pt x="38100" y="128588"/>
                </a:lnTo>
                <a:lnTo>
                  <a:pt x="42863" y="123825"/>
                </a:lnTo>
                <a:lnTo>
                  <a:pt x="47625" y="119063"/>
                </a:lnTo>
                <a:lnTo>
                  <a:pt x="47625" y="109538"/>
                </a:lnTo>
                <a:lnTo>
                  <a:pt x="52388" y="104775"/>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95250" y="52388"/>
                </a:lnTo>
                <a:lnTo>
                  <a:pt x="100013" y="47625"/>
                </a:lnTo>
                <a:lnTo>
                  <a:pt x="104775" y="42863"/>
                </a:lnTo>
                <a:lnTo>
                  <a:pt x="109538" y="38100"/>
                </a:lnTo>
                <a:lnTo>
                  <a:pt x="114300" y="33338"/>
                </a:lnTo>
                <a:lnTo>
                  <a:pt x="119063" y="28575"/>
                </a:lnTo>
                <a:lnTo>
                  <a:pt x="128588" y="28575"/>
                </a:lnTo>
                <a:lnTo>
                  <a:pt x="133350" y="23813"/>
                </a:lnTo>
                <a:lnTo>
                  <a:pt x="138113" y="19050"/>
                </a:lnTo>
                <a:lnTo>
                  <a:pt x="147638" y="19050"/>
                </a:lnTo>
                <a:lnTo>
                  <a:pt x="157163" y="19050"/>
                </a:lnTo>
                <a:lnTo>
                  <a:pt x="166688" y="19050"/>
                </a:lnTo>
                <a:lnTo>
                  <a:pt x="171450" y="14288"/>
                </a:lnTo>
                <a:lnTo>
                  <a:pt x="176213" y="9525"/>
                </a:lnTo>
                <a:lnTo>
                  <a:pt x="185738" y="9525"/>
                </a:lnTo>
                <a:lnTo>
                  <a:pt x="195263" y="9525"/>
                </a:lnTo>
                <a:lnTo>
                  <a:pt x="204788" y="9525"/>
                </a:lnTo>
                <a:lnTo>
                  <a:pt x="214313" y="9525"/>
                </a:lnTo>
                <a:lnTo>
                  <a:pt x="223838" y="9525"/>
                </a:lnTo>
                <a:lnTo>
                  <a:pt x="233363" y="9525"/>
                </a:lnTo>
                <a:lnTo>
                  <a:pt x="238125" y="4763"/>
                </a:lnTo>
                <a:close/>
              </a:path>
            </a:pathLst>
          </a:custGeom>
          <a:solidFill xmlns:a="http://schemas.openxmlformats.org/drawingml/2006/main">
            <a:srgbClr val="C2C2C2"/>
          </a:solidFill>
          <a:ln xmlns:a="http://schemas.openxmlformats.org/drawingml/2006/main" w="0">
            <a:noFill/>
            <a:prstDash val="solid"/>
          </a:ln>
        </p:spPr>
      </p:sp>
      <p:sp>
        <p:nvSpPr>
          <p:cNvPr id="435" name="deep-skill-chaining-source-component-9-gradient-196-0">
            <a:extLst xmlns:a="http://schemas.openxmlformats.org/drawingml/2006/main">
              <a:ext uri="{FF2B5EF4-FFF2-40B4-BE49-F238E27FC236}">
                <a16:creationId xmlns:a16="http://schemas.microsoft.com/office/drawing/2014/main" id="{C2EBCAD5-B2FA-4C3F-803A-743113A8A18A}"/>
              </a:ext>
            </a:extLst>
          </p:cNvPr>
          <p:cNvSpPr>
            <a:spLocks xmlns:a="http://schemas.openxmlformats.org/drawingml/2006/main" noGrp="1"/>
          </p:cNvSpPr>
          <p:nvPr/>
        </p:nvSpPr>
        <p:spPr>
          <a:xfrm xmlns:a="http://schemas.openxmlformats.org/drawingml/2006/main" rot="0">
            <a:off x="8362950" y="333375"/>
            <a:ext cx="847725" cy="590550"/>
          </a:xfrm>
          <a:custGeom xmlns:a="http://schemas.openxmlformats.org/drawingml/2006/main">
            <a:pathLst>
              <a:path w="847725" h="590550">
                <a:moveTo>
                  <a:pt x="228600" y="4763"/>
                </a:move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5763" y="9525"/>
                </a:lnTo>
                <a:lnTo>
                  <a:pt x="395288" y="9525"/>
                </a:lnTo>
                <a:lnTo>
                  <a:pt x="400050" y="14288"/>
                </a:lnTo>
                <a:lnTo>
                  <a:pt x="404813" y="19050"/>
                </a:lnTo>
                <a:lnTo>
                  <a:pt x="414338" y="19050"/>
                </a:lnTo>
                <a:lnTo>
                  <a:pt x="423863" y="19050"/>
                </a:lnTo>
                <a:lnTo>
                  <a:pt x="433388" y="19050"/>
                </a:lnTo>
                <a:lnTo>
                  <a:pt x="442913" y="19050"/>
                </a:lnTo>
                <a:lnTo>
                  <a:pt x="447675" y="23813"/>
                </a:lnTo>
                <a:lnTo>
                  <a:pt x="452438" y="28575"/>
                </a:lnTo>
                <a:lnTo>
                  <a:pt x="461963" y="28575"/>
                </a:lnTo>
                <a:lnTo>
                  <a:pt x="471488" y="28575"/>
                </a:lnTo>
                <a:lnTo>
                  <a:pt x="476250" y="33338"/>
                </a:lnTo>
                <a:lnTo>
                  <a:pt x="481013" y="38100"/>
                </a:lnTo>
                <a:lnTo>
                  <a:pt x="490538" y="38100"/>
                </a:lnTo>
                <a:lnTo>
                  <a:pt x="500063" y="38100"/>
                </a:lnTo>
                <a:lnTo>
                  <a:pt x="509588" y="38100"/>
                </a:lnTo>
                <a:lnTo>
                  <a:pt x="514350" y="42863"/>
                </a:lnTo>
                <a:lnTo>
                  <a:pt x="519113" y="47625"/>
                </a:lnTo>
                <a:lnTo>
                  <a:pt x="528638" y="47625"/>
                </a:lnTo>
                <a:lnTo>
                  <a:pt x="538163" y="47625"/>
                </a:lnTo>
                <a:lnTo>
                  <a:pt x="542925" y="52388"/>
                </a:lnTo>
                <a:lnTo>
                  <a:pt x="547688" y="57150"/>
                </a:lnTo>
                <a:lnTo>
                  <a:pt x="557213" y="57150"/>
                </a:lnTo>
                <a:lnTo>
                  <a:pt x="561975" y="61913"/>
                </a:lnTo>
                <a:lnTo>
                  <a:pt x="566738" y="66675"/>
                </a:lnTo>
                <a:lnTo>
                  <a:pt x="576263" y="66675"/>
                </a:lnTo>
                <a:lnTo>
                  <a:pt x="581025" y="71438"/>
                </a:lnTo>
                <a:lnTo>
                  <a:pt x="585788" y="76200"/>
                </a:lnTo>
                <a:lnTo>
                  <a:pt x="595313" y="76200"/>
                </a:lnTo>
                <a:lnTo>
                  <a:pt x="600075" y="80963"/>
                </a:lnTo>
                <a:lnTo>
                  <a:pt x="604838" y="85725"/>
                </a:lnTo>
                <a:lnTo>
                  <a:pt x="614363" y="85725"/>
                </a:lnTo>
                <a:lnTo>
                  <a:pt x="623888" y="85725"/>
                </a:lnTo>
                <a:lnTo>
                  <a:pt x="628650" y="90488"/>
                </a:lnTo>
                <a:lnTo>
                  <a:pt x="633413" y="95250"/>
                </a:lnTo>
                <a:lnTo>
                  <a:pt x="638175" y="100013"/>
                </a:lnTo>
                <a:lnTo>
                  <a:pt x="642938" y="104775"/>
                </a:lnTo>
                <a:lnTo>
                  <a:pt x="652463" y="104775"/>
                </a:lnTo>
                <a:lnTo>
                  <a:pt x="657225" y="109538"/>
                </a:lnTo>
                <a:lnTo>
                  <a:pt x="661988" y="114300"/>
                </a:lnTo>
                <a:lnTo>
                  <a:pt x="671513" y="114300"/>
                </a:lnTo>
                <a:lnTo>
                  <a:pt x="676275" y="119063"/>
                </a:lnTo>
                <a:lnTo>
                  <a:pt x="681038" y="123825"/>
                </a:lnTo>
                <a:lnTo>
                  <a:pt x="685800" y="128588"/>
                </a:lnTo>
                <a:lnTo>
                  <a:pt x="690563" y="133350"/>
                </a:lnTo>
                <a:lnTo>
                  <a:pt x="700088" y="133350"/>
                </a:lnTo>
                <a:lnTo>
                  <a:pt x="704850" y="138113"/>
                </a:lnTo>
                <a:lnTo>
                  <a:pt x="709613" y="142875"/>
                </a:lnTo>
                <a:lnTo>
                  <a:pt x="714375" y="147638"/>
                </a:lnTo>
                <a:lnTo>
                  <a:pt x="719138" y="152400"/>
                </a:lnTo>
                <a:lnTo>
                  <a:pt x="728663" y="152400"/>
                </a:lnTo>
                <a:lnTo>
                  <a:pt x="733425" y="157163"/>
                </a:lnTo>
                <a:lnTo>
                  <a:pt x="738188" y="161925"/>
                </a:lnTo>
                <a:lnTo>
                  <a:pt x="742950" y="166688"/>
                </a:lnTo>
                <a:lnTo>
                  <a:pt x="747713" y="171450"/>
                </a:lnTo>
                <a:lnTo>
                  <a:pt x="752475" y="176213"/>
                </a:lnTo>
                <a:lnTo>
                  <a:pt x="757238" y="180975"/>
                </a:lnTo>
                <a:lnTo>
                  <a:pt x="762000" y="185738"/>
                </a:lnTo>
                <a:lnTo>
                  <a:pt x="766763" y="190500"/>
                </a:lnTo>
                <a:lnTo>
                  <a:pt x="771525" y="195263"/>
                </a:lnTo>
                <a:lnTo>
                  <a:pt x="776288" y="200025"/>
                </a:lnTo>
                <a:lnTo>
                  <a:pt x="781050" y="204788"/>
                </a:lnTo>
                <a:lnTo>
                  <a:pt x="785813" y="209550"/>
                </a:lnTo>
                <a:lnTo>
                  <a:pt x="790575" y="214313"/>
                </a:lnTo>
                <a:lnTo>
                  <a:pt x="795338" y="219075"/>
                </a:lnTo>
                <a:lnTo>
                  <a:pt x="800100" y="223838"/>
                </a:lnTo>
                <a:lnTo>
                  <a:pt x="804863" y="228600"/>
                </a:lnTo>
                <a:lnTo>
                  <a:pt x="809625" y="233363"/>
                </a:lnTo>
                <a:lnTo>
                  <a:pt x="814388" y="238125"/>
                </a:lnTo>
                <a:lnTo>
                  <a:pt x="819150" y="242888"/>
                </a:lnTo>
                <a:lnTo>
                  <a:pt x="819150" y="252413"/>
                </a:lnTo>
                <a:lnTo>
                  <a:pt x="823913" y="257175"/>
                </a:lnTo>
                <a:lnTo>
                  <a:pt x="828675" y="261938"/>
                </a:lnTo>
                <a:lnTo>
                  <a:pt x="833438" y="266700"/>
                </a:lnTo>
                <a:lnTo>
                  <a:pt x="838200" y="271463"/>
                </a:lnTo>
                <a:lnTo>
                  <a:pt x="838200" y="280988"/>
                </a:lnTo>
                <a:lnTo>
                  <a:pt x="838200" y="290513"/>
                </a:lnTo>
                <a:lnTo>
                  <a:pt x="838200" y="300038"/>
                </a:lnTo>
                <a:lnTo>
                  <a:pt x="842963" y="304800"/>
                </a:lnTo>
                <a:lnTo>
                  <a:pt x="847725" y="309563"/>
                </a:lnTo>
                <a:lnTo>
                  <a:pt x="842963" y="314325"/>
                </a:lnTo>
                <a:lnTo>
                  <a:pt x="838200" y="319088"/>
                </a:lnTo>
                <a:lnTo>
                  <a:pt x="838200" y="328613"/>
                </a:lnTo>
                <a:lnTo>
                  <a:pt x="833438" y="333375"/>
                </a:lnTo>
                <a:lnTo>
                  <a:pt x="828675" y="338138"/>
                </a:lnTo>
                <a:lnTo>
                  <a:pt x="833438" y="342900"/>
                </a:lnTo>
                <a:lnTo>
                  <a:pt x="838200" y="347663"/>
                </a:lnTo>
                <a:lnTo>
                  <a:pt x="838200" y="357188"/>
                </a:lnTo>
                <a:lnTo>
                  <a:pt x="842963" y="361950"/>
                </a:lnTo>
                <a:lnTo>
                  <a:pt x="847725" y="366713"/>
                </a:lnTo>
                <a:lnTo>
                  <a:pt x="842963" y="371475"/>
                </a:lnTo>
                <a:lnTo>
                  <a:pt x="838200" y="376238"/>
                </a:lnTo>
                <a:lnTo>
                  <a:pt x="833438" y="381000"/>
                </a:lnTo>
                <a:lnTo>
                  <a:pt x="828675" y="385763"/>
                </a:lnTo>
                <a:lnTo>
                  <a:pt x="823913" y="390525"/>
                </a:lnTo>
                <a:lnTo>
                  <a:pt x="819150" y="395288"/>
                </a:lnTo>
                <a:lnTo>
                  <a:pt x="819150" y="404813"/>
                </a:lnTo>
                <a:lnTo>
                  <a:pt x="819150" y="414338"/>
                </a:lnTo>
                <a:lnTo>
                  <a:pt x="819150" y="423863"/>
                </a:lnTo>
                <a:lnTo>
                  <a:pt x="814388" y="428625"/>
                </a:lnTo>
                <a:lnTo>
                  <a:pt x="809625" y="433388"/>
                </a:lnTo>
                <a:lnTo>
                  <a:pt x="809625" y="442913"/>
                </a:lnTo>
                <a:lnTo>
                  <a:pt x="804863" y="447675"/>
                </a:lnTo>
                <a:lnTo>
                  <a:pt x="800100" y="452438"/>
                </a:lnTo>
                <a:lnTo>
                  <a:pt x="804863" y="457200"/>
                </a:lnTo>
                <a:lnTo>
                  <a:pt x="809625" y="461963"/>
                </a:lnTo>
                <a:lnTo>
                  <a:pt x="809625" y="471488"/>
                </a:lnTo>
                <a:lnTo>
                  <a:pt x="809625" y="481013"/>
                </a:lnTo>
                <a:lnTo>
                  <a:pt x="809625" y="490538"/>
                </a:lnTo>
                <a:lnTo>
                  <a:pt x="804863" y="495300"/>
                </a:lnTo>
                <a:lnTo>
                  <a:pt x="800100" y="500063"/>
                </a:lnTo>
                <a:lnTo>
                  <a:pt x="800100" y="509588"/>
                </a:lnTo>
                <a:lnTo>
                  <a:pt x="795338" y="514350"/>
                </a:lnTo>
                <a:lnTo>
                  <a:pt x="790575" y="519113"/>
                </a:lnTo>
                <a:lnTo>
                  <a:pt x="785813" y="523875"/>
                </a:lnTo>
                <a:lnTo>
                  <a:pt x="781050" y="528638"/>
                </a:lnTo>
                <a:lnTo>
                  <a:pt x="776288" y="533400"/>
                </a:lnTo>
                <a:lnTo>
                  <a:pt x="771525" y="538163"/>
                </a:lnTo>
                <a:lnTo>
                  <a:pt x="766763" y="542925"/>
                </a:lnTo>
                <a:lnTo>
                  <a:pt x="762000" y="547688"/>
                </a:lnTo>
                <a:lnTo>
                  <a:pt x="757238" y="552450"/>
                </a:lnTo>
                <a:lnTo>
                  <a:pt x="747713" y="552450"/>
                </a:lnTo>
                <a:lnTo>
                  <a:pt x="742950" y="557213"/>
                </a:lnTo>
                <a:lnTo>
                  <a:pt x="738188" y="561975"/>
                </a:lnTo>
                <a:lnTo>
                  <a:pt x="728663" y="561975"/>
                </a:lnTo>
                <a:lnTo>
                  <a:pt x="723900" y="566738"/>
                </a:lnTo>
                <a:lnTo>
                  <a:pt x="719138" y="571500"/>
                </a:lnTo>
                <a:lnTo>
                  <a:pt x="709613" y="571500"/>
                </a:lnTo>
                <a:lnTo>
                  <a:pt x="700088" y="571500"/>
                </a:lnTo>
                <a:lnTo>
                  <a:pt x="690563" y="571500"/>
                </a:lnTo>
                <a:lnTo>
                  <a:pt x="685800" y="576263"/>
                </a:lnTo>
                <a:lnTo>
                  <a:pt x="681038" y="581025"/>
                </a:lnTo>
                <a:lnTo>
                  <a:pt x="671513" y="581025"/>
                </a:lnTo>
                <a:lnTo>
                  <a:pt x="661988" y="581025"/>
                </a:lnTo>
                <a:lnTo>
                  <a:pt x="652463" y="581025"/>
                </a:lnTo>
                <a:lnTo>
                  <a:pt x="642938" y="581025"/>
                </a:lnTo>
                <a:lnTo>
                  <a:pt x="633413" y="581025"/>
                </a:lnTo>
                <a:lnTo>
                  <a:pt x="623888" y="581025"/>
                </a:lnTo>
                <a:lnTo>
                  <a:pt x="619125" y="585788"/>
                </a:lnTo>
                <a:lnTo>
                  <a:pt x="614363" y="590550"/>
                </a:lnTo>
                <a:lnTo>
                  <a:pt x="604838" y="590550"/>
                </a:lnTo>
                <a:lnTo>
                  <a:pt x="595313" y="590550"/>
                </a:lnTo>
                <a:lnTo>
                  <a:pt x="585788" y="590550"/>
                </a:lnTo>
                <a:lnTo>
                  <a:pt x="576263" y="590550"/>
                </a:lnTo>
                <a:lnTo>
                  <a:pt x="566738" y="590550"/>
                </a:lnTo>
                <a:lnTo>
                  <a:pt x="557213" y="590550"/>
                </a:lnTo>
                <a:lnTo>
                  <a:pt x="547688" y="590550"/>
                </a:lnTo>
                <a:lnTo>
                  <a:pt x="538163" y="590550"/>
                </a:lnTo>
                <a:lnTo>
                  <a:pt x="528638" y="590550"/>
                </a:lnTo>
                <a:lnTo>
                  <a:pt x="519113" y="590550"/>
                </a:lnTo>
                <a:lnTo>
                  <a:pt x="514350" y="585788"/>
                </a:lnTo>
                <a:lnTo>
                  <a:pt x="509588" y="581025"/>
                </a:lnTo>
                <a:lnTo>
                  <a:pt x="500063" y="581025"/>
                </a:lnTo>
                <a:lnTo>
                  <a:pt x="490538" y="581025"/>
                </a:lnTo>
                <a:lnTo>
                  <a:pt x="481013" y="581025"/>
                </a:lnTo>
                <a:lnTo>
                  <a:pt x="471488" y="581025"/>
                </a:lnTo>
                <a:lnTo>
                  <a:pt x="461963" y="581025"/>
                </a:lnTo>
                <a:lnTo>
                  <a:pt x="452438" y="581025"/>
                </a:lnTo>
                <a:lnTo>
                  <a:pt x="447675" y="576263"/>
                </a:lnTo>
                <a:lnTo>
                  <a:pt x="442913" y="571500"/>
                </a:lnTo>
                <a:lnTo>
                  <a:pt x="433388" y="571500"/>
                </a:lnTo>
                <a:lnTo>
                  <a:pt x="423863" y="571500"/>
                </a:lnTo>
                <a:lnTo>
                  <a:pt x="414338" y="571500"/>
                </a:lnTo>
                <a:lnTo>
                  <a:pt x="404813" y="571500"/>
                </a:lnTo>
                <a:lnTo>
                  <a:pt x="400050" y="566738"/>
                </a:lnTo>
                <a:lnTo>
                  <a:pt x="395288" y="561975"/>
                </a:lnTo>
                <a:lnTo>
                  <a:pt x="385763" y="561975"/>
                </a:lnTo>
                <a:lnTo>
                  <a:pt x="376238" y="561975"/>
                </a:lnTo>
                <a:lnTo>
                  <a:pt x="371475" y="557213"/>
                </a:lnTo>
                <a:lnTo>
                  <a:pt x="366713" y="552450"/>
                </a:lnTo>
                <a:lnTo>
                  <a:pt x="357188" y="552450"/>
                </a:lnTo>
                <a:lnTo>
                  <a:pt x="347663" y="552450"/>
                </a:lnTo>
                <a:lnTo>
                  <a:pt x="338138" y="552450"/>
                </a:lnTo>
                <a:lnTo>
                  <a:pt x="333375" y="547688"/>
                </a:lnTo>
                <a:lnTo>
                  <a:pt x="328613" y="542925"/>
                </a:lnTo>
                <a:lnTo>
                  <a:pt x="319088" y="542925"/>
                </a:lnTo>
                <a:lnTo>
                  <a:pt x="314325" y="538163"/>
                </a:lnTo>
                <a:lnTo>
                  <a:pt x="309563" y="533400"/>
                </a:lnTo>
                <a:lnTo>
                  <a:pt x="300038" y="533400"/>
                </a:lnTo>
                <a:lnTo>
                  <a:pt x="290513" y="533400"/>
                </a:lnTo>
                <a:lnTo>
                  <a:pt x="285750" y="528638"/>
                </a:lnTo>
                <a:lnTo>
                  <a:pt x="280988" y="523875"/>
                </a:lnTo>
                <a:lnTo>
                  <a:pt x="271463" y="523875"/>
                </a:lnTo>
                <a:lnTo>
                  <a:pt x="266700" y="519113"/>
                </a:lnTo>
                <a:lnTo>
                  <a:pt x="261938" y="514350"/>
                </a:lnTo>
                <a:lnTo>
                  <a:pt x="252413" y="514350"/>
                </a:lnTo>
                <a:lnTo>
                  <a:pt x="242888" y="514350"/>
                </a:lnTo>
                <a:lnTo>
                  <a:pt x="238125" y="509588"/>
                </a:lnTo>
                <a:lnTo>
                  <a:pt x="233363" y="504825"/>
                </a:lnTo>
                <a:lnTo>
                  <a:pt x="228600" y="500063"/>
                </a:lnTo>
                <a:lnTo>
                  <a:pt x="223838" y="495300"/>
                </a:lnTo>
                <a:lnTo>
                  <a:pt x="214313" y="495300"/>
                </a:lnTo>
                <a:lnTo>
                  <a:pt x="209550" y="490538"/>
                </a:lnTo>
                <a:lnTo>
                  <a:pt x="204788" y="485775"/>
                </a:lnTo>
                <a:lnTo>
                  <a:pt x="195263" y="485775"/>
                </a:lnTo>
                <a:lnTo>
                  <a:pt x="190500" y="481013"/>
                </a:lnTo>
                <a:lnTo>
                  <a:pt x="185738" y="476250"/>
                </a:lnTo>
                <a:lnTo>
                  <a:pt x="176213" y="476250"/>
                </a:lnTo>
                <a:lnTo>
                  <a:pt x="171450" y="471488"/>
                </a:lnTo>
                <a:lnTo>
                  <a:pt x="166688" y="466725"/>
                </a:lnTo>
                <a:lnTo>
                  <a:pt x="161925" y="461963"/>
                </a:lnTo>
                <a:lnTo>
                  <a:pt x="157163" y="457200"/>
                </a:lnTo>
                <a:lnTo>
                  <a:pt x="147638" y="457200"/>
                </a:lnTo>
                <a:lnTo>
                  <a:pt x="142875" y="452438"/>
                </a:lnTo>
                <a:lnTo>
                  <a:pt x="138113" y="447675"/>
                </a:lnTo>
                <a:lnTo>
                  <a:pt x="133350" y="442913"/>
                </a:lnTo>
                <a:lnTo>
                  <a:pt x="128588" y="438150"/>
                </a:lnTo>
                <a:lnTo>
                  <a:pt x="123825" y="433388"/>
                </a:lnTo>
                <a:lnTo>
                  <a:pt x="119063" y="428625"/>
                </a:lnTo>
                <a:lnTo>
                  <a:pt x="109538" y="428625"/>
                </a:lnTo>
                <a:lnTo>
                  <a:pt x="104775" y="423863"/>
                </a:lnTo>
                <a:lnTo>
                  <a:pt x="100013" y="419100"/>
                </a:lnTo>
                <a:lnTo>
                  <a:pt x="95250" y="414338"/>
                </a:lnTo>
                <a:lnTo>
                  <a:pt x="90488" y="409575"/>
                </a:lnTo>
                <a:lnTo>
                  <a:pt x="85725" y="404813"/>
                </a:lnTo>
                <a:lnTo>
                  <a:pt x="80963" y="400050"/>
                </a:lnTo>
                <a:lnTo>
                  <a:pt x="76200" y="395288"/>
                </a:lnTo>
                <a:lnTo>
                  <a:pt x="71438" y="390525"/>
                </a:lnTo>
                <a:lnTo>
                  <a:pt x="66675" y="385763"/>
                </a:lnTo>
                <a:lnTo>
                  <a:pt x="61913" y="381000"/>
                </a:lnTo>
                <a:lnTo>
                  <a:pt x="57150" y="376238"/>
                </a:lnTo>
                <a:lnTo>
                  <a:pt x="52388" y="371475"/>
                </a:lnTo>
                <a:lnTo>
                  <a:pt x="47625" y="366713"/>
                </a:lnTo>
                <a:lnTo>
                  <a:pt x="42863" y="361950"/>
                </a:lnTo>
                <a:lnTo>
                  <a:pt x="38100" y="357188"/>
                </a:lnTo>
                <a:lnTo>
                  <a:pt x="33338" y="352425"/>
                </a:lnTo>
                <a:lnTo>
                  <a:pt x="28575" y="347663"/>
                </a:lnTo>
                <a:lnTo>
                  <a:pt x="28575" y="338138"/>
                </a:lnTo>
                <a:lnTo>
                  <a:pt x="23813" y="333375"/>
                </a:lnTo>
                <a:lnTo>
                  <a:pt x="19050" y="328613"/>
                </a:lnTo>
                <a:lnTo>
                  <a:pt x="19050" y="319088"/>
                </a:lnTo>
                <a:lnTo>
                  <a:pt x="14288" y="314325"/>
                </a:lnTo>
                <a:lnTo>
                  <a:pt x="9525" y="309563"/>
                </a:lnTo>
                <a:lnTo>
                  <a:pt x="9525" y="300038"/>
                </a:lnTo>
                <a:lnTo>
                  <a:pt x="9525" y="290513"/>
                </a:lnTo>
                <a:lnTo>
                  <a:pt x="14288" y="285750"/>
                </a:lnTo>
                <a:lnTo>
                  <a:pt x="19050" y="280988"/>
                </a:lnTo>
                <a:lnTo>
                  <a:pt x="14288" y="276225"/>
                </a:lnTo>
                <a:lnTo>
                  <a:pt x="9525" y="271463"/>
                </a:lnTo>
                <a:lnTo>
                  <a:pt x="9525" y="261938"/>
                </a:lnTo>
                <a:lnTo>
                  <a:pt x="4763" y="257175"/>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8575" y="176213"/>
                </a:lnTo>
                <a:lnTo>
                  <a:pt x="28575" y="166688"/>
                </a:lnTo>
                <a:lnTo>
                  <a:pt x="33338" y="161925"/>
                </a:lnTo>
                <a:lnTo>
                  <a:pt x="38100" y="157163"/>
                </a:lnTo>
                <a:lnTo>
                  <a:pt x="38100" y="147638"/>
                </a:lnTo>
                <a:lnTo>
                  <a:pt x="38100" y="138113"/>
                </a:lnTo>
                <a:lnTo>
                  <a:pt x="42863" y="133350"/>
                </a:lnTo>
                <a:lnTo>
                  <a:pt x="47625" y="128588"/>
                </a:lnTo>
                <a:lnTo>
                  <a:pt x="47625" y="119063"/>
                </a:lnTo>
                <a:lnTo>
                  <a:pt x="47625" y="109538"/>
                </a:lnTo>
                <a:lnTo>
                  <a:pt x="52388" y="104775"/>
                </a:lnTo>
                <a:lnTo>
                  <a:pt x="61913" y="104775"/>
                </a:lnTo>
                <a:lnTo>
                  <a:pt x="66675" y="100013"/>
                </a:lnTo>
                <a:lnTo>
                  <a:pt x="71438" y="95250"/>
                </a:lnTo>
                <a:lnTo>
                  <a:pt x="76200" y="90488"/>
                </a:lnTo>
                <a:lnTo>
                  <a:pt x="76200" y="80963"/>
                </a:lnTo>
                <a:lnTo>
                  <a:pt x="80963" y="76200"/>
                </a:lnTo>
                <a:lnTo>
                  <a:pt x="85725" y="71438"/>
                </a:lnTo>
                <a:lnTo>
                  <a:pt x="90488" y="66675"/>
                </a:lnTo>
                <a:lnTo>
                  <a:pt x="95250" y="61913"/>
                </a:lnTo>
                <a:lnTo>
                  <a:pt x="100013" y="57150"/>
                </a:lnTo>
                <a:lnTo>
                  <a:pt x="104775" y="52388"/>
                </a:lnTo>
                <a:lnTo>
                  <a:pt x="109538" y="47625"/>
                </a:lnTo>
                <a:lnTo>
                  <a:pt x="114300" y="42863"/>
                </a:lnTo>
                <a:lnTo>
                  <a:pt x="119063" y="38100"/>
                </a:lnTo>
                <a:lnTo>
                  <a:pt x="123825" y="33338"/>
                </a:lnTo>
                <a:lnTo>
                  <a:pt x="128588" y="28575"/>
                </a:lnTo>
                <a:lnTo>
                  <a:pt x="138113" y="28575"/>
                </a:lnTo>
                <a:lnTo>
                  <a:pt x="147638" y="28575"/>
                </a:lnTo>
                <a:lnTo>
                  <a:pt x="152400" y="23813"/>
                </a:lnTo>
                <a:lnTo>
                  <a:pt x="157163" y="19050"/>
                </a:lnTo>
                <a:lnTo>
                  <a:pt x="161925" y="14288"/>
                </a:lnTo>
                <a:lnTo>
                  <a:pt x="166688" y="9525"/>
                </a:lnTo>
                <a:lnTo>
                  <a:pt x="176213" y="9525"/>
                </a:lnTo>
                <a:lnTo>
                  <a:pt x="185738" y="9525"/>
                </a:lnTo>
                <a:lnTo>
                  <a:pt x="195263" y="9525"/>
                </a:lnTo>
                <a:lnTo>
                  <a:pt x="204788" y="9525"/>
                </a:lnTo>
                <a:lnTo>
                  <a:pt x="214313" y="9525"/>
                </a:lnTo>
                <a:lnTo>
                  <a:pt x="223838" y="9525"/>
                </a:lnTo>
                <a:lnTo>
                  <a:pt x="228600" y="4763"/>
                </a:lnTo>
                <a:close/>
              </a:path>
            </a:pathLst>
          </a:custGeom>
          <a:solidFill xmlns:a="http://schemas.openxmlformats.org/drawingml/2006/main">
            <a:srgbClr val="C4C4C4"/>
          </a:solidFill>
          <a:ln xmlns:a="http://schemas.openxmlformats.org/drawingml/2006/main" w="0">
            <a:noFill/>
            <a:prstDash val="solid"/>
          </a:ln>
        </p:spPr>
      </p:sp>
      <p:sp>
        <p:nvSpPr>
          <p:cNvPr id="436" name="deep-skill-chaining-source-component-9-gradient-198-0">
            <a:extLst xmlns:a="http://schemas.openxmlformats.org/drawingml/2006/main">
              <a:ext uri="{FF2B5EF4-FFF2-40B4-BE49-F238E27FC236}">
                <a16:creationId xmlns:a16="http://schemas.microsoft.com/office/drawing/2014/main" id="{1EF97AEC-9560-41CC-BD82-9512E7BDBC83}"/>
              </a:ext>
            </a:extLst>
          </p:cNvPr>
          <p:cNvSpPr>
            <a:spLocks xmlns:a="http://schemas.openxmlformats.org/drawingml/2006/main" noGrp="1"/>
          </p:cNvSpPr>
          <p:nvPr/>
        </p:nvSpPr>
        <p:spPr>
          <a:xfrm xmlns:a="http://schemas.openxmlformats.org/drawingml/2006/main" rot="0">
            <a:off x="8382000" y="333375"/>
            <a:ext cx="809625" cy="590550"/>
          </a:xfrm>
          <a:custGeom xmlns:a="http://schemas.openxmlformats.org/drawingml/2006/main">
            <a:pathLst>
              <a:path w="809625" h="590550">
                <a:moveTo>
                  <a:pt x="209550" y="4763"/>
                </a:move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23863" y="19050"/>
                </a:lnTo>
                <a:lnTo>
                  <a:pt x="428625" y="23813"/>
                </a:lnTo>
                <a:lnTo>
                  <a:pt x="433388" y="28575"/>
                </a:lnTo>
                <a:lnTo>
                  <a:pt x="442913" y="28575"/>
                </a:lnTo>
                <a:lnTo>
                  <a:pt x="452438" y="28575"/>
                </a:lnTo>
                <a:lnTo>
                  <a:pt x="457200" y="33338"/>
                </a:lnTo>
                <a:lnTo>
                  <a:pt x="461963" y="38100"/>
                </a:lnTo>
                <a:lnTo>
                  <a:pt x="471488" y="38100"/>
                </a:lnTo>
                <a:lnTo>
                  <a:pt x="481013" y="38100"/>
                </a:lnTo>
                <a:lnTo>
                  <a:pt x="490538" y="38100"/>
                </a:lnTo>
                <a:lnTo>
                  <a:pt x="495300" y="42863"/>
                </a:lnTo>
                <a:lnTo>
                  <a:pt x="500063" y="47625"/>
                </a:lnTo>
                <a:lnTo>
                  <a:pt x="509588" y="47625"/>
                </a:lnTo>
                <a:lnTo>
                  <a:pt x="519113" y="47625"/>
                </a:lnTo>
                <a:lnTo>
                  <a:pt x="523875" y="52388"/>
                </a:lnTo>
                <a:lnTo>
                  <a:pt x="528638" y="57150"/>
                </a:lnTo>
                <a:lnTo>
                  <a:pt x="538163" y="57150"/>
                </a:lnTo>
                <a:lnTo>
                  <a:pt x="542925" y="61913"/>
                </a:lnTo>
                <a:lnTo>
                  <a:pt x="547688" y="66675"/>
                </a:lnTo>
                <a:lnTo>
                  <a:pt x="557213" y="66675"/>
                </a:lnTo>
                <a:lnTo>
                  <a:pt x="561975" y="71438"/>
                </a:lnTo>
                <a:lnTo>
                  <a:pt x="566738" y="76200"/>
                </a:lnTo>
                <a:lnTo>
                  <a:pt x="576263" y="76200"/>
                </a:lnTo>
                <a:lnTo>
                  <a:pt x="581025" y="80963"/>
                </a:lnTo>
                <a:lnTo>
                  <a:pt x="585788" y="85725"/>
                </a:lnTo>
                <a:lnTo>
                  <a:pt x="595313" y="85725"/>
                </a:lnTo>
                <a:lnTo>
                  <a:pt x="604838" y="85725"/>
                </a:lnTo>
                <a:lnTo>
                  <a:pt x="609600" y="90488"/>
                </a:lnTo>
                <a:lnTo>
                  <a:pt x="614363" y="95250"/>
                </a:lnTo>
                <a:lnTo>
                  <a:pt x="619125" y="100013"/>
                </a:lnTo>
                <a:lnTo>
                  <a:pt x="623888" y="104775"/>
                </a:lnTo>
                <a:lnTo>
                  <a:pt x="633413" y="104775"/>
                </a:lnTo>
                <a:lnTo>
                  <a:pt x="638175" y="109538"/>
                </a:lnTo>
                <a:lnTo>
                  <a:pt x="642938" y="114300"/>
                </a:lnTo>
                <a:lnTo>
                  <a:pt x="652463" y="114300"/>
                </a:lnTo>
                <a:lnTo>
                  <a:pt x="657225" y="119063"/>
                </a:lnTo>
                <a:lnTo>
                  <a:pt x="661988" y="123825"/>
                </a:lnTo>
                <a:lnTo>
                  <a:pt x="666750" y="128588"/>
                </a:lnTo>
                <a:lnTo>
                  <a:pt x="671513" y="133350"/>
                </a:lnTo>
                <a:lnTo>
                  <a:pt x="681038" y="133350"/>
                </a:lnTo>
                <a:lnTo>
                  <a:pt x="685800" y="138113"/>
                </a:lnTo>
                <a:lnTo>
                  <a:pt x="690563" y="142875"/>
                </a:lnTo>
                <a:lnTo>
                  <a:pt x="695325" y="147638"/>
                </a:lnTo>
                <a:lnTo>
                  <a:pt x="700088" y="152400"/>
                </a:lnTo>
                <a:lnTo>
                  <a:pt x="709613" y="152400"/>
                </a:lnTo>
                <a:lnTo>
                  <a:pt x="714375" y="157163"/>
                </a:lnTo>
                <a:lnTo>
                  <a:pt x="719138" y="161925"/>
                </a:lnTo>
                <a:lnTo>
                  <a:pt x="723900" y="166688"/>
                </a:lnTo>
                <a:lnTo>
                  <a:pt x="728663" y="171450"/>
                </a:lnTo>
                <a:lnTo>
                  <a:pt x="733425" y="176213"/>
                </a:lnTo>
                <a:lnTo>
                  <a:pt x="738188" y="180975"/>
                </a:lnTo>
                <a:lnTo>
                  <a:pt x="742950" y="185738"/>
                </a:lnTo>
                <a:lnTo>
                  <a:pt x="747713" y="190500"/>
                </a:lnTo>
                <a:lnTo>
                  <a:pt x="752475" y="195263"/>
                </a:lnTo>
                <a:lnTo>
                  <a:pt x="757238" y="200025"/>
                </a:lnTo>
                <a:lnTo>
                  <a:pt x="762000" y="204788"/>
                </a:lnTo>
                <a:lnTo>
                  <a:pt x="766763" y="209550"/>
                </a:lnTo>
                <a:lnTo>
                  <a:pt x="771525" y="214313"/>
                </a:lnTo>
                <a:lnTo>
                  <a:pt x="776288" y="219075"/>
                </a:lnTo>
                <a:lnTo>
                  <a:pt x="781050" y="223838"/>
                </a:lnTo>
                <a:lnTo>
                  <a:pt x="785813" y="228600"/>
                </a:lnTo>
                <a:lnTo>
                  <a:pt x="790575" y="233363"/>
                </a:lnTo>
                <a:lnTo>
                  <a:pt x="795338" y="238125"/>
                </a:lnTo>
                <a:lnTo>
                  <a:pt x="800100" y="242888"/>
                </a:lnTo>
                <a:lnTo>
                  <a:pt x="800100" y="252413"/>
                </a:lnTo>
                <a:lnTo>
                  <a:pt x="800100" y="261938"/>
                </a:lnTo>
                <a:lnTo>
                  <a:pt x="800100" y="271463"/>
                </a:lnTo>
                <a:lnTo>
                  <a:pt x="804863" y="276225"/>
                </a:lnTo>
                <a:lnTo>
                  <a:pt x="809625" y="280988"/>
                </a:lnTo>
                <a:lnTo>
                  <a:pt x="809625" y="290513"/>
                </a:lnTo>
                <a:lnTo>
                  <a:pt x="809625" y="300038"/>
                </a:lnTo>
                <a:lnTo>
                  <a:pt x="809625" y="309563"/>
                </a:lnTo>
                <a:lnTo>
                  <a:pt x="804863" y="314325"/>
                </a:lnTo>
                <a:lnTo>
                  <a:pt x="800100" y="319088"/>
                </a:lnTo>
                <a:lnTo>
                  <a:pt x="800100" y="328613"/>
                </a:lnTo>
                <a:lnTo>
                  <a:pt x="800100" y="338138"/>
                </a:lnTo>
                <a:lnTo>
                  <a:pt x="800100" y="347663"/>
                </a:lnTo>
                <a:lnTo>
                  <a:pt x="804863" y="352425"/>
                </a:lnTo>
                <a:lnTo>
                  <a:pt x="809625" y="357188"/>
                </a:lnTo>
                <a:lnTo>
                  <a:pt x="809625" y="366713"/>
                </a:lnTo>
                <a:lnTo>
                  <a:pt x="804863" y="371475"/>
                </a:lnTo>
                <a:lnTo>
                  <a:pt x="800100" y="376238"/>
                </a:lnTo>
                <a:lnTo>
                  <a:pt x="795338" y="381000"/>
                </a:lnTo>
                <a:lnTo>
                  <a:pt x="790575" y="385763"/>
                </a:lnTo>
                <a:lnTo>
                  <a:pt x="785813" y="390525"/>
                </a:lnTo>
                <a:lnTo>
                  <a:pt x="781050" y="395288"/>
                </a:lnTo>
                <a:lnTo>
                  <a:pt x="781050" y="404813"/>
                </a:lnTo>
                <a:lnTo>
                  <a:pt x="781050" y="414338"/>
                </a:lnTo>
                <a:lnTo>
                  <a:pt x="781050" y="423863"/>
                </a:lnTo>
                <a:lnTo>
                  <a:pt x="781050" y="433388"/>
                </a:lnTo>
                <a:lnTo>
                  <a:pt x="776288" y="438150"/>
                </a:lnTo>
                <a:lnTo>
                  <a:pt x="771525" y="442913"/>
                </a:lnTo>
                <a:lnTo>
                  <a:pt x="771525" y="452438"/>
                </a:lnTo>
                <a:lnTo>
                  <a:pt x="771525" y="461963"/>
                </a:lnTo>
                <a:lnTo>
                  <a:pt x="771525" y="471488"/>
                </a:lnTo>
                <a:lnTo>
                  <a:pt x="776288" y="476250"/>
                </a:lnTo>
                <a:lnTo>
                  <a:pt x="781050" y="481013"/>
                </a:lnTo>
                <a:lnTo>
                  <a:pt x="776288" y="485775"/>
                </a:lnTo>
                <a:lnTo>
                  <a:pt x="771525" y="490538"/>
                </a:lnTo>
                <a:lnTo>
                  <a:pt x="766763" y="495300"/>
                </a:lnTo>
                <a:lnTo>
                  <a:pt x="762000" y="500063"/>
                </a:lnTo>
                <a:lnTo>
                  <a:pt x="762000" y="509588"/>
                </a:lnTo>
                <a:lnTo>
                  <a:pt x="757238" y="514350"/>
                </a:lnTo>
                <a:lnTo>
                  <a:pt x="752475" y="519113"/>
                </a:lnTo>
                <a:lnTo>
                  <a:pt x="747713" y="523875"/>
                </a:lnTo>
                <a:lnTo>
                  <a:pt x="742950" y="528638"/>
                </a:lnTo>
                <a:lnTo>
                  <a:pt x="738188" y="533400"/>
                </a:lnTo>
                <a:lnTo>
                  <a:pt x="733425" y="538163"/>
                </a:lnTo>
                <a:lnTo>
                  <a:pt x="728663" y="542925"/>
                </a:lnTo>
                <a:lnTo>
                  <a:pt x="723900" y="547688"/>
                </a:lnTo>
                <a:lnTo>
                  <a:pt x="719138" y="552450"/>
                </a:lnTo>
                <a:lnTo>
                  <a:pt x="714375" y="557213"/>
                </a:lnTo>
                <a:lnTo>
                  <a:pt x="709613" y="561975"/>
                </a:lnTo>
                <a:lnTo>
                  <a:pt x="700088" y="561975"/>
                </a:lnTo>
                <a:lnTo>
                  <a:pt x="695325" y="566738"/>
                </a:lnTo>
                <a:lnTo>
                  <a:pt x="690563" y="571500"/>
                </a:lnTo>
                <a:lnTo>
                  <a:pt x="681038" y="571500"/>
                </a:lnTo>
                <a:lnTo>
                  <a:pt x="671513" y="571500"/>
                </a:lnTo>
                <a:lnTo>
                  <a:pt x="666750" y="576263"/>
                </a:lnTo>
                <a:lnTo>
                  <a:pt x="661988" y="581025"/>
                </a:lnTo>
                <a:lnTo>
                  <a:pt x="652463" y="581025"/>
                </a:lnTo>
                <a:lnTo>
                  <a:pt x="642938" y="581025"/>
                </a:lnTo>
                <a:lnTo>
                  <a:pt x="633413" y="581025"/>
                </a:lnTo>
                <a:lnTo>
                  <a:pt x="623888" y="581025"/>
                </a:lnTo>
                <a:lnTo>
                  <a:pt x="614363" y="581025"/>
                </a:lnTo>
                <a:lnTo>
                  <a:pt x="604838" y="581025"/>
                </a:lnTo>
                <a:lnTo>
                  <a:pt x="600075" y="585788"/>
                </a:lnTo>
                <a:lnTo>
                  <a:pt x="595313" y="590550"/>
                </a:lnTo>
                <a:lnTo>
                  <a:pt x="585788" y="590550"/>
                </a:lnTo>
                <a:lnTo>
                  <a:pt x="576263" y="590550"/>
                </a:lnTo>
                <a:lnTo>
                  <a:pt x="566738" y="590550"/>
                </a:lnTo>
                <a:lnTo>
                  <a:pt x="557213" y="590550"/>
                </a:lnTo>
                <a:lnTo>
                  <a:pt x="547688" y="590550"/>
                </a:lnTo>
                <a:lnTo>
                  <a:pt x="538163" y="590550"/>
                </a:lnTo>
                <a:lnTo>
                  <a:pt x="528638" y="590550"/>
                </a:lnTo>
                <a:lnTo>
                  <a:pt x="519113" y="590550"/>
                </a:lnTo>
                <a:lnTo>
                  <a:pt x="509588" y="590550"/>
                </a:lnTo>
                <a:lnTo>
                  <a:pt x="500063" y="590550"/>
                </a:lnTo>
                <a:lnTo>
                  <a:pt x="495300" y="585788"/>
                </a:lnTo>
                <a:lnTo>
                  <a:pt x="490538" y="581025"/>
                </a:lnTo>
                <a:lnTo>
                  <a:pt x="481013" y="581025"/>
                </a:lnTo>
                <a:lnTo>
                  <a:pt x="471488" y="581025"/>
                </a:lnTo>
                <a:lnTo>
                  <a:pt x="461963" y="581025"/>
                </a:lnTo>
                <a:lnTo>
                  <a:pt x="452438" y="581025"/>
                </a:lnTo>
                <a:lnTo>
                  <a:pt x="442913" y="581025"/>
                </a:lnTo>
                <a:lnTo>
                  <a:pt x="433388" y="581025"/>
                </a:lnTo>
                <a:lnTo>
                  <a:pt x="428625" y="576263"/>
                </a:lnTo>
                <a:lnTo>
                  <a:pt x="423863" y="571500"/>
                </a:lnTo>
                <a:lnTo>
                  <a:pt x="414338" y="571500"/>
                </a:lnTo>
                <a:lnTo>
                  <a:pt x="404813" y="571500"/>
                </a:lnTo>
                <a:lnTo>
                  <a:pt x="395288" y="571500"/>
                </a:lnTo>
                <a:lnTo>
                  <a:pt x="385763" y="571500"/>
                </a:lnTo>
                <a:lnTo>
                  <a:pt x="381000" y="566738"/>
                </a:lnTo>
                <a:lnTo>
                  <a:pt x="376238" y="561975"/>
                </a:lnTo>
                <a:lnTo>
                  <a:pt x="366713" y="561975"/>
                </a:lnTo>
                <a:lnTo>
                  <a:pt x="357188" y="561975"/>
                </a:lnTo>
                <a:lnTo>
                  <a:pt x="352425" y="557213"/>
                </a:lnTo>
                <a:lnTo>
                  <a:pt x="347663" y="552450"/>
                </a:lnTo>
                <a:lnTo>
                  <a:pt x="338138" y="552450"/>
                </a:lnTo>
                <a:lnTo>
                  <a:pt x="328613" y="552450"/>
                </a:lnTo>
                <a:lnTo>
                  <a:pt x="319088" y="552450"/>
                </a:lnTo>
                <a:lnTo>
                  <a:pt x="314325" y="547688"/>
                </a:lnTo>
                <a:lnTo>
                  <a:pt x="309563" y="542925"/>
                </a:lnTo>
                <a:lnTo>
                  <a:pt x="300038" y="542925"/>
                </a:lnTo>
                <a:lnTo>
                  <a:pt x="295275" y="538163"/>
                </a:lnTo>
                <a:lnTo>
                  <a:pt x="290513" y="533400"/>
                </a:lnTo>
                <a:lnTo>
                  <a:pt x="280988" y="533400"/>
                </a:lnTo>
                <a:lnTo>
                  <a:pt x="271463" y="533400"/>
                </a:lnTo>
                <a:lnTo>
                  <a:pt x="266700" y="528638"/>
                </a:lnTo>
                <a:lnTo>
                  <a:pt x="261938" y="523875"/>
                </a:lnTo>
                <a:lnTo>
                  <a:pt x="252413" y="523875"/>
                </a:lnTo>
                <a:lnTo>
                  <a:pt x="247650" y="519113"/>
                </a:lnTo>
                <a:lnTo>
                  <a:pt x="242888" y="514350"/>
                </a:lnTo>
                <a:lnTo>
                  <a:pt x="233363" y="514350"/>
                </a:lnTo>
                <a:lnTo>
                  <a:pt x="223838" y="514350"/>
                </a:lnTo>
                <a:lnTo>
                  <a:pt x="219075" y="509588"/>
                </a:lnTo>
                <a:lnTo>
                  <a:pt x="214313" y="504825"/>
                </a:lnTo>
                <a:lnTo>
                  <a:pt x="209550" y="500063"/>
                </a:lnTo>
                <a:lnTo>
                  <a:pt x="204788" y="495300"/>
                </a:lnTo>
                <a:lnTo>
                  <a:pt x="195263" y="495300"/>
                </a:lnTo>
                <a:lnTo>
                  <a:pt x="190500" y="490538"/>
                </a:lnTo>
                <a:lnTo>
                  <a:pt x="185738" y="485775"/>
                </a:lnTo>
                <a:lnTo>
                  <a:pt x="176213" y="485775"/>
                </a:lnTo>
                <a:lnTo>
                  <a:pt x="171450" y="481013"/>
                </a:lnTo>
                <a:lnTo>
                  <a:pt x="166688" y="476250"/>
                </a:lnTo>
                <a:lnTo>
                  <a:pt x="157163" y="476250"/>
                </a:lnTo>
                <a:lnTo>
                  <a:pt x="152400" y="471488"/>
                </a:lnTo>
                <a:lnTo>
                  <a:pt x="147638" y="466725"/>
                </a:lnTo>
                <a:lnTo>
                  <a:pt x="142875" y="461963"/>
                </a:lnTo>
                <a:lnTo>
                  <a:pt x="138113" y="457200"/>
                </a:lnTo>
                <a:lnTo>
                  <a:pt x="128588" y="457200"/>
                </a:lnTo>
                <a:lnTo>
                  <a:pt x="123825" y="452438"/>
                </a:lnTo>
                <a:lnTo>
                  <a:pt x="119063" y="447675"/>
                </a:lnTo>
                <a:lnTo>
                  <a:pt x="114300" y="442913"/>
                </a:lnTo>
                <a:lnTo>
                  <a:pt x="109538" y="438150"/>
                </a:lnTo>
                <a:lnTo>
                  <a:pt x="104775" y="433388"/>
                </a:lnTo>
                <a:lnTo>
                  <a:pt x="100013" y="428625"/>
                </a:lnTo>
                <a:lnTo>
                  <a:pt x="90488" y="428625"/>
                </a:lnTo>
                <a:lnTo>
                  <a:pt x="85725" y="423863"/>
                </a:lnTo>
                <a:lnTo>
                  <a:pt x="80963" y="419100"/>
                </a:lnTo>
                <a:lnTo>
                  <a:pt x="76200" y="414338"/>
                </a:lnTo>
                <a:lnTo>
                  <a:pt x="71438" y="409575"/>
                </a:lnTo>
                <a:lnTo>
                  <a:pt x="66675" y="404813"/>
                </a:lnTo>
                <a:lnTo>
                  <a:pt x="61913" y="400050"/>
                </a:lnTo>
                <a:lnTo>
                  <a:pt x="57150" y="395288"/>
                </a:lnTo>
                <a:lnTo>
                  <a:pt x="52388" y="390525"/>
                </a:lnTo>
                <a:lnTo>
                  <a:pt x="47625" y="385763"/>
                </a:lnTo>
                <a:lnTo>
                  <a:pt x="42863" y="381000"/>
                </a:lnTo>
                <a:lnTo>
                  <a:pt x="38100" y="376238"/>
                </a:lnTo>
                <a:lnTo>
                  <a:pt x="33338" y="371475"/>
                </a:lnTo>
                <a:lnTo>
                  <a:pt x="28575" y="366713"/>
                </a:lnTo>
                <a:lnTo>
                  <a:pt x="23813" y="361950"/>
                </a:lnTo>
                <a:lnTo>
                  <a:pt x="19050" y="357188"/>
                </a:lnTo>
                <a:lnTo>
                  <a:pt x="14288" y="352425"/>
                </a:lnTo>
                <a:lnTo>
                  <a:pt x="9525" y="347663"/>
                </a:lnTo>
                <a:lnTo>
                  <a:pt x="9525" y="338138"/>
                </a:lnTo>
                <a:lnTo>
                  <a:pt x="9525" y="328613"/>
                </a:lnTo>
                <a:lnTo>
                  <a:pt x="4763" y="323850"/>
                </a:lnTo>
                <a:lnTo>
                  <a:pt x="0" y="319088"/>
                </a:lnTo>
                <a:lnTo>
                  <a:pt x="0" y="309563"/>
                </a:lnTo>
                <a:lnTo>
                  <a:pt x="4763" y="304800"/>
                </a:lnTo>
                <a:lnTo>
                  <a:pt x="9525" y="300038"/>
                </a:lnTo>
                <a:lnTo>
                  <a:pt x="9525" y="290513"/>
                </a:lnTo>
                <a:lnTo>
                  <a:pt x="9525" y="280988"/>
                </a:lnTo>
                <a:lnTo>
                  <a:pt x="9525" y="271463"/>
                </a:lnTo>
                <a:lnTo>
                  <a:pt x="4763" y="266700"/>
                </a:lnTo>
                <a:lnTo>
                  <a:pt x="0" y="261938"/>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8575" y="176213"/>
                </a:lnTo>
                <a:lnTo>
                  <a:pt x="28575" y="166688"/>
                </a:lnTo>
                <a:lnTo>
                  <a:pt x="28575" y="157163"/>
                </a:lnTo>
                <a:lnTo>
                  <a:pt x="28575" y="147638"/>
                </a:lnTo>
                <a:lnTo>
                  <a:pt x="28575" y="138113"/>
                </a:lnTo>
                <a:lnTo>
                  <a:pt x="33338" y="133350"/>
                </a:lnTo>
                <a:lnTo>
                  <a:pt x="38100" y="128588"/>
                </a:lnTo>
                <a:lnTo>
                  <a:pt x="42863" y="123825"/>
                </a:lnTo>
                <a:lnTo>
                  <a:pt x="47625" y="119063"/>
                </a:lnTo>
                <a:lnTo>
                  <a:pt x="52388" y="114300"/>
                </a:lnTo>
                <a:lnTo>
                  <a:pt x="57150" y="109538"/>
                </a:lnTo>
                <a:lnTo>
                  <a:pt x="61913" y="104775"/>
                </a:lnTo>
                <a:lnTo>
                  <a:pt x="66675" y="100013"/>
                </a:lnTo>
                <a:lnTo>
                  <a:pt x="66675" y="90488"/>
                </a:lnTo>
                <a:lnTo>
                  <a:pt x="71438" y="85725"/>
                </a:lnTo>
                <a:lnTo>
                  <a:pt x="76200" y="80963"/>
                </a:lnTo>
                <a:lnTo>
                  <a:pt x="80963" y="76200"/>
                </a:lnTo>
                <a:lnTo>
                  <a:pt x="85725" y="71438"/>
                </a:lnTo>
                <a:lnTo>
                  <a:pt x="90488" y="66675"/>
                </a:lnTo>
                <a:lnTo>
                  <a:pt x="95250" y="61913"/>
                </a:lnTo>
                <a:lnTo>
                  <a:pt x="95250" y="52388"/>
                </a:lnTo>
                <a:lnTo>
                  <a:pt x="100013" y="47625"/>
                </a:lnTo>
                <a:lnTo>
                  <a:pt x="104775" y="42863"/>
                </a:lnTo>
                <a:lnTo>
                  <a:pt x="109538" y="38100"/>
                </a:lnTo>
                <a:lnTo>
                  <a:pt x="119063" y="38100"/>
                </a:lnTo>
                <a:lnTo>
                  <a:pt x="123825" y="33338"/>
                </a:lnTo>
                <a:lnTo>
                  <a:pt x="128588" y="28575"/>
                </a:lnTo>
                <a:lnTo>
                  <a:pt x="138113" y="28575"/>
                </a:lnTo>
                <a:lnTo>
                  <a:pt x="142875" y="23813"/>
                </a:lnTo>
                <a:lnTo>
                  <a:pt x="147638" y="19050"/>
                </a:lnTo>
                <a:lnTo>
                  <a:pt x="152400" y="14288"/>
                </a:lnTo>
                <a:lnTo>
                  <a:pt x="157163" y="9525"/>
                </a:lnTo>
                <a:lnTo>
                  <a:pt x="166688" y="9525"/>
                </a:lnTo>
                <a:lnTo>
                  <a:pt x="176213" y="9525"/>
                </a:lnTo>
                <a:lnTo>
                  <a:pt x="185738" y="9525"/>
                </a:lnTo>
                <a:lnTo>
                  <a:pt x="195263" y="9525"/>
                </a:lnTo>
                <a:lnTo>
                  <a:pt x="204788" y="9525"/>
                </a:lnTo>
                <a:lnTo>
                  <a:pt x="209550" y="4763"/>
                </a:lnTo>
                <a:close/>
              </a:path>
            </a:pathLst>
          </a:custGeom>
          <a:solidFill xmlns:a="http://schemas.openxmlformats.org/drawingml/2006/main">
            <a:srgbClr val="C6C6C6"/>
          </a:solidFill>
          <a:ln xmlns:a="http://schemas.openxmlformats.org/drawingml/2006/main" w="0">
            <a:noFill/>
            <a:prstDash val="solid"/>
          </a:ln>
        </p:spPr>
      </p:sp>
      <p:sp>
        <p:nvSpPr>
          <p:cNvPr id="437" name="deep-skill-chaining-source-component-9-gradient-200-0">
            <a:extLst xmlns:a="http://schemas.openxmlformats.org/drawingml/2006/main">
              <a:ext uri="{FF2B5EF4-FFF2-40B4-BE49-F238E27FC236}">
                <a16:creationId xmlns:a16="http://schemas.microsoft.com/office/drawing/2014/main" id="{C1E6ABCA-96B0-447C-8EDD-D6B462F92C3F}"/>
              </a:ext>
            </a:extLst>
          </p:cNvPr>
          <p:cNvSpPr>
            <a:spLocks xmlns:a="http://schemas.openxmlformats.org/drawingml/2006/main" noGrp="1"/>
          </p:cNvSpPr>
          <p:nvPr/>
        </p:nvSpPr>
        <p:spPr>
          <a:xfrm xmlns:a="http://schemas.openxmlformats.org/drawingml/2006/main" rot="0">
            <a:off x="8391525" y="333375"/>
            <a:ext cx="790575" cy="590550"/>
          </a:xfrm>
          <a:custGeom xmlns:a="http://schemas.openxmlformats.org/drawingml/2006/main">
            <a:pathLst>
              <a:path w="790575" h="590550">
                <a:moveTo>
                  <a:pt x="200025" y="4763"/>
                </a:move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295275" y="4763"/>
                </a:lnTo>
                <a:lnTo>
                  <a:pt x="300038" y="9525"/>
                </a:lnTo>
                <a:lnTo>
                  <a:pt x="309563" y="9525"/>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14338" y="19050"/>
                </a:lnTo>
                <a:lnTo>
                  <a:pt x="419100" y="23813"/>
                </a:lnTo>
                <a:lnTo>
                  <a:pt x="423863" y="28575"/>
                </a:lnTo>
                <a:lnTo>
                  <a:pt x="433388" y="28575"/>
                </a:lnTo>
                <a:lnTo>
                  <a:pt x="442913" y="28575"/>
                </a:lnTo>
                <a:lnTo>
                  <a:pt x="447675" y="33338"/>
                </a:lnTo>
                <a:lnTo>
                  <a:pt x="452438" y="38100"/>
                </a:lnTo>
                <a:lnTo>
                  <a:pt x="461963" y="38100"/>
                </a:lnTo>
                <a:lnTo>
                  <a:pt x="471488" y="38100"/>
                </a:lnTo>
                <a:lnTo>
                  <a:pt x="481013" y="38100"/>
                </a:lnTo>
                <a:lnTo>
                  <a:pt x="485775" y="42863"/>
                </a:lnTo>
                <a:lnTo>
                  <a:pt x="490538" y="47625"/>
                </a:lnTo>
                <a:lnTo>
                  <a:pt x="500063" y="47625"/>
                </a:lnTo>
                <a:lnTo>
                  <a:pt x="509588" y="47625"/>
                </a:lnTo>
                <a:lnTo>
                  <a:pt x="514350" y="52388"/>
                </a:lnTo>
                <a:lnTo>
                  <a:pt x="519113" y="57150"/>
                </a:lnTo>
                <a:lnTo>
                  <a:pt x="528638" y="57150"/>
                </a:lnTo>
                <a:lnTo>
                  <a:pt x="533400" y="61913"/>
                </a:lnTo>
                <a:lnTo>
                  <a:pt x="538163" y="66675"/>
                </a:lnTo>
                <a:lnTo>
                  <a:pt x="547688" y="66675"/>
                </a:lnTo>
                <a:lnTo>
                  <a:pt x="552450" y="71438"/>
                </a:lnTo>
                <a:lnTo>
                  <a:pt x="557213" y="76200"/>
                </a:lnTo>
                <a:lnTo>
                  <a:pt x="566738" y="76200"/>
                </a:lnTo>
                <a:lnTo>
                  <a:pt x="571500" y="80963"/>
                </a:lnTo>
                <a:lnTo>
                  <a:pt x="576263" y="85725"/>
                </a:lnTo>
                <a:lnTo>
                  <a:pt x="585788" y="85725"/>
                </a:lnTo>
                <a:lnTo>
                  <a:pt x="595313" y="85725"/>
                </a:lnTo>
                <a:lnTo>
                  <a:pt x="600075" y="90488"/>
                </a:lnTo>
                <a:lnTo>
                  <a:pt x="604838" y="95250"/>
                </a:lnTo>
                <a:lnTo>
                  <a:pt x="609600" y="100013"/>
                </a:lnTo>
                <a:lnTo>
                  <a:pt x="614363" y="104775"/>
                </a:lnTo>
                <a:lnTo>
                  <a:pt x="623888" y="104775"/>
                </a:lnTo>
                <a:lnTo>
                  <a:pt x="628650" y="109538"/>
                </a:lnTo>
                <a:lnTo>
                  <a:pt x="633413" y="114300"/>
                </a:lnTo>
                <a:lnTo>
                  <a:pt x="642938" y="114300"/>
                </a:lnTo>
                <a:lnTo>
                  <a:pt x="647700" y="119063"/>
                </a:lnTo>
                <a:lnTo>
                  <a:pt x="652463" y="123825"/>
                </a:lnTo>
                <a:lnTo>
                  <a:pt x="657225" y="128588"/>
                </a:lnTo>
                <a:lnTo>
                  <a:pt x="661988" y="133350"/>
                </a:lnTo>
                <a:lnTo>
                  <a:pt x="671513" y="133350"/>
                </a:lnTo>
                <a:lnTo>
                  <a:pt x="676275" y="138113"/>
                </a:lnTo>
                <a:lnTo>
                  <a:pt x="681038" y="142875"/>
                </a:lnTo>
                <a:lnTo>
                  <a:pt x="685800" y="147638"/>
                </a:lnTo>
                <a:lnTo>
                  <a:pt x="690563" y="152400"/>
                </a:lnTo>
                <a:lnTo>
                  <a:pt x="700088" y="152400"/>
                </a:lnTo>
                <a:lnTo>
                  <a:pt x="704850" y="157163"/>
                </a:lnTo>
                <a:lnTo>
                  <a:pt x="709613" y="161925"/>
                </a:lnTo>
                <a:lnTo>
                  <a:pt x="714375" y="166688"/>
                </a:lnTo>
                <a:lnTo>
                  <a:pt x="719138" y="171450"/>
                </a:lnTo>
                <a:lnTo>
                  <a:pt x="723900" y="176213"/>
                </a:lnTo>
                <a:lnTo>
                  <a:pt x="728663" y="180975"/>
                </a:lnTo>
                <a:lnTo>
                  <a:pt x="733425" y="185738"/>
                </a:lnTo>
                <a:lnTo>
                  <a:pt x="738188" y="190500"/>
                </a:lnTo>
                <a:lnTo>
                  <a:pt x="742950" y="195263"/>
                </a:lnTo>
                <a:lnTo>
                  <a:pt x="747713" y="200025"/>
                </a:lnTo>
                <a:lnTo>
                  <a:pt x="752475" y="204788"/>
                </a:lnTo>
                <a:lnTo>
                  <a:pt x="757238" y="209550"/>
                </a:lnTo>
                <a:lnTo>
                  <a:pt x="762000" y="214313"/>
                </a:lnTo>
                <a:lnTo>
                  <a:pt x="766763" y="219075"/>
                </a:lnTo>
                <a:lnTo>
                  <a:pt x="771525" y="223838"/>
                </a:lnTo>
                <a:lnTo>
                  <a:pt x="771525" y="233363"/>
                </a:lnTo>
                <a:lnTo>
                  <a:pt x="771525" y="242888"/>
                </a:lnTo>
                <a:lnTo>
                  <a:pt x="776288" y="247650"/>
                </a:lnTo>
                <a:lnTo>
                  <a:pt x="781050" y="252413"/>
                </a:lnTo>
                <a:lnTo>
                  <a:pt x="781050" y="261938"/>
                </a:lnTo>
                <a:lnTo>
                  <a:pt x="781050" y="271463"/>
                </a:lnTo>
                <a:lnTo>
                  <a:pt x="781050" y="280988"/>
                </a:lnTo>
                <a:lnTo>
                  <a:pt x="781050" y="290513"/>
                </a:lnTo>
                <a:lnTo>
                  <a:pt x="781050" y="300038"/>
                </a:lnTo>
                <a:lnTo>
                  <a:pt x="781050" y="309563"/>
                </a:lnTo>
                <a:lnTo>
                  <a:pt x="781050" y="319088"/>
                </a:lnTo>
                <a:lnTo>
                  <a:pt x="781050" y="328613"/>
                </a:lnTo>
                <a:lnTo>
                  <a:pt x="776288" y="333375"/>
                </a:lnTo>
                <a:lnTo>
                  <a:pt x="771525" y="338138"/>
                </a:lnTo>
                <a:lnTo>
                  <a:pt x="776288" y="342900"/>
                </a:lnTo>
                <a:lnTo>
                  <a:pt x="781050" y="347663"/>
                </a:lnTo>
                <a:lnTo>
                  <a:pt x="781050" y="357188"/>
                </a:lnTo>
                <a:lnTo>
                  <a:pt x="785813" y="361950"/>
                </a:lnTo>
                <a:lnTo>
                  <a:pt x="790575" y="366713"/>
                </a:lnTo>
                <a:lnTo>
                  <a:pt x="785813" y="371475"/>
                </a:lnTo>
                <a:lnTo>
                  <a:pt x="781050" y="376238"/>
                </a:lnTo>
                <a:lnTo>
                  <a:pt x="776288" y="381000"/>
                </a:lnTo>
                <a:lnTo>
                  <a:pt x="771525" y="385763"/>
                </a:lnTo>
                <a:lnTo>
                  <a:pt x="766763" y="390525"/>
                </a:lnTo>
                <a:lnTo>
                  <a:pt x="762000" y="395288"/>
                </a:lnTo>
                <a:lnTo>
                  <a:pt x="762000" y="404813"/>
                </a:lnTo>
                <a:lnTo>
                  <a:pt x="762000" y="414338"/>
                </a:lnTo>
                <a:lnTo>
                  <a:pt x="762000" y="423863"/>
                </a:lnTo>
                <a:lnTo>
                  <a:pt x="757238" y="428625"/>
                </a:lnTo>
                <a:lnTo>
                  <a:pt x="752475" y="433388"/>
                </a:lnTo>
                <a:lnTo>
                  <a:pt x="752475" y="442913"/>
                </a:lnTo>
                <a:lnTo>
                  <a:pt x="747713" y="447675"/>
                </a:lnTo>
                <a:lnTo>
                  <a:pt x="742950" y="452438"/>
                </a:lnTo>
                <a:lnTo>
                  <a:pt x="742950" y="461963"/>
                </a:lnTo>
                <a:lnTo>
                  <a:pt x="742950" y="471488"/>
                </a:lnTo>
                <a:lnTo>
                  <a:pt x="747713" y="476250"/>
                </a:lnTo>
                <a:lnTo>
                  <a:pt x="752475" y="481013"/>
                </a:lnTo>
                <a:lnTo>
                  <a:pt x="747713" y="485775"/>
                </a:lnTo>
                <a:lnTo>
                  <a:pt x="742950" y="490538"/>
                </a:lnTo>
                <a:lnTo>
                  <a:pt x="738188" y="495300"/>
                </a:lnTo>
                <a:lnTo>
                  <a:pt x="733425" y="500063"/>
                </a:lnTo>
                <a:lnTo>
                  <a:pt x="733425" y="509588"/>
                </a:lnTo>
                <a:lnTo>
                  <a:pt x="728663" y="514350"/>
                </a:lnTo>
                <a:lnTo>
                  <a:pt x="723900" y="519113"/>
                </a:lnTo>
                <a:lnTo>
                  <a:pt x="719138" y="523875"/>
                </a:lnTo>
                <a:lnTo>
                  <a:pt x="714375" y="528638"/>
                </a:lnTo>
                <a:lnTo>
                  <a:pt x="714375" y="538163"/>
                </a:lnTo>
                <a:lnTo>
                  <a:pt x="709613" y="542925"/>
                </a:lnTo>
                <a:lnTo>
                  <a:pt x="700088" y="542925"/>
                </a:lnTo>
                <a:lnTo>
                  <a:pt x="695325" y="547688"/>
                </a:lnTo>
                <a:lnTo>
                  <a:pt x="690563" y="552450"/>
                </a:lnTo>
                <a:lnTo>
                  <a:pt x="685800" y="557213"/>
                </a:lnTo>
                <a:lnTo>
                  <a:pt x="681038" y="561975"/>
                </a:lnTo>
                <a:lnTo>
                  <a:pt x="671513" y="561975"/>
                </a:lnTo>
                <a:lnTo>
                  <a:pt x="666750" y="566738"/>
                </a:lnTo>
                <a:lnTo>
                  <a:pt x="661988" y="571500"/>
                </a:lnTo>
                <a:lnTo>
                  <a:pt x="657225" y="576263"/>
                </a:lnTo>
                <a:lnTo>
                  <a:pt x="652463" y="581025"/>
                </a:lnTo>
                <a:lnTo>
                  <a:pt x="642938" y="581025"/>
                </a:lnTo>
                <a:lnTo>
                  <a:pt x="633413" y="581025"/>
                </a:lnTo>
                <a:lnTo>
                  <a:pt x="623888" y="581025"/>
                </a:lnTo>
                <a:lnTo>
                  <a:pt x="614363" y="581025"/>
                </a:lnTo>
                <a:lnTo>
                  <a:pt x="604838" y="581025"/>
                </a:lnTo>
                <a:lnTo>
                  <a:pt x="595313" y="581025"/>
                </a:lnTo>
                <a:lnTo>
                  <a:pt x="590550" y="585788"/>
                </a:lnTo>
                <a:lnTo>
                  <a:pt x="585788" y="590550"/>
                </a:lnTo>
                <a:lnTo>
                  <a:pt x="576263" y="590550"/>
                </a:lnTo>
                <a:lnTo>
                  <a:pt x="566738" y="590550"/>
                </a:lnTo>
                <a:lnTo>
                  <a:pt x="557213" y="590550"/>
                </a:lnTo>
                <a:lnTo>
                  <a:pt x="547688" y="590550"/>
                </a:lnTo>
                <a:lnTo>
                  <a:pt x="538163" y="590550"/>
                </a:lnTo>
                <a:lnTo>
                  <a:pt x="528638" y="590550"/>
                </a:lnTo>
                <a:lnTo>
                  <a:pt x="519113" y="590550"/>
                </a:lnTo>
                <a:lnTo>
                  <a:pt x="509588" y="590550"/>
                </a:lnTo>
                <a:lnTo>
                  <a:pt x="500063" y="590550"/>
                </a:lnTo>
                <a:lnTo>
                  <a:pt x="490538" y="590550"/>
                </a:lnTo>
                <a:lnTo>
                  <a:pt x="485775" y="585788"/>
                </a:lnTo>
                <a:lnTo>
                  <a:pt x="481013" y="581025"/>
                </a:lnTo>
                <a:lnTo>
                  <a:pt x="471488" y="581025"/>
                </a:lnTo>
                <a:lnTo>
                  <a:pt x="461963" y="581025"/>
                </a:lnTo>
                <a:lnTo>
                  <a:pt x="452438" y="581025"/>
                </a:lnTo>
                <a:lnTo>
                  <a:pt x="442913" y="581025"/>
                </a:lnTo>
                <a:lnTo>
                  <a:pt x="433388" y="581025"/>
                </a:lnTo>
                <a:lnTo>
                  <a:pt x="423863" y="581025"/>
                </a:lnTo>
                <a:lnTo>
                  <a:pt x="419100" y="576263"/>
                </a:lnTo>
                <a:lnTo>
                  <a:pt x="414338" y="571500"/>
                </a:lnTo>
                <a:lnTo>
                  <a:pt x="404813" y="571500"/>
                </a:lnTo>
                <a:lnTo>
                  <a:pt x="395288" y="571500"/>
                </a:lnTo>
                <a:lnTo>
                  <a:pt x="385763" y="571500"/>
                </a:lnTo>
                <a:lnTo>
                  <a:pt x="376238" y="571500"/>
                </a:lnTo>
                <a:lnTo>
                  <a:pt x="371475" y="566738"/>
                </a:lnTo>
                <a:lnTo>
                  <a:pt x="366713" y="561975"/>
                </a:lnTo>
                <a:lnTo>
                  <a:pt x="357188" y="561975"/>
                </a:lnTo>
                <a:lnTo>
                  <a:pt x="347663" y="561975"/>
                </a:lnTo>
                <a:lnTo>
                  <a:pt x="342900" y="557213"/>
                </a:lnTo>
                <a:lnTo>
                  <a:pt x="338138" y="552450"/>
                </a:lnTo>
                <a:lnTo>
                  <a:pt x="328613" y="552450"/>
                </a:lnTo>
                <a:lnTo>
                  <a:pt x="319088" y="552450"/>
                </a:lnTo>
                <a:lnTo>
                  <a:pt x="309563" y="552450"/>
                </a:lnTo>
                <a:lnTo>
                  <a:pt x="304800" y="547688"/>
                </a:lnTo>
                <a:lnTo>
                  <a:pt x="300038" y="542925"/>
                </a:lnTo>
                <a:lnTo>
                  <a:pt x="290513" y="542925"/>
                </a:lnTo>
                <a:lnTo>
                  <a:pt x="285750" y="538163"/>
                </a:lnTo>
                <a:lnTo>
                  <a:pt x="280988" y="533400"/>
                </a:lnTo>
                <a:lnTo>
                  <a:pt x="271463" y="533400"/>
                </a:lnTo>
                <a:lnTo>
                  <a:pt x="261938" y="533400"/>
                </a:lnTo>
                <a:lnTo>
                  <a:pt x="257175" y="528638"/>
                </a:lnTo>
                <a:lnTo>
                  <a:pt x="252413" y="523875"/>
                </a:lnTo>
                <a:lnTo>
                  <a:pt x="242888" y="523875"/>
                </a:lnTo>
                <a:lnTo>
                  <a:pt x="238125" y="519113"/>
                </a:lnTo>
                <a:lnTo>
                  <a:pt x="233363" y="514350"/>
                </a:lnTo>
                <a:lnTo>
                  <a:pt x="223838" y="514350"/>
                </a:lnTo>
                <a:lnTo>
                  <a:pt x="214313" y="514350"/>
                </a:lnTo>
                <a:lnTo>
                  <a:pt x="209550" y="509588"/>
                </a:lnTo>
                <a:lnTo>
                  <a:pt x="204788" y="504825"/>
                </a:lnTo>
                <a:lnTo>
                  <a:pt x="200025" y="500063"/>
                </a:lnTo>
                <a:lnTo>
                  <a:pt x="195263" y="495300"/>
                </a:lnTo>
                <a:lnTo>
                  <a:pt x="185738" y="495300"/>
                </a:lnTo>
                <a:lnTo>
                  <a:pt x="180975" y="490538"/>
                </a:lnTo>
                <a:lnTo>
                  <a:pt x="176213" y="485775"/>
                </a:lnTo>
                <a:lnTo>
                  <a:pt x="166688" y="485775"/>
                </a:lnTo>
                <a:lnTo>
                  <a:pt x="161925" y="481013"/>
                </a:lnTo>
                <a:lnTo>
                  <a:pt x="157163" y="476250"/>
                </a:lnTo>
                <a:lnTo>
                  <a:pt x="147638" y="476250"/>
                </a:lnTo>
                <a:lnTo>
                  <a:pt x="142875" y="471488"/>
                </a:lnTo>
                <a:lnTo>
                  <a:pt x="138113" y="466725"/>
                </a:lnTo>
                <a:lnTo>
                  <a:pt x="133350" y="461963"/>
                </a:lnTo>
                <a:lnTo>
                  <a:pt x="128588" y="457200"/>
                </a:lnTo>
                <a:lnTo>
                  <a:pt x="119063" y="457200"/>
                </a:lnTo>
                <a:lnTo>
                  <a:pt x="114300" y="452438"/>
                </a:lnTo>
                <a:lnTo>
                  <a:pt x="109538" y="447675"/>
                </a:lnTo>
                <a:lnTo>
                  <a:pt x="104775" y="442913"/>
                </a:lnTo>
                <a:lnTo>
                  <a:pt x="100013" y="438150"/>
                </a:lnTo>
                <a:lnTo>
                  <a:pt x="95250" y="433388"/>
                </a:lnTo>
                <a:lnTo>
                  <a:pt x="90488" y="428625"/>
                </a:lnTo>
                <a:lnTo>
                  <a:pt x="80963" y="428625"/>
                </a:lnTo>
                <a:lnTo>
                  <a:pt x="76200" y="423863"/>
                </a:lnTo>
                <a:lnTo>
                  <a:pt x="71438" y="419100"/>
                </a:lnTo>
                <a:lnTo>
                  <a:pt x="66675" y="414338"/>
                </a:lnTo>
                <a:lnTo>
                  <a:pt x="61913" y="409575"/>
                </a:lnTo>
                <a:lnTo>
                  <a:pt x="57150" y="404813"/>
                </a:lnTo>
                <a:lnTo>
                  <a:pt x="52388" y="400050"/>
                </a:lnTo>
                <a:lnTo>
                  <a:pt x="47625" y="395288"/>
                </a:lnTo>
                <a:lnTo>
                  <a:pt x="42863" y="390525"/>
                </a:lnTo>
                <a:lnTo>
                  <a:pt x="38100" y="385763"/>
                </a:lnTo>
                <a:lnTo>
                  <a:pt x="33338" y="381000"/>
                </a:lnTo>
                <a:lnTo>
                  <a:pt x="28575" y="376238"/>
                </a:lnTo>
                <a:lnTo>
                  <a:pt x="23813" y="371475"/>
                </a:lnTo>
                <a:lnTo>
                  <a:pt x="19050" y="366713"/>
                </a:lnTo>
                <a:lnTo>
                  <a:pt x="19050" y="357188"/>
                </a:lnTo>
                <a:lnTo>
                  <a:pt x="14288" y="352425"/>
                </a:lnTo>
                <a:lnTo>
                  <a:pt x="9525" y="347663"/>
                </a:lnTo>
                <a:lnTo>
                  <a:pt x="9525" y="338138"/>
                </a:lnTo>
                <a:lnTo>
                  <a:pt x="9525" y="328613"/>
                </a:lnTo>
                <a:lnTo>
                  <a:pt x="9525" y="319088"/>
                </a:lnTo>
                <a:lnTo>
                  <a:pt x="9525" y="309563"/>
                </a:lnTo>
                <a:lnTo>
                  <a:pt x="9525" y="300038"/>
                </a:lnTo>
                <a:lnTo>
                  <a:pt x="9525" y="290513"/>
                </a:lnTo>
                <a:lnTo>
                  <a:pt x="14288" y="285750"/>
                </a:lnTo>
                <a:lnTo>
                  <a:pt x="19050" y="280988"/>
                </a:lnTo>
                <a:lnTo>
                  <a:pt x="14288" y="276225"/>
                </a:lnTo>
                <a:lnTo>
                  <a:pt x="9525" y="271463"/>
                </a:lnTo>
                <a:lnTo>
                  <a:pt x="9525" y="261938"/>
                </a:lnTo>
                <a:lnTo>
                  <a:pt x="4763" y="257175"/>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8575" y="176213"/>
                </a:lnTo>
                <a:lnTo>
                  <a:pt x="28575" y="166688"/>
                </a:lnTo>
                <a:lnTo>
                  <a:pt x="28575" y="157163"/>
                </a:lnTo>
                <a:lnTo>
                  <a:pt x="33338" y="152400"/>
                </a:lnTo>
                <a:lnTo>
                  <a:pt x="38100" y="147638"/>
                </a:lnTo>
                <a:lnTo>
                  <a:pt x="42863" y="142875"/>
                </a:lnTo>
                <a:lnTo>
                  <a:pt x="47625" y="138113"/>
                </a:lnTo>
                <a:lnTo>
                  <a:pt x="47625" y="128588"/>
                </a:lnTo>
                <a:lnTo>
                  <a:pt x="52388" y="123825"/>
                </a:lnTo>
                <a:lnTo>
                  <a:pt x="57150" y="119063"/>
                </a:lnTo>
                <a:lnTo>
                  <a:pt x="57150" y="109538"/>
                </a:lnTo>
                <a:lnTo>
                  <a:pt x="61913" y="104775"/>
                </a:lnTo>
                <a:lnTo>
                  <a:pt x="66675" y="100013"/>
                </a:lnTo>
                <a:lnTo>
                  <a:pt x="71438" y="95250"/>
                </a:lnTo>
                <a:lnTo>
                  <a:pt x="76200" y="90488"/>
                </a:lnTo>
                <a:lnTo>
                  <a:pt x="76200" y="80963"/>
                </a:lnTo>
                <a:lnTo>
                  <a:pt x="80963" y="76200"/>
                </a:lnTo>
                <a:lnTo>
                  <a:pt x="85725" y="71438"/>
                </a:lnTo>
                <a:lnTo>
                  <a:pt x="90488" y="66675"/>
                </a:lnTo>
                <a:lnTo>
                  <a:pt x="95250" y="61913"/>
                </a:lnTo>
                <a:lnTo>
                  <a:pt x="100013" y="57150"/>
                </a:lnTo>
                <a:lnTo>
                  <a:pt x="104775" y="52388"/>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1925" y="14288"/>
                </a:lnTo>
                <a:lnTo>
                  <a:pt x="166688" y="9525"/>
                </a:lnTo>
                <a:lnTo>
                  <a:pt x="176213" y="9525"/>
                </a:lnTo>
                <a:lnTo>
                  <a:pt x="185738" y="9525"/>
                </a:lnTo>
                <a:lnTo>
                  <a:pt x="195263" y="9525"/>
                </a:lnTo>
                <a:lnTo>
                  <a:pt x="200025" y="4763"/>
                </a:lnTo>
                <a:close/>
              </a:path>
            </a:pathLst>
          </a:custGeom>
          <a:solidFill xmlns:a="http://schemas.openxmlformats.org/drawingml/2006/main">
            <a:srgbClr val="C8C8C8"/>
          </a:solidFill>
          <a:ln xmlns:a="http://schemas.openxmlformats.org/drawingml/2006/main" w="0">
            <a:noFill/>
            <a:prstDash val="solid"/>
          </a:ln>
        </p:spPr>
      </p:sp>
      <p:sp>
        <p:nvSpPr>
          <p:cNvPr id="438" name="deep-skill-chaining-source-component-9-gradient-202-0">
            <a:extLst xmlns:a="http://schemas.openxmlformats.org/drawingml/2006/main">
              <a:ext uri="{FF2B5EF4-FFF2-40B4-BE49-F238E27FC236}">
                <a16:creationId xmlns:a16="http://schemas.microsoft.com/office/drawing/2014/main" id="{609E2FAE-B122-45A8-928F-2C84D5BFE17F}"/>
              </a:ext>
            </a:extLst>
          </p:cNvPr>
          <p:cNvSpPr>
            <a:spLocks xmlns:a="http://schemas.openxmlformats.org/drawingml/2006/main" noGrp="1"/>
          </p:cNvSpPr>
          <p:nvPr/>
        </p:nvSpPr>
        <p:spPr>
          <a:xfrm xmlns:a="http://schemas.openxmlformats.org/drawingml/2006/main" rot="0">
            <a:off x="8410575" y="333375"/>
            <a:ext cx="752475" cy="590550"/>
          </a:xfrm>
          <a:custGeom xmlns:a="http://schemas.openxmlformats.org/drawingml/2006/main">
            <a:pathLst>
              <a:path w="752475" h="590550">
                <a:moveTo>
                  <a:pt x="180975" y="4763"/>
                </a:move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76225" y="4763"/>
                </a:lnTo>
                <a:lnTo>
                  <a:pt x="280988" y="9525"/>
                </a:lnTo>
                <a:lnTo>
                  <a:pt x="290513" y="9525"/>
                </a:lnTo>
                <a:lnTo>
                  <a:pt x="300038" y="9525"/>
                </a:lnTo>
                <a:lnTo>
                  <a:pt x="309563" y="9525"/>
                </a:lnTo>
                <a:lnTo>
                  <a:pt x="319088" y="9525"/>
                </a:lnTo>
                <a:lnTo>
                  <a:pt x="328613" y="9525"/>
                </a:lnTo>
                <a:lnTo>
                  <a:pt x="338138" y="9525"/>
                </a:lnTo>
                <a:lnTo>
                  <a:pt x="347663" y="9525"/>
                </a:lnTo>
                <a:lnTo>
                  <a:pt x="352425" y="14288"/>
                </a:lnTo>
                <a:lnTo>
                  <a:pt x="357188" y="19050"/>
                </a:lnTo>
                <a:lnTo>
                  <a:pt x="366713" y="19050"/>
                </a:lnTo>
                <a:lnTo>
                  <a:pt x="376238" y="19050"/>
                </a:lnTo>
                <a:lnTo>
                  <a:pt x="385763" y="19050"/>
                </a:lnTo>
                <a:lnTo>
                  <a:pt x="395288" y="19050"/>
                </a:lnTo>
                <a:lnTo>
                  <a:pt x="400050" y="23813"/>
                </a:lnTo>
                <a:lnTo>
                  <a:pt x="404813" y="28575"/>
                </a:lnTo>
                <a:lnTo>
                  <a:pt x="414338" y="28575"/>
                </a:lnTo>
                <a:lnTo>
                  <a:pt x="423863" y="28575"/>
                </a:lnTo>
                <a:lnTo>
                  <a:pt x="428625" y="33338"/>
                </a:lnTo>
                <a:lnTo>
                  <a:pt x="433388" y="38100"/>
                </a:lnTo>
                <a:lnTo>
                  <a:pt x="442913" y="38100"/>
                </a:lnTo>
                <a:lnTo>
                  <a:pt x="452438" y="38100"/>
                </a:lnTo>
                <a:lnTo>
                  <a:pt x="461963" y="38100"/>
                </a:lnTo>
                <a:lnTo>
                  <a:pt x="466725" y="42863"/>
                </a:lnTo>
                <a:lnTo>
                  <a:pt x="471488" y="47625"/>
                </a:lnTo>
                <a:lnTo>
                  <a:pt x="481013" y="47625"/>
                </a:lnTo>
                <a:lnTo>
                  <a:pt x="490538" y="47625"/>
                </a:lnTo>
                <a:lnTo>
                  <a:pt x="495300" y="52388"/>
                </a:lnTo>
                <a:lnTo>
                  <a:pt x="500063" y="57150"/>
                </a:lnTo>
                <a:lnTo>
                  <a:pt x="509588" y="57150"/>
                </a:lnTo>
                <a:lnTo>
                  <a:pt x="514350" y="61913"/>
                </a:lnTo>
                <a:lnTo>
                  <a:pt x="519113" y="66675"/>
                </a:lnTo>
                <a:lnTo>
                  <a:pt x="528638" y="66675"/>
                </a:lnTo>
                <a:lnTo>
                  <a:pt x="533400" y="71438"/>
                </a:lnTo>
                <a:lnTo>
                  <a:pt x="538163" y="76200"/>
                </a:lnTo>
                <a:lnTo>
                  <a:pt x="547688" y="76200"/>
                </a:lnTo>
                <a:lnTo>
                  <a:pt x="552450" y="80963"/>
                </a:lnTo>
                <a:lnTo>
                  <a:pt x="557213" y="85725"/>
                </a:lnTo>
                <a:lnTo>
                  <a:pt x="566738" y="85725"/>
                </a:lnTo>
                <a:lnTo>
                  <a:pt x="576263" y="85725"/>
                </a:lnTo>
                <a:lnTo>
                  <a:pt x="581025" y="90488"/>
                </a:lnTo>
                <a:lnTo>
                  <a:pt x="585788" y="95250"/>
                </a:lnTo>
                <a:lnTo>
                  <a:pt x="590550" y="100013"/>
                </a:lnTo>
                <a:lnTo>
                  <a:pt x="595313" y="104775"/>
                </a:lnTo>
                <a:lnTo>
                  <a:pt x="604838" y="104775"/>
                </a:lnTo>
                <a:lnTo>
                  <a:pt x="609600" y="109538"/>
                </a:lnTo>
                <a:lnTo>
                  <a:pt x="614363" y="114300"/>
                </a:lnTo>
                <a:lnTo>
                  <a:pt x="623888" y="114300"/>
                </a:lnTo>
                <a:lnTo>
                  <a:pt x="628650" y="119063"/>
                </a:lnTo>
                <a:lnTo>
                  <a:pt x="633413" y="123825"/>
                </a:lnTo>
                <a:lnTo>
                  <a:pt x="638175" y="128588"/>
                </a:lnTo>
                <a:lnTo>
                  <a:pt x="642938" y="133350"/>
                </a:lnTo>
                <a:lnTo>
                  <a:pt x="652463" y="133350"/>
                </a:lnTo>
                <a:lnTo>
                  <a:pt x="657225" y="138113"/>
                </a:lnTo>
                <a:lnTo>
                  <a:pt x="661988" y="142875"/>
                </a:lnTo>
                <a:lnTo>
                  <a:pt x="666750" y="147638"/>
                </a:lnTo>
                <a:lnTo>
                  <a:pt x="671513" y="152400"/>
                </a:lnTo>
                <a:lnTo>
                  <a:pt x="681038" y="152400"/>
                </a:lnTo>
                <a:lnTo>
                  <a:pt x="685800" y="157163"/>
                </a:lnTo>
                <a:lnTo>
                  <a:pt x="690563" y="161925"/>
                </a:lnTo>
                <a:lnTo>
                  <a:pt x="695325" y="166688"/>
                </a:lnTo>
                <a:lnTo>
                  <a:pt x="700088" y="171450"/>
                </a:lnTo>
                <a:lnTo>
                  <a:pt x="704850" y="176213"/>
                </a:lnTo>
                <a:lnTo>
                  <a:pt x="709613" y="180975"/>
                </a:lnTo>
                <a:lnTo>
                  <a:pt x="714375" y="185738"/>
                </a:lnTo>
                <a:lnTo>
                  <a:pt x="719138" y="190500"/>
                </a:lnTo>
                <a:lnTo>
                  <a:pt x="723900" y="195263"/>
                </a:lnTo>
                <a:lnTo>
                  <a:pt x="723900" y="204788"/>
                </a:lnTo>
                <a:lnTo>
                  <a:pt x="728663" y="209550"/>
                </a:lnTo>
                <a:lnTo>
                  <a:pt x="733425" y="214313"/>
                </a:lnTo>
                <a:lnTo>
                  <a:pt x="733425" y="223838"/>
                </a:lnTo>
                <a:lnTo>
                  <a:pt x="738188" y="228600"/>
                </a:lnTo>
                <a:lnTo>
                  <a:pt x="742950" y="233363"/>
                </a:lnTo>
                <a:lnTo>
                  <a:pt x="742950" y="242888"/>
                </a:lnTo>
                <a:lnTo>
                  <a:pt x="747713" y="247650"/>
                </a:lnTo>
                <a:lnTo>
                  <a:pt x="752475" y="252413"/>
                </a:lnTo>
                <a:lnTo>
                  <a:pt x="752475" y="261938"/>
                </a:lnTo>
                <a:lnTo>
                  <a:pt x="752475" y="271463"/>
                </a:lnTo>
                <a:lnTo>
                  <a:pt x="752475" y="280988"/>
                </a:lnTo>
                <a:lnTo>
                  <a:pt x="752475" y="290513"/>
                </a:lnTo>
                <a:lnTo>
                  <a:pt x="752475" y="300038"/>
                </a:lnTo>
                <a:lnTo>
                  <a:pt x="752475" y="309563"/>
                </a:lnTo>
                <a:lnTo>
                  <a:pt x="752475" y="319088"/>
                </a:lnTo>
                <a:lnTo>
                  <a:pt x="747713" y="323850"/>
                </a:lnTo>
                <a:lnTo>
                  <a:pt x="742950" y="328613"/>
                </a:lnTo>
                <a:lnTo>
                  <a:pt x="742950" y="338138"/>
                </a:lnTo>
                <a:lnTo>
                  <a:pt x="742950" y="347663"/>
                </a:lnTo>
                <a:lnTo>
                  <a:pt x="747713" y="352425"/>
                </a:lnTo>
                <a:lnTo>
                  <a:pt x="752475" y="357188"/>
                </a:lnTo>
                <a:lnTo>
                  <a:pt x="752475" y="366713"/>
                </a:lnTo>
                <a:lnTo>
                  <a:pt x="747713" y="371475"/>
                </a:lnTo>
                <a:lnTo>
                  <a:pt x="742950" y="376238"/>
                </a:lnTo>
                <a:lnTo>
                  <a:pt x="738188" y="381000"/>
                </a:lnTo>
                <a:lnTo>
                  <a:pt x="733425" y="385763"/>
                </a:lnTo>
                <a:lnTo>
                  <a:pt x="728663" y="390525"/>
                </a:lnTo>
                <a:lnTo>
                  <a:pt x="723900" y="395288"/>
                </a:lnTo>
                <a:lnTo>
                  <a:pt x="723900" y="404813"/>
                </a:lnTo>
                <a:lnTo>
                  <a:pt x="723900" y="414338"/>
                </a:lnTo>
                <a:lnTo>
                  <a:pt x="723900" y="423863"/>
                </a:lnTo>
                <a:lnTo>
                  <a:pt x="723900" y="433388"/>
                </a:lnTo>
                <a:lnTo>
                  <a:pt x="719138" y="438150"/>
                </a:lnTo>
                <a:lnTo>
                  <a:pt x="714375" y="442913"/>
                </a:lnTo>
                <a:lnTo>
                  <a:pt x="714375" y="452438"/>
                </a:lnTo>
                <a:lnTo>
                  <a:pt x="714375" y="461963"/>
                </a:lnTo>
                <a:lnTo>
                  <a:pt x="714375" y="471488"/>
                </a:lnTo>
                <a:lnTo>
                  <a:pt x="714375" y="481013"/>
                </a:lnTo>
                <a:lnTo>
                  <a:pt x="709613" y="485775"/>
                </a:lnTo>
                <a:lnTo>
                  <a:pt x="704850" y="490538"/>
                </a:lnTo>
                <a:lnTo>
                  <a:pt x="704850" y="500063"/>
                </a:lnTo>
                <a:lnTo>
                  <a:pt x="700088" y="504825"/>
                </a:lnTo>
                <a:lnTo>
                  <a:pt x="695325" y="509588"/>
                </a:lnTo>
                <a:lnTo>
                  <a:pt x="695325" y="519113"/>
                </a:lnTo>
                <a:lnTo>
                  <a:pt x="690563" y="523875"/>
                </a:lnTo>
                <a:lnTo>
                  <a:pt x="685800" y="528638"/>
                </a:lnTo>
                <a:lnTo>
                  <a:pt x="681038" y="533400"/>
                </a:lnTo>
                <a:lnTo>
                  <a:pt x="676275" y="538163"/>
                </a:lnTo>
                <a:lnTo>
                  <a:pt x="671513" y="542925"/>
                </a:lnTo>
                <a:lnTo>
                  <a:pt x="661988" y="542925"/>
                </a:lnTo>
                <a:lnTo>
                  <a:pt x="657225" y="547688"/>
                </a:lnTo>
                <a:lnTo>
                  <a:pt x="652463" y="552450"/>
                </a:lnTo>
                <a:lnTo>
                  <a:pt x="647700" y="557213"/>
                </a:lnTo>
                <a:lnTo>
                  <a:pt x="642938" y="561975"/>
                </a:lnTo>
                <a:lnTo>
                  <a:pt x="638175" y="566738"/>
                </a:lnTo>
                <a:lnTo>
                  <a:pt x="633413" y="571500"/>
                </a:lnTo>
                <a:lnTo>
                  <a:pt x="623888" y="571500"/>
                </a:lnTo>
                <a:lnTo>
                  <a:pt x="619125" y="576263"/>
                </a:lnTo>
                <a:lnTo>
                  <a:pt x="614363" y="581025"/>
                </a:lnTo>
                <a:lnTo>
                  <a:pt x="604838" y="581025"/>
                </a:lnTo>
                <a:lnTo>
                  <a:pt x="595313" y="581025"/>
                </a:lnTo>
                <a:lnTo>
                  <a:pt x="585788" y="581025"/>
                </a:lnTo>
                <a:lnTo>
                  <a:pt x="576263" y="581025"/>
                </a:lnTo>
                <a:lnTo>
                  <a:pt x="571500" y="585788"/>
                </a:lnTo>
                <a:lnTo>
                  <a:pt x="566738" y="590550"/>
                </a:lnTo>
                <a:lnTo>
                  <a:pt x="557213" y="590550"/>
                </a:lnTo>
                <a:lnTo>
                  <a:pt x="547688" y="590550"/>
                </a:lnTo>
                <a:lnTo>
                  <a:pt x="538163" y="590550"/>
                </a:lnTo>
                <a:lnTo>
                  <a:pt x="528638" y="590550"/>
                </a:lnTo>
                <a:lnTo>
                  <a:pt x="519113" y="590550"/>
                </a:lnTo>
                <a:lnTo>
                  <a:pt x="509588" y="590550"/>
                </a:lnTo>
                <a:lnTo>
                  <a:pt x="500063" y="590550"/>
                </a:lnTo>
                <a:lnTo>
                  <a:pt x="490538" y="590550"/>
                </a:lnTo>
                <a:lnTo>
                  <a:pt x="481013" y="590550"/>
                </a:lnTo>
                <a:lnTo>
                  <a:pt x="471488" y="590550"/>
                </a:lnTo>
                <a:lnTo>
                  <a:pt x="466725" y="585788"/>
                </a:lnTo>
                <a:lnTo>
                  <a:pt x="461963" y="581025"/>
                </a:lnTo>
                <a:lnTo>
                  <a:pt x="452438" y="581025"/>
                </a:lnTo>
                <a:lnTo>
                  <a:pt x="442913" y="581025"/>
                </a:lnTo>
                <a:lnTo>
                  <a:pt x="433388" y="581025"/>
                </a:lnTo>
                <a:lnTo>
                  <a:pt x="423863" y="581025"/>
                </a:lnTo>
                <a:lnTo>
                  <a:pt x="414338" y="581025"/>
                </a:lnTo>
                <a:lnTo>
                  <a:pt x="404813" y="581025"/>
                </a:lnTo>
                <a:lnTo>
                  <a:pt x="400050" y="576263"/>
                </a:lnTo>
                <a:lnTo>
                  <a:pt x="395288" y="571500"/>
                </a:lnTo>
                <a:lnTo>
                  <a:pt x="385763" y="571500"/>
                </a:lnTo>
                <a:lnTo>
                  <a:pt x="376238" y="571500"/>
                </a:lnTo>
                <a:lnTo>
                  <a:pt x="366713" y="571500"/>
                </a:lnTo>
                <a:lnTo>
                  <a:pt x="357188" y="571500"/>
                </a:lnTo>
                <a:lnTo>
                  <a:pt x="352425" y="566738"/>
                </a:lnTo>
                <a:lnTo>
                  <a:pt x="347663" y="561975"/>
                </a:lnTo>
                <a:lnTo>
                  <a:pt x="338138" y="561975"/>
                </a:lnTo>
                <a:lnTo>
                  <a:pt x="328613" y="561975"/>
                </a:lnTo>
                <a:lnTo>
                  <a:pt x="323850" y="557213"/>
                </a:lnTo>
                <a:lnTo>
                  <a:pt x="319088" y="552450"/>
                </a:lnTo>
                <a:lnTo>
                  <a:pt x="309563" y="552450"/>
                </a:lnTo>
                <a:lnTo>
                  <a:pt x="300038" y="552450"/>
                </a:lnTo>
                <a:lnTo>
                  <a:pt x="290513" y="552450"/>
                </a:lnTo>
                <a:lnTo>
                  <a:pt x="285750" y="547688"/>
                </a:lnTo>
                <a:lnTo>
                  <a:pt x="280988" y="542925"/>
                </a:lnTo>
                <a:lnTo>
                  <a:pt x="271463" y="542925"/>
                </a:lnTo>
                <a:lnTo>
                  <a:pt x="266700" y="538163"/>
                </a:lnTo>
                <a:lnTo>
                  <a:pt x="261938" y="533400"/>
                </a:lnTo>
                <a:lnTo>
                  <a:pt x="252413" y="533400"/>
                </a:lnTo>
                <a:lnTo>
                  <a:pt x="242888" y="533400"/>
                </a:lnTo>
                <a:lnTo>
                  <a:pt x="238125" y="528638"/>
                </a:lnTo>
                <a:lnTo>
                  <a:pt x="233363" y="523875"/>
                </a:lnTo>
                <a:lnTo>
                  <a:pt x="223838" y="523875"/>
                </a:lnTo>
                <a:lnTo>
                  <a:pt x="219075" y="519113"/>
                </a:lnTo>
                <a:lnTo>
                  <a:pt x="214313" y="514350"/>
                </a:lnTo>
                <a:lnTo>
                  <a:pt x="204788" y="514350"/>
                </a:lnTo>
                <a:lnTo>
                  <a:pt x="195263" y="514350"/>
                </a:lnTo>
                <a:lnTo>
                  <a:pt x="190500" y="509588"/>
                </a:lnTo>
                <a:lnTo>
                  <a:pt x="185738" y="504825"/>
                </a:lnTo>
                <a:lnTo>
                  <a:pt x="180975" y="500063"/>
                </a:lnTo>
                <a:lnTo>
                  <a:pt x="176213" y="495300"/>
                </a:lnTo>
                <a:lnTo>
                  <a:pt x="166688" y="495300"/>
                </a:lnTo>
                <a:lnTo>
                  <a:pt x="161925" y="490538"/>
                </a:lnTo>
                <a:lnTo>
                  <a:pt x="157163" y="485775"/>
                </a:lnTo>
                <a:lnTo>
                  <a:pt x="147638" y="485775"/>
                </a:lnTo>
                <a:lnTo>
                  <a:pt x="142875" y="481013"/>
                </a:lnTo>
                <a:lnTo>
                  <a:pt x="138113" y="476250"/>
                </a:lnTo>
                <a:lnTo>
                  <a:pt x="128588" y="476250"/>
                </a:lnTo>
                <a:lnTo>
                  <a:pt x="123825" y="471488"/>
                </a:lnTo>
                <a:lnTo>
                  <a:pt x="119063" y="466725"/>
                </a:lnTo>
                <a:lnTo>
                  <a:pt x="114300" y="461963"/>
                </a:lnTo>
                <a:lnTo>
                  <a:pt x="109538" y="457200"/>
                </a:lnTo>
                <a:lnTo>
                  <a:pt x="100013" y="457200"/>
                </a:lnTo>
                <a:lnTo>
                  <a:pt x="95250" y="452438"/>
                </a:lnTo>
                <a:lnTo>
                  <a:pt x="90488" y="447675"/>
                </a:lnTo>
                <a:lnTo>
                  <a:pt x="85725" y="442913"/>
                </a:lnTo>
                <a:lnTo>
                  <a:pt x="80963" y="438150"/>
                </a:lnTo>
                <a:lnTo>
                  <a:pt x="76200" y="433388"/>
                </a:lnTo>
                <a:lnTo>
                  <a:pt x="71438" y="428625"/>
                </a:lnTo>
                <a:lnTo>
                  <a:pt x="61913" y="428625"/>
                </a:lnTo>
                <a:lnTo>
                  <a:pt x="57150" y="423863"/>
                </a:lnTo>
                <a:lnTo>
                  <a:pt x="52388" y="419100"/>
                </a:lnTo>
                <a:lnTo>
                  <a:pt x="47625" y="414338"/>
                </a:lnTo>
                <a:lnTo>
                  <a:pt x="42863" y="409575"/>
                </a:lnTo>
                <a:lnTo>
                  <a:pt x="38100" y="404813"/>
                </a:lnTo>
                <a:lnTo>
                  <a:pt x="33338" y="400050"/>
                </a:lnTo>
                <a:lnTo>
                  <a:pt x="28575" y="395288"/>
                </a:lnTo>
                <a:lnTo>
                  <a:pt x="23813" y="390525"/>
                </a:lnTo>
                <a:lnTo>
                  <a:pt x="19050" y="385763"/>
                </a:lnTo>
                <a:lnTo>
                  <a:pt x="14288" y="381000"/>
                </a:lnTo>
                <a:lnTo>
                  <a:pt x="9525" y="376238"/>
                </a:lnTo>
                <a:lnTo>
                  <a:pt x="4763" y="371475"/>
                </a:lnTo>
                <a:lnTo>
                  <a:pt x="0" y="366713"/>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9525" y="271463"/>
                </a:lnTo>
                <a:lnTo>
                  <a:pt x="4763" y="266700"/>
                </a:lnTo>
                <a:lnTo>
                  <a:pt x="0" y="261938"/>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3813" y="180975"/>
                </a:lnTo>
                <a:lnTo>
                  <a:pt x="19050" y="176213"/>
                </a:lnTo>
                <a:lnTo>
                  <a:pt x="19050" y="166688"/>
                </a:lnTo>
                <a:lnTo>
                  <a:pt x="23813" y="161925"/>
                </a:lnTo>
                <a:lnTo>
                  <a:pt x="28575" y="157163"/>
                </a:lnTo>
                <a:lnTo>
                  <a:pt x="33338" y="152400"/>
                </a:lnTo>
                <a:lnTo>
                  <a:pt x="38100" y="147638"/>
                </a:lnTo>
                <a:lnTo>
                  <a:pt x="42863" y="142875"/>
                </a:lnTo>
                <a:lnTo>
                  <a:pt x="47625" y="138113"/>
                </a:lnTo>
                <a:lnTo>
                  <a:pt x="47625" y="128588"/>
                </a:lnTo>
                <a:lnTo>
                  <a:pt x="47625" y="119063"/>
                </a:lnTo>
                <a:lnTo>
                  <a:pt x="52388" y="114300"/>
                </a:lnTo>
                <a:lnTo>
                  <a:pt x="57150" y="109538"/>
                </a:lnTo>
                <a:lnTo>
                  <a:pt x="61913" y="104775"/>
                </a:lnTo>
                <a:lnTo>
                  <a:pt x="66675" y="100013"/>
                </a:lnTo>
                <a:lnTo>
                  <a:pt x="66675" y="90488"/>
                </a:lnTo>
                <a:lnTo>
                  <a:pt x="71438" y="85725"/>
                </a:lnTo>
                <a:lnTo>
                  <a:pt x="80963" y="85725"/>
                </a:lnTo>
                <a:lnTo>
                  <a:pt x="85725" y="80963"/>
                </a:lnTo>
                <a:lnTo>
                  <a:pt x="85725" y="71438"/>
                </a:lnTo>
                <a:lnTo>
                  <a:pt x="90488" y="66675"/>
                </a:lnTo>
                <a:lnTo>
                  <a:pt x="95250" y="61913"/>
                </a:lnTo>
                <a:lnTo>
                  <a:pt x="95250" y="52388"/>
                </a:lnTo>
                <a:lnTo>
                  <a:pt x="100013" y="47625"/>
                </a:lnTo>
                <a:lnTo>
                  <a:pt x="109538" y="47625"/>
                </a:lnTo>
                <a:lnTo>
                  <a:pt x="114300" y="42863"/>
                </a:lnTo>
                <a:lnTo>
                  <a:pt x="119063" y="38100"/>
                </a:lnTo>
                <a:lnTo>
                  <a:pt x="128588" y="38100"/>
                </a:lnTo>
                <a:lnTo>
                  <a:pt x="133350" y="33338"/>
                </a:lnTo>
                <a:lnTo>
                  <a:pt x="138113" y="28575"/>
                </a:lnTo>
                <a:lnTo>
                  <a:pt x="147638" y="28575"/>
                </a:lnTo>
                <a:lnTo>
                  <a:pt x="157163" y="28575"/>
                </a:lnTo>
                <a:lnTo>
                  <a:pt x="161925" y="23813"/>
                </a:lnTo>
                <a:lnTo>
                  <a:pt x="161925" y="14288"/>
                </a:lnTo>
                <a:lnTo>
                  <a:pt x="166688" y="9525"/>
                </a:lnTo>
                <a:lnTo>
                  <a:pt x="176213" y="9525"/>
                </a:lnTo>
                <a:lnTo>
                  <a:pt x="180975" y="4763"/>
                </a:lnTo>
                <a:close/>
              </a:path>
            </a:pathLst>
          </a:custGeom>
          <a:solidFill xmlns:a="http://schemas.openxmlformats.org/drawingml/2006/main">
            <a:srgbClr val="CACACA"/>
          </a:solidFill>
          <a:ln xmlns:a="http://schemas.openxmlformats.org/drawingml/2006/main" w="0">
            <a:noFill/>
            <a:prstDash val="solid"/>
          </a:ln>
        </p:spPr>
      </p:sp>
      <p:sp>
        <p:nvSpPr>
          <p:cNvPr id="439" name="deep-skill-chaining-source-component-9-gradient-204-0">
            <a:extLst xmlns:a="http://schemas.openxmlformats.org/drawingml/2006/main">
              <a:ext uri="{FF2B5EF4-FFF2-40B4-BE49-F238E27FC236}">
                <a16:creationId xmlns:a16="http://schemas.microsoft.com/office/drawing/2014/main" id="{123A5F30-DA4C-4F91-B285-F48D2C35CA09}"/>
              </a:ext>
            </a:extLst>
          </p:cNvPr>
          <p:cNvSpPr>
            <a:spLocks xmlns:a="http://schemas.openxmlformats.org/drawingml/2006/main" noGrp="1"/>
          </p:cNvSpPr>
          <p:nvPr/>
        </p:nvSpPr>
        <p:spPr>
          <a:xfrm xmlns:a="http://schemas.openxmlformats.org/drawingml/2006/main" rot="0">
            <a:off x="8420100" y="333375"/>
            <a:ext cx="733425" cy="590550"/>
          </a:xfrm>
          <a:custGeom xmlns:a="http://schemas.openxmlformats.org/drawingml/2006/main">
            <a:pathLst>
              <a:path w="733425" h="590550">
                <a:moveTo>
                  <a:pt x="190500" y="4763"/>
                </a:moveTo>
                <a:lnTo>
                  <a:pt x="195263" y="0"/>
                </a:lnTo>
                <a:lnTo>
                  <a:pt x="204788" y="0"/>
                </a:lnTo>
                <a:lnTo>
                  <a:pt x="214313" y="0"/>
                </a:lnTo>
                <a:lnTo>
                  <a:pt x="223838" y="0"/>
                </a:lnTo>
                <a:lnTo>
                  <a:pt x="233363" y="0"/>
                </a:lnTo>
                <a:lnTo>
                  <a:pt x="242888" y="0"/>
                </a:lnTo>
                <a:lnTo>
                  <a:pt x="252413" y="0"/>
                </a:lnTo>
                <a:lnTo>
                  <a:pt x="261938" y="0"/>
                </a:lnTo>
                <a:lnTo>
                  <a:pt x="266700" y="4763"/>
                </a:lnTo>
                <a:lnTo>
                  <a:pt x="271463" y="9525"/>
                </a:lnTo>
                <a:lnTo>
                  <a:pt x="280988" y="9525"/>
                </a:lnTo>
                <a:lnTo>
                  <a:pt x="290513" y="9525"/>
                </a:lnTo>
                <a:lnTo>
                  <a:pt x="300038" y="9525"/>
                </a:lnTo>
                <a:lnTo>
                  <a:pt x="309563" y="9525"/>
                </a:lnTo>
                <a:lnTo>
                  <a:pt x="319088" y="9525"/>
                </a:lnTo>
                <a:lnTo>
                  <a:pt x="328613" y="9525"/>
                </a:lnTo>
                <a:lnTo>
                  <a:pt x="338138" y="9525"/>
                </a:lnTo>
                <a:lnTo>
                  <a:pt x="342900" y="14288"/>
                </a:lnTo>
                <a:lnTo>
                  <a:pt x="347663" y="19050"/>
                </a:lnTo>
                <a:lnTo>
                  <a:pt x="357188" y="19050"/>
                </a:lnTo>
                <a:lnTo>
                  <a:pt x="366713" y="19050"/>
                </a:lnTo>
                <a:lnTo>
                  <a:pt x="376238" y="19050"/>
                </a:lnTo>
                <a:lnTo>
                  <a:pt x="385763" y="19050"/>
                </a:lnTo>
                <a:lnTo>
                  <a:pt x="390525" y="23813"/>
                </a:lnTo>
                <a:lnTo>
                  <a:pt x="395288" y="28575"/>
                </a:lnTo>
                <a:lnTo>
                  <a:pt x="404813" y="28575"/>
                </a:lnTo>
                <a:lnTo>
                  <a:pt x="414338" y="28575"/>
                </a:lnTo>
                <a:lnTo>
                  <a:pt x="419100" y="33338"/>
                </a:lnTo>
                <a:lnTo>
                  <a:pt x="423863" y="38100"/>
                </a:lnTo>
                <a:lnTo>
                  <a:pt x="433388" y="38100"/>
                </a:lnTo>
                <a:lnTo>
                  <a:pt x="442913" y="38100"/>
                </a:lnTo>
                <a:lnTo>
                  <a:pt x="452438" y="38100"/>
                </a:lnTo>
                <a:lnTo>
                  <a:pt x="457200" y="42863"/>
                </a:lnTo>
                <a:lnTo>
                  <a:pt x="461963" y="47625"/>
                </a:lnTo>
                <a:lnTo>
                  <a:pt x="471488" y="47625"/>
                </a:lnTo>
                <a:lnTo>
                  <a:pt x="481013" y="47625"/>
                </a:lnTo>
                <a:lnTo>
                  <a:pt x="485775" y="52388"/>
                </a:lnTo>
                <a:lnTo>
                  <a:pt x="490538" y="57150"/>
                </a:lnTo>
                <a:lnTo>
                  <a:pt x="500063" y="57150"/>
                </a:lnTo>
                <a:lnTo>
                  <a:pt x="504825" y="61913"/>
                </a:lnTo>
                <a:lnTo>
                  <a:pt x="509588" y="66675"/>
                </a:lnTo>
                <a:lnTo>
                  <a:pt x="519113" y="66675"/>
                </a:lnTo>
                <a:lnTo>
                  <a:pt x="523875" y="71438"/>
                </a:lnTo>
                <a:lnTo>
                  <a:pt x="528638" y="76200"/>
                </a:lnTo>
                <a:lnTo>
                  <a:pt x="538163" y="76200"/>
                </a:lnTo>
                <a:lnTo>
                  <a:pt x="542925" y="80963"/>
                </a:lnTo>
                <a:lnTo>
                  <a:pt x="547688" y="85725"/>
                </a:lnTo>
                <a:lnTo>
                  <a:pt x="557213" y="85725"/>
                </a:lnTo>
                <a:lnTo>
                  <a:pt x="566738" y="85725"/>
                </a:lnTo>
                <a:lnTo>
                  <a:pt x="571500" y="90488"/>
                </a:lnTo>
                <a:lnTo>
                  <a:pt x="576263" y="95250"/>
                </a:lnTo>
                <a:lnTo>
                  <a:pt x="581025" y="100013"/>
                </a:lnTo>
                <a:lnTo>
                  <a:pt x="585788" y="104775"/>
                </a:lnTo>
                <a:lnTo>
                  <a:pt x="595313" y="104775"/>
                </a:lnTo>
                <a:lnTo>
                  <a:pt x="600075" y="109538"/>
                </a:lnTo>
                <a:lnTo>
                  <a:pt x="604838" y="114300"/>
                </a:lnTo>
                <a:lnTo>
                  <a:pt x="614363" y="114300"/>
                </a:lnTo>
                <a:lnTo>
                  <a:pt x="619125" y="119063"/>
                </a:lnTo>
                <a:lnTo>
                  <a:pt x="623888" y="123825"/>
                </a:lnTo>
                <a:lnTo>
                  <a:pt x="628650" y="128588"/>
                </a:lnTo>
                <a:lnTo>
                  <a:pt x="633413" y="133350"/>
                </a:lnTo>
                <a:lnTo>
                  <a:pt x="642938" y="133350"/>
                </a:lnTo>
                <a:lnTo>
                  <a:pt x="647700" y="138113"/>
                </a:lnTo>
                <a:lnTo>
                  <a:pt x="652463" y="142875"/>
                </a:lnTo>
                <a:lnTo>
                  <a:pt x="657225" y="147638"/>
                </a:lnTo>
                <a:lnTo>
                  <a:pt x="661988" y="152400"/>
                </a:lnTo>
                <a:lnTo>
                  <a:pt x="671513" y="152400"/>
                </a:lnTo>
                <a:lnTo>
                  <a:pt x="676275" y="157163"/>
                </a:lnTo>
                <a:lnTo>
                  <a:pt x="681038" y="161925"/>
                </a:lnTo>
                <a:lnTo>
                  <a:pt x="685800" y="166688"/>
                </a:lnTo>
                <a:lnTo>
                  <a:pt x="690563" y="171450"/>
                </a:lnTo>
                <a:lnTo>
                  <a:pt x="695325" y="176213"/>
                </a:lnTo>
                <a:lnTo>
                  <a:pt x="695325" y="185738"/>
                </a:lnTo>
                <a:lnTo>
                  <a:pt x="700088" y="190500"/>
                </a:lnTo>
                <a:lnTo>
                  <a:pt x="704850" y="195263"/>
                </a:lnTo>
                <a:lnTo>
                  <a:pt x="704850" y="204788"/>
                </a:lnTo>
                <a:lnTo>
                  <a:pt x="704850" y="214313"/>
                </a:lnTo>
                <a:lnTo>
                  <a:pt x="709613" y="219075"/>
                </a:lnTo>
                <a:lnTo>
                  <a:pt x="714375" y="223838"/>
                </a:lnTo>
                <a:lnTo>
                  <a:pt x="714375" y="233363"/>
                </a:lnTo>
                <a:lnTo>
                  <a:pt x="719138" y="238125"/>
                </a:lnTo>
                <a:lnTo>
                  <a:pt x="723900" y="242888"/>
                </a:lnTo>
                <a:lnTo>
                  <a:pt x="723900" y="252413"/>
                </a:lnTo>
                <a:lnTo>
                  <a:pt x="723900" y="261938"/>
                </a:lnTo>
                <a:lnTo>
                  <a:pt x="723900" y="271463"/>
                </a:lnTo>
                <a:lnTo>
                  <a:pt x="723900" y="280988"/>
                </a:lnTo>
                <a:lnTo>
                  <a:pt x="723900" y="290513"/>
                </a:lnTo>
                <a:lnTo>
                  <a:pt x="728663" y="295275"/>
                </a:lnTo>
                <a:lnTo>
                  <a:pt x="733425" y="300038"/>
                </a:lnTo>
                <a:lnTo>
                  <a:pt x="733425" y="309563"/>
                </a:lnTo>
                <a:lnTo>
                  <a:pt x="728663" y="314325"/>
                </a:lnTo>
                <a:lnTo>
                  <a:pt x="723900" y="319088"/>
                </a:lnTo>
                <a:lnTo>
                  <a:pt x="723900" y="328613"/>
                </a:lnTo>
                <a:lnTo>
                  <a:pt x="719138" y="333375"/>
                </a:lnTo>
                <a:lnTo>
                  <a:pt x="714375" y="338138"/>
                </a:lnTo>
                <a:lnTo>
                  <a:pt x="719138" y="342900"/>
                </a:lnTo>
                <a:lnTo>
                  <a:pt x="723900" y="347663"/>
                </a:lnTo>
                <a:lnTo>
                  <a:pt x="723900" y="357188"/>
                </a:lnTo>
                <a:lnTo>
                  <a:pt x="728663" y="361950"/>
                </a:lnTo>
                <a:lnTo>
                  <a:pt x="733425" y="366713"/>
                </a:lnTo>
                <a:lnTo>
                  <a:pt x="728663" y="371475"/>
                </a:lnTo>
                <a:lnTo>
                  <a:pt x="723900" y="376238"/>
                </a:lnTo>
                <a:lnTo>
                  <a:pt x="719138" y="381000"/>
                </a:lnTo>
                <a:lnTo>
                  <a:pt x="714375" y="385763"/>
                </a:lnTo>
                <a:lnTo>
                  <a:pt x="709613" y="390525"/>
                </a:lnTo>
                <a:lnTo>
                  <a:pt x="704850" y="395288"/>
                </a:lnTo>
                <a:lnTo>
                  <a:pt x="704850" y="404813"/>
                </a:lnTo>
                <a:lnTo>
                  <a:pt x="704850" y="414338"/>
                </a:lnTo>
                <a:lnTo>
                  <a:pt x="704850" y="423863"/>
                </a:lnTo>
                <a:lnTo>
                  <a:pt x="700088" y="428625"/>
                </a:lnTo>
                <a:lnTo>
                  <a:pt x="695325" y="433388"/>
                </a:lnTo>
                <a:lnTo>
                  <a:pt x="690563" y="438150"/>
                </a:lnTo>
                <a:lnTo>
                  <a:pt x="685800" y="442913"/>
                </a:lnTo>
                <a:lnTo>
                  <a:pt x="685800" y="452438"/>
                </a:lnTo>
                <a:lnTo>
                  <a:pt x="685800" y="461963"/>
                </a:lnTo>
                <a:lnTo>
                  <a:pt x="685800" y="471488"/>
                </a:lnTo>
                <a:lnTo>
                  <a:pt x="685800" y="481013"/>
                </a:lnTo>
                <a:lnTo>
                  <a:pt x="681038" y="485775"/>
                </a:lnTo>
                <a:lnTo>
                  <a:pt x="676275" y="490538"/>
                </a:lnTo>
                <a:lnTo>
                  <a:pt x="676275" y="500063"/>
                </a:lnTo>
                <a:lnTo>
                  <a:pt x="676275" y="509588"/>
                </a:lnTo>
                <a:lnTo>
                  <a:pt x="671513" y="514350"/>
                </a:lnTo>
                <a:lnTo>
                  <a:pt x="666750" y="519113"/>
                </a:lnTo>
                <a:lnTo>
                  <a:pt x="661988" y="523875"/>
                </a:lnTo>
                <a:lnTo>
                  <a:pt x="657225" y="528638"/>
                </a:lnTo>
                <a:lnTo>
                  <a:pt x="652463" y="533400"/>
                </a:lnTo>
                <a:lnTo>
                  <a:pt x="647700" y="538163"/>
                </a:lnTo>
                <a:lnTo>
                  <a:pt x="642938" y="542925"/>
                </a:lnTo>
                <a:lnTo>
                  <a:pt x="638175" y="547688"/>
                </a:lnTo>
                <a:lnTo>
                  <a:pt x="633413" y="552450"/>
                </a:lnTo>
                <a:lnTo>
                  <a:pt x="623888" y="552450"/>
                </a:lnTo>
                <a:lnTo>
                  <a:pt x="619125" y="557213"/>
                </a:lnTo>
                <a:lnTo>
                  <a:pt x="614363" y="561975"/>
                </a:lnTo>
                <a:lnTo>
                  <a:pt x="609600" y="566738"/>
                </a:lnTo>
                <a:lnTo>
                  <a:pt x="604838" y="571500"/>
                </a:lnTo>
                <a:lnTo>
                  <a:pt x="595313" y="571500"/>
                </a:lnTo>
                <a:lnTo>
                  <a:pt x="590550" y="576263"/>
                </a:lnTo>
                <a:lnTo>
                  <a:pt x="585788" y="581025"/>
                </a:lnTo>
                <a:lnTo>
                  <a:pt x="576263" y="581025"/>
                </a:lnTo>
                <a:lnTo>
                  <a:pt x="566738" y="581025"/>
                </a:lnTo>
                <a:lnTo>
                  <a:pt x="561975" y="585788"/>
                </a:lnTo>
                <a:lnTo>
                  <a:pt x="557213" y="590550"/>
                </a:lnTo>
                <a:lnTo>
                  <a:pt x="547688" y="590550"/>
                </a:lnTo>
                <a:lnTo>
                  <a:pt x="538163" y="590550"/>
                </a:lnTo>
                <a:lnTo>
                  <a:pt x="528638" y="590550"/>
                </a:lnTo>
                <a:lnTo>
                  <a:pt x="519113" y="590550"/>
                </a:lnTo>
                <a:lnTo>
                  <a:pt x="509588" y="590550"/>
                </a:lnTo>
                <a:lnTo>
                  <a:pt x="500063" y="590550"/>
                </a:lnTo>
                <a:lnTo>
                  <a:pt x="490538" y="590550"/>
                </a:lnTo>
                <a:lnTo>
                  <a:pt x="481013" y="590550"/>
                </a:lnTo>
                <a:lnTo>
                  <a:pt x="471488" y="590550"/>
                </a:lnTo>
                <a:lnTo>
                  <a:pt x="461963" y="590550"/>
                </a:lnTo>
                <a:lnTo>
                  <a:pt x="457200" y="585788"/>
                </a:lnTo>
                <a:lnTo>
                  <a:pt x="452438" y="581025"/>
                </a:lnTo>
                <a:lnTo>
                  <a:pt x="442913" y="581025"/>
                </a:lnTo>
                <a:lnTo>
                  <a:pt x="433388" y="581025"/>
                </a:lnTo>
                <a:lnTo>
                  <a:pt x="423863" y="581025"/>
                </a:lnTo>
                <a:lnTo>
                  <a:pt x="414338" y="581025"/>
                </a:lnTo>
                <a:lnTo>
                  <a:pt x="404813" y="581025"/>
                </a:lnTo>
                <a:lnTo>
                  <a:pt x="395288" y="581025"/>
                </a:lnTo>
                <a:lnTo>
                  <a:pt x="390525" y="576263"/>
                </a:lnTo>
                <a:lnTo>
                  <a:pt x="385763" y="571500"/>
                </a:lnTo>
                <a:lnTo>
                  <a:pt x="376238" y="571500"/>
                </a:lnTo>
                <a:lnTo>
                  <a:pt x="366713" y="571500"/>
                </a:lnTo>
                <a:lnTo>
                  <a:pt x="357188" y="571500"/>
                </a:lnTo>
                <a:lnTo>
                  <a:pt x="347663" y="571500"/>
                </a:lnTo>
                <a:lnTo>
                  <a:pt x="342900" y="566738"/>
                </a:lnTo>
                <a:lnTo>
                  <a:pt x="338138" y="561975"/>
                </a:lnTo>
                <a:lnTo>
                  <a:pt x="328613" y="561975"/>
                </a:lnTo>
                <a:lnTo>
                  <a:pt x="319088" y="561975"/>
                </a:lnTo>
                <a:lnTo>
                  <a:pt x="314325" y="557213"/>
                </a:lnTo>
                <a:lnTo>
                  <a:pt x="309563" y="552450"/>
                </a:lnTo>
                <a:lnTo>
                  <a:pt x="300038" y="552450"/>
                </a:lnTo>
                <a:lnTo>
                  <a:pt x="290513" y="552450"/>
                </a:lnTo>
                <a:lnTo>
                  <a:pt x="280988" y="552450"/>
                </a:lnTo>
                <a:lnTo>
                  <a:pt x="276225" y="547688"/>
                </a:lnTo>
                <a:lnTo>
                  <a:pt x="271463" y="542925"/>
                </a:lnTo>
                <a:lnTo>
                  <a:pt x="261938" y="542925"/>
                </a:lnTo>
                <a:lnTo>
                  <a:pt x="257175" y="538163"/>
                </a:lnTo>
                <a:lnTo>
                  <a:pt x="252413" y="533400"/>
                </a:lnTo>
                <a:lnTo>
                  <a:pt x="242888" y="533400"/>
                </a:lnTo>
                <a:lnTo>
                  <a:pt x="233363" y="533400"/>
                </a:lnTo>
                <a:lnTo>
                  <a:pt x="228600" y="528638"/>
                </a:lnTo>
                <a:lnTo>
                  <a:pt x="223838" y="523875"/>
                </a:lnTo>
                <a:lnTo>
                  <a:pt x="214313" y="523875"/>
                </a:lnTo>
                <a:lnTo>
                  <a:pt x="209550" y="519113"/>
                </a:lnTo>
                <a:lnTo>
                  <a:pt x="204788" y="514350"/>
                </a:lnTo>
                <a:lnTo>
                  <a:pt x="195263" y="514350"/>
                </a:lnTo>
                <a:lnTo>
                  <a:pt x="185738" y="514350"/>
                </a:lnTo>
                <a:lnTo>
                  <a:pt x="180975" y="509588"/>
                </a:lnTo>
                <a:lnTo>
                  <a:pt x="176213" y="504825"/>
                </a:lnTo>
                <a:lnTo>
                  <a:pt x="171450" y="500063"/>
                </a:lnTo>
                <a:lnTo>
                  <a:pt x="166688" y="495300"/>
                </a:lnTo>
                <a:lnTo>
                  <a:pt x="157163" y="495300"/>
                </a:lnTo>
                <a:lnTo>
                  <a:pt x="152400" y="490538"/>
                </a:lnTo>
                <a:lnTo>
                  <a:pt x="147638" y="485775"/>
                </a:lnTo>
                <a:lnTo>
                  <a:pt x="138113" y="485775"/>
                </a:lnTo>
                <a:lnTo>
                  <a:pt x="133350" y="481013"/>
                </a:lnTo>
                <a:lnTo>
                  <a:pt x="128588" y="476250"/>
                </a:lnTo>
                <a:lnTo>
                  <a:pt x="119063" y="476250"/>
                </a:lnTo>
                <a:lnTo>
                  <a:pt x="114300" y="471488"/>
                </a:lnTo>
                <a:lnTo>
                  <a:pt x="109538" y="466725"/>
                </a:lnTo>
                <a:lnTo>
                  <a:pt x="104775" y="461963"/>
                </a:lnTo>
                <a:lnTo>
                  <a:pt x="100013" y="457200"/>
                </a:lnTo>
                <a:lnTo>
                  <a:pt x="90488" y="457200"/>
                </a:lnTo>
                <a:lnTo>
                  <a:pt x="85725" y="452438"/>
                </a:lnTo>
                <a:lnTo>
                  <a:pt x="80963" y="447675"/>
                </a:lnTo>
                <a:lnTo>
                  <a:pt x="76200" y="442913"/>
                </a:lnTo>
                <a:lnTo>
                  <a:pt x="71438" y="438150"/>
                </a:lnTo>
                <a:lnTo>
                  <a:pt x="66675" y="433388"/>
                </a:lnTo>
                <a:lnTo>
                  <a:pt x="61913" y="428625"/>
                </a:lnTo>
                <a:lnTo>
                  <a:pt x="52388" y="428625"/>
                </a:lnTo>
                <a:lnTo>
                  <a:pt x="47625" y="423863"/>
                </a:lnTo>
                <a:lnTo>
                  <a:pt x="42863" y="419100"/>
                </a:lnTo>
                <a:lnTo>
                  <a:pt x="38100" y="414338"/>
                </a:lnTo>
                <a:lnTo>
                  <a:pt x="33338" y="409575"/>
                </a:lnTo>
                <a:lnTo>
                  <a:pt x="28575" y="404813"/>
                </a:lnTo>
                <a:lnTo>
                  <a:pt x="23813" y="400050"/>
                </a:lnTo>
                <a:lnTo>
                  <a:pt x="19050" y="395288"/>
                </a:lnTo>
                <a:lnTo>
                  <a:pt x="19050" y="385763"/>
                </a:lnTo>
                <a:lnTo>
                  <a:pt x="14288" y="381000"/>
                </a:lnTo>
                <a:lnTo>
                  <a:pt x="9525" y="376238"/>
                </a:lnTo>
                <a:lnTo>
                  <a:pt x="9525" y="366713"/>
                </a:lnTo>
                <a:lnTo>
                  <a:pt x="9525" y="357188"/>
                </a:lnTo>
                <a:lnTo>
                  <a:pt x="9525" y="347663"/>
                </a:lnTo>
                <a:lnTo>
                  <a:pt x="9525" y="338138"/>
                </a:lnTo>
                <a:lnTo>
                  <a:pt x="9525" y="328613"/>
                </a:lnTo>
                <a:lnTo>
                  <a:pt x="9525" y="319088"/>
                </a:lnTo>
                <a:lnTo>
                  <a:pt x="4763" y="314325"/>
                </a:lnTo>
                <a:lnTo>
                  <a:pt x="0" y="309563"/>
                </a:lnTo>
                <a:lnTo>
                  <a:pt x="4763" y="304800"/>
                </a:lnTo>
                <a:lnTo>
                  <a:pt x="9525" y="300038"/>
                </a:lnTo>
                <a:lnTo>
                  <a:pt x="9525" y="290513"/>
                </a:lnTo>
                <a:lnTo>
                  <a:pt x="14288" y="285750"/>
                </a:lnTo>
                <a:lnTo>
                  <a:pt x="19050" y="280988"/>
                </a:lnTo>
                <a:lnTo>
                  <a:pt x="14288" y="276225"/>
                </a:lnTo>
                <a:lnTo>
                  <a:pt x="9525" y="271463"/>
                </a:lnTo>
                <a:lnTo>
                  <a:pt x="9525" y="261938"/>
                </a:lnTo>
                <a:lnTo>
                  <a:pt x="4763" y="257175"/>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33338" y="200025"/>
                </a:lnTo>
                <a:lnTo>
                  <a:pt x="38100" y="195263"/>
                </a:lnTo>
                <a:lnTo>
                  <a:pt x="33338" y="190500"/>
                </a:lnTo>
                <a:lnTo>
                  <a:pt x="28575" y="185738"/>
                </a:lnTo>
                <a:lnTo>
                  <a:pt x="28575" y="176213"/>
                </a:lnTo>
                <a:lnTo>
                  <a:pt x="23813" y="171450"/>
                </a:lnTo>
                <a:lnTo>
                  <a:pt x="19050" y="166688"/>
                </a:lnTo>
                <a:lnTo>
                  <a:pt x="23813" y="161925"/>
                </a:lnTo>
                <a:lnTo>
                  <a:pt x="28575" y="157163"/>
                </a:lnTo>
                <a:lnTo>
                  <a:pt x="33338" y="152400"/>
                </a:lnTo>
                <a:lnTo>
                  <a:pt x="38100" y="147638"/>
                </a:lnTo>
                <a:lnTo>
                  <a:pt x="42863" y="142875"/>
                </a:lnTo>
                <a:lnTo>
                  <a:pt x="47625" y="138113"/>
                </a:lnTo>
                <a:lnTo>
                  <a:pt x="52388" y="133350"/>
                </a:lnTo>
                <a:lnTo>
                  <a:pt x="57150" y="128588"/>
                </a:lnTo>
                <a:lnTo>
                  <a:pt x="57150" y="119063"/>
                </a:lnTo>
                <a:lnTo>
                  <a:pt x="57150" y="109538"/>
                </a:lnTo>
                <a:lnTo>
                  <a:pt x="61913" y="104775"/>
                </a:lnTo>
                <a:lnTo>
                  <a:pt x="66675" y="100013"/>
                </a:lnTo>
                <a:lnTo>
                  <a:pt x="71438" y="95250"/>
                </a:lnTo>
                <a:lnTo>
                  <a:pt x="76200" y="90488"/>
                </a:lnTo>
                <a:lnTo>
                  <a:pt x="80963" y="85725"/>
                </a:lnTo>
                <a:lnTo>
                  <a:pt x="85725" y="80963"/>
                </a:lnTo>
                <a:lnTo>
                  <a:pt x="90488" y="76200"/>
                </a:lnTo>
                <a:lnTo>
                  <a:pt x="95250" y="71438"/>
                </a:lnTo>
                <a:lnTo>
                  <a:pt x="95250" y="61913"/>
                </a:lnTo>
                <a:lnTo>
                  <a:pt x="100013" y="57150"/>
                </a:lnTo>
                <a:lnTo>
                  <a:pt x="104775" y="52388"/>
                </a:lnTo>
                <a:lnTo>
                  <a:pt x="109538" y="47625"/>
                </a:lnTo>
                <a:lnTo>
                  <a:pt x="119063" y="47625"/>
                </a:lnTo>
                <a:lnTo>
                  <a:pt x="123825" y="42863"/>
                </a:lnTo>
                <a:lnTo>
                  <a:pt x="128588" y="38100"/>
                </a:lnTo>
                <a:lnTo>
                  <a:pt x="138113" y="38100"/>
                </a:lnTo>
                <a:lnTo>
                  <a:pt x="147638" y="38100"/>
                </a:lnTo>
                <a:lnTo>
                  <a:pt x="152400" y="33338"/>
                </a:lnTo>
                <a:lnTo>
                  <a:pt x="157163" y="28575"/>
                </a:lnTo>
                <a:lnTo>
                  <a:pt x="161925" y="23813"/>
                </a:lnTo>
                <a:lnTo>
                  <a:pt x="166688" y="19050"/>
                </a:lnTo>
                <a:lnTo>
                  <a:pt x="171450" y="14288"/>
                </a:lnTo>
                <a:lnTo>
                  <a:pt x="176213" y="9525"/>
                </a:lnTo>
                <a:lnTo>
                  <a:pt x="185738" y="9525"/>
                </a:lnTo>
                <a:lnTo>
                  <a:pt x="190500" y="4763"/>
                </a:lnTo>
                <a:close/>
              </a:path>
            </a:pathLst>
          </a:custGeom>
          <a:solidFill xmlns:a="http://schemas.openxmlformats.org/drawingml/2006/main">
            <a:srgbClr val="CCCCCC"/>
          </a:solidFill>
          <a:ln xmlns:a="http://schemas.openxmlformats.org/drawingml/2006/main" w="0">
            <a:noFill/>
            <a:prstDash val="solid"/>
          </a:ln>
        </p:spPr>
      </p:sp>
      <p:sp>
        <p:nvSpPr>
          <p:cNvPr id="440" name="deep-skill-chaining-source-component-9-gradient-206-0">
            <a:extLst xmlns:a="http://schemas.openxmlformats.org/drawingml/2006/main">
              <a:ext uri="{FF2B5EF4-FFF2-40B4-BE49-F238E27FC236}">
                <a16:creationId xmlns:a16="http://schemas.microsoft.com/office/drawing/2014/main" id="{83D3FE4A-DC50-4F9D-AA82-5C40358F663F}"/>
              </a:ext>
            </a:extLst>
          </p:cNvPr>
          <p:cNvSpPr>
            <a:spLocks xmlns:a="http://schemas.openxmlformats.org/drawingml/2006/main" noGrp="1"/>
          </p:cNvSpPr>
          <p:nvPr/>
        </p:nvSpPr>
        <p:spPr>
          <a:xfrm xmlns:a="http://schemas.openxmlformats.org/drawingml/2006/main" rot="0">
            <a:off x="8439150" y="333375"/>
            <a:ext cx="695325" cy="590550"/>
          </a:xfrm>
          <a:custGeom xmlns:a="http://schemas.openxmlformats.org/drawingml/2006/main">
            <a:pathLst>
              <a:path w="695325" h="590550">
                <a:moveTo>
                  <a:pt x="219075" y="4763"/>
                </a:moveTo>
                <a:lnTo>
                  <a:pt x="223838" y="0"/>
                </a:lnTo>
                <a:lnTo>
                  <a:pt x="233363" y="0"/>
                </a:lnTo>
                <a:lnTo>
                  <a:pt x="242888" y="0"/>
                </a:lnTo>
                <a:lnTo>
                  <a:pt x="247650" y="4763"/>
                </a:lnTo>
                <a:lnTo>
                  <a:pt x="252413" y="9525"/>
                </a:lnTo>
                <a:lnTo>
                  <a:pt x="261938" y="9525"/>
                </a:lnTo>
                <a:lnTo>
                  <a:pt x="271463" y="9525"/>
                </a:lnTo>
                <a:lnTo>
                  <a:pt x="280988" y="9525"/>
                </a:lnTo>
                <a:lnTo>
                  <a:pt x="290513" y="9525"/>
                </a:lnTo>
                <a:lnTo>
                  <a:pt x="300038" y="9525"/>
                </a:lnTo>
                <a:lnTo>
                  <a:pt x="309563" y="9525"/>
                </a:lnTo>
                <a:lnTo>
                  <a:pt x="319088" y="9525"/>
                </a:lnTo>
                <a:lnTo>
                  <a:pt x="323850" y="14288"/>
                </a:lnTo>
                <a:lnTo>
                  <a:pt x="328613" y="19050"/>
                </a:lnTo>
                <a:lnTo>
                  <a:pt x="338138" y="19050"/>
                </a:lnTo>
                <a:lnTo>
                  <a:pt x="347663" y="19050"/>
                </a:lnTo>
                <a:lnTo>
                  <a:pt x="357188" y="19050"/>
                </a:lnTo>
                <a:lnTo>
                  <a:pt x="366713" y="19050"/>
                </a:lnTo>
                <a:lnTo>
                  <a:pt x="371475" y="23813"/>
                </a:lnTo>
                <a:lnTo>
                  <a:pt x="376238" y="28575"/>
                </a:lnTo>
                <a:lnTo>
                  <a:pt x="385763" y="28575"/>
                </a:lnTo>
                <a:lnTo>
                  <a:pt x="395288" y="28575"/>
                </a:lnTo>
                <a:lnTo>
                  <a:pt x="400050" y="33338"/>
                </a:lnTo>
                <a:lnTo>
                  <a:pt x="404813" y="38100"/>
                </a:lnTo>
                <a:lnTo>
                  <a:pt x="414338" y="38100"/>
                </a:lnTo>
                <a:lnTo>
                  <a:pt x="423863" y="38100"/>
                </a:lnTo>
                <a:lnTo>
                  <a:pt x="433388" y="38100"/>
                </a:lnTo>
                <a:lnTo>
                  <a:pt x="438150" y="42863"/>
                </a:lnTo>
                <a:lnTo>
                  <a:pt x="442913" y="47625"/>
                </a:lnTo>
                <a:lnTo>
                  <a:pt x="452438" y="47625"/>
                </a:lnTo>
                <a:lnTo>
                  <a:pt x="461963" y="47625"/>
                </a:lnTo>
                <a:lnTo>
                  <a:pt x="466725" y="52388"/>
                </a:lnTo>
                <a:lnTo>
                  <a:pt x="471488" y="57150"/>
                </a:lnTo>
                <a:lnTo>
                  <a:pt x="481013" y="57150"/>
                </a:lnTo>
                <a:lnTo>
                  <a:pt x="485775" y="61913"/>
                </a:lnTo>
                <a:lnTo>
                  <a:pt x="490538" y="66675"/>
                </a:lnTo>
                <a:lnTo>
                  <a:pt x="500063" y="66675"/>
                </a:lnTo>
                <a:lnTo>
                  <a:pt x="504825" y="71438"/>
                </a:lnTo>
                <a:lnTo>
                  <a:pt x="509588" y="76200"/>
                </a:lnTo>
                <a:lnTo>
                  <a:pt x="519113" y="76200"/>
                </a:lnTo>
                <a:lnTo>
                  <a:pt x="523875" y="80963"/>
                </a:lnTo>
                <a:lnTo>
                  <a:pt x="528638" y="85725"/>
                </a:lnTo>
                <a:lnTo>
                  <a:pt x="538163" y="85725"/>
                </a:lnTo>
                <a:lnTo>
                  <a:pt x="547688" y="85725"/>
                </a:lnTo>
                <a:lnTo>
                  <a:pt x="552450" y="90488"/>
                </a:lnTo>
                <a:lnTo>
                  <a:pt x="557213" y="95250"/>
                </a:lnTo>
                <a:lnTo>
                  <a:pt x="561975" y="100013"/>
                </a:lnTo>
                <a:lnTo>
                  <a:pt x="566738" y="104775"/>
                </a:lnTo>
                <a:lnTo>
                  <a:pt x="576263" y="104775"/>
                </a:lnTo>
                <a:lnTo>
                  <a:pt x="581025" y="109538"/>
                </a:lnTo>
                <a:lnTo>
                  <a:pt x="585788" y="114300"/>
                </a:lnTo>
                <a:lnTo>
                  <a:pt x="595313" y="114300"/>
                </a:lnTo>
                <a:lnTo>
                  <a:pt x="600075" y="119063"/>
                </a:lnTo>
                <a:lnTo>
                  <a:pt x="604838" y="123825"/>
                </a:lnTo>
                <a:lnTo>
                  <a:pt x="609600" y="128588"/>
                </a:lnTo>
                <a:lnTo>
                  <a:pt x="614363" y="133350"/>
                </a:lnTo>
                <a:lnTo>
                  <a:pt x="623888" y="133350"/>
                </a:lnTo>
                <a:lnTo>
                  <a:pt x="628650" y="138113"/>
                </a:lnTo>
                <a:lnTo>
                  <a:pt x="633413" y="142875"/>
                </a:lnTo>
                <a:lnTo>
                  <a:pt x="638175" y="147638"/>
                </a:lnTo>
                <a:lnTo>
                  <a:pt x="642938" y="152400"/>
                </a:lnTo>
                <a:lnTo>
                  <a:pt x="652463" y="152400"/>
                </a:lnTo>
                <a:lnTo>
                  <a:pt x="657225" y="157163"/>
                </a:lnTo>
                <a:lnTo>
                  <a:pt x="661988" y="161925"/>
                </a:lnTo>
                <a:lnTo>
                  <a:pt x="666750" y="166688"/>
                </a:lnTo>
                <a:lnTo>
                  <a:pt x="666750" y="176213"/>
                </a:lnTo>
                <a:lnTo>
                  <a:pt x="666750" y="185738"/>
                </a:lnTo>
                <a:lnTo>
                  <a:pt x="666750" y="195263"/>
                </a:lnTo>
                <a:lnTo>
                  <a:pt x="671513" y="200025"/>
                </a:lnTo>
                <a:lnTo>
                  <a:pt x="676275" y="204788"/>
                </a:lnTo>
                <a:lnTo>
                  <a:pt x="676275" y="214313"/>
                </a:lnTo>
                <a:lnTo>
                  <a:pt x="676275" y="223838"/>
                </a:lnTo>
                <a:lnTo>
                  <a:pt x="681038" y="228600"/>
                </a:lnTo>
                <a:lnTo>
                  <a:pt x="685800" y="233363"/>
                </a:lnTo>
                <a:lnTo>
                  <a:pt x="685800" y="242888"/>
                </a:lnTo>
                <a:lnTo>
                  <a:pt x="690563" y="247650"/>
                </a:lnTo>
                <a:lnTo>
                  <a:pt x="695325" y="252413"/>
                </a:lnTo>
                <a:lnTo>
                  <a:pt x="695325" y="261938"/>
                </a:lnTo>
                <a:lnTo>
                  <a:pt x="695325" y="271463"/>
                </a:lnTo>
                <a:lnTo>
                  <a:pt x="695325" y="280988"/>
                </a:lnTo>
                <a:lnTo>
                  <a:pt x="695325" y="290513"/>
                </a:lnTo>
                <a:lnTo>
                  <a:pt x="695325" y="300038"/>
                </a:lnTo>
                <a:lnTo>
                  <a:pt x="695325" y="309563"/>
                </a:lnTo>
                <a:lnTo>
                  <a:pt x="695325" y="319088"/>
                </a:lnTo>
                <a:lnTo>
                  <a:pt x="690563" y="323850"/>
                </a:lnTo>
                <a:lnTo>
                  <a:pt x="685800" y="328613"/>
                </a:lnTo>
                <a:lnTo>
                  <a:pt x="685800" y="338138"/>
                </a:lnTo>
                <a:lnTo>
                  <a:pt x="685800" y="347663"/>
                </a:lnTo>
                <a:lnTo>
                  <a:pt x="690563" y="352425"/>
                </a:lnTo>
                <a:lnTo>
                  <a:pt x="695325" y="357188"/>
                </a:lnTo>
                <a:lnTo>
                  <a:pt x="695325" y="366713"/>
                </a:lnTo>
                <a:lnTo>
                  <a:pt x="690563" y="371475"/>
                </a:lnTo>
                <a:lnTo>
                  <a:pt x="685800" y="376238"/>
                </a:lnTo>
                <a:lnTo>
                  <a:pt x="681038" y="381000"/>
                </a:lnTo>
                <a:lnTo>
                  <a:pt x="676275" y="385763"/>
                </a:lnTo>
                <a:lnTo>
                  <a:pt x="671513" y="390525"/>
                </a:lnTo>
                <a:lnTo>
                  <a:pt x="666750" y="395288"/>
                </a:lnTo>
                <a:lnTo>
                  <a:pt x="666750" y="404813"/>
                </a:lnTo>
                <a:lnTo>
                  <a:pt x="666750" y="414338"/>
                </a:lnTo>
                <a:lnTo>
                  <a:pt x="666750" y="423863"/>
                </a:lnTo>
                <a:lnTo>
                  <a:pt x="661988" y="428625"/>
                </a:lnTo>
                <a:lnTo>
                  <a:pt x="657225" y="433388"/>
                </a:lnTo>
                <a:lnTo>
                  <a:pt x="657225" y="442913"/>
                </a:lnTo>
                <a:lnTo>
                  <a:pt x="652463" y="447675"/>
                </a:lnTo>
                <a:lnTo>
                  <a:pt x="647700" y="452438"/>
                </a:lnTo>
                <a:lnTo>
                  <a:pt x="647700" y="461963"/>
                </a:lnTo>
                <a:lnTo>
                  <a:pt x="647700" y="471488"/>
                </a:lnTo>
                <a:lnTo>
                  <a:pt x="647700" y="481013"/>
                </a:lnTo>
                <a:lnTo>
                  <a:pt x="642938" y="485775"/>
                </a:lnTo>
                <a:lnTo>
                  <a:pt x="638175" y="490538"/>
                </a:lnTo>
                <a:lnTo>
                  <a:pt x="638175" y="500063"/>
                </a:lnTo>
                <a:lnTo>
                  <a:pt x="638175" y="509588"/>
                </a:lnTo>
                <a:lnTo>
                  <a:pt x="633413" y="514350"/>
                </a:lnTo>
                <a:lnTo>
                  <a:pt x="628650" y="519113"/>
                </a:lnTo>
                <a:lnTo>
                  <a:pt x="623888" y="523875"/>
                </a:lnTo>
                <a:lnTo>
                  <a:pt x="619125" y="528638"/>
                </a:lnTo>
                <a:lnTo>
                  <a:pt x="614363" y="533400"/>
                </a:lnTo>
                <a:lnTo>
                  <a:pt x="609600" y="538163"/>
                </a:lnTo>
                <a:lnTo>
                  <a:pt x="604838" y="542925"/>
                </a:lnTo>
                <a:lnTo>
                  <a:pt x="600075" y="547688"/>
                </a:lnTo>
                <a:lnTo>
                  <a:pt x="595313" y="552450"/>
                </a:lnTo>
                <a:lnTo>
                  <a:pt x="585788" y="552450"/>
                </a:lnTo>
                <a:lnTo>
                  <a:pt x="581025" y="557213"/>
                </a:lnTo>
                <a:lnTo>
                  <a:pt x="576263" y="561975"/>
                </a:lnTo>
                <a:lnTo>
                  <a:pt x="571500" y="566738"/>
                </a:lnTo>
                <a:lnTo>
                  <a:pt x="566738" y="571500"/>
                </a:lnTo>
                <a:lnTo>
                  <a:pt x="557213" y="571500"/>
                </a:lnTo>
                <a:lnTo>
                  <a:pt x="552450" y="576263"/>
                </a:lnTo>
                <a:lnTo>
                  <a:pt x="547688" y="581025"/>
                </a:lnTo>
                <a:lnTo>
                  <a:pt x="538163" y="581025"/>
                </a:lnTo>
                <a:lnTo>
                  <a:pt x="533400" y="585788"/>
                </a:lnTo>
                <a:lnTo>
                  <a:pt x="528638" y="590550"/>
                </a:lnTo>
                <a:lnTo>
                  <a:pt x="519113" y="590550"/>
                </a:lnTo>
                <a:lnTo>
                  <a:pt x="509588" y="590550"/>
                </a:lnTo>
                <a:lnTo>
                  <a:pt x="500063" y="590550"/>
                </a:lnTo>
                <a:lnTo>
                  <a:pt x="490538" y="590550"/>
                </a:lnTo>
                <a:lnTo>
                  <a:pt x="481013" y="590550"/>
                </a:lnTo>
                <a:lnTo>
                  <a:pt x="471488" y="590550"/>
                </a:lnTo>
                <a:lnTo>
                  <a:pt x="461963" y="590550"/>
                </a:lnTo>
                <a:lnTo>
                  <a:pt x="452438" y="590550"/>
                </a:lnTo>
                <a:lnTo>
                  <a:pt x="442913" y="590550"/>
                </a:lnTo>
                <a:lnTo>
                  <a:pt x="438150" y="585788"/>
                </a:lnTo>
                <a:lnTo>
                  <a:pt x="433388" y="581025"/>
                </a:lnTo>
                <a:lnTo>
                  <a:pt x="423863" y="581025"/>
                </a:lnTo>
                <a:lnTo>
                  <a:pt x="414338" y="581025"/>
                </a:lnTo>
                <a:lnTo>
                  <a:pt x="404813" y="581025"/>
                </a:lnTo>
                <a:lnTo>
                  <a:pt x="395288" y="581025"/>
                </a:lnTo>
                <a:lnTo>
                  <a:pt x="385763" y="581025"/>
                </a:lnTo>
                <a:lnTo>
                  <a:pt x="376238" y="581025"/>
                </a:lnTo>
                <a:lnTo>
                  <a:pt x="371475" y="576263"/>
                </a:lnTo>
                <a:lnTo>
                  <a:pt x="366713" y="571500"/>
                </a:lnTo>
                <a:lnTo>
                  <a:pt x="357188" y="571500"/>
                </a:lnTo>
                <a:lnTo>
                  <a:pt x="347663" y="571500"/>
                </a:lnTo>
                <a:lnTo>
                  <a:pt x="338138" y="571500"/>
                </a:lnTo>
                <a:lnTo>
                  <a:pt x="328613" y="571500"/>
                </a:lnTo>
                <a:lnTo>
                  <a:pt x="323850" y="566738"/>
                </a:lnTo>
                <a:lnTo>
                  <a:pt x="319088" y="561975"/>
                </a:lnTo>
                <a:lnTo>
                  <a:pt x="309563" y="561975"/>
                </a:lnTo>
                <a:lnTo>
                  <a:pt x="300038" y="561975"/>
                </a:lnTo>
                <a:lnTo>
                  <a:pt x="295275" y="557213"/>
                </a:lnTo>
                <a:lnTo>
                  <a:pt x="290513" y="552450"/>
                </a:lnTo>
                <a:lnTo>
                  <a:pt x="280988" y="552450"/>
                </a:lnTo>
                <a:lnTo>
                  <a:pt x="271463" y="552450"/>
                </a:lnTo>
                <a:lnTo>
                  <a:pt x="261938" y="552450"/>
                </a:lnTo>
                <a:lnTo>
                  <a:pt x="257175" y="547688"/>
                </a:lnTo>
                <a:lnTo>
                  <a:pt x="252413" y="542925"/>
                </a:lnTo>
                <a:lnTo>
                  <a:pt x="242888" y="542925"/>
                </a:lnTo>
                <a:lnTo>
                  <a:pt x="238125" y="538163"/>
                </a:lnTo>
                <a:lnTo>
                  <a:pt x="233363" y="533400"/>
                </a:lnTo>
                <a:lnTo>
                  <a:pt x="223838" y="533400"/>
                </a:lnTo>
                <a:lnTo>
                  <a:pt x="214313" y="533400"/>
                </a:lnTo>
                <a:lnTo>
                  <a:pt x="209550" y="528638"/>
                </a:lnTo>
                <a:lnTo>
                  <a:pt x="204788" y="523875"/>
                </a:lnTo>
                <a:lnTo>
                  <a:pt x="195263" y="523875"/>
                </a:lnTo>
                <a:lnTo>
                  <a:pt x="190500" y="519113"/>
                </a:lnTo>
                <a:lnTo>
                  <a:pt x="185738" y="514350"/>
                </a:lnTo>
                <a:lnTo>
                  <a:pt x="176213" y="514350"/>
                </a:lnTo>
                <a:lnTo>
                  <a:pt x="166688" y="514350"/>
                </a:lnTo>
                <a:lnTo>
                  <a:pt x="161925" y="509588"/>
                </a:lnTo>
                <a:lnTo>
                  <a:pt x="157163" y="504825"/>
                </a:lnTo>
                <a:lnTo>
                  <a:pt x="152400" y="500063"/>
                </a:lnTo>
                <a:lnTo>
                  <a:pt x="147638" y="495300"/>
                </a:lnTo>
                <a:lnTo>
                  <a:pt x="138113" y="495300"/>
                </a:lnTo>
                <a:lnTo>
                  <a:pt x="133350" y="490538"/>
                </a:lnTo>
                <a:lnTo>
                  <a:pt x="128588" y="485775"/>
                </a:lnTo>
                <a:lnTo>
                  <a:pt x="119063" y="485775"/>
                </a:lnTo>
                <a:lnTo>
                  <a:pt x="114300" y="481013"/>
                </a:lnTo>
                <a:lnTo>
                  <a:pt x="109538" y="476250"/>
                </a:lnTo>
                <a:lnTo>
                  <a:pt x="100013" y="476250"/>
                </a:lnTo>
                <a:lnTo>
                  <a:pt x="95250" y="471488"/>
                </a:lnTo>
                <a:lnTo>
                  <a:pt x="90488" y="466725"/>
                </a:lnTo>
                <a:lnTo>
                  <a:pt x="85725" y="461963"/>
                </a:lnTo>
                <a:lnTo>
                  <a:pt x="80963" y="457200"/>
                </a:lnTo>
                <a:lnTo>
                  <a:pt x="71438" y="457200"/>
                </a:lnTo>
                <a:lnTo>
                  <a:pt x="66675" y="452438"/>
                </a:lnTo>
                <a:lnTo>
                  <a:pt x="61913" y="447675"/>
                </a:lnTo>
                <a:lnTo>
                  <a:pt x="57150" y="442913"/>
                </a:lnTo>
                <a:lnTo>
                  <a:pt x="52388" y="438150"/>
                </a:lnTo>
                <a:lnTo>
                  <a:pt x="47625" y="433388"/>
                </a:lnTo>
                <a:lnTo>
                  <a:pt x="42863" y="428625"/>
                </a:lnTo>
                <a:lnTo>
                  <a:pt x="33338" y="428625"/>
                </a:lnTo>
                <a:lnTo>
                  <a:pt x="28575" y="423863"/>
                </a:lnTo>
                <a:lnTo>
                  <a:pt x="23813" y="419100"/>
                </a:lnTo>
                <a:lnTo>
                  <a:pt x="19050" y="414338"/>
                </a:lnTo>
                <a:lnTo>
                  <a:pt x="19050" y="404813"/>
                </a:lnTo>
                <a:lnTo>
                  <a:pt x="19050" y="395288"/>
                </a:lnTo>
                <a:lnTo>
                  <a:pt x="14288" y="390525"/>
                </a:lnTo>
                <a:lnTo>
                  <a:pt x="9525" y="385763"/>
                </a:lnTo>
                <a:lnTo>
                  <a:pt x="9525" y="376238"/>
                </a:lnTo>
                <a:lnTo>
                  <a:pt x="4763" y="371475"/>
                </a:lnTo>
                <a:lnTo>
                  <a:pt x="0" y="366713"/>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9525" y="271463"/>
                </a:lnTo>
                <a:lnTo>
                  <a:pt x="4763" y="266700"/>
                </a:lnTo>
                <a:lnTo>
                  <a:pt x="0" y="261938"/>
                </a:lnTo>
                <a:lnTo>
                  <a:pt x="0" y="252413"/>
                </a:lnTo>
                <a:lnTo>
                  <a:pt x="4763" y="247650"/>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3813" y="180975"/>
                </a:lnTo>
                <a:lnTo>
                  <a:pt x="19050" y="176213"/>
                </a:lnTo>
                <a:lnTo>
                  <a:pt x="19050" y="166688"/>
                </a:lnTo>
                <a:lnTo>
                  <a:pt x="23813" y="161925"/>
                </a:lnTo>
                <a:lnTo>
                  <a:pt x="28575" y="157163"/>
                </a:lnTo>
                <a:lnTo>
                  <a:pt x="33338" y="152400"/>
                </a:lnTo>
                <a:lnTo>
                  <a:pt x="38100" y="147638"/>
                </a:lnTo>
                <a:lnTo>
                  <a:pt x="42863" y="142875"/>
                </a:lnTo>
                <a:lnTo>
                  <a:pt x="52388" y="142875"/>
                </a:lnTo>
                <a:lnTo>
                  <a:pt x="57150" y="138113"/>
                </a:lnTo>
                <a:lnTo>
                  <a:pt x="57150" y="128588"/>
                </a:lnTo>
                <a:lnTo>
                  <a:pt x="57150" y="119063"/>
                </a:lnTo>
                <a:lnTo>
                  <a:pt x="57150" y="109538"/>
                </a:lnTo>
                <a:lnTo>
                  <a:pt x="61913" y="104775"/>
                </a:lnTo>
                <a:lnTo>
                  <a:pt x="66675" y="100013"/>
                </a:lnTo>
                <a:lnTo>
                  <a:pt x="71438" y="95250"/>
                </a:lnTo>
                <a:lnTo>
                  <a:pt x="76200" y="90488"/>
                </a:lnTo>
                <a:lnTo>
                  <a:pt x="80963" y="85725"/>
                </a:lnTo>
                <a:lnTo>
                  <a:pt x="85725" y="80963"/>
                </a:lnTo>
                <a:lnTo>
                  <a:pt x="85725" y="71438"/>
                </a:lnTo>
                <a:lnTo>
                  <a:pt x="90488" y="66675"/>
                </a:lnTo>
                <a:lnTo>
                  <a:pt x="95250" y="61913"/>
                </a:lnTo>
                <a:lnTo>
                  <a:pt x="100013" y="57150"/>
                </a:lnTo>
                <a:lnTo>
                  <a:pt x="104775" y="52388"/>
                </a:lnTo>
                <a:lnTo>
                  <a:pt x="109538" y="47625"/>
                </a:lnTo>
                <a:lnTo>
                  <a:pt x="119063" y="47625"/>
                </a:lnTo>
                <a:lnTo>
                  <a:pt x="128588" y="47625"/>
                </a:lnTo>
                <a:lnTo>
                  <a:pt x="133350" y="42863"/>
                </a:lnTo>
                <a:lnTo>
                  <a:pt x="138113" y="38100"/>
                </a:lnTo>
                <a:lnTo>
                  <a:pt x="147638" y="38100"/>
                </a:lnTo>
                <a:lnTo>
                  <a:pt x="152400" y="33338"/>
                </a:lnTo>
                <a:lnTo>
                  <a:pt x="157163" y="28575"/>
                </a:lnTo>
                <a:lnTo>
                  <a:pt x="166688" y="28575"/>
                </a:lnTo>
                <a:lnTo>
                  <a:pt x="171450" y="23813"/>
                </a:lnTo>
                <a:lnTo>
                  <a:pt x="176213" y="19050"/>
                </a:lnTo>
                <a:lnTo>
                  <a:pt x="180975" y="14288"/>
                </a:lnTo>
                <a:lnTo>
                  <a:pt x="185738" y="9525"/>
                </a:lnTo>
                <a:lnTo>
                  <a:pt x="195263" y="9525"/>
                </a:lnTo>
                <a:lnTo>
                  <a:pt x="204788" y="9525"/>
                </a:lnTo>
                <a:lnTo>
                  <a:pt x="214313" y="9525"/>
                </a:lnTo>
                <a:lnTo>
                  <a:pt x="219075" y="4763"/>
                </a:lnTo>
                <a:close/>
              </a:path>
            </a:pathLst>
          </a:custGeom>
          <a:solidFill xmlns:a="http://schemas.openxmlformats.org/drawingml/2006/main">
            <a:srgbClr val="CECECE"/>
          </a:solidFill>
          <a:ln xmlns:a="http://schemas.openxmlformats.org/drawingml/2006/main" w="0">
            <a:noFill/>
            <a:prstDash val="solid"/>
          </a:ln>
        </p:spPr>
      </p:sp>
      <p:sp>
        <p:nvSpPr>
          <p:cNvPr id="441" name="deep-skill-chaining-source-component-9-gradient-208-0">
            <a:extLst xmlns:a="http://schemas.openxmlformats.org/drawingml/2006/main">
              <a:ext uri="{FF2B5EF4-FFF2-40B4-BE49-F238E27FC236}">
                <a16:creationId xmlns:a16="http://schemas.microsoft.com/office/drawing/2014/main" id="{CD3EA5D7-BC49-451C-A52D-B5BD4C11DB1A}"/>
              </a:ext>
            </a:extLst>
          </p:cNvPr>
          <p:cNvSpPr>
            <a:spLocks xmlns:a="http://schemas.openxmlformats.org/drawingml/2006/main" noGrp="1"/>
          </p:cNvSpPr>
          <p:nvPr/>
        </p:nvSpPr>
        <p:spPr>
          <a:xfrm xmlns:a="http://schemas.openxmlformats.org/drawingml/2006/main" rot="0">
            <a:off x="8448675" y="333375"/>
            <a:ext cx="676275" cy="590550"/>
          </a:xfrm>
          <a:custGeom xmlns:a="http://schemas.openxmlformats.org/drawingml/2006/main">
            <a:pathLst>
              <a:path w="676275" h="590550">
                <a:moveTo>
                  <a:pt x="219075" y="4763"/>
                </a:moveTo>
                <a:lnTo>
                  <a:pt x="223838" y="0"/>
                </a:lnTo>
                <a:lnTo>
                  <a:pt x="228600" y="4763"/>
                </a:lnTo>
                <a:lnTo>
                  <a:pt x="233363" y="9525"/>
                </a:lnTo>
                <a:lnTo>
                  <a:pt x="242888" y="9525"/>
                </a:lnTo>
                <a:lnTo>
                  <a:pt x="252413" y="9525"/>
                </a:lnTo>
                <a:lnTo>
                  <a:pt x="261938" y="9525"/>
                </a:lnTo>
                <a:lnTo>
                  <a:pt x="271463" y="9525"/>
                </a:lnTo>
                <a:lnTo>
                  <a:pt x="280988" y="9525"/>
                </a:lnTo>
                <a:lnTo>
                  <a:pt x="290513" y="9525"/>
                </a:lnTo>
                <a:lnTo>
                  <a:pt x="300038" y="9525"/>
                </a:lnTo>
                <a:lnTo>
                  <a:pt x="309563" y="9525"/>
                </a:lnTo>
                <a:lnTo>
                  <a:pt x="314325" y="14288"/>
                </a:lnTo>
                <a:lnTo>
                  <a:pt x="319088" y="19050"/>
                </a:lnTo>
                <a:lnTo>
                  <a:pt x="328613" y="19050"/>
                </a:lnTo>
                <a:lnTo>
                  <a:pt x="338138" y="19050"/>
                </a:lnTo>
                <a:lnTo>
                  <a:pt x="347663" y="19050"/>
                </a:lnTo>
                <a:lnTo>
                  <a:pt x="357188" y="19050"/>
                </a:lnTo>
                <a:lnTo>
                  <a:pt x="361950" y="23813"/>
                </a:lnTo>
                <a:lnTo>
                  <a:pt x="366713" y="28575"/>
                </a:lnTo>
                <a:lnTo>
                  <a:pt x="376238" y="28575"/>
                </a:lnTo>
                <a:lnTo>
                  <a:pt x="385763" y="28575"/>
                </a:lnTo>
                <a:lnTo>
                  <a:pt x="390525" y="33338"/>
                </a:lnTo>
                <a:lnTo>
                  <a:pt x="395288" y="38100"/>
                </a:lnTo>
                <a:lnTo>
                  <a:pt x="404813" y="38100"/>
                </a:lnTo>
                <a:lnTo>
                  <a:pt x="414338" y="38100"/>
                </a:lnTo>
                <a:lnTo>
                  <a:pt x="423863" y="38100"/>
                </a:lnTo>
                <a:lnTo>
                  <a:pt x="428625" y="42863"/>
                </a:lnTo>
                <a:lnTo>
                  <a:pt x="433388" y="47625"/>
                </a:lnTo>
                <a:lnTo>
                  <a:pt x="442913" y="47625"/>
                </a:lnTo>
                <a:lnTo>
                  <a:pt x="452438" y="47625"/>
                </a:lnTo>
                <a:lnTo>
                  <a:pt x="457200" y="52388"/>
                </a:lnTo>
                <a:lnTo>
                  <a:pt x="461963" y="57150"/>
                </a:lnTo>
                <a:lnTo>
                  <a:pt x="471488" y="57150"/>
                </a:lnTo>
                <a:lnTo>
                  <a:pt x="476250" y="61913"/>
                </a:lnTo>
                <a:lnTo>
                  <a:pt x="481013" y="66675"/>
                </a:lnTo>
                <a:lnTo>
                  <a:pt x="490538" y="66675"/>
                </a:lnTo>
                <a:lnTo>
                  <a:pt x="495300" y="71438"/>
                </a:lnTo>
                <a:lnTo>
                  <a:pt x="500063" y="76200"/>
                </a:lnTo>
                <a:lnTo>
                  <a:pt x="509588" y="76200"/>
                </a:lnTo>
                <a:lnTo>
                  <a:pt x="514350" y="80963"/>
                </a:lnTo>
                <a:lnTo>
                  <a:pt x="519113" y="85725"/>
                </a:lnTo>
                <a:lnTo>
                  <a:pt x="528638" y="85725"/>
                </a:lnTo>
                <a:lnTo>
                  <a:pt x="538163" y="85725"/>
                </a:lnTo>
                <a:lnTo>
                  <a:pt x="542925" y="90488"/>
                </a:lnTo>
                <a:lnTo>
                  <a:pt x="547688" y="95250"/>
                </a:lnTo>
                <a:lnTo>
                  <a:pt x="552450" y="100013"/>
                </a:lnTo>
                <a:lnTo>
                  <a:pt x="557213" y="104775"/>
                </a:lnTo>
                <a:lnTo>
                  <a:pt x="566738" y="104775"/>
                </a:lnTo>
                <a:lnTo>
                  <a:pt x="571500" y="109538"/>
                </a:lnTo>
                <a:lnTo>
                  <a:pt x="576263" y="114300"/>
                </a:lnTo>
                <a:lnTo>
                  <a:pt x="585788" y="114300"/>
                </a:lnTo>
                <a:lnTo>
                  <a:pt x="590550" y="119063"/>
                </a:lnTo>
                <a:lnTo>
                  <a:pt x="595313" y="123825"/>
                </a:lnTo>
                <a:lnTo>
                  <a:pt x="600075" y="128588"/>
                </a:lnTo>
                <a:lnTo>
                  <a:pt x="604838" y="133350"/>
                </a:lnTo>
                <a:lnTo>
                  <a:pt x="614363" y="133350"/>
                </a:lnTo>
                <a:lnTo>
                  <a:pt x="619125" y="138113"/>
                </a:lnTo>
                <a:lnTo>
                  <a:pt x="623888" y="142875"/>
                </a:lnTo>
                <a:lnTo>
                  <a:pt x="628650" y="147638"/>
                </a:lnTo>
                <a:lnTo>
                  <a:pt x="633413" y="152400"/>
                </a:lnTo>
                <a:lnTo>
                  <a:pt x="638175" y="157163"/>
                </a:lnTo>
                <a:lnTo>
                  <a:pt x="642938" y="161925"/>
                </a:lnTo>
                <a:lnTo>
                  <a:pt x="647700" y="166688"/>
                </a:lnTo>
                <a:lnTo>
                  <a:pt x="647700" y="176213"/>
                </a:lnTo>
                <a:lnTo>
                  <a:pt x="647700" y="185738"/>
                </a:lnTo>
                <a:lnTo>
                  <a:pt x="647700" y="195263"/>
                </a:lnTo>
                <a:lnTo>
                  <a:pt x="647700" y="204788"/>
                </a:lnTo>
                <a:lnTo>
                  <a:pt x="652463" y="209550"/>
                </a:lnTo>
                <a:lnTo>
                  <a:pt x="657225" y="214313"/>
                </a:lnTo>
                <a:lnTo>
                  <a:pt x="657225" y="223838"/>
                </a:lnTo>
                <a:lnTo>
                  <a:pt x="657225" y="233363"/>
                </a:lnTo>
                <a:lnTo>
                  <a:pt x="661988" y="238125"/>
                </a:lnTo>
                <a:lnTo>
                  <a:pt x="666750" y="242888"/>
                </a:lnTo>
                <a:lnTo>
                  <a:pt x="666750" y="252413"/>
                </a:lnTo>
                <a:lnTo>
                  <a:pt x="666750" y="261938"/>
                </a:lnTo>
                <a:lnTo>
                  <a:pt x="666750" y="271463"/>
                </a:lnTo>
                <a:lnTo>
                  <a:pt x="666750" y="280988"/>
                </a:lnTo>
                <a:lnTo>
                  <a:pt x="666750" y="290513"/>
                </a:lnTo>
                <a:lnTo>
                  <a:pt x="671513" y="295275"/>
                </a:lnTo>
                <a:lnTo>
                  <a:pt x="676275" y="300038"/>
                </a:lnTo>
                <a:lnTo>
                  <a:pt x="676275" y="309563"/>
                </a:lnTo>
                <a:lnTo>
                  <a:pt x="671513" y="314325"/>
                </a:lnTo>
                <a:lnTo>
                  <a:pt x="666750" y="319088"/>
                </a:lnTo>
                <a:lnTo>
                  <a:pt x="666750" y="328613"/>
                </a:lnTo>
                <a:lnTo>
                  <a:pt x="661988" y="333375"/>
                </a:lnTo>
                <a:lnTo>
                  <a:pt x="657225" y="338138"/>
                </a:lnTo>
                <a:lnTo>
                  <a:pt x="661988" y="342900"/>
                </a:lnTo>
                <a:lnTo>
                  <a:pt x="666750" y="347663"/>
                </a:lnTo>
                <a:lnTo>
                  <a:pt x="666750" y="357188"/>
                </a:lnTo>
                <a:lnTo>
                  <a:pt x="671513" y="361950"/>
                </a:lnTo>
                <a:lnTo>
                  <a:pt x="676275" y="366713"/>
                </a:lnTo>
                <a:lnTo>
                  <a:pt x="671513" y="371475"/>
                </a:lnTo>
                <a:lnTo>
                  <a:pt x="666750" y="376238"/>
                </a:lnTo>
                <a:lnTo>
                  <a:pt x="661988" y="381000"/>
                </a:lnTo>
                <a:lnTo>
                  <a:pt x="657225" y="385763"/>
                </a:lnTo>
                <a:lnTo>
                  <a:pt x="652463" y="390525"/>
                </a:lnTo>
                <a:lnTo>
                  <a:pt x="647700" y="395288"/>
                </a:lnTo>
                <a:lnTo>
                  <a:pt x="647700" y="404813"/>
                </a:lnTo>
                <a:lnTo>
                  <a:pt x="642938" y="409575"/>
                </a:lnTo>
                <a:lnTo>
                  <a:pt x="638175" y="414338"/>
                </a:lnTo>
                <a:lnTo>
                  <a:pt x="638175" y="423863"/>
                </a:lnTo>
                <a:lnTo>
                  <a:pt x="638175" y="433388"/>
                </a:lnTo>
                <a:lnTo>
                  <a:pt x="633413" y="438150"/>
                </a:lnTo>
                <a:lnTo>
                  <a:pt x="628650" y="442913"/>
                </a:lnTo>
                <a:lnTo>
                  <a:pt x="628650" y="452438"/>
                </a:lnTo>
                <a:lnTo>
                  <a:pt x="623888" y="457200"/>
                </a:lnTo>
                <a:lnTo>
                  <a:pt x="619125" y="461963"/>
                </a:lnTo>
                <a:lnTo>
                  <a:pt x="619125" y="471488"/>
                </a:lnTo>
                <a:lnTo>
                  <a:pt x="619125" y="481013"/>
                </a:lnTo>
                <a:lnTo>
                  <a:pt x="619125" y="490538"/>
                </a:lnTo>
                <a:lnTo>
                  <a:pt x="619125" y="500063"/>
                </a:lnTo>
                <a:lnTo>
                  <a:pt x="619125" y="509588"/>
                </a:lnTo>
                <a:lnTo>
                  <a:pt x="614363" y="514350"/>
                </a:lnTo>
                <a:lnTo>
                  <a:pt x="604838" y="514350"/>
                </a:lnTo>
                <a:lnTo>
                  <a:pt x="600075" y="519113"/>
                </a:lnTo>
                <a:lnTo>
                  <a:pt x="600075" y="528638"/>
                </a:lnTo>
                <a:lnTo>
                  <a:pt x="595313" y="533400"/>
                </a:lnTo>
                <a:lnTo>
                  <a:pt x="590550" y="538163"/>
                </a:lnTo>
                <a:lnTo>
                  <a:pt x="585788" y="542925"/>
                </a:lnTo>
                <a:lnTo>
                  <a:pt x="576263" y="542925"/>
                </a:lnTo>
                <a:lnTo>
                  <a:pt x="571500" y="547688"/>
                </a:lnTo>
                <a:lnTo>
                  <a:pt x="566738" y="552450"/>
                </a:lnTo>
                <a:lnTo>
                  <a:pt x="557213" y="552450"/>
                </a:lnTo>
                <a:lnTo>
                  <a:pt x="552450" y="557213"/>
                </a:lnTo>
                <a:lnTo>
                  <a:pt x="547688" y="561975"/>
                </a:lnTo>
                <a:lnTo>
                  <a:pt x="542925" y="566738"/>
                </a:lnTo>
                <a:lnTo>
                  <a:pt x="538163" y="571500"/>
                </a:lnTo>
                <a:lnTo>
                  <a:pt x="528638" y="571500"/>
                </a:lnTo>
                <a:lnTo>
                  <a:pt x="523875" y="576263"/>
                </a:lnTo>
                <a:lnTo>
                  <a:pt x="519113" y="581025"/>
                </a:lnTo>
                <a:lnTo>
                  <a:pt x="514350" y="585788"/>
                </a:lnTo>
                <a:lnTo>
                  <a:pt x="509588" y="590550"/>
                </a:lnTo>
                <a:lnTo>
                  <a:pt x="500063" y="590550"/>
                </a:lnTo>
                <a:lnTo>
                  <a:pt x="490538" y="590550"/>
                </a:lnTo>
                <a:lnTo>
                  <a:pt x="481013" y="590550"/>
                </a:lnTo>
                <a:lnTo>
                  <a:pt x="471488" y="590550"/>
                </a:lnTo>
                <a:lnTo>
                  <a:pt x="461963" y="590550"/>
                </a:lnTo>
                <a:lnTo>
                  <a:pt x="452438" y="590550"/>
                </a:lnTo>
                <a:lnTo>
                  <a:pt x="442913" y="590550"/>
                </a:lnTo>
                <a:lnTo>
                  <a:pt x="433388" y="590550"/>
                </a:lnTo>
                <a:lnTo>
                  <a:pt x="428625" y="585788"/>
                </a:lnTo>
                <a:lnTo>
                  <a:pt x="423863" y="581025"/>
                </a:lnTo>
                <a:lnTo>
                  <a:pt x="414338" y="581025"/>
                </a:lnTo>
                <a:lnTo>
                  <a:pt x="404813" y="581025"/>
                </a:lnTo>
                <a:lnTo>
                  <a:pt x="395288" y="581025"/>
                </a:lnTo>
                <a:lnTo>
                  <a:pt x="385763" y="581025"/>
                </a:lnTo>
                <a:lnTo>
                  <a:pt x="376238" y="581025"/>
                </a:lnTo>
                <a:lnTo>
                  <a:pt x="366713" y="581025"/>
                </a:lnTo>
                <a:lnTo>
                  <a:pt x="361950" y="576263"/>
                </a:lnTo>
                <a:lnTo>
                  <a:pt x="357188" y="571500"/>
                </a:lnTo>
                <a:lnTo>
                  <a:pt x="347663" y="571500"/>
                </a:lnTo>
                <a:lnTo>
                  <a:pt x="338138" y="571500"/>
                </a:lnTo>
                <a:lnTo>
                  <a:pt x="328613" y="571500"/>
                </a:lnTo>
                <a:lnTo>
                  <a:pt x="319088" y="571500"/>
                </a:lnTo>
                <a:lnTo>
                  <a:pt x="314325" y="566738"/>
                </a:lnTo>
                <a:lnTo>
                  <a:pt x="309563" y="561975"/>
                </a:lnTo>
                <a:lnTo>
                  <a:pt x="300038" y="561975"/>
                </a:lnTo>
                <a:lnTo>
                  <a:pt x="290513" y="561975"/>
                </a:lnTo>
                <a:lnTo>
                  <a:pt x="285750" y="557213"/>
                </a:lnTo>
                <a:lnTo>
                  <a:pt x="280988" y="552450"/>
                </a:lnTo>
                <a:lnTo>
                  <a:pt x="271463" y="552450"/>
                </a:lnTo>
                <a:lnTo>
                  <a:pt x="261938" y="552450"/>
                </a:lnTo>
                <a:lnTo>
                  <a:pt x="252413" y="552450"/>
                </a:lnTo>
                <a:lnTo>
                  <a:pt x="247650" y="547688"/>
                </a:lnTo>
                <a:lnTo>
                  <a:pt x="242888" y="542925"/>
                </a:lnTo>
                <a:lnTo>
                  <a:pt x="233363" y="542925"/>
                </a:lnTo>
                <a:lnTo>
                  <a:pt x="228600" y="538163"/>
                </a:lnTo>
                <a:lnTo>
                  <a:pt x="223838" y="533400"/>
                </a:lnTo>
                <a:lnTo>
                  <a:pt x="214313" y="533400"/>
                </a:lnTo>
                <a:lnTo>
                  <a:pt x="204788" y="533400"/>
                </a:lnTo>
                <a:lnTo>
                  <a:pt x="200025" y="528638"/>
                </a:lnTo>
                <a:lnTo>
                  <a:pt x="195263" y="523875"/>
                </a:lnTo>
                <a:lnTo>
                  <a:pt x="185738" y="523875"/>
                </a:lnTo>
                <a:lnTo>
                  <a:pt x="180975" y="519113"/>
                </a:lnTo>
                <a:lnTo>
                  <a:pt x="176213" y="514350"/>
                </a:lnTo>
                <a:lnTo>
                  <a:pt x="166688" y="514350"/>
                </a:lnTo>
                <a:lnTo>
                  <a:pt x="157163" y="514350"/>
                </a:lnTo>
                <a:lnTo>
                  <a:pt x="152400" y="509588"/>
                </a:lnTo>
                <a:lnTo>
                  <a:pt x="147638" y="504825"/>
                </a:lnTo>
                <a:lnTo>
                  <a:pt x="142875" y="500063"/>
                </a:lnTo>
                <a:lnTo>
                  <a:pt x="138113" y="495300"/>
                </a:lnTo>
                <a:lnTo>
                  <a:pt x="128588" y="495300"/>
                </a:lnTo>
                <a:lnTo>
                  <a:pt x="123825" y="490538"/>
                </a:lnTo>
                <a:lnTo>
                  <a:pt x="119063" y="485775"/>
                </a:lnTo>
                <a:lnTo>
                  <a:pt x="109538" y="485775"/>
                </a:lnTo>
                <a:lnTo>
                  <a:pt x="104775" y="481013"/>
                </a:lnTo>
                <a:lnTo>
                  <a:pt x="100013" y="476250"/>
                </a:lnTo>
                <a:lnTo>
                  <a:pt x="90488" y="476250"/>
                </a:lnTo>
                <a:lnTo>
                  <a:pt x="85725" y="471488"/>
                </a:lnTo>
                <a:lnTo>
                  <a:pt x="80963" y="466725"/>
                </a:lnTo>
                <a:lnTo>
                  <a:pt x="76200" y="461963"/>
                </a:lnTo>
                <a:lnTo>
                  <a:pt x="71438" y="457200"/>
                </a:lnTo>
                <a:lnTo>
                  <a:pt x="61913" y="457200"/>
                </a:lnTo>
                <a:lnTo>
                  <a:pt x="57150" y="452438"/>
                </a:lnTo>
                <a:lnTo>
                  <a:pt x="52388" y="447675"/>
                </a:lnTo>
                <a:lnTo>
                  <a:pt x="47625" y="442913"/>
                </a:lnTo>
                <a:lnTo>
                  <a:pt x="42863" y="438150"/>
                </a:lnTo>
                <a:lnTo>
                  <a:pt x="38100" y="433388"/>
                </a:lnTo>
                <a:lnTo>
                  <a:pt x="33338" y="428625"/>
                </a:lnTo>
                <a:lnTo>
                  <a:pt x="28575" y="423863"/>
                </a:lnTo>
                <a:lnTo>
                  <a:pt x="28575" y="414338"/>
                </a:lnTo>
                <a:lnTo>
                  <a:pt x="23813" y="409575"/>
                </a:lnTo>
                <a:lnTo>
                  <a:pt x="19050" y="404813"/>
                </a:lnTo>
                <a:lnTo>
                  <a:pt x="19050" y="395288"/>
                </a:lnTo>
                <a:lnTo>
                  <a:pt x="19050" y="385763"/>
                </a:lnTo>
                <a:lnTo>
                  <a:pt x="14288" y="381000"/>
                </a:lnTo>
                <a:lnTo>
                  <a:pt x="9525" y="376238"/>
                </a:lnTo>
                <a:lnTo>
                  <a:pt x="9525" y="366713"/>
                </a:lnTo>
                <a:lnTo>
                  <a:pt x="9525" y="357188"/>
                </a:lnTo>
                <a:lnTo>
                  <a:pt x="9525" y="347663"/>
                </a:lnTo>
                <a:lnTo>
                  <a:pt x="9525" y="338138"/>
                </a:lnTo>
                <a:lnTo>
                  <a:pt x="9525" y="328613"/>
                </a:lnTo>
                <a:lnTo>
                  <a:pt x="9525" y="319088"/>
                </a:lnTo>
                <a:lnTo>
                  <a:pt x="4763" y="314325"/>
                </a:lnTo>
                <a:lnTo>
                  <a:pt x="0" y="309563"/>
                </a:lnTo>
                <a:lnTo>
                  <a:pt x="4763" y="304800"/>
                </a:lnTo>
                <a:lnTo>
                  <a:pt x="9525" y="300038"/>
                </a:lnTo>
                <a:lnTo>
                  <a:pt x="9525" y="290513"/>
                </a:lnTo>
                <a:lnTo>
                  <a:pt x="14288" y="285750"/>
                </a:lnTo>
                <a:lnTo>
                  <a:pt x="19050" y="280988"/>
                </a:lnTo>
                <a:lnTo>
                  <a:pt x="14288" y="276225"/>
                </a:lnTo>
                <a:lnTo>
                  <a:pt x="9525" y="271463"/>
                </a:lnTo>
                <a:lnTo>
                  <a:pt x="9525" y="261938"/>
                </a:lnTo>
                <a:lnTo>
                  <a:pt x="4763" y="257175"/>
                </a:lnTo>
                <a:lnTo>
                  <a:pt x="0" y="252413"/>
                </a:lnTo>
                <a:lnTo>
                  <a:pt x="4763" y="247650"/>
                </a:lnTo>
                <a:lnTo>
                  <a:pt x="9525" y="242888"/>
                </a:lnTo>
                <a:lnTo>
                  <a:pt x="14288" y="238125"/>
                </a:lnTo>
                <a:lnTo>
                  <a:pt x="19050" y="233363"/>
                </a:lnTo>
                <a:lnTo>
                  <a:pt x="23813" y="228600"/>
                </a:lnTo>
                <a:lnTo>
                  <a:pt x="28575" y="223838"/>
                </a:lnTo>
                <a:lnTo>
                  <a:pt x="33338" y="219075"/>
                </a:lnTo>
                <a:lnTo>
                  <a:pt x="38100" y="214313"/>
                </a:lnTo>
                <a:lnTo>
                  <a:pt x="38100" y="204788"/>
                </a:lnTo>
                <a:lnTo>
                  <a:pt x="38100" y="195263"/>
                </a:lnTo>
                <a:lnTo>
                  <a:pt x="38100" y="185738"/>
                </a:lnTo>
                <a:lnTo>
                  <a:pt x="33338" y="180975"/>
                </a:lnTo>
                <a:lnTo>
                  <a:pt x="28575" y="176213"/>
                </a:lnTo>
                <a:lnTo>
                  <a:pt x="23813" y="171450"/>
                </a:lnTo>
                <a:lnTo>
                  <a:pt x="19050" y="166688"/>
                </a:lnTo>
                <a:lnTo>
                  <a:pt x="23813" y="161925"/>
                </a:lnTo>
                <a:lnTo>
                  <a:pt x="33338" y="161925"/>
                </a:lnTo>
                <a:lnTo>
                  <a:pt x="38100" y="157163"/>
                </a:lnTo>
                <a:lnTo>
                  <a:pt x="42863" y="152400"/>
                </a:lnTo>
                <a:lnTo>
                  <a:pt x="47625" y="147638"/>
                </a:lnTo>
                <a:lnTo>
                  <a:pt x="52388" y="142875"/>
                </a:lnTo>
                <a:lnTo>
                  <a:pt x="61913" y="142875"/>
                </a:lnTo>
                <a:lnTo>
                  <a:pt x="66675" y="138113"/>
                </a:lnTo>
                <a:lnTo>
                  <a:pt x="66675" y="128588"/>
                </a:lnTo>
                <a:lnTo>
                  <a:pt x="66675" y="119063"/>
                </a:lnTo>
                <a:lnTo>
                  <a:pt x="66675" y="109538"/>
                </a:lnTo>
                <a:lnTo>
                  <a:pt x="71438" y="104775"/>
                </a:lnTo>
                <a:lnTo>
                  <a:pt x="76200" y="100013"/>
                </a:lnTo>
                <a:lnTo>
                  <a:pt x="80963" y="95250"/>
                </a:lnTo>
                <a:lnTo>
                  <a:pt x="85725" y="90488"/>
                </a:lnTo>
                <a:lnTo>
                  <a:pt x="90488" y="85725"/>
                </a:lnTo>
                <a:lnTo>
                  <a:pt x="95250" y="80963"/>
                </a:lnTo>
                <a:lnTo>
                  <a:pt x="95250" y="71438"/>
                </a:lnTo>
                <a:lnTo>
                  <a:pt x="100013" y="66675"/>
                </a:lnTo>
                <a:lnTo>
                  <a:pt x="109538" y="66675"/>
                </a:lnTo>
                <a:lnTo>
                  <a:pt x="114300" y="61913"/>
                </a:lnTo>
                <a:lnTo>
                  <a:pt x="119063" y="57150"/>
                </a:lnTo>
                <a:lnTo>
                  <a:pt x="123825" y="52388"/>
                </a:lnTo>
                <a:lnTo>
                  <a:pt x="128588" y="47625"/>
                </a:lnTo>
                <a:lnTo>
                  <a:pt x="138113" y="47625"/>
                </a:lnTo>
                <a:lnTo>
                  <a:pt x="142875" y="42863"/>
                </a:lnTo>
                <a:lnTo>
                  <a:pt x="147638" y="38100"/>
                </a:lnTo>
                <a:lnTo>
                  <a:pt x="157163" y="38100"/>
                </a:lnTo>
                <a:lnTo>
                  <a:pt x="161925" y="33338"/>
                </a:lnTo>
                <a:lnTo>
                  <a:pt x="166688" y="28575"/>
                </a:lnTo>
                <a:lnTo>
                  <a:pt x="176213" y="28575"/>
                </a:lnTo>
                <a:lnTo>
                  <a:pt x="180975" y="23813"/>
                </a:lnTo>
                <a:lnTo>
                  <a:pt x="185738" y="19050"/>
                </a:lnTo>
                <a:lnTo>
                  <a:pt x="195263" y="19050"/>
                </a:lnTo>
                <a:lnTo>
                  <a:pt x="200025" y="14288"/>
                </a:lnTo>
                <a:lnTo>
                  <a:pt x="204788" y="9525"/>
                </a:lnTo>
                <a:lnTo>
                  <a:pt x="214313" y="9525"/>
                </a:lnTo>
                <a:lnTo>
                  <a:pt x="219075" y="4763"/>
                </a:lnTo>
                <a:close/>
              </a:path>
            </a:pathLst>
          </a:custGeom>
          <a:solidFill xmlns:a="http://schemas.openxmlformats.org/drawingml/2006/main">
            <a:srgbClr val="D0D0D0"/>
          </a:solidFill>
          <a:ln xmlns:a="http://schemas.openxmlformats.org/drawingml/2006/main" w="0">
            <a:noFill/>
            <a:prstDash val="solid"/>
          </a:ln>
        </p:spPr>
      </p:sp>
      <p:sp>
        <p:nvSpPr>
          <p:cNvPr id="442" name="deep-skill-chaining-source-component-9-gradient-210-0">
            <a:extLst xmlns:a="http://schemas.openxmlformats.org/drawingml/2006/main">
              <a:ext uri="{FF2B5EF4-FFF2-40B4-BE49-F238E27FC236}">
                <a16:creationId xmlns:a16="http://schemas.microsoft.com/office/drawing/2014/main" id="{D6FBC8E1-966B-4CB2-85B0-D4E872A865C7}"/>
              </a:ext>
            </a:extLst>
          </p:cNvPr>
          <p:cNvSpPr>
            <a:spLocks xmlns:a="http://schemas.openxmlformats.org/drawingml/2006/main" noGrp="1"/>
          </p:cNvSpPr>
          <p:nvPr/>
        </p:nvSpPr>
        <p:spPr>
          <a:xfrm xmlns:a="http://schemas.openxmlformats.org/drawingml/2006/main" rot="0">
            <a:off x="8467725" y="342900"/>
            <a:ext cx="638175" cy="581025"/>
          </a:xfrm>
          <a:custGeom xmlns:a="http://schemas.openxmlformats.org/drawingml/2006/main">
            <a:pathLst>
              <a:path w="638175" h="581025">
                <a:moveTo>
                  <a:pt x="219075" y="4763"/>
                </a:moveTo>
                <a:lnTo>
                  <a:pt x="223838" y="0"/>
                </a:lnTo>
                <a:lnTo>
                  <a:pt x="233363" y="0"/>
                </a:lnTo>
                <a:lnTo>
                  <a:pt x="242888" y="0"/>
                </a:lnTo>
                <a:lnTo>
                  <a:pt x="252413" y="0"/>
                </a:lnTo>
                <a:lnTo>
                  <a:pt x="261938" y="0"/>
                </a:lnTo>
                <a:lnTo>
                  <a:pt x="271463" y="0"/>
                </a:lnTo>
                <a:lnTo>
                  <a:pt x="280988" y="0"/>
                </a:lnTo>
                <a:lnTo>
                  <a:pt x="290513" y="0"/>
                </a:lnTo>
                <a:lnTo>
                  <a:pt x="295275" y="4763"/>
                </a:lnTo>
                <a:lnTo>
                  <a:pt x="300038" y="9525"/>
                </a:lnTo>
                <a:lnTo>
                  <a:pt x="309563" y="9525"/>
                </a:lnTo>
                <a:lnTo>
                  <a:pt x="319088" y="9525"/>
                </a:lnTo>
                <a:lnTo>
                  <a:pt x="328613" y="9525"/>
                </a:lnTo>
                <a:lnTo>
                  <a:pt x="338138" y="9525"/>
                </a:lnTo>
                <a:lnTo>
                  <a:pt x="342900" y="14288"/>
                </a:lnTo>
                <a:lnTo>
                  <a:pt x="347663" y="19050"/>
                </a:lnTo>
                <a:lnTo>
                  <a:pt x="357188" y="19050"/>
                </a:lnTo>
                <a:lnTo>
                  <a:pt x="366713" y="19050"/>
                </a:lnTo>
                <a:lnTo>
                  <a:pt x="371475" y="23813"/>
                </a:lnTo>
                <a:lnTo>
                  <a:pt x="376238" y="28575"/>
                </a:lnTo>
                <a:lnTo>
                  <a:pt x="385763" y="28575"/>
                </a:lnTo>
                <a:lnTo>
                  <a:pt x="395288" y="28575"/>
                </a:lnTo>
                <a:lnTo>
                  <a:pt x="404813" y="28575"/>
                </a:lnTo>
                <a:lnTo>
                  <a:pt x="409575" y="33338"/>
                </a:lnTo>
                <a:lnTo>
                  <a:pt x="414338" y="38100"/>
                </a:lnTo>
                <a:lnTo>
                  <a:pt x="423863" y="38100"/>
                </a:lnTo>
                <a:lnTo>
                  <a:pt x="433388" y="38100"/>
                </a:lnTo>
                <a:lnTo>
                  <a:pt x="438150" y="42863"/>
                </a:lnTo>
                <a:lnTo>
                  <a:pt x="442913" y="47625"/>
                </a:lnTo>
                <a:lnTo>
                  <a:pt x="452438" y="47625"/>
                </a:lnTo>
                <a:lnTo>
                  <a:pt x="457200" y="52388"/>
                </a:lnTo>
                <a:lnTo>
                  <a:pt x="461963" y="57150"/>
                </a:lnTo>
                <a:lnTo>
                  <a:pt x="471488" y="57150"/>
                </a:lnTo>
                <a:lnTo>
                  <a:pt x="476250" y="61913"/>
                </a:lnTo>
                <a:lnTo>
                  <a:pt x="481013" y="66675"/>
                </a:lnTo>
                <a:lnTo>
                  <a:pt x="490538" y="66675"/>
                </a:lnTo>
                <a:lnTo>
                  <a:pt x="495300" y="71438"/>
                </a:lnTo>
                <a:lnTo>
                  <a:pt x="500063" y="76200"/>
                </a:lnTo>
                <a:lnTo>
                  <a:pt x="509588" y="76200"/>
                </a:lnTo>
                <a:lnTo>
                  <a:pt x="519113" y="76200"/>
                </a:lnTo>
                <a:lnTo>
                  <a:pt x="523875" y="80963"/>
                </a:lnTo>
                <a:lnTo>
                  <a:pt x="528638" y="85725"/>
                </a:lnTo>
                <a:lnTo>
                  <a:pt x="533400" y="90488"/>
                </a:lnTo>
                <a:lnTo>
                  <a:pt x="538163" y="95250"/>
                </a:lnTo>
                <a:lnTo>
                  <a:pt x="547688" y="95250"/>
                </a:lnTo>
                <a:lnTo>
                  <a:pt x="552450" y="100013"/>
                </a:lnTo>
                <a:lnTo>
                  <a:pt x="557213" y="104775"/>
                </a:lnTo>
                <a:lnTo>
                  <a:pt x="566738" y="104775"/>
                </a:lnTo>
                <a:lnTo>
                  <a:pt x="571500" y="109538"/>
                </a:lnTo>
                <a:lnTo>
                  <a:pt x="576263" y="114300"/>
                </a:lnTo>
                <a:lnTo>
                  <a:pt x="581025" y="119063"/>
                </a:lnTo>
                <a:lnTo>
                  <a:pt x="585788" y="123825"/>
                </a:lnTo>
                <a:lnTo>
                  <a:pt x="595313" y="123825"/>
                </a:lnTo>
                <a:lnTo>
                  <a:pt x="600075" y="128588"/>
                </a:lnTo>
                <a:lnTo>
                  <a:pt x="600075" y="138113"/>
                </a:lnTo>
                <a:lnTo>
                  <a:pt x="604838" y="142875"/>
                </a:lnTo>
                <a:lnTo>
                  <a:pt x="609600" y="147638"/>
                </a:lnTo>
                <a:lnTo>
                  <a:pt x="609600" y="157163"/>
                </a:lnTo>
                <a:lnTo>
                  <a:pt x="609600" y="166688"/>
                </a:lnTo>
                <a:lnTo>
                  <a:pt x="609600" y="176213"/>
                </a:lnTo>
                <a:lnTo>
                  <a:pt x="609600" y="185738"/>
                </a:lnTo>
                <a:lnTo>
                  <a:pt x="614363" y="190500"/>
                </a:lnTo>
                <a:lnTo>
                  <a:pt x="619125" y="195263"/>
                </a:lnTo>
                <a:lnTo>
                  <a:pt x="619125" y="204788"/>
                </a:lnTo>
                <a:lnTo>
                  <a:pt x="623888" y="209550"/>
                </a:lnTo>
                <a:lnTo>
                  <a:pt x="628650" y="214313"/>
                </a:lnTo>
                <a:lnTo>
                  <a:pt x="628650" y="223838"/>
                </a:lnTo>
                <a:lnTo>
                  <a:pt x="628650" y="233363"/>
                </a:lnTo>
                <a:lnTo>
                  <a:pt x="633413" y="238125"/>
                </a:lnTo>
                <a:lnTo>
                  <a:pt x="638175" y="242888"/>
                </a:lnTo>
                <a:lnTo>
                  <a:pt x="638175" y="252413"/>
                </a:lnTo>
                <a:lnTo>
                  <a:pt x="638175" y="261938"/>
                </a:lnTo>
                <a:lnTo>
                  <a:pt x="638175" y="271463"/>
                </a:lnTo>
                <a:lnTo>
                  <a:pt x="638175" y="280988"/>
                </a:lnTo>
                <a:lnTo>
                  <a:pt x="638175" y="290513"/>
                </a:lnTo>
                <a:lnTo>
                  <a:pt x="638175" y="300038"/>
                </a:lnTo>
                <a:lnTo>
                  <a:pt x="638175" y="309563"/>
                </a:lnTo>
                <a:lnTo>
                  <a:pt x="633413" y="314325"/>
                </a:lnTo>
                <a:lnTo>
                  <a:pt x="628650" y="319088"/>
                </a:lnTo>
                <a:lnTo>
                  <a:pt x="628650" y="328613"/>
                </a:lnTo>
                <a:lnTo>
                  <a:pt x="628650" y="338138"/>
                </a:lnTo>
                <a:lnTo>
                  <a:pt x="633413" y="342900"/>
                </a:lnTo>
                <a:lnTo>
                  <a:pt x="638175" y="347663"/>
                </a:lnTo>
                <a:lnTo>
                  <a:pt x="638175" y="357188"/>
                </a:lnTo>
                <a:lnTo>
                  <a:pt x="633413" y="361950"/>
                </a:lnTo>
                <a:lnTo>
                  <a:pt x="628650" y="366713"/>
                </a:lnTo>
                <a:lnTo>
                  <a:pt x="623888" y="371475"/>
                </a:lnTo>
                <a:lnTo>
                  <a:pt x="619125" y="376238"/>
                </a:lnTo>
                <a:lnTo>
                  <a:pt x="614363" y="381000"/>
                </a:lnTo>
                <a:lnTo>
                  <a:pt x="609600" y="385763"/>
                </a:lnTo>
                <a:lnTo>
                  <a:pt x="609600" y="395288"/>
                </a:lnTo>
                <a:lnTo>
                  <a:pt x="609600" y="404813"/>
                </a:lnTo>
                <a:lnTo>
                  <a:pt x="609600" y="414338"/>
                </a:lnTo>
                <a:lnTo>
                  <a:pt x="604838" y="419100"/>
                </a:lnTo>
                <a:lnTo>
                  <a:pt x="600075" y="423863"/>
                </a:lnTo>
                <a:lnTo>
                  <a:pt x="595313" y="428625"/>
                </a:lnTo>
                <a:lnTo>
                  <a:pt x="590550" y="433388"/>
                </a:lnTo>
                <a:lnTo>
                  <a:pt x="590550" y="442913"/>
                </a:lnTo>
                <a:lnTo>
                  <a:pt x="590550" y="452438"/>
                </a:lnTo>
                <a:lnTo>
                  <a:pt x="585788" y="457200"/>
                </a:lnTo>
                <a:lnTo>
                  <a:pt x="581025" y="461963"/>
                </a:lnTo>
                <a:lnTo>
                  <a:pt x="581025" y="471488"/>
                </a:lnTo>
                <a:lnTo>
                  <a:pt x="581025" y="481013"/>
                </a:lnTo>
                <a:lnTo>
                  <a:pt x="581025" y="490538"/>
                </a:lnTo>
                <a:lnTo>
                  <a:pt x="581025" y="500063"/>
                </a:lnTo>
                <a:lnTo>
                  <a:pt x="576263" y="504825"/>
                </a:lnTo>
                <a:lnTo>
                  <a:pt x="571500" y="509588"/>
                </a:lnTo>
                <a:lnTo>
                  <a:pt x="566738" y="514350"/>
                </a:lnTo>
                <a:lnTo>
                  <a:pt x="561975" y="519113"/>
                </a:lnTo>
                <a:lnTo>
                  <a:pt x="557213" y="523875"/>
                </a:lnTo>
                <a:lnTo>
                  <a:pt x="552450" y="528638"/>
                </a:lnTo>
                <a:lnTo>
                  <a:pt x="547688" y="533400"/>
                </a:lnTo>
                <a:lnTo>
                  <a:pt x="538163" y="533400"/>
                </a:lnTo>
                <a:lnTo>
                  <a:pt x="528638" y="533400"/>
                </a:lnTo>
                <a:lnTo>
                  <a:pt x="523875" y="538163"/>
                </a:lnTo>
                <a:lnTo>
                  <a:pt x="519113" y="542925"/>
                </a:lnTo>
                <a:lnTo>
                  <a:pt x="514350" y="547688"/>
                </a:lnTo>
                <a:lnTo>
                  <a:pt x="509588" y="552450"/>
                </a:lnTo>
                <a:lnTo>
                  <a:pt x="504825" y="557213"/>
                </a:lnTo>
                <a:lnTo>
                  <a:pt x="500063" y="561975"/>
                </a:lnTo>
                <a:lnTo>
                  <a:pt x="490538" y="561975"/>
                </a:lnTo>
                <a:lnTo>
                  <a:pt x="485775" y="566738"/>
                </a:lnTo>
                <a:lnTo>
                  <a:pt x="481013" y="571500"/>
                </a:lnTo>
                <a:lnTo>
                  <a:pt x="471488" y="571500"/>
                </a:lnTo>
                <a:lnTo>
                  <a:pt x="466725" y="576263"/>
                </a:lnTo>
                <a:lnTo>
                  <a:pt x="461963" y="581025"/>
                </a:lnTo>
                <a:lnTo>
                  <a:pt x="452438" y="581025"/>
                </a:lnTo>
                <a:lnTo>
                  <a:pt x="442913" y="581025"/>
                </a:lnTo>
                <a:lnTo>
                  <a:pt x="433388" y="581025"/>
                </a:lnTo>
                <a:lnTo>
                  <a:pt x="423863" y="581025"/>
                </a:lnTo>
                <a:lnTo>
                  <a:pt x="414338" y="581025"/>
                </a:lnTo>
                <a:lnTo>
                  <a:pt x="409575" y="576263"/>
                </a:lnTo>
                <a:lnTo>
                  <a:pt x="404813" y="571500"/>
                </a:lnTo>
                <a:lnTo>
                  <a:pt x="395288" y="571500"/>
                </a:lnTo>
                <a:lnTo>
                  <a:pt x="385763" y="571500"/>
                </a:lnTo>
                <a:lnTo>
                  <a:pt x="376238" y="571500"/>
                </a:lnTo>
                <a:lnTo>
                  <a:pt x="366713" y="571500"/>
                </a:lnTo>
                <a:lnTo>
                  <a:pt x="357188" y="571500"/>
                </a:lnTo>
                <a:lnTo>
                  <a:pt x="347663" y="571500"/>
                </a:lnTo>
                <a:lnTo>
                  <a:pt x="342900" y="566738"/>
                </a:lnTo>
                <a:lnTo>
                  <a:pt x="338138" y="561975"/>
                </a:lnTo>
                <a:lnTo>
                  <a:pt x="328613" y="561975"/>
                </a:lnTo>
                <a:lnTo>
                  <a:pt x="319088" y="561975"/>
                </a:lnTo>
                <a:lnTo>
                  <a:pt x="309563" y="561975"/>
                </a:lnTo>
                <a:lnTo>
                  <a:pt x="300038" y="561975"/>
                </a:lnTo>
                <a:lnTo>
                  <a:pt x="295275" y="557213"/>
                </a:lnTo>
                <a:lnTo>
                  <a:pt x="290513" y="552450"/>
                </a:lnTo>
                <a:lnTo>
                  <a:pt x="280988" y="552450"/>
                </a:lnTo>
                <a:lnTo>
                  <a:pt x="271463" y="552450"/>
                </a:lnTo>
                <a:lnTo>
                  <a:pt x="266700" y="547688"/>
                </a:lnTo>
                <a:lnTo>
                  <a:pt x="261938" y="542925"/>
                </a:lnTo>
                <a:lnTo>
                  <a:pt x="252413" y="542925"/>
                </a:lnTo>
                <a:lnTo>
                  <a:pt x="242888" y="542925"/>
                </a:lnTo>
                <a:lnTo>
                  <a:pt x="233363" y="542925"/>
                </a:lnTo>
                <a:lnTo>
                  <a:pt x="228600" y="538163"/>
                </a:lnTo>
                <a:lnTo>
                  <a:pt x="223838" y="533400"/>
                </a:lnTo>
                <a:lnTo>
                  <a:pt x="214313" y="533400"/>
                </a:lnTo>
                <a:lnTo>
                  <a:pt x="209550" y="528638"/>
                </a:lnTo>
                <a:lnTo>
                  <a:pt x="204788" y="523875"/>
                </a:lnTo>
                <a:lnTo>
                  <a:pt x="195263" y="523875"/>
                </a:lnTo>
                <a:lnTo>
                  <a:pt x="185738" y="523875"/>
                </a:lnTo>
                <a:lnTo>
                  <a:pt x="180975" y="519113"/>
                </a:lnTo>
                <a:lnTo>
                  <a:pt x="176213" y="514350"/>
                </a:lnTo>
                <a:lnTo>
                  <a:pt x="166688" y="514350"/>
                </a:lnTo>
                <a:lnTo>
                  <a:pt x="161925" y="509588"/>
                </a:lnTo>
                <a:lnTo>
                  <a:pt x="157163" y="504825"/>
                </a:lnTo>
                <a:lnTo>
                  <a:pt x="147638" y="504825"/>
                </a:lnTo>
                <a:lnTo>
                  <a:pt x="138113" y="504825"/>
                </a:lnTo>
                <a:lnTo>
                  <a:pt x="133350" y="500063"/>
                </a:lnTo>
                <a:lnTo>
                  <a:pt x="128588" y="495300"/>
                </a:lnTo>
                <a:lnTo>
                  <a:pt x="123825" y="490538"/>
                </a:lnTo>
                <a:lnTo>
                  <a:pt x="119063" y="485775"/>
                </a:lnTo>
                <a:lnTo>
                  <a:pt x="109538" y="485775"/>
                </a:lnTo>
                <a:lnTo>
                  <a:pt x="104775" y="481013"/>
                </a:lnTo>
                <a:lnTo>
                  <a:pt x="100013" y="476250"/>
                </a:lnTo>
                <a:lnTo>
                  <a:pt x="90488" y="476250"/>
                </a:lnTo>
                <a:lnTo>
                  <a:pt x="85725" y="471488"/>
                </a:lnTo>
                <a:lnTo>
                  <a:pt x="80963" y="466725"/>
                </a:lnTo>
                <a:lnTo>
                  <a:pt x="71438" y="466725"/>
                </a:lnTo>
                <a:lnTo>
                  <a:pt x="66675" y="461963"/>
                </a:lnTo>
                <a:lnTo>
                  <a:pt x="61913" y="457200"/>
                </a:lnTo>
                <a:lnTo>
                  <a:pt x="57150" y="452438"/>
                </a:lnTo>
                <a:lnTo>
                  <a:pt x="52388" y="447675"/>
                </a:lnTo>
                <a:lnTo>
                  <a:pt x="42863" y="447675"/>
                </a:lnTo>
                <a:lnTo>
                  <a:pt x="38100" y="442913"/>
                </a:lnTo>
                <a:lnTo>
                  <a:pt x="33338" y="438150"/>
                </a:lnTo>
                <a:lnTo>
                  <a:pt x="28575" y="433388"/>
                </a:lnTo>
                <a:lnTo>
                  <a:pt x="28575" y="423863"/>
                </a:lnTo>
                <a:lnTo>
                  <a:pt x="28575" y="414338"/>
                </a:lnTo>
                <a:lnTo>
                  <a:pt x="23813" y="409575"/>
                </a:lnTo>
                <a:lnTo>
                  <a:pt x="19050" y="404813"/>
                </a:lnTo>
                <a:lnTo>
                  <a:pt x="19050" y="395288"/>
                </a:lnTo>
                <a:lnTo>
                  <a:pt x="14288" y="390525"/>
                </a:lnTo>
                <a:lnTo>
                  <a:pt x="9525" y="385763"/>
                </a:lnTo>
                <a:lnTo>
                  <a:pt x="9525" y="376238"/>
                </a:lnTo>
                <a:lnTo>
                  <a:pt x="9525" y="366713"/>
                </a:lnTo>
                <a:lnTo>
                  <a:pt x="4763" y="361950"/>
                </a:lnTo>
                <a:lnTo>
                  <a:pt x="0" y="357188"/>
                </a:lnTo>
                <a:lnTo>
                  <a:pt x="0" y="347663"/>
                </a:lnTo>
                <a:lnTo>
                  <a:pt x="0" y="338138"/>
                </a:lnTo>
                <a:lnTo>
                  <a:pt x="0" y="328613"/>
                </a:lnTo>
                <a:lnTo>
                  <a:pt x="0" y="319088"/>
                </a:lnTo>
                <a:lnTo>
                  <a:pt x="0" y="309563"/>
                </a:lnTo>
                <a:lnTo>
                  <a:pt x="0" y="300038"/>
                </a:lnTo>
                <a:lnTo>
                  <a:pt x="0" y="290513"/>
                </a:lnTo>
                <a:lnTo>
                  <a:pt x="4763" y="285750"/>
                </a:lnTo>
                <a:lnTo>
                  <a:pt x="9525" y="280988"/>
                </a:lnTo>
                <a:lnTo>
                  <a:pt x="9525" y="271463"/>
                </a:lnTo>
                <a:lnTo>
                  <a:pt x="9525" y="261938"/>
                </a:lnTo>
                <a:lnTo>
                  <a:pt x="4763" y="257175"/>
                </a:lnTo>
                <a:lnTo>
                  <a:pt x="0" y="252413"/>
                </a:lnTo>
                <a:lnTo>
                  <a:pt x="0" y="242888"/>
                </a:lnTo>
                <a:lnTo>
                  <a:pt x="4763" y="238125"/>
                </a:lnTo>
                <a:lnTo>
                  <a:pt x="9525" y="233363"/>
                </a:lnTo>
                <a:lnTo>
                  <a:pt x="14288" y="228600"/>
                </a:lnTo>
                <a:lnTo>
                  <a:pt x="19050" y="223838"/>
                </a:lnTo>
                <a:lnTo>
                  <a:pt x="23813" y="219075"/>
                </a:lnTo>
                <a:lnTo>
                  <a:pt x="28575" y="214313"/>
                </a:lnTo>
                <a:lnTo>
                  <a:pt x="28575" y="204788"/>
                </a:lnTo>
                <a:lnTo>
                  <a:pt x="28575" y="195263"/>
                </a:lnTo>
                <a:lnTo>
                  <a:pt x="28575" y="185738"/>
                </a:lnTo>
                <a:lnTo>
                  <a:pt x="28575" y="176213"/>
                </a:lnTo>
                <a:lnTo>
                  <a:pt x="28575" y="166688"/>
                </a:lnTo>
                <a:lnTo>
                  <a:pt x="28575" y="157163"/>
                </a:lnTo>
                <a:lnTo>
                  <a:pt x="33338" y="152400"/>
                </a:lnTo>
                <a:lnTo>
                  <a:pt x="38100" y="147638"/>
                </a:lnTo>
                <a:lnTo>
                  <a:pt x="42863" y="142875"/>
                </a:lnTo>
                <a:lnTo>
                  <a:pt x="47625" y="138113"/>
                </a:lnTo>
                <a:lnTo>
                  <a:pt x="52388" y="133350"/>
                </a:lnTo>
                <a:lnTo>
                  <a:pt x="57150" y="128588"/>
                </a:lnTo>
                <a:lnTo>
                  <a:pt x="61913" y="123825"/>
                </a:lnTo>
                <a:lnTo>
                  <a:pt x="66675" y="119063"/>
                </a:lnTo>
                <a:lnTo>
                  <a:pt x="66675" y="109538"/>
                </a:lnTo>
                <a:lnTo>
                  <a:pt x="66675" y="100013"/>
                </a:lnTo>
                <a:lnTo>
                  <a:pt x="71438" y="95250"/>
                </a:lnTo>
                <a:lnTo>
                  <a:pt x="76200" y="90488"/>
                </a:lnTo>
                <a:lnTo>
                  <a:pt x="80963" y="85725"/>
                </a:lnTo>
                <a:lnTo>
                  <a:pt x="85725" y="80963"/>
                </a:lnTo>
                <a:lnTo>
                  <a:pt x="85725" y="71438"/>
                </a:lnTo>
                <a:lnTo>
                  <a:pt x="90488" y="66675"/>
                </a:lnTo>
                <a:lnTo>
                  <a:pt x="100013" y="66675"/>
                </a:lnTo>
                <a:lnTo>
                  <a:pt x="104775" y="61913"/>
                </a:lnTo>
                <a:lnTo>
                  <a:pt x="109538" y="57150"/>
                </a:lnTo>
                <a:lnTo>
                  <a:pt x="119063" y="57150"/>
                </a:lnTo>
                <a:lnTo>
                  <a:pt x="123825" y="52388"/>
                </a:lnTo>
                <a:lnTo>
                  <a:pt x="128588" y="47625"/>
                </a:lnTo>
                <a:lnTo>
                  <a:pt x="133350" y="42863"/>
                </a:lnTo>
                <a:lnTo>
                  <a:pt x="138113" y="38100"/>
                </a:lnTo>
                <a:lnTo>
                  <a:pt x="147638" y="38100"/>
                </a:lnTo>
                <a:lnTo>
                  <a:pt x="152400" y="33338"/>
                </a:lnTo>
                <a:lnTo>
                  <a:pt x="157163" y="28575"/>
                </a:lnTo>
                <a:lnTo>
                  <a:pt x="166688" y="28575"/>
                </a:lnTo>
                <a:lnTo>
                  <a:pt x="171450" y="23813"/>
                </a:lnTo>
                <a:lnTo>
                  <a:pt x="176213" y="19050"/>
                </a:lnTo>
                <a:lnTo>
                  <a:pt x="185738" y="19050"/>
                </a:lnTo>
                <a:lnTo>
                  <a:pt x="190500" y="14288"/>
                </a:lnTo>
                <a:lnTo>
                  <a:pt x="195263" y="9525"/>
                </a:lnTo>
                <a:lnTo>
                  <a:pt x="204788" y="9525"/>
                </a:lnTo>
                <a:lnTo>
                  <a:pt x="214313" y="9525"/>
                </a:lnTo>
                <a:lnTo>
                  <a:pt x="219075" y="4763"/>
                </a:lnTo>
                <a:close/>
              </a:path>
            </a:pathLst>
          </a:custGeom>
          <a:solidFill xmlns:a="http://schemas.openxmlformats.org/drawingml/2006/main">
            <a:srgbClr val="D2D2D2"/>
          </a:solidFill>
          <a:ln xmlns:a="http://schemas.openxmlformats.org/drawingml/2006/main" w="0">
            <a:noFill/>
            <a:prstDash val="solid"/>
          </a:ln>
        </p:spPr>
      </p:sp>
      <p:sp>
        <p:nvSpPr>
          <p:cNvPr id="443" name="deep-skill-chaining-source-component-9-gradient-212-0">
            <a:extLst xmlns:a="http://schemas.openxmlformats.org/drawingml/2006/main">
              <a:ext uri="{FF2B5EF4-FFF2-40B4-BE49-F238E27FC236}">
                <a16:creationId xmlns:a16="http://schemas.microsoft.com/office/drawing/2014/main" id="{CE842A51-9F78-408C-9735-7E29D5A7F494}"/>
              </a:ext>
            </a:extLst>
          </p:cNvPr>
          <p:cNvSpPr>
            <a:spLocks xmlns:a="http://schemas.openxmlformats.org/drawingml/2006/main" noGrp="1"/>
          </p:cNvSpPr>
          <p:nvPr/>
        </p:nvSpPr>
        <p:spPr>
          <a:xfrm xmlns:a="http://schemas.openxmlformats.org/drawingml/2006/main" rot="0">
            <a:off x="8477250" y="352425"/>
            <a:ext cx="619125" cy="571500"/>
          </a:xfrm>
          <a:custGeom xmlns:a="http://schemas.openxmlformats.org/drawingml/2006/main">
            <a:pathLst>
              <a:path w="619125" h="571500">
                <a:moveTo>
                  <a:pt x="219075" y="4763"/>
                </a:move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3375" y="4763"/>
                </a:lnTo>
                <a:lnTo>
                  <a:pt x="338138" y="9525"/>
                </a:lnTo>
                <a:lnTo>
                  <a:pt x="347663" y="9525"/>
                </a:lnTo>
                <a:lnTo>
                  <a:pt x="357188" y="9525"/>
                </a:lnTo>
                <a:lnTo>
                  <a:pt x="361950" y="14288"/>
                </a:lnTo>
                <a:lnTo>
                  <a:pt x="366713" y="19050"/>
                </a:lnTo>
                <a:lnTo>
                  <a:pt x="376238" y="19050"/>
                </a:lnTo>
                <a:lnTo>
                  <a:pt x="385763" y="19050"/>
                </a:lnTo>
                <a:lnTo>
                  <a:pt x="395288" y="19050"/>
                </a:lnTo>
                <a:lnTo>
                  <a:pt x="400050" y="23813"/>
                </a:lnTo>
                <a:lnTo>
                  <a:pt x="404813" y="28575"/>
                </a:lnTo>
                <a:lnTo>
                  <a:pt x="414338" y="28575"/>
                </a:lnTo>
                <a:lnTo>
                  <a:pt x="423863" y="28575"/>
                </a:lnTo>
                <a:lnTo>
                  <a:pt x="428625" y="33338"/>
                </a:lnTo>
                <a:lnTo>
                  <a:pt x="433388" y="38100"/>
                </a:lnTo>
                <a:lnTo>
                  <a:pt x="442913" y="38100"/>
                </a:lnTo>
                <a:lnTo>
                  <a:pt x="447675" y="42863"/>
                </a:lnTo>
                <a:lnTo>
                  <a:pt x="452438" y="47625"/>
                </a:lnTo>
                <a:lnTo>
                  <a:pt x="461963" y="47625"/>
                </a:lnTo>
                <a:lnTo>
                  <a:pt x="466725" y="52388"/>
                </a:lnTo>
                <a:lnTo>
                  <a:pt x="471488" y="57150"/>
                </a:lnTo>
                <a:lnTo>
                  <a:pt x="481013" y="57150"/>
                </a:lnTo>
                <a:lnTo>
                  <a:pt x="485775" y="61913"/>
                </a:lnTo>
                <a:lnTo>
                  <a:pt x="490538" y="66675"/>
                </a:lnTo>
                <a:lnTo>
                  <a:pt x="500063" y="66675"/>
                </a:lnTo>
                <a:lnTo>
                  <a:pt x="504825" y="71438"/>
                </a:lnTo>
                <a:lnTo>
                  <a:pt x="509588" y="76200"/>
                </a:lnTo>
                <a:lnTo>
                  <a:pt x="514350" y="80963"/>
                </a:lnTo>
                <a:lnTo>
                  <a:pt x="519113" y="85725"/>
                </a:lnTo>
                <a:lnTo>
                  <a:pt x="528638" y="85725"/>
                </a:lnTo>
                <a:lnTo>
                  <a:pt x="538163" y="85725"/>
                </a:lnTo>
                <a:lnTo>
                  <a:pt x="542925" y="90488"/>
                </a:lnTo>
                <a:lnTo>
                  <a:pt x="547688" y="95250"/>
                </a:lnTo>
                <a:lnTo>
                  <a:pt x="552450" y="100013"/>
                </a:lnTo>
                <a:lnTo>
                  <a:pt x="557213" y="104775"/>
                </a:lnTo>
                <a:lnTo>
                  <a:pt x="561975" y="109538"/>
                </a:lnTo>
                <a:lnTo>
                  <a:pt x="566738" y="114300"/>
                </a:lnTo>
                <a:lnTo>
                  <a:pt x="571500" y="119063"/>
                </a:lnTo>
                <a:lnTo>
                  <a:pt x="571500" y="128588"/>
                </a:lnTo>
                <a:lnTo>
                  <a:pt x="576263" y="133350"/>
                </a:lnTo>
                <a:lnTo>
                  <a:pt x="581025" y="138113"/>
                </a:lnTo>
                <a:lnTo>
                  <a:pt x="585788" y="142875"/>
                </a:lnTo>
                <a:lnTo>
                  <a:pt x="590550" y="147638"/>
                </a:lnTo>
                <a:lnTo>
                  <a:pt x="590550" y="157163"/>
                </a:lnTo>
                <a:lnTo>
                  <a:pt x="590550" y="166688"/>
                </a:lnTo>
                <a:lnTo>
                  <a:pt x="590550" y="176213"/>
                </a:lnTo>
                <a:lnTo>
                  <a:pt x="590550" y="185738"/>
                </a:lnTo>
                <a:lnTo>
                  <a:pt x="595313" y="190500"/>
                </a:lnTo>
                <a:lnTo>
                  <a:pt x="600075" y="195263"/>
                </a:lnTo>
                <a:lnTo>
                  <a:pt x="600075" y="204788"/>
                </a:lnTo>
                <a:lnTo>
                  <a:pt x="604838" y="209550"/>
                </a:lnTo>
                <a:lnTo>
                  <a:pt x="609600" y="214313"/>
                </a:lnTo>
                <a:lnTo>
                  <a:pt x="609600" y="223838"/>
                </a:lnTo>
                <a:lnTo>
                  <a:pt x="609600" y="233363"/>
                </a:lnTo>
                <a:lnTo>
                  <a:pt x="609600" y="242888"/>
                </a:lnTo>
                <a:lnTo>
                  <a:pt x="609600" y="252413"/>
                </a:lnTo>
                <a:lnTo>
                  <a:pt x="609600" y="261938"/>
                </a:lnTo>
                <a:lnTo>
                  <a:pt x="609600" y="271463"/>
                </a:lnTo>
                <a:lnTo>
                  <a:pt x="614363" y="276225"/>
                </a:lnTo>
                <a:lnTo>
                  <a:pt x="619125" y="280988"/>
                </a:lnTo>
                <a:lnTo>
                  <a:pt x="619125" y="290513"/>
                </a:lnTo>
                <a:lnTo>
                  <a:pt x="614363" y="295275"/>
                </a:lnTo>
                <a:lnTo>
                  <a:pt x="609600" y="300038"/>
                </a:lnTo>
                <a:lnTo>
                  <a:pt x="609600" y="309563"/>
                </a:lnTo>
                <a:lnTo>
                  <a:pt x="609600" y="319088"/>
                </a:lnTo>
                <a:lnTo>
                  <a:pt x="609600" y="328613"/>
                </a:lnTo>
                <a:lnTo>
                  <a:pt x="609600" y="338138"/>
                </a:lnTo>
                <a:lnTo>
                  <a:pt x="614363" y="342900"/>
                </a:lnTo>
                <a:lnTo>
                  <a:pt x="619125" y="347663"/>
                </a:lnTo>
                <a:lnTo>
                  <a:pt x="614363" y="352425"/>
                </a:lnTo>
                <a:lnTo>
                  <a:pt x="609600" y="357188"/>
                </a:lnTo>
                <a:lnTo>
                  <a:pt x="604838" y="361950"/>
                </a:lnTo>
                <a:lnTo>
                  <a:pt x="600075" y="366713"/>
                </a:lnTo>
                <a:lnTo>
                  <a:pt x="595313" y="371475"/>
                </a:lnTo>
                <a:lnTo>
                  <a:pt x="590550" y="376238"/>
                </a:lnTo>
                <a:lnTo>
                  <a:pt x="585788" y="381000"/>
                </a:lnTo>
                <a:lnTo>
                  <a:pt x="581025" y="385763"/>
                </a:lnTo>
                <a:lnTo>
                  <a:pt x="581025" y="395288"/>
                </a:lnTo>
                <a:lnTo>
                  <a:pt x="581025" y="404813"/>
                </a:lnTo>
                <a:lnTo>
                  <a:pt x="576263" y="409575"/>
                </a:lnTo>
                <a:lnTo>
                  <a:pt x="571500" y="414338"/>
                </a:lnTo>
                <a:lnTo>
                  <a:pt x="571500" y="423863"/>
                </a:lnTo>
                <a:lnTo>
                  <a:pt x="571500" y="433388"/>
                </a:lnTo>
                <a:lnTo>
                  <a:pt x="566738" y="438150"/>
                </a:lnTo>
                <a:lnTo>
                  <a:pt x="561975" y="442913"/>
                </a:lnTo>
                <a:lnTo>
                  <a:pt x="557213" y="447675"/>
                </a:lnTo>
                <a:lnTo>
                  <a:pt x="552450" y="452438"/>
                </a:lnTo>
                <a:lnTo>
                  <a:pt x="552450" y="461963"/>
                </a:lnTo>
                <a:lnTo>
                  <a:pt x="552450" y="471488"/>
                </a:lnTo>
                <a:lnTo>
                  <a:pt x="552450" y="481013"/>
                </a:lnTo>
                <a:lnTo>
                  <a:pt x="552450" y="490538"/>
                </a:lnTo>
                <a:lnTo>
                  <a:pt x="547688" y="495300"/>
                </a:lnTo>
                <a:lnTo>
                  <a:pt x="542925" y="500063"/>
                </a:lnTo>
                <a:lnTo>
                  <a:pt x="538163" y="504825"/>
                </a:lnTo>
                <a:lnTo>
                  <a:pt x="528638" y="504825"/>
                </a:lnTo>
                <a:lnTo>
                  <a:pt x="523875" y="509588"/>
                </a:lnTo>
                <a:lnTo>
                  <a:pt x="519113" y="514350"/>
                </a:lnTo>
                <a:lnTo>
                  <a:pt x="514350" y="519113"/>
                </a:lnTo>
                <a:lnTo>
                  <a:pt x="509588" y="523875"/>
                </a:lnTo>
                <a:lnTo>
                  <a:pt x="500063" y="523875"/>
                </a:lnTo>
                <a:lnTo>
                  <a:pt x="495300" y="528638"/>
                </a:lnTo>
                <a:lnTo>
                  <a:pt x="490538" y="533400"/>
                </a:lnTo>
                <a:lnTo>
                  <a:pt x="485775" y="538163"/>
                </a:lnTo>
                <a:lnTo>
                  <a:pt x="481013" y="542925"/>
                </a:lnTo>
                <a:lnTo>
                  <a:pt x="471488" y="542925"/>
                </a:lnTo>
                <a:lnTo>
                  <a:pt x="466725" y="547688"/>
                </a:lnTo>
                <a:lnTo>
                  <a:pt x="461963" y="552450"/>
                </a:lnTo>
                <a:lnTo>
                  <a:pt x="452438" y="552450"/>
                </a:lnTo>
                <a:lnTo>
                  <a:pt x="447675" y="557213"/>
                </a:lnTo>
                <a:lnTo>
                  <a:pt x="442913" y="561975"/>
                </a:lnTo>
                <a:lnTo>
                  <a:pt x="433388" y="561975"/>
                </a:lnTo>
                <a:lnTo>
                  <a:pt x="423863" y="561975"/>
                </a:lnTo>
                <a:lnTo>
                  <a:pt x="419100" y="566738"/>
                </a:lnTo>
                <a:lnTo>
                  <a:pt x="414338" y="571500"/>
                </a:lnTo>
                <a:lnTo>
                  <a:pt x="404813" y="571500"/>
                </a:lnTo>
                <a:lnTo>
                  <a:pt x="400050" y="566738"/>
                </a:lnTo>
                <a:lnTo>
                  <a:pt x="395288" y="561975"/>
                </a:lnTo>
                <a:lnTo>
                  <a:pt x="385763" y="561975"/>
                </a:lnTo>
                <a:lnTo>
                  <a:pt x="376238" y="561975"/>
                </a:lnTo>
                <a:lnTo>
                  <a:pt x="366713" y="561975"/>
                </a:lnTo>
                <a:lnTo>
                  <a:pt x="357188" y="561975"/>
                </a:lnTo>
                <a:lnTo>
                  <a:pt x="347663" y="561975"/>
                </a:lnTo>
                <a:lnTo>
                  <a:pt x="338138" y="561975"/>
                </a:lnTo>
                <a:lnTo>
                  <a:pt x="333375" y="557213"/>
                </a:lnTo>
                <a:lnTo>
                  <a:pt x="328613" y="552450"/>
                </a:lnTo>
                <a:lnTo>
                  <a:pt x="319088" y="552450"/>
                </a:lnTo>
                <a:lnTo>
                  <a:pt x="309563" y="552450"/>
                </a:lnTo>
                <a:lnTo>
                  <a:pt x="300038" y="552450"/>
                </a:lnTo>
                <a:lnTo>
                  <a:pt x="290513" y="552450"/>
                </a:lnTo>
                <a:lnTo>
                  <a:pt x="285750" y="547688"/>
                </a:lnTo>
                <a:lnTo>
                  <a:pt x="280988" y="542925"/>
                </a:lnTo>
                <a:lnTo>
                  <a:pt x="271463" y="542925"/>
                </a:lnTo>
                <a:lnTo>
                  <a:pt x="261938" y="542925"/>
                </a:lnTo>
                <a:lnTo>
                  <a:pt x="257175" y="538163"/>
                </a:lnTo>
                <a:lnTo>
                  <a:pt x="252413" y="533400"/>
                </a:lnTo>
                <a:lnTo>
                  <a:pt x="242888" y="533400"/>
                </a:lnTo>
                <a:lnTo>
                  <a:pt x="233363" y="533400"/>
                </a:lnTo>
                <a:lnTo>
                  <a:pt x="223838" y="533400"/>
                </a:lnTo>
                <a:lnTo>
                  <a:pt x="219075" y="528638"/>
                </a:lnTo>
                <a:lnTo>
                  <a:pt x="214313" y="523875"/>
                </a:lnTo>
                <a:lnTo>
                  <a:pt x="204788" y="523875"/>
                </a:lnTo>
                <a:lnTo>
                  <a:pt x="200025" y="519113"/>
                </a:lnTo>
                <a:lnTo>
                  <a:pt x="195263" y="514350"/>
                </a:lnTo>
                <a:lnTo>
                  <a:pt x="185738" y="514350"/>
                </a:lnTo>
                <a:lnTo>
                  <a:pt x="176213" y="514350"/>
                </a:lnTo>
                <a:lnTo>
                  <a:pt x="171450" y="509588"/>
                </a:lnTo>
                <a:lnTo>
                  <a:pt x="166688" y="504825"/>
                </a:lnTo>
                <a:lnTo>
                  <a:pt x="157163" y="504825"/>
                </a:lnTo>
                <a:lnTo>
                  <a:pt x="152400" y="500063"/>
                </a:lnTo>
                <a:lnTo>
                  <a:pt x="147638" y="495300"/>
                </a:lnTo>
                <a:lnTo>
                  <a:pt x="138113" y="495300"/>
                </a:lnTo>
                <a:lnTo>
                  <a:pt x="128588" y="495300"/>
                </a:lnTo>
                <a:lnTo>
                  <a:pt x="123825" y="490538"/>
                </a:lnTo>
                <a:lnTo>
                  <a:pt x="119063" y="485775"/>
                </a:lnTo>
                <a:lnTo>
                  <a:pt x="114300" y="481013"/>
                </a:lnTo>
                <a:lnTo>
                  <a:pt x="109538" y="476250"/>
                </a:lnTo>
                <a:lnTo>
                  <a:pt x="100013" y="476250"/>
                </a:lnTo>
                <a:lnTo>
                  <a:pt x="95250" y="471488"/>
                </a:lnTo>
                <a:lnTo>
                  <a:pt x="90488" y="466725"/>
                </a:lnTo>
                <a:lnTo>
                  <a:pt x="80963" y="466725"/>
                </a:lnTo>
                <a:lnTo>
                  <a:pt x="76200" y="461963"/>
                </a:lnTo>
                <a:lnTo>
                  <a:pt x="71438" y="457200"/>
                </a:lnTo>
                <a:lnTo>
                  <a:pt x="61913" y="457200"/>
                </a:lnTo>
                <a:lnTo>
                  <a:pt x="57150" y="452438"/>
                </a:lnTo>
                <a:lnTo>
                  <a:pt x="52388" y="447675"/>
                </a:lnTo>
                <a:lnTo>
                  <a:pt x="47625" y="442913"/>
                </a:lnTo>
                <a:lnTo>
                  <a:pt x="42863" y="438150"/>
                </a:lnTo>
                <a:lnTo>
                  <a:pt x="38100" y="433388"/>
                </a:lnTo>
                <a:lnTo>
                  <a:pt x="33338" y="428625"/>
                </a:lnTo>
                <a:lnTo>
                  <a:pt x="28575" y="423863"/>
                </a:lnTo>
                <a:lnTo>
                  <a:pt x="28575" y="414338"/>
                </a:lnTo>
                <a:lnTo>
                  <a:pt x="28575" y="404813"/>
                </a:lnTo>
                <a:lnTo>
                  <a:pt x="28575" y="395288"/>
                </a:lnTo>
                <a:lnTo>
                  <a:pt x="23813" y="390525"/>
                </a:lnTo>
                <a:lnTo>
                  <a:pt x="19050" y="385763"/>
                </a:lnTo>
                <a:lnTo>
                  <a:pt x="19050" y="376238"/>
                </a:lnTo>
                <a:lnTo>
                  <a:pt x="19050" y="366713"/>
                </a:lnTo>
                <a:lnTo>
                  <a:pt x="14288" y="361950"/>
                </a:lnTo>
                <a:lnTo>
                  <a:pt x="9525" y="357188"/>
                </a:lnTo>
                <a:lnTo>
                  <a:pt x="9525" y="347663"/>
                </a:lnTo>
                <a:lnTo>
                  <a:pt x="9525" y="338138"/>
                </a:lnTo>
                <a:lnTo>
                  <a:pt x="9525" y="328613"/>
                </a:lnTo>
                <a:lnTo>
                  <a:pt x="9525" y="319088"/>
                </a:lnTo>
                <a:lnTo>
                  <a:pt x="9525" y="309563"/>
                </a:lnTo>
                <a:lnTo>
                  <a:pt x="9525" y="300038"/>
                </a:lnTo>
                <a:lnTo>
                  <a:pt x="4763" y="295275"/>
                </a:lnTo>
                <a:lnTo>
                  <a:pt x="0" y="290513"/>
                </a:lnTo>
                <a:lnTo>
                  <a:pt x="4763" y="285750"/>
                </a:lnTo>
                <a:lnTo>
                  <a:pt x="9525" y="280988"/>
                </a:lnTo>
                <a:lnTo>
                  <a:pt x="9525" y="271463"/>
                </a:lnTo>
                <a:lnTo>
                  <a:pt x="14288" y="266700"/>
                </a:lnTo>
                <a:lnTo>
                  <a:pt x="19050" y="261938"/>
                </a:lnTo>
                <a:lnTo>
                  <a:pt x="14288" y="257175"/>
                </a:lnTo>
                <a:lnTo>
                  <a:pt x="9525" y="252413"/>
                </a:lnTo>
                <a:lnTo>
                  <a:pt x="9525" y="242888"/>
                </a:lnTo>
                <a:lnTo>
                  <a:pt x="4763" y="238125"/>
                </a:lnTo>
                <a:lnTo>
                  <a:pt x="0" y="233363"/>
                </a:lnTo>
                <a:lnTo>
                  <a:pt x="4763" y="228600"/>
                </a:lnTo>
                <a:lnTo>
                  <a:pt x="9525" y="223838"/>
                </a:lnTo>
                <a:lnTo>
                  <a:pt x="14288" y="219075"/>
                </a:lnTo>
                <a:lnTo>
                  <a:pt x="19050" y="214313"/>
                </a:lnTo>
                <a:lnTo>
                  <a:pt x="23813" y="209550"/>
                </a:lnTo>
                <a:lnTo>
                  <a:pt x="28575" y="204788"/>
                </a:lnTo>
                <a:lnTo>
                  <a:pt x="33338" y="200025"/>
                </a:lnTo>
                <a:lnTo>
                  <a:pt x="38100" y="195263"/>
                </a:lnTo>
                <a:lnTo>
                  <a:pt x="38100" y="185738"/>
                </a:lnTo>
                <a:lnTo>
                  <a:pt x="42863" y="180975"/>
                </a:lnTo>
                <a:lnTo>
                  <a:pt x="47625" y="176213"/>
                </a:lnTo>
                <a:lnTo>
                  <a:pt x="42863" y="171450"/>
                </a:lnTo>
                <a:lnTo>
                  <a:pt x="38100" y="166688"/>
                </a:lnTo>
                <a:lnTo>
                  <a:pt x="38100" y="157163"/>
                </a:lnTo>
                <a:lnTo>
                  <a:pt x="38100" y="147638"/>
                </a:lnTo>
                <a:lnTo>
                  <a:pt x="42863" y="142875"/>
                </a:lnTo>
                <a:lnTo>
                  <a:pt x="47625" y="138113"/>
                </a:lnTo>
                <a:lnTo>
                  <a:pt x="52388" y="133350"/>
                </a:lnTo>
                <a:lnTo>
                  <a:pt x="57150" y="128588"/>
                </a:lnTo>
                <a:lnTo>
                  <a:pt x="61913" y="123825"/>
                </a:lnTo>
                <a:lnTo>
                  <a:pt x="71438" y="123825"/>
                </a:lnTo>
                <a:lnTo>
                  <a:pt x="76200" y="119063"/>
                </a:lnTo>
                <a:lnTo>
                  <a:pt x="76200" y="109538"/>
                </a:lnTo>
                <a:lnTo>
                  <a:pt x="76200" y="100013"/>
                </a:lnTo>
                <a:lnTo>
                  <a:pt x="76200" y="90488"/>
                </a:lnTo>
                <a:lnTo>
                  <a:pt x="80963" y="85725"/>
                </a:lnTo>
                <a:lnTo>
                  <a:pt x="85725" y="80963"/>
                </a:lnTo>
                <a:lnTo>
                  <a:pt x="90488" y="76200"/>
                </a:lnTo>
                <a:lnTo>
                  <a:pt x="95250" y="71438"/>
                </a:lnTo>
                <a:lnTo>
                  <a:pt x="100013" y="66675"/>
                </a:lnTo>
                <a:lnTo>
                  <a:pt x="104775" y="61913"/>
                </a:lnTo>
                <a:lnTo>
                  <a:pt x="109538" y="57150"/>
                </a:lnTo>
                <a:lnTo>
                  <a:pt x="119063" y="57150"/>
                </a:lnTo>
                <a:lnTo>
                  <a:pt x="123825" y="52388"/>
                </a:lnTo>
                <a:lnTo>
                  <a:pt x="128588" y="47625"/>
                </a:lnTo>
                <a:lnTo>
                  <a:pt x="138113" y="47625"/>
                </a:lnTo>
                <a:lnTo>
                  <a:pt x="142875" y="42863"/>
                </a:lnTo>
                <a:lnTo>
                  <a:pt x="147638" y="38100"/>
                </a:lnTo>
                <a:lnTo>
                  <a:pt x="152400" y="33338"/>
                </a:lnTo>
                <a:lnTo>
                  <a:pt x="157163" y="28575"/>
                </a:lnTo>
                <a:lnTo>
                  <a:pt x="166688" y="28575"/>
                </a:lnTo>
                <a:lnTo>
                  <a:pt x="171450" y="23813"/>
                </a:lnTo>
                <a:lnTo>
                  <a:pt x="176213" y="19050"/>
                </a:lnTo>
                <a:lnTo>
                  <a:pt x="185738" y="19050"/>
                </a:lnTo>
                <a:lnTo>
                  <a:pt x="190500" y="14288"/>
                </a:lnTo>
                <a:lnTo>
                  <a:pt x="195263" y="9525"/>
                </a:lnTo>
                <a:lnTo>
                  <a:pt x="204788" y="9525"/>
                </a:lnTo>
                <a:lnTo>
                  <a:pt x="214313" y="9525"/>
                </a:lnTo>
                <a:lnTo>
                  <a:pt x="219075" y="4763"/>
                </a:lnTo>
                <a:close/>
              </a:path>
            </a:pathLst>
          </a:custGeom>
          <a:solidFill xmlns:a="http://schemas.openxmlformats.org/drawingml/2006/main">
            <a:srgbClr val="D4D4D4"/>
          </a:solidFill>
          <a:ln xmlns:a="http://schemas.openxmlformats.org/drawingml/2006/main" w="0">
            <a:noFill/>
            <a:prstDash val="solid"/>
          </a:ln>
        </p:spPr>
      </p:sp>
      <p:sp>
        <p:nvSpPr>
          <p:cNvPr id="444" name="deep-skill-chaining-source-component-9-gradient-214-0">
            <a:extLst xmlns:a="http://schemas.openxmlformats.org/drawingml/2006/main">
              <a:ext uri="{FF2B5EF4-FFF2-40B4-BE49-F238E27FC236}">
                <a16:creationId xmlns:a16="http://schemas.microsoft.com/office/drawing/2014/main" id="{22FB139B-1177-41A2-B647-C4162BA3CC94}"/>
              </a:ext>
            </a:extLst>
          </p:cNvPr>
          <p:cNvSpPr>
            <a:spLocks xmlns:a="http://schemas.openxmlformats.org/drawingml/2006/main" noGrp="1"/>
          </p:cNvSpPr>
          <p:nvPr/>
        </p:nvSpPr>
        <p:spPr>
          <a:xfrm xmlns:a="http://schemas.openxmlformats.org/drawingml/2006/main" rot="0">
            <a:off x="8496300" y="352425"/>
            <a:ext cx="581025" cy="561975"/>
          </a:xfrm>
          <a:custGeom xmlns:a="http://schemas.openxmlformats.org/drawingml/2006/main">
            <a:pathLst>
              <a:path w="581025" h="561975">
                <a:moveTo>
                  <a:pt x="257175" y="4763"/>
                </a:moveTo>
                <a:lnTo>
                  <a:pt x="261938" y="0"/>
                </a:lnTo>
                <a:lnTo>
                  <a:pt x="271463" y="0"/>
                </a:lnTo>
                <a:lnTo>
                  <a:pt x="280988" y="0"/>
                </a:lnTo>
                <a:lnTo>
                  <a:pt x="285750" y="4763"/>
                </a:lnTo>
                <a:lnTo>
                  <a:pt x="290513" y="9525"/>
                </a:lnTo>
                <a:lnTo>
                  <a:pt x="300038" y="9525"/>
                </a:lnTo>
                <a:lnTo>
                  <a:pt x="304800" y="4763"/>
                </a:lnTo>
                <a:lnTo>
                  <a:pt x="309563" y="0"/>
                </a:lnTo>
                <a:lnTo>
                  <a:pt x="314325" y="4763"/>
                </a:lnTo>
                <a:lnTo>
                  <a:pt x="319088" y="9525"/>
                </a:lnTo>
                <a:lnTo>
                  <a:pt x="328613" y="9525"/>
                </a:lnTo>
                <a:lnTo>
                  <a:pt x="338138" y="9525"/>
                </a:lnTo>
                <a:lnTo>
                  <a:pt x="342900" y="14288"/>
                </a:lnTo>
                <a:lnTo>
                  <a:pt x="347663" y="19050"/>
                </a:lnTo>
                <a:lnTo>
                  <a:pt x="357188" y="19050"/>
                </a:lnTo>
                <a:lnTo>
                  <a:pt x="366713" y="19050"/>
                </a:lnTo>
                <a:lnTo>
                  <a:pt x="376238" y="19050"/>
                </a:lnTo>
                <a:lnTo>
                  <a:pt x="381000" y="23813"/>
                </a:lnTo>
                <a:lnTo>
                  <a:pt x="385763" y="28575"/>
                </a:lnTo>
                <a:lnTo>
                  <a:pt x="395288" y="28575"/>
                </a:lnTo>
                <a:lnTo>
                  <a:pt x="400050" y="33338"/>
                </a:lnTo>
                <a:lnTo>
                  <a:pt x="404813" y="38100"/>
                </a:lnTo>
                <a:lnTo>
                  <a:pt x="409575" y="42863"/>
                </a:lnTo>
                <a:lnTo>
                  <a:pt x="414338" y="47625"/>
                </a:lnTo>
                <a:lnTo>
                  <a:pt x="423863" y="47625"/>
                </a:lnTo>
                <a:lnTo>
                  <a:pt x="433388" y="47625"/>
                </a:lnTo>
                <a:lnTo>
                  <a:pt x="438150" y="52388"/>
                </a:lnTo>
                <a:lnTo>
                  <a:pt x="442913" y="57150"/>
                </a:lnTo>
                <a:lnTo>
                  <a:pt x="452438" y="57150"/>
                </a:lnTo>
                <a:lnTo>
                  <a:pt x="461963" y="57150"/>
                </a:lnTo>
                <a:lnTo>
                  <a:pt x="466725" y="61913"/>
                </a:lnTo>
                <a:lnTo>
                  <a:pt x="471488" y="66675"/>
                </a:lnTo>
                <a:lnTo>
                  <a:pt x="476250" y="71438"/>
                </a:lnTo>
                <a:lnTo>
                  <a:pt x="481013" y="76200"/>
                </a:lnTo>
                <a:lnTo>
                  <a:pt x="485775" y="80963"/>
                </a:lnTo>
                <a:lnTo>
                  <a:pt x="490538" y="85725"/>
                </a:lnTo>
                <a:lnTo>
                  <a:pt x="495300" y="90488"/>
                </a:lnTo>
                <a:lnTo>
                  <a:pt x="500063" y="95250"/>
                </a:lnTo>
                <a:lnTo>
                  <a:pt x="504825" y="100013"/>
                </a:lnTo>
                <a:lnTo>
                  <a:pt x="509588" y="104775"/>
                </a:lnTo>
                <a:lnTo>
                  <a:pt x="519113" y="104775"/>
                </a:lnTo>
                <a:lnTo>
                  <a:pt x="523875" y="109538"/>
                </a:lnTo>
                <a:lnTo>
                  <a:pt x="528638" y="114300"/>
                </a:lnTo>
                <a:lnTo>
                  <a:pt x="533400" y="119063"/>
                </a:lnTo>
                <a:lnTo>
                  <a:pt x="533400" y="128588"/>
                </a:lnTo>
                <a:lnTo>
                  <a:pt x="538163" y="133350"/>
                </a:lnTo>
                <a:lnTo>
                  <a:pt x="542925" y="138113"/>
                </a:lnTo>
                <a:lnTo>
                  <a:pt x="547688" y="142875"/>
                </a:lnTo>
                <a:lnTo>
                  <a:pt x="552450" y="147638"/>
                </a:lnTo>
                <a:lnTo>
                  <a:pt x="552450" y="157163"/>
                </a:lnTo>
                <a:lnTo>
                  <a:pt x="552450" y="166688"/>
                </a:lnTo>
                <a:lnTo>
                  <a:pt x="552450" y="176213"/>
                </a:lnTo>
                <a:lnTo>
                  <a:pt x="557213" y="180975"/>
                </a:lnTo>
                <a:lnTo>
                  <a:pt x="561975" y="185738"/>
                </a:lnTo>
                <a:lnTo>
                  <a:pt x="561975" y="195263"/>
                </a:lnTo>
                <a:lnTo>
                  <a:pt x="566738" y="200025"/>
                </a:lnTo>
                <a:lnTo>
                  <a:pt x="571500" y="204788"/>
                </a:lnTo>
                <a:lnTo>
                  <a:pt x="571500" y="214313"/>
                </a:lnTo>
                <a:lnTo>
                  <a:pt x="571500" y="223838"/>
                </a:lnTo>
                <a:lnTo>
                  <a:pt x="576263" y="228600"/>
                </a:lnTo>
                <a:lnTo>
                  <a:pt x="581025" y="233363"/>
                </a:lnTo>
                <a:lnTo>
                  <a:pt x="581025" y="242888"/>
                </a:lnTo>
                <a:lnTo>
                  <a:pt x="581025" y="252413"/>
                </a:lnTo>
                <a:lnTo>
                  <a:pt x="581025" y="261938"/>
                </a:lnTo>
                <a:lnTo>
                  <a:pt x="581025" y="271463"/>
                </a:lnTo>
                <a:lnTo>
                  <a:pt x="581025" y="280988"/>
                </a:lnTo>
                <a:lnTo>
                  <a:pt x="581025" y="290513"/>
                </a:lnTo>
                <a:lnTo>
                  <a:pt x="581025" y="300038"/>
                </a:lnTo>
                <a:lnTo>
                  <a:pt x="581025" y="309563"/>
                </a:lnTo>
                <a:lnTo>
                  <a:pt x="581025" y="319088"/>
                </a:lnTo>
                <a:lnTo>
                  <a:pt x="581025" y="328613"/>
                </a:lnTo>
                <a:lnTo>
                  <a:pt x="581025" y="338138"/>
                </a:lnTo>
                <a:lnTo>
                  <a:pt x="581025" y="347663"/>
                </a:lnTo>
                <a:lnTo>
                  <a:pt x="576263" y="352425"/>
                </a:lnTo>
                <a:lnTo>
                  <a:pt x="571500" y="357188"/>
                </a:lnTo>
                <a:lnTo>
                  <a:pt x="566738" y="361950"/>
                </a:lnTo>
                <a:lnTo>
                  <a:pt x="561975" y="366713"/>
                </a:lnTo>
                <a:lnTo>
                  <a:pt x="557213" y="371475"/>
                </a:lnTo>
                <a:lnTo>
                  <a:pt x="552450" y="376238"/>
                </a:lnTo>
                <a:lnTo>
                  <a:pt x="552450" y="385763"/>
                </a:lnTo>
                <a:lnTo>
                  <a:pt x="547688" y="390525"/>
                </a:lnTo>
                <a:lnTo>
                  <a:pt x="542925" y="395288"/>
                </a:lnTo>
                <a:lnTo>
                  <a:pt x="542925" y="404813"/>
                </a:lnTo>
                <a:lnTo>
                  <a:pt x="542925" y="414338"/>
                </a:lnTo>
                <a:lnTo>
                  <a:pt x="538163" y="419100"/>
                </a:lnTo>
                <a:lnTo>
                  <a:pt x="533400" y="423863"/>
                </a:lnTo>
                <a:lnTo>
                  <a:pt x="533400" y="433388"/>
                </a:lnTo>
                <a:lnTo>
                  <a:pt x="528638" y="438150"/>
                </a:lnTo>
                <a:lnTo>
                  <a:pt x="523875" y="442913"/>
                </a:lnTo>
                <a:lnTo>
                  <a:pt x="523875" y="452438"/>
                </a:lnTo>
                <a:lnTo>
                  <a:pt x="519113" y="457200"/>
                </a:lnTo>
                <a:lnTo>
                  <a:pt x="514350" y="461963"/>
                </a:lnTo>
                <a:lnTo>
                  <a:pt x="514350" y="471488"/>
                </a:lnTo>
                <a:lnTo>
                  <a:pt x="514350" y="481013"/>
                </a:lnTo>
                <a:lnTo>
                  <a:pt x="514350" y="490538"/>
                </a:lnTo>
                <a:lnTo>
                  <a:pt x="509588" y="495300"/>
                </a:lnTo>
                <a:lnTo>
                  <a:pt x="500063" y="495300"/>
                </a:lnTo>
                <a:lnTo>
                  <a:pt x="495300" y="500063"/>
                </a:lnTo>
                <a:lnTo>
                  <a:pt x="490538" y="504825"/>
                </a:lnTo>
                <a:lnTo>
                  <a:pt x="485775" y="509588"/>
                </a:lnTo>
                <a:lnTo>
                  <a:pt x="481013" y="514350"/>
                </a:lnTo>
                <a:lnTo>
                  <a:pt x="471488" y="514350"/>
                </a:lnTo>
                <a:lnTo>
                  <a:pt x="466725" y="519113"/>
                </a:lnTo>
                <a:lnTo>
                  <a:pt x="461963" y="523875"/>
                </a:lnTo>
                <a:lnTo>
                  <a:pt x="452438" y="523875"/>
                </a:lnTo>
                <a:lnTo>
                  <a:pt x="447675" y="528638"/>
                </a:lnTo>
                <a:lnTo>
                  <a:pt x="442913" y="533400"/>
                </a:lnTo>
                <a:lnTo>
                  <a:pt x="438150" y="538163"/>
                </a:lnTo>
                <a:lnTo>
                  <a:pt x="433388" y="542925"/>
                </a:lnTo>
                <a:lnTo>
                  <a:pt x="423863" y="542925"/>
                </a:lnTo>
                <a:lnTo>
                  <a:pt x="419100" y="547688"/>
                </a:lnTo>
                <a:lnTo>
                  <a:pt x="414338" y="552450"/>
                </a:lnTo>
                <a:lnTo>
                  <a:pt x="404813" y="552450"/>
                </a:lnTo>
                <a:lnTo>
                  <a:pt x="400050" y="557213"/>
                </a:lnTo>
                <a:lnTo>
                  <a:pt x="395288" y="561975"/>
                </a:lnTo>
                <a:lnTo>
                  <a:pt x="385763" y="561975"/>
                </a:lnTo>
                <a:lnTo>
                  <a:pt x="376238" y="561975"/>
                </a:lnTo>
                <a:lnTo>
                  <a:pt x="366713" y="561975"/>
                </a:lnTo>
                <a:lnTo>
                  <a:pt x="357188" y="561975"/>
                </a:lnTo>
                <a:lnTo>
                  <a:pt x="347663" y="561975"/>
                </a:lnTo>
                <a:lnTo>
                  <a:pt x="338138" y="561975"/>
                </a:lnTo>
                <a:lnTo>
                  <a:pt x="328613" y="561975"/>
                </a:lnTo>
                <a:lnTo>
                  <a:pt x="319088" y="561975"/>
                </a:lnTo>
                <a:lnTo>
                  <a:pt x="314325" y="557213"/>
                </a:lnTo>
                <a:lnTo>
                  <a:pt x="309563" y="552450"/>
                </a:lnTo>
                <a:lnTo>
                  <a:pt x="300038" y="552450"/>
                </a:lnTo>
                <a:lnTo>
                  <a:pt x="290513" y="552450"/>
                </a:lnTo>
                <a:lnTo>
                  <a:pt x="280988" y="552450"/>
                </a:lnTo>
                <a:lnTo>
                  <a:pt x="271463" y="552450"/>
                </a:lnTo>
                <a:lnTo>
                  <a:pt x="266700" y="547688"/>
                </a:lnTo>
                <a:lnTo>
                  <a:pt x="261938" y="542925"/>
                </a:lnTo>
                <a:lnTo>
                  <a:pt x="252413" y="542925"/>
                </a:lnTo>
                <a:lnTo>
                  <a:pt x="242888" y="542925"/>
                </a:lnTo>
                <a:lnTo>
                  <a:pt x="238125" y="538163"/>
                </a:lnTo>
                <a:lnTo>
                  <a:pt x="233363" y="533400"/>
                </a:lnTo>
                <a:lnTo>
                  <a:pt x="223838" y="533400"/>
                </a:lnTo>
                <a:lnTo>
                  <a:pt x="214313" y="533400"/>
                </a:lnTo>
                <a:lnTo>
                  <a:pt x="204788" y="533400"/>
                </a:lnTo>
                <a:lnTo>
                  <a:pt x="200025" y="528638"/>
                </a:lnTo>
                <a:lnTo>
                  <a:pt x="195263" y="523875"/>
                </a:lnTo>
                <a:lnTo>
                  <a:pt x="185738" y="523875"/>
                </a:lnTo>
                <a:lnTo>
                  <a:pt x="180975" y="519113"/>
                </a:lnTo>
                <a:lnTo>
                  <a:pt x="176213" y="514350"/>
                </a:lnTo>
                <a:lnTo>
                  <a:pt x="166688" y="514350"/>
                </a:lnTo>
                <a:lnTo>
                  <a:pt x="157163" y="514350"/>
                </a:lnTo>
                <a:lnTo>
                  <a:pt x="152400" y="509588"/>
                </a:lnTo>
                <a:lnTo>
                  <a:pt x="147638" y="504825"/>
                </a:lnTo>
                <a:lnTo>
                  <a:pt x="138113" y="504825"/>
                </a:lnTo>
                <a:lnTo>
                  <a:pt x="133350" y="500063"/>
                </a:lnTo>
                <a:lnTo>
                  <a:pt x="128588" y="495300"/>
                </a:lnTo>
                <a:lnTo>
                  <a:pt x="119063" y="495300"/>
                </a:lnTo>
                <a:lnTo>
                  <a:pt x="109538" y="495300"/>
                </a:lnTo>
                <a:lnTo>
                  <a:pt x="104775" y="490538"/>
                </a:lnTo>
                <a:lnTo>
                  <a:pt x="100013" y="485775"/>
                </a:lnTo>
                <a:lnTo>
                  <a:pt x="95250" y="481013"/>
                </a:lnTo>
                <a:lnTo>
                  <a:pt x="90488" y="476250"/>
                </a:lnTo>
                <a:lnTo>
                  <a:pt x="80963" y="476250"/>
                </a:lnTo>
                <a:lnTo>
                  <a:pt x="76200" y="471488"/>
                </a:lnTo>
                <a:lnTo>
                  <a:pt x="71438" y="466725"/>
                </a:lnTo>
                <a:lnTo>
                  <a:pt x="61913" y="466725"/>
                </a:lnTo>
                <a:lnTo>
                  <a:pt x="57150" y="461963"/>
                </a:lnTo>
                <a:lnTo>
                  <a:pt x="52388" y="457200"/>
                </a:lnTo>
                <a:lnTo>
                  <a:pt x="47625" y="452438"/>
                </a:lnTo>
                <a:lnTo>
                  <a:pt x="42863" y="447675"/>
                </a:lnTo>
                <a:lnTo>
                  <a:pt x="38100" y="442913"/>
                </a:lnTo>
                <a:lnTo>
                  <a:pt x="33338" y="438150"/>
                </a:lnTo>
                <a:lnTo>
                  <a:pt x="28575" y="433388"/>
                </a:lnTo>
                <a:lnTo>
                  <a:pt x="28575" y="423863"/>
                </a:lnTo>
                <a:lnTo>
                  <a:pt x="28575" y="414338"/>
                </a:lnTo>
                <a:lnTo>
                  <a:pt x="28575" y="404813"/>
                </a:lnTo>
                <a:lnTo>
                  <a:pt x="23813" y="400050"/>
                </a:lnTo>
                <a:lnTo>
                  <a:pt x="19050" y="395288"/>
                </a:lnTo>
                <a:lnTo>
                  <a:pt x="19050" y="385763"/>
                </a:lnTo>
                <a:lnTo>
                  <a:pt x="14288" y="381000"/>
                </a:lnTo>
                <a:lnTo>
                  <a:pt x="9525" y="376238"/>
                </a:lnTo>
                <a:lnTo>
                  <a:pt x="9525" y="366713"/>
                </a:lnTo>
                <a:lnTo>
                  <a:pt x="9525" y="357188"/>
                </a:lnTo>
                <a:lnTo>
                  <a:pt x="4763" y="352425"/>
                </a:lnTo>
                <a:lnTo>
                  <a:pt x="0" y="347663"/>
                </a:lnTo>
                <a:lnTo>
                  <a:pt x="0" y="338138"/>
                </a:lnTo>
                <a:lnTo>
                  <a:pt x="0" y="328613"/>
                </a:lnTo>
                <a:lnTo>
                  <a:pt x="0" y="319088"/>
                </a:lnTo>
                <a:lnTo>
                  <a:pt x="0" y="309563"/>
                </a:lnTo>
                <a:lnTo>
                  <a:pt x="0" y="300038"/>
                </a:lnTo>
                <a:lnTo>
                  <a:pt x="0" y="290513"/>
                </a:lnTo>
                <a:lnTo>
                  <a:pt x="0" y="280988"/>
                </a:lnTo>
                <a:lnTo>
                  <a:pt x="4763" y="276225"/>
                </a:lnTo>
                <a:lnTo>
                  <a:pt x="9525" y="271463"/>
                </a:lnTo>
                <a:lnTo>
                  <a:pt x="9525" y="261938"/>
                </a:lnTo>
                <a:lnTo>
                  <a:pt x="9525" y="252413"/>
                </a:lnTo>
                <a:lnTo>
                  <a:pt x="4763" y="247650"/>
                </a:lnTo>
                <a:lnTo>
                  <a:pt x="0" y="242888"/>
                </a:lnTo>
                <a:lnTo>
                  <a:pt x="0" y="233363"/>
                </a:lnTo>
                <a:lnTo>
                  <a:pt x="4763" y="228600"/>
                </a:lnTo>
                <a:lnTo>
                  <a:pt x="9525" y="223838"/>
                </a:lnTo>
                <a:lnTo>
                  <a:pt x="14288" y="219075"/>
                </a:lnTo>
                <a:lnTo>
                  <a:pt x="19050" y="214313"/>
                </a:lnTo>
                <a:lnTo>
                  <a:pt x="23813" y="209550"/>
                </a:lnTo>
                <a:lnTo>
                  <a:pt x="28575" y="204788"/>
                </a:lnTo>
                <a:lnTo>
                  <a:pt x="28575" y="195263"/>
                </a:lnTo>
                <a:lnTo>
                  <a:pt x="33338" y="190500"/>
                </a:lnTo>
                <a:lnTo>
                  <a:pt x="38100" y="185738"/>
                </a:lnTo>
                <a:lnTo>
                  <a:pt x="38100" y="176213"/>
                </a:lnTo>
                <a:lnTo>
                  <a:pt x="38100" y="166688"/>
                </a:lnTo>
                <a:lnTo>
                  <a:pt x="38100" y="157163"/>
                </a:lnTo>
                <a:lnTo>
                  <a:pt x="33338" y="152400"/>
                </a:lnTo>
                <a:lnTo>
                  <a:pt x="28575" y="147638"/>
                </a:lnTo>
                <a:lnTo>
                  <a:pt x="33338" y="142875"/>
                </a:lnTo>
                <a:lnTo>
                  <a:pt x="42863" y="142875"/>
                </a:lnTo>
                <a:lnTo>
                  <a:pt x="47625" y="138113"/>
                </a:lnTo>
                <a:lnTo>
                  <a:pt x="52388" y="133350"/>
                </a:lnTo>
                <a:lnTo>
                  <a:pt x="57150" y="128588"/>
                </a:lnTo>
                <a:lnTo>
                  <a:pt x="61913" y="123825"/>
                </a:lnTo>
                <a:lnTo>
                  <a:pt x="66675" y="119063"/>
                </a:lnTo>
                <a:lnTo>
                  <a:pt x="66675" y="109538"/>
                </a:lnTo>
                <a:lnTo>
                  <a:pt x="66675" y="100013"/>
                </a:lnTo>
                <a:lnTo>
                  <a:pt x="71438" y="95250"/>
                </a:lnTo>
                <a:lnTo>
                  <a:pt x="76200" y="90488"/>
                </a:lnTo>
                <a:lnTo>
                  <a:pt x="80963" y="85725"/>
                </a:lnTo>
                <a:lnTo>
                  <a:pt x="85725" y="80963"/>
                </a:lnTo>
                <a:lnTo>
                  <a:pt x="90488" y="76200"/>
                </a:lnTo>
                <a:lnTo>
                  <a:pt x="100013" y="76200"/>
                </a:lnTo>
                <a:lnTo>
                  <a:pt x="104775" y="71438"/>
                </a:lnTo>
                <a:lnTo>
                  <a:pt x="109538" y="66675"/>
                </a:lnTo>
                <a:lnTo>
                  <a:pt x="114300" y="61913"/>
                </a:lnTo>
                <a:lnTo>
                  <a:pt x="119063" y="57150"/>
                </a:lnTo>
                <a:lnTo>
                  <a:pt x="128588" y="57150"/>
                </a:lnTo>
                <a:lnTo>
                  <a:pt x="133350" y="52388"/>
                </a:lnTo>
                <a:lnTo>
                  <a:pt x="138113" y="47625"/>
                </a:lnTo>
                <a:lnTo>
                  <a:pt x="147638" y="47625"/>
                </a:lnTo>
                <a:lnTo>
                  <a:pt x="152400" y="42863"/>
                </a:lnTo>
                <a:lnTo>
                  <a:pt x="157163" y="38100"/>
                </a:lnTo>
                <a:lnTo>
                  <a:pt x="161925" y="33338"/>
                </a:lnTo>
                <a:lnTo>
                  <a:pt x="166688" y="28575"/>
                </a:lnTo>
                <a:lnTo>
                  <a:pt x="176213" y="28575"/>
                </a:lnTo>
                <a:lnTo>
                  <a:pt x="185738" y="28575"/>
                </a:lnTo>
                <a:lnTo>
                  <a:pt x="190500" y="23813"/>
                </a:lnTo>
                <a:lnTo>
                  <a:pt x="195263" y="19050"/>
                </a:lnTo>
                <a:lnTo>
                  <a:pt x="204788" y="19050"/>
                </a:lnTo>
                <a:lnTo>
                  <a:pt x="214313" y="19050"/>
                </a:lnTo>
                <a:lnTo>
                  <a:pt x="219075" y="14288"/>
                </a:lnTo>
                <a:lnTo>
                  <a:pt x="223838" y="9525"/>
                </a:lnTo>
                <a:lnTo>
                  <a:pt x="233363" y="9525"/>
                </a:lnTo>
                <a:lnTo>
                  <a:pt x="242888" y="9525"/>
                </a:lnTo>
                <a:lnTo>
                  <a:pt x="252413" y="9525"/>
                </a:lnTo>
                <a:lnTo>
                  <a:pt x="257175" y="4763"/>
                </a:lnTo>
                <a:close/>
              </a:path>
            </a:pathLst>
          </a:custGeom>
          <a:solidFill xmlns:a="http://schemas.openxmlformats.org/drawingml/2006/main">
            <a:srgbClr val="D6D6D6"/>
          </a:solidFill>
          <a:ln xmlns:a="http://schemas.openxmlformats.org/drawingml/2006/main" w="0">
            <a:noFill/>
            <a:prstDash val="solid"/>
          </a:ln>
        </p:spPr>
      </p:sp>
      <p:sp>
        <p:nvSpPr>
          <p:cNvPr id="445" name="deep-skill-chaining-source-component-9-gradient-216-0">
            <a:extLst xmlns:a="http://schemas.openxmlformats.org/drawingml/2006/main">
              <a:ext uri="{FF2B5EF4-FFF2-40B4-BE49-F238E27FC236}">
                <a16:creationId xmlns:a16="http://schemas.microsoft.com/office/drawing/2014/main" id="{B60513EF-4B87-4986-BCC4-B57C9AFAF28E}"/>
              </a:ext>
            </a:extLst>
          </p:cNvPr>
          <p:cNvSpPr>
            <a:spLocks xmlns:a="http://schemas.openxmlformats.org/drawingml/2006/main" noGrp="1"/>
          </p:cNvSpPr>
          <p:nvPr/>
        </p:nvSpPr>
        <p:spPr>
          <a:xfrm xmlns:a="http://schemas.openxmlformats.org/drawingml/2006/main" rot="0">
            <a:off x="8505825" y="371475"/>
            <a:ext cx="561975" cy="542925"/>
          </a:xfrm>
          <a:custGeom xmlns:a="http://schemas.openxmlformats.org/drawingml/2006/main">
            <a:pathLst>
              <a:path w="561975" h="542925">
                <a:moveTo>
                  <a:pt x="219075" y="4763"/>
                </a:move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1475" y="14288"/>
                </a:lnTo>
                <a:lnTo>
                  <a:pt x="376238" y="19050"/>
                </a:lnTo>
                <a:lnTo>
                  <a:pt x="381000" y="23813"/>
                </a:lnTo>
                <a:lnTo>
                  <a:pt x="385763" y="28575"/>
                </a:lnTo>
                <a:lnTo>
                  <a:pt x="395288" y="28575"/>
                </a:lnTo>
                <a:lnTo>
                  <a:pt x="404813" y="28575"/>
                </a:lnTo>
                <a:lnTo>
                  <a:pt x="409575" y="33338"/>
                </a:lnTo>
                <a:lnTo>
                  <a:pt x="414338" y="38100"/>
                </a:lnTo>
                <a:lnTo>
                  <a:pt x="423863" y="38100"/>
                </a:lnTo>
                <a:lnTo>
                  <a:pt x="433388" y="38100"/>
                </a:lnTo>
                <a:lnTo>
                  <a:pt x="438150" y="42863"/>
                </a:lnTo>
                <a:lnTo>
                  <a:pt x="438150" y="52388"/>
                </a:lnTo>
                <a:lnTo>
                  <a:pt x="442913" y="57150"/>
                </a:lnTo>
                <a:lnTo>
                  <a:pt x="452438" y="57150"/>
                </a:lnTo>
                <a:lnTo>
                  <a:pt x="457200" y="61913"/>
                </a:lnTo>
                <a:lnTo>
                  <a:pt x="461963" y="66675"/>
                </a:lnTo>
                <a:lnTo>
                  <a:pt x="466725" y="71438"/>
                </a:lnTo>
                <a:lnTo>
                  <a:pt x="471488" y="76200"/>
                </a:lnTo>
                <a:lnTo>
                  <a:pt x="476250" y="80963"/>
                </a:lnTo>
                <a:lnTo>
                  <a:pt x="481013" y="85725"/>
                </a:lnTo>
                <a:lnTo>
                  <a:pt x="485775" y="90488"/>
                </a:lnTo>
                <a:lnTo>
                  <a:pt x="490538" y="95250"/>
                </a:lnTo>
                <a:lnTo>
                  <a:pt x="500063" y="95250"/>
                </a:lnTo>
                <a:lnTo>
                  <a:pt x="504825" y="100013"/>
                </a:lnTo>
                <a:lnTo>
                  <a:pt x="504825" y="109538"/>
                </a:lnTo>
                <a:lnTo>
                  <a:pt x="504825" y="119063"/>
                </a:lnTo>
                <a:lnTo>
                  <a:pt x="509588" y="123825"/>
                </a:lnTo>
                <a:lnTo>
                  <a:pt x="514350" y="128588"/>
                </a:lnTo>
                <a:lnTo>
                  <a:pt x="519113" y="133350"/>
                </a:lnTo>
                <a:lnTo>
                  <a:pt x="523875" y="138113"/>
                </a:lnTo>
                <a:lnTo>
                  <a:pt x="528638" y="142875"/>
                </a:lnTo>
                <a:lnTo>
                  <a:pt x="533400" y="147638"/>
                </a:lnTo>
                <a:lnTo>
                  <a:pt x="533400" y="157163"/>
                </a:lnTo>
                <a:lnTo>
                  <a:pt x="533400" y="166688"/>
                </a:lnTo>
                <a:lnTo>
                  <a:pt x="538163" y="171450"/>
                </a:lnTo>
                <a:lnTo>
                  <a:pt x="542925" y="176213"/>
                </a:lnTo>
                <a:lnTo>
                  <a:pt x="542925" y="185738"/>
                </a:lnTo>
                <a:lnTo>
                  <a:pt x="547688" y="190500"/>
                </a:lnTo>
                <a:lnTo>
                  <a:pt x="552450" y="195263"/>
                </a:lnTo>
                <a:lnTo>
                  <a:pt x="552450" y="204788"/>
                </a:lnTo>
                <a:lnTo>
                  <a:pt x="552450" y="214313"/>
                </a:lnTo>
                <a:lnTo>
                  <a:pt x="552450" y="223838"/>
                </a:lnTo>
                <a:lnTo>
                  <a:pt x="552450" y="233363"/>
                </a:lnTo>
                <a:lnTo>
                  <a:pt x="552450" y="242888"/>
                </a:lnTo>
                <a:lnTo>
                  <a:pt x="552450" y="252413"/>
                </a:lnTo>
                <a:lnTo>
                  <a:pt x="552450" y="261938"/>
                </a:lnTo>
                <a:lnTo>
                  <a:pt x="557213" y="266700"/>
                </a:lnTo>
                <a:lnTo>
                  <a:pt x="561975" y="271463"/>
                </a:lnTo>
                <a:lnTo>
                  <a:pt x="557213" y="276225"/>
                </a:lnTo>
                <a:lnTo>
                  <a:pt x="552450" y="280988"/>
                </a:lnTo>
                <a:lnTo>
                  <a:pt x="552450" y="290513"/>
                </a:lnTo>
                <a:lnTo>
                  <a:pt x="552450" y="300038"/>
                </a:lnTo>
                <a:lnTo>
                  <a:pt x="552450" y="309563"/>
                </a:lnTo>
                <a:lnTo>
                  <a:pt x="557213" y="314325"/>
                </a:lnTo>
                <a:lnTo>
                  <a:pt x="561975" y="319088"/>
                </a:lnTo>
                <a:lnTo>
                  <a:pt x="561975" y="328613"/>
                </a:lnTo>
                <a:lnTo>
                  <a:pt x="557213" y="333375"/>
                </a:lnTo>
                <a:lnTo>
                  <a:pt x="552450" y="338138"/>
                </a:lnTo>
                <a:lnTo>
                  <a:pt x="547688" y="342900"/>
                </a:lnTo>
                <a:lnTo>
                  <a:pt x="542925" y="347663"/>
                </a:lnTo>
                <a:lnTo>
                  <a:pt x="538163" y="352425"/>
                </a:lnTo>
                <a:lnTo>
                  <a:pt x="533400" y="357188"/>
                </a:lnTo>
                <a:lnTo>
                  <a:pt x="528638" y="361950"/>
                </a:lnTo>
                <a:lnTo>
                  <a:pt x="523875" y="366713"/>
                </a:lnTo>
                <a:lnTo>
                  <a:pt x="523875" y="376238"/>
                </a:lnTo>
                <a:lnTo>
                  <a:pt x="519113" y="381000"/>
                </a:lnTo>
                <a:lnTo>
                  <a:pt x="514350" y="385763"/>
                </a:lnTo>
                <a:lnTo>
                  <a:pt x="514350" y="395288"/>
                </a:lnTo>
                <a:lnTo>
                  <a:pt x="514350" y="404813"/>
                </a:lnTo>
                <a:lnTo>
                  <a:pt x="514350" y="414338"/>
                </a:lnTo>
                <a:lnTo>
                  <a:pt x="509588" y="419100"/>
                </a:lnTo>
                <a:lnTo>
                  <a:pt x="504825" y="423863"/>
                </a:lnTo>
                <a:lnTo>
                  <a:pt x="500063" y="428625"/>
                </a:lnTo>
                <a:lnTo>
                  <a:pt x="495300" y="433388"/>
                </a:lnTo>
                <a:lnTo>
                  <a:pt x="490538" y="438150"/>
                </a:lnTo>
                <a:lnTo>
                  <a:pt x="485775" y="442913"/>
                </a:lnTo>
                <a:lnTo>
                  <a:pt x="485775" y="452438"/>
                </a:lnTo>
                <a:lnTo>
                  <a:pt x="485775" y="461963"/>
                </a:lnTo>
                <a:lnTo>
                  <a:pt x="485775" y="471488"/>
                </a:lnTo>
                <a:lnTo>
                  <a:pt x="481013" y="476250"/>
                </a:lnTo>
                <a:lnTo>
                  <a:pt x="471488" y="476250"/>
                </a:lnTo>
                <a:lnTo>
                  <a:pt x="466725" y="481013"/>
                </a:lnTo>
                <a:lnTo>
                  <a:pt x="461963" y="485775"/>
                </a:lnTo>
                <a:lnTo>
                  <a:pt x="452438" y="485775"/>
                </a:lnTo>
                <a:lnTo>
                  <a:pt x="442913" y="485775"/>
                </a:lnTo>
                <a:lnTo>
                  <a:pt x="438150" y="490538"/>
                </a:lnTo>
                <a:lnTo>
                  <a:pt x="433388" y="495300"/>
                </a:lnTo>
                <a:lnTo>
                  <a:pt x="428625" y="500063"/>
                </a:lnTo>
                <a:lnTo>
                  <a:pt x="423863" y="504825"/>
                </a:lnTo>
                <a:lnTo>
                  <a:pt x="414338" y="504825"/>
                </a:lnTo>
                <a:lnTo>
                  <a:pt x="409575" y="509588"/>
                </a:lnTo>
                <a:lnTo>
                  <a:pt x="404813" y="514350"/>
                </a:lnTo>
                <a:lnTo>
                  <a:pt x="400050" y="519113"/>
                </a:lnTo>
                <a:lnTo>
                  <a:pt x="395288" y="523875"/>
                </a:lnTo>
                <a:lnTo>
                  <a:pt x="385763" y="523875"/>
                </a:lnTo>
                <a:lnTo>
                  <a:pt x="376238" y="523875"/>
                </a:lnTo>
                <a:lnTo>
                  <a:pt x="371475" y="528638"/>
                </a:lnTo>
                <a:lnTo>
                  <a:pt x="366713" y="533400"/>
                </a:lnTo>
                <a:lnTo>
                  <a:pt x="357188" y="533400"/>
                </a:lnTo>
                <a:lnTo>
                  <a:pt x="347663" y="533400"/>
                </a:lnTo>
                <a:lnTo>
                  <a:pt x="342900" y="538163"/>
                </a:lnTo>
                <a:lnTo>
                  <a:pt x="338138" y="542925"/>
                </a:lnTo>
                <a:lnTo>
                  <a:pt x="328613" y="542925"/>
                </a:lnTo>
                <a:lnTo>
                  <a:pt x="319088" y="542925"/>
                </a:lnTo>
                <a:lnTo>
                  <a:pt x="314325" y="538163"/>
                </a:lnTo>
                <a:lnTo>
                  <a:pt x="309563" y="533400"/>
                </a:lnTo>
                <a:lnTo>
                  <a:pt x="300038" y="533400"/>
                </a:lnTo>
                <a:lnTo>
                  <a:pt x="290513" y="533400"/>
                </a:lnTo>
                <a:lnTo>
                  <a:pt x="280988" y="533400"/>
                </a:lnTo>
                <a:lnTo>
                  <a:pt x="271463" y="533400"/>
                </a:lnTo>
                <a:lnTo>
                  <a:pt x="261938" y="533400"/>
                </a:lnTo>
                <a:lnTo>
                  <a:pt x="257175" y="528638"/>
                </a:lnTo>
                <a:lnTo>
                  <a:pt x="252413" y="523875"/>
                </a:lnTo>
                <a:lnTo>
                  <a:pt x="242888" y="523875"/>
                </a:lnTo>
                <a:lnTo>
                  <a:pt x="233363" y="523875"/>
                </a:lnTo>
                <a:lnTo>
                  <a:pt x="228600" y="519113"/>
                </a:lnTo>
                <a:lnTo>
                  <a:pt x="223838" y="514350"/>
                </a:lnTo>
                <a:lnTo>
                  <a:pt x="214313" y="514350"/>
                </a:lnTo>
                <a:lnTo>
                  <a:pt x="204788" y="514350"/>
                </a:lnTo>
                <a:lnTo>
                  <a:pt x="195263" y="514350"/>
                </a:lnTo>
                <a:lnTo>
                  <a:pt x="190500" y="509588"/>
                </a:lnTo>
                <a:lnTo>
                  <a:pt x="185738" y="504825"/>
                </a:lnTo>
                <a:lnTo>
                  <a:pt x="176213" y="504825"/>
                </a:lnTo>
                <a:lnTo>
                  <a:pt x="171450" y="500063"/>
                </a:lnTo>
                <a:lnTo>
                  <a:pt x="166688" y="495300"/>
                </a:lnTo>
                <a:lnTo>
                  <a:pt x="157163" y="495300"/>
                </a:lnTo>
                <a:lnTo>
                  <a:pt x="147638" y="495300"/>
                </a:lnTo>
                <a:lnTo>
                  <a:pt x="142875" y="490538"/>
                </a:lnTo>
                <a:lnTo>
                  <a:pt x="138113" y="485775"/>
                </a:lnTo>
                <a:lnTo>
                  <a:pt x="128588" y="485775"/>
                </a:lnTo>
                <a:lnTo>
                  <a:pt x="123825" y="481013"/>
                </a:lnTo>
                <a:lnTo>
                  <a:pt x="119063" y="476250"/>
                </a:lnTo>
                <a:lnTo>
                  <a:pt x="109538" y="476250"/>
                </a:lnTo>
                <a:lnTo>
                  <a:pt x="104775" y="471488"/>
                </a:lnTo>
                <a:lnTo>
                  <a:pt x="100013" y="466725"/>
                </a:lnTo>
                <a:lnTo>
                  <a:pt x="95250" y="461963"/>
                </a:lnTo>
                <a:lnTo>
                  <a:pt x="90488" y="457200"/>
                </a:lnTo>
                <a:lnTo>
                  <a:pt x="80963" y="457200"/>
                </a:lnTo>
                <a:lnTo>
                  <a:pt x="76200" y="452438"/>
                </a:lnTo>
                <a:lnTo>
                  <a:pt x="71438" y="447675"/>
                </a:lnTo>
                <a:lnTo>
                  <a:pt x="66675" y="442913"/>
                </a:lnTo>
                <a:lnTo>
                  <a:pt x="61913" y="438150"/>
                </a:lnTo>
                <a:lnTo>
                  <a:pt x="57150" y="433388"/>
                </a:lnTo>
                <a:lnTo>
                  <a:pt x="57150" y="423863"/>
                </a:lnTo>
                <a:lnTo>
                  <a:pt x="52388" y="419100"/>
                </a:lnTo>
                <a:lnTo>
                  <a:pt x="47625" y="414338"/>
                </a:lnTo>
                <a:lnTo>
                  <a:pt x="42863" y="409575"/>
                </a:lnTo>
                <a:lnTo>
                  <a:pt x="38100" y="404813"/>
                </a:lnTo>
                <a:lnTo>
                  <a:pt x="38100" y="395288"/>
                </a:lnTo>
                <a:lnTo>
                  <a:pt x="33338" y="390525"/>
                </a:lnTo>
                <a:lnTo>
                  <a:pt x="28575" y="385763"/>
                </a:lnTo>
                <a:lnTo>
                  <a:pt x="28575" y="376238"/>
                </a:lnTo>
                <a:lnTo>
                  <a:pt x="23813" y="371475"/>
                </a:lnTo>
                <a:lnTo>
                  <a:pt x="19050" y="366713"/>
                </a:lnTo>
                <a:lnTo>
                  <a:pt x="19050" y="357188"/>
                </a:lnTo>
                <a:lnTo>
                  <a:pt x="19050" y="347663"/>
                </a:lnTo>
                <a:lnTo>
                  <a:pt x="14288" y="342900"/>
                </a:lnTo>
                <a:lnTo>
                  <a:pt x="9525" y="338138"/>
                </a:lnTo>
                <a:lnTo>
                  <a:pt x="9525" y="328613"/>
                </a:lnTo>
                <a:lnTo>
                  <a:pt x="9525" y="319088"/>
                </a:lnTo>
                <a:lnTo>
                  <a:pt x="9525" y="309563"/>
                </a:lnTo>
                <a:lnTo>
                  <a:pt x="9525" y="300038"/>
                </a:lnTo>
                <a:lnTo>
                  <a:pt x="9525" y="290513"/>
                </a:lnTo>
                <a:lnTo>
                  <a:pt x="9525" y="280988"/>
                </a:lnTo>
                <a:lnTo>
                  <a:pt x="9525" y="271463"/>
                </a:lnTo>
                <a:lnTo>
                  <a:pt x="9525" y="261938"/>
                </a:lnTo>
                <a:lnTo>
                  <a:pt x="9525" y="252413"/>
                </a:lnTo>
                <a:lnTo>
                  <a:pt x="9525" y="242888"/>
                </a:lnTo>
                <a:lnTo>
                  <a:pt x="9525" y="233363"/>
                </a:lnTo>
                <a:lnTo>
                  <a:pt x="9525" y="223838"/>
                </a:lnTo>
                <a:lnTo>
                  <a:pt x="4763" y="219075"/>
                </a:lnTo>
                <a:lnTo>
                  <a:pt x="0" y="214313"/>
                </a:lnTo>
                <a:lnTo>
                  <a:pt x="4763" y="209550"/>
                </a:lnTo>
                <a:lnTo>
                  <a:pt x="9525" y="204788"/>
                </a:lnTo>
                <a:lnTo>
                  <a:pt x="14288" y="200025"/>
                </a:lnTo>
                <a:lnTo>
                  <a:pt x="19050" y="195263"/>
                </a:lnTo>
                <a:lnTo>
                  <a:pt x="23813" y="190500"/>
                </a:lnTo>
                <a:lnTo>
                  <a:pt x="28575" y="185738"/>
                </a:lnTo>
                <a:lnTo>
                  <a:pt x="33338" y="180975"/>
                </a:lnTo>
                <a:lnTo>
                  <a:pt x="38100" y="176213"/>
                </a:lnTo>
                <a:lnTo>
                  <a:pt x="38100" y="166688"/>
                </a:lnTo>
                <a:lnTo>
                  <a:pt x="42863" y="161925"/>
                </a:lnTo>
                <a:lnTo>
                  <a:pt x="47625" y="157163"/>
                </a:lnTo>
                <a:lnTo>
                  <a:pt x="47625" y="147638"/>
                </a:lnTo>
                <a:lnTo>
                  <a:pt x="47625" y="138113"/>
                </a:lnTo>
                <a:lnTo>
                  <a:pt x="47625" y="128588"/>
                </a:lnTo>
                <a:lnTo>
                  <a:pt x="52388" y="123825"/>
                </a:lnTo>
                <a:lnTo>
                  <a:pt x="57150" y="119063"/>
                </a:lnTo>
                <a:lnTo>
                  <a:pt x="61913" y="114300"/>
                </a:lnTo>
                <a:lnTo>
                  <a:pt x="66675" y="109538"/>
                </a:lnTo>
                <a:lnTo>
                  <a:pt x="71438" y="104775"/>
                </a:lnTo>
                <a:lnTo>
                  <a:pt x="76200" y="100013"/>
                </a:lnTo>
                <a:lnTo>
                  <a:pt x="76200" y="90488"/>
                </a:lnTo>
                <a:lnTo>
                  <a:pt x="76200" y="80963"/>
                </a:lnTo>
                <a:lnTo>
                  <a:pt x="76200" y="71438"/>
                </a:lnTo>
                <a:lnTo>
                  <a:pt x="80963" y="66675"/>
                </a:lnTo>
                <a:lnTo>
                  <a:pt x="90488" y="66675"/>
                </a:lnTo>
                <a:lnTo>
                  <a:pt x="100013" y="66675"/>
                </a:lnTo>
                <a:lnTo>
                  <a:pt x="104775" y="61913"/>
                </a:lnTo>
                <a:lnTo>
                  <a:pt x="109538" y="57150"/>
                </a:lnTo>
                <a:lnTo>
                  <a:pt x="114300" y="52388"/>
                </a:lnTo>
                <a:lnTo>
                  <a:pt x="119063" y="47625"/>
                </a:lnTo>
                <a:lnTo>
                  <a:pt x="128588" y="47625"/>
                </a:lnTo>
                <a:lnTo>
                  <a:pt x="133350" y="42863"/>
                </a:lnTo>
                <a:lnTo>
                  <a:pt x="138113" y="38100"/>
                </a:lnTo>
                <a:lnTo>
                  <a:pt x="147638" y="38100"/>
                </a:lnTo>
                <a:lnTo>
                  <a:pt x="152400" y="33338"/>
                </a:lnTo>
                <a:lnTo>
                  <a:pt x="157163" y="28575"/>
                </a:lnTo>
                <a:lnTo>
                  <a:pt x="166688" y="28575"/>
                </a:lnTo>
                <a:lnTo>
                  <a:pt x="171450" y="23813"/>
                </a:lnTo>
                <a:lnTo>
                  <a:pt x="176213" y="19050"/>
                </a:lnTo>
                <a:lnTo>
                  <a:pt x="185738" y="19050"/>
                </a:lnTo>
                <a:lnTo>
                  <a:pt x="190500" y="14288"/>
                </a:lnTo>
                <a:lnTo>
                  <a:pt x="195263" y="9525"/>
                </a:lnTo>
                <a:lnTo>
                  <a:pt x="204788" y="9525"/>
                </a:lnTo>
                <a:lnTo>
                  <a:pt x="214313" y="9525"/>
                </a:lnTo>
                <a:lnTo>
                  <a:pt x="219075" y="4763"/>
                </a:lnTo>
                <a:close/>
              </a:path>
            </a:pathLst>
          </a:custGeom>
          <a:solidFill xmlns:a="http://schemas.openxmlformats.org/drawingml/2006/main">
            <a:srgbClr val="D8D8D8"/>
          </a:solidFill>
          <a:ln xmlns:a="http://schemas.openxmlformats.org/drawingml/2006/main" w="0">
            <a:noFill/>
            <a:prstDash val="solid"/>
          </a:ln>
        </p:spPr>
      </p:sp>
      <p:sp>
        <p:nvSpPr>
          <p:cNvPr id="446" name="deep-skill-chaining-source-component-9-gradient-218-0">
            <a:extLst xmlns:a="http://schemas.openxmlformats.org/drawingml/2006/main">
              <a:ext uri="{FF2B5EF4-FFF2-40B4-BE49-F238E27FC236}">
                <a16:creationId xmlns:a16="http://schemas.microsoft.com/office/drawing/2014/main" id="{76CC2699-99CE-472A-A3FA-2CAB89CE9408}"/>
              </a:ext>
            </a:extLst>
          </p:cNvPr>
          <p:cNvSpPr>
            <a:spLocks xmlns:a="http://schemas.openxmlformats.org/drawingml/2006/main" noGrp="1"/>
          </p:cNvSpPr>
          <p:nvPr/>
        </p:nvSpPr>
        <p:spPr>
          <a:xfrm xmlns:a="http://schemas.openxmlformats.org/drawingml/2006/main" rot="0">
            <a:off x="8524875" y="381000"/>
            <a:ext cx="523875" cy="523875"/>
          </a:xfrm>
          <a:custGeom xmlns:a="http://schemas.openxmlformats.org/drawingml/2006/main">
            <a:pathLst>
              <a:path w="523875" h="523875">
                <a:moveTo>
                  <a:pt x="200025" y="4763"/>
                </a:move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3375" y="14288"/>
                </a:lnTo>
                <a:lnTo>
                  <a:pt x="338138" y="19050"/>
                </a:lnTo>
                <a:lnTo>
                  <a:pt x="347663" y="19050"/>
                </a:lnTo>
                <a:lnTo>
                  <a:pt x="357188" y="19050"/>
                </a:lnTo>
                <a:lnTo>
                  <a:pt x="361950" y="23813"/>
                </a:lnTo>
                <a:lnTo>
                  <a:pt x="366713" y="28575"/>
                </a:lnTo>
                <a:lnTo>
                  <a:pt x="376238" y="28575"/>
                </a:lnTo>
                <a:lnTo>
                  <a:pt x="381000" y="33338"/>
                </a:lnTo>
                <a:lnTo>
                  <a:pt x="385763" y="38100"/>
                </a:lnTo>
                <a:lnTo>
                  <a:pt x="395288" y="38100"/>
                </a:lnTo>
                <a:lnTo>
                  <a:pt x="400050" y="42863"/>
                </a:lnTo>
                <a:lnTo>
                  <a:pt x="404813" y="47625"/>
                </a:lnTo>
                <a:lnTo>
                  <a:pt x="409575" y="52388"/>
                </a:lnTo>
                <a:lnTo>
                  <a:pt x="414338" y="57150"/>
                </a:lnTo>
                <a:lnTo>
                  <a:pt x="419100" y="61913"/>
                </a:lnTo>
                <a:lnTo>
                  <a:pt x="423863" y="66675"/>
                </a:lnTo>
                <a:lnTo>
                  <a:pt x="433388" y="66675"/>
                </a:lnTo>
                <a:lnTo>
                  <a:pt x="438150" y="71438"/>
                </a:lnTo>
                <a:lnTo>
                  <a:pt x="442913" y="76200"/>
                </a:lnTo>
                <a:lnTo>
                  <a:pt x="447675" y="80963"/>
                </a:lnTo>
                <a:lnTo>
                  <a:pt x="452438" y="85725"/>
                </a:lnTo>
                <a:lnTo>
                  <a:pt x="461963" y="85725"/>
                </a:lnTo>
                <a:lnTo>
                  <a:pt x="466725" y="90488"/>
                </a:lnTo>
                <a:lnTo>
                  <a:pt x="466725" y="100013"/>
                </a:lnTo>
                <a:lnTo>
                  <a:pt x="466725" y="109538"/>
                </a:lnTo>
                <a:lnTo>
                  <a:pt x="471488" y="114300"/>
                </a:lnTo>
                <a:lnTo>
                  <a:pt x="476250" y="119063"/>
                </a:lnTo>
                <a:lnTo>
                  <a:pt x="481013" y="123825"/>
                </a:lnTo>
                <a:lnTo>
                  <a:pt x="485775" y="128588"/>
                </a:lnTo>
                <a:lnTo>
                  <a:pt x="490538" y="133350"/>
                </a:lnTo>
                <a:lnTo>
                  <a:pt x="495300" y="138113"/>
                </a:lnTo>
                <a:lnTo>
                  <a:pt x="500063" y="142875"/>
                </a:lnTo>
                <a:lnTo>
                  <a:pt x="504825" y="147638"/>
                </a:lnTo>
                <a:lnTo>
                  <a:pt x="504825" y="157163"/>
                </a:lnTo>
                <a:lnTo>
                  <a:pt x="504825" y="166688"/>
                </a:lnTo>
                <a:lnTo>
                  <a:pt x="509588" y="171450"/>
                </a:lnTo>
                <a:lnTo>
                  <a:pt x="514350" y="176213"/>
                </a:lnTo>
                <a:lnTo>
                  <a:pt x="514350" y="185738"/>
                </a:lnTo>
                <a:lnTo>
                  <a:pt x="514350" y="195263"/>
                </a:lnTo>
                <a:lnTo>
                  <a:pt x="519113" y="200025"/>
                </a:lnTo>
                <a:lnTo>
                  <a:pt x="523875" y="204788"/>
                </a:lnTo>
                <a:lnTo>
                  <a:pt x="523875" y="214313"/>
                </a:lnTo>
                <a:lnTo>
                  <a:pt x="523875" y="223838"/>
                </a:lnTo>
                <a:lnTo>
                  <a:pt x="523875" y="233363"/>
                </a:lnTo>
                <a:lnTo>
                  <a:pt x="523875" y="242888"/>
                </a:lnTo>
                <a:lnTo>
                  <a:pt x="523875" y="252413"/>
                </a:lnTo>
                <a:lnTo>
                  <a:pt x="523875" y="261938"/>
                </a:lnTo>
                <a:lnTo>
                  <a:pt x="523875" y="271463"/>
                </a:lnTo>
                <a:lnTo>
                  <a:pt x="523875" y="280988"/>
                </a:lnTo>
                <a:lnTo>
                  <a:pt x="523875" y="290513"/>
                </a:lnTo>
                <a:lnTo>
                  <a:pt x="523875" y="300038"/>
                </a:lnTo>
                <a:lnTo>
                  <a:pt x="523875" y="309563"/>
                </a:lnTo>
                <a:lnTo>
                  <a:pt x="523875" y="319088"/>
                </a:lnTo>
                <a:lnTo>
                  <a:pt x="519113" y="323850"/>
                </a:lnTo>
                <a:lnTo>
                  <a:pt x="514350" y="328613"/>
                </a:lnTo>
                <a:lnTo>
                  <a:pt x="509588" y="333375"/>
                </a:lnTo>
                <a:lnTo>
                  <a:pt x="504825" y="338138"/>
                </a:lnTo>
                <a:lnTo>
                  <a:pt x="500063" y="342900"/>
                </a:lnTo>
                <a:lnTo>
                  <a:pt x="495300" y="347663"/>
                </a:lnTo>
                <a:lnTo>
                  <a:pt x="495300" y="357188"/>
                </a:lnTo>
                <a:lnTo>
                  <a:pt x="490538" y="361950"/>
                </a:lnTo>
                <a:lnTo>
                  <a:pt x="485775" y="366713"/>
                </a:lnTo>
                <a:lnTo>
                  <a:pt x="485775" y="376238"/>
                </a:lnTo>
                <a:lnTo>
                  <a:pt x="485775" y="385763"/>
                </a:lnTo>
                <a:lnTo>
                  <a:pt x="481013" y="390525"/>
                </a:lnTo>
                <a:lnTo>
                  <a:pt x="476250" y="395288"/>
                </a:lnTo>
                <a:lnTo>
                  <a:pt x="476250" y="404813"/>
                </a:lnTo>
                <a:lnTo>
                  <a:pt x="471488" y="409575"/>
                </a:lnTo>
                <a:lnTo>
                  <a:pt x="466725" y="414338"/>
                </a:lnTo>
                <a:lnTo>
                  <a:pt x="466725" y="423863"/>
                </a:lnTo>
                <a:lnTo>
                  <a:pt x="461963" y="428625"/>
                </a:lnTo>
                <a:lnTo>
                  <a:pt x="457200" y="433388"/>
                </a:lnTo>
                <a:lnTo>
                  <a:pt x="452438" y="438150"/>
                </a:lnTo>
                <a:lnTo>
                  <a:pt x="447675" y="442913"/>
                </a:lnTo>
                <a:lnTo>
                  <a:pt x="447675" y="452438"/>
                </a:lnTo>
                <a:lnTo>
                  <a:pt x="442913" y="457200"/>
                </a:lnTo>
                <a:lnTo>
                  <a:pt x="438150" y="461963"/>
                </a:lnTo>
                <a:lnTo>
                  <a:pt x="433388" y="466725"/>
                </a:lnTo>
                <a:lnTo>
                  <a:pt x="423863" y="466725"/>
                </a:lnTo>
                <a:lnTo>
                  <a:pt x="414338" y="466725"/>
                </a:lnTo>
                <a:lnTo>
                  <a:pt x="409575" y="471488"/>
                </a:lnTo>
                <a:lnTo>
                  <a:pt x="404813" y="476250"/>
                </a:lnTo>
                <a:lnTo>
                  <a:pt x="395288" y="476250"/>
                </a:lnTo>
                <a:lnTo>
                  <a:pt x="390525" y="481013"/>
                </a:lnTo>
                <a:lnTo>
                  <a:pt x="385763" y="485775"/>
                </a:lnTo>
                <a:lnTo>
                  <a:pt x="381000" y="490538"/>
                </a:lnTo>
                <a:lnTo>
                  <a:pt x="376238" y="495300"/>
                </a:lnTo>
                <a:lnTo>
                  <a:pt x="366713" y="495300"/>
                </a:lnTo>
                <a:lnTo>
                  <a:pt x="361950" y="500063"/>
                </a:lnTo>
                <a:lnTo>
                  <a:pt x="357188" y="504825"/>
                </a:lnTo>
                <a:lnTo>
                  <a:pt x="347663" y="504825"/>
                </a:lnTo>
                <a:lnTo>
                  <a:pt x="342900" y="509588"/>
                </a:lnTo>
                <a:lnTo>
                  <a:pt x="338138" y="514350"/>
                </a:lnTo>
                <a:lnTo>
                  <a:pt x="328613" y="514350"/>
                </a:lnTo>
                <a:lnTo>
                  <a:pt x="323850" y="519113"/>
                </a:lnTo>
                <a:lnTo>
                  <a:pt x="319088" y="523875"/>
                </a:lnTo>
                <a:lnTo>
                  <a:pt x="309563" y="523875"/>
                </a:lnTo>
                <a:lnTo>
                  <a:pt x="300038" y="523875"/>
                </a:lnTo>
                <a:lnTo>
                  <a:pt x="290513" y="523875"/>
                </a:lnTo>
                <a:lnTo>
                  <a:pt x="280988" y="523875"/>
                </a:lnTo>
                <a:lnTo>
                  <a:pt x="271463" y="523875"/>
                </a:lnTo>
                <a:lnTo>
                  <a:pt x="261938" y="523875"/>
                </a:lnTo>
                <a:lnTo>
                  <a:pt x="257175" y="519113"/>
                </a:lnTo>
                <a:lnTo>
                  <a:pt x="252413" y="514350"/>
                </a:lnTo>
                <a:lnTo>
                  <a:pt x="247650" y="519113"/>
                </a:lnTo>
                <a:lnTo>
                  <a:pt x="242888" y="523875"/>
                </a:lnTo>
                <a:lnTo>
                  <a:pt x="238125" y="519113"/>
                </a:lnTo>
                <a:lnTo>
                  <a:pt x="233363" y="514350"/>
                </a:lnTo>
                <a:lnTo>
                  <a:pt x="223838" y="514350"/>
                </a:lnTo>
                <a:lnTo>
                  <a:pt x="214313" y="514350"/>
                </a:lnTo>
                <a:lnTo>
                  <a:pt x="209550" y="509588"/>
                </a:lnTo>
                <a:lnTo>
                  <a:pt x="204788" y="504825"/>
                </a:lnTo>
                <a:lnTo>
                  <a:pt x="195263" y="504825"/>
                </a:lnTo>
                <a:lnTo>
                  <a:pt x="185738" y="504825"/>
                </a:lnTo>
                <a:lnTo>
                  <a:pt x="176213" y="504825"/>
                </a:lnTo>
                <a:lnTo>
                  <a:pt x="171450" y="500063"/>
                </a:lnTo>
                <a:lnTo>
                  <a:pt x="166688" y="495300"/>
                </a:lnTo>
                <a:lnTo>
                  <a:pt x="157163" y="495300"/>
                </a:lnTo>
                <a:lnTo>
                  <a:pt x="152400" y="490538"/>
                </a:lnTo>
                <a:lnTo>
                  <a:pt x="147638" y="485775"/>
                </a:lnTo>
                <a:lnTo>
                  <a:pt x="138113" y="485775"/>
                </a:lnTo>
                <a:lnTo>
                  <a:pt x="133350" y="481013"/>
                </a:lnTo>
                <a:lnTo>
                  <a:pt x="128588" y="476250"/>
                </a:lnTo>
                <a:lnTo>
                  <a:pt x="119063" y="476250"/>
                </a:lnTo>
                <a:lnTo>
                  <a:pt x="114300" y="471488"/>
                </a:lnTo>
                <a:lnTo>
                  <a:pt x="109538" y="466725"/>
                </a:lnTo>
                <a:lnTo>
                  <a:pt x="104775" y="461963"/>
                </a:lnTo>
                <a:lnTo>
                  <a:pt x="100013" y="457200"/>
                </a:lnTo>
                <a:lnTo>
                  <a:pt x="90488" y="457200"/>
                </a:lnTo>
                <a:lnTo>
                  <a:pt x="85725" y="452438"/>
                </a:lnTo>
                <a:lnTo>
                  <a:pt x="80963" y="447675"/>
                </a:lnTo>
                <a:lnTo>
                  <a:pt x="76200" y="442913"/>
                </a:lnTo>
                <a:lnTo>
                  <a:pt x="71438" y="438150"/>
                </a:lnTo>
                <a:lnTo>
                  <a:pt x="61913" y="438150"/>
                </a:lnTo>
                <a:lnTo>
                  <a:pt x="57150" y="433388"/>
                </a:lnTo>
                <a:lnTo>
                  <a:pt x="57150" y="423863"/>
                </a:lnTo>
                <a:lnTo>
                  <a:pt x="57150" y="414338"/>
                </a:lnTo>
                <a:lnTo>
                  <a:pt x="52388" y="409575"/>
                </a:lnTo>
                <a:lnTo>
                  <a:pt x="47625" y="404813"/>
                </a:lnTo>
                <a:lnTo>
                  <a:pt x="42863" y="400050"/>
                </a:lnTo>
                <a:lnTo>
                  <a:pt x="38100" y="395288"/>
                </a:lnTo>
                <a:lnTo>
                  <a:pt x="33338" y="390525"/>
                </a:lnTo>
                <a:lnTo>
                  <a:pt x="28575" y="385763"/>
                </a:lnTo>
                <a:lnTo>
                  <a:pt x="23813" y="381000"/>
                </a:lnTo>
                <a:lnTo>
                  <a:pt x="19050" y="376238"/>
                </a:lnTo>
                <a:lnTo>
                  <a:pt x="19050" y="366713"/>
                </a:lnTo>
                <a:lnTo>
                  <a:pt x="19050" y="357188"/>
                </a:lnTo>
                <a:lnTo>
                  <a:pt x="14288" y="352425"/>
                </a:lnTo>
                <a:lnTo>
                  <a:pt x="9525" y="347663"/>
                </a:lnTo>
                <a:lnTo>
                  <a:pt x="9525" y="338138"/>
                </a:lnTo>
                <a:lnTo>
                  <a:pt x="9525" y="328613"/>
                </a:lnTo>
                <a:lnTo>
                  <a:pt x="4763" y="323850"/>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4763" y="200025"/>
                </a:lnTo>
                <a:lnTo>
                  <a:pt x="9525" y="195263"/>
                </a:lnTo>
                <a:lnTo>
                  <a:pt x="14288" y="190500"/>
                </a:lnTo>
                <a:lnTo>
                  <a:pt x="19050" y="185738"/>
                </a:lnTo>
                <a:lnTo>
                  <a:pt x="23813" y="180975"/>
                </a:lnTo>
                <a:lnTo>
                  <a:pt x="28575" y="176213"/>
                </a:lnTo>
                <a:lnTo>
                  <a:pt x="28575" y="166688"/>
                </a:lnTo>
                <a:lnTo>
                  <a:pt x="33338" y="161925"/>
                </a:lnTo>
                <a:lnTo>
                  <a:pt x="38100" y="157163"/>
                </a:lnTo>
                <a:lnTo>
                  <a:pt x="38100" y="147638"/>
                </a:lnTo>
                <a:lnTo>
                  <a:pt x="38100" y="138113"/>
                </a:lnTo>
                <a:lnTo>
                  <a:pt x="38100" y="128588"/>
                </a:lnTo>
                <a:lnTo>
                  <a:pt x="42863" y="123825"/>
                </a:lnTo>
                <a:lnTo>
                  <a:pt x="47625" y="119063"/>
                </a:lnTo>
                <a:lnTo>
                  <a:pt x="52388" y="114300"/>
                </a:lnTo>
                <a:lnTo>
                  <a:pt x="57150" y="109538"/>
                </a:lnTo>
                <a:lnTo>
                  <a:pt x="61913" y="104775"/>
                </a:lnTo>
                <a:lnTo>
                  <a:pt x="66675" y="100013"/>
                </a:lnTo>
                <a:lnTo>
                  <a:pt x="66675" y="90488"/>
                </a:lnTo>
                <a:lnTo>
                  <a:pt x="71438" y="85725"/>
                </a:lnTo>
                <a:lnTo>
                  <a:pt x="76200" y="80963"/>
                </a:lnTo>
                <a:lnTo>
                  <a:pt x="76200" y="71438"/>
                </a:lnTo>
                <a:lnTo>
                  <a:pt x="80963" y="66675"/>
                </a:lnTo>
                <a:lnTo>
                  <a:pt x="85725" y="61913"/>
                </a:lnTo>
                <a:lnTo>
                  <a:pt x="90488" y="57150"/>
                </a:lnTo>
                <a:lnTo>
                  <a:pt x="100013" y="57150"/>
                </a:lnTo>
                <a:lnTo>
                  <a:pt x="104775" y="52388"/>
                </a:lnTo>
                <a:lnTo>
                  <a:pt x="109538" y="47625"/>
                </a:lnTo>
                <a:lnTo>
                  <a:pt x="119063" y="47625"/>
                </a:lnTo>
                <a:lnTo>
                  <a:pt x="123825" y="42863"/>
                </a:lnTo>
                <a:lnTo>
                  <a:pt x="128588" y="38100"/>
                </a:lnTo>
                <a:lnTo>
                  <a:pt x="138113" y="38100"/>
                </a:lnTo>
                <a:lnTo>
                  <a:pt x="142875" y="33338"/>
                </a:lnTo>
                <a:lnTo>
                  <a:pt x="147638" y="28575"/>
                </a:lnTo>
                <a:lnTo>
                  <a:pt x="157163" y="28575"/>
                </a:lnTo>
                <a:lnTo>
                  <a:pt x="161925" y="23813"/>
                </a:lnTo>
                <a:lnTo>
                  <a:pt x="166688" y="19050"/>
                </a:lnTo>
                <a:lnTo>
                  <a:pt x="176213" y="19050"/>
                </a:lnTo>
                <a:lnTo>
                  <a:pt x="185738" y="19050"/>
                </a:lnTo>
                <a:lnTo>
                  <a:pt x="190500" y="14288"/>
                </a:lnTo>
                <a:lnTo>
                  <a:pt x="195263" y="9525"/>
                </a:lnTo>
                <a:lnTo>
                  <a:pt x="200025" y="4763"/>
                </a:lnTo>
                <a:close/>
              </a:path>
            </a:pathLst>
          </a:custGeom>
          <a:solidFill xmlns:a="http://schemas.openxmlformats.org/drawingml/2006/main">
            <a:srgbClr val="DADADA"/>
          </a:solidFill>
          <a:ln xmlns:a="http://schemas.openxmlformats.org/drawingml/2006/main" w="0">
            <a:noFill/>
            <a:prstDash val="solid"/>
          </a:ln>
        </p:spPr>
      </p:sp>
      <p:sp>
        <p:nvSpPr>
          <p:cNvPr id="447" name="deep-skill-chaining-source-component-9-gradient-220-0">
            <a:extLst xmlns:a="http://schemas.openxmlformats.org/drawingml/2006/main">
              <a:ext uri="{FF2B5EF4-FFF2-40B4-BE49-F238E27FC236}">
                <a16:creationId xmlns:a16="http://schemas.microsoft.com/office/drawing/2014/main" id="{AA1229E4-A171-4C94-83E5-487127B751B5}"/>
              </a:ext>
            </a:extLst>
          </p:cNvPr>
          <p:cNvSpPr>
            <a:spLocks xmlns:a="http://schemas.openxmlformats.org/drawingml/2006/main" noGrp="1"/>
          </p:cNvSpPr>
          <p:nvPr/>
        </p:nvSpPr>
        <p:spPr>
          <a:xfrm xmlns:a="http://schemas.openxmlformats.org/drawingml/2006/main" rot="0">
            <a:off x="8534400" y="400050"/>
            <a:ext cx="504825" cy="485775"/>
          </a:xfrm>
          <a:custGeom xmlns:a="http://schemas.openxmlformats.org/drawingml/2006/main">
            <a:pathLst>
              <a:path w="504825" h="485775">
                <a:moveTo>
                  <a:pt x="190500" y="4763"/>
                </a:move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2900" y="14288"/>
                </a:lnTo>
                <a:lnTo>
                  <a:pt x="347663" y="19050"/>
                </a:lnTo>
                <a:lnTo>
                  <a:pt x="352425" y="23813"/>
                </a:lnTo>
                <a:lnTo>
                  <a:pt x="357188" y="28575"/>
                </a:lnTo>
                <a:lnTo>
                  <a:pt x="366713" y="28575"/>
                </a:lnTo>
                <a:lnTo>
                  <a:pt x="371475" y="33338"/>
                </a:lnTo>
                <a:lnTo>
                  <a:pt x="376238" y="38100"/>
                </a:lnTo>
                <a:lnTo>
                  <a:pt x="385763" y="38100"/>
                </a:lnTo>
                <a:lnTo>
                  <a:pt x="390525" y="42863"/>
                </a:lnTo>
                <a:lnTo>
                  <a:pt x="395288" y="47625"/>
                </a:lnTo>
                <a:lnTo>
                  <a:pt x="400050" y="52388"/>
                </a:lnTo>
                <a:lnTo>
                  <a:pt x="404813" y="57150"/>
                </a:lnTo>
                <a:lnTo>
                  <a:pt x="409575" y="61913"/>
                </a:lnTo>
                <a:lnTo>
                  <a:pt x="414338" y="66675"/>
                </a:lnTo>
                <a:lnTo>
                  <a:pt x="423863" y="66675"/>
                </a:lnTo>
                <a:lnTo>
                  <a:pt x="428625" y="71438"/>
                </a:lnTo>
                <a:lnTo>
                  <a:pt x="428625" y="80963"/>
                </a:lnTo>
                <a:lnTo>
                  <a:pt x="433388" y="85725"/>
                </a:lnTo>
                <a:lnTo>
                  <a:pt x="438150" y="90488"/>
                </a:lnTo>
                <a:lnTo>
                  <a:pt x="442913" y="95250"/>
                </a:lnTo>
                <a:lnTo>
                  <a:pt x="447675" y="100013"/>
                </a:lnTo>
                <a:lnTo>
                  <a:pt x="452438" y="104775"/>
                </a:lnTo>
                <a:lnTo>
                  <a:pt x="457200" y="109538"/>
                </a:lnTo>
                <a:lnTo>
                  <a:pt x="461963" y="114300"/>
                </a:lnTo>
                <a:lnTo>
                  <a:pt x="466725" y="119063"/>
                </a:lnTo>
                <a:lnTo>
                  <a:pt x="471488" y="123825"/>
                </a:lnTo>
                <a:lnTo>
                  <a:pt x="481013" y="123825"/>
                </a:lnTo>
                <a:lnTo>
                  <a:pt x="485775" y="128588"/>
                </a:lnTo>
                <a:lnTo>
                  <a:pt x="485775" y="138113"/>
                </a:lnTo>
                <a:lnTo>
                  <a:pt x="485775" y="147638"/>
                </a:lnTo>
                <a:lnTo>
                  <a:pt x="485775" y="157163"/>
                </a:lnTo>
                <a:lnTo>
                  <a:pt x="490538" y="161925"/>
                </a:lnTo>
                <a:lnTo>
                  <a:pt x="495300" y="166688"/>
                </a:lnTo>
                <a:lnTo>
                  <a:pt x="495300" y="176213"/>
                </a:lnTo>
                <a:lnTo>
                  <a:pt x="495300" y="185738"/>
                </a:lnTo>
                <a:lnTo>
                  <a:pt x="495300" y="195263"/>
                </a:lnTo>
                <a:lnTo>
                  <a:pt x="495300" y="204788"/>
                </a:lnTo>
                <a:lnTo>
                  <a:pt x="495300" y="214313"/>
                </a:lnTo>
                <a:lnTo>
                  <a:pt x="495300" y="223838"/>
                </a:lnTo>
                <a:lnTo>
                  <a:pt x="495300" y="233363"/>
                </a:lnTo>
                <a:lnTo>
                  <a:pt x="495300" y="242888"/>
                </a:lnTo>
                <a:lnTo>
                  <a:pt x="495300" y="252413"/>
                </a:lnTo>
                <a:lnTo>
                  <a:pt x="495300" y="261938"/>
                </a:lnTo>
                <a:lnTo>
                  <a:pt x="495300" y="271463"/>
                </a:lnTo>
                <a:lnTo>
                  <a:pt x="495300" y="280988"/>
                </a:lnTo>
                <a:lnTo>
                  <a:pt x="500063" y="285750"/>
                </a:lnTo>
                <a:lnTo>
                  <a:pt x="504825" y="290513"/>
                </a:lnTo>
                <a:lnTo>
                  <a:pt x="504825" y="300038"/>
                </a:lnTo>
                <a:lnTo>
                  <a:pt x="500063" y="304800"/>
                </a:lnTo>
                <a:lnTo>
                  <a:pt x="495300" y="309563"/>
                </a:lnTo>
                <a:lnTo>
                  <a:pt x="490538" y="314325"/>
                </a:lnTo>
                <a:lnTo>
                  <a:pt x="485775" y="319088"/>
                </a:lnTo>
                <a:lnTo>
                  <a:pt x="481013" y="323850"/>
                </a:lnTo>
                <a:lnTo>
                  <a:pt x="476250" y="328613"/>
                </a:lnTo>
                <a:lnTo>
                  <a:pt x="471488" y="333375"/>
                </a:lnTo>
                <a:lnTo>
                  <a:pt x="466725" y="338138"/>
                </a:lnTo>
                <a:lnTo>
                  <a:pt x="466725" y="347663"/>
                </a:lnTo>
                <a:lnTo>
                  <a:pt x="461963" y="352425"/>
                </a:lnTo>
                <a:lnTo>
                  <a:pt x="457200" y="357188"/>
                </a:lnTo>
                <a:lnTo>
                  <a:pt x="457200" y="366713"/>
                </a:lnTo>
                <a:lnTo>
                  <a:pt x="457200" y="376238"/>
                </a:lnTo>
                <a:lnTo>
                  <a:pt x="457200" y="385763"/>
                </a:lnTo>
                <a:lnTo>
                  <a:pt x="452438" y="390525"/>
                </a:lnTo>
                <a:lnTo>
                  <a:pt x="447675" y="395288"/>
                </a:lnTo>
                <a:lnTo>
                  <a:pt x="442913" y="400050"/>
                </a:lnTo>
                <a:lnTo>
                  <a:pt x="438150" y="404813"/>
                </a:lnTo>
                <a:lnTo>
                  <a:pt x="433388" y="409575"/>
                </a:lnTo>
                <a:lnTo>
                  <a:pt x="428625" y="414338"/>
                </a:lnTo>
                <a:lnTo>
                  <a:pt x="428625" y="423863"/>
                </a:lnTo>
                <a:lnTo>
                  <a:pt x="423863" y="428625"/>
                </a:lnTo>
                <a:lnTo>
                  <a:pt x="414338" y="428625"/>
                </a:lnTo>
                <a:lnTo>
                  <a:pt x="409575" y="433388"/>
                </a:lnTo>
                <a:lnTo>
                  <a:pt x="404813" y="438150"/>
                </a:lnTo>
                <a:lnTo>
                  <a:pt x="395288" y="438150"/>
                </a:lnTo>
                <a:lnTo>
                  <a:pt x="385763" y="438150"/>
                </a:lnTo>
                <a:lnTo>
                  <a:pt x="381000" y="442913"/>
                </a:lnTo>
                <a:lnTo>
                  <a:pt x="376238" y="447675"/>
                </a:lnTo>
                <a:lnTo>
                  <a:pt x="371475" y="452438"/>
                </a:lnTo>
                <a:lnTo>
                  <a:pt x="366713" y="457200"/>
                </a:lnTo>
                <a:lnTo>
                  <a:pt x="357188" y="457200"/>
                </a:lnTo>
                <a:lnTo>
                  <a:pt x="352425" y="461963"/>
                </a:lnTo>
                <a:lnTo>
                  <a:pt x="347663" y="466725"/>
                </a:lnTo>
                <a:lnTo>
                  <a:pt x="342900" y="471488"/>
                </a:lnTo>
                <a:lnTo>
                  <a:pt x="338138" y="476250"/>
                </a:lnTo>
                <a:lnTo>
                  <a:pt x="328613" y="476250"/>
                </a:lnTo>
                <a:lnTo>
                  <a:pt x="323850" y="481013"/>
                </a:lnTo>
                <a:lnTo>
                  <a:pt x="319088" y="485775"/>
                </a:lnTo>
                <a:lnTo>
                  <a:pt x="309563" y="485775"/>
                </a:lnTo>
                <a:lnTo>
                  <a:pt x="300038" y="485775"/>
                </a:lnTo>
                <a:lnTo>
                  <a:pt x="290513" y="485775"/>
                </a:lnTo>
                <a:lnTo>
                  <a:pt x="280988" y="485775"/>
                </a:lnTo>
                <a:lnTo>
                  <a:pt x="271463" y="485775"/>
                </a:lnTo>
                <a:lnTo>
                  <a:pt x="261938" y="485775"/>
                </a:lnTo>
                <a:lnTo>
                  <a:pt x="252413" y="485775"/>
                </a:lnTo>
                <a:lnTo>
                  <a:pt x="242888" y="485775"/>
                </a:lnTo>
                <a:lnTo>
                  <a:pt x="233363" y="485775"/>
                </a:lnTo>
                <a:lnTo>
                  <a:pt x="223838" y="485775"/>
                </a:lnTo>
                <a:lnTo>
                  <a:pt x="214313" y="485775"/>
                </a:lnTo>
                <a:lnTo>
                  <a:pt x="204788" y="485775"/>
                </a:lnTo>
                <a:lnTo>
                  <a:pt x="195263" y="485775"/>
                </a:lnTo>
                <a:lnTo>
                  <a:pt x="190500" y="481013"/>
                </a:lnTo>
                <a:lnTo>
                  <a:pt x="185738" y="476250"/>
                </a:lnTo>
                <a:lnTo>
                  <a:pt x="176213" y="476250"/>
                </a:lnTo>
                <a:lnTo>
                  <a:pt x="166688" y="476250"/>
                </a:lnTo>
                <a:lnTo>
                  <a:pt x="161925" y="471488"/>
                </a:lnTo>
                <a:lnTo>
                  <a:pt x="157163" y="466725"/>
                </a:lnTo>
                <a:lnTo>
                  <a:pt x="147638" y="466725"/>
                </a:lnTo>
                <a:lnTo>
                  <a:pt x="138113" y="466725"/>
                </a:lnTo>
                <a:lnTo>
                  <a:pt x="133350" y="461963"/>
                </a:lnTo>
                <a:lnTo>
                  <a:pt x="128588" y="457200"/>
                </a:lnTo>
                <a:lnTo>
                  <a:pt x="123825" y="452438"/>
                </a:lnTo>
                <a:lnTo>
                  <a:pt x="119063" y="447675"/>
                </a:lnTo>
                <a:lnTo>
                  <a:pt x="114300" y="442913"/>
                </a:lnTo>
                <a:lnTo>
                  <a:pt x="109538" y="438150"/>
                </a:lnTo>
                <a:lnTo>
                  <a:pt x="104775" y="433388"/>
                </a:lnTo>
                <a:lnTo>
                  <a:pt x="100013" y="428625"/>
                </a:lnTo>
                <a:lnTo>
                  <a:pt x="95250" y="423863"/>
                </a:lnTo>
                <a:lnTo>
                  <a:pt x="90488" y="419100"/>
                </a:lnTo>
                <a:lnTo>
                  <a:pt x="80963" y="419100"/>
                </a:lnTo>
                <a:lnTo>
                  <a:pt x="76200" y="414338"/>
                </a:lnTo>
                <a:lnTo>
                  <a:pt x="76200" y="404813"/>
                </a:lnTo>
                <a:lnTo>
                  <a:pt x="71438" y="400050"/>
                </a:lnTo>
                <a:lnTo>
                  <a:pt x="66675" y="395288"/>
                </a:lnTo>
                <a:lnTo>
                  <a:pt x="61913" y="390525"/>
                </a:lnTo>
                <a:lnTo>
                  <a:pt x="57150" y="385763"/>
                </a:lnTo>
                <a:lnTo>
                  <a:pt x="52388" y="381000"/>
                </a:lnTo>
                <a:lnTo>
                  <a:pt x="47625" y="376238"/>
                </a:lnTo>
                <a:lnTo>
                  <a:pt x="42863" y="371475"/>
                </a:lnTo>
                <a:lnTo>
                  <a:pt x="38100" y="366713"/>
                </a:lnTo>
                <a:lnTo>
                  <a:pt x="33338" y="361950"/>
                </a:lnTo>
                <a:lnTo>
                  <a:pt x="23813" y="361950"/>
                </a:lnTo>
                <a:lnTo>
                  <a:pt x="19050" y="357188"/>
                </a:lnTo>
                <a:lnTo>
                  <a:pt x="19050" y="347663"/>
                </a:lnTo>
                <a:lnTo>
                  <a:pt x="19050" y="338138"/>
                </a:lnTo>
                <a:lnTo>
                  <a:pt x="19050" y="328613"/>
                </a:lnTo>
                <a:lnTo>
                  <a:pt x="14288" y="323850"/>
                </a:lnTo>
                <a:lnTo>
                  <a:pt x="9525" y="319088"/>
                </a:lnTo>
                <a:lnTo>
                  <a:pt x="9525" y="309563"/>
                </a:lnTo>
                <a:lnTo>
                  <a:pt x="9525" y="300038"/>
                </a:lnTo>
                <a:lnTo>
                  <a:pt x="9525" y="290513"/>
                </a:lnTo>
                <a:lnTo>
                  <a:pt x="9525" y="280988"/>
                </a:lnTo>
                <a:lnTo>
                  <a:pt x="9525" y="271463"/>
                </a:lnTo>
                <a:lnTo>
                  <a:pt x="9525" y="261938"/>
                </a:lnTo>
                <a:lnTo>
                  <a:pt x="9525" y="252413"/>
                </a:lnTo>
                <a:lnTo>
                  <a:pt x="9525" y="242888"/>
                </a:lnTo>
                <a:lnTo>
                  <a:pt x="9525" y="233363"/>
                </a:lnTo>
                <a:lnTo>
                  <a:pt x="9525" y="223838"/>
                </a:lnTo>
                <a:lnTo>
                  <a:pt x="9525" y="214313"/>
                </a:lnTo>
                <a:lnTo>
                  <a:pt x="9525" y="204788"/>
                </a:lnTo>
                <a:lnTo>
                  <a:pt x="9525" y="195263"/>
                </a:lnTo>
                <a:lnTo>
                  <a:pt x="4763" y="190500"/>
                </a:lnTo>
                <a:lnTo>
                  <a:pt x="0" y="185738"/>
                </a:lnTo>
                <a:lnTo>
                  <a:pt x="4763" y="180975"/>
                </a:lnTo>
                <a:lnTo>
                  <a:pt x="9525" y="176213"/>
                </a:lnTo>
                <a:lnTo>
                  <a:pt x="14288" y="171450"/>
                </a:lnTo>
                <a:lnTo>
                  <a:pt x="19050" y="166688"/>
                </a:lnTo>
                <a:lnTo>
                  <a:pt x="23813" y="161925"/>
                </a:lnTo>
                <a:lnTo>
                  <a:pt x="28575" y="157163"/>
                </a:lnTo>
                <a:lnTo>
                  <a:pt x="33338" y="152400"/>
                </a:lnTo>
                <a:lnTo>
                  <a:pt x="38100" y="147638"/>
                </a:lnTo>
                <a:lnTo>
                  <a:pt x="38100" y="138113"/>
                </a:lnTo>
                <a:lnTo>
                  <a:pt x="38100" y="128588"/>
                </a:lnTo>
                <a:lnTo>
                  <a:pt x="42863" y="123825"/>
                </a:lnTo>
                <a:lnTo>
                  <a:pt x="47625" y="119063"/>
                </a:lnTo>
                <a:lnTo>
                  <a:pt x="47625" y="109538"/>
                </a:lnTo>
                <a:lnTo>
                  <a:pt x="47625" y="100013"/>
                </a:lnTo>
                <a:lnTo>
                  <a:pt x="52388" y="95250"/>
                </a:lnTo>
                <a:lnTo>
                  <a:pt x="57150" y="90488"/>
                </a:lnTo>
                <a:lnTo>
                  <a:pt x="61913" y="85725"/>
                </a:lnTo>
                <a:lnTo>
                  <a:pt x="66675" y="80963"/>
                </a:lnTo>
                <a:lnTo>
                  <a:pt x="71438" y="76200"/>
                </a:lnTo>
                <a:lnTo>
                  <a:pt x="76200" y="71438"/>
                </a:lnTo>
                <a:lnTo>
                  <a:pt x="80963" y="66675"/>
                </a:lnTo>
                <a:lnTo>
                  <a:pt x="85725" y="61913"/>
                </a:lnTo>
                <a:lnTo>
                  <a:pt x="90488" y="57150"/>
                </a:lnTo>
                <a:lnTo>
                  <a:pt x="95250" y="52388"/>
                </a:lnTo>
                <a:lnTo>
                  <a:pt x="100013" y="47625"/>
                </a:lnTo>
                <a:lnTo>
                  <a:pt x="104775" y="42863"/>
                </a:lnTo>
                <a:lnTo>
                  <a:pt x="109538" y="38100"/>
                </a:lnTo>
                <a:lnTo>
                  <a:pt x="119063" y="38100"/>
                </a:lnTo>
                <a:lnTo>
                  <a:pt x="123825" y="33338"/>
                </a:lnTo>
                <a:lnTo>
                  <a:pt x="128588" y="28575"/>
                </a:lnTo>
                <a:lnTo>
                  <a:pt x="138113" y="28575"/>
                </a:lnTo>
                <a:lnTo>
                  <a:pt x="142875" y="23813"/>
                </a:lnTo>
                <a:lnTo>
                  <a:pt x="147638" y="19050"/>
                </a:lnTo>
                <a:lnTo>
                  <a:pt x="157163" y="19050"/>
                </a:lnTo>
                <a:lnTo>
                  <a:pt x="161925" y="14288"/>
                </a:lnTo>
                <a:lnTo>
                  <a:pt x="166688" y="9525"/>
                </a:lnTo>
                <a:lnTo>
                  <a:pt x="176213" y="9525"/>
                </a:lnTo>
                <a:lnTo>
                  <a:pt x="185738" y="9525"/>
                </a:lnTo>
                <a:lnTo>
                  <a:pt x="190500" y="4763"/>
                </a:lnTo>
                <a:close/>
              </a:path>
            </a:pathLst>
          </a:custGeom>
          <a:solidFill xmlns:a="http://schemas.openxmlformats.org/drawingml/2006/main">
            <a:srgbClr val="DCDCDC"/>
          </a:solidFill>
          <a:ln xmlns:a="http://schemas.openxmlformats.org/drawingml/2006/main" w="0">
            <a:noFill/>
            <a:prstDash val="solid"/>
          </a:ln>
        </p:spPr>
      </p:sp>
      <p:sp>
        <p:nvSpPr>
          <p:cNvPr id="448" name="deep-skill-chaining-source-component-9-gradient-222-0">
            <a:extLst xmlns:a="http://schemas.openxmlformats.org/drawingml/2006/main">
              <a:ext uri="{FF2B5EF4-FFF2-40B4-BE49-F238E27FC236}">
                <a16:creationId xmlns:a16="http://schemas.microsoft.com/office/drawing/2014/main" id="{6C07D1E7-5E5B-4CB3-8109-D55EA2A926B0}"/>
              </a:ext>
            </a:extLst>
          </p:cNvPr>
          <p:cNvSpPr>
            <a:spLocks xmlns:a="http://schemas.openxmlformats.org/drawingml/2006/main" noGrp="1"/>
          </p:cNvSpPr>
          <p:nvPr/>
        </p:nvSpPr>
        <p:spPr>
          <a:xfrm xmlns:a="http://schemas.openxmlformats.org/drawingml/2006/main" rot="0">
            <a:off x="8553450" y="409575"/>
            <a:ext cx="466725" cy="466725"/>
          </a:xfrm>
          <a:custGeom xmlns:a="http://schemas.openxmlformats.org/drawingml/2006/main">
            <a:pathLst>
              <a:path w="466725" h="466725">
                <a:moveTo>
                  <a:pt x="171450" y="4763"/>
                </a:move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71463" y="9525"/>
                </a:lnTo>
                <a:lnTo>
                  <a:pt x="280988" y="9525"/>
                </a:lnTo>
                <a:lnTo>
                  <a:pt x="290513" y="9525"/>
                </a:lnTo>
                <a:lnTo>
                  <a:pt x="295275" y="14288"/>
                </a:lnTo>
                <a:lnTo>
                  <a:pt x="300038" y="19050"/>
                </a:lnTo>
                <a:lnTo>
                  <a:pt x="309563" y="19050"/>
                </a:lnTo>
                <a:lnTo>
                  <a:pt x="319088" y="19050"/>
                </a:lnTo>
                <a:lnTo>
                  <a:pt x="328613" y="19050"/>
                </a:lnTo>
                <a:lnTo>
                  <a:pt x="333375" y="23813"/>
                </a:lnTo>
                <a:lnTo>
                  <a:pt x="338138" y="28575"/>
                </a:lnTo>
                <a:lnTo>
                  <a:pt x="347663" y="28575"/>
                </a:lnTo>
                <a:lnTo>
                  <a:pt x="352425" y="33338"/>
                </a:lnTo>
                <a:lnTo>
                  <a:pt x="357188" y="38100"/>
                </a:lnTo>
                <a:lnTo>
                  <a:pt x="361950" y="42863"/>
                </a:lnTo>
                <a:lnTo>
                  <a:pt x="366713" y="47625"/>
                </a:lnTo>
                <a:lnTo>
                  <a:pt x="371475" y="52388"/>
                </a:lnTo>
                <a:lnTo>
                  <a:pt x="376238" y="57150"/>
                </a:lnTo>
                <a:lnTo>
                  <a:pt x="381000" y="61913"/>
                </a:lnTo>
                <a:lnTo>
                  <a:pt x="385763" y="66675"/>
                </a:lnTo>
                <a:lnTo>
                  <a:pt x="390525" y="71438"/>
                </a:lnTo>
                <a:lnTo>
                  <a:pt x="395288" y="76200"/>
                </a:lnTo>
                <a:lnTo>
                  <a:pt x="400050" y="80963"/>
                </a:lnTo>
                <a:lnTo>
                  <a:pt x="404813" y="85725"/>
                </a:lnTo>
                <a:lnTo>
                  <a:pt x="409575" y="90488"/>
                </a:lnTo>
                <a:lnTo>
                  <a:pt x="414338" y="95250"/>
                </a:lnTo>
                <a:lnTo>
                  <a:pt x="419100" y="100013"/>
                </a:lnTo>
                <a:lnTo>
                  <a:pt x="423863" y="104775"/>
                </a:lnTo>
                <a:lnTo>
                  <a:pt x="428625" y="109538"/>
                </a:lnTo>
                <a:lnTo>
                  <a:pt x="433388" y="114300"/>
                </a:lnTo>
                <a:lnTo>
                  <a:pt x="442913" y="114300"/>
                </a:lnTo>
                <a:lnTo>
                  <a:pt x="447675" y="119063"/>
                </a:lnTo>
                <a:lnTo>
                  <a:pt x="447675" y="128588"/>
                </a:lnTo>
                <a:lnTo>
                  <a:pt x="447675" y="138113"/>
                </a:lnTo>
                <a:lnTo>
                  <a:pt x="452438" y="142875"/>
                </a:lnTo>
                <a:lnTo>
                  <a:pt x="457200" y="147638"/>
                </a:lnTo>
                <a:lnTo>
                  <a:pt x="457200" y="157163"/>
                </a:lnTo>
                <a:lnTo>
                  <a:pt x="461963" y="161925"/>
                </a:lnTo>
                <a:lnTo>
                  <a:pt x="466725" y="166688"/>
                </a:lnTo>
                <a:lnTo>
                  <a:pt x="466725" y="176213"/>
                </a:lnTo>
                <a:lnTo>
                  <a:pt x="466725" y="185738"/>
                </a:lnTo>
                <a:lnTo>
                  <a:pt x="461963" y="190500"/>
                </a:lnTo>
                <a:lnTo>
                  <a:pt x="457200" y="195263"/>
                </a:lnTo>
                <a:lnTo>
                  <a:pt x="457200" y="204788"/>
                </a:lnTo>
                <a:lnTo>
                  <a:pt x="457200" y="214313"/>
                </a:lnTo>
                <a:lnTo>
                  <a:pt x="461963" y="219075"/>
                </a:lnTo>
                <a:lnTo>
                  <a:pt x="466725" y="223838"/>
                </a:lnTo>
                <a:lnTo>
                  <a:pt x="466725" y="233363"/>
                </a:lnTo>
                <a:lnTo>
                  <a:pt x="466725" y="242888"/>
                </a:lnTo>
                <a:lnTo>
                  <a:pt x="466725" y="252413"/>
                </a:lnTo>
                <a:lnTo>
                  <a:pt x="466725" y="261938"/>
                </a:lnTo>
                <a:lnTo>
                  <a:pt x="466725" y="271463"/>
                </a:lnTo>
                <a:lnTo>
                  <a:pt x="466725" y="280988"/>
                </a:lnTo>
                <a:lnTo>
                  <a:pt x="466725" y="290513"/>
                </a:lnTo>
                <a:lnTo>
                  <a:pt x="461963" y="295275"/>
                </a:lnTo>
                <a:lnTo>
                  <a:pt x="457200" y="300038"/>
                </a:lnTo>
                <a:lnTo>
                  <a:pt x="452438" y="304800"/>
                </a:lnTo>
                <a:lnTo>
                  <a:pt x="447675" y="309563"/>
                </a:lnTo>
                <a:lnTo>
                  <a:pt x="442913" y="314325"/>
                </a:lnTo>
                <a:lnTo>
                  <a:pt x="438150" y="319088"/>
                </a:lnTo>
                <a:lnTo>
                  <a:pt x="438150" y="328613"/>
                </a:lnTo>
                <a:lnTo>
                  <a:pt x="433388" y="333375"/>
                </a:lnTo>
                <a:lnTo>
                  <a:pt x="428625" y="338138"/>
                </a:lnTo>
                <a:lnTo>
                  <a:pt x="428625" y="347663"/>
                </a:lnTo>
                <a:lnTo>
                  <a:pt x="423863" y="352425"/>
                </a:lnTo>
                <a:lnTo>
                  <a:pt x="419100" y="357188"/>
                </a:lnTo>
                <a:lnTo>
                  <a:pt x="419100" y="366713"/>
                </a:lnTo>
                <a:lnTo>
                  <a:pt x="419100" y="376238"/>
                </a:lnTo>
                <a:lnTo>
                  <a:pt x="414338" y="381000"/>
                </a:lnTo>
                <a:lnTo>
                  <a:pt x="409575" y="385763"/>
                </a:lnTo>
                <a:lnTo>
                  <a:pt x="409575" y="395288"/>
                </a:lnTo>
                <a:lnTo>
                  <a:pt x="404813" y="400050"/>
                </a:lnTo>
                <a:lnTo>
                  <a:pt x="400050" y="404813"/>
                </a:lnTo>
                <a:lnTo>
                  <a:pt x="395288" y="409575"/>
                </a:lnTo>
                <a:lnTo>
                  <a:pt x="385763" y="409575"/>
                </a:lnTo>
                <a:lnTo>
                  <a:pt x="381000" y="414338"/>
                </a:lnTo>
                <a:lnTo>
                  <a:pt x="376238" y="419100"/>
                </a:lnTo>
                <a:lnTo>
                  <a:pt x="366713" y="419100"/>
                </a:lnTo>
                <a:lnTo>
                  <a:pt x="361950" y="423863"/>
                </a:lnTo>
                <a:lnTo>
                  <a:pt x="357188" y="428625"/>
                </a:lnTo>
                <a:lnTo>
                  <a:pt x="347663" y="428625"/>
                </a:lnTo>
                <a:lnTo>
                  <a:pt x="342900" y="433388"/>
                </a:lnTo>
                <a:lnTo>
                  <a:pt x="338138" y="438150"/>
                </a:lnTo>
                <a:lnTo>
                  <a:pt x="328613" y="438150"/>
                </a:lnTo>
                <a:lnTo>
                  <a:pt x="323850" y="442913"/>
                </a:lnTo>
                <a:lnTo>
                  <a:pt x="319088" y="447675"/>
                </a:lnTo>
                <a:lnTo>
                  <a:pt x="309563" y="447675"/>
                </a:lnTo>
                <a:lnTo>
                  <a:pt x="304800" y="452438"/>
                </a:lnTo>
                <a:lnTo>
                  <a:pt x="300038" y="457200"/>
                </a:lnTo>
                <a:lnTo>
                  <a:pt x="295275" y="461963"/>
                </a:lnTo>
                <a:lnTo>
                  <a:pt x="290513" y="466725"/>
                </a:lnTo>
                <a:lnTo>
                  <a:pt x="280988" y="466725"/>
                </a:lnTo>
                <a:lnTo>
                  <a:pt x="271463" y="466725"/>
                </a:lnTo>
                <a:lnTo>
                  <a:pt x="261938" y="466725"/>
                </a:lnTo>
                <a:lnTo>
                  <a:pt x="252413" y="466725"/>
                </a:lnTo>
                <a:lnTo>
                  <a:pt x="242888" y="466725"/>
                </a:lnTo>
                <a:lnTo>
                  <a:pt x="233363" y="466725"/>
                </a:lnTo>
                <a:lnTo>
                  <a:pt x="223838" y="466725"/>
                </a:lnTo>
                <a:lnTo>
                  <a:pt x="214313" y="466725"/>
                </a:lnTo>
                <a:lnTo>
                  <a:pt x="204788" y="466725"/>
                </a:lnTo>
                <a:lnTo>
                  <a:pt x="200025" y="461963"/>
                </a:lnTo>
                <a:lnTo>
                  <a:pt x="195263" y="457200"/>
                </a:lnTo>
                <a:lnTo>
                  <a:pt x="185738" y="457200"/>
                </a:lnTo>
                <a:lnTo>
                  <a:pt x="176213" y="457200"/>
                </a:lnTo>
                <a:lnTo>
                  <a:pt x="166688" y="457200"/>
                </a:lnTo>
                <a:lnTo>
                  <a:pt x="161925" y="452438"/>
                </a:lnTo>
                <a:lnTo>
                  <a:pt x="157163" y="447675"/>
                </a:lnTo>
                <a:lnTo>
                  <a:pt x="147638" y="447675"/>
                </a:lnTo>
                <a:lnTo>
                  <a:pt x="138113" y="447675"/>
                </a:lnTo>
                <a:lnTo>
                  <a:pt x="133350" y="442913"/>
                </a:lnTo>
                <a:lnTo>
                  <a:pt x="128588" y="438150"/>
                </a:lnTo>
                <a:lnTo>
                  <a:pt x="119063" y="438150"/>
                </a:lnTo>
                <a:lnTo>
                  <a:pt x="114300" y="433388"/>
                </a:lnTo>
                <a:lnTo>
                  <a:pt x="109538" y="428625"/>
                </a:lnTo>
                <a:lnTo>
                  <a:pt x="104775" y="423863"/>
                </a:lnTo>
                <a:lnTo>
                  <a:pt x="100013" y="419100"/>
                </a:lnTo>
                <a:lnTo>
                  <a:pt x="95250" y="414338"/>
                </a:lnTo>
                <a:lnTo>
                  <a:pt x="90488" y="409575"/>
                </a:lnTo>
                <a:lnTo>
                  <a:pt x="85725" y="404813"/>
                </a:lnTo>
                <a:lnTo>
                  <a:pt x="80963" y="400050"/>
                </a:lnTo>
                <a:lnTo>
                  <a:pt x="76200" y="395288"/>
                </a:lnTo>
                <a:lnTo>
                  <a:pt x="71438" y="390525"/>
                </a:lnTo>
                <a:lnTo>
                  <a:pt x="66675" y="385763"/>
                </a:lnTo>
                <a:lnTo>
                  <a:pt x="61913" y="381000"/>
                </a:lnTo>
                <a:lnTo>
                  <a:pt x="57150" y="376238"/>
                </a:lnTo>
                <a:lnTo>
                  <a:pt x="52388" y="371475"/>
                </a:lnTo>
                <a:lnTo>
                  <a:pt x="47625" y="366713"/>
                </a:lnTo>
                <a:lnTo>
                  <a:pt x="42863" y="361950"/>
                </a:lnTo>
                <a:lnTo>
                  <a:pt x="38100" y="357188"/>
                </a:lnTo>
                <a:lnTo>
                  <a:pt x="33338" y="352425"/>
                </a:lnTo>
                <a:lnTo>
                  <a:pt x="23813" y="352425"/>
                </a:lnTo>
                <a:lnTo>
                  <a:pt x="19050" y="347663"/>
                </a:lnTo>
                <a:lnTo>
                  <a:pt x="19050" y="338138"/>
                </a:lnTo>
                <a:lnTo>
                  <a:pt x="19050" y="328613"/>
                </a:lnTo>
                <a:lnTo>
                  <a:pt x="14288" y="323850"/>
                </a:lnTo>
                <a:lnTo>
                  <a:pt x="9525" y="319088"/>
                </a:lnTo>
                <a:lnTo>
                  <a:pt x="9525" y="309563"/>
                </a:lnTo>
                <a:lnTo>
                  <a:pt x="4763" y="304800"/>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4763" y="171450"/>
                </a:lnTo>
                <a:lnTo>
                  <a:pt x="9525" y="166688"/>
                </a:lnTo>
                <a:lnTo>
                  <a:pt x="14288" y="161925"/>
                </a:lnTo>
                <a:lnTo>
                  <a:pt x="19050" y="157163"/>
                </a:lnTo>
                <a:lnTo>
                  <a:pt x="23813" y="152400"/>
                </a:lnTo>
                <a:lnTo>
                  <a:pt x="28575" y="147638"/>
                </a:lnTo>
                <a:lnTo>
                  <a:pt x="28575" y="138113"/>
                </a:lnTo>
                <a:lnTo>
                  <a:pt x="28575" y="128588"/>
                </a:lnTo>
                <a:lnTo>
                  <a:pt x="28575" y="119063"/>
                </a:lnTo>
                <a:lnTo>
                  <a:pt x="33338" y="114300"/>
                </a:lnTo>
                <a:lnTo>
                  <a:pt x="38100" y="109538"/>
                </a:lnTo>
                <a:lnTo>
                  <a:pt x="38100" y="100013"/>
                </a:lnTo>
                <a:lnTo>
                  <a:pt x="42863" y="95250"/>
                </a:lnTo>
                <a:lnTo>
                  <a:pt x="47625" y="90488"/>
                </a:lnTo>
                <a:lnTo>
                  <a:pt x="52388" y="85725"/>
                </a:lnTo>
                <a:lnTo>
                  <a:pt x="57150" y="80963"/>
                </a:lnTo>
                <a:lnTo>
                  <a:pt x="61913" y="76200"/>
                </a:lnTo>
                <a:lnTo>
                  <a:pt x="66675" y="71438"/>
                </a:lnTo>
                <a:lnTo>
                  <a:pt x="71438" y="66675"/>
                </a:lnTo>
                <a:lnTo>
                  <a:pt x="76200" y="61913"/>
                </a:lnTo>
                <a:lnTo>
                  <a:pt x="80963" y="57150"/>
                </a:lnTo>
                <a:lnTo>
                  <a:pt x="85725" y="52388"/>
                </a:lnTo>
                <a:lnTo>
                  <a:pt x="90488" y="47625"/>
                </a:lnTo>
                <a:lnTo>
                  <a:pt x="95250" y="42863"/>
                </a:lnTo>
                <a:lnTo>
                  <a:pt x="100013" y="38100"/>
                </a:lnTo>
                <a:lnTo>
                  <a:pt x="104775" y="33338"/>
                </a:lnTo>
                <a:lnTo>
                  <a:pt x="109538" y="28575"/>
                </a:lnTo>
                <a:lnTo>
                  <a:pt x="119063" y="28575"/>
                </a:lnTo>
                <a:lnTo>
                  <a:pt x="128588" y="28575"/>
                </a:lnTo>
                <a:lnTo>
                  <a:pt x="133350" y="23813"/>
                </a:lnTo>
                <a:lnTo>
                  <a:pt x="138113" y="19050"/>
                </a:lnTo>
                <a:lnTo>
                  <a:pt x="147638" y="19050"/>
                </a:lnTo>
                <a:lnTo>
                  <a:pt x="157163" y="19050"/>
                </a:lnTo>
                <a:lnTo>
                  <a:pt x="161925" y="14288"/>
                </a:lnTo>
                <a:lnTo>
                  <a:pt x="166688" y="9525"/>
                </a:lnTo>
                <a:lnTo>
                  <a:pt x="171450" y="4763"/>
                </a:lnTo>
                <a:close/>
              </a:path>
            </a:pathLst>
          </a:custGeom>
          <a:solidFill xmlns:a="http://schemas.openxmlformats.org/drawingml/2006/main">
            <a:srgbClr val="DEDEDE"/>
          </a:solidFill>
          <a:ln xmlns:a="http://schemas.openxmlformats.org/drawingml/2006/main" w="0">
            <a:noFill/>
            <a:prstDash val="solid"/>
          </a:ln>
        </p:spPr>
      </p:sp>
      <p:sp>
        <p:nvSpPr>
          <p:cNvPr id="449" name="deep-skill-chaining-source-component-9-gradient-224-0">
            <a:extLst xmlns:a="http://schemas.openxmlformats.org/drawingml/2006/main">
              <a:ext uri="{FF2B5EF4-FFF2-40B4-BE49-F238E27FC236}">
                <a16:creationId xmlns:a16="http://schemas.microsoft.com/office/drawing/2014/main" id="{02546958-7028-475E-85C7-6A56280EC259}"/>
              </a:ext>
            </a:extLst>
          </p:cNvPr>
          <p:cNvSpPr>
            <a:spLocks xmlns:a="http://schemas.openxmlformats.org/drawingml/2006/main" noGrp="1"/>
          </p:cNvSpPr>
          <p:nvPr/>
        </p:nvSpPr>
        <p:spPr>
          <a:xfrm xmlns:a="http://schemas.openxmlformats.org/drawingml/2006/main" rot="0">
            <a:off x="8562975" y="428625"/>
            <a:ext cx="447675" cy="428625"/>
          </a:xfrm>
          <a:custGeom xmlns:a="http://schemas.openxmlformats.org/drawingml/2006/main">
            <a:pathLst>
              <a:path w="447675" h="428625">
                <a:moveTo>
                  <a:pt x="171450" y="4763"/>
                </a:move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71463" y="9525"/>
                </a:lnTo>
                <a:lnTo>
                  <a:pt x="280988" y="9525"/>
                </a:lnTo>
                <a:lnTo>
                  <a:pt x="290513" y="9525"/>
                </a:lnTo>
                <a:lnTo>
                  <a:pt x="300038" y="9525"/>
                </a:lnTo>
                <a:lnTo>
                  <a:pt x="309563" y="9525"/>
                </a:lnTo>
                <a:lnTo>
                  <a:pt x="314325" y="14288"/>
                </a:lnTo>
                <a:lnTo>
                  <a:pt x="319088" y="19050"/>
                </a:lnTo>
                <a:lnTo>
                  <a:pt x="323850" y="23813"/>
                </a:lnTo>
                <a:lnTo>
                  <a:pt x="328613" y="28575"/>
                </a:lnTo>
                <a:lnTo>
                  <a:pt x="338138" y="28575"/>
                </a:lnTo>
                <a:lnTo>
                  <a:pt x="342900" y="33338"/>
                </a:lnTo>
                <a:lnTo>
                  <a:pt x="347663" y="38100"/>
                </a:lnTo>
                <a:lnTo>
                  <a:pt x="352425" y="42863"/>
                </a:lnTo>
                <a:lnTo>
                  <a:pt x="357188" y="47625"/>
                </a:lnTo>
                <a:lnTo>
                  <a:pt x="361950" y="52388"/>
                </a:lnTo>
                <a:lnTo>
                  <a:pt x="366713" y="57150"/>
                </a:lnTo>
                <a:lnTo>
                  <a:pt x="371475" y="61913"/>
                </a:lnTo>
                <a:lnTo>
                  <a:pt x="376238" y="66675"/>
                </a:lnTo>
                <a:lnTo>
                  <a:pt x="381000" y="71438"/>
                </a:lnTo>
                <a:lnTo>
                  <a:pt x="381000" y="80963"/>
                </a:lnTo>
                <a:lnTo>
                  <a:pt x="385763" y="85725"/>
                </a:lnTo>
                <a:lnTo>
                  <a:pt x="395288" y="85725"/>
                </a:lnTo>
                <a:lnTo>
                  <a:pt x="400050" y="90488"/>
                </a:lnTo>
                <a:lnTo>
                  <a:pt x="404813" y="95250"/>
                </a:lnTo>
                <a:lnTo>
                  <a:pt x="409575" y="100013"/>
                </a:lnTo>
                <a:lnTo>
                  <a:pt x="414338" y="104775"/>
                </a:lnTo>
                <a:lnTo>
                  <a:pt x="419100" y="109538"/>
                </a:lnTo>
                <a:lnTo>
                  <a:pt x="419100" y="119063"/>
                </a:lnTo>
                <a:lnTo>
                  <a:pt x="423863" y="123825"/>
                </a:lnTo>
                <a:lnTo>
                  <a:pt x="428625" y="128588"/>
                </a:lnTo>
                <a:lnTo>
                  <a:pt x="428625" y="138113"/>
                </a:lnTo>
                <a:lnTo>
                  <a:pt x="433388" y="142875"/>
                </a:lnTo>
                <a:lnTo>
                  <a:pt x="438150" y="147638"/>
                </a:lnTo>
                <a:lnTo>
                  <a:pt x="442913" y="152400"/>
                </a:lnTo>
                <a:lnTo>
                  <a:pt x="447675" y="157163"/>
                </a:lnTo>
                <a:lnTo>
                  <a:pt x="442913" y="161925"/>
                </a:lnTo>
                <a:lnTo>
                  <a:pt x="438150" y="166688"/>
                </a:lnTo>
                <a:lnTo>
                  <a:pt x="438150" y="176213"/>
                </a:lnTo>
                <a:lnTo>
                  <a:pt x="433388" y="180975"/>
                </a:lnTo>
                <a:lnTo>
                  <a:pt x="428625" y="185738"/>
                </a:lnTo>
                <a:lnTo>
                  <a:pt x="433388" y="190500"/>
                </a:lnTo>
                <a:lnTo>
                  <a:pt x="438150" y="195263"/>
                </a:lnTo>
                <a:lnTo>
                  <a:pt x="438150" y="204788"/>
                </a:lnTo>
                <a:lnTo>
                  <a:pt x="442913" y="209550"/>
                </a:lnTo>
                <a:lnTo>
                  <a:pt x="447675" y="214313"/>
                </a:lnTo>
                <a:lnTo>
                  <a:pt x="442913" y="219075"/>
                </a:lnTo>
                <a:lnTo>
                  <a:pt x="438150" y="223838"/>
                </a:lnTo>
                <a:lnTo>
                  <a:pt x="438150" y="233363"/>
                </a:lnTo>
                <a:lnTo>
                  <a:pt x="438150" y="242888"/>
                </a:lnTo>
                <a:lnTo>
                  <a:pt x="438150" y="252413"/>
                </a:lnTo>
                <a:lnTo>
                  <a:pt x="438150" y="261938"/>
                </a:lnTo>
                <a:lnTo>
                  <a:pt x="442913" y="266700"/>
                </a:lnTo>
                <a:lnTo>
                  <a:pt x="447675" y="271463"/>
                </a:lnTo>
                <a:lnTo>
                  <a:pt x="442913" y="276225"/>
                </a:lnTo>
                <a:lnTo>
                  <a:pt x="433388" y="276225"/>
                </a:lnTo>
                <a:lnTo>
                  <a:pt x="428625" y="280988"/>
                </a:lnTo>
                <a:lnTo>
                  <a:pt x="428625" y="290513"/>
                </a:lnTo>
                <a:lnTo>
                  <a:pt x="423863" y="295275"/>
                </a:lnTo>
                <a:lnTo>
                  <a:pt x="419100" y="300038"/>
                </a:lnTo>
                <a:lnTo>
                  <a:pt x="414338" y="304800"/>
                </a:lnTo>
                <a:lnTo>
                  <a:pt x="409575" y="309563"/>
                </a:lnTo>
                <a:lnTo>
                  <a:pt x="404813" y="314325"/>
                </a:lnTo>
                <a:lnTo>
                  <a:pt x="400050" y="319088"/>
                </a:lnTo>
                <a:lnTo>
                  <a:pt x="400050" y="328613"/>
                </a:lnTo>
                <a:lnTo>
                  <a:pt x="400050" y="338138"/>
                </a:lnTo>
                <a:lnTo>
                  <a:pt x="400050" y="347663"/>
                </a:lnTo>
                <a:lnTo>
                  <a:pt x="400050" y="357188"/>
                </a:lnTo>
                <a:lnTo>
                  <a:pt x="395288" y="361950"/>
                </a:lnTo>
                <a:lnTo>
                  <a:pt x="390525" y="366713"/>
                </a:lnTo>
                <a:lnTo>
                  <a:pt x="385763" y="371475"/>
                </a:lnTo>
                <a:lnTo>
                  <a:pt x="381000" y="376238"/>
                </a:lnTo>
                <a:lnTo>
                  <a:pt x="376238" y="381000"/>
                </a:lnTo>
                <a:lnTo>
                  <a:pt x="371475" y="385763"/>
                </a:lnTo>
                <a:lnTo>
                  <a:pt x="366713" y="390525"/>
                </a:lnTo>
                <a:lnTo>
                  <a:pt x="357188" y="390525"/>
                </a:lnTo>
                <a:lnTo>
                  <a:pt x="347663" y="390525"/>
                </a:lnTo>
                <a:lnTo>
                  <a:pt x="342900" y="395288"/>
                </a:lnTo>
                <a:lnTo>
                  <a:pt x="338138" y="400050"/>
                </a:lnTo>
                <a:lnTo>
                  <a:pt x="328613" y="400050"/>
                </a:lnTo>
                <a:lnTo>
                  <a:pt x="323850" y="404813"/>
                </a:lnTo>
                <a:lnTo>
                  <a:pt x="319088" y="409575"/>
                </a:lnTo>
                <a:lnTo>
                  <a:pt x="314325" y="414338"/>
                </a:lnTo>
                <a:lnTo>
                  <a:pt x="309563" y="419100"/>
                </a:lnTo>
                <a:lnTo>
                  <a:pt x="300038" y="419100"/>
                </a:lnTo>
                <a:lnTo>
                  <a:pt x="290513" y="419100"/>
                </a:lnTo>
                <a:lnTo>
                  <a:pt x="285750" y="423863"/>
                </a:lnTo>
                <a:lnTo>
                  <a:pt x="280988" y="428625"/>
                </a:lnTo>
                <a:lnTo>
                  <a:pt x="271463" y="428625"/>
                </a:lnTo>
                <a:lnTo>
                  <a:pt x="261938" y="428625"/>
                </a:lnTo>
                <a:lnTo>
                  <a:pt x="252413" y="428625"/>
                </a:lnTo>
                <a:lnTo>
                  <a:pt x="242888" y="428625"/>
                </a:lnTo>
                <a:lnTo>
                  <a:pt x="233363" y="428625"/>
                </a:lnTo>
                <a:lnTo>
                  <a:pt x="223838" y="428625"/>
                </a:lnTo>
                <a:lnTo>
                  <a:pt x="214313" y="428625"/>
                </a:lnTo>
                <a:lnTo>
                  <a:pt x="204788" y="428625"/>
                </a:lnTo>
                <a:lnTo>
                  <a:pt x="195263" y="428625"/>
                </a:lnTo>
                <a:lnTo>
                  <a:pt x="185738" y="428625"/>
                </a:lnTo>
                <a:lnTo>
                  <a:pt x="176213" y="428625"/>
                </a:lnTo>
                <a:lnTo>
                  <a:pt x="171450" y="423863"/>
                </a:lnTo>
                <a:lnTo>
                  <a:pt x="166688" y="419100"/>
                </a:lnTo>
                <a:lnTo>
                  <a:pt x="157163" y="419100"/>
                </a:lnTo>
                <a:lnTo>
                  <a:pt x="147638" y="419100"/>
                </a:lnTo>
                <a:lnTo>
                  <a:pt x="138113" y="419100"/>
                </a:lnTo>
                <a:lnTo>
                  <a:pt x="133350" y="414338"/>
                </a:lnTo>
                <a:lnTo>
                  <a:pt x="128588" y="409575"/>
                </a:lnTo>
                <a:lnTo>
                  <a:pt x="119063" y="409575"/>
                </a:lnTo>
                <a:lnTo>
                  <a:pt x="114300" y="404813"/>
                </a:lnTo>
                <a:lnTo>
                  <a:pt x="109538" y="400050"/>
                </a:lnTo>
                <a:lnTo>
                  <a:pt x="104775" y="395288"/>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2388" y="342900"/>
                </a:lnTo>
                <a:lnTo>
                  <a:pt x="47625" y="338138"/>
                </a:lnTo>
                <a:lnTo>
                  <a:pt x="42863" y="333375"/>
                </a:lnTo>
                <a:lnTo>
                  <a:pt x="38100" y="328613"/>
                </a:lnTo>
                <a:lnTo>
                  <a:pt x="33338" y="323850"/>
                </a:lnTo>
                <a:lnTo>
                  <a:pt x="28575" y="319088"/>
                </a:lnTo>
                <a:lnTo>
                  <a:pt x="28575" y="309563"/>
                </a:lnTo>
                <a:lnTo>
                  <a:pt x="23813" y="304800"/>
                </a:lnTo>
                <a:lnTo>
                  <a:pt x="19050" y="300038"/>
                </a:lnTo>
                <a:lnTo>
                  <a:pt x="19050" y="290513"/>
                </a:lnTo>
                <a:lnTo>
                  <a:pt x="14288" y="285750"/>
                </a:lnTo>
                <a:lnTo>
                  <a:pt x="9525" y="280988"/>
                </a:lnTo>
                <a:lnTo>
                  <a:pt x="4763" y="276225"/>
                </a:lnTo>
                <a:lnTo>
                  <a:pt x="0" y="271463"/>
                </a:lnTo>
                <a:lnTo>
                  <a:pt x="4763" y="266700"/>
                </a:lnTo>
                <a:lnTo>
                  <a:pt x="9525" y="261938"/>
                </a:lnTo>
                <a:lnTo>
                  <a:pt x="9525" y="252413"/>
                </a:lnTo>
                <a:lnTo>
                  <a:pt x="9525" y="242888"/>
                </a:lnTo>
                <a:lnTo>
                  <a:pt x="9525" y="233363"/>
                </a:lnTo>
                <a:lnTo>
                  <a:pt x="9525" y="223838"/>
                </a:lnTo>
                <a:lnTo>
                  <a:pt x="9525" y="214313"/>
                </a:lnTo>
                <a:lnTo>
                  <a:pt x="9525" y="204788"/>
                </a:lnTo>
                <a:lnTo>
                  <a:pt x="9525" y="195263"/>
                </a:lnTo>
                <a:lnTo>
                  <a:pt x="9525" y="185738"/>
                </a:lnTo>
                <a:lnTo>
                  <a:pt x="9525" y="176213"/>
                </a:lnTo>
                <a:lnTo>
                  <a:pt x="9525" y="166688"/>
                </a:lnTo>
                <a:lnTo>
                  <a:pt x="9525" y="157163"/>
                </a:lnTo>
                <a:lnTo>
                  <a:pt x="14288" y="152400"/>
                </a:lnTo>
                <a:lnTo>
                  <a:pt x="19050" y="147638"/>
                </a:lnTo>
                <a:lnTo>
                  <a:pt x="23813" y="142875"/>
                </a:lnTo>
                <a:lnTo>
                  <a:pt x="28575" y="138113"/>
                </a:lnTo>
                <a:lnTo>
                  <a:pt x="33338" y="133350"/>
                </a:lnTo>
                <a:lnTo>
                  <a:pt x="38100" y="128588"/>
                </a:lnTo>
                <a:lnTo>
                  <a:pt x="38100" y="119063"/>
                </a:lnTo>
                <a:lnTo>
                  <a:pt x="38100" y="109538"/>
                </a:lnTo>
                <a:lnTo>
                  <a:pt x="38100" y="100013"/>
                </a:lnTo>
                <a:lnTo>
                  <a:pt x="38100" y="90488"/>
                </a:lnTo>
                <a:lnTo>
                  <a:pt x="42863" y="85725"/>
                </a:lnTo>
                <a:lnTo>
                  <a:pt x="47625" y="80963"/>
                </a:lnTo>
                <a:lnTo>
                  <a:pt x="47625" y="71438"/>
                </a:lnTo>
                <a:lnTo>
                  <a:pt x="52388" y="66675"/>
                </a:lnTo>
                <a:lnTo>
                  <a:pt x="61913" y="66675"/>
                </a:lnTo>
                <a:lnTo>
                  <a:pt x="66675" y="61913"/>
                </a:lnTo>
                <a:lnTo>
                  <a:pt x="71438" y="57150"/>
                </a:lnTo>
                <a:lnTo>
                  <a:pt x="76200" y="52388"/>
                </a:lnTo>
                <a:lnTo>
                  <a:pt x="76200" y="42863"/>
                </a:lnTo>
                <a:lnTo>
                  <a:pt x="80963" y="38100"/>
                </a:lnTo>
                <a:lnTo>
                  <a:pt x="90488" y="38100"/>
                </a:lnTo>
                <a:lnTo>
                  <a:pt x="95250" y="33338"/>
                </a:lnTo>
                <a:lnTo>
                  <a:pt x="100013" y="28575"/>
                </a:lnTo>
                <a:lnTo>
                  <a:pt x="109538" y="28575"/>
                </a:lnTo>
                <a:lnTo>
                  <a:pt x="114300" y="23813"/>
                </a:lnTo>
                <a:lnTo>
                  <a:pt x="119063" y="19050"/>
                </a:lnTo>
                <a:lnTo>
                  <a:pt x="128588" y="19050"/>
                </a:lnTo>
                <a:lnTo>
                  <a:pt x="133350" y="14288"/>
                </a:lnTo>
                <a:lnTo>
                  <a:pt x="138113" y="9525"/>
                </a:lnTo>
                <a:lnTo>
                  <a:pt x="147638" y="9525"/>
                </a:lnTo>
                <a:lnTo>
                  <a:pt x="157163" y="9525"/>
                </a:lnTo>
                <a:lnTo>
                  <a:pt x="166688" y="9525"/>
                </a:lnTo>
                <a:lnTo>
                  <a:pt x="171450" y="4763"/>
                </a:lnTo>
                <a:close/>
              </a:path>
            </a:pathLst>
          </a:custGeom>
          <a:solidFill xmlns:a="http://schemas.openxmlformats.org/drawingml/2006/main">
            <a:srgbClr val="E0E0E0"/>
          </a:solidFill>
          <a:ln xmlns:a="http://schemas.openxmlformats.org/drawingml/2006/main" w="0">
            <a:noFill/>
            <a:prstDash val="solid"/>
          </a:ln>
        </p:spPr>
      </p:sp>
      <p:sp>
        <p:nvSpPr>
          <p:cNvPr id="450" name="deep-skill-chaining-source-component-9-gradient-226-0">
            <a:extLst xmlns:a="http://schemas.openxmlformats.org/drawingml/2006/main">
              <a:ext uri="{FF2B5EF4-FFF2-40B4-BE49-F238E27FC236}">
                <a16:creationId xmlns:a16="http://schemas.microsoft.com/office/drawing/2014/main" id="{4209C4C8-625D-49F8-8013-6FBFCD6EB482}"/>
              </a:ext>
            </a:extLst>
          </p:cNvPr>
          <p:cNvSpPr>
            <a:spLocks xmlns:a="http://schemas.openxmlformats.org/drawingml/2006/main" noGrp="1"/>
          </p:cNvSpPr>
          <p:nvPr/>
        </p:nvSpPr>
        <p:spPr>
          <a:xfrm xmlns:a="http://schemas.openxmlformats.org/drawingml/2006/main" rot="0">
            <a:off x="8582025" y="438150"/>
            <a:ext cx="409575" cy="409575"/>
          </a:xfrm>
          <a:custGeom xmlns:a="http://schemas.openxmlformats.org/drawingml/2006/main">
            <a:pathLst>
              <a:path w="409575" h="409575">
                <a:moveTo>
                  <a:pt x="171450" y="4763"/>
                </a:moveTo>
                <a:lnTo>
                  <a:pt x="176213" y="0"/>
                </a:lnTo>
                <a:lnTo>
                  <a:pt x="185738" y="0"/>
                </a:lnTo>
                <a:lnTo>
                  <a:pt x="195263" y="0"/>
                </a:lnTo>
                <a:lnTo>
                  <a:pt x="204788" y="0"/>
                </a:lnTo>
                <a:lnTo>
                  <a:pt x="214313" y="0"/>
                </a:lnTo>
                <a:lnTo>
                  <a:pt x="223838" y="0"/>
                </a:lnTo>
                <a:lnTo>
                  <a:pt x="233363" y="0"/>
                </a:lnTo>
                <a:lnTo>
                  <a:pt x="238125" y="4763"/>
                </a:lnTo>
                <a:lnTo>
                  <a:pt x="242888" y="9525"/>
                </a:lnTo>
                <a:lnTo>
                  <a:pt x="252413" y="9525"/>
                </a:lnTo>
                <a:lnTo>
                  <a:pt x="261938" y="9525"/>
                </a:lnTo>
                <a:lnTo>
                  <a:pt x="266700" y="14288"/>
                </a:lnTo>
                <a:lnTo>
                  <a:pt x="271463" y="19050"/>
                </a:lnTo>
                <a:lnTo>
                  <a:pt x="280988" y="19050"/>
                </a:lnTo>
                <a:lnTo>
                  <a:pt x="290513" y="19050"/>
                </a:lnTo>
                <a:lnTo>
                  <a:pt x="300038" y="19050"/>
                </a:lnTo>
                <a:lnTo>
                  <a:pt x="304800" y="23813"/>
                </a:lnTo>
                <a:lnTo>
                  <a:pt x="309563" y="28575"/>
                </a:lnTo>
                <a:lnTo>
                  <a:pt x="319088" y="28575"/>
                </a:lnTo>
                <a:lnTo>
                  <a:pt x="323850" y="33338"/>
                </a:lnTo>
                <a:lnTo>
                  <a:pt x="323850" y="42863"/>
                </a:lnTo>
                <a:lnTo>
                  <a:pt x="328613" y="47625"/>
                </a:lnTo>
                <a:lnTo>
                  <a:pt x="333375" y="52388"/>
                </a:lnTo>
                <a:lnTo>
                  <a:pt x="338138" y="57150"/>
                </a:lnTo>
                <a:lnTo>
                  <a:pt x="342900" y="61913"/>
                </a:lnTo>
                <a:lnTo>
                  <a:pt x="347663" y="66675"/>
                </a:lnTo>
                <a:lnTo>
                  <a:pt x="352425" y="71438"/>
                </a:lnTo>
                <a:lnTo>
                  <a:pt x="357188" y="76200"/>
                </a:lnTo>
                <a:lnTo>
                  <a:pt x="361950" y="80963"/>
                </a:lnTo>
                <a:lnTo>
                  <a:pt x="366713" y="85725"/>
                </a:lnTo>
                <a:lnTo>
                  <a:pt x="371475" y="90488"/>
                </a:lnTo>
                <a:lnTo>
                  <a:pt x="376238" y="95250"/>
                </a:lnTo>
                <a:lnTo>
                  <a:pt x="381000" y="100013"/>
                </a:lnTo>
                <a:lnTo>
                  <a:pt x="381000" y="109538"/>
                </a:lnTo>
                <a:lnTo>
                  <a:pt x="385763" y="114300"/>
                </a:lnTo>
                <a:lnTo>
                  <a:pt x="390525" y="119063"/>
                </a:lnTo>
                <a:lnTo>
                  <a:pt x="395288" y="123825"/>
                </a:lnTo>
                <a:lnTo>
                  <a:pt x="400050" y="128588"/>
                </a:lnTo>
                <a:lnTo>
                  <a:pt x="404813" y="133350"/>
                </a:lnTo>
                <a:lnTo>
                  <a:pt x="409575" y="138113"/>
                </a:lnTo>
                <a:lnTo>
                  <a:pt x="409575" y="147638"/>
                </a:lnTo>
                <a:lnTo>
                  <a:pt x="409575" y="157163"/>
                </a:lnTo>
                <a:lnTo>
                  <a:pt x="404813" y="161925"/>
                </a:lnTo>
                <a:lnTo>
                  <a:pt x="400050" y="166688"/>
                </a:lnTo>
                <a:lnTo>
                  <a:pt x="400050" y="176213"/>
                </a:lnTo>
                <a:lnTo>
                  <a:pt x="400050" y="185738"/>
                </a:lnTo>
                <a:lnTo>
                  <a:pt x="400050" y="195263"/>
                </a:lnTo>
                <a:lnTo>
                  <a:pt x="404813" y="200025"/>
                </a:lnTo>
                <a:lnTo>
                  <a:pt x="409575" y="204788"/>
                </a:lnTo>
                <a:lnTo>
                  <a:pt x="409575" y="214313"/>
                </a:lnTo>
                <a:lnTo>
                  <a:pt x="409575" y="223838"/>
                </a:lnTo>
                <a:lnTo>
                  <a:pt x="409575" y="233363"/>
                </a:lnTo>
                <a:lnTo>
                  <a:pt x="409575" y="242888"/>
                </a:lnTo>
                <a:lnTo>
                  <a:pt x="409575" y="252413"/>
                </a:lnTo>
                <a:lnTo>
                  <a:pt x="409575" y="261938"/>
                </a:lnTo>
                <a:lnTo>
                  <a:pt x="404813" y="266700"/>
                </a:lnTo>
                <a:lnTo>
                  <a:pt x="400050" y="271463"/>
                </a:lnTo>
                <a:lnTo>
                  <a:pt x="395288" y="276225"/>
                </a:lnTo>
                <a:lnTo>
                  <a:pt x="390525" y="280988"/>
                </a:lnTo>
                <a:lnTo>
                  <a:pt x="385763" y="285750"/>
                </a:lnTo>
                <a:lnTo>
                  <a:pt x="381000" y="290513"/>
                </a:lnTo>
                <a:lnTo>
                  <a:pt x="376238" y="295275"/>
                </a:lnTo>
                <a:lnTo>
                  <a:pt x="371475" y="300038"/>
                </a:lnTo>
                <a:lnTo>
                  <a:pt x="366713" y="304800"/>
                </a:lnTo>
                <a:lnTo>
                  <a:pt x="361950" y="309563"/>
                </a:lnTo>
                <a:lnTo>
                  <a:pt x="361950" y="319088"/>
                </a:lnTo>
                <a:lnTo>
                  <a:pt x="361950" y="328613"/>
                </a:lnTo>
                <a:lnTo>
                  <a:pt x="361950" y="338138"/>
                </a:lnTo>
                <a:lnTo>
                  <a:pt x="361950" y="347663"/>
                </a:lnTo>
                <a:lnTo>
                  <a:pt x="357188" y="352425"/>
                </a:lnTo>
                <a:lnTo>
                  <a:pt x="352425" y="357188"/>
                </a:lnTo>
                <a:lnTo>
                  <a:pt x="347663" y="361950"/>
                </a:lnTo>
                <a:lnTo>
                  <a:pt x="338138" y="361950"/>
                </a:lnTo>
                <a:lnTo>
                  <a:pt x="333375" y="366713"/>
                </a:lnTo>
                <a:lnTo>
                  <a:pt x="328613" y="371475"/>
                </a:lnTo>
                <a:lnTo>
                  <a:pt x="323850" y="376238"/>
                </a:lnTo>
                <a:lnTo>
                  <a:pt x="319088" y="381000"/>
                </a:lnTo>
                <a:lnTo>
                  <a:pt x="309563" y="381000"/>
                </a:lnTo>
                <a:lnTo>
                  <a:pt x="300038" y="381000"/>
                </a:lnTo>
                <a:lnTo>
                  <a:pt x="295275" y="385763"/>
                </a:lnTo>
                <a:lnTo>
                  <a:pt x="290513" y="390525"/>
                </a:lnTo>
                <a:lnTo>
                  <a:pt x="280988" y="390525"/>
                </a:lnTo>
                <a:lnTo>
                  <a:pt x="271463" y="390525"/>
                </a:lnTo>
                <a:lnTo>
                  <a:pt x="266700" y="395288"/>
                </a:lnTo>
                <a:lnTo>
                  <a:pt x="261938" y="400050"/>
                </a:lnTo>
                <a:lnTo>
                  <a:pt x="252413" y="400050"/>
                </a:lnTo>
                <a:lnTo>
                  <a:pt x="242888" y="400050"/>
                </a:lnTo>
                <a:lnTo>
                  <a:pt x="238125" y="404813"/>
                </a:lnTo>
                <a:lnTo>
                  <a:pt x="233363" y="409575"/>
                </a:lnTo>
                <a:lnTo>
                  <a:pt x="223838" y="409575"/>
                </a:lnTo>
                <a:lnTo>
                  <a:pt x="214313" y="409575"/>
                </a:lnTo>
                <a:lnTo>
                  <a:pt x="204788" y="409575"/>
                </a:lnTo>
                <a:lnTo>
                  <a:pt x="195263" y="409575"/>
                </a:lnTo>
                <a:lnTo>
                  <a:pt x="185738" y="409575"/>
                </a:lnTo>
                <a:lnTo>
                  <a:pt x="176213" y="409575"/>
                </a:lnTo>
                <a:lnTo>
                  <a:pt x="171450" y="404813"/>
                </a:lnTo>
                <a:lnTo>
                  <a:pt x="166688" y="400050"/>
                </a:lnTo>
                <a:lnTo>
                  <a:pt x="157163" y="400050"/>
                </a:lnTo>
                <a:lnTo>
                  <a:pt x="147638" y="400050"/>
                </a:lnTo>
                <a:lnTo>
                  <a:pt x="138113" y="400050"/>
                </a:lnTo>
                <a:lnTo>
                  <a:pt x="133350" y="395288"/>
                </a:lnTo>
                <a:lnTo>
                  <a:pt x="128588" y="390525"/>
                </a:lnTo>
                <a:lnTo>
                  <a:pt x="119063" y="390525"/>
                </a:lnTo>
                <a:lnTo>
                  <a:pt x="109538" y="390525"/>
                </a:lnTo>
                <a:lnTo>
                  <a:pt x="104775" y="385763"/>
                </a:lnTo>
                <a:lnTo>
                  <a:pt x="100013" y="381000"/>
                </a:lnTo>
                <a:lnTo>
                  <a:pt x="90488" y="381000"/>
                </a:lnTo>
                <a:lnTo>
                  <a:pt x="85725" y="376238"/>
                </a:lnTo>
                <a:lnTo>
                  <a:pt x="85725" y="366713"/>
                </a:lnTo>
                <a:lnTo>
                  <a:pt x="80963" y="361950"/>
                </a:lnTo>
                <a:lnTo>
                  <a:pt x="76200" y="357188"/>
                </a:lnTo>
                <a:lnTo>
                  <a:pt x="71438" y="352425"/>
                </a:lnTo>
                <a:lnTo>
                  <a:pt x="66675" y="347663"/>
                </a:lnTo>
                <a:lnTo>
                  <a:pt x="61913" y="342900"/>
                </a:lnTo>
                <a:lnTo>
                  <a:pt x="57150" y="338138"/>
                </a:lnTo>
                <a:lnTo>
                  <a:pt x="52388" y="333375"/>
                </a:lnTo>
                <a:lnTo>
                  <a:pt x="47625" y="328613"/>
                </a:lnTo>
                <a:lnTo>
                  <a:pt x="42863" y="323850"/>
                </a:lnTo>
                <a:lnTo>
                  <a:pt x="33338" y="323850"/>
                </a:lnTo>
                <a:lnTo>
                  <a:pt x="28575" y="319088"/>
                </a:lnTo>
                <a:lnTo>
                  <a:pt x="28575" y="309563"/>
                </a:lnTo>
                <a:lnTo>
                  <a:pt x="23813" y="304800"/>
                </a:lnTo>
                <a:lnTo>
                  <a:pt x="19050" y="300038"/>
                </a:lnTo>
                <a:lnTo>
                  <a:pt x="19050" y="290513"/>
                </a:lnTo>
                <a:lnTo>
                  <a:pt x="14288" y="285750"/>
                </a:lnTo>
                <a:lnTo>
                  <a:pt x="9525" y="280988"/>
                </a:lnTo>
                <a:lnTo>
                  <a:pt x="4763" y="276225"/>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4763" y="142875"/>
                </a:lnTo>
                <a:lnTo>
                  <a:pt x="14288" y="142875"/>
                </a:lnTo>
                <a:lnTo>
                  <a:pt x="19050" y="138113"/>
                </a:lnTo>
                <a:lnTo>
                  <a:pt x="23813" y="133350"/>
                </a:lnTo>
                <a:lnTo>
                  <a:pt x="28575" y="128588"/>
                </a:lnTo>
                <a:lnTo>
                  <a:pt x="28575" y="119063"/>
                </a:lnTo>
                <a:lnTo>
                  <a:pt x="28575" y="109538"/>
                </a:lnTo>
                <a:lnTo>
                  <a:pt x="28575" y="100013"/>
                </a:lnTo>
                <a:lnTo>
                  <a:pt x="28575" y="90488"/>
                </a:lnTo>
                <a:lnTo>
                  <a:pt x="33338" y="85725"/>
                </a:lnTo>
                <a:lnTo>
                  <a:pt x="38100" y="80963"/>
                </a:lnTo>
                <a:lnTo>
                  <a:pt x="42863" y="76200"/>
                </a:lnTo>
                <a:lnTo>
                  <a:pt x="47625" y="71438"/>
                </a:lnTo>
                <a:lnTo>
                  <a:pt x="52388" y="66675"/>
                </a:lnTo>
                <a:lnTo>
                  <a:pt x="57150" y="61913"/>
                </a:lnTo>
                <a:lnTo>
                  <a:pt x="61913" y="57150"/>
                </a:lnTo>
                <a:lnTo>
                  <a:pt x="66675" y="52388"/>
                </a:lnTo>
                <a:lnTo>
                  <a:pt x="71438" y="47625"/>
                </a:lnTo>
                <a:lnTo>
                  <a:pt x="76200" y="42863"/>
                </a:lnTo>
                <a:lnTo>
                  <a:pt x="80963" y="38100"/>
                </a:lnTo>
                <a:lnTo>
                  <a:pt x="85725" y="33338"/>
                </a:lnTo>
                <a:lnTo>
                  <a:pt x="90488" y="28575"/>
                </a:lnTo>
                <a:lnTo>
                  <a:pt x="100013" y="28575"/>
                </a:lnTo>
                <a:lnTo>
                  <a:pt x="109538" y="28575"/>
                </a:lnTo>
                <a:lnTo>
                  <a:pt x="119063" y="28575"/>
                </a:lnTo>
                <a:lnTo>
                  <a:pt x="123825" y="23813"/>
                </a:lnTo>
                <a:lnTo>
                  <a:pt x="128588" y="19050"/>
                </a:lnTo>
                <a:lnTo>
                  <a:pt x="138113" y="19050"/>
                </a:lnTo>
                <a:lnTo>
                  <a:pt x="142875" y="14288"/>
                </a:lnTo>
                <a:lnTo>
                  <a:pt x="147638" y="9525"/>
                </a:lnTo>
                <a:lnTo>
                  <a:pt x="157163" y="9525"/>
                </a:lnTo>
                <a:lnTo>
                  <a:pt x="166688" y="9525"/>
                </a:lnTo>
                <a:lnTo>
                  <a:pt x="171450" y="4763"/>
                </a:lnTo>
                <a:close/>
              </a:path>
            </a:pathLst>
          </a:custGeom>
          <a:solidFill xmlns:a="http://schemas.openxmlformats.org/drawingml/2006/main">
            <a:srgbClr val="E2E2E2"/>
          </a:solidFill>
          <a:ln xmlns:a="http://schemas.openxmlformats.org/drawingml/2006/main" w="0">
            <a:noFill/>
            <a:prstDash val="solid"/>
          </a:ln>
        </p:spPr>
      </p:sp>
      <p:sp>
        <p:nvSpPr>
          <p:cNvPr id="451" name="deep-skill-chaining-source-component-9-gradient-228-0">
            <a:extLst xmlns:a="http://schemas.openxmlformats.org/drawingml/2006/main">
              <a:ext uri="{FF2B5EF4-FFF2-40B4-BE49-F238E27FC236}">
                <a16:creationId xmlns:a16="http://schemas.microsoft.com/office/drawing/2014/main" id="{3B11D7CD-B0E2-480F-8944-5FC4D5DB6D85}"/>
              </a:ext>
            </a:extLst>
          </p:cNvPr>
          <p:cNvSpPr>
            <a:spLocks xmlns:a="http://schemas.openxmlformats.org/drawingml/2006/main" noGrp="1"/>
          </p:cNvSpPr>
          <p:nvPr/>
        </p:nvSpPr>
        <p:spPr>
          <a:xfrm xmlns:a="http://schemas.openxmlformats.org/drawingml/2006/main" rot="0">
            <a:off x="8601075" y="457200"/>
            <a:ext cx="381000" cy="371475"/>
          </a:xfrm>
          <a:custGeom xmlns:a="http://schemas.openxmlformats.org/drawingml/2006/main">
            <a:pathLst>
              <a:path w="381000" h="371475">
                <a:moveTo>
                  <a:pt x="142875" y="4763"/>
                </a:moveTo>
                <a:lnTo>
                  <a:pt x="147638" y="0"/>
                </a:lnTo>
                <a:lnTo>
                  <a:pt x="157163" y="0"/>
                </a:lnTo>
                <a:lnTo>
                  <a:pt x="166688" y="0"/>
                </a:lnTo>
                <a:lnTo>
                  <a:pt x="176213" y="0"/>
                </a:lnTo>
                <a:lnTo>
                  <a:pt x="185738" y="0"/>
                </a:lnTo>
                <a:lnTo>
                  <a:pt x="195263" y="0"/>
                </a:lnTo>
                <a:lnTo>
                  <a:pt x="204788" y="0"/>
                </a:lnTo>
                <a:lnTo>
                  <a:pt x="214313" y="0"/>
                </a:lnTo>
                <a:lnTo>
                  <a:pt x="223838" y="0"/>
                </a:lnTo>
                <a:lnTo>
                  <a:pt x="228600" y="4763"/>
                </a:lnTo>
                <a:lnTo>
                  <a:pt x="233363" y="9525"/>
                </a:lnTo>
                <a:lnTo>
                  <a:pt x="242888" y="9525"/>
                </a:lnTo>
                <a:lnTo>
                  <a:pt x="252413" y="9525"/>
                </a:lnTo>
                <a:lnTo>
                  <a:pt x="261938" y="9525"/>
                </a:lnTo>
                <a:lnTo>
                  <a:pt x="271463" y="9525"/>
                </a:lnTo>
                <a:lnTo>
                  <a:pt x="276225" y="14288"/>
                </a:lnTo>
                <a:lnTo>
                  <a:pt x="280988" y="19050"/>
                </a:lnTo>
                <a:lnTo>
                  <a:pt x="285750" y="23813"/>
                </a:lnTo>
                <a:lnTo>
                  <a:pt x="290513" y="28575"/>
                </a:lnTo>
                <a:lnTo>
                  <a:pt x="295275" y="33338"/>
                </a:lnTo>
                <a:lnTo>
                  <a:pt x="300038" y="38100"/>
                </a:lnTo>
                <a:lnTo>
                  <a:pt x="304800" y="42863"/>
                </a:lnTo>
                <a:lnTo>
                  <a:pt x="309563" y="47625"/>
                </a:lnTo>
                <a:lnTo>
                  <a:pt x="314325" y="52388"/>
                </a:lnTo>
                <a:lnTo>
                  <a:pt x="319088" y="57150"/>
                </a:lnTo>
                <a:lnTo>
                  <a:pt x="323850" y="61913"/>
                </a:lnTo>
                <a:lnTo>
                  <a:pt x="328613" y="66675"/>
                </a:lnTo>
                <a:lnTo>
                  <a:pt x="333375" y="71438"/>
                </a:lnTo>
                <a:lnTo>
                  <a:pt x="338138" y="76200"/>
                </a:lnTo>
                <a:lnTo>
                  <a:pt x="342900" y="80963"/>
                </a:lnTo>
                <a:lnTo>
                  <a:pt x="347663" y="85725"/>
                </a:lnTo>
                <a:lnTo>
                  <a:pt x="352425" y="90488"/>
                </a:lnTo>
                <a:lnTo>
                  <a:pt x="357188" y="95250"/>
                </a:lnTo>
                <a:lnTo>
                  <a:pt x="361950" y="100013"/>
                </a:lnTo>
                <a:lnTo>
                  <a:pt x="361950" y="109538"/>
                </a:lnTo>
                <a:lnTo>
                  <a:pt x="366713" y="114300"/>
                </a:lnTo>
                <a:lnTo>
                  <a:pt x="371475" y="119063"/>
                </a:lnTo>
                <a:lnTo>
                  <a:pt x="376238" y="123825"/>
                </a:lnTo>
                <a:lnTo>
                  <a:pt x="381000" y="128588"/>
                </a:lnTo>
                <a:lnTo>
                  <a:pt x="376238" y="133350"/>
                </a:lnTo>
                <a:lnTo>
                  <a:pt x="371475" y="138113"/>
                </a:lnTo>
                <a:lnTo>
                  <a:pt x="371475" y="147638"/>
                </a:lnTo>
                <a:lnTo>
                  <a:pt x="366713" y="152400"/>
                </a:lnTo>
                <a:lnTo>
                  <a:pt x="361950" y="157163"/>
                </a:lnTo>
                <a:lnTo>
                  <a:pt x="366713" y="161925"/>
                </a:lnTo>
                <a:lnTo>
                  <a:pt x="371475" y="166688"/>
                </a:lnTo>
                <a:lnTo>
                  <a:pt x="371475" y="176213"/>
                </a:lnTo>
                <a:lnTo>
                  <a:pt x="371475" y="185738"/>
                </a:lnTo>
                <a:lnTo>
                  <a:pt x="371475" y="195263"/>
                </a:lnTo>
                <a:lnTo>
                  <a:pt x="371475" y="204788"/>
                </a:lnTo>
                <a:lnTo>
                  <a:pt x="371475" y="214313"/>
                </a:lnTo>
                <a:lnTo>
                  <a:pt x="371475" y="223838"/>
                </a:lnTo>
                <a:lnTo>
                  <a:pt x="371475" y="233363"/>
                </a:lnTo>
                <a:lnTo>
                  <a:pt x="371475" y="242888"/>
                </a:lnTo>
                <a:lnTo>
                  <a:pt x="366713" y="247650"/>
                </a:lnTo>
                <a:lnTo>
                  <a:pt x="361950" y="252413"/>
                </a:lnTo>
                <a:lnTo>
                  <a:pt x="357188" y="257175"/>
                </a:lnTo>
                <a:lnTo>
                  <a:pt x="352425" y="261938"/>
                </a:lnTo>
                <a:lnTo>
                  <a:pt x="347663" y="266700"/>
                </a:lnTo>
                <a:lnTo>
                  <a:pt x="342900" y="271463"/>
                </a:lnTo>
                <a:lnTo>
                  <a:pt x="338138" y="276225"/>
                </a:lnTo>
                <a:lnTo>
                  <a:pt x="333375" y="280988"/>
                </a:lnTo>
                <a:lnTo>
                  <a:pt x="333375" y="290513"/>
                </a:lnTo>
                <a:lnTo>
                  <a:pt x="328613" y="295275"/>
                </a:lnTo>
                <a:lnTo>
                  <a:pt x="323850" y="300038"/>
                </a:lnTo>
                <a:lnTo>
                  <a:pt x="323850" y="309563"/>
                </a:lnTo>
                <a:lnTo>
                  <a:pt x="323850" y="319088"/>
                </a:lnTo>
                <a:lnTo>
                  <a:pt x="319088" y="323850"/>
                </a:lnTo>
                <a:lnTo>
                  <a:pt x="314325" y="328613"/>
                </a:lnTo>
                <a:lnTo>
                  <a:pt x="309563" y="333375"/>
                </a:lnTo>
                <a:lnTo>
                  <a:pt x="304800" y="338138"/>
                </a:lnTo>
                <a:lnTo>
                  <a:pt x="300038" y="342900"/>
                </a:lnTo>
                <a:lnTo>
                  <a:pt x="290513" y="342900"/>
                </a:lnTo>
                <a:lnTo>
                  <a:pt x="280988" y="342900"/>
                </a:lnTo>
                <a:lnTo>
                  <a:pt x="276225" y="347663"/>
                </a:lnTo>
                <a:lnTo>
                  <a:pt x="271463" y="352425"/>
                </a:lnTo>
                <a:lnTo>
                  <a:pt x="261938" y="352425"/>
                </a:lnTo>
                <a:lnTo>
                  <a:pt x="257175" y="357188"/>
                </a:lnTo>
                <a:lnTo>
                  <a:pt x="252413" y="361950"/>
                </a:lnTo>
                <a:lnTo>
                  <a:pt x="242888" y="361950"/>
                </a:lnTo>
                <a:lnTo>
                  <a:pt x="238125" y="366713"/>
                </a:lnTo>
                <a:lnTo>
                  <a:pt x="233363" y="371475"/>
                </a:lnTo>
                <a:lnTo>
                  <a:pt x="223838" y="371475"/>
                </a:lnTo>
                <a:lnTo>
                  <a:pt x="214313" y="371475"/>
                </a:lnTo>
                <a:lnTo>
                  <a:pt x="204788" y="371475"/>
                </a:lnTo>
                <a:lnTo>
                  <a:pt x="195263" y="371475"/>
                </a:lnTo>
                <a:lnTo>
                  <a:pt x="185738" y="371475"/>
                </a:lnTo>
                <a:lnTo>
                  <a:pt x="176213" y="371475"/>
                </a:lnTo>
                <a:lnTo>
                  <a:pt x="166688" y="371475"/>
                </a:lnTo>
                <a:lnTo>
                  <a:pt x="157163" y="371475"/>
                </a:lnTo>
                <a:lnTo>
                  <a:pt x="147638" y="371475"/>
                </a:lnTo>
                <a:lnTo>
                  <a:pt x="138113" y="371475"/>
                </a:lnTo>
                <a:lnTo>
                  <a:pt x="133350" y="366713"/>
                </a:lnTo>
                <a:lnTo>
                  <a:pt x="128588" y="361950"/>
                </a:lnTo>
                <a:lnTo>
                  <a:pt x="119063" y="361950"/>
                </a:lnTo>
                <a:lnTo>
                  <a:pt x="109538" y="361950"/>
                </a:lnTo>
                <a:lnTo>
                  <a:pt x="100013" y="361950"/>
                </a:lnTo>
                <a:lnTo>
                  <a:pt x="95250" y="357188"/>
                </a:lnTo>
                <a:lnTo>
                  <a:pt x="90488" y="352425"/>
                </a:lnTo>
                <a:lnTo>
                  <a:pt x="85725" y="347663"/>
                </a:lnTo>
                <a:lnTo>
                  <a:pt x="80963" y="342900"/>
                </a:lnTo>
                <a:lnTo>
                  <a:pt x="76200" y="338138"/>
                </a:lnTo>
                <a:lnTo>
                  <a:pt x="71438" y="333375"/>
                </a:lnTo>
                <a:lnTo>
                  <a:pt x="66675" y="328613"/>
                </a:lnTo>
                <a:lnTo>
                  <a:pt x="61913" y="323850"/>
                </a:lnTo>
                <a:lnTo>
                  <a:pt x="57150" y="319088"/>
                </a:lnTo>
                <a:lnTo>
                  <a:pt x="52388" y="314325"/>
                </a:lnTo>
                <a:lnTo>
                  <a:pt x="47625" y="309563"/>
                </a:lnTo>
                <a:lnTo>
                  <a:pt x="42863" y="304800"/>
                </a:lnTo>
                <a:lnTo>
                  <a:pt x="33338" y="304800"/>
                </a:lnTo>
                <a:lnTo>
                  <a:pt x="28575" y="300038"/>
                </a:lnTo>
                <a:lnTo>
                  <a:pt x="28575" y="290513"/>
                </a:lnTo>
                <a:lnTo>
                  <a:pt x="23813" y="285750"/>
                </a:lnTo>
                <a:lnTo>
                  <a:pt x="19050" y="280988"/>
                </a:lnTo>
                <a:lnTo>
                  <a:pt x="14288" y="276225"/>
                </a:lnTo>
                <a:lnTo>
                  <a:pt x="9525" y="271463"/>
                </a:lnTo>
                <a:lnTo>
                  <a:pt x="9525" y="261938"/>
                </a:lnTo>
                <a:lnTo>
                  <a:pt x="4763" y="257175"/>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4763" y="133350"/>
                </a:lnTo>
                <a:lnTo>
                  <a:pt x="9525" y="128588"/>
                </a:lnTo>
                <a:lnTo>
                  <a:pt x="14288" y="123825"/>
                </a:lnTo>
                <a:lnTo>
                  <a:pt x="19050" y="119063"/>
                </a:lnTo>
                <a:lnTo>
                  <a:pt x="19050" y="109538"/>
                </a:lnTo>
                <a:lnTo>
                  <a:pt x="23813" y="104775"/>
                </a:lnTo>
                <a:lnTo>
                  <a:pt x="28575" y="100013"/>
                </a:lnTo>
                <a:lnTo>
                  <a:pt x="28575" y="90488"/>
                </a:lnTo>
                <a:lnTo>
                  <a:pt x="28575" y="80963"/>
                </a:lnTo>
                <a:lnTo>
                  <a:pt x="28575" y="71438"/>
                </a:lnTo>
                <a:lnTo>
                  <a:pt x="33338" y="66675"/>
                </a:lnTo>
                <a:lnTo>
                  <a:pt x="38100" y="61913"/>
                </a:lnTo>
                <a:lnTo>
                  <a:pt x="42863" y="57150"/>
                </a:lnTo>
                <a:lnTo>
                  <a:pt x="47625" y="52388"/>
                </a:lnTo>
                <a:lnTo>
                  <a:pt x="52388" y="47625"/>
                </a:lnTo>
                <a:lnTo>
                  <a:pt x="57150" y="42863"/>
                </a:lnTo>
                <a:lnTo>
                  <a:pt x="61913" y="38100"/>
                </a:lnTo>
                <a:lnTo>
                  <a:pt x="71438" y="38100"/>
                </a:lnTo>
                <a:lnTo>
                  <a:pt x="76200" y="33338"/>
                </a:lnTo>
                <a:lnTo>
                  <a:pt x="80963" y="28575"/>
                </a:lnTo>
                <a:lnTo>
                  <a:pt x="90488" y="28575"/>
                </a:lnTo>
                <a:lnTo>
                  <a:pt x="95250" y="23813"/>
                </a:lnTo>
                <a:lnTo>
                  <a:pt x="100013" y="19050"/>
                </a:lnTo>
                <a:lnTo>
                  <a:pt x="109538" y="19050"/>
                </a:lnTo>
                <a:lnTo>
                  <a:pt x="114300" y="14288"/>
                </a:lnTo>
                <a:lnTo>
                  <a:pt x="119063" y="9525"/>
                </a:lnTo>
                <a:lnTo>
                  <a:pt x="128588" y="9525"/>
                </a:lnTo>
                <a:lnTo>
                  <a:pt x="138113" y="9525"/>
                </a:lnTo>
                <a:lnTo>
                  <a:pt x="142875" y="4763"/>
                </a:lnTo>
                <a:close/>
              </a:path>
            </a:pathLst>
          </a:custGeom>
          <a:solidFill xmlns:a="http://schemas.openxmlformats.org/drawingml/2006/main">
            <a:srgbClr val="E4E4E4"/>
          </a:solidFill>
          <a:ln xmlns:a="http://schemas.openxmlformats.org/drawingml/2006/main" w="0">
            <a:noFill/>
            <a:prstDash val="solid"/>
          </a:ln>
        </p:spPr>
      </p:sp>
      <p:sp>
        <p:nvSpPr>
          <p:cNvPr id="452" name="deep-skill-chaining-source-component-9-gradient-230-0">
            <a:extLst xmlns:a="http://schemas.openxmlformats.org/drawingml/2006/main">
              <a:ext uri="{FF2B5EF4-FFF2-40B4-BE49-F238E27FC236}">
                <a16:creationId xmlns:a16="http://schemas.microsoft.com/office/drawing/2014/main" id="{4272495E-5C23-46B7-92FB-92ED96A14ADA}"/>
              </a:ext>
            </a:extLst>
          </p:cNvPr>
          <p:cNvSpPr>
            <a:spLocks xmlns:a="http://schemas.openxmlformats.org/drawingml/2006/main" noGrp="1"/>
          </p:cNvSpPr>
          <p:nvPr/>
        </p:nvSpPr>
        <p:spPr>
          <a:xfrm xmlns:a="http://schemas.openxmlformats.org/drawingml/2006/main" rot="0">
            <a:off x="8610600" y="466725"/>
            <a:ext cx="352425" cy="352425"/>
          </a:xfrm>
          <a:custGeom xmlns:a="http://schemas.openxmlformats.org/drawingml/2006/main">
            <a:pathLst>
              <a:path w="352425" h="352425">
                <a:moveTo>
                  <a:pt x="142875" y="4763"/>
                </a:moveTo>
                <a:lnTo>
                  <a:pt x="147638" y="0"/>
                </a:lnTo>
                <a:lnTo>
                  <a:pt x="157163" y="0"/>
                </a:lnTo>
                <a:lnTo>
                  <a:pt x="166688" y="0"/>
                </a:lnTo>
                <a:lnTo>
                  <a:pt x="176213" y="0"/>
                </a:lnTo>
                <a:lnTo>
                  <a:pt x="185738" y="0"/>
                </a:lnTo>
                <a:lnTo>
                  <a:pt x="195263" y="0"/>
                </a:lnTo>
                <a:lnTo>
                  <a:pt x="204788" y="0"/>
                </a:lnTo>
                <a:lnTo>
                  <a:pt x="209550" y="4763"/>
                </a:lnTo>
                <a:lnTo>
                  <a:pt x="214313" y="9525"/>
                </a:lnTo>
                <a:lnTo>
                  <a:pt x="223838" y="9525"/>
                </a:lnTo>
                <a:lnTo>
                  <a:pt x="233363" y="9525"/>
                </a:lnTo>
                <a:lnTo>
                  <a:pt x="238125" y="14288"/>
                </a:lnTo>
                <a:lnTo>
                  <a:pt x="242888" y="19050"/>
                </a:lnTo>
                <a:lnTo>
                  <a:pt x="252413" y="19050"/>
                </a:lnTo>
                <a:lnTo>
                  <a:pt x="261938" y="19050"/>
                </a:lnTo>
                <a:lnTo>
                  <a:pt x="266700" y="23813"/>
                </a:lnTo>
                <a:lnTo>
                  <a:pt x="271463" y="28575"/>
                </a:lnTo>
                <a:lnTo>
                  <a:pt x="276225" y="33338"/>
                </a:lnTo>
                <a:lnTo>
                  <a:pt x="280988" y="38100"/>
                </a:lnTo>
                <a:lnTo>
                  <a:pt x="285750" y="42863"/>
                </a:lnTo>
                <a:lnTo>
                  <a:pt x="290513" y="47625"/>
                </a:lnTo>
                <a:lnTo>
                  <a:pt x="295275" y="52388"/>
                </a:lnTo>
                <a:lnTo>
                  <a:pt x="300038" y="57150"/>
                </a:lnTo>
                <a:lnTo>
                  <a:pt x="304800" y="61913"/>
                </a:lnTo>
                <a:lnTo>
                  <a:pt x="309563" y="66675"/>
                </a:lnTo>
                <a:lnTo>
                  <a:pt x="314325" y="71438"/>
                </a:lnTo>
                <a:lnTo>
                  <a:pt x="319088" y="76200"/>
                </a:lnTo>
                <a:lnTo>
                  <a:pt x="323850" y="80963"/>
                </a:lnTo>
                <a:lnTo>
                  <a:pt x="328613" y="85725"/>
                </a:lnTo>
                <a:lnTo>
                  <a:pt x="333375" y="90488"/>
                </a:lnTo>
                <a:lnTo>
                  <a:pt x="338138" y="95250"/>
                </a:lnTo>
                <a:lnTo>
                  <a:pt x="342900" y="100013"/>
                </a:lnTo>
                <a:lnTo>
                  <a:pt x="342900" y="109538"/>
                </a:lnTo>
                <a:lnTo>
                  <a:pt x="347663" y="114300"/>
                </a:lnTo>
                <a:lnTo>
                  <a:pt x="352425" y="119063"/>
                </a:lnTo>
                <a:lnTo>
                  <a:pt x="347663" y="123825"/>
                </a:lnTo>
                <a:lnTo>
                  <a:pt x="342900" y="128588"/>
                </a:lnTo>
                <a:lnTo>
                  <a:pt x="342900" y="138113"/>
                </a:lnTo>
                <a:lnTo>
                  <a:pt x="342900" y="147638"/>
                </a:lnTo>
                <a:lnTo>
                  <a:pt x="342900" y="157163"/>
                </a:lnTo>
                <a:lnTo>
                  <a:pt x="347663" y="161925"/>
                </a:lnTo>
                <a:lnTo>
                  <a:pt x="352425" y="166688"/>
                </a:lnTo>
                <a:lnTo>
                  <a:pt x="352425" y="176213"/>
                </a:lnTo>
                <a:lnTo>
                  <a:pt x="352425" y="185738"/>
                </a:lnTo>
                <a:lnTo>
                  <a:pt x="352425" y="195263"/>
                </a:lnTo>
                <a:lnTo>
                  <a:pt x="352425" y="204788"/>
                </a:lnTo>
                <a:lnTo>
                  <a:pt x="352425" y="214313"/>
                </a:lnTo>
                <a:lnTo>
                  <a:pt x="347663" y="219075"/>
                </a:lnTo>
                <a:lnTo>
                  <a:pt x="342900" y="223838"/>
                </a:lnTo>
                <a:lnTo>
                  <a:pt x="342900" y="233363"/>
                </a:lnTo>
                <a:lnTo>
                  <a:pt x="338138" y="238125"/>
                </a:lnTo>
                <a:lnTo>
                  <a:pt x="333375" y="242888"/>
                </a:lnTo>
                <a:lnTo>
                  <a:pt x="328613" y="247650"/>
                </a:lnTo>
                <a:lnTo>
                  <a:pt x="323850" y="252413"/>
                </a:lnTo>
                <a:lnTo>
                  <a:pt x="323850" y="261938"/>
                </a:lnTo>
                <a:lnTo>
                  <a:pt x="319088" y="266700"/>
                </a:lnTo>
                <a:lnTo>
                  <a:pt x="314325" y="271463"/>
                </a:lnTo>
                <a:lnTo>
                  <a:pt x="309563" y="276225"/>
                </a:lnTo>
                <a:lnTo>
                  <a:pt x="304800" y="280988"/>
                </a:lnTo>
                <a:lnTo>
                  <a:pt x="304800" y="290513"/>
                </a:lnTo>
                <a:lnTo>
                  <a:pt x="300038" y="295275"/>
                </a:lnTo>
                <a:lnTo>
                  <a:pt x="295275" y="300038"/>
                </a:lnTo>
                <a:lnTo>
                  <a:pt x="295275" y="309563"/>
                </a:lnTo>
                <a:lnTo>
                  <a:pt x="290513" y="314325"/>
                </a:lnTo>
                <a:lnTo>
                  <a:pt x="280988" y="314325"/>
                </a:lnTo>
                <a:lnTo>
                  <a:pt x="276225" y="319088"/>
                </a:lnTo>
                <a:lnTo>
                  <a:pt x="271463" y="323850"/>
                </a:lnTo>
                <a:lnTo>
                  <a:pt x="261938" y="323850"/>
                </a:lnTo>
                <a:lnTo>
                  <a:pt x="257175" y="328613"/>
                </a:lnTo>
                <a:lnTo>
                  <a:pt x="252413" y="333375"/>
                </a:lnTo>
                <a:lnTo>
                  <a:pt x="242888" y="333375"/>
                </a:lnTo>
                <a:lnTo>
                  <a:pt x="238125" y="338138"/>
                </a:lnTo>
                <a:lnTo>
                  <a:pt x="233363" y="342900"/>
                </a:lnTo>
                <a:lnTo>
                  <a:pt x="223838" y="342900"/>
                </a:lnTo>
                <a:lnTo>
                  <a:pt x="214313" y="342900"/>
                </a:lnTo>
                <a:lnTo>
                  <a:pt x="209550" y="347663"/>
                </a:lnTo>
                <a:lnTo>
                  <a:pt x="204788" y="352425"/>
                </a:lnTo>
                <a:lnTo>
                  <a:pt x="195263" y="352425"/>
                </a:lnTo>
                <a:lnTo>
                  <a:pt x="185738" y="352425"/>
                </a:lnTo>
                <a:lnTo>
                  <a:pt x="176213" y="352425"/>
                </a:lnTo>
                <a:lnTo>
                  <a:pt x="166688" y="352425"/>
                </a:lnTo>
                <a:lnTo>
                  <a:pt x="157163" y="352425"/>
                </a:lnTo>
                <a:lnTo>
                  <a:pt x="147638" y="352425"/>
                </a:lnTo>
                <a:lnTo>
                  <a:pt x="142875" y="347663"/>
                </a:lnTo>
                <a:lnTo>
                  <a:pt x="138113" y="342900"/>
                </a:lnTo>
                <a:lnTo>
                  <a:pt x="128588" y="342900"/>
                </a:lnTo>
                <a:lnTo>
                  <a:pt x="119063" y="342900"/>
                </a:lnTo>
                <a:lnTo>
                  <a:pt x="114300" y="338138"/>
                </a:lnTo>
                <a:lnTo>
                  <a:pt x="109538" y="333375"/>
                </a:lnTo>
                <a:lnTo>
                  <a:pt x="100013" y="333375"/>
                </a:lnTo>
                <a:lnTo>
                  <a:pt x="90488" y="333375"/>
                </a:lnTo>
                <a:lnTo>
                  <a:pt x="85725" y="328613"/>
                </a:lnTo>
                <a:lnTo>
                  <a:pt x="80963" y="323850"/>
                </a:lnTo>
                <a:lnTo>
                  <a:pt x="76200" y="319088"/>
                </a:lnTo>
                <a:lnTo>
                  <a:pt x="71438" y="314325"/>
                </a:lnTo>
                <a:lnTo>
                  <a:pt x="66675" y="309563"/>
                </a:lnTo>
                <a:lnTo>
                  <a:pt x="61913" y="304800"/>
                </a:lnTo>
                <a:lnTo>
                  <a:pt x="52388" y="304800"/>
                </a:lnTo>
                <a:lnTo>
                  <a:pt x="47625" y="300038"/>
                </a:lnTo>
                <a:lnTo>
                  <a:pt x="42863" y="295275"/>
                </a:lnTo>
                <a:lnTo>
                  <a:pt x="38100" y="290513"/>
                </a:lnTo>
                <a:lnTo>
                  <a:pt x="33338" y="285750"/>
                </a:lnTo>
                <a:lnTo>
                  <a:pt x="28575" y="280988"/>
                </a:lnTo>
                <a:lnTo>
                  <a:pt x="28575" y="271463"/>
                </a:lnTo>
                <a:lnTo>
                  <a:pt x="23813" y="266700"/>
                </a:lnTo>
                <a:lnTo>
                  <a:pt x="19050" y="261938"/>
                </a:lnTo>
                <a:lnTo>
                  <a:pt x="19050" y="252413"/>
                </a:lnTo>
                <a:lnTo>
                  <a:pt x="14288" y="247650"/>
                </a:lnTo>
                <a:lnTo>
                  <a:pt x="9525" y="242888"/>
                </a:lnTo>
                <a:lnTo>
                  <a:pt x="9525" y="233363"/>
                </a:lnTo>
                <a:lnTo>
                  <a:pt x="9525" y="223838"/>
                </a:lnTo>
                <a:lnTo>
                  <a:pt x="9525" y="214313"/>
                </a:lnTo>
                <a:lnTo>
                  <a:pt x="9525" y="204788"/>
                </a:lnTo>
                <a:lnTo>
                  <a:pt x="9525" y="195263"/>
                </a:lnTo>
                <a:lnTo>
                  <a:pt x="4763" y="190500"/>
                </a:lnTo>
                <a:lnTo>
                  <a:pt x="0" y="185738"/>
                </a:lnTo>
                <a:lnTo>
                  <a:pt x="0" y="176213"/>
                </a:lnTo>
                <a:lnTo>
                  <a:pt x="0" y="166688"/>
                </a:lnTo>
                <a:lnTo>
                  <a:pt x="0" y="157163"/>
                </a:lnTo>
                <a:lnTo>
                  <a:pt x="0" y="147638"/>
                </a:lnTo>
                <a:lnTo>
                  <a:pt x="4763" y="142875"/>
                </a:lnTo>
                <a:lnTo>
                  <a:pt x="9525" y="138113"/>
                </a:lnTo>
                <a:lnTo>
                  <a:pt x="9525" y="128588"/>
                </a:lnTo>
                <a:lnTo>
                  <a:pt x="9525" y="119063"/>
                </a:lnTo>
                <a:lnTo>
                  <a:pt x="14288" y="114300"/>
                </a:lnTo>
                <a:lnTo>
                  <a:pt x="19050" y="109538"/>
                </a:lnTo>
                <a:lnTo>
                  <a:pt x="23813" y="104775"/>
                </a:lnTo>
                <a:lnTo>
                  <a:pt x="28575" y="100013"/>
                </a:lnTo>
                <a:lnTo>
                  <a:pt x="28575" y="90488"/>
                </a:lnTo>
                <a:lnTo>
                  <a:pt x="28575" y="80963"/>
                </a:lnTo>
                <a:lnTo>
                  <a:pt x="28575" y="71438"/>
                </a:lnTo>
                <a:lnTo>
                  <a:pt x="28575" y="61913"/>
                </a:lnTo>
                <a:lnTo>
                  <a:pt x="33338" y="57150"/>
                </a:lnTo>
                <a:lnTo>
                  <a:pt x="42863" y="57150"/>
                </a:lnTo>
                <a:lnTo>
                  <a:pt x="47625" y="52388"/>
                </a:lnTo>
                <a:lnTo>
                  <a:pt x="52388" y="47625"/>
                </a:lnTo>
                <a:lnTo>
                  <a:pt x="61913" y="47625"/>
                </a:lnTo>
                <a:lnTo>
                  <a:pt x="66675" y="42863"/>
                </a:lnTo>
                <a:lnTo>
                  <a:pt x="71438" y="38100"/>
                </a:lnTo>
                <a:lnTo>
                  <a:pt x="76200" y="33338"/>
                </a:lnTo>
                <a:lnTo>
                  <a:pt x="80963" y="28575"/>
                </a:lnTo>
                <a:lnTo>
                  <a:pt x="90488" y="28575"/>
                </a:lnTo>
                <a:lnTo>
                  <a:pt x="95250" y="23813"/>
                </a:lnTo>
                <a:lnTo>
                  <a:pt x="100013" y="19050"/>
                </a:lnTo>
                <a:lnTo>
                  <a:pt x="109538" y="19050"/>
                </a:lnTo>
                <a:lnTo>
                  <a:pt x="114300" y="14288"/>
                </a:lnTo>
                <a:lnTo>
                  <a:pt x="119063" y="9525"/>
                </a:lnTo>
                <a:lnTo>
                  <a:pt x="128588" y="9525"/>
                </a:lnTo>
                <a:lnTo>
                  <a:pt x="138113" y="9525"/>
                </a:lnTo>
                <a:lnTo>
                  <a:pt x="142875" y="4763"/>
                </a:lnTo>
                <a:close/>
              </a:path>
            </a:pathLst>
          </a:custGeom>
          <a:solidFill xmlns:a="http://schemas.openxmlformats.org/drawingml/2006/main">
            <a:srgbClr val="E6E6E6"/>
          </a:solidFill>
          <a:ln xmlns:a="http://schemas.openxmlformats.org/drawingml/2006/main" w="0">
            <a:noFill/>
            <a:prstDash val="solid"/>
          </a:ln>
        </p:spPr>
      </p:sp>
      <p:sp>
        <p:nvSpPr>
          <p:cNvPr id="453" name="deep-skill-chaining-source-component-9-gradient-232-0">
            <a:extLst xmlns:a="http://schemas.openxmlformats.org/drawingml/2006/main">
              <a:ext uri="{FF2B5EF4-FFF2-40B4-BE49-F238E27FC236}">
                <a16:creationId xmlns:a16="http://schemas.microsoft.com/office/drawing/2014/main" id="{04D1442A-3C6D-44F3-86BD-D1A0F9519A2E}"/>
              </a:ext>
            </a:extLst>
          </p:cNvPr>
          <p:cNvSpPr>
            <a:spLocks xmlns:a="http://schemas.openxmlformats.org/drawingml/2006/main" noGrp="1"/>
          </p:cNvSpPr>
          <p:nvPr/>
        </p:nvSpPr>
        <p:spPr>
          <a:xfrm xmlns:a="http://schemas.openxmlformats.org/drawingml/2006/main" rot="0">
            <a:off x="8620125" y="485775"/>
            <a:ext cx="333375" cy="314325"/>
          </a:xfrm>
          <a:custGeom xmlns:a="http://schemas.openxmlformats.org/drawingml/2006/main">
            <a:pathLst>
              <a:path w="333375" h="314325">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14313" y="9525"/>
                </a:lnTo>
                <a:lnTo>
                  <a:pt x="223838" y="9525"/>
                </a:lnTo>
                <a:lnTo>
                  <a:pt x="233363" y="9525"/>
                </a:lnTo>
                <a:lnTo>
                  <a:pt x="238125" y="14288"/>
                </a:lnTo>
                <a:lnTo>
                  <a:pt x="242888" y="19050"/>
                </a:lnTo>
                <a:lnTo>
                  <a:pt x="252413" y="19050"/>
                </a:lnTo>
                <a:lnTo>
                  <a:pt x="257175" y="23813"/>
                </a:lnTo>
                <a:lnTo>
                  <a:pt x="261938" y="28575"/>
                </a:lnTo>
                <a:lnTo>
                  <a:pt x="271463" y="28575"/>
                </a:lnTo>
                <a:lnTo>
                  <a:pt x="276225" y="33338"/>
                </a:lnTo>
                <a:lnTo>
                  <a:pt x="280988" y="38100"/>
                </a:lnTo>
                <a:lnTo>
                  <a:pt x="285750" y="42863"/>
                </a:lnTo>
                <a:lnTo>
                  <a:pt x="290513" y="47625"/>
                </a:lnTo>
                <a:lnTo>
                  <a:pt x="295275" y="52388"/>
                </a:lnTo>
                <a:lnTo>
                  <a:pt x="295275" y="61913"/>
                </a:lnTo>
                <a:lnTo>
                  <a:pt x="300038" y="66675"/>
                </a:lnTo>
                <a:lnTo>
                  <a:pt x="309563" y="66675"/>
                </a:lnTo>
                <a:lnTo>
                  <a:pt x="314325" y="71438"/>
                </a:lnTo>
                <a:lnTo>
                  <a:pt x="314325" y="80963"/>
                </a:lnTo>
                <a:lnTo>
                  <a:pt x="319088" y="85725"/>
                </a:lnTo>
                <a:lnTo>
                  <a:pt x="323850" y="90488"/>
                </a:lnTo>
                <a:lnTo>
                  <a:pt x="323850" y="100013"/>
                </a:lnTo>
                <a:lnTo>
                  <a:pt x="323850" y="109538"/>
                </a:lnTo>
                <a:lnTo>
                  <a:pt x="323850" y="119063"/>
                </a:lnTo>
                <a:lnTo>
                  <a:pt x="319088" y="123825"/>
                </a:lnTo>
                <a:lnTo>
                  <a:pt x="314325" y="128588"/>
                </a:lnTo>
                <a:lnTo>
                  <a:pt x="319088" y="133350"/>
                </a:lnTo>
                <a:lnTo>
                  <a:pt x="323850" y="138113"/>
                </a:lnTo>
                <a:lnTo>
                  <a:pt x="323850" y="147638"/>
                </a:lnTo>
                <a:lnTo>
                  <a:pt x="328613" y="152400"/>
                </a:lnTo>
                <a:lnTo>
                  <a:pt x="333375" y="157163"/>
                </a:lnTo>
                <a:lnTo>
                  <a:pt x="333375" y="166688"/>
                </a:lnTo>
                <a:lnTo>
                  <a:pt x="333375" y="176213"/>
                </a:lnTo>
                <a:lnTo>
                  <a:pt x="333375" y="185738"/>
                </a:lnTo>
                <a:lnTo>
                  <a:pt x="328613" y="190500"/>
                </a:lnTo>
                <a:lnTo>
                  <a:pt x="323850" y="195263"/>
                </a:lnTo>
                <a:lnTo>
                  <a:pt x="323850" y="204788"/>
                </a:lnTo>
                <a:lnTo>
                  <a:pt x="319088" y="209550"/>
                </a:lnTo>
                <a:lnTo>
                  <a:pt x="314325" y="214313"/>
                </a:lnTo>
                <a:lnTo>
                  <a:pt x="314325" y="223838"/>
                </a:lnTo>
                <a:lnTo>
                  <a:pt x="309563" y="228600"/>
                </a:lnTo>
                <a:lnTo>
                  <a:pt x="304800" y="233363"/>
                </a:lnTo>
                <a:lnTo>
                  <a:pt x="300038" y="238125"/>
                </a:lnTo>
                <a:lnTo>
                  <a:pt x="295275" y="242888"/>
                </a:lnTo>
                <a:lnTo>
                  <a:pt x="290513" y="247650"/>
                </a:lnTo>
                <a:lnTo>
                  <a:pt x="285750" y="252413"/>
                </a:lnTo>
                <a:lnTo>
                  <a:pt x="285750" y="261938"/>
                </a:lnTo>
                <a:lnTo>
                  <a:pt x="285750" y="271463"/>
                </a:lnTo>
                <a:lnTo>
                  <a:pt x="280988" y="276225"/>
                </a:lnTo>
                <a:lnTo>
                  <a:pt x="271463" y="276225"/>
                </a:lnTo>
                <a:lnTo>
                  <a:pt x="266700" y="280988"/>
                </a:lnTo>
                <a:lnTo>
                  <a:pt x="261938" y="285750"/>
                </a:lnTo>
                <a:lnTo>
                  <a:pt x="257175" y="290513"/>
                </a:lnTo>
                <a:lnTo>
                  <a:pt x="252413" y="295275"/>
                </a:lnTo>
                <a:lnTo>
                  <a:pt x="242888" y="295275"/>
                </a:lnTo>
                <a:lnTo>
                  <a:pt x="238125" y="300038"/>
                </a:lnTo>
                <a:lnTo>
                  <a:pt x="233363" y="304800"/>
                </a:lnTo>
                <a:lnTo>
                  <a:pt x="223838" y="304800"/>
                </a:lnTo>
                <a:lnTo>
                  <a:pt x="219075" y="309563"/>
                </a:lnTo>
                <a:lnTo>
                  <a:pt x="214313" y="314325"/>
                </a:lnTo>
                <a:lnTo>
                  <a:pt x="204788" y="314325"/>
                </a:lnTo>
                <a:lnTo>
                  <a:pt x="195263" y="314325"/>
                </a:lnTo>
                <a:lnTo>
                  <a:pt x="185738" y="314325"/>
                </a:lnTo>
                <a:lnTo>
                  <a:pt x="176213" y="314325"/>
                </a:lnTo>
                <a:lnTo>
                  <a:pt x="166688" y="314325"/>
                </a:lnTo>
                <a:lnTo>
                  <a:pt x="157163" y="314325"/>
                </a:lnTo>
                <a:lnTo>
                  <a:pt x="147638" y="314325"/>
                </a:lnTo>
                <a:lnTo>
                  <a:pt x="138113" y="314325"/>
                </a:lnTo>
                <a:lnTo>
                  <a:pt x="128588" y="314325"/>
                </a:lnTo>
                <a:lnTo>
                  <a:pt x="119063" y="314325"/>
                </a:lnTo>
                <a:lnTo>
                  <a:pt x="114300" y="309563"/>
                </a:lnTo>
                <a:lnTo>
                  <a:pt x="109538" y="304800"/>
                </a:lnTo>
                <a:lnTo>
                  <a:pt x="100013" y="304800"/>
                </a:lnTo>
                <a:lnTo>
                  <a:pt x="95250" y="300038"/>
                </a:lnTo>
                <a:lnTo>
                  <a:pt x="90488" y="295275"/>
                </a:lnTo>
                <a:lnTo>
                  <a:pt x="80963" y="295275"/>
                </a:lnTo>
                <a:lnTo>
                  <a:pt x="76200" y="290513"/>
                </a:lnTo>
                <a:lnTo>
                  <a:pt x="71438" y="285750"/>
                </a:lnTo>
                <a:lnTo>
                  <a:pt x="61913" y="285750"/>
                </a:lnTo>
                <a:lnTo>
                  <a:pt x="57150" y="280988"/>
                </a:lnTo>
                <a:lnTo>
                  <a:pt x="52388" y="276225"/>
                </a:lnTo>
                <a:lnTo>
                  <a:pt x="47625" y="271463"/>
                </a:lnTo>
                <a:lnTo>
                  <a:pt x="42863" y="266700"/>
                </a:lnTo>
                <a:lnTo>
                  <a:pt x="38100" y="261938"/>
                </a:lnTo>
                <a:lnTo>
                  <a:pt x="33338" y="257175"/>
                </a:lnTo>
                <a:lnTo>
                  <a:pt x="28575" y="252413"/>
                </a:lnTo>
                <a:lnTo>
                  <a:pt x="23813" y="247650"/>
                </a:lnTo>
                <a:lnTo>
                  <a:pt x="19050" y="242888"/>
                </a:lnTo>
                <a:lnTo>
                  <a:pt x="19050" y="233363"/>
                </a:lnTo>
                <a:lnTo>
                  <a:pt x="14288" y="228600"/>
                </a:lnTo>
                <a:lnTo>
                  <a:pt x="9525" y="223838"/>
                </a:lnTo>
                <a:lnTo>
                  <a:pt x="9525" y="214313"/>
                </a:lnTo>
                <a:lnTo>
                  <a:pt x="9525" y="204788"/>
                </a:lnTo>
                <a:lnTo>
                  <a:pt x="14288" y="200025"/>
                </a:lnTo>
                <a:lnTo>
                  <a:pt x="19050" y="195263"/>
                </a:lnTo>
                <a:lnTo>
                  <a:pt x="19050" y="185738"/>
                </a:lnTo>
                <a:lnTo>
                  <a:pt x="14288" y="180975"/>
                </a:lnTo>
                <a:lnTo>
                  <a:pt x="9525" y="176213"/>
                </a:lnTo>
                <a:lnTo>
                  <a:pt x="9525" y="166688"/>
                </a:lnTo>
                <a:lnTo>
                  <a:pt x="4763" y="161925"/>
                </a:lnTo>
                <a:lnTo>
                  <a:pt x="0" y="157163"/>
                </a:lnTo>
                <a:lnTo>
                  <a:pt x="0" y="147638"/>
                </a:lnTo>
                <a:lnTo>
                  <a:pt x="4763" y="142875"/>
                </a:lnTo>
                <a:lnTo>
                  <a:pt x="9525" y="138113"/>
                </a:lnTo>
                <a:lnTo>
                  <a:pt x="9525" y="128588"/>
                </a:lnTo>
                <a:lnTo>
                  <a:pt x="9525" y="119063"/>
                </a:lnTo>
                <a:lnTo>
                  <a:pt x="9525" y="109538"/>
                </a:lnTo>
                <a:lnTo>
                  <a:pt x="14288" y="104775"/>
                </a:lnTo>
                <a:lnTo>
                  <a:pt x="19050" y="100013"/>
                </a:lnTo>
                <a:lnTo>
                  <a:pt x="23813" y="95250"/>
                </a:lnTo>
                <a:lnTo>
                  <a:pt x="28575" y="90488"/>
                </a:lnTo>
                <a:lnTo>
                  <a:pt x="28575" y="80963"/>
                </a:lnTo>
                <a:lnTo>
                  <a:pt x="33338" y="76200"/>
                </a:lnTo>
                <a:lnTo>
                  <a:pt x="38100" y="71438"/>
                </a:lnTo>
                <a:lnTo>
                  <a:pt x="38100" y="61913"/>
                </a:lnTo>
                <a:lnTo>
                  <a:pt x="42863" y="57150"/>
                </a:lnTo>
                <a:lnTo>
                  <a:pt x="47625" y="52388"/>
                </a:lnTo>
                <a:lnTo>
                  <a:pt x="47625" y="42863"/>
                </a:lnTo>
                <a:lnTo>
                  <a:pt x="52388" y="38100"/>
                </a:lnTo>
                <a:lnTo>
                  <a:pt x="61913" y="38100"/>
                </a:lnTo>
                <a:lnTo>
                  <a:pt x="66675" y="33338"/>
                </a:lnTo>
                <a:lnTo>
                  <a:pt x="71438" y="28575"/>
                </a:lnTo>
                <a:lnTo>
                  <a:pt x="76200" y="23813"/>
                </a:lnTo>
                <a:lnTo>
                  <a:pt x="80963" y="19050"/>
                </a:lnTo>
                <a:lnTo>
                  <a:pt x="90488" y="19050"/>
                </a:lnTo>
                <a:lnTo>
                  <a:pt x="95250" y="14288"/>
                </a:lnTo>
                <a:lnTo>
                  <a:pt x="100013" y="9525"/>
                </a:lnTo>
                <a:lnTo>
                  <a:pt x="109538" y="9525"/>
                </a:lnTo>
                <a:lnTo>
                  <a:pt x="119063" y="9525"/>
                </a:lnTo>
                <a:lnTo>
                  <a:pt x="123825" y="4763"/>
                </a:lnTo>
                <a:close/>
              </a:path>
            </a:pathLst>
          </a:custGeom>
          <a:solidFill xmlns:a="http://schemas.openxmlformats.org/drawingml/2006/main">
            <a:srgbClr val="E8E8E8"/>
          </a:solidFill>
          <a:ln xmlns:a="http://schemas.openxmlformats.org/drawingml/2006/main" w="0">
            <a:noFill/>
            <a:prstDash val="solid"/>
          </a:ln>
        </p:spPr>
      </p:sp>
      <p:sp>
        <p:nvSpPr>
          <p:cNvPr id="454" name="deep-skill-chaining-source-component-9-gradient-234-0">
            <a:extLst xmlns:a="http://schemas.openxmlformats.org/drawingml/2006/main">
              <a:ext uri="{FF2B5EF4-FFF2-40B4-BE49-F238E27FC236}">
                <a16:creationId xmlns:a16="http://schemas.microsoft.com/office/drawing/2014/main" id="{30FBCA43-8D07-4C0E-8388-371FF4A43E2F}"/>
              </a:ext>
            </a:extLst>
          </p:cNvPr>
          <p:cNvSpPr>
            <a:spLocks xmlns:a="http://schemas.openxmlformats.org/drawingml/2006/main" noGrp="1"/>
          </p:cNvSpPr>
          <p:nvPr/>
        </p:nvSpPr>
        <p:spPr>
          <a:xfrm xmlns:a="http://schemas.openxmlformats.org/drawingml/2006/main" rot="0">
            <a:off x="8639175" y="495300"/>
            <a:ext cx="295275" cy="295275"/>
          </a:xfrm>
          <a:custGeom xmlns:a="http://schemas.openxmlformats.org/drawingml/2006/main">
            <a:pathLst>
              <a:path w="295275" h="295275">
                <a:moveTo>
                  <a:pt x="114300" y="4763"/>
                </a:moveTo>
                <a:lnTo>
                  <a:pt x="119063" y="0"/>
                </a:lnTo>
                <a:lnTo>
                  <a:pt x="128588" y="0"/>
                </a:lnTo>
                <a:lnTo>
                  <a:pt x="138113" y="0"/>
                </a:lnTo>
                <a:lnTo>
                  <a:pt x="147638" y="0"/>
                </a:lnTo>
                <a:lnTo>
                  <a:pt x="157163" y="0"/>
                </a:lnTo>
                <a:lnTo>
                  <a:pt x="166688" y="0"/>
                </a:lnTo>
                <a:lnTo>
                  <a:pt x="176213" y="0"/>
                </a:lnTo>
                <a:lnTo>
                  <a:pt x="180975" y="4763"/>
                </a:lnTo>
                <a:lnTo>
                  <a:pt x="185738" y="9525"/>
                </a:lnTo>
                <a:lnTo>
                  <a:pt x="195263" y="9525"/>
                </a:lnTo>
                <a:lnTo>
                  <a:pt x="200025" y="14288"/>
                </a:lnTo>
                <a:lnTo>
                  <a:pt x="204788" y="19050"/>
                </a:lnTo>
                <a:lnTo>
                  <a:pt x="214313" y="19050"/>
                </a:lnTo>
                <a:lnTo>
                  <a:pt x="223838" y="19050"/>
                </a:lnTo>
                <a:lnTo>
                  <a:pt x="228600" y="23813"/>
                </a:lnTo>
                <a:lnTo>
                  <a:pt x="233363" y="28575"/>
                </a:lnTo>
                <a:lnTo>
                  <a:pt x="242888" y="28575"/>
                </a:lnTo>
                <a:lnTo>
                  <a:pt x="247650" y="33338"/>
                </a:lnTo>
                <a:lnTo>
                  <a:pt x="252413" y="38100"/>
                </a:lnTo>
                <a:lnTo>
                  <a:pt x="257175" y="42863"/>
                </a:lnTo>
                <a:lnTo>
                  <a:pt x="261938" y="47625"/>
                </a:lnTo>
                <a:lnTo>
                  <a:pt x="266700" y="52388"/>
                </a:lnTo>
                <a:lnTo>
                  <a:pt x="271463" y="57150"/>
                </a:lnTo>
                <a:lnTo>
                  <a:pt x="276225" y="61913"/>
                </a:lnTo>
                <a:lnTo>
                  <a:pt x="276225" y="71438"/>
                </a:lnTo>
                <a:lnTo>
                  <a:pt x="280988" y="76200"/>
                </a:lnTo>
                <a:lnTo>
                  <a:pt x="285750" y="80963"/>
                </a:lnTo>
                <a:lnTo>
                  <a:pt x="290513" y="85725"/>
                </a:lnTo>
                <a:lnTo>
                  <a:pt x="295275" y="90488"/>
                </a:lnTo>
                <a:lnTo>
                  <a:pt x="290513" y="95250"/>
                </a:lnTo>
                <a:lnTo>
                  <a:pt x="285750" y="100013"/>
                </a:lnTo>
                <a:lnTo>
                  <a:pt x="285750" y="109538"/>
                </a:lnTo>
                <a:lnTo>
                  <a:pt x="285750" y="119063"/>
                </a:lnTo>
                <a:lnTo>
                  <a:pt x="285750" y="128588"/>
                </a:lnTo>
                <a:lnTo>
                  <a:pt x="290513" y="133350"/>
                </a:lnTo>
                <a:lnTo>
                  <a:pt x="295275" y="138113"/>
                </a:lnTo>
                <a:lnTo>
                  <a:pt x="295275" y="147638"/>
                </a:lnTo>
                <a:lnTo>
                  <a:pt x="295275" y="157163"/>
                </a:lnTo>
                <a:lnTo>
                  <a:pt x="295275" y="166688"/>
                </a:lnTo>
                <a:lnTo>
                  <a:pt x="295275" y="176213"/>
                </a:lnTo>
                <a:lnTo>
                  <a:pt x="295275" y="185738"/>
                </a:lnTo>
                <a:lnTo>
                  <a:pt x="290513" y="190500"/>
                </a:lnTo>
                <a:lnTo>
                  <a:pt x="285750" y="195263"/>
                </a:lnTo>
                <a:lnTo>
                  <a:pt x="285750" y="204788"/>
                </a:lnTo>
                <a:lnTo>
                  <a:pt x="280988" y="209550"/>
                </a:lnTo>
                <a:lnTo>
                  <a:pt x="276225" y="214313"/>
                </a:lnTo>
                <a:lnTo>
                  <a:pt x="271463" y="219075"/>
                </a:lnTo>
                <a:lnTo>
                  <a:pt x="266700" y="223838"/>
                </a:lnTo>
                <a:lnTo>
                  <a:pt x="266700" y="233363"/>
                </a:lnTo>
                <a:lnTo>
                  <a:pt x="261938" y="238125"/>
                </a:lnTo>
                <a:lnTo>
                  <a:pt x="257175" y="242888"/>
                </a:lnTo>
                <a:lnTo>
                  <a:pt x="252413" y="247650"/>
                </a:lnTo>
                <a:lnTo>
                  <a:pt x="247650" y="252413"/>
                </a:lnTo>
                <a:lnTo>
                  <a:pt x="247650" y="261938"/>
                </a:lnTo>
                <a:lnTo>
                  <a:pt x="242888" y="266700"/>
                </a:lnTo>
                <a:lnTo>
                  <a:pt x="233363" y="266700"/>
                </a:lnTo>
                <a:lnTo>
                  <a:pt x="228600" y="271463"/>
                </a:lnTo>
                <a:lnTo>
                  <a:pt x="223838" y="276225"/>
                </a:lnTo>
                <a:lnTo>
                  <a:pt x="214313" y="276225"/>
                </a:lnTo>
                <a:lnTo>
                  <a:pt x="209550" y="280988"/>
                </a:lnTo>
                <a:lnTo>
                  <a:pt x="204788" y="285750"/>
                </a:lnTo>
                <a:lnTo>
                  <a:pt x="195263" y="285750"/>
                </a:lnTo>
                <a:lnTo>
                  <a:pt x="185738" y="285750"/>
                </a:lnTo>
                <a:lnTo>
                  <a:pt x="180975" y="290513"/>
                </a:lnTo>
                <a:lnTo>
                  <a:pt x="176213" y="295275"/>
                </a:lnTo>
                <a:lnTo>
                  <a:pt x="166688" y="295275"/>
                </a:lnTo>
                <a:lnTo>
                  <a:pt x="157163" y="295275"/>
                </a:lnTo>
                <a:lnTo>
                  <a:pt x="147638" y="295275"/>
                </a:lnTo>
                <a:lnTo>
                  <a:pt x="138113" y="295275"/>
                </a:lnTo>
                <a:lnTo>
                  <a:pt x="128588" y="295275"/>
                </a:lnTo>
                <a:lnTo>
                  <a:pt x="119063" y="295275"/>
                </a:lnTo>
                <a:lnTo>
                  <a:pt x="114300" y="290513"/>
                </a:lnTo>
                <a:lnTo>
                  <a:pt x="109538" y="285750"/>
                </a:lnTo>
                <a:lnTo>
                  <a:pt x="100013" y="285750"/>
                </a:lnTo>
                <a:lnTo>
                  <a:pt x="90488" y="285750"/>
                </a:lnTo>
                <a:lnTo>
                  <a:pt x="85725" y="280988"/>
                </a:lnTo>
                <a:lnTo>
                  <a:pt x="80963" y="276225"/>
                </a:lnTo>
                <a:lnTo>
                  <a:pt x="71438" y="276225"/>
                </a:lnTo>
                <a:lnTo>
                  <a:pt x="66675" y="271463"/>
                </a:lnTo>
                <a:lnTo>
                  <a:pt x="61913" y="266700"/>
                </a:lnTo>
                <a:lnTo>
                  <a:pt x="52388" y="266700"/>
                </a:lnTo>
                <a:lnTo>
                  <a:pt x="47625" y="261938"/>
                </a:lnTo>
                <a:lnTo>
                  <a:pt x="42863" y="257175"/>
                </a:lnTo>
                <a:lnTo>
                  <a:pt x="38100" y="252413"/>
                </a:lnTo>
                <a:lnTo>
                  <a:pt x="33338" y="247650"/>
                </a:lnTo>
                <a:lnTo>
                  <a:pt x="28575" y="242888"/>
                </a:lnTo>
                <a:lnTo>
                  <a:pt x="23813" y="238125"/>
                </a:lnTo>
                <a:lnTo>
                  <a:pt x="19050" y="233363"/>
                </a:lnTo>
                <a:lnTo>
                  <a:pt x="19050" y="223838"/>
                </a:lnTo>
                <a:lnTo>
                  <a:pt x="14288" y="219075"/>
                </a:lnTo>
                <a:lnTo>
                  <a:pt x="9525" y="214313"/>
                </a:lnTo>
                <a:lnTo>
                  <a:pt x="9525" y="204788"/>
                </a:lnTo>
                <a:lnTo>
                  <a:pt x="9525" y="195263"/>
                </a:lnTo>
                <a:lnTo>
                  <a:pt x="9525" y="185738"/>
                </a:lnTo>
                <a:lnTo>
                  <a:pt x="9525" y="176213"/>
                </a:lnTo>
                <a:lnTo>
                  <a:pt x="9525" y="166688"/>
                </a:lnTo>
                <a:lnTo>
                  <a:pt x="4763" y="161925"/>
                </a:lnTo>
                <a:lnTo>
                  <a:pt x="0" y="157163"/>
                </a:lnTo>
                <a:lnTo>
                  <a:pt x="0" y="147638"/>
                </a:lnTo>
                <a:lnTo>
                  <a:pt x="0" y="138113"/>
                </a:lnTo>
                <a:lnTo>
                  <a:pt x="0" y="128588"/>
                </a:lnTo>
                <a:lnTo>
                  <a:pt x="0" y="119063"/>
                </a:lnTo>
                <a:lnTo>
                  <a:pt x="0" y="109538"/>
                </a:lnTo>
                <a:lnTo>
                  <a:pt x="4763" y="104775"/>
                </a:lnTo>
                <a:lnTo>
                  <a:pt x="9525" y="100013"/>
                </a:lnTo>
                <a:lnTo>
                  <a:pt x="14288" y="95250"/>
                </a:lnTo>
                <a:lnTo>
                  <a:pt x="19050" y="90488"/>
                </a:lnTo>
                <a:lnTo>
                  <a:pt x="19050" y="80963"/>
                </a:lnTo>
                <a:lnTo>
                  <a:pt x="23813" y="76200"/>
                </a:lnTo>
                <a:lnTo>
                  <a:pt x="28575" y="71438"/>
                </a:lnTo>
                <a:lnTo>
                  <a:pt x="28575" y="61913"/>
                </a:lnTo>
                <a:lnTo>
                  <a:pt x="33338" y="57150"/>
                </a:lnTo>
                <a:lnTo>
                  <a:pt x="38100" y="52388"/>
                </a:lnTo>
                <a:lnTo>
                  <a:pt x="42863" y="47625"/>
                </a:lnTo>
                <a:lnTo>
                  <a:pt x="47625" y="42863"/>
                </a:lnTo>
                <a:lnTo>
                  <a:pt x="52388" y="38100"/>
                </a:lnTo>
                <a:lnTo>
                  <a:pt x="57150" y="33338"/>
                </a:lnTo>
                <a:lnTo>
                  <a:pt x="61913" y="28575"/>
                </a:lnTo>
                <a:lnTo>
                  <a:pt x="66675" y="23813"/>
                </a:lnTo>
                <a:lnTo>
                  <a:pt x="71438" y="19050"/>
                </a:lnTo>
                <a:lnTo>
                  <a:pt x="80963" y="19050"/>
                </a:lnTo>
                <a:lnTo>
                  <a:pt x="85725" y="14288"/>
                </a:lnTo>
                <a:lnTo>
                  <a:pt x="90488" y="9525"/>
                </a:lnTo>
                <a:lnTo>
                  <a:pt x="100013" y="9525"/>
                </a:lnTo>
                <a:lnTo>
                  <a:pt x="109538" y="9525"/>
                </a:lnTo>
                <a:lnTo>
                  <a:pt x="114300" y="4763"/>
                </a:lnTo>
                <a:close/>
              </a:path>
            </a:pathLst>
          </a:custGeom>
          <a:solidFill xmlns:a="http://schemas.openxmlformats.org/drawingml/2006/main">
            <a:srgbClr val="EAEAEA"/>
          </a:solidFill>
          <a:ln xmlns:a="http://schemas.openxmlformats.org/drawingml/2006/main" w="0">
            <a:noFill/>
            <a:prstDash val="solid"/>
          </a:ln>
        </p:spPr>
      </p:sp>
      <p:sp>
        <p:nvSpPr>
          <p:cNvPr id="455" name="deep-skill-chaining-source-component-9-gradient-236-0">
            <a:extLst xmlns:a="http://schemas.openxmlformats.org/drawingml/2006/main">
              <a:ext uri="{FF2B5EF4-FFF2-40B4-BE49-F238E27FC236}">
                <a16:creationId xmlns:a16="http://schemas.microsoft.com/office/drawing/2014/main" id="{2D6F57A4-5300-4729-8108-E970F46D4447}"/>
              </a:ext>
            </a:extLst>
          </p:cNvPr>
          <p:cNvSpPr>
            <a:spLocks xmlns:a="http://schemas.openxmlformats.org/drawingml/2006/main" noGrp="1"/>
          </p:cNvSpPr>
          <p:nvPr/>
        </p:nvSpPr>
        <p:spPr>
          <a:xfrm xmlns:a="http://schemas.openxmlformats.org/drawingml/2006/main" rot="0">
            <a:off x="8648700" y="514350"/>
            <a:ext cx="276225" cy="266700"/>
          </a:xfrm>
          <a:custGeom xmlns:a="http://schemas.openxmlformats.org/drawingml/2006/main">
            <a:pathLst>
              <a:path w="276225" h="266700">
                <a:moveTo>
                  <a:pt x="95250" y="4763"/>
                </a:moveTo>
                <a:lnTo>
                  <a:pt x="100013" y="0"/>
                </a:lnTo>
                <a:lnTo>
                  <a:pt x="109538" y="0"/>
                </a:lnTo>
                <a:lnTo>
                  <a:pt x="119063" y="0"/>
                </a:lnTo>
                <a:lnTo>
                  <a:pt x="128588" y="0"/>
                </a:lnTo>
                <a:lnTo>
                  <a:pt x="138113" y="0"/>
                </a:lnTo>
                <a:lnTo>
                  <a:pt x="147638" y="0"/>
                </a:lnTo>
                <a:lnTo>
                  <a:pt x="157163" y="0"/>
                </a:lnTo>
                <a:lnTo>
                  <a:pt x="166688" y="0"/>
                </a:lnTo>
                <a:lnTo>
                  <a:pt x="176213" y="0"/>
                </a:lnTo>
                <a:lnTo>
                  <a:pt x="180975" y="4763"/>
                </a:lnTo>
                <a:lnTo>
                  <a:pt x="185738" y="9525"/>
                </a:lnTo>
                <a:lnTo>
                  <a:pt x="195263" y="9525"/>
                </a:lnTo>
                <a:lnTo>
                  <a:pt x="200025" y="14288"/>
                </a:lnTo>
                <a:lnTo>
                  <a:pt x="204788" y="19050"/>
                </a:lnTo>
                <a:lnTo>
                  <a:pt x="214313" y="19050"/>
                </a:lnTo>
                <a:lnTo>
                  <a:pt x="219075" y="23813"/>
                </a:lnTo>
                <a:lnTo>
                  <a:pt x="223838" y="28575"/>
                </a:lnTo>
                <a:lnTo>
                  <a:pt x="233363" y="28575"/>
                </a:lnTo>
                <a:lnTo>
                  <a:pt x="238125" y="33338"/>
                </a:lnTo>
                <a:lnTo>
                  <a:pt x="242888" y="38100"/>
                </a:lnTo>
                <a:lnTo>
                  <a:pt x="247650" y="42863"/>
                </a:lnTo>
                <a:lnTo>
                  <a:pt x="247650" y="52388"/>
                </a:lnTo>
                <a:lnTo>
                  <a:pt x="252413" y="57150"/>
                </a:lnTo>
                <a:lnTo>
                  <a:pt x="257175" y="61913"/>
                </a:lnTo>
                <a:lnTo>
                  <a:pt x="261938" y="66675"/>
                </a:lnTo>
                <a:lnTo>
                  <a:pt x="266700" y="71438"/>
                </a:lnTo>
                <a:lnTo>
                  <a:pt x="261938" y="76200"/>
                </a:lnTo>
                <a:lnTo>
                  <a:pt x="257175" y="80963"/>
                </a:lnTo>
                <a:lnTo>
                  <a:pt x="257175" y="90488"/>
                </a:lnTo>
                <a:lnTo>
                  <a:pt x="257175" y="100013"/>
                </a:lnTo>
                <a:lnTo>
                  <a:pt x="261938" y="104775"/>
                </a:lnTo>
                <a:lnTo>
                  <a:pt x="266700" y="109538"/>
                </a:lnTo>
                <a:lnTo>
                  <a:pt x="266700" y="119063"/>
                </a:lnTo>
                <a:lnTo>
                  <a:pt x="271463" y="123825"/>
                </a:lnTo>
                <a:lnTo>
                  <a:pt x="276225" y="128588"/>
                </a:lnTo>
                <a:lnTo>
                  <a:pt x="276225" y="138113"/>
                </a:lnTo>
                <a:lnTo>
                  <a:pt x="276225" y="147638"/>
                </a:lnTo>
                <a:lnTo>
                  <a:pt x="276225" y="157163"/>
                </a:lnTo>
                <a:lnTo>
                  <a:pt x="271463" y="161925"/>
                </a:lnTo>
                <a:lnTo>
                  <a:pt x="266700" y="166688"/>
                </a:lnTo>
                <a:lnTo>
                  <a:pt x="261938" y="171450"/>
                </a:lnTo>
                <a:lnTo>
                  <a:pt x="257175" y="176213"/>
                </a:lnTo>
                <a:lnTo>
                  <a:pt x="257175" y="185738"/>
                </a:lnTo>
                <a:lnTo>
                  <a:pt x="252413" y="190500"/>
                </a:lnTo>
                <a:lnTo>
                  <a:pt x="247650" y="195263"/>
                </a:lnTo>
                <a:lnTo>
                  <a:pt x="247650" y="204788"/>
                </a:lnTo>
                <a:lnTo>
                  <a:pt x="242888" y="209550"/>
                </a:lnTo>
                <a:lnTo>
                  <a:pt x="238125" y="214313"/>
                </a:lnTo>
                <a:lnTo>
                  <a:pt x="233363" y="219075"/>
                </a:lnTo>
                <a:lnTo>
                  <a:pt x="228600" y="223838"/>
                </a:lnTo>
                <a:lnTo>
                  <a:pt x="228600" y="233363"/>
                </a:lnTo>
                <a:lnTo>
                  <a:pt x="223838" y="238125"/>
                </a:lnTo>
                <a:lnTo>
                  <a:pt x="214313" y="238125"/>
                </a:lnTo>
                <a:lnTo>
                  <a:pt x="209550" y="242888"/>
                </a:lnTo>
                <a:lnTo>
                  <a:pt x="204788" y="247650"/>
                </a:lnTo>
                <a:lnTo>
                  <a:pt x="195263" y="247650"/>
                </a:lnTo>
                <a:lnTo>
                  <a:pt x="190500" y="252413"/>
                </a:lnTo>
                <a:lnTo>
                  <a:pt x="185738" y="257175"/>
                </a:lnTo>
                <a:lnTo>
                  <a:pt x="176213" y="257175"/>
                </a:lnTo>
                <a:lnTo>
                  <a:pt x="166688" y="257175"/>
                </a:lnTo>
                <a:lnTo>
                  <a:pt x="157163" y="257175"/>
                </a:lnTo>
                <a:lnTo>
                  <a:pt x="147638" y="257175"/>
                </a:lnTo>
                <a:lnTo>
                  <a:pt x="142875" y="261938"/>
                </a:lnTo>
                <a:lnTo>
                  <a:pt x="138113" y="266700"/>
                </a:lnTo>
                <a:lnTo>
                  <a:pt x="133350" y="261938"/>
                </a:lnTo>
                <a:lnTo>
                  <a:pt x="128588" y="257175"/>
                </a:lnTo>
                <a:lnTo>
                  <a:pt x="119063" y="257175"/>
                </a:lnTo>
                <a:lnTo>
                  <a:pt x="109538" y="257175"/>
                </a:lnTo>
                <a:lnTo>
                  <a:pt x="100013" y="257175"/>
                </a:lnTo>
                <a:lnTo>
                  <a:pt x="95250" y="252413"/>
                </a:lnTo>
                <a:lnTo>
                  <a:pt x="90488" y="247650"/>
                </a:lnTo>
                <a:lnTo>
                  <a:pt x="80963" y="247650"/>
                </a:lnTo>
                <a:lnTo>
                  <a:pt x="76200" y="242888"/>
                </a:lnTo>
                <a:lnTo>
                  <a:pt x="71438" y="238125"/>
                </a:lnTo>
                <a:lnTo>
                  <a:pt x="61913" y="238125"/>
                </a:lnTo>
                <a:lnTo>
                  <a:pt x="52388" y="238125"/>
                </a:lnTo>
                <a:lnTo>
                  <a:pt x="47625" y="233363"/>
                </a:lnTo>
                <a:lnTo>
                  <a:pt x="42863" y="228600"/>
                </a:lnTo>
                <a:lnTo>
                  <a:pt x="38100" y="223838"/>
                </a:lnTo>
                <a:lnTo>
                  <a:pt x="33338" y="219075"/>
                </a:lnTo>
                <a:lnTo>
                  <a:pt x="28575" y="214313"/>
                </a:lnTo>
                <a:lnTo>
                  <a:pt x="28575" y="204788"/>
                </a:lnTo>
                <a:lnTo>
                  <a:pt x="23813" y="200025"/>
                </a:lnTo>
                <a:lnTo>
                  <a:pt x="19050" y="195263"/>
                </a:lnTo>
                <a:lnTo>
                  <a:pt x="19050" y="185738"/>
                </a:lnTo>
                <a:lnTo>
                  <a:pt x="19050" y="176213"/>
                </a:lnTo>
                <a:lnTo>
                  <a:pt x="19050" y="166688"/>
                </a:lnTo>
                <a:lnTo>
                  <a:pt x="19050" y="157163"/>
                </a:lnTo>
                <a:lnTo>
                  <a:pt x="14288" y="152400"/>
                </a:lnTo>
                <a:lnTo>
                  <a:pt x="9525" y="147638"/>
                </a:lnTo>
                <a:lnTo>
                  <a:pt x="9525" y="138113"/>
                </a:lnTo>
                <a:lnTo>
                  <a:pt x="9525" y="128588"/>
                </a:lnTo>
                <a:lnTo>
                  <a:pt x="4763" y="123825"/>
                </a:lnTo>
                <a:lnTo>
                  <a:pt x="0" y="119063"/>
                </a:lnTo>
                <a:lnTo>
                  <a:pt x="0" y="109538"/>
                </a:lnTo>
                <a:lnTo>
                  <a:pt x="0" y="100013"/>
                </a:lnTo>
                <a:lnTo>
                  <a:pt x="4763" y="95250"/>
                </a:lnTo>
                <a:lnTo>
                  <a:pt x="9525" y="90488"/>
                </a:lnTo>
                <a:lnTo>
                  <a:pt x="14288" y="85725"/>
                </a:lnTo>
                <a:lnTo>
                  <a:pt x="19050" y="80963"/>
                </a:lnTo>
                <a:lnTo>
                  <a:pt x="19050" y="71438"/>
                </a:lnTo>
                <a:lnTo>
                  <a:pt x="23813" y="66675"/>
                </a:lnTo>
                <a:lnTo>
                  <a:pt x="28575" y="61913"/>
                </a:lnTo>
                <a:lnTo>
                  <a:pt x="28575" y="52388"/>
                </a:lnTo>
                <a:lnTo>
                  <a:pt x="33338" y="47625"/>
                </a:lnTo>
                <a:lnTo>
                  <a:pt x="38100" y="42863"/>
                </a:lnTo>
                <a:lnTo>
                  <a:pt x="42863" y="38100"/>
                </a:lnTo>
                <a:lnTo>
                  <a:pt x="47625" y="33338"/>
                </a:lnTo>
                <a:lnTo>
                  <a:pt x="52388" y="28575"/>
                </a:lnTo>
                <a:lnTo>
                  <a:pt x="57150" y="23813"/>
                </a:lnTo>
                <a:lnTo>
                  <a:pt x="61913" y="19050"/>
                </a:lnTo>
                <a:lnTo>
                  <a:pt x="66675" y="14288"/>
                </a:lnTo>
                <a:lnTo>
                  <a:pt x="71438" y="9525"/>
                </a:lnTo>
                <a:lnTo>
                  <a:pt x="80963" y="9525"/>
                </a:lnTo>
                <a:lnTo>
                  <a:pt x="90488" y="9525"/>
                </a:lnTo>
                <a:lnTo>
                  <a:pt x="95250" y="4763"/>
                </a:lnTo>
                <a:close/>
              </a:path>
            </a:pathLst>
          </a:custGeom>
          <a:solidFill xmlns:a="http://schemas.openxmlformats.org/drawingml/2006/main">
            <a:srgbClr val="ECECEC"/>
          </a:solidFill>
          <a:ln xmlns:a="http://schemas.openxmlformats.org/drawingml/2006/main" w="0">
            <a:noFill/>
            <a:prstDash val="solid"/>
          </a:ln>
        </p:spPr>
      </p:sp>
      <p:sp>
        <p:nvSpPr>
          <p:cNvPr id="456" name="deep-skill-chaining-source-component-9-gradient-238-0">
            <a:extLst xmlns:a="http://schemas.openxmlformats.org/drawingml/2006/main">
              <a:ext uri="{FF2B5EF4-FFF2-40B4-BE49-F238E27FC236}">
                <a16:creationId xmlns:a16="http://schemas.microsoft.com/office/drawing/2014/main" id="{4AB6530F-7A0E-43C2-9FBB-A5339735B091}"/>
              </a:ext>
            </a:extLst>
          </p:cNvPr>
          <p:cNvSpPr>
            <a:spLocks xmlns:a="http://schemas.openxmlformats.org/drawingml/2006/main" noGrp="1"/>
          </p:cNvSpPr>
          <p:nvPr/>
        </p:nvSpPr>
        <p:spPr>
          <a:xfrm xmlns:a="http://schemas.openxmlformats.org/drawingml/2006/main" rot="0">
            <a:off x="8667750" y="523875"/>
            <a:ext cx="238125" cy="238125"/>
          </a:xfrm>
          <a:custGeom xmlns:a="http://schemas.openxmlformats.org/drawingml/2006/main">
            <a:pathLst>
              <a:path w="238125" h="238125">
                <a:moveTo>
                  <a:pt x="85725" y="4763"/>
                </a:moveTo>
                <a:lnTo>
                  <a:pt x="90488" y="0"/>
                </a:lnTo>
                <a:lnTo>
                  <a:pt x="100013" y="0"/>
                </a:lnTo>
                <a:lnTo>
                  <a:pt x="109538" y="0"/>
                </a:lnTo>
                <a:lnTo>
                  <a:pt x="119063" y="0"/>
                </a:lnTo>
                <a:lnTo>
                  <a:pt x="128588" y="0"/>
                </a:lnTo>
                <a:lnTo>
                  <a:pt x="138113" y="0"/>
                </a:lnTo>
                <a:lnTo>
                  <a:pt x="147638" y="0"/>
                </a:lnTo>
                <a:lnTo>
                  <a:pt x="152400" y="4763"/>
                </a:lnTo>
                <a:lnTo>
                  <a:pt x="157163" y="9525"/>
                </a:lnTo>
                <a:lnTo>
                  <a:pt x="161925" y="14288"/>
                </a:lnTo>
                <a:lnTo>
                  <a:pt x="166688" y="19050"/>
                </a:lnTo>
                <a:lnTo>
                  <a:pt x="176213" y="19050"/>
                </a:lnTo>
                <a:lnTo>
                  <a:pt x="185738" y="19050"/>
                </a:lnTo>
                <a:lnTo>
                  <a:pt x="190500" y="23813"/>
                </a:lnTo>
                <a:lnTo>
                  <a:pt x="195263" y="28575"/>
                </a:lnTo>
                <a:lnTo>
                  <a:pt x="204788" y="28575"/>
                </a:lnTo>
                <a:lnTo>
                  <a:pt x="209550" y="33338"/>
                </a:lnTo>
                <a:lnTo>
                  <a:pt x="209550" y="42863"/>
                </a:lnTo>
                <a:lnTo>
                  <a:pt x="214313" y="47625"/>
                </a:lnTo>
                <a:lnTo>
                  <a:pt x="219075" y="52388"/>
                </a:lnTo>
                <a:lnTo>
                  <a:pt x="223838" y="57150"/>
                </a:lnTo>
                <a:lnTo>
                  <a:pt x="228600" y="61913"/>
                </a:lnTo>
                <a:lnTo>
                  <a:pt x="228600" y="71438"/>
                </a:lnTo>
                <a:lnTo>
                  <a:pt x="228600" y="80963"/>
                </a:lnTo>
                <a:lnTo>
                  <a:pt x="228600" y="90488"/>
                </a:lnTo>
                <a:lnTo>
                  <a:pt x="228600" y="100013"/>
                </a:lnTo>
                <a:lnTo>
                  <a:pt x="228600" y="109538"/>
                </a:lnTo>
                <a:lnTo>
                  <a:pt x="233363" y="114300"/>
                </a:lnTo>
                <a:lnTo>
                  <a:pt x="238125" y="119063"/>
                </a:lnTo>
                <a:lnTo>
                  <a:pt x="238125" y="128588"/>
                </a:lnTo>
                <a:lnTo>
                  <a:pt x="238125" y="138113"/>
                </a:lnTo>
                <a:lnTo>
                  <a:pt x="238125" y="147638"/>
                </a:lnTo>
                <a:lnTo>
                  <a:pt x="238125" y="157163"/>
                </a:lnTo>
                <a:lnTo>
                  <a:pt x="233363" y="161925"/>
                </a:lnTo>
                <a:lnTo>
                  <a:pt x="228600" y="166688"/>
                </a:lnTo>
                <a:lnTo>
                  <a:pt x="223838" y="171450"/>
                </a:lnTo>
                <a:lnTo>
                  <a:pt x="219075" y="176213"/>
                </a:lnTo>
                <a:lnTo>
                  <a:pt x="219075" y="185738"/>
                </a:lnTo>
                <a:lnTo>
                  <a:pt x="214313" y="190500"/>
                </a:lnTo>
                <a:lnTo>
                  <a:pt x="209550" y="195263"/>
                </a:lnTo>
                <a:lnTo>
                  <a:pt x="209550" y="204788"/>
                </a:lnTo>
                <a:lnTo>
                  <a:pt x="204788" y="209550"/>
                </a:lnTo>
                <a:lnTo>
                  <a:pt x="195263" y="209550"/>
                </a:lnTo>
                <a:lnTo>
                  <a:pt x="190500" y="214313"/>
                </a:lnTo>
                <a:lnTo>
                  <a:pt x="185738" y="219075"/>
                </a:lnTo>
                <a:lnTo>
                  <a:pt x="180975" y="223838"/>
                </a:lnTo>
                <a:lnTo>
                  <a:pt x="176213" y="228600"/>
                </a:lnTo>
                <a:lnTo>
                  <a:pt x="166688" y="228600"/>
                </a:lnTo>
                <a:lnTo>
                  <a:pt x="157163" y="228600"/>
                </a:lnTo>
                <a:lnTo>
                  <a:pt x="152400" y="233363"/>
                </a:lnTo>
                <a:lnTo>
                  <a:pt x="147638" y="238125"/>
                </a:lnTo>
                <a:lnTo>
                  <a:pt x="138113" y="238125"/>
                </a:lnTo>
                <a:lnTo>
                  <a:pt x="128588" y="238125"/>
                </a:lnTo>
                <a:lnTo>
                  <a:pt x="119063" y="238125"/>
                </a:lnTo>
                <a:lnTo>
                  <a:pt x="109538" y="238125"/>
                </a:lnTo>
                <a:lnTo>
                  <a:pt x="100013" y="238125"/>
                </a:lnTo>
                <a:lnTo>
                  <a:pt x="90488" y="238125"/>
                </a:lnTo>
                <a:lnTo>
                  <a:pt x="85725" y="233363"/>
                </a:lnTo>
                <a:lnTo>
                  <a:pt x="80963" y="228600"/>
                </a:lnTo>
                <a:lnTo>
                  <a:pt x="71438" y="228600"/>
                </a:lnTo>
                <a:lnTo>
                  <a:pt x="66675" y="223838"/>
                </a:lnTo>
                <a:lnTo>
                  <a:pt x="61913" y="219075"/>
                </a:lnTo>
                <a:lnTo>
                  <a:pt x="52388" y="219075"/>
                </a:lnTo>
                <a:lnTo>
                  <a:pt x="47625" y="214313"/>
                </a:lnTo>
                <a:lnTo>
                  <a:pt x="42863" y="209550"/>
                </a:lnTo>
                <a:lnTo>
                  <a:pt x="33338" y="209550"/>
                </a:lnTo>
                <a:lnTo>
                  <a:pt x="28575" y="204788"/>
                </a:lnTo>
                <a:lnTo>
                  <a:pt x="23813" y="200025"/>
                </a:lnTo>
                <a:lnTo>
                  <a:pt x="19050" y="195263"/>
                </a:lnTo>
                <a:lnTo>
                  <a:pt x="19050" y="185738"/>
                </a:lnTo>
                <a:lnTo>
                  <a:pt x="14288" y="180975"/>
                </a:lnTo>
                <a:lnTo>
                  <a:pt x="9525" y="176213"/>
                </a:lnTo>
                <a:lnTo>
                  <a:pt x="9525" y="166688"/>
                </a:lnTo>
                <a:lnTo>
                  <a:pt x="9525" y="157163"/>
                </a:lnTo>
                <a:lnTo>
                  <a:pt x="9525" y="147638"/>
                </a:lnTo>
                <a:lnTo>
                  <a:pt x="9525" y="138113"/>
                </a:lnTo>
                <a:lnTo>
                  <a:pt x="9525" y="128588"/>
                </a:lnTo>
                <a:lnTo>
                  <a:pt x="4763" y="123825"/>
                </a:lnTo>
                <a:lnTo>
                  <a:pt x="0" y="119063"/>
                </a:lnTo>
                <a:lnTo>
                  <a:pt x="0" y="109538"/>
                </a:lnTo>
                <a:lnTo>
                  <a:pt x="0" y="100013"/>
                </a:lnTo>
                <a:lnTo>
                  <a:pt x="0" y="90488"/>
                </a:lnTo>
                <a:lnTo>
                  <a:pt x="4763" y="85725"/>
                </a:lnTo>
                <a:lnTo>
                  <a:pt x="9525" y="80963"/>
                </a:lnTo>
                <a:lnTo>
                  <a:pt x="9525" y="71438"/>
                </a:lnTo>
                <a:lnTo>
                  <a:pt x="14288" y="66675"/>
                </a:lnTo>
                <a:lnTo>
                  <a:pt x="19050" y="61913"/>
                </a:lnTo>
                <a:lnTo>
                  <a:pt x="19050" y="52388"/>
                </a:lnTo>
                <a:lnTo>
                  <a:pt x="23813" y="47625"/>
                </a:lnTo>
                <a:lnTo>
                  <a:pt x="28575" y="42863"/>
                </a:lnTo>
                <a:lnTo>
                  <a:pt x="28575" y="33338"/>
                </a:lnTo>
                <a:lnTo>
                  <a:pt x="33338" y="28575"/>
                </a:lnTo>
                <a:lnTo>
                  <a:pt x="42863" y="28575"/>
                </a:lnTo>
                <a:lnTo>
                  <a:pt x="47625" y="23813"/>
                </a:lnTo>
                <a:lnTo>
                  <a:pt x="52388" y="19050"/>
                </a:lnTo>
                <a:lnTo>
                  <a:pt x="61913" y="19050"/>
                </a:lnTo>
                <a:lnTo>
                  <a:pt x="66675" y="14288"/>
                </a:lnTo>
                <a:lnTo>
                  <a:pt x="71438" y="9525"/>
                </a:lnTo>
                <a:lnTo>
                  <a:pt x="80963" y="9525"/>
                </a:lnTo>
                <a:lnTo>
                  <a:pt x="85725" y="4763"/>
                </a:lnTo>
                <a:close/>
              </a:path>
            </a:pathLst>
          </a:custGeom>
          <a:solidFill xmlns:a="http://schemas.openxmlformats.org/drawingml/2006/main">
            <a:srgbClr val="EEEEEE"/>
          </a:solidFill>
          <a:ln xmlns:a="http://schemas.openxmlformats.org/drawingml/2006/main" w="0">
            <a:noFill/>
            <a:prstDash val="solid"/>
          </a:ln>
        </p:spPr>
      </p:sp>
      <p:sp>
        <p:nvSpPr>
          <p:cNvPr id="457" name="deep-skill-chaining-source-component-9-gradient-240-0">
            <a:extLst xmlns:a="http://schemas.openxmlformats.org/drawingml/2006/main">
              <a:ext uri="{FF2B5EF4-FFF2-40B4-BE49-F238E27FC236}">
                <a16:creationId xmlns:a16="http://schemas.microsoft.com/office/drawing/2014/main" id="{AEB5B792-7F63-484C-9B80-71FB5C595463}"/>
              </a:ext>
            </a:extLst>
          </p:cNvPr>
          <p:cNvSpPr>
            <a:spLocks xmlns:a="http://schemas.openxmlformats.org/drawingml/2006/main" noGrp="1"/>
          </p:cNvSpPr>
          <p:nvPr/>
        </p:nvSpPr>
        <p:spPr>
          <a:xfrm xmlns:a="http://schemas.openxmlformats.org/drawingml/2006/main" rot="0">
            <a:off x="8686800" y="542925"/>
            <a:ext cx="209550" cy="200025"/>
          </a:xfrm>
          <a:custGeom xmlns:a="http://schemas.openxmlformats.org/drawingml/2006/main">
            <a:pathLst>
              <a:path w="209550" h="200025">
                <a:moveTo>
                  <a:pt x="57150" y="4763"/>
                </a:moveTo>
                <a:lnTo>
                  <a:pt x="61913" y="0"/>
                </a:lnTo>
                <a:lnTo>
                  <a:pt x="71438" y="0"/>
                </a:lnTo>
                <a:lnTo>
                  <a:pt x="80963" y="0"/>
                </a:lnTo>
                <a:lnTo>
                  <a:pt x="90488" y="0"/>
                </a:lnTo>
                <a:lnTo>
                  <a:pt x="100013" y="0"/>
                </a:lnTo>
                <a:lnTo>
                  <a:pt x="109538" y="0"/>
                </a:lnTo>
                <a:lnTo>
                  <a:pt x="119063" y="0"/>
                </a:lnTo>
                <a:lnTo>
                  <a:pt x="128588" y="0"/>
                </a:lnTo>
                <a:lnTo>
                  <a:pt x="138113" y="0"/>
                </a:lnTo>
                <a:lnTo>
                  <a:pt x="142875" y="4763"/>
                </a:lnTo>
                <a:lnTo>
                  <a:pt x="147638" y="9525"/>
                </a:lnTo>
                <a:lnTo>
                  <a:pt x="157163" y="9525"/>
                </a:lnTo>
                <a:lnTo>
                  <a:pt x="161925" y="14288"/>
                </a:lnTo>
                <a:lnTo>
                  <a:pt x="166688" y="19050"/>
                </a:lnTo>
                <a:lnTo>
                  <a:pt x="171450" y="23813"/>
                </a:lnTo>
                <a:lnTo>
                  <a:pt x="176213" y="28575"/>
                </a:lnTo>
                <a:lnTo>
                  <a:pt x="185738" y="28575"/>
                </a:lnTo>
                <a:lnTo>
                  <a:pt x="190500" y="33338"/>
                </a:lnTo>
                <a:lnTo>
                  <a:pt x="190500" y="42863"/>
                </a:lnTo>
                <a:lnTo>
                  <a:pt x="190500" y="52388"/>
                </a:lnTo>
                <a:lnTo>
                  <a:pt x="190500" y="61913"/>
                </a:lnTo>
                <a:lnTo>
                  <a:pt x="190500" y="71438"/>
                </a:lnTo>
                <a:lnTo>
                  <a:pt x="195263" y="76200"/>
                </a:lnTo>
                <a:lnTo>
                  <a:pt x="200025" y="80963"/>
                </a:lnTo>
                <a:lnTo>
                  <a:pt x="200025" y="90488"/>
                </a:lnTo>
                <a:lnTo>
                  <a:pt x="200025" y="100013"/>
                </a:lnTo>
                <a:lnTo>
                  <a:pt x="200025" y="109538"/>
                </a:lnTo>
                <a:lnTo>
                  <a:pt x="200025" y="119063"/>
                </a:lnTo>
                <a:lnTo>
                  <a:pt x="204788" y="123825"/>
                </a:lnTo>
                <a:lnTo>
                  <a:pt x="209550" y="128588"/>
                </a:lnTo>
                <a:lnTo>
                  <a:pt x="204788" y="133350"/>
                </a:lnTo>
                <a:lnTo>
                  <a:pt x="200025" y="138113"/>
                </a:lnTo>
                <a:lnTo>
                  <a:pt x="195263" y="142875"/>
                </a:lnTo>
                <a:lnTo>
                  <a:pt x="190500" y="147638"/>
                </a:lnTo>
                <a:lnTo>
                  <a:pt x="190500" y="157163"/>
                </a:lnTo>
                <a:lnTo>
                  <a:pt x="190500" y="166688"/>
                </a:lnTo>
                <a:lnTo>
                  <a:pt x="185738" y="171450"/>
                </a:lnTo>
                <a:lnTo>
                  <a:pt x="176213" y="171450"/>
                </a:lnTo>
                <a:lnTo>
                  <a:pt x="171450" y="176213"/>
                </a:lnTo>
                <a:lnTo>
                  <a:pt x="166688" y="180975"/>
                </a:lnTo>
                <a:lnTo>
                  <a:pt x="161925" y="185738"/>
                </a:lnTo>
                <a:lnTo>
                  <a:pt x="157163" y="190500"/>
                </a:lnTo>
                <a:lnTo>
                  <a:pt x="147638" y="190500"/>
                </a:lnTo>
                <a:lnTo>
                  <a:pt x="142875" y="195263"/>
                </a:lnTo>
                <a:lnTo>
                  <a:pt x="138113" y="200025"/>
                </a:lnTo>
                <a:lnTo>
                  <a:pt x="128588" y="200025"/>
                </a:lnTo>
                <a:lnTo>
                  <a:pt x="119063" y="200025"/>
                </a:lnTo>
                <a:lnTo>
                  <a:pt x="109538" y="200025"/>
                </a:lnTo>
                <a:lnTo>
                  <a:pt x="100013" y="200025"/>
                </a:lnTo>
                <a:lnTo>
                  <a:pt x="90488" y="200025"/>
                </a:lnTo>
                <a:lnTo>
                  <a:pt x="80963" y="200025"/>
                </a:lnTo>
                <a:lnTo>
                  <a:pt x="71438" y="200025"/>
                </a:lnTo>
                <a:lnTo>
                  <a:pt x="61913" y="200025"/>
                </a:lnTo>
                <a:lnTo>
                  <a:pt x="57150" y="195263"/>
                </a:lnTo>
                <a:lnTo>
                  <a:pt x="52388" y="190500"/>
                </a:lnTo>
                <a:lnTo>
                  <a:pt x="42863" y="190500"/>
                </a:lnTo>
                <a:lnTo>
                  <a:pt x="38100" y="185738"/>
                </a:lnTo>
                <a:lnTo>
                  <a:pt x="33338" y="180975"/>
                </a:lnTo>
                <a:lnTo>
                  <a:pt x="23813" y="180975"/>
                </a:lnTo>
                <a:lnTo>
                  <a:pt x="19050" y="176213"/>
                </a:lnTo>
                <a:lnTo>
                  <a:pt x="14288" y="171450"/>
                </a:lnTo>
                <a:lnTo>
                  <a:pt x="9525" y="166688"/>
                </a:lnTo>
                <a:lnTo>
                  <a:pt x="4763" y="161925"/>
                </a:lnTo>
                <a:lnTo>
                  <a:pt x="0" y="157163"/>
                </a:lnTo>
                <a:lnTo>
                  <a:pt x="0" y="147638"/>
                </a:lnTo>
                <a:lnTo>
                  <a:pt x="4763" y="142875"/>
                </a:lnTo>
                <a:lnTo>
                  <a:pt x="9525" y="138113"/>
                </a:lnTo>
                <a:lnTo>
                  <a:pt x="9525" y="128588"/>
                </a:lnTo>
                <a:lnTo>
                  <a:pt x="4763" y="123825"/>
                </a:lnTo>
                <a:lnTo>
                  <a:pt x="0" y="119063"/>
                </a:lnTo>
                <a:lnTo>
                  <a:pt x="0" y="109538"/>
                </a:lnTo>
                <a:lnTo>
                  <a:pt x="0" y="100013"/>
                </a:lnTo>
                <a:lnTo>
                  <a:pt x="0" y="90488"/>
                </a:lnTo>
                <a:lnTo>
                  <a:pt x="0" y="80963"/>
                </a:lnTo>
                <a:lnTo>
                  <a:pt x="0" y="71438"/>
                </a:lnTo>
                <a:lnTo>
                  <a:pt x="0" y="61913"/>
                </a:lnTo>
                <a:lnTo>
                  <a:pt x="4763" y="57150"/>
                </a:lnTo>
                <a:lnTo>
                  <a:pt x="9525" y="52388"/>
                </a:lnTo>
                <a:lnTo>
                  <a:pt x="9525" y="42863"/>
                </a:lnTo>
                <a:lnTo>
                  <a:pt x="14288" y="38100"/>
                </a:lnTo>
                <a:lnTo>
                  <a:pt x="19050" y="33338"/>
                </a:lnTo>
                <a:lnTo>
                  <a:pt x="23813" y="28575"/>
                </a:lnTo>
                <a:lnTo>
                  <a:pt x="28575" y="23813"/>
                </a:lnTo>
                <a:lnTo>
                  <a:pt x="33338" y="19050"/>
                </a:lnTo>
                <a:lnTo>
                  <a:pt x="38100" y="14288"/>
                </a:lnTo>
                <a:lnTo>
                  <a:pt x="42863" y="9525"/>
                </a:lnTo>
                <a:lnTo>
                  <a:pt x="52388" y="9525"/>
                </a:lnTo>
                <a:lnTo>
                  <a:pt x="57150" y="4763"/>
                </a:lnTo>
                <a:close/>
              </a:path>
            </a:pathLst>
          </a:custGeom>
          <a:solidFill xmlns:a="http://schemas.openxmlformats.org/drawingml/2006/main">
            <a:srgbClr val="F0F0F0"/>
          </a:solidFill>
          <a:ln xmlns:a="http://schemas.openxmlformats.org/drawingml/2006/main" w="0">
            <a:noFill/>
            <a:prstDash val="solid"/>
          </a:ln>
        </p:spPr>
      </p:sp>
      <p:sp>
        <p:nvSpPr>
          <p:cNvPr id="458" name="deep-skill-chaining-source-component-9-gradient-242-0">
            <a:extLst xmlns:a="http://schemas.openxmlformats.org/drawingml/2006/main">
              <a:ext uri="{FF2B5EF4-FFF2-40B4-BE49-F238E27FC236}">
                <a16:creationId xmlns:a16="http://schemas.microsoft.com/office/drawing/2014/main" id="{440C6261-41F3-4A09-A4D9-CBDBA9B69356}"/>
              </a:ext>
            </a:extLst>
          </p:cNvPr>
          <p:cNvSpPr>
            <a:spLocks xmlns:a="http://schemas.openxmlformats.org/drawingml/2006/main" noGrp="1"/>
          </p:cNvSpPr>
          <p:nvPr/>
        </p:nvSpPr>
        <p:spPr>
          <a:xfrm xmlns:a="http://schemas.openxmlformats.org/drawingml/2006/main" rot="0">
            <a:off x="8696325" y="552450"/>
            <a:ext cx="180975" cy="180975"/>
          </a:xfrm>
          <a:custGeom xmlns:a="http://schemas.openxmlformats.org/drawingml/2006/main">
            <a:pathLst>
              <a:path w="180975" h="180975">
                <a:moveTo>
                  <a:pt x="57150" y="4763"/>
                </a:moveTo>
                <a:lnTo>
                  <a:pt x="61913" y="0"/>
                </a:lnTo>
                <a:lnTo>
                  <a:pt x="71438" y="0"/>
                </a:lnTo>
                <a:lnTo>
                  <a:pt x="80963" y="0"/>
                </a:lnTo>
                <a:lnTo>
                  <a:pt x="90488" y="0"/>
                </a:lnTo>
                <a:lnTo>
                  <a:pt x="100013" y="0"/>
                </a:lnTo>
                <a:lnTo>
                  <a:pt x="109538" y="0"/>
                </a:lnTo>
                <a:lnTo>
                  <a:pt x="119063" y="0"/>
                </a:lnTo>
                <a:lnTo>
                  <a:pt x="123825" y="4763"/>
                </a:lnTo>
                <a:lnTo>
                  <a:pt x="128588" y="9525"/>
                </a:lnTo>
                <a:lnTo>
                  <a:pt x="133350" y="14288"/>
                </a:lnTo>
                <a:lnTo>
                  <a:pt x="138113" y="19050"/>
                </a:lnTo>
                <a:lnTo>
                  <a:pt x="147638" y="19050"/>
                </a:lnTo>
                <a:lnTo>
                  <a:pt x="152400" y="23813"/>
                </a:lnTo>
                <a:lnTo>
                  <a:pt x="157163" y="28575"/>
                </a:lnTo>
                <a:lnTo>
                  <a:pt x="166688" y="28575"/>
                </a:lnTo>
                <a:lnTo>
                  <a:pt x="171450" y="33338"/>
                </a:lnTo>
                <a:lnTo>
                  <a:pt x="171450" y="42863"/>
                </a:lnTo>
                <a:lnTo>
                  <a:pt x="171450" y="52388"/>
                </a:lnTo>
                <a:lnTo>
                  <a:pt x="171450" y="61913"/>
                </a:lnTo>
                <a:lnTo>
                  <a:pt x="171450" y="71438"/>
                </a:lnTo>
                <a:lnTo>
                  <a:pt x="176213" y="76200"/>
                </a:lnTo>
                <a:lnTo>
                  <a:pt x="180975" y="80963"/>
                </a:lnTo>
                <a:lnTo>
                  <a:pt x="180975" y="90488"/>
                </a:lnTo>
                <a:lnTo>
                  <a:pt x="180975" y="100013"/>
                </a:lnTo>
                <a:lnTo>
                  <a:pt x="180975" y="109538"/>
                </a:lnTo>
                <a:lnTo>
                  <a:pt x="180975" y="119063"/>
                </a:lnTo>
                <a:lnTo>
                  <a:pt x="176213" y="123825"/>
                </a:lnTo>
                <a:lnTo>
                  <a:pt x="171450" y="128588"/>
                </a:lnTo>
                <a:lnTo>
                  <a:pt x="171450" y="138113"/>
                </a:lnTo>
                <a:lnTo>
                  <a:pt x="166688" y="142875"/>
                </a:lnTo>
                <a:lnTo>
                  <a:pt x="161925" y="147638"/>
                </a:lnTo>
                <a:lnTo>
                  <a:pt x="157163" y="152400"/>
                </a:lnTo>
                <a:lnTo>
                  <a:pt x="152400" y="157163"/>
                </a:lnTo>
                <a:lnTo>
                  <a:pt x="147638" y="161925"/>
                </a:lnTo>
                <a:lnTo>
                  <a:pt x="138113" y="161925"/>
                </a:lnTo>
                <a:lnTo>
                  <a:pt x="133350" y="166688"/>
                </a:lnTo>
                <a:lnTo>
                  <a:pt x="128588" y="171450"/>
                </a:lnTo>
                <a:lnTo>
                  <a:pt x="123825" y="176213"/>
                </a:lnTo>
                <a:lnTo>
                  <a:pt x="119063" y="180975"/>
                </a:lnTo>
                <a:lnTo>
                  <a:pt x="109538" y="180975"/>
                </a:lnTo>
                <a:lnTo>
                  <a:pt x="100013" y="180975"/>
                </a:lnTo>
                <a:lnTo>
                  <a:pt x="90488" y="180975"/>
                </a:lnTo>
                <a:lnTo>
                  <a:pt x="80963" y="180975"/>
                </a:lnTo>
                <a:lnTo>
                  <a:pt x="71438" y="180975"/>
                </a:lnTo>
                <a:lnTo>
                  <a:pt x="61913" y="180975"/>
                </a:lnTo>
                <a:lnTo>
                  <a:pt x="57150" y="176213"/>
                </a:lnTo>
                <a:lnTo>
                  <a:pt x="52388" y="171450"/>
                </a:lnTo>
                <a:lnTo>
                  <a:pt x="42863" y="171450"/>
                </a:lnTo>
                <a:lnTo>
                  <a:pt x="38100" y="166688"/>
                </a:lnTo>
                <a:lnTo>
                  <a:pt x="33338" y="161925"/>
                </a:lnTo>
                <a:lnTo>
                  <a:pt x="23813" y="161925"/>
                </a:lnTo>
                <a:lnTo>
                  <a:pt x="19050" y="157163"/>
                </a:lnTo>
                <a:lnTo>
                  <a:pt x="14288" y="152400"/>
                </a:lnTo>
                <a:lnTo>
                  <a:pt x="9525" y="147638"/>
                </a:lnTo>
                <a:lnTo>
                  <a:pt x="9525" y="138113"/>
                </a:lnTo>
                <a:lnTo>
                  <a:pt x="9525" y="128588"/>
                </a:lnTo>
                <a:lnTo>
                  <a:pt x="9525" y="119063"/>
                </a:lnTo>
                <a:lnTo>
                  <a:pt x="9525" y="109538"/>
                </a:lnTo>
                <a:lnTo>
                  <a:pt x="4763" y="104775"/>
                </a:lnTo>
                <a:lnTo>
                  <a:pt x="0" y="100013"/>
                </a:lnTo>
                <a:lnTo>
                  <a:pt x="0" y="90488"/>
                </a:lnTo>
                <a:lnTo>
                  <a:pt x="0" y="80963"/>
                </a:lnTo>
                <a:lnTo>
                  <a:pt x="0" y="71438"/>
                </a:lnTo>
                <a:lnTo>
                  <a:pt x="0" y="61913"/>
                </a:lnTo>
                <a:lnTo>
                  <a:pt x="4763" y="57150"/>
                </a:lnTo>
                <a:lnTo>
                  <a:pt x="9525" y="52388"/>
                </a:lnTo>
                <a:lnTo>
                  <a:pt x="9525" y="42863"/>
                </a:lnTo>
                <a:lnTo>
                  <a:pt x="14288" y="38100"/>
                </a:lnTo>
                <a:lnTo>
                  <a:pt x="19050" y="33338"/>
                </a:lnTo>
                <a:lnTo>
                  <a:pt x="23813" y="28575"/>
                </a:lnTo>
                <a:lnTo>
                  <a:pt x="33338" y="28575"/>
                </a:lnTo>
                <a:lnTo>
                  <a:pt x="38100" y="23813"/>
                </a:lnTo>
                <a:lnTo>
                  <a:pt x="42863" y="19050"/>
                </a:lnTo>
                <a:lnTo>
                  <a:pt x="47625" y="14288"/>
                </a:lnTo>
                <a:lnTo>
                  <a:pt x="52388" y="9525"/>
                </a:lnTo>
                <a:lnTo>
                  <a:pt x="57150" y="4763"/>
                </a:lnTo>
                <a:close/>
              </a:path>
            </a:pathLst>
          </a:custGeom>
          <a:solidFill xmlns:a="http://schemas.openxmlformats.org/drawingml/2006/main">
            <a:srgbClr val="F2F2F2"/>
          </a:solidFill>
          <a:ln xmlns:a="http://schemas.openxmlformats.org/drawingml/2006/main" w="0">
            <a:noFill/>
            <a:prstDash val="solid"/>
          </a:ln>
        </p:spPr>
      </p:sp>
      <p:sp>
        <p:nvSpPr>
          <p:cNvPr id="459" name="deep-skill-chaining-source-component-9-gradient-244-0">
            <a:extLst xmlns:a="http://schemas.openxmlformats.org/drawingml/2006/main">
              <a:ext uri="{FF2B5EF4-FFF2-40B4-BE49-F238E27FC236}">
                <a16:creationId xmlns:a16="http://schemas.microsoft.com/office/drawing/2014/main" id="{7B5088F6-CFAE-45A0-A33D-41EE24ABEC12}"/>
              </a:ext>
            </a:extLst>
          </p:cNvPr>
          <p:cNvSpPr>
            <a:spLocks xmlns:a="http://schemas.openxmlformats.org/drawingml/2006/main" noGrp="1"/>
          </p:cNvSpPr>
          <p:nvPr/>
        </p:nvSpPr>
        <p:spPr>
          <a:xfrm xmlns:a="http://schemas.openxmlformats.org/drawingml/2006/main" rot="0">
            <a:off x="8715375" y="571500"/>
            <a:ext cx="152400" cy="152400"/>
          </a:xfrm>
          <a:custGeom xmlns:a="http://schemas.openxmlformats.org/drawingml/2006/main">
            <a:pathLst>
              <a:path w="152400" h="152400">
                <a:moveTo>
                  <a:pt x="38100" y="4763"/>
                </a:moveTo>
                <a:lnTo>
                  <a:pt x="42863" y="0"/>
                </a:lnTo>
                <a:lnTo>
                  <a:pt x="52388" y="0"/>
                </a:lnTo>
                <a:lnTo>
                  <a:pt x="61913" y="0"/>
                </a:lnTo>
                <a:lnTo>
                  <a:pt x="71438" y="0"/>
                </a:lnTo>
                <a:lnTo>
                  <a:pt x="80963" y="0"/>
                </a:lnTo>
                <a:lnTo>
                  <a:pt x="90488" y="0"/>
                </a:lnTo>
                <a:lnTo>
                  <a:pt x="100013" y="0"/>
                </a:lnTo>
                <a:lnTo>
                  <a:pt x="104775" y="4763"/>
                </a:lnTo>
                <a:lnTo>
                  <a:pt x="109538" y="9525"/>
                </a:lnTo>
                <a:lnTo>
                  <a:pt x="119063" y="9525"/>
                </a:lnTo>
                <a:lnTo>
                  <a:pt x="128588" y="9525"/>
                </a:lnTo>
                <a:lnTo>
                  <a:pt x="133350" y="14288"/>
                </a:lnTo>
                <a:lnTo>
                  <a:pt x="133350" y="23813"/>
                </a:lnTo>
                <a:lnTo>
                  <a:pt x="133350" y="33338"/>
                </a:lnTo>
                <a:lnTo>
                  <a:pt x="138113" y="38100"/>
                </a:lnTo>
                <a:lnTo>
                  <a:pt x="142875" y="42863"/>
                </a:lnTo>
                <a:lnTo>
                  <a:pt x="142875" y="52388"/>
                </a:lnTo>
                <a:lnTo>
                  <a:pt x="142875" y="61913"/>
                </a:lnTo>
                <a:lnTo>
                  <a:pt x="147638" y="66675"/>
                </a:lnTo>
                <a:lnTo>
                  <a:pt x="152400" y="71438"/>
                </a:lnTo>
                <a:lnTo>
                  <a:pt x="147638" y="76200"/>
                </a:lnTo>
                <a:lnTo>
                  <a:pt x="142875" y="80963"/>
                </a:lnTo>
                <a:lnTo>
                  <a:pt x="142875" y="90488"/>
                </a:lnTo>
                <a:lnTo>
                  <a:pt x="142875" y="100013"/>
                </a:lnTo>
                <a:lnTo>
                  <a:pt x="138113" y="104775"/>
                </a:lnTo>
                <a:lnTo>
                  <a:pt x="133350" y="109538"/>
                </a:lnTo>
                <a:lnTo>
                  <a:pt x="128588" y="114300"/>
                </a:lnTo>
                <a:lnTo>
                  <a:pt x="123825" y="119063"/>
                </a:lnTo>
                <a:lnTo>
                  <a:pt x="119063" y="123825"/>
                </a:lnTo>
                <a:lnTo>
                  <a:pt x="114300" y="128588"/>
                </a:lnTo>
                <a:lnTo>
                  <a:pt x="109538" y="133350"/>
                </a:lnTo>
                <a:lnTo>
                  <a:pt x="104775" y="138113"/>
                </a:lnTo>
                <a:lnTo>
                  <a:pt x="100013" y="142875"/>
                </a:lnTo>
                <a:lnTo>
                  <a:pt x="90488" y="142875"/>
                </a:lnTo>
                <a:lnTo>
                  <a:pt x="80963" y="142875"/>
                </a:lnTo>
                <a:lnTo>
                  <a:pt x="76200" y="147638"/>
                </a:lnTo>
                <a:lnTo>
                  <a:pt x="71438" y="152400"/>
                </a:lnTo>
                <a:lnTo>
                  <a:pt x="66675" y="147638"/>
                </a:lnTo>
                <a:lnTo>
                  <a:pt x="61913" y="142875"/>
                </a:lnTo>
                <a:lnTo>
                  <a:pt x="52388" y="142875"/>
                </a:lnTo>
                <a:lnTo>
                  <a:pt x="42863" y="142875"/>
                </a:lnTo>
                <a:lnTo>
                  <a:pt x="33338" y="142875"/>
                </a:lnTo>
                <a:lnTo>
                  <a:pt x="28575" y="138113"/>
                </a:lnTo>
                <a:lnTo>
                  <a:pt x="23813" y="133350"/>
                </a:lnTo>
                <a:lnTo>
                  <a:pt x="14288" y="133350"/>
                </a:lnTo>
                <a:lnTo>
                  <a:pt x="9525" y="128588"/>
                </a:lnTo>
                <a:lnTo>
                  <a:pt x="9525" y="119063"/>
                </a:lnTo>
                <a:lnTo>
                  <a:pt x="9525" y="109538"/>
                </a:lnTo>
                <a:lnTo>
                  <a:pt x="4763" y="104775"/>
                </a:lnTo>
                <a:lnTo>
                  <a:pt x="0" y="100013"/>
                </a:lnTo>
                <a:lnTo>
                  <a:pt x="0" y="90488"/>
                </a:lnTo>
                <a:lnTo>
                  <a:pt x="0" y="80963"/>
                </a:lnTo>
                <a:lnTo>
                  <a:pt x="0" y="71438"/>
                </a:lnTo>
                <a:lnTo>
                  <a:pt x="0" y="61913"/>
                </a:lnTo>
                <a:lnTo>
                  <a:pt x="0" y="52388"/>
                </a:lnTo>
                <a:lnTo>
                  <a:pt x="4763" y="47625"/>
                </a:lnTo>
                <a:lnTo>
                  <a:pt x="9525" y="42863"/>
                </a:lnTo>
                <a:lnTo>
                  <a:pt x="9525" y="33338"/>
                </a:lnTo>
                <a:lnTo>
                  <a:pt x="14288" y="28575"/>
                </a:lnTo>
                <a:lnTo>
                  <a:pt x="19050" y="23813"/>
                </a:lnTo>
                <a:lnTo>
                  <a:pt x="23813" y="19050"/>
                </a:lnTo>
                <a:lnTo>
                  <a:pt x="28575" y="14288"/>
                </a:lnTo>
                <a:lnTo>
                  <a:pt x="33338" y="9525"/>
                </a:lnTo>
                <a:lnTo>
                  <a:pt x="38100" y="4763"/>
                </a:lnTo>
                <a:close/>
              </a:path>
            </a:pathLst>
          </a:custGeom>
          <a:solidFill xmlns:a="http://schemas.openxmlformats.org/drawingml/2006/main">
            <a:srgbClr val="F4F4F4"/>
          </a:solidFill>
          <a:ln xmlns:a="http://schemas.openxmlformats.org/drawingml/2006/main" w="0">
            <a:noFill/>
            <a:prstDash val="solid"/>
          </a:ln>
        </p:spPr>
      </p:sp>
      <p:sp>
        <p:nvSpPr>
          <p:cNvPr id="460" name="deep-skill-chaining-source-component-9-gradient-246-0">
            <a:extLst xmlns:a="http://schemas.openxmlformats.org/drawingml/2006/main">
              <a:ext uri="{FF2B5EF4-FFF2-40B4-BE49-F238E27FC236}">
                <a16:creationId xmlns:a16="http://schemas.microsoft.com/office/drawing/2014/main" id="{A6E0BD09-CB43-4A1B-A252-C4353651FF95}"/>
              </a:ext>
            </a:extLst>
          </p:cNvPr>
          <p:cNvSpPr>
            <a:spLocks xmlns:a="http://schemas.openxmlformats.org/drawingml/2006/main" noGrp="1"/>
          </p:cNvSpPr>
          <p:nvPr/>
        </p:nvSpPr>
        <p:spPr>
          <a:xfrm xmlns:a="http://schemas.openxmlformats.org/drawingml/2006/main" rot="0">
            <a:off x="8724900" y="581025"/>
            <a:ext cx="123825" cy="123825"/>
          </a:xfrm>
          <a:custGeom xmlns:a="http://schemas.openxmlformats.org/drawingml/2006/main">
            <a:pathLst>
              <a:path w="123825" h="123825">
                <a:moveTo>
                  <a:pt x="28575" y="4763"/>
                </a:moveTo>
                <a:lnTo>
                  <a:pt x="33338" y="0"/>
                </a:lnTo>
                <a:lnTo>
                  <a:pt x="42863" y="0"/>
                </a:lnTo>
                <a:lnTo>
                  <a:pt x="52388" y="0"/>
                </a:lnTo>
                <a:lnTo>
                  <a:pt x="61913" y="0"/>
                </a:lnTo>
                <a:lnTo>
                  <a:pt x="66675" y="4763"/>
                </a:lnTo>
                <a:lnTo>
                  <a:pt x="71438" y="9525"/>
                </a:lnTo>
                <a:lnTo>
                  <a:pt x="80963" y="9525"/>
                </a:lnTo>
                <a:lnTo>
                  <a:pt x="85725" y="14288"/>
                </a:lnTo>
                <a:lnTo>
                  <a:pt x="90488" y="19050"/>
                </a:lnTo>
                <a:lnTo>
                  <a:pt x="100013" y="19050"/>
                </a:lnTo>
                <a:lnTo>
                  <a:pt x="104775" y="23813"/>
                </a:lnTo>
                <a:lnTo>
                  <a:pt x="109538" y="28575"/>
                </a:lnTo>
                <a:lnTo>
                  <a:pt x="119063" y="28575"/>
                </a:lnTo>
                <a:lnTo>
                  <a:pt x="123825" y="33338"/>
                </a:lnTo>
                <a:lnTo>
                  <a:pt x="123825" y="42863"/>
                </a:lnTo>
                <a:lnTo>
                  <a:pt x="123825" y="52388"/>
                </a:lnTo>
                <a:lnTo>
                  <a:pt x="123825" y="61913"/>
                </a:lnTo>
                <a:lnTo>
                  <a:pt x="119063" y="66675"/>
                </a:lnTo>
                <a:lnTo>
                  <a:pt x="114300" y="71438"/>
                </a:lnTo>
                <a:lnTo>
                  <a:pt x="114300" y="80963"/>
                </a:lnTo>
                <a:lnTo>
                  <a:pt x="114300" y="90488"/>
                </a:lnTo>
                <a:lnTo>
                  <a:pt x="109538" y="95250"/>
                </a:lnTo>
                <a:lnTo>
                  <a:pt x="104775" y="100013"/>
                </a:lnTo>
                <a:lnTo>
                  <a:pt x="100013" y="104775"/>
                </a:lnTo>
                <a:lnTo>
                  <a:pt x="95250" y="109538"/>
                </a:lnTo>
                <a:lnTo>
                  <a:pt x="90488" y="114300"/>
                </a:lnTo>
                <a:lnTo>
                  <a:pt x="80963" y="114300"/>
                </a:lnTo>
                <a:lnTo>
                  <a:pt x="71438" y="114300"/>
                </a:lnTo>
                <a:lnTo>
                  <a:pt x="66675" y="119063"/>
                </a:lnTo>
                <a:lnTo>
                  <a:pt x="61913" y="123825"/>
                </a:lnTo>
                <a:lnTo>
                  <a:pt x="52388" y="123825"/>
                </a:lnTo>
                <a:lnTo>
                  <a:pt x="42863" y="123825"/>
                </a:lnTo>
                <a:lnTo>
                  <a:pt x="33338" y="123825"/>
                </a:lnTo>
                <a:lnTo>
                  <a:pt x="28575" y="119063"/>
                </a:lnTo>
                <a:lnTo>
                  <a:pt x="23813" y="114300"/>
                </a:lnTo>
                <a:lnTo>
                  <a:pt x="19050" y="109538"/>
                </a:lnTo>
                <a:lnTo>
                  <a:pt x="14288" y="104775"/>
                </a:lnTo>
                <a:lnTo>
                  <a:pt x="9525" y="100013"/>
                </a:lnTo>
                <a:lnTo>
                  <a:pt x="4763" y="95250"/>
                </a:lnTo>
                <a:lnTo>
                  <a:pt x="0" y="90488"/>
                </a:lnTo>
                <a:lnTo>
                  <a:pt x="0" y="80963"/>
                </a:lnTo>
                <a:lnTo>
                  <a:pt x="0" y="71438"/>
                </a:lnTo>
                <a:lnTo>
                  <a:pt x="0" y="61913"/>
                </a:lnTo>
                <a:lnTo>
                  <a:pt x="4763" y="57150"/>
                </a:lnTo>
                <a:lnTo>
                  <a:pt x="9525" y="52388"/>
                </a:lnTo>
                <a:lnTo>
                  <a:pt x="9525" y="42863"/>
                </a:lnTo>
                <a:lnTo>
                  <a:pt x="9525" y="33338"/>
                </a:lnTo>
                <a:lnTo>
                  <a:pt x="14288" y="28575"/>
                </a:lnTo>
                <a:lnTo>
                  <a:pt x="19050" y="23813"/>
                </a:lnTo>
                <a:lnTo>
                  <a:pt x="19050" y="14288"/>
                </a:lnTo>
                <a:lnTo>
                  <a:pt x="23813" y="9525"/>
                </a:lnTo>
                <a:lnTo>
                  <a:pt x="28575" y="4763"/>
                </a:lnTo>
                <a:close/>
              </a:path>
            </a:pathLst>
          </a:custGeom>
          <a:solidFill xmlns:a="http://schemas.openxmlformats.org/drawingml/2006/main">
            <a:srgbClr val="F6F6F6"/>
          </a:solidFill>
          <a:ln xmlns:a="http://schemas.openxmlformats.org/drawingml/2006/main" w="0">
            <a:noFill/>
            <a:prstDash val="solid"/>
          </a:ln>
        </p:spPr>
      </p:sp>
      <p:sp>
        <p:nvSpPr>
          <p:cNvPr id="461" name="deep-skill-chaining-source-component-9-gradient-248-0">
            <a:extLst xmlns:a="http://schemas.openxmlformats.org/drawingml/2006/main">
              <a:ext uri="{FF2B5EF4-FFF2-40B4-BE49-F238E27FC236}">
                <a16:creationId xmlns:a16="http://schemas.microsoft.com/office/drawing/2014/main" id="{31D2EA9A-17FC-4A6E-B742-3D443454E778}"/>
              </a:ext>
            </a:extLst>
          </p:cNvPr>
          <p:cNvSpPr>
            <a:spLocks xmlns:a="http://schemas.openxmlformats.org/drawingml/2006/main" noGrp="1"/>
          </p:cNvSpPr>
          <p:nvPr/>
        </p:nvSpPr>
        <p:spPr>
          <a:xfrm xmlns:a="http://schemas.openxmlformats.org/drawingml/2006/main" rot="0">
            <a:off x="8743950" y="600075"/>
            <a:ext cx="85725" cy="85725"/>
          </a:xfrm>
          <a:custGeom xmlns:a="http://schemas.openxmlformats.org/drawingml/2006/main">
            <a:pathLst>
              <a:path w="85725" h="85725">
                <a:moveTo>
                  <a:pt x="9525" y="4763"/>
                </a:moveTo>
                <a:lnTo>
                  <a:pt x="14288" y="0"/>
                </a:lnTo>
                <a:lnTo>
                  <a:pt x="23813" y="0"/>
                </a:lnTo>
                <a:lnTo>
                  <a:pt x="33338" y="0"/>
                </a:lnTo>
                <a:lnTo>
                  <a:pt x="42863" y="0"/>
                </a:lnTo>
                <a:lnTo>
                  <a:pt x="52388" y="0"/>
                </a:lnTo>
                <a:lnTo>
                  <a:pt x="57150" y="4763"/>
                </a:lnTo>
                <a:lnTo>
                  <a:pt x="61913" y="9525"/>
                </a:lnTo>
                <a:lnTo>
                  <a:pt x="71438" y="9525"/>
                </a:lnTo>
                <a:lnTo>
                  <a:pt x="76200" y="14288"/>
                </a:lnTo>
                <a:lnTo>
                  <a:pt x="80963" y="19050"/>
                </a:lnTo>
                <a:lnTo>
                  <a:pt x="85725" y="23813"/>
                </a:lnTo>
                <a:lnTo>
                  <a:pt x="85725" y="33338"/>
                </a:lnTo>
                <a:lnTo>
                  <a:pt x="85725" y="42863"/>
                </a:lnTo>
                <a:lnTo>
                  <a:pt x="85725" y="52388"/>
                </a:lnTo>
                <a:lnTo>
                  <a:pt x="80963" y="57150"/>
                </a:lnTo>
                <a:lnTo>
                  <a:pt x="76200" y="61913"/>
                </a:lnTo>
                <a:lnTo>
                  <a:pt x="76200" y="71438"/>
                </a:lnTo>
                <a:lnTo>
                  <a:pt x="71438" y="76200"/>
                </a:lnTo>
                <a:lnTo>
                  <a:pt x="61913" y="76200"/>
                </a:lnTo>
                <a:lnTo>
                  <a:pt x="57150" y="80963"/>
                </a:lnTo>
                <a:lnTo>
                  <a:pt x="52388" y="85725"/>
                </a:lnTo>
                <a:lnTo>
                  <a:pt x="42863" y="85725"/>
                </a:lnTo>
                <a:lnTo>
                  <a:pt x="33338" y="85725"/>
                </a:lnTo>
                <a:lnTo>
                  <a:pt x="23813" y="85725"/>
                </a:lnTo>
                <a:lnTo>
                  <a:pt x="14288" y="85725"/>
                </a:lnTo>
                <a:lnTo>
                  <a:pt x="9525" y="80963"/>
                </a:lnTo>
                <a:lnTo>
                  <a:pt x="4763" y="76200"/>
                </a:lnTo>
                <a:lnTo>
                  <a:pt x="0" y="71438"/>
                </a:lnTo>
                <a:lnTo>
                  <a:pt x="0" y="61913"/>
                </a:lnTo>
                <a:lnTo>
                  <a:pt x="0" y="52388"/>
                </a:lnTo>
                <a:lnTo>
                  <a:pt x="0" y="42863"/>
                </a:lnTo>
                <a:lnTo>
                  <a:pt x="0" y="33338"/>
                </a:lnTo>
                <a:lnTo>
                  <a:pt x="0" y="23813"/>
                </a:lnTo>
                <a:lnTo>
                  <a:pt x="0" y="14288"/>
                </a:lnTo>
                <a:lnTo>
                  <a:pt x="4763" y="9525"/>
                </a:lnTo>
                <a:lnTo>
                  <a:pt x="9525" y="4763"/>
                </a:lnTo>
                <a:close/>
              </a:path>
            </a:pathLst>
          </a:custGeom>
          <a:solidFill xmlns:a="http://schemas.openxmlformats.org/drawingml/2006/main">
            <a:srgbClr val="F8F8F8"/>
          </a:solidFill>
          <a:ln xmlns:a="http://schemas.openxmlformats.org/drawingml/2006/main" w="0">
            <a:noFill/>
            <a:prstDash val="solid"/>
          </a:ln>
        </p:spPr>
      </p:sp>
      <p:sp>
        <p:nvSpPr>
          <p:cNvPr id="462" name="deep-skill-chaining-source-component-9-gradient-250-0">
            <a:extLst xmlns:a="http://schemas.openxmlformats.org/drawingml/2006/main">
              <a:ext uri="{FF2B5EF4-FFF2-40B4-BE49-F238E27FC236}">
                <a16:creationId xmlns:a16="http://schemas.microsoft.com/office/drawing/2014/main" id="{1D4E3DD4-6952-459B-B23E-07EC7F1CDBFB}"/>
              </a:ext>
            </a:extLst>
          </p:cNvPr>
          <p:cNvSpPr>
            <a:spLocks xmlns:a="http://schemas.openxmlformats.org/drawingml/2006/main" noGrp="1"/>
          </p:cNvSpPr>
          <p:nvPr/>
        </p:nvSpPr>
        <p:spPr>
          <a:xfrm xmlns:a="http://schemas.openxmlformats.org/drawingml/2006/main" rot="0">
            <a:off x="8753475" y="609600"/>
            <a:ext cx="66675" cy="66675"/>
          </a:xfrm>
          <a:custGeom xmlns:a="http://schemas.openxmlformats.org/drawingml/2006/main">
            <a:pathLst>
              <a:path w="66675" h="66675">
                <a:moveTo>
                  <a:pt x="0" y="4763"/>
                </a:moveTo>
                <a:lnTo>
                  <a:pt x="4763" y="0"/>
                </a:lnTo>
                <a:lnTo>
                  <a:pt x="14288" y="0"/>
                </a:lnTo>
                <a:lnTo>
                  <a:pt x="23813" y="0"/>
                </a:lnTo>
                <a:lnTo>
                  <a:pt x="33338" y="0"/>
                </a:lnTo>
                <a:lnTo>
                  <a:pt x="38100" y="4763"/>
                </a:lnTo>
                <a:lnTo>
                  <a:pt x="42863" y="9525"/>
                </a:lnTo>
                <a:lnTo>
                  <a:pt x="47625" y="14288"/>
                </a:lnTo>
                <a:lnTo>
                  <a:pt x="52388" y="19050"/>
                </a:lnTo>
                <a:lnTo>
                  <a:pt x="61913" y="19050"/>
                </a:lnTo>
                <a:lnTo>
                  <a:pt x="66675" y="23813"/>
                </a:lnTo>
                <a:lnTo>
                  <a:pt x="66675" y="33338"/>
                </a:lnTo>
                <a:lnTo>
                  <a:pt x="66675" y="42863"/>
                </a:lnTo>
                <a:lnTo>
                  <a:pt x="61913" y="47625"/>
                </a:lnTo>
                <a:lnTo>
                  <a:pt x="52388" y="47625"/>
                </a:lnTo>
                <a:lnTo>
                  <a:pt x="47625" y="52388"/>
                </a:lnTo>
                <a:lnTo>
                  <a:pt x="42863" y="57150"/>
                </a:lnTo>
                <a:lnTo>
                  <a:pt x="38100" y="61913"/>
                </a:lnTo>
                <a:lnTo>
                  <a:pt x="33338" y="66675"/>
                </a:lnTo>
                <a:lnTo>
                  <a:pt x="23813" y="66675"/>
                </a:lnTo>
                <a:lnTo>
                  <a:pt x="14288" y="66675"/>
                </a:lnTo>
                <a:lnTo>
                  <a:pt x="4763" y="66675"/>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AFAFA"/>
          </a:solidFill>
          <a:ln xmlns:a="http://schemas.openxmlformats.org/drawingml/2006/main" w="0">
            <a:noFill/>
            <a:prstDash val="solid"/>
          </a:ln>
        </p:spPr>
      </p:sp>
      <p:sp>
        <p:nvSpPr>
          <p:cNvPr id="463" name="deep-skill-chaining-source-component-9-gradient-252-0">
            <a:extLst xmlns:a="http://schemas.openxmlformats.org/drawingml/2006/main">
              <a:ext uri="{FF2B5EF4-FFF2-40B4-BE49-F238E27FC236}">
                <a16:creationId xmlns:a16="http://schemas.microsoft.com/office/drawing/2014/main" id="{C75EC8B7-5C0F-4C30-BAD7-03DE0A077FAF}"/>
              </a:ext>
            </a:extLst>
          </p:cNvPr>
          <p:cNvSpPr>
            <a:spLocks xmlns:a="http://schemas.openxmlformats.org/drawingml/2006/main" noGrp="1"/>
          </p:cNvSpPr>
          <p:nvPr/>
        </p:nvSpPr>
        <p:spPr>
          <a:xfrm xmlns:a="http://schemas.openxmlformats.org/drawingml/2006/main" rot="0">
            <a:off x="8772525" y="628650"/>
            <a:ext cx="38100" cy="28575"/>
          </a:xfrm>
          <a:custGeom xmlns:a="http://schemas.openxmlformats.org/drawingml/2006/main">
            <a:pathLst>
              <a:path w="38100" h="28575">
                <a:moveTo>
                  <a:pt x="0" y="4763"/>
                </a:moveTo>
                <a:lnTo>
                  <a:pt x="4763" y="0"/>
                </a:lnTo>
                <a:lnTo>
                  <a:pt x="14288" y="0"/>
                </a:lnTo>
                <a:lnTo>
                  <a:pt x="23813" y="0"/>
                </a:lnTo>
                <a:lnTo>
                  <a:pt x="28575" y="4763"/>
                </a:lnTo>
                <a:lnTo>
                  <a:pt x="33338" y="9525"/>
                </a:lnTo>
                <a:lnTo>
                  <a:pt x="38100" y="14288"/>
                </a:lnTo>
                <a:lnTo>
                  <a:pt x="33338" y="19050"/>
                </a:lnTo>
                <a:lnTo>
                  <a:pt x="28575" y="23813"/>
                </a:lnTo>
                <a:lnTo>
                  <a:pt x="23813" y="28575"/>
                </a:lnTo>
                <a:lnTo>
                  <a:pt x="14288" y="28575"/>
                </a:lnTo>
                <a:lnTo>
                  <a:pt x="4763" y="28575"/>
                </a:lnTo>
                <a:lnTo>
                  <a:pt x="0" y="23813"/>
                </a:lnTo>
                <a:lnTo>
                  <a:pt x="0" y="14288"/>
                </a:lnTo>
                <a:lnTo>
                  <a:pt x="0" y="4763"/>
                </a:lnTo>
                <a:close/>
              </a:path>
            </a:pathLst>
          </a:custGeom>
          <a:solidFill xmlns:a="http://schemas.openxmlformats.org/drawingml/2006/main">
            <a:srgbClr val="FCFCFC"/>
          </a:solidFill>
          <a:ln xmlns:a="http://schemas.openxmlformats.org/drawingml/2006/main" w="0">
            <a:noFill/>
            <a:prstDash val="solid"/>
          </a:ln>
        </p:spPr>
      </p:sp>
      <p:sp>
        <p:nvSpPr>
          <p:cNvPr id="464" name="deep-skill-chaining-source-component-9-gradient-254-0">
            <a:extLst xmlns:a="http://schemas.openxmlformats.org/drawingml/2006/main">
              <a:ext uri="{FF2B5EF4-FFF2-40B4-BE49-F238E27FC236}">
                <a16:creationId xmlns:a16="http://schemas.microsoft.com/office/drawing/2014/main" id="{2F7268DD-F3A5-49DF-8585-20B5D2BE5A8A}"/>
              </a:ext>
            </a:extLst>
          </p:cNvPr>
          <p:cNvSpPr>
            <a:spLocks xmlns:a="http://schemas.openxmlformats.org/drawingml/2006/main" noGrp="1"/>
          </p:cNvSpPr>
          <p:nvPr/>
        </p:nvSpPr>
        <p:spPr>
          <a:xfrm xmlns:a="http://schemas.openxmlformats.org/drawingml/2006/main" rot="0">
            <a:off x="8782050" y="6381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EFEFE"/>
          </a:solidFill>
          <a:ln xmlns:a="http://schemas.openxmlformats.org/drawingml/2006/main" w="0">
            <a:noFill/>
            <a:prstDash val="solid"/>
          </a:ln>
        </p:spPr>
      </p:sp>
      <p:sp>
        <p:nvSpPr>
          <p:cNvPr id="465" name="pdf-path-38">
            <a:extLst xmlns:a="http://schemas.openxmlformats.org/drawingml/2006/main">
              <a:ext uri="{FF2B5EF4-FFF2-40B4-BE49-F238E27FC236}">
                <a16:creationId xmlns:a16="http://schemas.microsoft.com/office/drawing/2014/main" id="{5D24D0D3-1F8D-45F0-95B5-2324138E9E53}"/>
              </a:ext>
            </a:extLst>
          </p:cNvPr>
          <p:cNvSpPr>
            <a:spLocks xmlns:a="http://schemas.openxmlformats.org/drawingml/2006/main" noGrp="1"/>
          </p:cNvSpPr>
          <p:nvPr/>
        </p:nvSpPr>
        <p:spPr>
          <a:xfrm xmlns:a="http://schemas.openxmlformats.org/drawingml/2006/main" rot="0">
            <a:off x="8316860" y="295650"/>
            <a:ext cx="939721" cy="666228"/>
          </a:xfrm>
          <a:custGeom xmlns:a="http://schemas.openxmlformats.org/drawingml/2006/main">
            <a:pathLst>
              <a:path w="939721" h="666228">
                <a:moveTo>
                  <a:pt x="21185" y="213835"/>
                </a:moveTo>
                <a:cubicBezTo>
                  <a:pt x="42371" y="66244"/>
                  <a:pt x="260371" y="0"/>
                  <a:pt x="508138" y="65883"/>
                </a:cubicBezTo>
                <a:cubicBezTo>
                  <a:pt x="755983" y="131750"/>
                  <a:pt x="939721" y="304817"/>
                  <a:pt x="918552" y="452408"/>
                </a:cubicBezTo>
                <a:cubicBezTo>
                  <a:pt x="897366" y="599984"/>
                  <a:pt x="679366" y="666228"/>
                  <a:pt x="431584" y="600361"/>
                </a:cubicBezTo>
                <a:cubicBezTo>
                  <a:pt x="183754" y="534416"/>
                  <a:pt x="0" y="361364"/>
                  <a:pt x="21185" y="213835"/>
                </a:cubicBezTo>
              </a:path>
            </a:pathLst>
          </a:custGeom>
          <a:noFill xmlns:a="http://schemas.openxmlformats.org/drawingml/2006/main"/>
          <a:ln xmlns:a="http://schemas.openxmlformats.org/drawingml/2006/main" w="11787">
            <a:solidFill>
              <a:srgbClr val="000000"/>
            </a:solidFill>
            <a:prstDash val="solid"/>
          </a:ln>
        </p:spPr>
      </p:sp>
      <p:sp>
        <p:nvSpPr>
          <p:cNvPr id="466" name="pdf-path-39">
            <a:extLst xmlns:a="http://schemas.openxmlformats.org/drawingml/2006/main">
              <a:ext uri="{FF2B5EF4-FFF2-40B4-BE49-F238E27FC236}">
                <a16:creationId xmlns:a16="http://schemas.microsoft.com/office/drawing/2014/main" id="{09670C2E-58DA-4569-9271-5AE723D59EAD}"/>
              </a:ext>
            </a:extLst>
          </p:cNvPr>
          <p:cNvSpPr>
            <a:spLocks xmlns:a="http://schemas.openxmlformats.org/drawingml/2006/main" noGrp="1"/>
          </p:cNvSpPr>
          <p:nvPr/>
        </p:nvSpPr>
        <p:spPr>
          <a:xfrm xmlns:a="http://schemas.openxmlformats.org/drawingml/2006/main" rot="0">
            <a:off x="8414536" y="451901"/>
            <a:ext cx="93811" cy="112041"/>
          </a:xfrm>
          <a:custGeom xmlns:a="http://schemas.openxmlformats.org/drawingml/2006/main">
            <a:pathLst>
              <a:path w="93811" h="112041">
                <a:moveTo>
                  <a:pt x="0" y="18420"/>
                </a:moveTo>
                <a:lnTo>
                  <a:pt x="25115" y="0"/>
                </a:lnTo>
                <a:lnTo>
                  <a:pt x="46913" y="29704"/>
                </a:lnTo>
                <a:lnTo>
                  <a:pt x="68759" y="0"/>
                </a:lnTo>
                <a:lnTo>
                  <a:pt x="93811" y="18420"/>
                </a:lnTo>
                <a:lnTo>
                  <a:pt x="66181" y="56044"/>
                </a:lnTo>
                <a:lnTo>
                  <a:pt x="93811" y="93685"/>
                </a:lnTo>
                <a:lnTo>
                  <a:pt x="68759" y="112041"/>
                </a:lnTo>
                <a:lnTo>
                  <a:pt x="46913" y="82322"/>
                </a:lnTo>
                <a:lnTo>
                  <a:pt x="25115" y="112041"/>
                </a:lnTo>
                <a:lnTo>
                  <a:pt x="0" y="93685"/>
                </a:lnTo>
                <a:lnTo>
                  <a:pt x="27629" y="56044"/>
                </a:lnTo>
                <a:lnTo>
                  <a:pt x="0" y="18420"/>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467" name="pdf-path-41">
            <a:extLst xmlns:a="http://schemas.openxmlformats.org/drawingml/2006/main">
              <a:ext uri="{FF2B5EF4-FFF2-40B4-BE49-F238E27FC236}">
                <a16:creationId xmlns:a16="http://schemas.microsoft.com/office/drawing/2014/main" id="{469940CF-5BBF-47F0-87BB-BD94C72EE421}"/>
              </a:ext>
            </a:extLst>
          </p:cNvPr>
          <p:cNvSpPr>
            <a:spLocks xmlns:a="http://schemas.openxmlformats.org/drawingml/2006/main" noGrp="1"/>
          </p:cNvSpPr>
          <p:nvPr/>
        </p:nvSpPr>
        <p:spPr>
          <a:xfrm xmlns:a="http://schemas.openxmlformats.org/drawingml/2006/main" rot="0">
            <a:off x="2406999" y="774147"/>
            <a:ext cx="129235" cy="255012"/>
          </a:xfrm>
          <a:custGeom xmlns:a="http://schemas.openxmlformats.org/drawingml/2006/main">
            <a:pathLst>
              <a:path w="129235" h="255012">
                <a:moveTo>
                  <a:pt x="0" y="97425"/>
                </a:moveTo>
                <a:lnTo>
                  <a:pt x="49365" y="97425"/>
                </a:lnTo>
                <a:lnTo>
                  <a:pt x="64594" y="0"/>
                </a:lnTo>
                <a:lnTo>
                  <a:pt x="79870" y="97425"/>
                </a:lnTo>
                <a:lnTo>
                  <a:pt x="129235" y="97425"/>
                </a:lnTo>
                <a:lnTo>
                  <a:pt x="89269" y="157587"/>
                </a:lnTo>
                <a:lnTo>
                  <a:pt x="104561" y="255012"/>
                </a:lnTo>
                <a:lnTo>
                  <a:pt x="64594" y="194850"/>
                </a:lnTo>
                <a:lnTo>
                  <a:pt x="24690" y="255012"/>
                </a:lnTo>
                <a:lnTo>
                  <a:pt x="39904" y="157587"/>
                </a:lnTo>
                <a:lnTo>
                  <a:pt x="0" y="97425"/>
                </a:lnTo>
              </a:path>
            </a:pathLst>
          </a:custGeom>
          <a:solidFill xmlns:a="http://schemas.openxmlformats.org/drawingml/2006/main">
            <a:srgbClr val="F6B26B"/>
          </a:solidFill>
          <a:ln xmlns:a="http://schemas.openxmlformats.org/drawingml/2006/main" w="11787">
            <a:solidFill>
              <a:srgbClr val="000000"/>
            </a:solidFill>
            <a:prstDash val="solid"/>
          </a:ln>
        </p:spPr>
      </p:sp>
      <p:sp>
        <p:nvSpPr>
          <p:cNvPr id="468" name="pdf-path-43">
            <a:extLst xmlns:a="http://schemas.openxmlformats.org/drawingml/2006/main">
              <a:ext uri="{FF2B5EF4-FFF2-40B4-BE49-F238E27FC236}">
                <a16:creationId xmlns:a16="http://schemas.microsoft.com/office/drawing/2014/main" id="{25DCA893-690F-439C-9C47-1152711D7A56}"/>
              </a:ext>
            </a:extLst>
          </p:cNvPr>
          <p:cNvSpPr>
            <a:spLocks xmlns:a="http://schemas.openxmlformats.org/drawingml/2006/main" noGrp="1"/>
          </p:cNvSpPr>
          <p:nvPr/>
        </p:nvSpPr>
        <p:spPr>
          <a:xfrm xmlns:a="http://schemas.openxmlformats.org/drawingml/2006/main" rot="0">
            <a:off x="1557159" y="435132"/>
            <a:ext cx="971155" cy="900431"/>
          </a:xfrm>
          <a:custGeom xmlns:a="http://schemas.openxmlformats.org/drawingml/2006/main">
            <a:pathLst>
              <a:path w="971155" h="900431">
                <a:moveTo>
                  <a:pt x="0" y="450192"/>
                </a:moveTo>
                <a:cubicBezTo>
                  <a:pt x="0" y="201561"/>
                  <a:pt x="217387" y="0"/>
                  <a:pt x="485601" y="0"/>
                </a:cubicBezTo>
                <a:cubicBezTo>
                  <a:pt x="753767" y="0"/>
                  <a:pt x="971155" y="201561"/>
                  <a:pt x="971155" y="450192"/>
                </a:cubicBezTo>
                <a:cubicBezTo>
                  <a:pt x="971155" y="698823"/>
                  <a:pt x="753767" y="900431"/>
                  <a:pt x="485601" y="900431"/>
                </a:cubicBezTo>
                <a:cubicBezTo>
                  <a:pt x="217387" y="900431"/>
                  <a:pt x="0" y="698823"/>
                  <a:pt x="0" y="450192"/>
                </a:cubicBezTo>
              </a:path>
            </a:pathLst>
          </a:custGeom>
          <a:noFill xmlns:a="http://schemas.openxmlformats.org/drawingml/2006/main"/>
          <a:ln xmlns:a="http://schemas.openxmlformats.org/drawingml/2006/main" w="11787">
            <a:solidFill>
              <a:srgbClr val="000000"/>
            </a:solidFill>
            <a:prstDash val="dash"/>
          </a:ln>
        </p:spPr>
      </p:sp>
      <p:sp>
        <p:nvSpPr>
          <p:cNvPr id="469" name="pdf-path-44">
            <a:extLst xmlns:a="http://schemas.openxmlformats.org/drawingml/2006/main">
              <a:ext uri="{FF2B5EF4-FFF2-40B4-BE49-F238E27FC236}">
                <a16:creationId xmlns:a16="http://schemas.microsoft.com/office/drawing/2014/main" id="{68BD27D3-0F59-4578-8F1D-05BB798847B8}"/>
              </a:ext>
            </a:extLst>
          </p:cNvPr>
          <p:cNvSpPr>
            <a:spLocks xmlns:a="http://schemas.openxmlformats.org/drawingml/2006/main" noGrp="1"/>
          </p:cNvSpPr>
          <p:nvPr/>
        </p:nvSpPr>
        <p:spPr>
          <a:xfrm xmlns:a="http://schemas.openxmlformats.org/drawingml/2006/main" rot="0">
            <a:off x="100467" y="3230361"/>
            <a:ext cx="78628" cy="118171"/>
          </a:xfrm>
          <a:custGeom xmlns:a="http://schemas.openxmlformats.org/drawingml/2006/main">
            <a:pathLst>
              <a:path w="78628" h="118171">
                <a:moveTo>
                  <a:pt x="0" y="11913"/>
                </a:moveTo>
                <a:lnTo>
                  <a:pt x="22459" y="0"/>
                </a:lnTo>
                <a:lnTo>
                  <a:pt x="39338" y="31920"/>
                </a:lnTo>
                <a:lnTo>
                  <a:pt x="56170" y="0"/>
                </a:lnTo>
                <a:lnTo>
                  <a:pt x="78628" y="11913"/>
                </a:lnTo>
                <a:lnTo>
                  <a:pt x="53702" y="59125"/>
                </a:lnTo>
                <a:lnTo>
                  <a:pt x="78628" y="106273"/>
                </a:lnTo>
                <a:lnTo>
                  <a:pt x="56170" y="118171"/>
                </a:lnTo>
                <a:lnTo>
                  <a:pt x="39338" y="86314"/>
                </a:lnTo>
                <a:lnTo>
                  <a:pt x="22459" y="118171"/>
                </a:lnTo>
                <a:lnTo>
                  <a:pt x="0" y="106273"/>
                </a:lnTo>
                <a:lnTo>
                  <a:pt x="24910" y="59125"/>
                </a:lnTo>
                <a:lnTo>
                  <a:pt x="0" y="11913"/>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470" name="pdf-path-46">
            <a:extLst xmlns:a="http://schemas.openxmlformats.org/drawingml/2006/main">
              <a:ext uri="{FF2B5EF4-FFF2-40B4-BE49-F238E27FC236}">
                <a16:creationId xmlns:a16="http://schemas.microsoft.com/office/drawing/2014/main" id="{A877BAB1-C74D-4F6F-B26D-92153252D6E2}"/>
              </a:ext>
            </a:extLst>
          </p:cNvPr>
          <p:cNvSpPr>
            <a:spLocks xmlns:a="http://schemas.openxmlformats.org/drawingml/2006/main" noGrp="1"/>
          </p:cNvSpPr>
          <p:nvPr/>
        </p:nvSpPr>
        <p:spPr>
          <a:xfrm xmlns:a="http://schemas.openxmlformats.org/drawingml/2006/main" rot="0">
            <a:off x="100467" y="121609"/>
            <a:ext cx="78628" cy="118123"/>
          </a:xfrm>
          <a:custGeom xmlns:a="http://schemas.openxmlformats.org/drawingml/2006/main">
            <a:pathLst>
              <a:path w="78628" h="118123">
                <a:moveTo>
                  <a:pt x="0" y="11850"/>
                </a:moveTo>
                <a:lnTo>
                  <a:pt x="22459" y="0"/>
                </a:lnTo>
                <a:lnTo>
                  <a:pt x="39338" y="31857"/>
                </a:lnTo>
                <a:lnTo>
                  <a:pt x="56170" y="0"/>
                </a:lnTo>
                <a:lnTo>
                  <a:pt x="78628" y="11850"/>
                </a:lnTo>
                <a:lnTo>
                  <a:pt x="53702" y="59062"/>
                </a:lnTo>
                <a:lnTo>
                  <a:pt x="78628" y="106273"/>
                </a:lnTo>
                <a:lnTo>
                  <a:pt x="56170" y="118123"/>
                </a:lnTo>
                <a:lnTo>
                  <a:pt x="39338" y="86251"/>
                </a:lnTo>
                <a:lnTo>
                  <a:pt x="22459" y="118123"/>
                </a:lnTo>
                <a:lnTo>
                  <a:pt x="0" y="106273"/>
                </a:lnTo>
                <a:lnTo>
                  <a:pt x="24910" y="59062"/>
                </a:lnTo>
                <a:lnTo>
                  <a:pt x="0" y="11850"/>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471" name="pdf-path-48">
            <a:extLst xmlns:a="http://schemas.openxmlformats.org/drawingml/2006/main">
              <a:ext uri="{FF2B5EF4-FFF2-40B4-BE49-F238E27FC236}">
                <a16:creationId xmlns:a16="http://schemas.microsoft.com/office/drawing/2014/main" id="{CF4966F2-E9E2-4854-B0C7-81B7DDA3C152}"/>
              </a:ext>
            </a:extLst>
          </p:cNvPr>
          <p:cNvSpPr>
            <a:spLocks xmlns:a="http://schemas.openxmlformats.org/drawingml/2006/main" noGrp="1"/>
          </p:cNvSpPr>
          <p:nvPr/>
        </p:nvSpPr>
        <p:spPr>
          <a:xfrm xmlns:a="http://schemas.openxmlformats.org/drawingml/2006/main" rot="0">
            <a:off x="167874" y="233775"/>
            <a:ext cx="1389222" cy="651548"/>
          </a:xfrm>
          <a:custGeom xmlns:a="http://schemas.openxmlformats.org/drawingml/2006/main">
            <a:pathLst>
              <a:path w="1389222" h="651548">
                <a:moveTo>
                  <a:pt x="0" y="0"/>
                </a:moveTo>
                <a:cubicBezTo>
                  <a:pt x="350111" y="0"/>
                  <a:pt x="526604" y="162930"/>
                  <a:pt x="700285" y="325798"/>
                </a:cubicBezTo>
                <a:cubicBezTo>
                  <a:pt x="873902" y="488681"/>
                  <a:pt x="1044753" y="651548"/>
                  <a:pt x="1389222" y="651548"/>
                </a:cubicBezTo>
              </a:path>
            </a:pathLst>
          </a:custGeom>
          <a:noFill xmlns:a="http://schemas.openxmlformats.org/drawingml/2006/main"/>
          <a:ln xmlns:a="http://schemas.openxmlformats.org/drawingml/2006/main" w="11787">
            <a:solidFill>
              <a:srgbClr val="B7B7B7"/>
            </a:solidFill>
            <a:prstDash val="dash"/>
          </a:ln>
        </p:spPr>
      </p:sp>
      <p:sp>
        <p:nvSpPr>
          <p:cNvPr id="472" name="pdf-path-49">
            <a:extLst xmlns:a="http://schemas.openxmlformats.org/drawingml/2006/main">
              <a:ext uri="{FF2B5EF4-FFF2-40B4-BE49-F238E27FC236}">
                <a16:creationId xmlns:a16="http://schemas.microsoft.com/office/drawing/2014/main" id="{75386614-095A-474D-8344-BD5A28E7D217}"/>
              </a:ext>
            </a:extLst>
          </p:cNvPr>
          <p:cNvSpPr>
            <a:spLocks xmlns:a="http://schemas.openxmlformats.org/drawingml/2006/main" noGrp="1"/>
          </p:cNvSpPr>
          <p:nvPr/>
        </p:nvSpPr>
        <p:spPr>
          <a:xfrm xmlns:a="http://schemas.openxmlformats.org/drawingml/2006/main" rot="0">
            <a:off x="167874" y="1203767"/>
            <a:ext cx="1531407" cy="2032551"/>
          </a:xfrm>
          <a:custGeom xmlns:a="http://schemas.openxmlformats.org/drawingml/2006/main">
            <a:pathLst>
              <a:path w="1531407" h="2032551">
                <a:moveTo>
                  <a:pt x="0" y="2032551"/>
                </a:moveTo>
                <a:cubicBezTo>
                  <a:pt x="0" y="1555908"/>
                  <a:pt x="382832" y="1333351"/>
                  <a:pt x="765727" y="1079314"/>
                </a:cubicBezTo>
                <a:cubicBezTo>
                  <a:pt x="1148575" y="825213"/>
                  <a:pt x="1531407" y="539633"/>
                  <a:pt x="1531407" y="0"/>
                </a:cubicBezTo>
              </a:path>
            </a:pathLst>
          </a:custGeom>
          <a:noFill xmlns:a="http://schemas.openxmlformats.org/drawingml/2006/main"/>
          <a:ln xmlns:a="http://schemas.openxmlformats.org/drawingml/2006/main" w="11787">
            <a:solidFill>
              <a:srgbClr val="B7B7B7"/>
            </a:solidFill>
            <a:prstDash val="dash"/>
          </a:ln>
        </p:spPr>
      </p:sp>
      <p:sp>
        <p:nvSpPr>
          <p:cNvPr id="473" name="deep-skill-chaining-source-component-10-gradient-base-0">
            <a:extLst xmlns:a="http://schemas.openxmlformats.org/drawingml/2006/main">
              <a:ext uri="{FF2B5EF4-FFF2-40B4-BE49-F238E27FC236}">
                <a16:creationId xmlns:a16="http://schemas.microsoft.com/office/drawing/2014/main" id="{F27D12C5-8288-42F6-932E-E9AD71F70438}"/>
              </a:ext>
            </a:extLst>
          </p:cNvPr>
          <p:cNvSpPr>
            <a:spLocks xmlns:a="http://schemas.openxmlformats.org/drawingml/2006/main" noGrp="1"/>
          </p:cNvSpPr>
          <p:nvPr/>
        </p:nvSpPr>
        <p:spPr>
          <a:xfrm xmlns:a="http://schemas.openxmlformats.org/drawingml/2006/main" rot="0">
            <a:off x="4285994" y="412750"/>
            <a:ext cx="967831" cy="908844"/>
          </a:xfrm>
          <a:custGeom xmlns:a="http://schemas.openxmlformats.org/drawingml/2006/main">
            <a:pathLst>
              <a:path w="967831" h="908844">
                <a:moveTo>
                  <a:pt x="458921" y="1587"/>
                </a:moveTo>
                <a:lnTo>
                  <a:pt x="462218" y="1263"/>
                </a:lnTo>
                <a:lnTo>
                  <a:pt x="471743" y="615"/>
                </a:lnTo>
                <a:lnTo>
                  <a:pt x="481268" y="0"/>
                </a:lnTo>
                <a:lnTo>
                  <a:pt x="490793" y="159"/>
                </a:lnTo>
                <a:lnTo>
                  <a:pt x="500318" y="992"/>
                </a:lnTo>
                <a:lnTo>
                  <a:pt x="506546" y="1587"/>
                </a:lnTo>
                <a:lnTo>
                  <a:pt x="509843" y="1912"/>
                </a:lnTo>
                <a:lnTo>
                  <a:pt x="519368" y="2499"/>
                </a:lnTo>
                <a:lnTo>
                  <a:pt x="528893" y="3175"/>
                </a:lnTo>
                <a:lnTo>
                  <a:pt x="538418" y="4366"/>
                </a:lnTo>
                <a:lnTo>
                  <a:pt x="547943" y="5516"/>
                </a:lnTo>
                <a:lnTo>
                  <a:pt x="557468" y="6311"/>
                </a:lnTo>
                <a:lnTo>
                  <a:pt x="566993" y="7083"/>
                </a:lnTo>
                <a:lnTo>
                  <a:pt x="576518" y="8188"/>
                </a:lnTo>
                <a:lnTo>
                  <a:pt x="586043" y="10583"/>
                </a:lnTo>
                <a:lnTo>
                  <a:pt x="587214" y="11112"/>
                </a:lnTo>
                <a:lnTo>
                  <a:pt x="595568" y="13928"/>
                </a:lnTo>
                <a:lnTo>
                  <a:pt x="605093" y="15655"/>
                </a:lnTo>
                <a:lnTo>
                  <a:pt x="614618" y="17008"/>
                </a:lnTo>
                <a:lnTo>
                  <a:pt x="624143" y="19546"/>
                </a:lnTo>
                <a:lnTo>
                  <a:pt x="626158" y="20638"/>
                </a:lnTo>
                <a:lnTo>
                  <a:pt x="633668" y="23737"/>
                </a:lnTo>
                <a:lnTo>
                  <a:pt x="643193" y="25727"/>
                </a:lnTo>
                <a:lnTo>
                  <a:pt x="652718" y="28134"/>
                </a:lnTo>
                <a:lnTo>
                  <a:pt x="656214" y="30163"/>
                </a:lnTo>
                <a:lnTo>
                  <a:pt x="662243" y="33193"/>
                </a:lnTo>
                <a:lnTo>
                  <a:pt x="671768" y="35639"/>
                </a:lnTo>
                <a:lnTo>
                  <a:pt x="679865" y="39687"/>
                </a:lnTo>
                <a:lnTo>
                  <a:pt x="681293" y="40779"/>
                </a:lnTo>
                <a:lnTo>
                  <a:pt x="690818" y="44471"/>
                </a:lnTo>
                <a:lnTo>
                  <a:pt x="700343" y="48063"/>
                </a:lnTo>
                <a:lnTo>
                  <a:pt x="701780" y="49212"/>
                </a:lnTo>
                <a:lnTo>
                  <a:pt x="709868" y="53458"/>
                </a:lnTo>
                <a:lnTo>
                  <a:pt x="719393" y="57531"/>
                </a:lnTo>
                <a:lnTo>
                  <a:pt x="720770" y="58737"/>
                </a:lnTo>
                <a:lnTo>
                  <a:pt x="728918" y="63478"/>
                </a:lnTo>
                <a:lnTo>
                  <a:pt x="737763" y="68263"/>
                </a:lnTo>
                <a:lnTo>
                  <a:pt x="738443" y="68858"/>
                </a:lnTo>
                <a:lnTo>
                  <a:pt x="747968" y="73754"/>
                </a:lnTo>
                <a:lnTo>
                  <a:pt x="753551" y="77788"/>
                </a:lnTo>
                <a:lnTo>
                  <a:pt x="757493" y="80937"/>
                </a:lnTo>
                <a:lnTo>
                  <a:pt x="767018" y="86163"/>
                </a:lnTo>
                <a:lnTo>
                  <a:pt x="768226" y="87313"/>
                </a:lnTo>
                <a:lnTo>
                  <a:pt x="776543" y="92911"/>
                </a:lnTo>
                <a:lnTo>
                  <a:pt x="781451" y="96838"/>
                </a:lnTo>
                <a:lnTo>
                  <a:pt x="786068" y="100643"/>
                </a:lnTo>
                <a:lnTo>
                  <a:pt x="793606" y="106363"/>
                </a:lnTo>
                <a:lnTo>
                  <a:pt x="795593" y="108250"/>
                </a:lnTo>
                <a:lnTo>
                  <a:pt x="805118" y="114738"/>
                </a:lnTo>
                <a:lnTo>
                  <a:pt x="806284" y="115888"/>
                </a:lnTo>
                <a:lnTo>
                  <a:pt x="814643" y="122919"/>
                </a:lnTo>
                <a:lnTo>
                  <a:pt x="817260" y="125413"/>
                </a:lnTo>
                <a:lnTo>
                  <a:pt x="824168" y="131366"/>
                </a:lnTo>
                <a:lnTo>
                  <a:pt x="827818" y="134938"/>
                </a:lnTo>
                <a:lnTo>
                  <a:pt x="833693" y="140813"/>
                </a:lnTo>
                <a:lnTo>
                  <a:pt x="837304" y="144463"/>
                </a:lnTo>
                <a:lnTo>
                  <a:pt x="843218" y="150474"/>
                </a:lnTo>
                <a:lnTo>
                  <a:pt x="846713" y="153988"/>
                </a:lnTo>
                <a:lnTo>
                  <a:pt x="852743" y="160402"/>
                </a:lnTo>
                <a:lnTo>
                  <a:pt x="855750" y="163513"/>
                </a:lnTo>
                <a:lnTo>
                  <a:pt x="862268" y="171615"/>
                </a:lnTo>
                <a:lnTo>
                  <a:pt x="863643" y="173038"/>
                </a:lnTo>
                <a:lnTo>
                  <a:pt x="870103" y="182563"/>
                </a:lnTo>
                <a:lnTo>
                  <a:pt x="871793" y="184332"/>
                </a:lnTo>
                <a:lnTo>
                  <a:pt x="877710" y="192088"/>
                </a:lnTo>
                <a:lnTo>
                  <a:pt x="881318" y="196158"/>
                </a:lnTo>
                <a:lnTo>
                  <a:pt x="885786" y="201613"/>
                </a:lnTo>
                <a:lnTo>
                  <a:pt x="890843" y="209253"/>
                </a:lnTo>
                <a:lnTo>
                  <a:pt x="892533" y="211138"/>
                </a:lnTo>
                <a:lnTo>
                  <a:pt x="897356" y="220663"/>
                </a:lnTo>
                <a:lnTo>
                  <a:pt x="900368" y="224281"/>
                </a:lnTo>
                <a:lnTo>
                  <a:pt x="904679" y="230188"/>
                </a:lnTo>
                <a:lnTo>
                  <a:pt x="909893" y="239280"/>
                </a:lnTo>
                <a:lnTo>
                  <a:pt x="910287" y="239713"/>
                </a:lnTo>
                <a:lnTo>
                  <a:pt x="914914" y="249238"/>
                </a:lnTo>
                <a:lnTo>
                  <a:pt x="919418" y="257673"/>
                </a:lnTo>
                <a:lnTo>
                  <a:pt x="920330" y="258763"/>
                </a:lnTo>
                <a:lnTo>
                  <a:pt x="924616" y="268288"/>
                </a:lnTo>
                <a:lnTo>
                  <a:pt x="928943" y="276388"/>
                </a:lnTo>
                <a:lnTo>
                  <a:pt x="930093" y="277813"/>
                </a:lnTo>
                <a:lnTo>
                  <a:pt x="933602" y="287338"/>
                </a:lnTo>
                <a:lnTo>
                  <a:pt x="936394" y="296863"/>
                </a:lnTo>
                <a:lnTo>
                  <a:pt x="938468" y="300278"/>
                </a:lnTo>
                <a:lnTo>
                  <a:pt x="941635" y="306388"/>
                </a:lnTo>
                <a:lnTo>
                  <a:pt x="944021" y="315913"/>
                </a:lnTo>
                <a:lnTo>
                  <a:pt x="947269" y="325438"/>
                </a:lnTo>
                <a:lnTo>
                  <a:pt x="947993" y="326887"/>
                </a:lnTo>
                <a:lnTo>
                  <a:pt x="950989" y="334963"/>
                </a:lnTo>
                <a:lnTo>
                  <a:pt x="952796" y="344488"/>
                </a:lnTo>
                <a:lnTo>
                  <a:pt x="954630" y="354013"/>
                </a:lnTo>
                <a:lnTo>
                  <a:pt x="957518" y="362145"/>
                </a:lnTo>
                <a:lnTo>
                  <a:pt x="958179" y="363538"/>
                </a:lnTo>
                <a:lnTo>
                  <a:pt x="960334" y="373063"/>
                </a:lnTo>
                <a:lnTo>
                  <a:pt x="961597" y="382588"/>
                </a:lnTo>
                <a:lnTo>
                  <a:pt x="962497" y="392113"/>
                </a:lnTo>
                <a:lnTo>
                  <a:pt x="963471" y="401638"/>
                </a:lnTo>
                <a:lnTo>
                  <a:pt x="964579" y="411162"/>
                </a:lnTo>
                <a:lnTo>
                  <a:pt x="965205" y="420688"/>
                </a:lnTo>
                <a:lnTo>
                  <a:pt x="965952" y="430213"/>
                </a:lnTo>
                <a:lnTo>
                  <a:pt x="966860" y="439738"/>
                </a:lnTo>
                <a:lnTo>
                  <a:pt x="967043" y="441569"/>
                </a:lnTo>
                <a:lnTo>
                  <a:pt x="967768" y="449263"/>
                </a:lnTo>
                <a:lnTo>
                  <a:pt x="967831" y="458788"/>
                </a:lnTo>
                <a:lnTo>
                  <a:pt x="967043" y="467213"/>
                </a:lnTo>
                <a:lnTo>
                  <a:pt x="966933" y="468313"/>
                </a:lnTo>
                <a:lnTo>
                  <a:pt x="966011" y="477838"/>
                </a:lnTo>
                <a:lnTo>
                  <a:pt x="965254" y="487363"/>
                </a:lnTo>
                <a:lnTo>
                  <a:pt x="964620" y="496888"/>
                </a:lnTo>
                <a:lnTo>
                  <a:pt x="963530" y="506413"/>
                </a:lnTo>
                <a:lnTo>
                  <a:pt x="962518" y="515938"/>
                </a:lnTo>
                <a:lnTo>
                  <a:pt x="961646" y="525463"/>
                </a:lnTo>
                <a:lnTo>
                  <a:pt x="960407" y="534988"/>
                </a:lnTo>
                <a:lnTo>
                  <a:pt x="958369" y="544513"/>
                </a:lnTo>
                <a:lnTo>
                  <a:pt x="957518" y="546344"/>
                </a:lnTo>
                <a:lnTo>
                  <a:pt x="954740" y="554037"/>
                </a:lnTo>
                <a:lnTo>
                  <a:pt x="952876" y="563563"/>
                </a:lnTo>
                <a:lnTo>
                  <a:pt x="951127" y="573088"/>
                </a:lnTo>
                <a:lnTo>
                  <a:pt x="947993" y="581592"/>
                </a:lnTo>
                <a:lnTo>
                  <a:pt x="947464" y="582613"/>
                </a:lnTo>
                <a:lnTo>
                  <a:pt x="944143" y="592138"/>
                </a:lnTo>
                <a:lnTo>
                  <a:pt x="941797" y="601663"/>
                </a:lnTo>
                <a:lnTo>
                  <a:pt x="938468" y="608253"/>
                </a:lnTo>
                <a:lnTo>
                  <a:pt x="936630" y="611188"/>
                </a:lnTo>
                <a:lnTo>
                  <a:pt x="933706" y="620713"/>
                </a:lnTo>
                <a:lnTo>
                  <a:pt x="930372" y="630238"/>
                </a:lnTo>
                <a:lnTo>
                  <a:pt x="928943" y="632069"/>
                </a:lnTo>
                <a:lnTo>
                  <a:pt x="924776" y="639763"/>
                </a:lnTo>
                <a:lnTo>
                  <a:pt x="920682" y="649288"/>
                </a:lnTo>
                <a:lnTo>
                  <a:pt x="919418" y="650835"/>
                </a:lnTo>
                <a:lnTo>
                  <a:pt x="915067" y="658813"/>
                </a:lnTo>
                <a:lnTo>
                  <a:pt x="910618" y="668338"/>
                </a:lnTo>
                <a:lnTo>
                  <a:pt x="909893" y="669138"/>
                </a:lnTo>
                <a:lnTo>
                  <a:pt x="904749" y="677863"/>
                </a:lnTo>
                <a:lnTo>
                  <a:pt x="900368" y="684137"/>
                </a:lnTo>
                <a:lnTo>
                  <a:pt x="897666" y="687388"/>
                </a:lnTo>
                <a:lnTo>
                  <a:pt x="892825" y="696913"/>
                </a:lnTo>
                <a:lnTo>
                  <a:pt x="890843" y="699176"/>
                </a:lnTo>
                <a:lnTo>
                  <a:pt x="885991" y="706438"/>
                </a:lnTo>
                <a:lnTo>
                  <a:pt x="881318" y="712306"/>
                </a:lnTo>
                <a:lnTo>
                  <a:pt x="878033" y="715963"/>
                </a:lnTo>
                <a:lnTo>
                  <a:pt x="871793" y="724065"/>
                </a:lnTo>
                <a:lnTo>
                  <a:pt x="870419" y="725488"/>
                </a:lnTo>
                <a:lnTo>
                  <a:pt x="864297" y="735013"/>
                </a:lnTo>
                <a:lnTo>
                  <a:pt x="862268" y="737146"/>
                </a:lnTo>
                <a:lnTo>
                  <a:pt x="856082" y="744538"/>
                </a:lnTo>
                <a:lnTo>
                  <a:pt x="852743" y="747970"/>
                </a:lnTo>
                <a:lnTo>
                  <a:pt x="846880" y="754063"/>
                </a:lnTo>
                <a:lnTo>
                  <a:pt x="843218" y="757804"/>
                </a:lnTo>
                <a:lnTo>
                  <a:pt x="837679" y="763588"/>
                </a:lnTo>
                <a:lnTo>
                  <a:pt x="833693" y="767615"/>
                </a:lnTo>
                <a:lnTo>
                  <a:pt x="828196" y="773113"/>
                </a:lnTo>
                <a:lnTo>
                  <a:pt x="824168" y="777056"/>
                </a:lnTo>
                <a:lnTo>
                  <a:pt x="817828" y="782638"/>
                </a:lnTo>
                <a:lnTo>
                  <a:pt x="814643" y="785627"/>
                </a:lnTo>
                <a:lnTo>
                  <a:pt x="806748" y="792163"/>
                </a:lnTo>
                <a:lnTo>
                  <a:pt x="805118" y="793750"/>
                </a:lnTo>
                <a:lnTo>
                  <a:pt x="795593" y="800368"/>
                </a:lnTo>
                <a:lnTo>
                  <a:pt x="794228" y="801688"/>
                </a:lnTo>
                <a:lnTo>
                  <a:pt x="786068" y="807765"/>
                </a:lnTo>
                <a:lnTo>
                  <a:pt x="782007" y="811213"/>
                </a:lnTo>
                <a:lnTo>
                  <a:pt x="776543" y="815474"/>
                </a:lnTo>
                <a:lnTo>
                  <a:pt x="769209" y="820738"/>
                </a:lnTo>
                <a:lnTo>
                  <a:pt x="767018" y="822766"/>
                </a:lnTo>
                <a:lnTo>
                  <a:pt x="757493" y="827484"/>
                </a:lnTo>
                <a:lnTo>
                  <a:pt x="754115" y="830263"/>
                </a:lnTo>
                <a:lnTo>
                  <a:pt x="747968" y="834493"/>
                </a:lnTo>
                <a:lnTo>
                  <a:pt x="738483" y="839788"/>
                </a:lnTo>
                <a:lnTo>
                  <a:pt x="738443" y="839825"/>
                </a:lnTo>
                <a:lnTo>
                  <a:pt x="728918" y="844831"/>
                </a:lnTo>
                <a:lnTo>
                  <a:pt x="721450" y="849313"/>
                </a:lnTo>
                <a:lnTo>
                  <a:pt x="719393" y="851053"/>
                </a:lnTo>
                <a:lnTo>
                  <a:pt x="709868" y="854880"/>
                </a:lnTo>
                <a:lnTo>
                  <a:pt x="703015" y="858838"/>
                </a:lnTo>
                <a:lnTo>
                  <a:pt x="700343" y="860866"/>
                </a:lnTo>
                <a:lnTo>
                  <a:pt x="690818" y="863850"/>
                </a:lnTo>
                <a:lnTo>
                  <a:pt x="681293" y="868108"/>
                </a:lnTo>
                <a:lnTo>
                  <a:pt x="680982" y="868362"/>
                </a:lnTo>
                <a:lnTo>
                  <a:pt x="671768" y="872725"/>
                </a:lnTo>
                <a:lnTo>
                  <a:pt x="662243" y="875185"/>
                </a:lnTo>
                <a:lnTo>
                  <a:pt x="656584" y="877888"/>
                </a:lnTo>
                <a:lnTo>
                  <a:pt x="652718" y="879916"/>
                </a:lnTo>
                <a:lnTo>
                  <a:pt x="643193" y="882465"/>
                </a:lnTo>
                <a:lnTo>
                  <a:pt x="633668" y="884749"/>
                </a:lnTo>
                <a:lnTo>
                  <a:pt x="627624" y="887413"/>
                </a:lnTo>
                <a:lnTo>
                  <a:pt x="624143" y="889153"/>
                </a:lnTo>
                <a:lnTo>
                  <a:pt x="614618" y="891367"/>
                </a:lnTo>
                <a:lnTo>
                  <a:pt x="605093" y="892693"/>
                </a:lnTo>
                <a:lnTo>
                  <a:pt x="595568" y="894599"/>
                </a:lnTo>
                <a:lnTo>
                  <a:pt x="589088" y="896938"/>
                </a:lnTo>
                <a:lnTo>
                  <a:pt x="586043" y="898201"/>
                </a:lnTo>
                <a:lnTo>
                  <a:pt x="576518" y="900329"/>
                </a:lnTo>
                <a:lnTo>
                  <a:pt x="566993" y="901273"/>
                </a:lnTo>
                <a:lnTo>
                  <a:pt x="557468" y="901998"/>
                </a:lnTo>
                <a:lnTo>
                  <a:pt x="547943" y="902920"/>
                </a:lnTo>
                <a:lnTo>
                  <a:pt x="538418" y="904210"/>
                </a:lnTo>
                <a:lnTo>
                  <a:pt x="528893" y="905612"/>
                </a:lnTo>
                <a:lnTo>
                  <a:pt x="519368" y="906352"/>
                </a:lnTo>
                <a:lnTo>
                  <a:pt x="517940" y="906463"/>
                </a:lnTo>
                <a:lnTo>
                  <a:pt x="509843" y="907058"/>
                </a:lnTo>
                <a:lnTo>
                  <a:pt x="500318" y="908050"/>
                </a:lnTo>
                <a:lnTo>
                  <a:pt x="490793" y="908582"/>
                </a:lnTo>
                <a:lnTo>
                  <a:pt x="481268" y="908844"/>
                </a:lnTo>
                <a:lnTo>
                  <a:pt x="471743" y="908152"/>
                </a:lnTo>
                <a:lnTo>
                  <a:pt x="462218" y="907612"/>
                </a:lnTo>
                <a:lnTo>
                  <a:pt x="452693" y="906925"/>
                </a:lnTo>
                <a:lnTo>
                  <a:pt x="448566" y="906463"/>
                </a:lnTo>
                <a:lnTo>
                  <a:pt x="443168" y="905867"/>
                </a:lnTo>
                <a:lnTo>
                  <a:pt x="433643" y="905034"/>
                </a:lnTo>
                <a:lnTo>
                  <a:pt x="424118" y="903502"/>
                </a:lnTo>
                <a:lnTo>
                  <a:pt x="414593" y="902433"/>
                </a:lnTo>
                <a:lnTo>
                  <a:pt x="405068" y="901642"/>
                </a:lnTo>
                <a:lnTo>
                  <a:pt x="395543" y="900840"/>
                </a:lnTo>
                <a:lnTo>
                  <a:pt x="386018" y="899562"/>
                </a:lnTo>
                <a:lnTo>
                  <a:pt x="378053" y="896938"/>
                </a:lnTo>
                <a:lnTo>
                  <a:pt x="376493" y="896277"/>
                </a:lnTo>
                <a:lnTo>
                  <a:pt x="366968" y="893546"/>
                </a:lnTo>
                <a:lnTo>
                  <a:pt x="357443" y="892076"/>
                </a:lnTo>
                <a:lnTo>
                  <a:pt x="347918" y="890478"/>
                </a:lnTo>
                <a:lnTo>
                  <a:pt x="339187" y="887413"/>
                </a:lnTo>
                <a:lnTo>
                  <a:pt x="338393" y="887019"/>
                </a:lnTo>
                <a:lnTo>
                  <a:pt x="328868" y="883415"/>
                </a:lnTo>
                <a:lnTo>
                  <a:pt x="319343" y="881216"/>
                </a:lnTo>
                <a:lnTo>
                  <a:pt x="311667" y="877888"/>
                </a:lnTo>
                <a:lnTo>
                  <a:pt x="309818" y="876796"/>
                </a:lnTo>
                <a:lnTo>
                  <a:pt x="300293" y="873694"/>
                </a:lnTo>
                <a:lnTo>
                  <a:pt x="290768" y="871251"/>
                </a:lnTo>
                <a:lnTo>
                  <a:pt x="286171" y="868363"/>
                </a:lnTo>
                <a:lnTo>
                  <a:pt x="281243" y="865332"/>
                </a:lnTo>
                <a:lnTo>
                  <a:pt x="271718" y="862321"/>
                </a:lnTo>
                <a:lnTo>
                  <a:pt x="265683" y="858838"/>
                </a:lnTo>
                <a:lnTo>
                  <a:pt x="262193" y="856456"/>
                </a:lnTo>
                <a:lnTo>
                  <a:pt x="252668" y="853485"/>
                </a:lnTo>
                <a:lnTo>
                  <a:pt x="246029" y="849313"/>
                </a:lnTo>
                <a:lnTo>
                  <a:pt x="243143" y="846974"/>
                </a:lnTo>
                <a:lnTo>
                  <a:pt x="233618" y="843037"/>
                </a:lnTo>
                <a:lnTo>
                  <a:pt x="229225" y="839788"/>
                </a:lnTo>
                <a:lnTo>
                  <a:pt x="224093" y="836180"/>
                </a:lnTo>
                <a:lnTo>
                  <a:pt x="214568" y="832150"/>
                </a:lnTo>
                <a:lnTo>
                  <a:pt x="212455" y="830263"/>
                </a:lnTo>
                <a:lnTo>
                  <a:pt x="205043" y="825227"/>
                </a:lnTo>
                <a:lnTo>
                  <a:pt x="199180" y="820738"/>
                </a:lnTo>
                <a:lnTo>
                  <a:pt x="195518" y="817605"/>
                </a:lnTo>
                <a:lnTo>
                  <a:pt x="185993" y="811250"/>
                </a:lnTo>
                <a:lnTo>
                  <a:pt x="185955" y="811213"/>
                </a:lnTo>
                <a:lnTo>
                  <a:pt x="176468" y="805407"/>
                </a:lnTo>
                <a:lnTo>
                  <a:pt x="172268" y="801688"/>
                </a:lnTo>
                <a:lnTo>
                  <a:pt x="166943" y="796901"/>
                </a:lnTo>
                <a:lnTo>
                  <a:pt x="161731" y="792163"/>
                </a:lnTo>
                <a:lnTo>
                  <a:pt x="157418" y="788202"/>
                </a:lnTo>
                <a:lnTo>
                  <a:pt x="150965" y="782638"/>
                </a:lnTo>
                <a:lnTo>
                  <a:pt x="147893" y="779754"/>
                </a:lnTo>
                <a:lnTo>
                  <a:pt x="139977" y="773113"/>
                </a:lnTo>
                <a:lnTo>
                  <a:pt x="138368" y="771504"/>
                </a:lnTo>
                <a:lnTo>
                  <a:pt x="130803" y="763588"/>
                </a:lnTo>
                <a:lnTo>
                  <a:pt x="128843" y="761603"/>
                </a:lnTo>
                <a:lnTo>
                  <a:pt x="121799" y="754063"/>
                </a:lnTo>
                <a:lnTo>
                  <a:pt x="119318" y="751581"/>
                </a:lnTo>
                <a:lnTo>
                  <a:pt x="112439" y="744538"/>
                </a:lnTo>
                <a:lnTo>
                  <a:pt x="109793" y="741727"/>
                </a:lnTo>
                <a:lnTo>
                  <a:pt x="104388" y="735013"/>
                </a:lnTo>
                <a:lnTo>
                  <a:pt x="100268" y="730384"/>
                </a:lnTo>
                <a:lnTo>
                  <a:pt x="95954" y="725488"/>
                </a:lnTo>
                <a:lnTo>
                  <a:pt x="90743" y="719070"/>
                </a:lnTo>
                <a:lnTo>
                  <a:pt x="87896" y="715963"/>
                </a:lnTo>
                <a:lnTo>
                  <a:pt x="81256" y="706438"/>
                </a:lnTo>
                <a:lnTo>
                  <a:pt x="81218" y="706398"/>
                </a:lnTo>
                <a:lnTo>
                  <a:pt x="75674" y="696913"/>
                </a:lnTo>
                <a:lnTo>
                  <a:pt x="71693" y="691631"/>
                </a:lnTo>
                <a:lnTo>
                  <a:pt x="68299" y="687388"/>
                </a:lnTo>
                <a:lnTo>
                  <a:pt x="63080" y="677863"/>
                </a:lnTo>
                <a:lnTo>
                  <a:pt x="62168" y="676873"/>
                </a:lnTo>
                <a:lnTo>
                  <a:pt x="57101" y="668338"/>
                </a:lnTo>
                <a:lnTo>
                  <a:pt x="52643" y="660335"/>
                </a:lnTo>
                <a:lnTo>
                  <a:pt x="51380" y="658813"/>
                </a:lnTo>
                <a:lnTo>
                  <a:pt x="47378" y="649288"/>
                </a:lnTo>
                <a:lnTo>
                  <a:pt x="43118" y="641798"/>
                </a:lnTo>
                <a:lnTo>
                  <a:pt x="41479" y="639763"/>
                </a:lnTo>
                <a:lnTo>
                  <a:pt x="37815" y="630238"/>
                </a:lnTo>
                <a:lnTo>
                  <a:pt x="33593" y="620761"/>
                </a:lnTo>
                <a:lnTo>
                  <a:pt x="33556" y="620713"/>
                </a:lnTo>
                <a:lnTo>
                  <a:pt x="29453" y="611188"/>
                </a:lnTo>
                <a:lnTo>
                  <a:pt x="26921" y="601663"/>
                </a:lnTo>
                <a:lnTo>
                  <a:pt x="24068" y="596365"/>
                </a:lnTo>
                <a:lnTo>
                  <a:pt x="21645" y="592138"/>
                </a:lnTo>
                <a:lnTo>
                  <a:pt x="19426" y="582613"/>
                </a:lnTo>
                <a:lnTo>
                  <a:pt x="17643" y="573088"/>
                </a:lnTo>
                <a:lnTo>
                  <a:pt x="14543" y="564598"/>
                </a:lnTo>
                <a:lnTo>
                  <a:pt x="14014" y="563563"/>
                </a:lnTo>
                <a:lnTo>
                  <a:pt x="10942" y="554038"/>
                </a:lnTo>
                <a:lnTo>
                  <a:pt x="9500" y="544513"/>
                </a:lnTo>
                <a:lnTo>
                  <a:pt x="8347" y="534988"/>
                </a:lnTo>
                <a:lnTo>
                  <a:pt x="6708" y="525463"/>
                </a:lnTo>
                <a:lnTo>
                  <a:pt x="5018" y="519074"/>
                </a:lnTo>
                <a:lnTo>
                  <a:pt x="4106" y="515938"/>
                </a:lnTo>
                <a:lnTo>
                  <a:pt x="2130" y="506413"/>
                </a:lnTo>
                <a:lnTo>
                  <a:pt x="1195" y="496888"/>
                </a:lnTo>
                <a:lnTo>
                  <a:pt x="820" y="487363"/>
                </a:lnTo>
                <a:lnTo>
                  <a:pt x="532" y="477838"/>
                </a:lnTo>
                <a:lnTo>
                  <a:pt x="275" y="468313"/>
                </a:lnTo>
                <a:lnTo>
                  <a:pt x="0" y="458788"/>
                </a:lnTo>
                <a:lnTo>
                  <a:pt x="21" y="449263"/>
                </a:lnTo>
                <a:lnTo>
                  <a:pt x="294" y="439738"/>
                </a:lnTo>
                <a:lnTo>
                  <a:pt x="532" y="430213"/>
                </a:lnTo>
                <a:lnTo>
                  <a:pt x="843" y="420688"/>
                </a:lnTo>
                <a:lnTo>
                  <a:pt x="1195" y="411163"/>
                </a:lnTo>
                <a:lnTo>
                  <a:pt x="2203" y="401638"/>
                </a:lnTo>
                <a:lnTo>
                  <a:pt x="4230" y="392113"/>
                </a:lnTo>
                <a:lnTo>
                  <a:pt x="5018" y="389441"/>
                </a:lnTo>
                <a:lnTo>
                  <a:pt x="6808" y="382588"/>
                </a:lnTo>
                <a:lnTo>
                  <a:pt x="8410" y="373063"/>
                </a:lnTo>
                <a:lnTo>
                  <a:pt x="9542" y="363538"/>
                </a:lnTo>
                <a:lnTo>
                  <a:pt x="11030" y="354013"/>
                </a:lnTo>
                <a:lnTo>
                  <a:pt x="14219" y="344488"/>
                </a:lnTo>
                <a:lnTo>
                  <a:pt x="14543" y="343866"/>
                </a:lnTo>
                <a:lnTo>
                  <a:pt x="17743" y="334963"/>
                </a:lnTo>
                <a:lnTo>
                  <a:pt x="19487" y="325438"/>
                </a:lnTo>
                <a:lnTo>
                  <a:pt x="21859" y="315913"/>
                </a:lnTo>
                <a:lnTo>
                  <a:pt x="24068" y="312171"/>
                </a:lnTo>
                <a:lnTo>
                  <a:pt x="27099" y="306388"/>
                </a:lnTo>
                <a:lnTo>
                  <a:pt x="29570" y="296863"/>
                </a:lnTo>
                <a:lnTo>
                  <a:pt x="33593" y="287685"/>
                </a:lnTo>
                <a:lnTo>
                  <a:pt x="33848" y="287338"/>
                </a:lnTo>
                <a:lnTo>
                  <a:pt x="37948" y="277813"/>
                </a:lnTo>
                <a:lnTo>
                  <a:pt x="41799" y="268288"/>
                </a:lnTo>
                <a:lnTo>
                  <a:pt x="43118" y="266700"/>
                </a:lnTo>
                <a:lnTo>
                  <a:pt x="47556" y="258763"/>
                </a:lnTo>
                <a:lnTo>
                  <a:pt x="51671" y="249238"/>
                </a:lnTo>
                <a:lnTo>
                  <a:pt x="52643" y="248087"/>
                </a:lnTo>
                <a:lnTo>
                  <a:pt x="57211" y="239713"/>
                </a:lnTo>
                <a:lnTo>
                  <a:pt x="62168" y="231574"/>
                </a:lnTo>
                <a:lnTo>
                  <a:pt x="63432" y="230188"/>
                </a:lnTo>
                <a:lnTo>
                  <a:pt x="68362" y="220663"/>
                </a:lnTo>
                <a:lnTo>
                  <a:pt x="71693" y="216541"/>
                </a:lnTo>
                <a:lnTo>
                  <a:pt x="75746" y="211138"/>
                </a:lnTo>
                <a:lnTo>
                  <a:pt x="81218" y="202314"/>
                </a:lnTo>
                <a:lnTo>
                  <a:pt x="81879" y="201613"/>
                </a:lnTo>
                <a:lnTo>
                  <a:pt x="88265" y="192088"/>
                </a:lnTo>
                <a:lnTo>
                  <a:pt x="90743" y="189422"/>
                </a:lnTo>
                <a:lnTo>
                  <a:pt x="96196" y="182563"/>
                </a:lnTo>
                <a:lnTo>
                  <a:pt x="100268" y="177882"/>
                </a:lnTo>
                <a:lnTo>
                  <a:pt x="104462" y="173038"/>
                </a:lnTo>
                <a:lnTo>
                  <a:pt x="109793" y="166659"/>
                </a:lnTo>
                <a:lnTo>
                  <a:pt x="112780" y="163513"/>
                </a:lnTo>
                <a:lnTo>
                  <a:pt x="119318" y="156665"/>
                </a:lnTo>
                <a:lnTo>
                  <a:pt x="121980" y="153988"/>
                </a:lnTo>
                <a:lnTo>
                  <a:pt x="128843" y="147042"/>
                </a:lnTo>
                <a:lnTo>
                  <a:pt x="131408" y="144463"/>
                </a:lnTo>
                <a:lnTo>
                  <a:pt x="138368" y="137110"/>
                </a:lnTo>
                <a:lnTo>
                  <a:pt x="140541" y="134938"/>
                </a:lnTo>
                <a:lnTo>
                  <a:pt x="147893" y="128509"/>
                </a:lnTo>
                <a:lnTo>
                  <a:pt x="151208" y="125413"/>
                </a:lnTo>
                <a:lnTo>
                  <a:pt x="157418" y="119994"/>
                </a:lnTo>
                <a:lnTo>
                  <a:pt x="161890" y="115888"/>
                </a:lnTo>
                <a:lnTo>
                  <a:pt x="166943" y="111339"/>
                </a:lnTo>
                <a:lnTo>
                  <a:pt x="172664" y="106363"/>
                </a:lnTo>
                <a:lnTo>
                  <a:pt x="176468" y="102933"/>
                </a:lnTo>
                <a:lnTo>
                  <a:pt x="185993" y="97433"/>
                </a:lnTo>
                <a:lnTo>
                  <a:pt x="186611" y="96837"/>
                </a:lnTo>
                <a:lnTo>
                  <a:pt x="195518" y="90884"/>
                </a:lnTo>
                <a:lnTo>
                  <a:pt x="199787" y="87313"/>
                </a:lnTo>
                <a:lnTo>
                  <a:pt x="205043" y="83128"/>
                </a:lnTo>
                <a:lnTo>
                  <a:pt x="213133" y="77788"/>
                </a:lnTo>
                <a:lnTo>
                  <a:pt x="214568" y="76468"/>
                </a:lnTo>
                <a:lnTo>
                  <a:pt x="224093" y="72212"/>
                </a:lnTo>
                <a:lnTo>
                  <a:pt x="230004" y="68263"/>
                </a:lnTo>
                <a:lnTo>
                  <a:pt x="233618" y="65447"/>
                </a:lnTo>
                <a:lnTo>
                  <a:pt x="243143" y="61478"/>
                </a:lnTo>
                <a:lnTo>
                  <a:pt x="246672" y="58737"/>
                </a:lnTo>
                <a:lnTo>
                  <a:pt x="252668" y="54825"/>
                </a:lnTo>
                <a:lnTo>
                  <a:pt x="262193" y="51915"/>
                </a:lnTo>
                <a:lnTo>
                  <a:pt x="266566" y="49212"/>
                </a:lnTo>
                <a:lnTo>
                  <a:pt x="271718" y="46182"/>
                </a:lnTo>
                <a:lnTo>
                  <a:pt x="281243" y="43140"/>
                </a:lnTo>
                <a:lnTo>
                  <a:pt x="287248" y="39687"/>
                </a:lnTo>
                <a:lnTo>
                  <a:pt x="290768" y="37306"/>
                </a:lnTo>
                <a:lnTo>
                  <a:pt x="300293" y="34660"/>
                </a:lnTo>
                <a:lnTo>
                  <a:pt x="309818" y="32144"/>
                </a:lnTo>
                <a:lnTo>
                  <a:pt x="313572" y="30163"/>
                </a:lnTo>
                <a:lnTo>
                  <a:pt x="319343" y="27422"/>
                </a:lnTo>
                <a:lnTo>
                  <a:pt x="328868" y="24934"/>
                </a:lnTo>
                <a:lnTo>
                  <a:pt x="338393" y="21844"/>
                </a:lnTo>
                <a:lnTo>
                  <a:pt x="340985" y="20638"/>
                </a:lnTo>
                <a:lnTo>
                  <a:pt x="347918" y="17974"/>
                </a:lnTo>
                <a:lnTo>
                  <a:pt x="357443" y="16240"/>
                </a:lnTo>
                <a:lnTo>
                  <a:pt x="366968" y="14909"/>
                </a:lnTo>
                <a:lnTo>
                  <a:pt x="376493" y="12541"/>
                </a:lnTo>
                <a:lnTo>
                  <a:pt x="380188" y="11112"/>
                </a:lnTo>
                <a:lnTo>
                  <a:pt x="386018" y="9038"/>
                </a:lnTo>
                <a:lnTo>
                  <a:pt x="395543" y="7570"/>
                </a:lnTo>
                <a:lnTo>
                  <a:pt x="405068" y="6669"/>
                </a:lnTo>
                <a:lnTo>
                  <a:pt x="414593" y="5923"/>
                </a:lnTo>
                <a:lnTo>
                  <a:pt x="424118" y="4979"/>
                </a:lnTo>
                <a:lnTo>
                  <a:pt x="433643" y="3616"/>
                </a:lnTo>
                <a:lnTo>
                  <a:pt x="443168" y="3016"/>
                </a:lnTo>
                <a:lnTo>
                  <a:pt x="452693" y="2183"/>
                </a:lnTo>
                <a:lnTo>
                  <a:pt x="458921" y="1587"/>
                </a:lnTo>
                <a:close/>
              </a:path>
            </a:pathLst>
          </a:custGeom>
          <a:solidFill xmlns:a="http://schemas.openxmlformats.org/drawingml/2006/main">
            <a:srgbClr val="888888"/>
          </a:solidFill>
          <a:ln xmlns:a="http://schemas.openxmlformats.org/drawingml/2006/main" w="0">
            <a:noFill/>
            <a:prstDash val="solid"/>
          </a:ln>
        </p:spPr>
      </p:sp>
      <p:sp>
        <p:nvSpPr>
          <p:cNvPr id="474" name="deep-skill-chaining-source-component-10-gradient-144-0">
            <a:extLst xmlns:a="http://schemas.openxmlformats.org/drawingml/2006/main">
              <a:ext uri="{FF2B5EF4-FFF2-40B4-BE49-F238E27FC236}">
                <a16:creationId xmlns:a16="http://schemas.microsoft.com/office/drawing/2014/main" id="{F07B9470-26E0-4632-9C47-916C07F36BCF}"/>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09090"/>
          </a:solidFill>
          <a:ln xmlns:a="http://schemas.openxmlformats.org/drawingml/2006/main" w="0">
            <a:noFill/>
            <a:prstDash val="solid"/>
          </a:ln>
        </p:spPr>
      </p:sp>
      <p:sp>
        <p:nvSpPr>
          <p:cNvPr id="475" name="deep-skill-chaining-source-component-10-gradient-146-0">
            <a:extLst xmlns:a="http://schemas.openxmlformats.org/drawingml/2006/main">
              <a:ext uri="{FF2B5EF4-FFF2-40B4-BE49-F238E27FC236}">
                <a16:creationId xmlns:a16="http://schemas.microsoft.com/office/drawing/2014/main" id="{1EF439F5-98B6-4A7B-AC7C-DCB10E70B58F}"/>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29292"/>
          </a:solidFill>
          <a:ln xmlns:a="http://schemas.openxmlformats.org/drawingml/2006/main" w="0">
            <a:noFill/>
            <a:prstDash val="solid"/>
          </a:ln>
        </p:spPr>
      </p:sp>
      <p:sp>
        <p:nvSpPr>
          <p:cNvPr id="476" name="deep-skill-chaining-source-component-10-gradient-148-0">
            <a:extLst xmlns:a="http://schemas.openxmlformats.org/drawingml/2006/main">
              <a:ext uri="{FF2B5EF4-FFF2-40B4-BE49-F238E27FC236}">
                <a16:creationId xmlns:a16="http://schemas.microsoft.com/office/drawing/2014/main" id="{45EA5F53-55F6-4FD7-83EB-9639F66462A6}"/>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49494"/>
          </a:solidFill>
          <a:ln xmlns:a="http://schemas.openxmlformats.org/drawingml/2006/main" w="0">
            <a:noFill/>
            <a:prstDash val="solid"/>
          </a:ln>
        </p:spPr>
      </p:sp>
      <p:sp>
        <p:nvSpPr>
          <p:cNvPr id="477" name="deep-skill-chaining-source-component-10-gradient-150-0">
            <a:extLst xmlns:a="http://schemas.openxmlformats.org/drawingml/2006/main">
              <a:ext uri="{FF2B5EF4-FFF2-40B4-BE49-F238E27FC236}">
                <a16:creationId xmlns:a16="http://schemas.microsoft.com/office/drawing/2014/main" id="{AE0F7FF8-A6A5-4144-BEE2-0A482A2A22B7}"/>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69696"/>
          </a:solidFill>
          <a:ln xmlns:a="http://schemas.openxmlformats.org/drawingml/2006/main" w="0">
            <a:noFill/>
            <a:prstDash val="solid"/>
          </a:ln>
        </p:spPr>
      </p:sp>
      <p:sp>
        <p:nvSpPr>
          <p:cNvPr id="478" name="deep-skill-chaining-source-component-10-gradient-152-0">
            <a:extLst xmlns:a="http://schemas.openxmlformats.org/drawingml/2006/main">
              <a:ext uri="{FF2B5EF4-FFF2-40B4-BE49-F238E27FC236}">
                <a16:creationId xmlns:a16="http://schemas.microsoft.com/office/drawing/2014/main" id="{2783F97A-CF2A-463B-8A48-5BF366A6ACCE}"/>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89898"/>
          </a:solidFill>
          <a:ln xmlns:a="http://schemas.openxmlformats.org/drawingml/2006/main" w="0">
            <a:noFill/>
            <a:prstDash val="solid"/>
          </a:ln>
        </p:spPr>
      </p:sp>
      <p:sp>
        <p:nvSpPr>
          <p:cNvPr id="479" name="deep-skill-chaining-source-component-10-gradient-154-0">
            <a:extLst xmlns:a="http://schemas.openxmlformats.org/drawingml/2006/main">
              <a:ext uri="{FF2B5EF4-FFF2-40B4-BE49-F238E27FC236}">
                <a16:creationId xmlns:a16="http://schemas.microsoft.com/office/drawing/2014/main" id="{99E1020A-B54E-46F6-B7A7-20A8DBA779F3}"/>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A9A9A"/>
          </a:solidFill>
          <a:ln xmlns:a="http://schemas.openxmlformats.org/drawingml/2006/main" w="0">
            <a:noFill/>
            <a:prstDash val="solid"/>
          </a:ln>
        </p:spPr>
      </p:sp>
      <p:sp>
        <p:nvSpPr>
          <p:cNvPr id="480" name="deep-skill-chaining-source-component-10-gradient-156-0">
            <a:extLst xmlns:a="http://schemas.openxmlformats.org/drawingml/2006/main">
              <a:ext uri="{FF2B5EF4-FFF2-40B4-BE49-F238E27FC236}">
                <a16:creationId xmlns:a16="http://schemas.microsoft.com/office/drawing/2014/main" id="{3AD9AA69-BED1-4B02-831B-27AD7C5AD402}"/>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C9C9C"/>
          </a:solidFill>
          <a:ln xmlns:a="http://schemas.openxmlformats.org/drawingml/2006/main" w="0">
            <a:noFill/>
            <a:prstDash val="solid"/>
          </a:ln>
        </p:spPr>
      </p:sp>
      <p:sp>
        <p:nvSpPr>
          <p:cNvPr id="481" name="deep-skill-chaining-source-component-10-gradient-158-0">
            <a:extLst xmlns:a="http://schemas.openxmlformats.org/drawingml/2006/main">
              <a:ext uri="{FF2B5EF4-FFF2-40B4-BE49-F238E27FC236}">
                <a16:creationId xmlns:a16="http://schemas.microsoft.com/office/drawing/2014/main" id="{D8720324-90CB-4353-B25E-3FB894970A84}"/>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9E9E9E"/>
          </a:solidFill>
          <a:ln xmlns:a="http://schemas.openxmlformats.org/drawingml/2006/main" w="0">
            <a:noFill/>
            <a:prstDash val="solid"/>
          </a:ln>
        </p:spPr>
      </p:sp>
      <p:sp>
        <p:nvSpPr>
          <p:cNvPr id="482" name="deep-skill-chaining-source-component-10-gradient-160-0">
            <a:extLst xmlns:a="http://schemas.openxmlformats.org/drawingml/2006/main">
              <a:ext uri="{FF2B5EF4-FFF2-40B4-BE49-F238E27FC236}">
                <a16:creationId xmlns:a16="http://schemas.microsoft.com/office/drawing/2014/main" id="{6F598929-99AF-4824-956F-704A081B79BB}"/>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0A0A0"/>
          </a:solidFill>
          <a:ln xmlns:a="http://schemas.openxmlformats.org/drawingml/2006/main" w="0">
            <a:noFill/>
            <a:prstDash val="solid"/>
          </a:ln>
        </p:spPr>
      </p:sp>
      <p:sp>
        <p:nvSpPr>
          <p:cNvPr id="483" name="deep-skill-chaining-source-component-10-gradient-162-0">
            <a:extLst xmlns:a="http://schemas.openxmlformats.org/drawingml/2006/main">
              <a:ext uri="{FF2B5EF4-FFF2-40B4-BE49-F238E27FC236}">
                <a16:creationId xmlns:a16="http://schemas.microsoft.com/office/drawing/2014/main" id="{D3C84D15-771A-4955-8F0C-0D338DE15AFC}"/>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2A2A2"/>
          </a:solidFill>
          <a:ln xmlns:a="http://schemas.openxmlformats.org/drawingml/2006/main" w="0">
            <a:noFill/>
            <a:prstDash val="solid"/>
          </a:ln>
        </p:spPr>
      </p:sp>
      <p:sp>
        <p:nvSpPr>
          <p:cNvPr id="484" name="deep-skill-chaining-source-component-10-gradient-164-0">
            <a:extLst xmlns:a="http://schemas.openxmlformats.org/drawingml/2006/main">
              <a:ext uri="{FF2B5EF4-FFF2-40B4-BE49-F238E27FC236}">
                <a16:creationId xmlns:a16="http://schemas.microsoft.com/office/drawing/2014/main" id="{3EE32AB4-D97F-4A1E-8FA0-887CE96A123C}"/>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4A4A4"/>
          </a:solidFill>
          <a:ln xmlns:a="http://schemas.openxmlformats.org/drawingml/2006/main" w="0">
            <a:noFill/>
            <a:prstDash val="solid"/>
          </a:ln>
        </p:spPr>
      </p:sp>
      <p:sp>
        <p:nvSpPr>
          <p:cNvPr id="485" name="deep-skill-chaining-source-component-10-gradient-166-0">
            <a:extLst xmlns:a="http://schemas.openxmlformats.org/drawingml/2006/main">
              <a:ext uri="{FF2B5EF4-FFF2-40B4-BE49-F238E27FC236}">
                <a16:creationId xmlns:a16="http://schemas.microsoft.com/office/drawing/2014/main" id="{BC92B573-B508-4399-8FDC-A2D52F865236}"/>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6A6A6"/>
          </a:solidFill>
          <a:ln xmlns:a="http://schemas.openxmlformats.org/drawingml/2006/main" w="0">
            <a:noFill/>
            <a:prstDash val="solid"/>
          </a:ln>
        </p:spPr>
      </p:sp>
      <p:sp>
        <p:nvSpPr>
          <p:cNvPr id="486" name="deep-skill-chaining-source-component-10-gradient-168-0">
            <a:extLst xmlns:a="http://schemas.openxmlformats.org/drawingml/2006/main">
              <a:ext uri="{FF2B5EF4-FFF2-40B4-BE49-F238E27FC236}">
                <a16:creationId xmlns:a16="http://schemas.microsoft.com/office/drawing/2014/main" id="{D8C2D0EC-AE1D-41C8-8BA2-D0B080180396}"/>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8A8A8"/>
          </a:solidFill>
          <a:ln xmlns:a="http://schemas.openxmlformats.org/drawingml/2006/main" w="0">
            <a:noFill/>
            <a:prstDash val="solid"/>
          </a:ln>
        </p:spPr>
      </p:sp>
      <p:sp>
        <p:nvSpPr>
          <p:cNvPr id="487" name="deep-skill-chaining-source-component-10-gradient-170-0">
            <a:extLst xmlns:a="http://schemas.openxmlformats.org/drawingml/2006/main">
              <a:ext uri="{FF2B5EF4-FFF2-40B4-BE49-F238E27FC236}">
                <a16:creationId xmlns:a16="http://schemas.microsoft.com/office/drawing/2014/main" id="{676E6512-ABD9-42D2-9E7B-B9CA69C6783D}"/>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AAAAA"/>
          </a:solidFill>
          <a:ln xmlns:a="http://schemas.openxmlformats.org/drawingml/2006/main" w="0">
            <a:noFill/>
            <a:prstDash val="solid"/>
          </a:ln>
        </p:spPr>
      </p:sp>
      <p:sp>
        <p:nvSpPr>
          <p:cNvPr id="488" name="deep-skill-chaining-source-component-10-gradient-172-0">
            <a:extLst xmlns:a="http://schemas.openxmlformats.org/drawingml/2006/main">
              <a:ext uri="{FF2B5EF4-FFF2-40B4-BE49-F238E27FC236}">
                <a16:creationId xmlns:a16="http://schemas.microsoft.com/office/drawing/2014/main" id="{15C29760-3537-4224-8E04-D51B346AED59}"/>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CACAC"/>
          </a:solidFill>
          <a:ln xmlns:a="http://schemas.openxmlformats.org/drawingml/2006/main" w="0">
            <a:noFill/>
            <a:prstDash val="solid"/>
          </a:ln>
        </p:spPr>
      </p:sp>
      <p:sp>
        <p:nvSpPr>
          <p:cNvPr id="489" name="deep-skill-chaining-source-component-10-gradient-174-0">
            <a:extLst xmlns:a="http://schemas.openxmlformats.org/drawingml/2006/main">
              <a:ext uri="{FF2B5EF4-FFF2-40B4-BE49-F238E27FC236}">
                <a16:creationId xmlns:a16="http://schemas.microsoft.com/office/drawing/2014/main" id="{DEA3805B-E905-4C25-B9C0-0FB1F28A388F}"/>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AEAEAE"/>
          </a:solidFill>
          <a:ln xmlns:a="http://schemas.openxmlformats.org/drawingml/2006/main" w="0">
            <a:noFill/>
            <a:prstDash val="solid"/>
          </a:ln>
        </p:spPr>
      </p:sp>
      <p:sp>
        <p:nvSpPr>
          <p:cNvPr id="490" name="deep-skill-chaining-source-component-10-gradient-176-0">
            <a:extLst xmlns:a="http://schemas.openxmlformats.org/drawingml/2006/main">
              <a:ext uri="{FF2B5EF4-FFF2-40B4-BE49-F238E27FC236}">
                <a16:creationId xmlns:a16="http://schemas.microsoft.com/office/drawing/2014/main" id="{62FCF079-E9F6-4C2E-9778-DFE40E4DC57B}"/>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0B0B0"/>
          </a:solidFill>
          <a:ln xmlns:a="http://schemas.openxmlformats.org/drawingml/2006/main" w="0">
            <a:noFill/>
            <a:prstDash val="solid"/>
          </a:ln>
        </p:spPr>
      </p:sp>
      <p:sp>
        <p:nvSpPr>
          <p:cNvPr id="491" name="deep-skill-chaining-source-component-10-gradient-178-0">
            <a:extLst xmlns:a="http://schemas.openxmlformats.org/drawingml/2006/main">
              <a:ext uri="{FF2B5EF4-FFF2-40B4-BE49-F238E27FC236}">
                <a16:creationId xmlns:a16="http://schemas.microsoft.com/office/drawing/2014/main" id="{03048B79-F2C6-43F3-857D-44E83CF664B0}"/>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2B2B2"/>
          </a:solidFill>
          <a:ln xmlns:a="http://schemas.openxmlformats.org/drawingml/2006/main" w="0">
            <a:noFill/>
            <a:prstDash val="solid"/>
          </a:ln>
        </p:spPr>
      </p:sp>
      <p:sp>
        <p:nvSpPr>
          <p:cNvPr id="492" name="deep-skill-chaining-source-component-10-gradient-180-0">
            <a:extLst xmlns:a="http://schemas.openxmlformats.org/drawingml/2006/main">
              <a:ext uri="{FF2B5EF4-FFF2-40B4-BE49-F238E27FC236}">
                <a16:creationId xmlns:a16="http://schemas.microsoft.com/office/drawing/2014/main" id="{7387F6A0-C113-4C3E-AF59-F69337801840}"/>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4B4B4"/>
          </a:solidFill>
          <a:ln xmlns:a="http://schemas.openxmlformats.org/drawingml/2006/main" w="0">
            <a:noFill/>
            <a:prstDash val="solid"/>
          </a:ln>
        </p:spPr>
      </p:sp>
      <p:sp>
        <p:nvSpPr>
          <p:cNvPr id="493" name="deep-skill-chaining-source-component-10-gradient-182-0">
            <a:extLst xmlns:a="http://schemas.openxmlformats.org/drawingml/2006/main">
              <a:ext uri="{FF2B5EF4-FFF2-40B4-BE49-F238E27FC236}">
                <a16:creationId xmlns:a16="http://schemas.microsoft.com/office/drawing/2014/main" id="{1F537291-0E4D-4191-835E-B461DA72E78C}"/>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6B6B6"/>
          </a:solidFill>
          <a:ln xmlns:a="http://schemas.openxmlformats.org/drawingml/2006/main" w="0">
            <a:noFill/>
            <a:prstDash val="solid"/>
          </a:ln>
        </p:spPr>
      </p:sp>
      <p:sp>
        <p:nvSpPr>
          <p:cNvPr id="494" name="deep-skill-chaining-source-component-10-gradient-184-0">
            <a:extLst xmlns:a="http://schemas.openxmlformats.org/drawingml/2006/main">
              <a:ext uri="{FF2B5EF4-FFF2-40B4-BE49-F238E27FC236}">
                <a16:creationId xmlns:a16="http://schemas.microsoft.com/office/drawing/2014/main" id="{7B051F55-343F-47F2-A838-82E1A2CED5FD}"/>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90588" y="209550"/>
                </a:lnTo>
                <a:lnTo>
                  <a:pt x="895350" y="214313"/>
                </a:lnTo>
                <a:lnTo>
                  <a:pt x="895350" y="223838"/>
                </a:lnTo>
                <a:lnTo>
                  <a:pt x="900113" y="228600"/>
                </a:lnTo>
                <a:lnTo>
                  <a:pt x="904875" y="233363"/>
                </a:lnTo>
                <a:lnTo>
                  <a:pt x="909638" y="238125"/>
                </a:lnTo>
                <a:lnTo>
                  <a:pt x="914400" y="242888"/>
                </a:lnTo>
                <a:lnTo>
                  <a:pt x="914400" y="252413"/>
                </a:lnTo>
                <a:lnTo>
                  <a:pt x="919163" y="257175"/>
                </a:lnTo>
                <a:lnTo>
                  <a:pt x="923925" y="261938"/>
                </a:lnTo>
                <a:lnTo>
                  <a:pt x="923925" y="271463"/>
                </a:lnTo>
                <a:lnTo>
                  <a:pt x="928688" y="276225"/>
                </a:lnTo>
                <a:lnTo>
                  <a:pt x="933450" y="280988"/>
                </a:lnTo>
                <a:lnTo>
                  <a:pt x="933450" y="290513"/>
                </a:lnTo>
                <a:lnTo>
                  <a:pt x="933450" y="300038"/>
                </a:lnTo>
                <a:lnTo>
                  <a:pt x="938213" y="304800"/>
                </a:lnTo>
                <a:lnTo>
                  <a:pt x="942975" y="309563"/>
                </a:lnTo>
                <a:lnTo>
                  <a:pt x="942975" y="319088"/>
                </a:lnTo>
                <a:lnTo>
                  <a:pt x="942975" y="328613"/>
                </a:lnTo>
                <a:lnTo>
                  <a:pt x="947738" y="333375"/>
                </a:lnTo>
                <a:lnTo>
                  <a:pt x="952500" y="338138"/>
                </a:lnTo>
                <a:lnTo>
                  <a:pt x="952500" y="347663"/>
                </a:lnTo>
                <a:lnTo>
                  <a:pt x="952500" y="357188"/>
                </a:lnTo>
                <a:lnTo>
                  <a:pt x="957263" y="361950"/>
                </a:lnTo>
                <a:lnTo>
                  <a:pt x="962025" y="366713"/>
                </a:lnTo>
                <a:lnTo>
                  <a:pt x="962025" y="376238"/>
                </a:lnTo>
                <a:lnTo>
                  <a:pt x="962025" y="385763"/>
                </a:lnTo>
                <a:lnTo>
                  <a:pt x="962025" y="395288"/>
                </a:lnTo>
                <a:lnTo>
                  <a:pt x="962025" y="404813"/>
                </a:lnTo>
                <a:lnTo>
                  <a:pt x="962025" y="414338"/>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62025" y="528638"/>
                </a:lnTo>
                <a:lnTo>
                  <a:pt x="962025" y="538163"/>
                </a:lnTo>
                <a:lnTo>
                  <a:pt x="962025" y="547688"/>
                </a:lnTo>
                <a:lnTo>
                  <a:pt x="957263" y="552450"/>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3338" y="628650"/>
                </a:lnTo>
                <a:lnTo>
                  <a:pt x="28575" y="623888"/>
                </a:lnTo>
                <a:lnTo>
                  <a:pt x="28575" y="614363"/>
                </a:lnTo>
                <a:lnTo>
                  <a:pt x="28575" y="604838"/>
                </a:lnTo>
                <a:lnTo>
                  <a:pt x="23813" y="600075"/>
                </a:lnTo>
                <a:lnTo>
                  <a:pt x="19050" y="595313"/>
                </a:lnTo>
                <a:lnTo>
                  <a:pt x="19050" y="585788"/>
                </a:lnTo>
                <a:lnTo>
                  <a:pt x="19050" y="576263"/>
                </a:lnTo>
                <a:lnTo>
                  <a:pt x="14288" y="571500"/>
                </a:lnTo>
                <a:lnTo>
                  <a:pt x="9525" y="566738"/>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4763" y="390525"/>
                </a:lnTo>
                <a:lnTo>
                  <a:pt x="9525" y="385763"/>
                </a:lnTo>
                <a:lnTo>
                  <a:pt x="9525" y="376238"/>
                </a:lnTo>
                <a:lnTo>
                  <a:pt x="9525" y="366713"/>
                </a:lnTo>
                <a:lnTo>
                  <a:pt x="9525" y="357188"/>
                </a:lnTo>
                <a:lnTo>
                  <a:pt x="9525" y="347663"/>
                </a:lnTo>
                <a:lnTo>
                  <a:pt x="14288" y="342900"/>
                </a:lnTo>
                <a:lnTo>
                  <a:pt x="19050" y="338138"/>
                </a:lnTo>
                <a:lnTo>
                  <a:pt x="19050" y="328613"/>
                </a:lnTo>
                <a:lnTo>
                  <a:pt x="19050" y="319088"/>
                </a:lnTo>
                <a:lnTo>
                  <a:pt x="23813" y="314325"/>
                </a:lnTo>
                <a:lnTo>
                  <a:pt x="28575" y="309563"/>
                </a:lnTo>
                <a:lnTo>
                  <a:pt x="28575" y="300038"/>
                </a:lnTo>
                <a:lnTo>
                  <a:pt x="33338" y="295275"/>
                </a:lnTo>
                <a:lnTo>
                  <a:pt x="38100" y="290513"/>
                </a:lnTo>
                <a:lnTo>
                  <a:pt x="38100" y="280988"/>
                </a:lnTo>
                <a:lnTo>
                  <a:pt x="38100" y="271463"/>
                </a:lnTo>
                <a:lnTo>
                  <a:pt x="42863" y="266700"/>
                </a:lnTo>
                <a:lnTo>
                  <a:pt x="47625" y="261938"/>
                </a:lnTo>
                <a:lnTo>
                  <a:pt x="47625" y="252413"/>
                </a:lnTo>
                <a:lnTo>
                  <a:pt x="52388" y="247650"/>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8588" y="152400"/>
                </a:lnTo>
                <a:lnTo>
                  <a:pt x="133350" y="147638"/>
                </a:lnTo>
                <a:lnTo>
                  <a:pt x="138113" y="142875"/>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8B8B8"/>
          </a:solidFill>
          <a:ln xmlns:a="http://schemas.openxmlformats.org/drawingml/2006/main" w="0">
            <a:noFill/>
            <a:prstDash val="solid"/>
          </a:ln>
        </p:spPr>
      </p:sp>
      <p:sp>
        <p:nvSpPr>
          <p:cNvPr id="495" name="deep-skill-chaining-source-component-10-gradient-186-0">
            <a:extLst xmlns:a="http://schemas.openxmlformats.org/drawingml/2006/main">
              <a:ext uri="{FF2B5EF4-FFF2-40B4-BE49-F238E27FC236}">
                <a16:creationId xmlns:a16="http://schemas.microsoft.com/office/drawing/2014/main" id="{EA83182B-449C-46DE-A618-A449AC49319E}"/>
              </a:ext>
            </a:extLst>
          </p:cNvPr>
          <p:cNvSpPr>
            <a:spLocks xmlns:a="http://schemas.openxmlformats.org/drawingml/2006/main" noGrp="1"/>
          </p:cNvSpPr>
          <p:nvPr/>
        </p:nvSpPr>
        <p:spPr>
          <a:xfrm xmlns:a="http://schemas.openxmlformats.org/drawingml/2006/main" rot="0">
            <a:off x="4286250" y="409575"/>
            <a:ext cx="971550" cy="914400"/>
          </a:xfrm>
          <a:custGeom xmlns:a="http://schemas.openxmlformats.org/drawingml/2006/main">
            <a:pathLst>
              <a:path w="971550" h="914400">
                <a:moveTo>
                  <a:pt x="457200" y="4763"/>
                </a:moveTo>
                <a:lnTo>
                  <a:pt x="461963" y="0"/>
                </a:lnTo>
                <a:lnTo>
                  <a:pt x="471488" y="0"/>
                </a:lnTo>
                <a:lnTo>
                  <a:pt x="481013" y="0"/>
                </a:lnTo>
                <a:lnTo>
                  <a:pt x="490538" y="0"/>
                </a:lnTo>
                <a:lnTo>
                  <a:pt x="500063" y="0"/>
                </a:lnTo>
                <a:lnTo>
                  <a:pt x="504825" y="4763"/>
                </a:lnTo>
                <a:lnTo>
                  <a:pt x="509588" y="9525"/>
                </a:lnTo>
                <a:lnTo>
                  <a:pt x="519113" y="9525"/>
                </a:lnTo>
                <a:lnTo>
                  <a:pt x="528638" y="9525"/>
                </a:lnTo>
                <a:lnTo>
                  <a:pt x="538163" y="9525"/>
                </a:lnTo>
                <a:lnTo>
                  <a:pt x="547688" y="9525"/>
                </a:lnTo>
                <a:lnTo>
                  <a:pt x="557213" y="9525"/>
                </a:lnTo>
                <a:lnTo>
                  <a:pt x="566738" y="9525"/>
                </a:lnTo>
                <a:lnTo>
                  <a:pt x="576263" y="9525"/>
                </a:lnTo>
                <a:lnTo>
                  <a:pt x="585788" y="9525"/>
                </a:lnTo>
                <a:lnTo>
                  <a:pt x="590550" y="14288"/>
                </a:lnTo>
                <a:lnTo>
                  <a:pt x="595313" y="19050"/>
                </a:lnTo>
                <a:lnTo>
                  <a:pt x="604838" y="19050"/>
                </a:lnTo>
                <a:lnTo>
                  <a:pt x="614363" y="19050"/>
                </a:lnTo>
                <a:lnTo>
                  <a:pt x="623888" y="19050"/>
                </a:lnTo>
                <a:lnTo>
                  <a:pt x="628650" y="23813"/>
                </a:lnTo>
                <a:lnTo>
                  <a:pt x="633413" y="28575"/>
                </a:lnTo>
                <a:lnTo>
                  <a:pt x="642938" y="28575"/>
                </a:lnTo>
                <a:lnTo>
                  <a:pt x="652463" y="28575"/>
                </a:lnTo>
                <a:lnTo>
                  <a:pt x="657225" y="33338"/>
                </a:lnTo>
                <a:lnTo>
                  <a:pt x="661988" y="38100"/>
                </a:lnTo>
                <a:lnTo>
                  <a:pt x="671513" y="38100"/>
                </a:lnTo>
                <a:lnTo>
                  <a:pt x="676275" y="42863"/>
                </a:lnTo>
                <a:lnTo>
                  <a:pt x="681038" y="47625"/>
                </a:lnTo>
                <a:lnTo>
                  <a:pt x="690563" y="47625"/>
                </a:lnTo>
                <a:lnTo>
                  <a:pt x="700088" y="47625"/>
                </a:lnTo>
                <a:lnTo>
                  <a:pt x="704850" y="52388"/>
                </a:lnTo>
                <a:lnTo>
                  <a:pt x="709613" y="57150"/>
                </a:lnTo>
                <a:lnTo>
                  <a:pt x="719138" y="57150"/>
                </a:lnTo>
                <a:lnTo>
                  <a:pt x="723900" y="61913"/>
                </a:lnTo>
                <a:lnTo>
                  <a:pt x="728663" y="66675"/>
                </a:lnTo>
                <a:lnTo>
                  <a:pt x="733425" y="71438"/>
                </a:lnTo>
                <a:lnTo>
                  <a:pt x="738188" y="76200"/>
                </a:lnTo>
                <a:lnTo>
                  <a:pt x="747713" y="76200"/>
                </a:lnTo>
                <a:lnTo>
                  <a:pt x="752475" y="80963"/>
                </a:lnTo>
                <a:lnTo>
                  <a:pt x="757238" y="85725"/>
                </a:lnTo>
                <a:lnTo>
                  <a:pt x="766763" y="85725"/>
                </a:lnTo>
                <a:lnTo>
                  <a:pt x="771525" y="90488"/>
                </a:lnTo>
                <a:lnTo>
                  <a:pt x="776288" y="95250"/>
                </a:lnTo>
                <a:lnTo>
                  <a:pt x="781050" y="100013"/>
                </a:lnTo>
                <a:lnTo>
                  <a:pt x="785813" y="104775"/>
                </a:lnTo>
                <a:lnTo>
                  <a:pt x="790575" y="109538"/>
                </a:lnTo>
                <a:lnTo>
                  <a:pt x="795338" y="114300"/>
                </a:lnTo>
                <a:lnTo>
                  <a:pt x="804863" y="114300"/>
                </a:lnTo>
                <a:lnTo>
                  <a:pt x="809625" y="119063"/>
                </a:lnTo>
                <a:lnTo>
                  <a:pt x="814388" y="123825"/>
                </a:lnTo>
                <a:lnTo>
                  <a:pt x="819150" y="128588"/>
                </a:lnTo>
                <a:lnTo>
                  <a:pt x="823913" y="133350"/>
                </a:lnTo>
                <a:lnTo>
                  <a:pt x="828675" y="138113"/>
                </a:lnTo>
                <a:lnTo>
                  <a:pt x="833438" y="142875"/>
                </a:lnTo>
                <a:lnTo>
                  <a:pt x="838200" y="147638"/>
                </a:lnTo>
                <a:lnTo>
                  <a:pt x="842963" y="152400"/>
                </a:lnTo>
                <a:lnTo>
                  <a:pt x="847725" y="157163"/>
                </a:lnTo>
                <a:lnTo>
                  <a:pt x="852488" y="161925"/>
                </a:lnTo>
                <a:lnTo>
                  <a:pt x="857250" y="166688"/>
                </a:lnTo>
                <a:lnTo>
                  <a:pt x="862013" y="171450"/>
                </a:lnTo>
                <a:lnTo>
                  <a:pt x="866775" y="176213"/>
                </a:lnTo>
                <a:lnTo>
                  <a:pt x="866775" y="185738"/>
                </a:lnTo>
                <a:lnTo>
                  <a:pt x="871538" y="190500"/>
                </a:lnTo>
                <a:lnTo>
                  <a:pt x="876300" y="195263"/>
                </a:lnTo>
                <a:lnTo>
                  <a:pt x="881063" y="200025"/>
                </a:lnTo>
                <a:lnTo>
                  <a:pt x="885825" y="204788"/>
                </a:lnTo>
                <a:lnTo>
                  <a:pt x="885825" y="214313"/>
                </a:lnTo>
                <a:lnTo>
                  <a:pt x="890588" y="219075"/>
                </a:lnTo>
                <a:lnTo>
                  <a:pt x="895350" y="223838"/>
                </a:lnTo>
                <a:lnTo>
                  <a:pt x="900113" y="228600"/>
                </a:lnTo>
                <a:lnTo>
                  <a:pt x="904875" y="233363"/>
                </a:lnTo>
                <a:lnTo>
                  <a:pt x="904875" y="242888"/>
                </a:lnTo>
                <a:lnTo>
                  <a:pt x="909638" y="247650"/>
                </a:lnTo>
                <a:lnTo>
                  <a:pt x="914400" y="252413"/>
                </a:lnTo>
                <a:lnTo>
                  <a:pt x="919163" y="257175"/>
                </a:lnTo>
                <a:lnTo>
                  <a:pt x="923925" y="261938"/>
                </a:lnTo>
                <a:lnTo>
                  <a:pt x="919163" y="266700"/>
                </a:lnTo>
                <a:lnTo>
                  <a:pt x="914400" y="271463"/>
                </a:lnTo>
                <a:lnTo>
                  <a:pt x="919163" y="276225"/>
                </a:lnTo>
                <a:lnTo>
                  <a:pt x="923925" y="280988"/>
                </a:lnTo>
                <a:lnTo>
                  <a:pt x="923925" y="290513"/>
                </a:lnTo>
                <a:lnTo>
                  <a:pt x="928688" y="295275"/>
                </a:lnTo>
                <a:lnTo>
                  <a:pt x="933450" y="300038"/>
                </a:lnTo>
                <a:lnTo>
                  <a:pt x="933450" y="309563"/>
                </a:lnTo>
                <a:lnTo>
                  <a:pt x="938213" y="314325"/>
                </a:lnTo>
                <a:lnTo>
                  <a:pt x="942975" y="319088"/>
                </a:lnTo>
                <a:lnTo>
                  <a:pt x="942975" y="328613"/>
                </a:lnTo>
                <a:lnTo>
                  <a:pt x="947738" y="333375"/>
                </a:lnTo>
                <a:lnTo>
                  <a:pt x="952500" y="338138"/>
                </a:lnTo>
                <a:lnTo>
                  <a:pt x="947738" y="342900"/>
                </a:lnTo>
                <a:lnTo>
                  <a:pt x="942975" y="347663"/>
                </a:lnTo>
                <a:lnTo>
                  <a:pt x="947738" y="352425"/>
                </a:lnTo>
                <a:lnTo>
                  <a:pt x="952500" y="357188"/>
                </a:lnTo>
                <a:lnTo>
                  <a:pt x="952500" y="366713"/>
                </a:lnTo>
                <a:lnTo>
                  <a:pt x="952500" y="376238"/>
                </a:lnTo>
                <a:lnTo>
                  <a:pt x="952500" y="385763"/>
                </a:lnTo>
                <a:lnTo>
                  <a:pt x="952500" y="395288"/>
                </a:lnTo>
                <a:lnTo>
                  <a:pt x="952500" y="404813"/>
                </a:lnTo>
                <a:lnTo>
                  <a:pt x="952500" y="414338"/>
                </a:lnTo>
                <a:lnTo>
                  <a:pt x="957263" y="419100"/>
                </a:lnTo>
                <a:lnTo>
                  <a:pt x="962025" y="423863"/>
                </a:lnTo>
                <a:lnTo>
                  <a:pt x="962025" y="433388"/>
                </a:lnTo>
                <a:lnTo>
                  <a:pt x="962025" y="442913"/>
                </a:lnTo>
                <a:lnTo>
                  <a:pt x="966788" y="447675"/>
                </a:lnTo>
                <a:lnTo>
                  <a:pt x="971550" y="452438"/>
                </a:lnTo>
                <a:lnTo>
                  <a:pt x="971550" y="461963"/>
                </a:lnTo>
                <a:lnTo>
                  <a:pt x="966788" y="466725"/>
                </a:lnTo>
                <a:lnTo>
                  <a:pt x="962025" y="471488"/>
                </a:lnTo>
                <a:lnTo>
                  <a:pt x="962025" y="481013"/>
                </a:lnTo>
                <a:lnTo>
                  <a:pt x="962025" y="490538"/>
                </a:lnTo>
                <a:lnTo>
                  <a:pt x="962025" y="500063"/>
                </a:lnTo>
                <a:lnTo>
                  <a:pt x="962025" y="509588"/>
                </a:lnTo>
                <a:lnTo>
                  <a:pt x="962025" y="519113"/>
                </a:lnTo>
                <a:lnTo>
                  <a:pt x="957263" y="523875"/>
                </a:lnTo>
                <a:lnTo>
                  <a:pt x="952500" y="528638"/>
                </a:lnTo>
                <a:lnTo>
                  <a:pt x="952500" y="538163"/>
                </a:lnTo>
                <a:lnTo>
                  <a:pt x="952500" y="547688"/>
                </a:lnTo>
                <a:lnTo>
                  <a:pt x="952500" y="557213"/>
                </a:lnTo>
                <a:lnTo>
                  <a:pt x="952500" y="566738"/>
                </a:lnTo>
                <a:lnTo>
                  <a:pt x="952500" y="576263"/>
                </a:lnTo>
                <a:lnTo>
                  <a:pt x="947738" y="581025"/>
                </a:lnTo>
                <a:lnTo>
                  <a:pt x="942975" y="585788"/>
                </a:lnTo>
                <a:lnTo>
                  <a:pt x="942975" y="595313"/>
                </a:lnTo>
                <a:lnTo>
                  <a:pt x="942975" y="604838"/>
                </a:lnTo>
                <a:lnTo>
                  <a:pt x="938213" y="609600"/>
                </a:lnTo>
                <a:lnTo>
                  <a:pt x="933450" y="614363"/>
                </a:lnTo>
                <a:lnTo>
                  <a:pt x="933450" y="623888"/>
                </a:lnTo>
                <a:lnTo>
                  <a:pt x="933450" y="633413"/>
                </a:lnTo>
                <a:lnTo>
                  <a:pt x="928688" y="638175"/>
                </a:lnTo>
                <a:lnTo>
                  <a:pt x="923925" y="642938"/>
                </a:lnTo>
                <a:lnTo>
                  <a:pt x="923925" y="652463"/>
                </a:lnTo>
                <a:lnTo>
                  <a:pt x="919163" y="657225"/>
                </a:lnTo>
                <a:lnTo>
                  <a:pt x="914400" y="661988"/>
                </a:lnTo>
                <a:lnTo>
                  <a:pt x="914400" y="671513"/>
                </a:lnTo>
                <a:lnTo>
                  <a:pt x="909638" y="676275"/>
                </a:lnTo>
                <a:lnTo>
                  <a:pt x="904875" y="681038"/>
                </a:lnTo>
                <a:lnTo>
                  <a:pt x="900113" y="685800"/>
                </a:lnTo>
                <a:lnTo>
                  <a:pt x="895350" y="690563"/>
                </a:lnTo>
                <a:lnTo>
                  <a:pt x="895350" y="700088"/>
                </a:lnTo>
                <a:lnTo>
                  <a:pt x="890588" y="704850"/>
                </a:lnTo>
                <a:lnTo>
                  <a:pt x="885825" y="709613"/>
                </a:lnTo>
                <a:lnTo>
                  <a:pt x="881063" y="714375"/>
                </a:lnTo>
                <a:lnTo>
                  <a:pt x="876300" y="719138"/>
                </a:lnTo>
                <a:lnTo>
                  <a:pt x="871538" y="723900"/>
                </a:lnTo>
                <a:lnTo>
                  <a:pt x="866775" y="728663"/>
                </a:lnTo>
                <a:lnTo>
                  <a:pt x="866775" y="738188"/>
                </a:lnTo>
                <a:lnTo>
                  <a:pt x="862013" y="742950"/>
                </a:lnTo>
                <a:lnTo>
                  <a:pt x="857250" y="747713"/>
                </a:lnTo>
                <a:lnTo>
                  <a:pt x="852488" y="752475"/>
                </a:lnTo>
                <a:lnTo>
                  <a:pt x="847725" y="757238"/>
                </a:lnTo>
                <a:lnTo>
                  <a:pt x="842963" y="762000"/>
                </a:lnTo>
                <a:lnTo>
                  <a:pt x="838200" y="766763"/>
                </a:lnTo>
                <a:lnTo>
                  <a:pt x="833438" y="771525"/>
                </a:lnTo>
                <a:lnTo>
                  <a:pt x="828675" y="776288"/>
                </a:lnTo>
                <a:lnTo>
                  <a:pt x="823913" y="781050"/>
                </a:lnTo>
                <a:lnTo>
                  <a:pt x="819150" y="785813"/>
                </a:lnTo>
                <a:lnTo>
                  <a:pt x="814388" y="790575"/>
                </a:lnTo>
                <a:lnTo>
                  <a:pt x="809625" y="795338"/>
                </a:lnTo>
                <a:lnTo>
                  <a:pt x="804863" y="800100"/>
                </a:lnTo>
                <a:lnTo>
                  <a:pt x="795338" y="800100"/>
                </a:lnTo>
                <a:lnTo>
                  <a:pt x="790575" y="804863"/>
                </a:lnTo>
                <a:lnTo>
                  <a:pt x="785813" y="809625"/>
                </a:lnTo>
                <a:lnTo>
                  <a:pt x="781050" y="814388"/>
                </a:lnTo>
                <a:lnTo>
                  <a:pt x="776288" y="819150"/>
                </a:lnTo>
                <a:lnTo>
                  <a:pt x="771525" y="823913"/>
                </a:lnTo>
                <a:lnTo>
                  <a:pt x="766763" y="828675"/>
                </a:lnTo>
                <a:lnTo>
                  <a:pt x="757238" y="828675"/>
                </a:lnTo>
                <a:lnTo>
                  <a:pt x="752475" y="833438"/>
                </a:lnTo>
                <a:lnTo>
                  <a:pt x="747713" y="838200"/>
                </a:lnTo>
                <a:lnTo>
                  <a:pt x="742950" y="842963"/>
                </a:lnTo>
                <a:lnTo>
                  <a:pt x="738188" y="847725"/>
                </a:lnTo>
                <a:lnTo>
                  <a:pt x="728663" y="847725"/>
                </a:lnTo>
                <a:lnTo>
                  <a:pt x="723900" y="852488"/>
                </a:lnTo>
                <a:lnTo>
                  <a:pt x="719138" y="857250"/>
                </a:lnTo>
                <a:lnTo>
                  <a:pt x="709613" y="857250"/>
                </a:lnTo>
                <a:lnTo>
                  <a:pt x="704850" y="862013"/>
                </a:lnTo>
                <a:lnTo>
                  <a:pt x="700088" y="866775"/>
                </a:lnTo>
                <a:lnTo>
                  <a:pt x="690563" y="866775"/>
                </a:lnTo>
                <a:lnTo>
                  <a:pt x="681038" y="866775"/>
                </a:lnTo>
                <a:lnTo>
                  <a:pt x="676275" y="871538"/>
                </a:lnTo>
                <a:lnTo>
                  <a:pt x="671513" y="876300"/>
                </a:lnTo>
                <a:lnTo>
                  <a:pt x="661988" y="876300"/>
                </a:lnTo>
                <a:lnTo>
                  <a:pt x="657225" y="881063"/>
                </a:lnTo>
                <a:lnTo>
                  <a:pt x="652463" y="885825"/>
                </a:lnTo>
                <a:lnTo>
                  <a:pt x="642938" y="885825"/>
                </a:lnTo>
                <a:lnTo>
                  <a:pt x="633413" y="885825"/>
                </a:lnTo>
                <a:lnTo>
                  <a:pt x="628650" y="890588"/>
                </a:lnTo>
                <a:lnTo>
                  <a:pt x="623888" y="895350"/>
                </a:lnTo>
                <a:lnTo>
                  <a:pt x="614363" y="895350"/>
                </a:lnTo>
                <a:lnTo>
                  <a:pt x="604838" y="895350"/>
                </a:lnTo>
                <a:lnTo>
                  <a:pt x="595313" y="895350"/>
                </a:lnTo>
                <a:lnTo>
                  <a:pt x="590550" y="900113"/>
                </a:lnTo>
                <a:lnTo>
                  <a:pt x="585788" y="904875"/>
                </a:lnTo>
                <a:lnTo>
                  <a:pt x="576263" y="904875"/>
                </a:lnTo>
                <a:lnTo>
                  <a:pt x="566738" y="904875"/>
                </a:lnTo>
                <a:lnTo>
                  <a:pt x="557213" y="904875"/>
                </a:lnTo>
                <a:lnTo>
                  <a:pt x="547688" y="904875"/>
                </a:lnTo>
                <a:lnTo>
                  <a:pt x="538163" y="904875"/>
                </a:lnTo>
                <a:lnTo>
                  <a:pt x="528638" y="904875"/>
                </a:lnTo>
                <a:lnTo>
                  <a:pt x="519113" y="904875"/>
                </a:lnTo>
                <a:lnTo>
                  <a:pt x="514350" y="909638"/>
                </a:lnTo>
                <a:lnTo>
                  <a:pt x="509588" y="914400"/>
                </a:lnTo>
                <a:lnTo>
                  <a:pt x="500063" y="914400"/>
                </a:lnTo>
                <a:lnTo>
                  <a:pt x="490538" y="914400"/>
                </a:lnTo>
                <a:lnTo>
                  <a:pt x="481013" y="914400"/>
                </a:lnTo>
                <a:lnTo>
                  <a:pt x="471488" y="914400"/>
                </a:lnTo>
                <a:lnTo>
                  <a:pt x="461963" y="914400"/>
                </a:lnTo>
                <a:lnTo>
                  <a:pt x="452438" y="914400"/>
                </a:lnTo>
                <a:lnTo>
                  <a:pt x="447675" y="909638"/>
                </a:lnTo>
                <a:lnTo>
                  <a:pt x="442913" y="904875"/>
                </a:lnTo>
                <a:lnTo>
                  <a:pt x="433388" y="904875"/>
                </a:lnTo>
                <a:lnTo>
                  <a:pt x="423863" y="904875"/>
                </a:lnTo>
                <a:lnTo>
                  <a:pt x="414338" y="904875"/>
                </a:lnTo>
                <a:lnTo>
                  <a:pt x="404813" y="904875"/>
                </a:lnTo>
                <a:lnTo>
                  <a:pt x="395288" y="904875"/>
                </a:lnTo>
                <a:lnTo>
                  <a:pt x="385763" y="904875"/>
                </a:lnTo>
                <a:lnTo>
                  <a:pt x="381000" y="900113"/>
                </a:lnTo>
                <a:lnTo>
                  <a:pt x="376238" y="895350"/>
                </a:lnTo>
                <a:lnTo>
                  <a:pt x="366713" y="895350"/>
                </a:lnTo>
                <a:lnTo>
                  <a:pt x="357188" y="895350"/>
                </a:lnTo>
                <a:lnTo>
                  <a:pt x="347663" y="895350"/>
                </a:lnTo>
                <a:lnTo>
                  <a:pt x="342900" y="890588"/>
                </a:lnTo>
                <a:lnTo>
                  <a:pt x="338138" y="885825"/>
                </a:lnTo>
                <a:lnTo>
                  <a:pt x="328613" y="885825"/>
                </a:lnTo>
                <a:lnTo>
                  <a:pt x="319088" y="885825"/>
                </a:lnTo>
                <a:lnTo>
                  <a:pt x="314325" y="881063"/>
                </a:lnTo>
                <a:lnTo>
                  <a:pt x="309563" y="876300"/>
                </a:lnTo>
                <a:lnTo>
                  <a:pt x="300038" y="876300"/>
                </a:lnTo>
                <a:lnTo>
                  <a:pt x="290513" y="876300"/>
                </a:lnTo>
                <a:lnTo>
                  <a:pt x="285750" y="871538"/>
                </a:lnTo>
                <a:lnTo>
                  <a:pt x="280988" y="866775"/>
                </a:lnTo>
                <a:lnTo>
                  <a:pt x="271463" y="866775"/>
                </a:lnTo>
                <a:lnTo>
                  <a:pt x="266700" y="862013"/>
                </a:lnTo>
                <a:lnTo>
                  <a:pt x="261938" y="857250"/>
                </a:lnTo>
                <a:lnTo>
                  <a:pt x="252413" y="857250"/>
                </a:lnTo>
                <a:lnTo>
                  <a:pt x="247650" y="852488"/>
                </a:lnTo>
                <a:lnTo>
                  <a:pt x="242888" y="847725"/>
                </a:lnTo>
                <a:lnTo>
                  <a:pt x="233363" y="847725"/>
                </a:lnTo>
                <a:lnTo>
                  <a:pt x="228600" y="842963"/>
                </a:lnTo>
                <a:lnTo>
                  <a:pt x="223838" y="838200"/>
                </a:lnTo>
                <a:lnTo>
                  <a:pt x="214313" y="838200"/>
                </a:lnTo>
                <a:lnTo>
                  <a:pt x="209550" y="833438"/>
                </a:lnTo>
                <a:lnTo>
                  <a:pt x="204788" y="828675"/>
                </a:lnTo>
                <a:lnTo>
                  <a:pt x="200025" y="823913"/>
                </a:lnTo>
                <a:lnTo>
                  <a:pt x="195263" y="819150"/>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2388" y="666750"/>
                </a:lnTo>
                <a:lnTo>
                  <a:pt x="47625" y="661988"/>
                </a:lnTo>
                <a:lnTo>
                  <a:pt x="47625" y="652463"/>
                </a:lnTo>
                <a:lnTo>
                  <a:pt x="42863" y="647700"/>
                </a:lnTo>
                <a:lnTo>
                  <a:pt x="38100" y="642938"/>
                </a:lnTo>
                <a:lnTo>
                  <a:pt x="38100" y="633413"/>
                </a:lnTo>
                <a:lnTo>
                  <a:pt x="38100" y="623888"/>
                </a:lnTo>
                <a:lnTo>
                  <a:pt x="38100" y="614363"/>
                </a:lnTo>
                <a:lnTo>
                  <a:pt x="33338" y="609600"/>
                </a:lnTo>
                <a:lnTo>
                  <a:pt x="28575" y="604838"/>
                </a:lnTo>
                <a:lnTo>
                  <a:pt x="28575" y="595313"/>
                </a:lnTo>
                <a:lnTo>
                  <a:pt x="28575" y="585788"/>
                </a:lnTo>
                <a:lnTo>
                  <a:pt x="23813" y="581025"/>
                </a:lnTo>
                <a:lnTo>
                  <a:pt x="19050" y="576263"/>
                </a:lnTo>
                <a:lnTo>
                  <a:pt x="19050" y="566738"/>
                </a:lnTo>
                <a:lnTo>
                  <a:pt x="14288" y="561975"/>
                </a:lnTo>
                <a:lnTo>
                  <a:pt x="9525" y="557213"/>
                </a:lnTo>
                <a:lnTo>
                  <a:pt x="9525" y="547688"/>
                </a:lnTo>
                <a:lnTo>
                  <a:pt x="9525" y="538163"/>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4763" y="409575"/>
                </a:lnTo>
                <a:lnTo>
                  <a:pt x="9525" y="404813"/>
                </a:lnTo>
                <a:lnTo>
                  <a:pt x="9525" y="395288"/>
                </a:lnTo>
                <a:lnTo>
                  <a:pt x="9525" y="385763"/>
                </a:lnTo>
                <a:lnTo>
                  <a:pt x="9525" y="376238"/>
                </a:lnTo>
                <a:lnTo>
                  <a:pt x="9525" y="366713"/>
                </a:lnTo>
                <a:lnTo>
                  <a:pt x="14288" y="361950"/>
                </a:lnTo>
                <a:lnTo>
                  <a:pt x="19050" y="357188"/>
                </a:lnTo>
                <a:lnTo>
                  <a:pt x="23813" y="352425"/>
                </a:lnTo>
                <a:lnTo>
                  <a:pt x="28575" y="347663"/>
                </a:lnTo>
                <a:lnTo>
                  <a:pt x="28575" y="338138"/>
                </a:lnTo>
                <a:lnTo>
                  <a:pt x="28575" y="328613"/>
                </a:lnTo>
                <a:lnTo>
                  <a:pt x="28575" y="319088"/>
                </a:lnTo>
                <a:lnTo>
                  <a:pt x="28575" y="309563"/>
                </a:lnTo>
                <a:lnTo>
                  <a:pt x="33338" y="304800"/>
                </a:lnTo>
                <a:lnTo>
                  <a:pt x="38100" y="300038"/>
                </a:lnTo>
                <a:lnTo>
                  <a:pt x="38100" y="290513"/>
                </a:lnTo>
                <a:lnTo>
                  <a:pt x="42863" y="285750"/>
                </a:lnTo>
                <a:lnTo>
                  <a:pt x="47625" y="280988"/>
                </a:lnTo>
                <a:lnTo>
                  <a:pt x="47625" y="271463"/>
                </a:lnTo>
                <a:lnTo>
                  <a:pt x="52388" y="266700"/>
                </a:lnTo>
                <a:lnTo>
                  <a:pt x="57150" y="261938"/>
                </a:lnTo>
                <a:lnTo>
                  <a:pt x="57150" y="252413"/>
                </a:lnTo>
                <a:lnTo>
                  <a:pt x="57150" y="242888"/>
                </a:lnTo>
                <a:lnTo>
                  <a:pt x="61913" y="238125"/>
                </a:lnTo>
                <a:lnTo>
                  <a:pt x="66675" y="233363"/>
                </a:lnTo>
                <a:lnTo>
                  <a:pt x="71438" y="228600"/>
                </a:lnTo>
                <a:lnTo>
                  <a:pt x="76200" y="223838"/>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8588" y="161925"/>
                </a:lnTo>
                <a:lnTo>
                  <a:pt x="133350" y="157163"/>
                </a:lnTo>
                <a:lnTo>
                  <a:pt x="138113" y="152400"/>
                </a:lnTo>
                <a:lnTo>
                  <a:pt x="142875" y="147638"/>
                </a:lnTo>
                <a:lnTo>
                  <a:pt x="142875" y="138113"/>
                </a:lnTo>
                <a:lnTo>
                  <a:pt x="147638" y="133350"/>
                </a:lnTo>
                <a:lnTo>
                  <a:pt x="152400" y="128588"/>
                </a:lnTo>
                <a:lnTo>
                  <a:pt x="157163" y="123825"/>
                </a:lnTo>
                <a:lnTo>
                  <a:pt x="161925" y="119063"/>
                </a:lnTo>
                <a:lnTo>
                  <a:pt x="166688" y="114300"/>
                </a:lnTo>
                <a:lnTo>
                  <a:pt x="171450" y="109538"/>
                </a:lnTo>
                <a:lnTo>
                  <a:pt x="176213" y="104775"/>
                </a:lnTo>
                <a:lnTo>
                  <a:pt x="185738" y="104775"/>
                </a:lnTo>
                <a:lnTo>
                  <a:pt x="190500" y="100013"/>
                </a:lnTo>
                <a:lnTo>
                  <a:pt x="195263" y="95250"/>
                </a:lnTo>
                <a:lnTo>
                  <a:pt x="200025" y="90488"/>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85750" y="42863"/>
                </a:lnTo>
                <a:lnTo>
                  <a:pt x="290513" y="38100"/>
                </a:lnTo>
                <a:lnTo>
                  <a:pt x="300038" y="38100"/>
                </a:lnTo>
                <a:lnTo>
                  <a:pt x="309563" y="38100"/>
                </a:lnTo>
                <a:lnTo>
                  <a:pt x="314325" y="33338"/>
                </a:lnTo>
                <a:lnTo>
                  <a:pt x="319088" y="28575"/>
                </a:lnTo>
                <a:lnTo>
                  <a:pt x="328613" y="28575"/>
                </a:lnTo>
                <a:lnTo>
                  <a:pt x="338138" y="28575"/>
                </a:lnTo>
                <a:lnTo>
                  <a:pt x="342900" y="23813"/>
                </a:lnTo>
                <a:lnTo>
                  <a:pt x="347663" y="19050"/>
                </a:lnTo>
                <a:lnTo>
                  <a:pt x="357188" y="19050"/>
                </a:lnTo>
                <a:lnTo>
                  <a:pt x="366713" y="19050"/>
                </a:lnTo>
                <a:lnTo>
                  <a:pt x="376238" y="19050"/>
                </a:lnTo>
                <a:lnTo>
                  <a:pt x="381000" y="14288"/>
                </a:lnTo>
                <a:lnTo>
                  <a:pt x="385763" y="9525"/>
                </a:lnTo>
                <a:lnTo>
                  <a:pt x="395288" y="9525"/>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ABABA"/>
          </a:solidFill>
          <a:ln xmlns:a="http://schemas.openxmlformats.org/drawingml/2006/main" w="0">
            <a:noFill/>
            <a:prstDash val="solid"/>
          </a:ln>
        </p:spPr>
      </p:sp>
      <p:sp>
        <p:nvSpPr>
          <p:cNvPr id="496" name="deep-skill-chaining-source-component-10-gradient-188-0">
            <a:extLst xmlns:a="http://schemas.openxmlformats.org/drawingml/2006/main">
              <a:ext uri="{FF2B5EF4-FFF2-40B4-BE49-F238E27FC236}">
                <a16:creationId xmlns:a16="http://schemas.microsoft.com/office/drawing/2014/main" id="{B6EAB414-FE8F-40F1-8F66-426308F55238}"/>
              </a:ext>
            </a:extLst>
          </p:cNvPr>
          <p:cNvSpPr>
            <a:spLocks xmlns:a="http://schemas.openxmlformats.org/drawingml/2006/main" noGrp="1"/>
          </p:cNvSpPr>
          <p:nvPr/>
        </p:nvSpPr>
        <p:spPr>
          <a:xfrm xmlns:a="http://schemas.openxmlformats.org/drawingml/2006/main" rot="0">
            <a:off x="4295775" y="409575"/>
            <a:ext cx="952500" cy="914400"/>
          </a:xfrm>
          <a:custGeom xmlns:a="http://schemas.openxmlformats.org/drawingml/2006/main">
            <a:pathLst>
              <a:path w="952500" h="914400">
                <a:moveTo>
                  <a:pt x="457200" y="4763"/>
                </a:moveTo>
                <a:lnTo>
                  <a:pt x="461963" y="0"/>
                </a:lnTo>
                <a:lnTo>
                  <a:pt x="471488" y="0"/>
                </a:lnTo>
                <a:lnTo>
                  <a:pt x="481013" y="0"/>
                </a:lnTo>
                <a:lnTo>
                  <a:pt x="485775" y="4763"/>
                </a:lnTo>
                <a:lnTo>
                  <a:pt x="490538" y="9525"/>
                </a:lnTo>
                <a:lnTo>
                  <a:pt x="500063" y="9525"/>
                </a:lnTo>
                <a:lnTo>
                  <a:pt x="509588" y="9525"/>
                </a:lnTo>
                <a:lnTo>
                  <a:pt x="519113" y="9525"/>
                </a:lnTo>
                <a:lnTo>
                  <a:pt x="528638" y="9525"/>
                </a:lnTo>
                <a:lnTo>
                  <a:pt x="538163" y="9525"/>
                </a:lnTo>
                <a:lnTo>
                  <a:pt x="542925" y="14288"/>
                </a:lnTo>
                <a:lnTo>
                  <a:pt x="547688" y="19050"/>
                </a:lnTo>
                <a:lnTo>
                  <a:pt x="552450" y="14288"/>
                </a:lnTo>
                <a:lnTo>
                  <a:pt x="557213" y="9525"/>
                </a:lnTo>
                <a:lnTo>
                  <a:pt x="566738" y="9525"/>
                </a:lnTo>
                <a:lnTo>
                  <a:pt x="571500" y="14288"/>
                </a:lnTo>
                <a:lnTo>
                  <a:pt x="576263" y="19050"/>
                </a:lnTo>
                <a:lnTo>
                  <a:pt x="585788" y="19050"/>
                </a:lnTo>
                <a:lnTo>
                  <a:pt x="595313" y="19050"/>
                </a:lnTo>
                <a:lnTo>
                  <a:pt x="604838" y="19050"/>
                </a:lnTo>
                <a:lnTo>
                  <a:pt x="609600" y="23813"/>
                </a:lnTo>
                <a:lnTo>
                  <a:pt x="614363" y="28575"/>
                </a:lnTo>
                <a:lnTo>
                  <a:pt x="623888" y="28575"/>
                </a:lnTo>
                <a:lnTo>
                  <a:pt x="633413" y="28575"/>
                </a:lnTo>
                <a:lnTo>
                  <a:pt x="638175" y="33338"/>
                </a:lnTo>
                <a:lnTo>
                  <a:pt x="642938" y="38100"/>
                </a:lnTo>
                <a:lnTo>
                  <a:pt x="652463" y="38100"/>
                </a:lnTo>
                <a:lnTo>
                  <a:pt x="661988" y="38100"/>
                </a:lnTo>
                <a:lnTo>
                  <a:pt x="666750" y="42863"/>
                </a:lnTo>
                <a:lnTo>
                  <a:pt x="671513" y="47625"/>
                </a:lnTo>
                <a:lnTo>
                  <a:pt x="681038" y="47625"/>
                </a:lnTo>
                <a:lnTo>
                  <a:pt x="685800" y="52388"/>
                </a:lnTo>
                <a:lnTo>
                  <a:pt x="690563" y="57150"/>
                </a:lnTo>
                <a:lnTo>
                  <a:pt x="695325" y="61913"/>
                </a:lnTo>
                <a:lnTo>
                  <a:pt x="700088" y="66675"/>
                </a:lnTo>
                <a:lnTo>
                  <a:pt x="709613" y="66675"/>
                </a:lnTo>
                <a:lnTo>
                  <a:pt x="714375" y="71438"/>
                </a:lnTo>
                <a:lnTo>
                  <a:pt x="719138" y="76200"/>
                </a:lnTo>
                <a:lnTo>
                  <a:pt x="723900" y="80963"/>
                </a:lnTo>
                <a:lnTo>
                  <a:pt x="728663" y="85725"/>
                </a:lnTo>
                <a:lnTo>
                  <a:pt x="738188" y="85725"/>
                </a:lnTo>
                <a:lnTo>
                  <a:pt x="742950" y="90488"/>
                </a:lnTo>
                <a:lnTo>
                  <a:pt x="747713" y="95250"/>
                </a:lnTo>
                <a:lnTo>
                  <a:pt x="757238" y="95250"/>
                </a:lnTo>
                <a:lnTo>
                  <a:pt x="762000" y="100013"/>
                </a:lnTo>
                <a:lnTo>
                  <a:pt x="766763" y="104775"/>
                </a:lnTo>
                <a:lnTo>
                  <a:pt x="771525" y="109538"/>
                </a:lnTo>
                <a:lnTo>
                  <a:pt x="776288" y="114300"/>
                </a:lnTo>
                <a:lnTo>
                  <a:pt x="781050" y="119063"/>
                </a:lnTo>
                <a:lnTo>
                  <a:pt x="785813" y="123825"/>
                </a:lnTo>
                <a:lnTo>
                  <a:pt x="795338" y="123825"/>
                </a:lnTo>
                <a:lnTo>
                  <a:pt x="800100" y="128588"/>
                </a:lnTo>
                <a:lnTo>
                  <a:pt x="804863" y="133350"/>
                </a:lnTo>
                <a:lnTo>
                  <a:pt x="809625" y="138113"/>
                </a:lnTo>
                <a:lnTo>
                  <a:pt x="814388" y="142875"/>
                </a:lnTo>
                <a:lnTo>
                  <a:pt x="819150" y="147638"/>
                </a:lnTo>
                <a:lnTo>
                  <a:pt x="819150" y="157163"/>
                </a:lnTo>
                <a:lnTo>
                  <a:pt x="823913" y="161925"/>
                </a:lnTo>
                <a:lnTo>
                  <a:pt x="833438" y="161925"/>
                </a:lnTo>
                <a:lnTo>
                  <a:pt x="838200" y="166688"/>
                </a:lnTo>
                <a:lnTo>
                  <a:pt x="842963" y="171450"/>
                </a:lnTo>
                <a:lnTo>
                  <a:pt x="847725" y="176213"/>
                </a:lnTo>
                <a:lnTo>
                  <a:pt x="847725" y="185738"/>
                </a:lnTo>
                <a:lnTo>
                  <a:pt x="847725" y="195263"/>
                </a:lnTo>
                <a:lnTo>
                  <a:pt x="847725" y="204788"/>
                </a:lnTo>
                <a:lnTo>
                  <a:pt x="852488" y="209550"/>
                </a:lnTo>
                <a:lnTo>
                  <a:pt x="857250" y="214313"/>
                </a:lnTo>
                <a:lnTo>
                  <a:pt x="862013" y="219075"/>
                </a:lnTo>
                <a:lnTo>
                  <a:pt x="866775" y="223838"/>
                </a:lnTo>
                <a:lnTo>
                  <a:pt x="871538" y="228600"/>
                </a:lnTo>
                <a:lnTo>
                  <a:pt x="876300" y="233363"/>
                </a:lnTo>
                <a:lnTo>
                  <a:pt x="881063" y="238125"/>
                </a:lnTo>
                <a:lnTo>
                  <a:pt x="885825" y="242888"/>
                </a:lnTo>
                <a:lnTo>
                  <a:pt x="885825" y="252413"/>
                </a:lnTo>
                <a:lnTo>
                  <a:pt x="890588" y="257175"/>
                </a:lnTo>
                <a:lnTo>
                  <a:pt x="895350" y="261938"/>
                </a:lnTo>
                <a:lnTo>
                  <a:pt x="895350" y="271463"/>
                </a:lnTo>
                <a:lnTo>
                  <a:pt x="895350" y="280988"/>
                </a:lnTo>
                <a:lnTo>
                  <a:pt x="900113" y="285750"/>
                </a:lnTo>
                <a:lnTo>
                  <a:pt x="904875" y="290513"/>
                </a:lnTo>
                <a:lnTo>
                  <a:pt x="904875" y="300038"/>
                </a:lnTo>
                <a:lnTo>
                  <a:pt x="909638" y="304800"/>
                </a:lnTo>
                <a:lnTo>
                  <a:pt x="914400" y="309563"/>
                </a:lnTo>
                <a:lnTo>
                  <a:pt x="919163" y="314325"/>
                </a:lnTo>
                <a:lnTo>
                  <a:pt x="923925" y="319088"/>
                </a:lnTo>
                <a:lnTo>
                  <a:pt x="923925" y="328613"/>
                </a:lnTo>
                <a:lnTo>
                  <a:pt x="923925" y="338138"/>
                </a:lnTo>
                <a:lnTo>
                  <a:pt x="923925" y="347663"/>
                </a:lnTo>
                <a:lnTo>
                  <a:pt x="923925" y="357188"/>
                </a:lnTo>
                <a:lnTo>
                  <a:pt x="923925" y="366713"/>
                </a:lnTo>
                <a:lnTo>
                  <a:pt x="923925" y="376238"/>
                </a:lnTo>
                <a:lnTo>
                  <a:pt x="923925" y="385763"/>
                </a:lnTo>
                <a:lnTo>
                  <a:pt x="923925" y="395288"/>
                </a:lnTo>
                <a:lnTo>
                  <a:pt x="923925" y="404813"/>
                </a:lnTo>
                <a:lnTo>
                  <a:pt x="923925" y="414338"/>
                </a:lnTo>
                <a:lnTo>
                  <a:pt x="928688" y="419100"/>
                </a:lnTo>
                <a:lnTo>
                  <a:pt x="933450" y="423863"/>
                </a:lnTo>
                <a:lnTo>
                  <a:pt x="938213" y="428625"/>
                </a:lnTo>
                <a:lnTo>
                  <a:pt x="942975" y="433388"/>
                </a:lnTo>
                <a:lnTo>
                  <a:pt x="942975" y="442913"/>
                </a:lnTo>
                <a:lnTo>
                  <a:pt x="942975" y="452438"/>
                </a:lnTo>
                <a:lnTo>
                  <a:pt x="947738" y="457200"/>
                </a:lnTo>
                <a:lnTo>
                  <a:pt x="952500" y="461963"/>
                </a:lnTo>
                <a:lnTo>
                  <a:pt x="952500" y="471488"/>
                </a:lnTo>
                <a:lnTo>
                  <a:pt x="952500" y="481013"/>
                </a:lnTo>
                <a:lnTo>
                  <a:pt x="952500" y="490538"/>
                </a:lnTo>
                <a:lnTo>
                  <a:pt x="947738" y="495300"/>
                </a:lnTo>
                <a:lnTo>
                  <a:pt x="942975" y="500063"/>
                </a:lnTo>
                <a:lnTo>
                  <a:pt x="942975" y="509588"/>
                </a:lnTo>
                <a:lnTo>
                  <a:pt x="942975" y="519113"/>
                </a:lnTo>
                <a:lnTo>
                  <a:pt x="938213" y="523875"/>
                </a:lnTo>
                <a:lnTo>
                  <a:pt x="933450" y="528638"/>
                </a:lnTo>
                <a:lnTo>
                  <a:pt x="933450" y="538163"/>
                </a:lnTo>
                <a:lnTo>
                  <a:pt x="928688" y="542925"/>
                </a:lnTo>
                <a:lnTo>
                  <a:pt x="923925" y="547688"/>
                </a:lnTo>
                <a:lnTo>
                  <a:pt x="923925" y="557213"/>
                </a:lnTo>
                <a:lnTo>
                  <a:pt x="923925" y="566738"/>
                </a:lnTo>
                <a:lnTo>
                  <a:pt x="923925" y="576263"/>
                </a:lnTo>
                <a:lnTo>
                  <a:pt x="923925" y="585788"/>
                </a:lnTo>
                <a:lnTo>
                  <a:pt x="923925" y="595313"/>
                </a:lnTo>
                <a:lnTo>
                  <a:pt x="923925" y="604838"/>
                </a:lnTo>
                <a:lnTo>
                  <a:pt x="923925" y="614363"/>
                </a:lnTo>
                <a:lnTo>
                  <a:pt x="919163" y="619125"/>
                </a:lnTo>
                <a:lnTo>
                  <a:pt x="914400" y="623888"/>
                </a:lnTo>
                <a:lnTo>
                  <a:pt x="919163" y="628650"/>
                </a:lnTo>
                <a:lnTo>
                  <a:pt x="923925" y="633413"/>
                </a:lnTo>
                <a:lnTo>
                  <a:pt x="919163" y="638175"/>
                </a:lnTo>
                <a:lnTo>
                  <a:pt x="914400" y="642938"/>
                </a:lnTo>
                <a:lnTo>
                  <a:pt x="909638" y="647700"/>
                </a:lnTo>
                <a:lnTo>
                  <a:pt x="904875" y="652463"/>
                </a:lnTo>
                <a:lnTo>
                  <a:pt x="904875" y="661988"/>
                </a:lnTo>
                <a:lnTo>
                  <a:pt x="904875" y="671513"/>
                </a:lnTo>
                <a:lnTo>
                  <a:pt x="900113" y="676275"/>
                </a:lnTo>
                <a:lnTo>
                  <a:pt x="895350" y="681038"/>
                </a:lnTo>
                <a:lnTo>
                  <a:pt x="890588" y="685800"/>
                </a:lnTo>
                <a:lnTo>
                  <a:pt x="885825" y="690563"/>
                </a:lnTo>
                <a:lnTo>
                  <a:pt x="885825" y="700088"/>
                </a:lnTo>
                <a:lnTo>
                  <a:pt x="881063" y="704850"/>
                </a:lnTo>
                <a:lnTo>
                  <a:pt x="871538" y="704850"/>
                </a:lnTo>
                <a:lnTo>
                  <a:pt x="866775" y="709613"/>
                </a:lnTo>
                <a:lnTo>
                  <a:pt x="866775" y="719138"/>
                </a:lnTo>
                <a:lnTo>
                  <a:pt x="862013" y="723900"/>
                </a:lnTo>
                <a:lnTo>
                  <a:pt x="857250" y="728663"/>
                </a:lnTo>
                <a:lnTo>
                  <a:pt x="852488" y="733425"/>
                </a:lnTo>
                <a:lnTo>
                  <a:pt x="847725" y="738188"/>
                </a:lnTo>
                <a:lnTo>
                  <a:pt x="847725" y="747713"/>
                </a:lnTo>
                <a:lnTo>
                  <a:pt x="842963" y="752475"/>
                </a:lnTo>
                <a:lnTo>
                  <a:pt x="838200" y="757238"/>
                </a:lnTo>
                <a:lnTo>
                  <a:pt x="833438" y="762000"/>
                </a:lnTo>
                <a:lnTo>
                  <a:pt x="828675" y="766763"/>
                </a:lnTo>
                <a:lnTo>
                  <a:pt x="823913" y="771525"/>
                </a:lnTo>
                <a:lnTo>
                  <a:pt x="819150" y="776288"/>
                </a:lnTo>
                <a:lnTo>
                  <a:pt x="814388" y="781050"/>
                </a:lnTo>
                <a:lnTo>
                  <a:pt x="809625" y="785813"/>
                </a:lnTo>
                <a:lnTo>
                  <a:pt x="804863" y="790575"/>
                </a:lnTo>
                <a:lnTo>
                  <a:pt x="800100" y="795338"/>
                </a:lnTo>
                <a:lnTo>
                  <a:pt x="795338" y="800100"/>
                </a:lnTo>
                <a:lnTo>
                  <a:pt x="785813" y="800100"/>
                </a:lnTo>
                <a:lnTo>
                  <a:pt x="781050" y="804863"/>
                </a:lnTo>
                <a:lnTo>
                  <a:pt x="776288" y="809625"/>
                </a:lnTo>
                <a:lnTo>
                  <a:pt x="771525" y="814388"/>
                </a:lnTo>
                <a:lnTo>
                  <a:pt x="766763" y="819150"/>
                </a:lnTo>
                <a:lnTo>
                  <a:pt x="762000" y="823913"/>
                </a:lnTo>
                <a:lnTo>
                  <a:pt x="757238" y="828675"/>
                </a:lnTo>
                <a:lnTo>
                  <a:pt x="747713" y="828675"/>
                </a:lnTo>
                <a:lnTo>
                  <a:pt x="742950" y="833438"/>
                </a:lnTo>
                <a:lnTo>
                  <a:pt x="738188" y="838200"/>
                </a:lnTo>
                <a:lnTo>
                  <a:pt x="733425" y="842963"/>
                </a:lnTo>
                <a:lnTo>
                  <a:pt x="728663" y="847725"/>
                </a:lnTo>
                <a:lnTo>
                  <a:pt x="719138" y="847725"/>
                </a:lnTo>
                <a:lnTo>
                  <a:pt x="714375" y="852488"/>
                </a:lnTo>
                <a:lnTo>
                  <a:pt x="709613" y="857250"/>
                </a:lnTo>
                <a:lnTo>
                  <a:pt x="700088" y="857250"/>
                </a:lnTo>
                <a:lnTo>
                  <a:pt x="695325" y="862013"/>
                </a:lnTo>
                <a:lnTo>
                  <a:pt x="690563" y="866775"/>
                </a:lnTo>
                <a:lnTo>
                  <a:pt x="681038" y="866775"/>
                </a:lnTo>
                <a:lnTo>
                  <a:pt x="671513" y="866775"/>
                </a:lnTo>
                <a:lnTo>
                  <a:pt x="666750" y="871538"/>
                </a:lnTo>
                <a:lnTo>
                  <a:pt x="661988" y="876300"/>
                </a:lnTo>
                <a:lnTo>
                  <a:pt x="652463" y="876300"/>
                </a:lnTo>
                <a:lnTo>
                  <a:pt x="647700" y="881063"/>
                </a:lnTo>
                <a:lnTo>
                  <a:pt x="642938" y="885825"/>
                </a:lnTo>
                <a:lnTo>
                  <a:pt x="633413" y="885825"/>
                </a:lnTo>
                <a:lnTo>
                  <a:pt x="623888" y="885825"/>
                </a:lnTo>
                <a:lnTo>
                  <a:pt x="619125" y="890588"/>
                </a:lnTo>
                <a:lnTo>
                  <a:pt x="614363" y="895350"/>
                </a:lnTo>
                <a:lnTo>
                  <a:pt x="604838" y="895350"/>
                </a:lnTo>
                <a:lnTo>
                  <a:pt x="595313" y="895350"/>
                </a:lnTo>
                <a:lnTo>
                  <a:pt x="585788" y="895350"/>
                </a:lnTo>
                <a:lnTo>
                  <a:pt x="581025" y="900113"/>
                </a:lnTo>
                <a:lnTo>
                  <a:pt x="576263" y="904875"/>
                </a:lnTo>
                <a:lnTo>
                  <a:pt x="566738" y="904875"/>
                </a:lnTo>
                <a:lnTo>
                  <a:pt x="557213" y="904875"/>
                </a:lnTo>
                <a:lnTo>
                  <a:pt x="547688" y="904875"/>
                </a:lnTo>
                <a:lnTo>
                  <a:pt x="538163" y="904875"/>
                </a:lnTo>
                <a:lnTo>
                  <a:pt x="528638" y="904875"/>
                </a:lnTo>
                <a:lnTo>
                  <a:pt x="519113" y="904875"/>
                </a:lnTo>
                <a:lnTo>
                  <a:pt x="509588" y="904875"/>
                </a:lnTo>
                <a:lnTo>
                  <a:pt x="504825" y="909638"/>
                </a:lnTo>
                <a:lnTo>
                  <a:pt x="500063" y="914400"/>
                </a:lnTo>
                <a:lnTo>
                  <a:pt x="490538" y="914400"/>
                </a:lnTo>
                <a:lnTo>
                  <a:pt x="481013" y="914400"/>
                </a:lnTo>
                <a:lnTo>
                  <a:pt x="471488" y="914400"/>
                </a:lnTo>
                <a:lnTo>
                  <a:pt x="461963" y="914400"/>
                </a:lnTo>
                <a:lnTo>
                  <a:pt x="452438" y="914400"/>
                </a:lnTo>
                <a:lnTo>
                  <a:pt x="442913" y="914400"/>
                </a:lnTo>
                <a:lnTo>
                  <a:pt x="438150" y="909638"/>
                </a:lnTo>
                <a:lnTo>
                  <a:pt x="433388" y="904875"/>
                </a:lnTo>
                <a:lnTo>
                  <a:pt x="423863" y="904875"/>
                </a:lnTo>
                <a:lnTo>
                  <a:pt x="414338" y="904875"/>
                </a:lnTo>
                <a:lnTo>
                  <a:pt x="404813" y="904875"/>
                </a:lnTo>
                <a:lnTo>
                  <a:pt x="395288" y="904875"/>
                </a:lnTo>
                <a:lnTo>
                  <a:pt x="385763" y="904875"/>
                </a:lnTo>
                <a:lnTo>
                  <a:pt x="376238" y="904875"/>
                </a:lnTo>
                <a:lnTo>
                  <a:pt x="371475" y="900113"/>
                </a:lnTo>
                <a:lnTo>
                  <a:pt x="366713" y="895350"/>
                </a:lnTo>
                <a:lnTo>
                  <a:pt x="357188" y="895350"/>
                </a:lnTo>
                <a:lnTo>
                  <a:pt x="347663" y="895350"/>
                </a:lnTo>
                <a:lnTo>
                  <a:pt x="338138" y="895350"/>
                </a:lnTo>
                <a:lnTo>
                  <a:pt x="333375" y="890588"/>
                </a:lnTo>
                <a:lnTo>
                  <a:pt x="328613" y="885825"/>
                </a:lnTo>
                <a:lnTo>
                  <a:pt x="319088" y="885825"/>
                </a:lnTo>
                <a:lnTo>
                  <a:pt x="309563" y="885825"/>
                </a:lnTo>
                <a:lnTo>
                  <a:pt x="304800" y="881063"/>
                </a:lnTo>
                <a:lnTo>
                  <a:pt x="300038" y="876300"/>
                </a:lnTo>
                <a:lnTo>
                  <a:pt x="290513" y="876300"/>
                </a:lnTo>
                <a:lnTo>
                  <a:pt x="280988" y="876300"/>
                </a:lnTo>
                <a:lnTo>
                  <a:pt x="276225" y="871538"/>
                </a:lnTo>
                <a:lnTo>
                  <a:pt x="271463" y="866775"/>
                </a:lnTo>
                <a:lnTo>
                  <a:pt x="261938" y="866775"/>
                </a:lnTo>
                <a:lnTo>
                  <a:pt x="257175" y="862013"/>
                </a:lnTo>
                <a:lnTo>
                  <a:pt x="252413" y="857250"/>
                </a:lnTo>
                <a:lnTo>
                  <a:pt x="242888" y="857250"/>
                </a:lnTo>
                <a:lnTo>
                  <a:pt x="238125" y="852488"/>
                </a:lnTo>
                <a:lnTo>
                  <a:pt x="233363" y="847725"/>
                </a:lnTo>
                <a:lnTo>
                  <a:pt x="223838" y="847725"/>
                </a:lnTo>
                <a:lnTo>
                  <a:pt x="219075" y="842963"/>
                </a:lnTo>
                <a:lnTo>
                  <a:pt x="214313" y="838200"/>
                </a:lnTo>
                <a:lnTo>
                  <a:pt x="204788" y="838200"/>
                </a:lnTo>
                <a:lnTo>
                  <a:pt x="200025" y="833438"/>
                </a:lnTo>
                <a:lnTo>
                  <a:pt x="195263" y="828675"/>
                </a:lnTo>
                <a:lnTo>
                  <a:pt x="190500" y="823913"/>
                </a:lnTo>
                <a:lnTo>
                  <a:pt x="185738" y="819150"/>
                </a:lnTo>
                <a:lnTo>
                  <a:pt x="176213" y="819150"/>
                </a:lnTo>
                <a:lnTo>
                  <a:pt x="171450" y="814388"/>
                </a:lnTo>
                <a:lnTo>
                  <a:pt x="166688" y="809625"/>
                </a:lnTo>
                <a:lnTo>
                  <a:pt x="161925" y="804863"/>
                </a:lnTo>
                <a:lnTo>
                  <a:pt x="157163" y="800100"/>
                </a:lnTo>
                <a:lnTo>
                  <a:pt x="152400" y="795338"/>
                </a:lnTo>
                <a:lnTo>
                  <a:pt x="147638" y="790575"/>
                </a:lnTo>
                <a:lnTo>
                  <a:pt x="142875" y="785813"/>
                </a:lnTo>
                <a:lnTo>
                  <a:pt x="138113" y="781050"/>
                </a:lnTo>
                <a:lnTo>
                  <a:pt x="133350" y="776288"/>
                </a:lnTo>
                <a:lnTo>
                  <a:pt x="128588" y="771525"/>
                </a:lnTo>
                <a:lnTo>
                  <a:pt x="123825" y="766763"/>
                </a:lnTo>
                <a:lnTo>
                  <a:pt x="119063" y="762000"/>
                </a:lnTo>
                <a:lnTo>
                  <a:pt x="114300" y="757238"/>
                </a:lnTo>
                <a:lnTo>
                  <a:pt x="109538" y="752475"/>
                </a:lnTo>
                <a:lnTo>
                  <a:pt x="104775" y="747713"/>
                </a:lnTo>
                <a:lnTo>
                  <a:pt x="100013" y="742950"/>
                </a:lnTo>
                <a:lnTo>
                  <a:pt x="95250" y="738188"/>
                </a:lnTo>
                <a:lnTo>
                  <a:pt x="90488" y="733425"/>
                </a:lnTo>
                <a:lnTo>
                  <a:pt x="85725" y="728663"/>
                </a:lnTo>
                <a:lnTo>
                  <a:pt x="80963" y="723900"/>
                </a:lnTo>
                <a:lnTo>
                  <a:pt x="76200" y="719138"/>
                </a:lnTo>
                <a:lnTo>
                  <a:pt x="76200" y="709613"/>
                </a:lnTo>
                <a:lnTo>
                  <a:pt x="71438" y="704850"/>
                </a:lnTo>
                <a:lnTo>
                  <a:pt x="66675" y="700088"/>
                </a:lnTo>
                <a:lnTo>
                  <a:pt x="61913" y="695325"/>
                </a:lnTo>
                <a:lnTo>
                  <a:pt x="57150" y="690563"/>
                </a:lnTo>
                <a:lnTo>
                  <a:pt x="57150" y="681038"/>
                </a:lnTo>
                <a:lnTo>
                  <a:pt x="52388" y="676275"/>
                </a:lnTo>
                <a:lnTo>
                  <a:pt x="47625" y="671513"/>
                </a:lnTo>
                <a:lnTo>
                  <a:pt x="47625" y="661988"/>
                </a:lnTo>
                <a:lnTo>
                  <a:pt x="42863" y="657225"/>
                </a:lnTo>
                <a:lnTo>
                  <a:pt x="38100" y="652463"/>
                </a:lnTo>
                <a:lnTo>
                  <a:pt x="38100" y="642938"/>
                </a:lnTo>
                <a:lnTo>
                  <a:pt x="38100" y="633413"/>
                </a:lnTo>
                <a:lnTo>
                  <a:pt x="33338" y="628650"/>
                </a:lnTo>
                <a:lnTo>
                  <a:pt x="28575" y="623888"/>
                </a:lnTo>
                <a:lnTo>
                  <a:pt x="28575" y="614363"/>
                </a:lnTo>
                <a:lnTo>
                  <a:pt x="28575" y="604838"/>
                </a:lnTo>
                <a:lnTo>
                  <a:pt x="28575" y="595313"/>
                </a:lnTo>
                <a:lnTo>
                  <a:pt x="28575" y="585788"/>
                </a:lnTo>
                <a:lnTo>
                  <a:pt x="28575" y="576263"/>
                </a:lnTo>
                <a:lnTo>
                  <a:pt x="23813" y="571500"/>
                </a:lnTo>
                <a:lnTo>
                  <a:pt x="19050" y="566738"/>
                </a:lnTo>
                <a:lnTo>
                  <a:pt x="14288" y="561975"/>
                </a:lnTo>
                <a:lnTo>
                  <a:pt x="9525" y="557213"/>
                </a:lnTo>
                <a:lnTo>
                  <a:pt x="4763" y="552450"/>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4763" y="400050"/>
                </a:lnTo>
                <a:lnTo>
                  <a:pt x="9525" y="395288"/>
                </a:lnTo>
                <a:lnTo>
                  <a:pt x="9525" y="385763"/>
                </a:lnTo>
                <a:lnTo>
                  <a:pt x="14288" y="381000"/>
                </a:lnTo>
                <a:lnTo>
                  <a:pt x="19050" y="376238"/>
                </a:lnTo>
                <a:lnTo>
                  <a:pt x="19050" y="366713"/>
                </a:lnTo>
                <a:lnTo>
                  <a:pt x="23813" y="361950"/>
                </a:lnTo>
                <a:lnTo>
                  <a:pt x="28575" y="357188"/>
                </a:lnTo>
                <a:lnTo>
                  <a:pt x="28575" y="347663"/>
                </a:lnTo>
                <a:lnTo>
                  <a:pt x="28575" y="338138"/>
                </a:lnTo>
                <a:lnTo>
                  <a:pt x="28575" y="328613"/>
                </a:lnTo>
                <a:lnTo>
                  <a:pt x="28575" y="319088"/>
                </a:lnTo>
                <a:lnTo>
                  <a:pt x="33338" y="314325"/>
                </a:lnTo>
                <a:lnTo>
                  <a:pt x="38100" y="309563"/>
                </a:lnTo>
                <a:lnTo>
                  <a:pt x="42863" y="304800"/>
                </a:lnTo>
                <a:lnTo>
                  <a:pt x="47625" y="300038"/>
                </a:lnTo>
                <a:lnTo>
                  <a:pt x="52388" y="295275"/>
                </a:lnTo>
                <a:lnTo>
                  <a:pt x="57150" y="290513"/>
                </a:lnTo>
                <a:lnTo>
                  <a:pt x="57150" y="280988"/>
                </a:lnTo>
                <a:lnTo>
                  <a:pt x="57150" y="271463"/>
                </a:lnTo>
                <a:lnTo>
                  <a:pt x="57150" y="261938"/>
                </a:lnTo>
                <a:lnTo>
                  <a:pt x="61913" y="257175"/>
                </a:lnTo>
                <a:lnTo>
                  <a:pt x="66675" y="252413"/>
                </a:lnTo>
                <a:lnTo>
                  <a:pt x="66675" y="242888"/>
                </a:lnTo>
                <a:lnTo>
                  <a:pt x="71438" y="238125"/>
                </a:lnTo>
                <a:lnTo>
                  <a:pt x="76200" y="233363"/>
                </a:lnTo>
                <a:lnTo>
                  <a:pt x="76200" y="223838"/>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9063" y="171450"/>
                </a:lnTo>
                <a:lnTo>
                  <a:pt x="123825" y="166688"/>
                </a:lnTo>
                <a:lnTo>
                  <a:pt x="128588" y="161925"/>
                </a:lnTo>
                <a:lnTo>
                  <a:pt x="133350" y="157163"/>
                </a:lnTo>
                <a:lnTo>
                  <a:pt x="138113" y="152400"/>
                </a:lnTo>
                <a:lnTo>
                  <a:pt x="142875" y="147638"/>
                </a:lnTo>
                <a:lnTo>
                  <a:pt x="142875" y="138113"/>
                </a:lnTo>
                <a:lnTo>
                  <a:pt x="147638" y="133350"/>
                </a:lnTo>
                <a:lnTo>
                  <a:pt x="152400" y="128588"/>
                </a:lnTo>
                <a:lnTo>
                  <a:pt x="157163" y="123825"/>
                </a:lnTo>
                <a:lnTo>
                  <a:pt x="161925" y="119063"/>
                </a:lnTo>
                <a:lnTo>
                  <a:pt x="166688" y="114300"/>
                </a:lnTo>
                <a:lnTo>
                  <a:pt x="176213" y="114300"/>
                </a:lnTo>
                <a:lnTo>
                  <a:pt x="180975" y="109538"/>
                </a:lnTo>
                <a:lnTo>
                  <a:pt x="185738" y="104775"/>
                </a:lnTo>
                <a:lnTo>
                  <a:pt x="190500" y="100013"/>
                </a:lnTo>
                <a:lnTo>
                  <a:pt x="195263" y="95250"/>
                </a:lnTo>
                <a:lnTo>
                  <a:pt x="200025" y="90488"/>
                </a:lnTo>
                <a:lnTo>
                  <a:pt x="204788" y="85725"/>
                </a:lnTo>
                <a:lnTo>
                  <a:pt x="214313" y="85725"/>
                </a:lnTo>
                <a:lnTo>
                  <a:pt x="223838" y="85725"/>
                </a:lnTo>
                <a:lnTo>
                  <a:pt x="228600" y="80963"/>
                </a:lnTo>
                <a:lnTo>
                  <a:pt x="233363" y="76200"/>
                </a:lnTo>
                <a:lnTo>
                  <a:pt x="238125" y="71438"/>
                </a:lnTo>
                <a:lnTo>
                  <a:pt x="242888" y="66675"/>
                </a:lnTo>
                <a:lnTo>
                  <a:pt x="247650" y="61913"/>
                </a:lnTo>
                <a:lnTo>
                  <a:pt x="252413" y="57150"/>
                </a:lnTo>
                <a:lnTo>
                  <a:pt x="261938" y="57150"/>
                </a:lnTo>
                <a:lnTo>
                  <a:pt x="266700" y="52388"/>
                </a:lnTo>
                <a:lnTo>
                  <a:pt x="271463" y="47625"/>
                </a:lnTo>
                <a:lnTo>
                  <a:pt x="280988" y="47625"/>
                </a:lnTo>
                <a:lnTo>
                  <a:pt x="290513" y="47625"/>
                </a:lnTo>
                <a:lnTo>
                  <a:pt x="295275" y="42863"/>
                </a:lnTo>
                <a:lnTo>
                  <a:pt x="300038" y="38100"/>
                </a:lnTo>
                <a:lnTo>
                  <a:pt x="309563" y="38100"/>
                </a:lnTo>
                <a:lnTo>
                  <a:pt x="319088" y="38100"/>
                </a:lnTo>
                <a:lnTo>
                  <a:pt x="323850" y="33338"/>
                </a:lnTo>
                <a:lnTo>
                  <a:pt x="328613" y="28575"/>
                </a:lnTo>
                <a:lnTo>
                  <a:pt x="338138" y="28575"/>
                </a:lnTo>
                <a:lnTo>
                  <a:pt x="347663" y="28575"/>
                </a:lnTo>
                <a:lnTo>
                  <a:pt x="352425" y="23813"/>
                </a:lnTo>
                <a:lnTo>
                  <a:pt x="357188" y="19050"/>
                </a:lnTo>
                <a:lnTo>
                  <a:pt x="366713" y="19050"/>
                </a:lnTo>
                <a:lnTo>
                  <a:pt x="376238" y="19050"/>
                </a:lnTo>
                <a:lnTo>
                  <a:pt x="381000" y="14288"/>
                </a:lnTo>
                <a:lnTo>
                  <a:pt x="385763" y="9525"/>
                </a:lnTo>
                <a:lnTo>
                  <a:pt x="390525" y="14288"/>
                </a:lnTo>
                <a:lnTo>
                  <a:pt x="395288" y="19050"/>
                </a:lnTo>
                <a:lnTo>
                  <a:pt x="400050" y="14288"/>
                </a:lnTo>
                <a:lnTo>
                  <a:pt x="404813" y="9525"/>
                </a:lnTo>
                <a:lnTo>
                  <a:pt x="414338" y="9525"/>
                </a:lnTo>
                <a:lnTo>
                  <a:pt x="423863" y="9525"/>
                </a:lnTo>
                <a:lnTo>
                  <a:pt x="433388" y="9525"/>
                </a:lnTo>
                <a:lnTo>
                  <a:pt x="442913" y="9525"/>
                </a:lnTo>
                <a:lnTo>
                  <a:pt x="452438" y="9525"/>
                </a:lnTo>
                <a:lnTo>
                  <a:pt x="457200" y="4763"/>
                </a:lnTo>
                <a:close/>
              </a:path>
            </a:pathLst>
          </a:custGeom>
          <a:solidFill xmlns:a="http://schemas.openxmlformats.org/drawingml/2006/main">
            <a:srgbClr val="BCBCBC"/>
          </a:solidFill>
          <a:ln xmlns:a="http://schemas.openxmlformats.org/drawingml/2006/main" w="0">
            <a:noFill/>
            <a:prstDash val="solid"/>
          </a:ln>
        </p:spPr>
      </p:sp>
      <p:sp>
        <p:nvSpPr>
          <p:cNvPr id="497" name="deep-skill-chaining-source-component-10-gradient-190-0">
            <a:extLst xmlns:a="http://schemas.openxmlformats.org/drawingml/2006/main">
              <a:ext uri="{FF2B5EF4-FFF2-40B4-BE49-F238E27FC236}">
                <a16:creationId xmlns:a16="http://schemas.microsoft.com/office/drawing/2014/main" id="{7FF22757-43A6-4768-8CFE-35DDB50AA4C5}"/>
              </a:ext>
            </a:extLst>
          </p:cNvPr>
          <p:cNvSpPr>
            <a:spLocks xmlns:a="http://schemas.openxmlformats.org/drawingml/2006/main" noGrp="1"/>
          </p:cNvSpPr>
          <p:nvPr/>
        </p:nvSpPr>
        <p:spPr>
          <a:xfrm xmlns:a="http://schemas.openxmlformats.org/drawingml/2006/main" rot="0">
            <a:off x="4314825" y="438150"/>
            <a:ext cx="914400" cy="885825"/>
          </a:xfrm>
          <a:custGeom xmlns:a="http://schemas.openxmlformats.org/drawingml/2006/main">
            <a:pathLst>
              <a:path w="914400" h="885825">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1975" y="4763"/>
                </a:lnTo>
                <a:lnTo>
                  <a:pt x="566738" y="9525"/>
                </a:lnTo>
                <a:lnTo>
                  <a:pt x="576263" y="9525"/>
                </a:lnTo>
                <a:lnTo>
                  <a:pt x="581025" y="14288"/>
                </a:lnTo>
                <a:lnTo>
                  <a:pt x="585788" y="19050"/>
                </a:lnTo>
                <a:lnTo>
                  <a:pt x="595313" y="19050"/>
                </a:lnTo>
                <a:lnTo>
                  <a:pt x="604838" y="19050"/>
                </a:lnTo>
                <a:lnTo>
                  <a:pt x="614363" y="19050"/>
                </a:lnTo>
                <a:lnTo>
                  <a:pt x="619125" y="23813"/>
                </a:lnTo>
                <a:lnTo>
                  <a:pt x="623888" y="28575"/>
                </a:lnTo>
                <a:lnTo>
                  <a:pt x="633413" y="28575"/>
                </a:lnTo>
                <a:lnTo>
                  <a:pt x="642938" y="28575"/>
                </a:lnTo>
                <a:lnTo>
                  <a:pt x="652463" y="28575"/>
                </a:lnTo>
                <a:lnTo>
                  <a:pt x="657225" y="33338"/>
                </a:lnTo>
                <a:lnTo>
                  <a:pt x="661988" y="38100"/>
                </a:lnTo>
                <a:lnTo>
                  <a:pt x="666750" y="42863"/>
                </a:lnTo>
                <a:lnTo>
                  <a:pt x="671513" y="47625"/>
                </a:lnTo>
                <a:lnTo>
                  <a:pt x="676275" y="52388"/>
                </a:lnTo>
                <a:lnTo>
                  <a:pt x="681038" y="57150"/>
                </a:lnTo>
                <a:lnTo>
                  <a:pt x="685800" y="61913"/>
                </a:lnTo>
                <a:lnTo>
                  <a:pt x="690563" y="66675"/>
                </a:lnTo>
                <a:lnTo>
                  <a:pt x="700088" y="66675"/>
                </a:lnTo>
                <a:lnTo>
                  <a:pt x="704850" y="71438"/>
                </a:lnTo>
                <a:lnTo>
                  <a:pt x="709613" y="76200"/>
                </a:lnTo>
                <a:lnTo>
                  <a:pt x="714375" y="80963"/>
                </a:lnTo>
                <a:lnTo>
                  <a:pt x="719138" y="85725"/>
                </a:lnTo>
                <a:lnTo>
                  <a:pt x="728663" y="85725"/>
                </a:lnTo>
                <a:lnTo>
                  <a:pt x="733425" y="90488"/>
                </a:lnTo>
                <a:lnTo>
                  <a:pt x="738188" y="95250"/>
                </a:lnTo>
                <a:lnTo>
                  <a:pt x="742950" y="100013"/>
                </a:lnTo>
                <a:lnTo>
                  <a:pt x="747713" y="104775"/>
                </a:lnTo>
                <a:lnTo>
                  <a:pt x="757238" y="104775"/>
                </a:lnTo>
                <a:lnTo>
                  <a:pt x="762000" y="109538"/>
                </a:lnTo>
                <a:lnTo>
                  <a:pt x="766763" y="114300"/>
                </a:lnTo>
                <a:lnTo>
                  <a:pt x="771525" y="119063"/>
                </a:lnTo>
                <a:lnTo>
                  <a:pt x="776288" y="123825"/>
                </a:lnTo>
                <a:lnTo>
                  <a:pt x="781050" y="128588"/>
                </a:lnTo>
                <a:lnTo>
                  <a:pt x="785813" y="133350"/>
                </a:lnTo>
                <a:lnTo>
                  <a:pt x="790575" y="138113"/>
                </a:lnTo>
                <a:lnTo>
                  <a:pt x="795338" y="142875"/>
                </a:lnTo>
                <a:lnTo>
                  <a:pt x="800100" y="147638"/>
                </a:lnTo>
                <a:lnTo>
                  <a:pt x="800100" y="157163"/>
                </a:lnTo>
                <a:lnTo>
                  <a:pt x="800100" y="166688"/>
                </a:lnTo>
                <a:lnTo>
                  <a:pt x="804863" y="171450"/>
                </a:lnTo>
                <a:lnTo>
                  <a:pt x="809625" y="176213"/>
                </a:lnTo>
                <a:lnTo>
                  <a:pt x="814388" y="180975"/>
                </a:lnTo>
                <a:lnTo>
                  <a:pt x="819150" y="185738"/>
                </a:lnTo>
                <a:lnTo>
                  <a:pt x="823913" y="190500"/>
                </a:lnTo>
                <a:lnTo>
                  <a:pt x="828675" y="195263"/>
                </a:lnTo>
                <a:lnTo>
                  <a:pt x="833438" y="200025"/>
                </a:lnTo>
                <a:lnTo>
                  <a:pt x="838200" y="204788"/>
                </a:lnTo>
                <a:lnTo>
                  <a:pt x="838200" y="214313"/>
                </a:lnTo>
                <a:lnTo>
                  <a:pt x="842963" y="219075"/>
                </a:lnTo>
                <a:lnTo>
                  <a:pt x="847725" y="223838"/>
                </a:lnTo>
                <a:lnTo>
                  <a:pt x="852488" y="228600"/>
                </a:lnTo>
                <a:lnTo>
                  <a:pt x="857250" y="233363"/>
                </a:lnTo>
                <a:lnTo>
                  <a:pt x="857250" y="242888"/>
                </a:lnTo>
                <a:lnTo>
                  <a:pt x="857250" y="252413"/>
                </a:lnTo>
                <a:lnTo>
                  <a:pt x="862013" y="257175"/>
                </a:lnTo>
                <a:lnTo>
                  <a:pt x="866775" y="261938"/>
                </a:lnTo>
                <a:lnTo>
                  <a:pt x="866775" y="271463"/>
                </a:lnTo>
                <a:lnTo>
                  <a:pt x="871538" y="276225"/>
                </a:lnTo>
                <a:lnTo>
                  <a:pt x="876300" y="280988"/>
                </a:lnTo>
                <a:lnTo>
                  <a:pt x="881063" y="285750"/>
                </a:lnTo>
                <a:lnTo>
                  <a:pt x="885825" y="290513"/>
                </a:lnTo>
                <a:lnTo>
                  <a:pt x="885825" y="300038"/>
                </a:lnTo>
                <a:lnTo>
                  <a:pt x="885825" y="309563"/>
                </a:lnTo>
                <a:lnTo>
                  <a:pt x="885825" y="319088"/>
                </a:lnTo>
                <a:lnTo>
                  <a:pt x="885825" y="328613"/>
                </a:lnTo>
                <a:lnTo>
                  <a:pt x="885825" y="338138"/>
                </a:lnTo>
                <a:lnTo>
                  <a:pt x="885825" y="347663"/>
                </a:lnTo>
                <a:lnTo>
                  <a:pt x="885825" y="357188"/>
                </a:lnTo>
                <a:lnTo>
                  <a:pt x="885825" y="366713"/>
                </a:lnTo>
                <a:lnTo>
                  <a:pt x="885825" y="376238"/>
                </a:lnTo>
                <a:lnTo>
                  <a:pt x="890588" y="381000"/>
                </a:lnTo>
                <a:lnTo>
                  <a:pt x="895350" y="385763"/>
                </a:lnTo>
                <a:lnTo>
                  <a:pt x="895350" y="395288"/>
                </a:lnTo>
                <a:lnTo>
                  <a:pt x="900113" y="400050"/>
                </a:lnTo>
                <a:lnTo>
                  <a:pt x="904875" y="404813"/>
                </a:lnTo>
                <a:lnTo>
                  <a:pt x="904875" y="414338"/>
                </a:lnTo>
                <a:lnTo>
                  <a:pt x="904875" y="423863"/>
                </a:lnTo>
                <a:lnTo>
                  <a:pt x="909638" y="428625"/>
                </a:lnTo>
                <a:lnTo>
                  <a:pt x="914400" y="433388"/>
                </a:lnTo>
                <a:lnTo>
                  <a:pt x="914400" y="442913"/>
                </a:lnTo>
                <a:lnTo>
                  <a:pt x="914400" y="452438"/>
                </a:lnTo>
                <a:lnTo>
                  <a:pt x="914400" y="461963"/>
                </a:lnTo>
                <a:lnTo>
                  <a:pt x="909638" y="466725"/>
                </a:lnTo>
                <a:lnTo>
                  <a:pt x="904875" y="471488"/>
                </a:lnTo>
                <a:lnTo>
                  <a:pt x="904875" y="481013"/>
                </a:lnTo>
                <a:lnTo>
                  <a:pt x="904875" y="490538"/>
                </a:lnTo>
                <a:lnTo>
                  <a:pt x="900113" y="495300"/>
                </a:lnTo>
                <a:lnTo>
                  <a:pt x="895350" y="500063"/>
                </a:lnTo>
                <a:lnTo>
                  <a:pt x="895350" y="509588"/>
                </a:lnTo>
                <a:lnTo>
                  <a:pt x="895350" y="519113"/>
                </a:lnTo>
                <a:lnTo>
                  <a:pt x="890588" y="523875"/>
                </a:lnTo>
                <a:lnTo>
                  <a:pt x="885825" y="528638"/>
                </a:lnTo>
                <a:lnTo>
                  <a:pt x="885825" y="538163"/>
                </a:lnTo>
                <a:lnTo>
                  <a:pt x="885825" y="547688"/>
                </a:lnTo>
                <a:lnTo>
                  <a:pt x="885825" y="557213"/>
                </a:lnTo>
                <a:lnTo>
                  <a:pt x="885825" y="566738"/>
                </a:lnTo>
                <a:lnTo>
                  <a:pt x="885825" y="576263"/>
                </a:lnTo>
                <a:lnTo>
                  <a:pt x="885825" y="585788"/>
                </a:lnTo>
                <a:lnTo>
                  <a:pt x="885825" y="595313"/>
                </a:lnTo>
                <a:lnTo>
                  <a:pt x="885825" y="604838"/>
                </a:lnTo>
                <a:lnTo>
                  <a:pt x="881063" y="609600"/>
                </a:lnTo>
                <a:lnTo>
                  <a:pt x="876300" y="614363"/>
                </a:lnTo>
                <a:lnTo>
                  <a:pt x="876300" y="623888"/>
                </a:lnTo>
                <a:lnTo>
                  <a:pt x="876300" y="633413"/>
                </a:lnTo>
                <a:lnTo>
                  <a:pt x="871538" y="638175"/>
                </a:lnTo>
                <a:lnTo>
                  <a:pt x="866775" y="642938"/>
                </a:lnTo>
                <a:lnTo>
                  <a:pt x="866775" y="652463"/>
                </a:lnTo>
                <a:lnTo>
                  <a:pt x="862013" y="657225"/>
                </a:lnTo>
                <a:lnTo>
                  <a:pt x="857250" y="661988"/>
                </a:lnTo>
                <a:lnTo>
                  <a:pt x="852488" y="666750"/>
                </a:lnTo>
                <a:lnTo>
                  <a:pt x="847725" y="671513"/>
                </a:lnTo>
                <a:lnTo>
                  <a:pt x="842963" y="676275"/>
                </a:lnTo>
                <a:lnTo>
                  <a:pt x="838200" y="681038"/>
                </a:lnTo>
                <a:lnTo>
                  <a:pt x="838200" y="690563"/>
                </a:lnTo>
                <a:lnTo>
                  <a:pt x="833438" y="695325"/>
                </a:lnTo>
                <a:lnTo>
                  <a:pt x="828675" y="700088"/>
                </a:lnTo>
                <a:lnTo>
                  <a:pt x="823913" y="704850"/>
                </a:lnTo>
                <a:lnTo>
                  <a:pt x="819150" y="709613"/>
                </a:lnTo>
                <a:lnTo>
                  <a:pt x="819150" y="719138"/>
                </a:lnTo>
                <a:lnTo>
                  <a:pt x="814388" y="723900"/>
                </a:lnTo>
                <a:lnTo>
                  <a:pt x="804863" y="723900"/>
                </a:lnTo>
                <a:lnTo>
                  <a:pt x="800100" y="728663"/>
                </a:lnTo>
                <a:lnTo>
                  <a:pt x="795338" y="733425"/>
                </a:lnTo>
                <a:lnTo>
                  <a:pt x="790575" y="738188"/>
                </a:lnTo>
                <a:lnTo>
                  <a:pt x="790575" y="747713"/>
                </a:lnTo>
                <a:lnTo>
                  <a:pt x="785813" y="752475"/>
                </a:lnTo>
                <a:lnTo>
                  <a:pt x="776288" y="752475"/>
                </a:lnTo>
                <a:lnTo>
                  <a:pt x="771525" y="757238"/>
                </a:lnTo>
                <a:lnTo>
                  <a:pt x="766763" y="762000"/>
                </a:lnTo>
                <a:lnTo>
                  <a:pt x="762000" y="766763"/>
                </a:lnTo>
                <a:lnTo>
                  <a:pt x="757238" y="771525"/>
                </a:lnTo>
                <a:lnTo>
                  <a:pt x="752475" y="776288"/>
                </a:lnTo>
                <a:lnTo>
                  <a:pt x="752475" y="785813"/>
                </a:lnTo>
                <a:lnTo>
                  <a:pt x="747713" y="790575"/>
                </a:lnTo>
                <a:lnTo>
                  <a:pt x="742950" y="795338"/>
                </a:lnTo>
                <a:lnTo>
                  <a:pt x="738188" y="800100"/>
                </a:lnTo>
                <a:lnTo>
                  <a:pt x="728663" y="800100"/>
                </a:lnTo>
                <a:lnTo>
                  <a:pt x="719138" y="800100"/>
                </a:lnTo>
                <a:lnTo>
                  <a:pt x="714375" y="804863"/>
                </a:lnTo>
                <a:lnTo>
                  <a:pt x="709613" y="809625"/>
                </a:lnTo>
                <a:lnTo>
                  <a:pt x="704850" y="814388"/>
                </a:lnTo>
                <a:lnTo>
                  <a:pt x="700088" y="819150"/>
                </a:lnTo>
                <a:lnTo>
                  <a:pt x="690563" y="819150"/>
                </a:lnTo>
                <a:lnTo>
                  <a:pt x="685800" y="823913"/>
                </a:lnTo>
                <a:lnTo>
                  <a:pt x="681038" y="828675"/>
                </a:lnTo>
                <a:lnTo>
                  <a:pt x="676275" y="833438"/>
                </a:lnTo>
                <a:lnTo>
                  <a:pt x="671513" y="838200"/>
                </a:lnTo>
                <a:lnTo>
                  <a:pt x="661988" y="838200"/>
                </a:lnTo>
                <a:lnTo>
                  <a:pt x="652463" y="838200"/>
                </a:lnTo>
                <a:lnTo>
                  <a:pt x="642938" y="838200"/>
                </a:lnTo>
                <a:lnTo>
                  <a:pt x="638175" y="842963"/>
                </a:lnTo>
                <a:lnTo>
                  <a:pt x="633413" y="847725"/>
                </a:lnTo>
                <a:lnTo>
                  <a:pt x="628650" y="852488"/>
                </a:lnTo>
                <a:lnTo>
                  <a:pt x="623888" y="857250"/>
                </a:lnTo>
                <a:lnTo>
                  <a:pt x="614363" y="857250"/>
                </a:lnTo>
                <a:lnTo>
                  <a:pt x="604838" y="857250"/>
                </a:lnTo>
                <a:lnTo>
                  <a:pt x="595313" y="857250"/>
                </a:lnTo>
                <a:lnTo>
                  <a:pt x="590550" y="862013"/>
                </a:lnTo>
                <a:lnTo>
                  <a:pt x="585788" y="866775"/>
                </a:lnTo>
                <a:lnTo>
                  <a:pt x="576263" y="866775"/>
                </a:lnTo>
                <a:lnTo>
                  <a:pt x="566738" y="866775"/>
                </a:lnTo>
                <a:lnTo>
                  <a:pt x="561975" y="871538"/>
                </a:lnTo>
                <a:lnTo>
                  <a:pt x="557213" y="876300"/>
                </a:lnTo>
                <a:lnTo>
                  <a:pt x="547688" y="876300"/>
                </a:lnTo>
                <a:lnTo>
                  <a:pt x="538163" y="876300"/>
                </a:lnTo>
                <a:lnTo>
                  <a:pt x="528638" y="876300"/>
                </a:lnTo>
                <a:lnTo>
                  <a:pt x="519113" y="876300"/>
                </a:lnTo>
                <a:lnTo>
                  <a:pt x="509588" y="876300"/>
                </a:lnTo>
                <a:lnTo>
                  <a:pt x="500063" y="876300"/>
                </a:lnTo>
                <a:lnTo>
                  <a:pt x="490538" y="876300"/>
                </a:lnTo>
                <a:lnTo>
                  <a:pt x="485775" y="881063"/>
                </a:lnTo>
                <a:lnTo>
                  <a:pt x="481013" y="885825"/>
                </a:lnTo>
                <a:lnTo>
                  <a:pt x="471488" y="885825"/>
                </a:lnTo>
                <a:lnTo>
                  <a:pt x="461963" y="885825"/>
                </a:lnTo>
                <a:lnTo>
                  <a:pt x="452438" y="885825"/>
                </a:lnTo>
                <a:lnTo>
                  <a:pt x="442913" y="885825"/>
                </a:lnTo>
                <a:lnTo>
                  <a:pt x="433388" y="885825"/>
                </a:lnTo>
                <a:lnTo>
                  <a:pt x="423863" y="885825"/>
                </a:lnTo>
                <a:lnTo>
                  <a:pt x="419100" y="881063"/>
                </a:lnTo>
                <a:lnTo>
                  <a:pt x="414338" y="876300"/>
                </a:lnTo>
                <a:lnTo>
                  <a:pt x="404813" y="876300"/>
                </a:lnTo>
                <a:lnTo>
                  <a:pt x="395288" y="876300"/>
                </a:lnTo>
                <a:lnTo>
                  <a:pt x="385763" y="876300"/>
                </a:lnTo>
                <a:lnTo>
                  <a:pt x="376238" y="876300"/>
                </a:lnTo>
                <a:lnTo>
                  <a:pt x="366713" y="876300"/>
                </a:lnTo>
                <a:lnTo>
                  <a:pt x="357188" y="876300"/>
                </a:lnTo>
                <a:lnTo>
                  <a:pt x="352425" y="871538"/>
                </a:lnTo>
                <a:lnTo>
                  <a:pt x="347663" y="866775"/>
                </a:lnTo>
                <a:lnTo>
                  <a:pt x="338138" y="866775"/>
                </a:lnTo>
                <a:lnTo>
                  <a:pt x="328613" y="866775"/>
                </a:lnTo>
                <a:lnTo>
                  <a:pt x="323850" y="862013"/>
                </a:lnTo>
                <a:lnTo>
                  <a:pt x="319088" y="857250"/>
                </a:lnTo>
                <a:lnTo>
                  <a:pt x="309563" y="857250"/>
                </a:lnTo>
                <a:lnTo>
                  <a:pt x="300038" y="857250"/>
                </a:lnTo>
                <a:lnTo>
                  <a:pt x="290513" y="857250"/>
                </a:lnTo>
                <a:lnTo>
                  <a:pt x="285750" y="852488"/>
                </a:lnTo>
                <a:lnTo>
                  <a:pt x="280988" y="847725"/>
                </a:lnTo>
                <a:lnTo>
                  <a:pt x="271463" y="847725"/>
                </a:lnTo>
                <a:lnTo>
                  <a:pt x="261938" y="847725"/>
                </a:lnTo>
                <a:lnTo>
                  <a:pt x="257175" y="842963"/>
                </a:lnTo>
                <a:lnTo>
                  <a:pt x="252413" y="838200"/>
                </a:lnTo>
                <a:lnTo>
                  <a:pt x="242888" y="838200"/>
                </a:lnTo>
                <a:lnTo>
                  <a:pt x="238125" y="833438"/>
                </a:lnTo>
                <a:lnTo>
                  <a:pt x="233363" y="828675"/>
                </a:lnTo>
                <a:lnTo>
                  <a:pt x="223838" y="828675"/>
                </a:lnTo>
                <a:lnTo>
                  <a:pt x="219075" y="823913"/>
                </a:lnTo>
                <a:lnTo>
                  <a:pt x="214313" y="819150"/>
                </a:lnTo>
                <a:lnTo>
                  <a:pt x="204788" y="819150"/>
                </a:lnTo>
                <a:lnTo>
                  <a:pt x="200025" y="814388"/>
                </a:lnTo>
                <a:lnTo>
                  <a:pt x="195263" y="809625"/>
                </a:lnTo>
                <a:lnTo>
                  <a:pt x="190500" y="804863"/>
                </a:lnTo>
                <a:lnTo>
                  <a:pt x="185738" y="800100"/>
                </a:lnTo>
                <a:lnTo>
                  <a:pt x="180975" y="795338"/>
                </a:lnTo>
                <a:lnTo>
                  <a:pt x="176213" y="790575"/>
                </a:lnTo>
                <a:lnTo>
                  <a:pt x="166688" y="790575"/>
                </a:lnTo>
                <a:lnTo>
                  <a:pt x="161925" y="785813"/>
                </a:lnTo>
                <a:lnTo>
                  <a:pt x="157163" y="781050"/>
                </a:lnTo>
                <a:lnTo>
                  <a:pt x="152400" y="776288"/>
                </a:lnTo>
                <a:lnTo>
                  <a:pt x="147638" y="771525"/>
                </a:lnTo>
                <a:lnTo>
                  <a:pt x="142875" y="766763"/>
                </a:lnTo>
                <a:lnTo>
                  <a:pt x="138113" y="762000"/>
                </a:lnTo>
                <a:lnTo>
                  <a:pt x="133350" y="757238"/>
                </a:lnTo>
                <a:lnTo>
                  <a:pt x="128588" y="752475"/>
                </a:lnTo>
                <a:lnTo>
                  <a:pt x="123825" y="747713"/>
                </a:lnTo>
                <a:lnTo>
                  <a:pt x="123825" y="738188"/>
                </a:lnTo>
                <a:lnTo>
                  <a:pt x="119063" y="733425"/>
                </a:lnTo>
                <a:lnTo>
                  <a:pt x="114300" y="728663"/>
                </a:lnTo>
                <a:lnTo>
                  <a:pt x="109538" y="723900"/>
                </a:lnTo>
                <a:lnTo>
                  <a:pt x="100013" y="723900"/>
                </a:lnTo>
                <a:lnTo>
                  <a:pt x="95250" y="719138"/>
                </a:lnTo>
                <a:lnTo>
                  <a:pt x="90488" y="714375"/>
                </a:lnTo>
                <a:lnTo>
                  <a:pt x="85725" y="709613"/>
                </a:lnTo>
                <a:lnTo>
                  <a:pt x="80963" y="704850"/>
                </a:lnTo>
                <a:lnTo>
                  <a:pt x="76200" y="700088"/>
                </a:lnTo>
                <a:lnTo>
                  <a:pt x="71438" y="695325"/>
                </a:lnTo>
                <a:lnTo>
                  <a:pt x="66675" y="690563"/>
                </a:lnTo>
                <a:lnTo>
                  <a:pt x="66675" y="681038"/>
                </a:lnTo>
                <a:lnTo>
                  <a:pt x="61913" y="676275"/>
                </a:lnTo>
                <a:lnTo>
                  <a:pt x="57150" y="671513"/>
                </a:lnTo>
                <a:lnTo>
                  <a:pt x="57150" y="661988"/>
                </a:lnTo>
                <a:lnTo>
                  <a:pt x="52388" y="657225"/>
                </a:lnTo>
                <a:lnTo>
                  <a:pt x="47625" y="652463"/>
                </a:lnTo>
                <a:lnTo>
                  <a:pt x="47625" y="642938"/>
                </a:lnTo>
                <a:lnTo>
                  <a:pt x="42863" y="638175"/>
                </a:lnTo>
                <a:lnTo>
                  <a:pt x="38100" y="633413"/>
                </a:lnTo>
                <a:lnTo>
                  <a:pt x="38100" y="623888"/>
                </a:lnTo>
                <a:lnTo>
                  <a:pt x="38100" y="614363"/>
                </a:lnTo>
                <a:lnTo>
                  <a:pt x="38100" y="604838"/>
                </a:lnTo>
                <a:lnTo>
                  <a:pt x="38100" y="595313"/>
                </a:lnTo>
                <a:lnTo>
                  <a:pt x="38100" y="585788"/>
                </a:lnTo>
                <a:lnTo>
                  <a:pt x="38100" y="576263"/>
                </a:lnTo>
                <a:lnTo>
                  <a:pt x="33338" y="571500"/>
                </a:lnTo>
                <a:lnTo>
                  <a:pt x="28575" y="566738"/>
                </a:lnTo>
                <a:lnTo>
                  <a:pt x="28575" y="557213"/>
                </a:lnTo>
                <a:lnTo>
                  <a:pt x="28575" y="547688"/>
                </a:lnTo>
                <a:lnTo>
                  <a:pt x="23813" y="542925"/>
                </a:lnTo>
                <a:lnTo>
                  <a:pt x="19050" y="538163"/>
                </a:lnTo>
                <a:lnTo>
                  <a:pt x="14288" y="533400"/>
                </a:lnTo>
                <a:lnTo>
                  <a:pt x="9525" y="528638"/>
                </a:lnTo>
                <a:lnTo>
                  <a:pt x="4763" y="523875"/>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4763" y="361950"/>
                </a:lnTo>
                <a:lnTo>
                  <a:pt x="9525" y="357188"/>
                </a:lnTo>
                <a:lnTo>
                  <a:pt x="9525" y="347663"/>
                </a:lnTo>
                <a:lnTo>
                  <a:pt x="14288" y="342900"/>
                </a:lnTo>
                <a:lnTo>
                  <a:pt x="19050" y="338138"/>
                </a:lnTo>
                <a:lnTo>
                  <a:pt x="23813" y="333375"/>
                </a:lnTo>
                <a:lnTo>
                  <a:pt x="28575" y="328613"/>
                </a:lnTo>
                <a:lnTo>
                  <a:pt x="33338" y="323850"/>
                </a:lnTo>
                <a:lnTo>
                  <a:pt x="38100" y="319088"/>
                </a:lnTo>
                <a:lnTo>
                  <a:pt x="38100" y="309563"/>
                </a:lnTo>
                <a:lnTo>
                  <a:pt x="38100" y="300038"/>
                </a:lnTo>
                <a:lnTo>
                  <a:pt x="38100" y="290513"/>
                </a:lnTo>
                <a:lnTo>
                  <a:pt x="38100" y="280988"/>
                </a:lnTo>
                <a:lnTo>
                  <a:pt x="42863" y="276225"/>
                </a:lnTo>
                <a:lnTo>
                  <a:pt x="47625" y="271463"/>
                </a:lnTo>
                <a:lnTo>
                  <a:pt x="52388" y="266700"/>
                </a:lnTo>
                <a:lnTo>
                  <a:pt x="57150" y="261938"/>
                </a:lnTo>
                <a:lnTo>
                  <a:pt x="57150" y="252413"/>
                </a:lnTo>
                <a:lnTo>
                  <a:pt x="57150" y="242888"/>
                </a:lnTo>
                <a:lnTo>
                  <a:pt x="61913" y="238125"/>
                </a:lnTo>
                <a:lnTo>
                  <a:pt x="66675" y="233363"/>
                </a:lnTo>
                <a:lnTo>
                  <a:pt x="66675" y="223838"/>
                </a:lnTo>
                <a:lnTo>
                  <a:pt x="71438" y="219075"/>
                </a:lnTo>
                <a:lnTo>
                  <a:pt x="76200" y="214313"/>
                </a:lnTo>
                <a:lnTo>
                  <a:pt x="80963" y="209550"/>
                </a:lnTo>
                <a:lnTo>
                  <a:pt x="85725" y="204788"/>
                </a:lnTo>
                <a:lnTo>
                  <a:pt x="85725" y="195263"/>
                </a:lnTo>
                <a:lnTo>
                  <a:pt x="85725" y="185738"/>
                </a:lnTo>
                <a:lnTo>
                  <a:pt x="85725" y="176213"/>
                </a:lnTo>
                <a:lnTo>
                  <a:pt x="85725" y="166688"/>
                </a:lnTo>
                <a:lnTo>
                  <a:pt x="90488" y="161925"/>
                </a:lnTo>
                <a:lnTo>
                  <a:pt x="100013" y="161925"/>
                </a:lnTo>
                <a:lnTo>
                  <a:pt x="104775" y="157163"/>
                </a:lnTo>
                <a:lnTo>
                  <a:pt x="109538" y="152400"/>
                </a:lnTo>
                <a:lnTo>
                  <a:pt x="114300" y="147638"/>
                </a:lnTo>
                <a:lnTo>
                  <a:pt x="119063" y="142875"/>
                </a:lnTo>
                <a:lnTo>
                  <a:pt x="123825" y="138113"/>
                </a:lnTo>
                <a:lnTo>
                  <a:pt x="128588" y="133350"/>
                </a:lnTo>
                <a:lnTo>
                  <a:pt x="133350" y="128588"/>
                </a:lnTo>
                <a:lnTo>
                  <a:pt x="138113" y="123825"/>
                </a:lnTo>
                <a:lnTo>
                  <a:pt x="142875" y="119063"/>
                </a:lnTo>
                <a:lnTo>
                  <a:pt x="147638" y="114300"/>
                </a:lnTo>
                <a:lnTo>
                  <a:pt x="152400" y="109538"/>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14313" y="66675"/>
                </a:lnTo>
                <a:lnTo>
                  <a:pt x="223838" y="66675"/>
                </a:lnTo>
                <a:lnTo>
                  <a:pt x="228600" y="61913"/>
                </a:lnTo>
                <a:lnTo>
                  <a:pt x="233363" y="57150"/>
                </a:lnTo>
                <a:lnTo>
                  <a:pt x="238125" y="52388"/>
                </a:lnTo>
                <a:lnTo>
                  <a:pt x="242888" y="47625"/>
                </a:lnTo>
                <a:lnTo>
                  <a:pt x="247650" y="42863"/>
                </a:lnTo>
                <a:lnTo>
                  <a:pt x="252413" y="38100"/>
                </a:lnTo>
                <a:lnTo>
                  <a:pt x="257175" y="33338"/>
                </a:lnTo>
                <a:lnTo>
                  <a:pt x="261938" y="28575"/>
                </a:lnTo>
                <a:lnTo>
                  <a:pt x="271463" y="28575"/>
                </a:lnTo>
                <a:lnTo>
                  <a:pt x="280988" y="28575"/>
                </a:lnTo>
                <a:lnTo>
                  <a:pt x="290513" y="28575"/>
                </a:lnTo>
                <a:lnTo>
                  <a:pt x="300038" y="28575"/>
                </a:lnTo>
                <a:lnTo>
                  <a:pt x="304800" y="23813"/>
                </a:lnTo>
                <a:lnTo>
                  <a:pt x="309563" y="19050"/>
                </a:lnTo>
                <a:lnTo>
                  <a:pt x="319088" y="19050"/>
                </a:lnTo>
                <a:lnTo>
                  <a:pt x="328613" y="19050"/>
                </a:lnTo>
                <a:lnTo>
                  <a:pt x="333375" y="14288"/>
                </a:lnTo>
                <a:lnTo>
                  <a:pt x="338138" y="9525"/>
                </a:lnTo>
                <a:lnTo>
                  <a:pt x="347663" y="9525"/>
                </a:lnTo>
                <a:lnTo>
                  <a:pt x="352425" y="4763"/>
                </a:lnTo>
                <a:close/>
              </a:path>
            </a:pathLst>
          </a:custGeom>
          <a:solidFill xmlns:a="http://schemas.openxmlformats.org/drawingml/2006/main">
            <a:srgbClr val="BEBEBE"/>
          </a:solidFill>
          <a:ln xmlns:a="http://schemas.openxmlformats.org/drawingml/2006/main" w="0">
            <a:noFill/>
            <a:prstDash val="solid"/>
          </a:ln>
        </p:spPr>
      </p:sp>
      <p:sp>
        <p:nvSpPr>
          <p:cNvPr id="498" name="deep-skill-chaining-source-component-10-gradient-192-0">
            <a:extLst xmlns:a="http://schemas.openxmlformats.org/drawingml/2006/main">
              <a:ext uri="{FF2B5EF4-FFF2-40B4-BE49-F238E27FC236}">
                <a16:creationId xmlns:a16="http://schemas.microsoft.com/office/drawing/2014/main" id="{EB495B2D-F509-46B6-B374-133BD272A925}"/>
              </a:ext>
            </a:extLst>
          </p:cNvPr>
          <p:cNvSpPr>
            <a:spLocks xmlns:a="http://schemas.openxmlformats.org/drawingml/2006/main" noGrp="1"/>
          </p:cNvSpPr>
          <p:nvPr/>
        </p:nvSpPr>
        <p:spPr>
          <a:xfrm xmlns:a="http://schemas.openxmlformats.org/drawingml/2006/main" rot="0">
            <a:off x="4324350" y="457200"/>
            <a:ext cx="885825" cy="857250"/>
          </a:xfrm>
          <a:custGeom xmlns:a="http://schemas.openxmlformats.org/drawingml/2006/main">
            <a:pathLst>
              <a:path w="885825" h="857250">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2450" y="4763"/>
                </a:lnTo>
                <a:lnTo>
                  <a:pt x="557213" y="9525"/>
                </a:lnTo>
                <a:lnTo>
                  <a:pt x="566738" y="9525"/>
                </a:lnTo>
                <a:lnTo>
                  <a:pt x="576263" y="9525"/>
                </a:lnTo>
                <a:lnTo>
                  <a:pt x="581025" y="14288"/>
                </a:lnTo>
                <a:lnTo>
                  <a:pt x="585788" y="19050"/>
                </a:lnTo>
                <a:lnTo>
                  <a:pt x="595313" y="19050"/>
                </a:lnTo>
                <a:lnTo>
                  <a:pt x="600075" y="23813"/>
                </a:lnTo>
                <a:lnTo>
                  <a:pt x="604838" y="28575"/>
                </a:lnTo>
                <a:lnTo>
                  <a:pt x="614363" y="28575"/>
                </a:lnTo>
                <a:lnTo>
                  <a:pt x="623888" y="28575"/>
                </a:lnTo>
                <a:lnTo>
                  <a:pt x="628650" y="33338"/>
                </a:lnTo>
                <a:lnTo>
                  <a:pt x="633413" y="38100"/>
                </a:lnTo>
                <a:lnTo>
                  <a:pt x="638175" y="42863"/>
                </a:lnTo>
                <a:lnTo>
                  <a:pt x="642938" y="47625"/>
                </a:lnTo>
                <a:lnTo>
                  <a:pt x="652463" y="47625"/>
                </a:lnTo>
                <a:lnTo>
                  <a:pt x="657225" y="52388"/>
                </a:lnTo>
                <a:lnTo>
                  <a:pt x="661988" y="57150"/>
                </a:lnTo>
                <a:lnTo>
                  <a:pt x="671513" y="57150"/>
                </a:lnTo>
                <a:lnTo>
                  <a:pt x="676275" y="61913"/>
                </a:lnTo>
                <a:lnTo>
                  <a:pt x="681038" y="66675"/>
                </a:lnTo>
                <a:lnTo>
                  <a:pt x="690563" y="66675"/>
                </a:lnTo>
                <a:lnTo>
                  <a:pt x="695325" y="71438"/>
                </a:lnTo>
                <a:lnTo>
                  <a:pt x="700088" y="76200"/>
                </a:lnTo>
                <a:lnTo>
                  <a:pt x="704850" y="80963"/>
                </a:lnTo>
                <a:lnTo>
                  <a:pt x="709613" y="85725"/>
                </a:lnTo>
                <a:lnTo>
                  <a:pt x="719138" y="85725"/>
                </a:lnTo>
                <a:lnTo>
                  <a:pt x="723900" y="90488"/>
                </a:lnTo>
                <a:lnTo>
                  <a:pt x="728663" y="95250"/>
                </a:lnTo>
                <a:lnTo>
                  <a:pt x="733425" y="100013"/>
                </a:lnTo>
                <a:lnTo>
                  <a:pt x="738188" y="104775"/>
                </a:lnTo>
                <a:lnTo>
                  <a:pt x="742950" y="109538"/>
                </a:lnTo>
                <a:lnTo>
                  <a:pt x="747713" y="114300"/>
                </a:lnTo>
                <a:lnTo>
                  <a:pt x="752475" y="119063"/>
                </a:lnTo>
                <a:lnTo>
                  <a:pt x="757238" y="123825"/>
                </a:lnTo>
                <a:lnTo>
                  <a:pt x="762000" y="128588"/>
                </a:lnTo>
                <a:lnTo>
                  <a:pt x="766763" y="133350"/>
                </a:lnTo>
                <a:lnTo>
                  <a:pt x="771525" y="138113"/>
                </a:lnTo>
                <a:lnTo>
                  <a:pt x="771525" y="147638"/>
                </a:lnTo>
                <a:lnTo>
                  <a:pt x="776288" y="152400"/>
                </a:lnTo>
                <a:lnTo>
                  <a:pt x="781050" y="157163"/>
                </a:lnTo>
                <a:lnTo>
                  <a:pt x="785813" y="161925"/>
                </a:lnTo>
                <a:lnTo>
                  <a:pt x="790575" y="166688"/>
                </a:lnTo>
                <a:lnTo>
                  <a:pt x="795338" y="171450"/>
                </a:lnTo>
                <a:lnTo>
                  <a:pt x="800100" y="176213"/>
                </a:lnTo>
                <a:lnTo>
                  <a:pt x="804863" y="180975"/>
                </a:lnTo>
                <a:lnTo>
                  <a:pt x="809625" y="185738"/>
                </a:lnTo>
                <a:lnTo>
                  <a:pt x="809625" y="195263"/>
                </a:lnTo>
                <a:lnTo>
                  <a:pt x="814388" y="200025"/>
                </a:lnTo>
                <a:lnTo>
                  <a:pt x="819150" y="204788"/>
                </a:lnTo>
                <a:lnTo>
                  <a:pt x="823913" y="209550"/>
                </a:lnTo>
                <a:lnTo>
                  <a:pt x="828675" y="214313"/>
                </a:lnTo>
                <a:lnTo>
                  <a:pt x="828675" y="223838"/>
                </a:lnTo>
                <a:lnTo>
                  <a:pt x="828675" y="233363"/>
                </a:lnTo>
                <a:lnTo>
                  <a:pt x="833438" y="238125"/>
                </a:lnTo>
                <a:lnTo>
                  <a:pt x="838200" y="242888"/>
                </a:lnTo>
                <a:lnTo>
                  <a:pt x="838200" y="252413"/>
                </a:lnTo>
                <a:lnTo>
                  <a:pt x="842963" y="257175"/>
                </a:lnTo>
                <a:lnTo>
                  <a:pt x="847725" y="261938"/>
                </a:lnTo>
                <a:lnTo>
                  <a:pt x="852488" y="266700"/>
                </a:lnTo>
                <a:lnTo>
                  <a:pt x="857250" y="271463"/>
                </a:lnTo>
                <a:lnTo>
                  <a:pt x="857250" y="280988"/>
                </a:lnTo>
                <a:lnTo>
                  <a:pt x="857250" y="290513"/>
                </a:lnTo>
                <a:lnTo>
                  <a:pt x="857250" y="300038"/>
                </a:lnTo>
                <a:lnTo>
                  <a:pt x="857250" y="309563"/>
                </a:lnTo>
                <a:lnTo>
                  <a:pt x="857250" y="319088"/>
                </a:lnTo>
                <a:lnTo>
                  <a:pt x="857250" y="328613"/>
                </a:lnTo>
                <a:lnTo>
                  <a:pt x="857250" y="338138"/>
                </a:lnTo>
                <a:lnTo>
                  <a:pt x="857250" y="347663"/>
                </a:lnTo>
                <a:lnTo>
                  <a:pt x="862013" y="352425"/>
                </a:lnTo>
                <a:lnTo>
                  <a:pt x="866775" y="357188"/>
                </a:lnTo>
                <a:lnTo>
                  <a:pt x="866775" y="366713"/>
                </a:lnTo>
                <a:lnTo>
                  <a:pt x="871538" y="371475"/>
                </a:lnTo>
                <a:lnTo>
                  <a:pt x="876300" y="376238"/>
                </a:lnTo>
                <a:lnTo>
                  <a:pt x="876300" y="385763"/>
                </a:lnTo>
                <a:lnTo>
                  <a:pt x="876300" y="395288"/>
                </a:lnTo>
                <a:lnTo>
                  <a:pt x="876300" y="404813"/>
                </a:lnTo>
                <a:lnTo>
                  <a:pt x="881063" y="409575"/>
                </a:lnTo>
                <a:lnTo>
                  <a:pt x="885825" y="414338"/>
                </a:lnTo>
                <a:lnTo>
                  <a:pt x="885825" y="423863"/>
                </a:lnTo>
                <a:lnTo>
                  <a:pt x="885825" y="433388"/>
                </a:lnTo>
                <a:lnTo>
                  <a:pt x="885825" y="442913"/>
                </a:lnTo>
                <a:lnTo>
                  <a:pt x="881063" y="447675"/>
                </a:lnTo>
                <a:lnTo>
                  <a:pt x="876300" y="452438"/>
                </a:lnTo>
                <a:lnTo>
                  <a:pt x="876300" y="461963"/>
                </a:lnTo>
                <a:lnTo>
                  <a:pt x="876300" y="471488"/>
                </a:lnTo>
                <a:lnTo>
                  <a:pt x="871538" y="476250"/>
                </a:lnTo>
                <a:lnTo>
                  <a:pt x="866775" y="481013"/>
                </a:lnTo>
                <a:lnTo>
                  <a:pt x="866775" y="490538"/>
                </a:lnTo>
                <a:lnTo>
                  <a:pt x="866775" y="500063"/>
                </a:lnTo>
                <a:lnTo>
                  <a:pt x="866775" y="509588"/>
                </a:lnTo>
                <a:lnTo>
                  <a:pt x="866775" y="519113"/>
                </a:lnTo>
                <a:lnTo>
                  <a:pt x="866775" y="528638"/>
                </a:lnTo>
                <a:lnTo>
                  <a:pt x="862013" y="533400"/>
                </a:lnTo>
                <a:lnTo>
                  <a:pt x="857250" y="538163"/>
                </a:lnTo>
                <a:lnTo>
                  <a:pt x="857250" y="547688"/>
                </a:lnTo>
                <a:lnTo>
                  <a:pt x="857250" y="557213"/>
                </a:lnTo>
                <a:lnTo>
                  <a:pt x="857250" y="566738"/>
                </a:lnTo>
                <a:lnTo>
                  <a:pt x="857250" y="576263"/>
                </a:lnTo>
                <a:lnTo>
                  <a:pt x="857250" y="585788"/>
                </a:lnTo>
                <a:lnTo>
                  <a:pt x="852488" y="590550"/>
                </a:lnTo>
                <a:lnTo>
                  <a:pt x="847725" y="595313"/>
                </a:lnTo>
                <a:lnTo>
                  <a:pt x="847725" y="604838"/>
                </a:lnTo>
                <a:lnTo>
                  <a:pt x="847725" y="614363"/>
                </a:lnTo>
                <a:lnTo>
                  <a:pt x="842963" y="619125"/>
                </a:lnTo>
                <a:lnTo>
                  <a:pt x="838200" y="623888"/>
                </a:lnTo>
                <a:lnTo>
                  <a:pt x="833438" y="628650"/>
                </a:lnTo>
                <a:lnTo>
                  <a:pt x="828675" y="633413"/>
                </a:lnTo>
                <a:lnTo>
                  <a:pt x="828675" y="642938"/>
                </a:lnTo>
                <a:lnTo>
                  <a:pt x="823913" y="647700"/>
                </a:lnTo>
                <a:lnTo>
                  <a:pt x="819150" y="652463"/>
                </a:lnTo>
                <a:lnTo>
                  <a:pt x="814388" y="657225"/>
                </a:lnTo>
                <a:lnTo>
                  <a:pt x="809625" y="661988"/>
                </a:lnTo>
                <a:lnTo>
                  <a:pt x="809625" y="671513"/>
                </a:lnTo>
                <a:lnTo>
                  <a:pt x="804863" y="676275"/>
                </a:lnTo>
                <a:lnTo>
                  <a:pt x="800100" y="681038"/>
                </a:lnTo>
                <a:lnTo>
                  <a:pt x="795338" y="685800"/>
                </a:lnTo>
                <a:lnTo>
                  <a:pt x="790575" y="690563"/>
                </a:lnTo>
                <a:lnTo>
                  <a:pt x="785813" y="695325"/>
                </a:lnTo>
                <a:lnTo>
                  <a:pt x="781050" y="700088"/>
                </a:lnTo>
                <a:lnTo>
                  <a:pt x="776288" y="704850"/>
                </a:lnTo>
                <a:lnTo>
                  <a:pt x="771525" y="709613"/>
                </a:lnTo>
                <a:lnTo>
                  <a:pt x="766763" y="714375"/>
                </a:lnTo>
                <a:lnTo>
                  <a:pt x="762000" y="719138"/>
                </a:lnTo>
                <a:lnTo>
                  <a:pt x="757238" y="723900"/>
                </a:lnTo>
                <a:lnTo>
                  <a:pt x="752475" y="728663"/>
                </a:lnTo>
                <a:lnTo>
                  <a:pt x="747713" y="733425"/>
                </a:lnTo>
                <a:lnTo>
                  <a:pt x="742950" y="738188"/>
                </a:lnTo>
                <a:lnTo>
                  <a:pt x="738188" y="742950"/>
                </a:lnTo>
                <a:lnTo>
                  <a:pt x="733425" y="747713"/>
                </a:lnTo>
                <a:lnTo>
                  <a:pt x="728663" y="752475"/>
                </a:lnTo>
                <a:lnTo>
                  <a:pt x="723900" y="757238"/>
                </a:lnTo>
                <a:lnTo>
                  <a:pt x="719138" y="762000"/>
                </a:lnTo>
                <a:lnTo>
                  <a:pt x="714375" y="766763"/>
                </a:lnTo>
                <a:lnTo>
                  <a:pt x="709613" y="771525"/>
                </a:lnTo>
                <a:lnTo>
                  <a:pt x="704850" y="776288"/>
                </a:lnTo>
                <a:lnTo>
                  <a:pt x="700088" y="781050"/>
                </a:lnTo>
                <a:lnTo>
                  <a:pt x="695325" y="785813"/>
                </a:lnTo>
                <a:lnTo>
                  <a:pt x="690563" y="790575"/>
                </a:lnTo>
                <a:lnTo>
                  <a:pt x="681038" y="790575"/>
                </a:lnTo>
                <a:lnTo>
                  <a:pt x="676275" y="795338"/>
                </a:lnTo>
                <a:lnTo>
                  <a:pt x="671513" y="800100"/>
                </a:lnTo>
                <a:lnTo>
                  <a:pt x="661988" y="800100"/>
                </a:lnTo>
                <a:lnTo>
                  <a:pt x="652463" y="800100"/>
                </a:lnTo>
                <a:lnTo>
                  <a:pt x="647700" y="804863"/>
                </a:lnTo>
                <a:lnTo>
                  <a:pt x="642938" y="809625"/>
                </a:lnTo>
                <a:lnTo>
                  <a:pt x="633413" y="809625"/>
                </a:lnTo>
                <a:lnTo>
                  <a:pt x="623888" y="809625"/>
                </a:lnTo>
                <a:lnTo>
                  <a:pt x="619125" y="814388"/>
                </a:lnTo>
                <a:lnTo>
                  <a:pt x="614363" y="819150"/>
                </a:lnTo>
                <a:lnTo>
                  <a:pt x="609600" y="823913"/>
                </a:lnTo>
                <a:lnTo>
                  <a:pt x="604838" y="828675"/>
                </a:lnTo>
                <a:lnTo>
                  <a:pt x="595313" y="828675"/>
                </a:lnTo>
                <a:lnTo>
                  <a:pt x="585788" y="828675"/>
                </a:lnTo>
                <a:lnTo>
                  <a:pt x="581025" y="833438"/>
                </a:lnTo>
                <a:lnTo>
                  <a:pt x="576263" y="838200"/>
                </a:lnTo>
                <a:lnTo>
                  <a:pt x="566738" y="838200"/>
                </a:lnTo>
                <a:lnTo>
                  <a:pt x="557213" y="838200"/>
                </a:lnTo>
                <a:lnTo>
                  <a:pt x="552450" y="842963"/>
                </a:lnTo>
                <a:lnTo>
                  <a:pt x="547688" y="847725"/>
                </a:lnTo>
                <a:lnTo>
                  <a:pt x="538163" y="847725"/>
                </a:lnTo>
                <a:lnTo>
                  <a:pt x="528638" y="847725"/>
                </a:lnTo>
                <a:lnTo>
                  <a:pt x="523875" y="852488"/>
                </a:lnTo>
                <a:lnTo>
                  <a:pt x="519113" y="857250"/>
                </a:lnTo>
                <a:lnTo>
                  <a:pt x="509588" y="857250"/>
                </a:lnTo>
                <a:lnTo>
                  <a:pt x="500063" y="857250"/>
                </a:lnTo>
                <a:lnTo>
                  <a:pt x="490538" y="857250"/>
                </a:lnTo>
                <a:lnTo>
                  <a:pt x="481013" y="857250"/>
                </a:lnTo>
                <a:lnTo>
                  <a:pt x="471488" y="857250"/>
                </a:lnTo>
                <a:lnTo>
                  <a:pt x="461963" y="857250"/>
                </a:lnTo>
                <a:lnTo>
                  <a:pt x="452438" y="857250"/>
                </a:lnTo>
                <a:lnTo>
                  <a:pt x="442913" y="857250"/>
                </a:lnTo>
                <a:lnTo>
                  <a:pt x="433388" y="857250"/>
                </a:lnTo>
                <a:lnTo>
                  <a:pt x="423863" y="857250"/>
                </a:lnTo>
                <a:lnTo>
                  <a:pt x="414338" y="857250"/>
                </a:lnTo>
                <a:lnTo>
                  <a:pt x="404813" y="857250"/>
                </a:lnTo>
                <a:lnTo>
                  <a:pt x="395288" y="857250"/>
                </a:lnTo>
                <a:lnTo>
                  <a:pt x="385763" y="857250"/>
                </a:lnTo>
                <a:lnTo>
                  <a:pt x="376238" y="857250"/>
                </a:lnTo>
                <a:lnTo>
                  <a:pt x="371475" y="852488"/>
                </a:lnTo>
                <a:lnTo>
                  <a:pt x="366713" y="847725"/>
                </a:lnTo>
                <a:lnTo>
                  <a:pt x="357188" y="847725"/>
                </a:lnTo>
                <a:lnTo>
                  <a:pt x="347663" y="847725"/>
                </a:lnTo>
                <a:lnTo>
                  <a:pt x="342900" y="842963"/>
                </a:lnTo>
                <a:lnTo>
                  <a:pt x="338138" y="838200"/>
                </a:lnTo>
                <a:lnTo>
                  <a:pt x="328613" y="838200"/>
                </a:lnTo>
                <a:lnTo>
                  <a:pt x="319088" y="838200"/>
                </a:lnTo>
                <a:lnTo>
                  <a:pt x="309563" y="838200"/>
                </a:lnTo>
                <a:lnTo>
                  <a:pt x="304800" y="833438"/>
                </a:lnTo>
                <a:lnTo>
                  <a:pt x="300038" y="828675"/>
                </a:lnTo>
                <a:lnTo>
                  <a:pt x="290513" y="828675"/>
                </a:lnTo>
                <a:lnTo>
                  <a:pt x="280988" y="828675"/>
                </a:lnTo>
                <a:lnTo>
                  <a:pt x="271463" y="828675"/>
                </a:lnTo>
                <a:lnTo>
                  <a:pt x="266700" y="823913"/>
                </a:lnTo>
                <a:lnTo>
                  <a:pt x="261938" y="819150"/>
                </a:lnTo>
                <a:lnTo>
                  <a:pt x="252413" y="819150"/>
                </a:lnTo>
                <a:lnTo>
                  <a:pt x="247650" y="814388"/>
                </a:lnTo>
                <a:lnTo>
                  <a:pt x="242888" y="809625"/>
                </a:lnTo>
                <a:lnTo>
                  <a:pt x="233363" y="809625"/>
                </a:lnTo>
                <a:lnTo>
                  <a:pt x="228600" y="804863"/>
                </a:lnTo>
                <a:lnTo>
                  <a:pt x="223838" y="800100"/>
                </a:lnTo>
                <a:lnTo>
                  <a:pt x="219075" y="795338"/>
                </a:lnTo>
                <a:lnTo>
                  <a:pt x="214313" y="790575"/>
                </a:lnTo>
                <a:lnTo>
                  <a:pt x="204788" y="790575"/>
                </a:lnTo>
                <a:lnTo>
                  <a:pt x="200025" y="785813"/>
                </a:lnTo>
                <a:lnTo>
                  <a:pt x="195263" y="781050"/>
                </a:lnTo>
                <a:lnTo>
                  <a:pt x="190500" y="776288"/>
                </a:lnTo>
                <a:lnTo>
                  <a:pt x="185738" y="771525"/>
                </a:lnTo>
                <a:lnTo>
                  <a:pt x="180975" y="766763"/>
                </a:lnTo>
                <a:lnTo>
                  <a:pt x="176213" y="762000"/>
                </a:lnTo>
                <a:lnTo>
                  <a:pt x="171450" y="757238"/>
                </a:lnTo>
                <a:lnTo>
                  <a:pt x="166688" y="752475"/>
                </a:lnTo>
                <a:lnTo>
                  <a:pt x="161925" y="747713"/>
                </a:lnTo>
                <a:lnTo>
                  <a:pt x="157163" y="742950"/>
                </a:lnTo>
                <a:lnTo>
                  <a:pt x="152400" y="738188"/>
                </a:lnTo>
                <a:lnTo>
                  <a:pt x="147638" y="733425"/>
                </a:lnTo>
                <a:lnTo>
                  <a:pt x="142875" y="728663"/>
                </a:lnTo>
                <a:lnTo>
                  <a:pt x="138113" y="723900"/>
                </a:lnTo>
                <a:lnTo>
                  <a:pt x="133350" y="719138"/>
                </a:lnTo>
                <a:lnTo>
                  <a:pt x="128588" y="714375"/>
                </a:lnTo>
                <a:lnTo>
                  <a:pt x="123825" y="709613"/>
                </a:lnTo>
                <a:lnTo>
                  <a:pt x="119063" y="704850"/>
                </a:lnTo>
                <a:lnTo>
                  <a:pt x="114300" y="700088"/>
                </a:lnTo>
                <a:lnTo>
                  <a:pt x="109538" y="695325"/>
                </a:lnTo>
                <a:lnTo>
                  <a:pt x="104775" y="690563"/>
                </a:lnTo>
                <a:lnTo>
                  <a:pt x="100013" y="685800"/>
                </a:lnTo>
                <a:lnTo>
                  <a:pt x="90488" y="685800"/>
                </a:lnTo>
                <a:lnTo>
                  <a:pt x="85725" y="681038"/>
                </a:lnTo>
                <a:lnTo>
                  <a:pt x="80963" y="676275"/>
                </a:lnTo>
                <a:lnTo>
                  <a:pt x="76200" y="671513"/>
                </a:lnTo>
                <a:lnTo>
                  <a:pt x="76200" y="661988"/>
                </a:lnTo>
                <a:lnTo>
                  <a:pt x="76200" y="652463"/>
                </a:lnTo>
                <a:lnTo>
                  <a:pt x="71438" y="647700"/>
                </a:lnTo>
                <a:lnTo>
                  <a:pt x="66675" y="642938"/>
                </a:lnTo>
                <a:lnTo>
                  <a:pt x="66675" y="633413"/>
                </a:lnTo>
                <a:lnTo>
                  <a:pt x="61913" y="628650"/>
                </a:lnTo>
                <a:lnTo>
                  <a:pt x="57150" y="623888"/>
                </a:lnTo>
                <a:lnTo>
                  <a:pt x="52388" y="619125"/>
                </a:lnTo>
                <a:lnTo>
                  <a:pt x="47625" y="614363"/>
                </a:lnTo>
                <a:lnTo>
                  <a:pt x="47625" y="604838"/>
                </a:lnTo>
                <a:lnTo>
                  <a:pt x="47625" y="595313"/>
                </a:lnTo>
                <a:lnTo>
                  <a:pt x="47625" y="585788"/>
                </a:lnTo>
                <a:lnTo>
                  <a:pt x="42863" y="581025"/>
                </a:lnTo>
                <a:lnTo>
                  <a:pt x="38100" y="576263"/>
                </a:lnTo>
                <a:lnTo>
                  <a:pt x="38100" y="566738"/>
                </a:lnTo>
                <a:lnTo>
                  <a:pt x="38100" y="557213"/>
                </a:lnTo>
                <a:lnTo>
                  <a:pt x="38100" y="547688"/>
                </a:lnTo>
                <a:lnTo>
                  <a:pt x="38100" y="538163"/>
                </a:lnTo>
                <a:lnTo>
                  <a:pt x="33338" y="533400"/>
                </a:lnTo>
                <a:lnTo>
                  <a:pt x="28575" y="528638"/>
                </a:lnTo>
                <a:lnTo>
                  <a:pt x="28575" y="519113"/>
                </a:lnTo>
                <a:lnTo>
                  <a:pt x="23813" y="514350"/>
                </a:lnTo>
                <a:lnTo>
                  <a:pt x="19050" y="509588"/>
                </a:lnTo>
                <a:lnTo>
                  <a:pt x="14288" y="504825"/>
                </a:lnTo>
                <a:lnTo>
                  <a:pt x="4763" y="504825"/>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4763" y="352425"/>
                </a:lnTo>
                <a:lnTo>
                  <a:pt x="9525" y="347663"/>
                </a:lnTo>
                <a:lnTo>
                  <a:pt x="14288" y="342900"/>
                </a:lnTo>
                <a:lnTo>
                  <a:pt x="19050" y="338138"/>
                </a:lnTo>
                <a:lnTo>
                  <a:pt x="23813" y="333375"/>
                </a:lnTo>
                <a:lnTo>
                  <a:pt x="28575" y="328613"/>
                </a:lnTo>
                <a:lnTo>
                  <a:pt x="28575" y="319088"/>
                </a:lnTo>
                <a:lnTo>
                  <a:pt x="33338" y="314325"/>
                </a:lnTo>
                <a:lnTo>
                  <a:pt x="38100" y="309563"/>
                </a:lnTo>
                <a:lnTo>
                  <a:pt x="38100" y="300038"/>
                </a:lnTo>
                <a:lnTo>
                  <a:pt x="38100" y="290513"/>
                </a:lnTo>
                <a:lnTo>
                  <a:pt x="38100" y="280988"/>
                </a:lnTo>
                <a:lnTo>
                  <a:pt x="42863" y="276225"/>
                </a:lnTo>
                <a:lnTo>
                  <a:pt x="47625" y="271463"/>
                </a:lnTo>
                <a:lnTo>
                  <a:pt x="47625" y="261938"/>
                </a:lnTo>
                <a:lnTo>
                  <a:pt x="52388" y="257175"/>
                </a:lnTo>
                <a:lnTo>
                  <a:pt x="57150" y="252413"/>
                </a:lnTo>
                <a:lnTo>
                  <a:pt x="57150" y="242888"/>
                </a:lnTo>
                <a:lnTo>
                  <a:pt x="61913" y="238125"/>
                </a:lnTo>
                <a:lnTo>
                  <a:pt x="66675" y="233363"/>
                </a:lnTo>
                <a:lnTo>
                  <a:pt x="66675" y="223838"/>
                </a:lnTo>
                <a:lnTo>
                  <a:pt x="71438" y="219075"/>
                </a:lnTo>
                <a:lnTo>
                  <a:pt x="76200" y="214313"/>
                </a:lnTo>
                <a:lnTo>
                  <a:pt x="76200" y="204788"/>
                </a:lnTo>
                <a:lnTo>
                  <a:pt x="80963" y="200025"/>
                </a:lnTo>
                <a:lnTo>
                  <a:pt x="85725" y="195263"/>
                </a:lnTo>
                <a:lnTo>
                  <a:pt x="85725" y="185738"/>
                </a:lnTo>
                <a:lnTo>
                  <a:pt x="85725" y="176213"/>
                </a:lnTo>
                <a:lnTo>
                  <a:pt x="85725" y="166688"/>
                </a:lnTo>
                <a:lnTo>
                  <a:pt x="85725" y="157163"/>
                </a:lnTo>
                <a:lnTo>
                  <a:pt x="90488" y="152400"/>
                </a:lnTo>
                <a:lnTo>
                  <a:pt x="100013" y="152400"/>
                </a:lnTo>
                <a:lnTo>
                  <a:pt x="104775" y="147638"/>
                </a:lnTo>
                <a:lnTo>
                  <a:pt x="109538" y="142875"/>
                </a:lnTo>
                <a:lnTo>
                  <a:pt x="119063" y="142875"/>
                </a:lnTo>
                <a:lnTo>
                  <a:pt x="123825" y="138113"/>
                </a:lnTo>
                <a:lnTo>
                  <a:pt x="128588" y="133350"/>
                </a:lnTo>
                <a:lnTo>
                  <a:pt x="133350" y="128588"/>
                </a:lnTo>
                <a:lnTo>
                  <a:pt x="138113" y="123825"/>
                </a:lnTo>
                <a:lnTo>
                  <a:pt x="142875" y="119063"/>
                </a:lnTo>
                <a:lnTo>
                  <a:pt x="147638" y="114300"/>
                </a:lnTo>
                <a:lnTo>
                  <a:pt x="152400" y="109538"/>
                </a:lnTo>
                <a:lnTo>
                  <a:pt x="157163" y="104775"/>
                </a:lnTo>
                <a:lnTo>
                  <a:pt x="161925" y="100013"/>
                </a:lnTo>
                <a:lnTo>
                  <a:pt x="166688" y="95250"/>
                </a:lnTo>
                <a:lnTo>
                  <a:pt x="171450" y="90488"/>
                </a:lnTo>
                <a:lnTo>
                  <a:pt x="176213" y="85725"/>
                </a:lnTo>
                <a:lnTo>
                  <a:pt x="180975" y="80963"/>
                </a:lnTo>
                <a:lnTo>
                  <a:pt x="185738" y="76200"/>
                </a:lnTo>
                <a:lnTo>
                  <a:pt x="190500" y="71438"/>
                </a:lnTo>
                <a:lnTo>
                  <a:pt x="195263" y="66675"/>
                </a:lnTo>
                <a:lnTo>
                  <a:pt x="200025" y="61913"/>
                </a:lnTo>
                <a:lnTo>
                  <a:pt x="204788" y="57150"/>
                </a:lnTo>
                <a:lnTo>
                  <a:pt x="214313" y="57150"/>
                </a:lnTo>
                <a:lnTo>
                  <a:pt x="223838" y="57150"/>
                </a:lnTo>
                <a:lnTo>
                  <a:pt x="228600" y="52388"/>
                </a:lnTo>
                <a:lnTo>
                  <a:pt x="233363" y="47625"/>
                </a:lnTo>
                <a:lnTo>
                  <a:pt x="242888" y="47625"/>
                </a:lnTo>
                <a:lnTo>
                  <a:pt x="252413" y="47625"/>
                </a:lnTo>
                <a:lnTo>
                  <a:pt x="257175" y="42863"/>
                </a:lnTo>
                <a:lnTo>
                  <a:pt x="261938" y="38100"/>
                </a:lnTo>
                <a:lnTo>
                  <a:pt x="266700" y="33338"/>
                </a:lnTo>
                <a:lnTo>
                  <a:pt x="271463" y="28575"/>
                </a:lnTo>
                <a:lnTo>
                  <a:pt x="280988" y="28575"/>
                </a:lnTo>
                <a:lnTo>
                  <a:pt x="290513" y="28575"/>
                </a:lnTo>
                <a:lnTo>
                  <a:pt x="295275" y="23813"/>
                </a:lnTo>
                <a:lnTo>
                  <a:pt x="300038" y="19050"/>
                </a:lnTo>
                <a:lnTo>
                  <a:pt x="309563" y="19050"/>
                </a:lnTo>
                <a:lnTo>
                  <a:pt x="314325" y="14288"/>
                </a:lnTo>
                <a:lnTo>
                  <a:pt x="319088" y="9525"/>
                </a:lnTo>
                <a:lnTo>
                  <a:pt x="328613" y="9525"/>
                </a:lnTo>
                <a:lnTo>
                  <a:pt x="338138" y="9525"/>
                </a:lnTo>
                <a:lnTo>
                  <a:pt x="347663" y="9525"/>
                </a:lnTo>
                <a:lnTo>
                  <a:pt x="352425" y="4763"/>
                </a:lnTo>
                <a:close/>
              </a:path>
            </a:pathLst>
          </a:custGeom>
          <a:solidFill xmlns:a="http://schemas.openxmlformats.org/drawingml/2006/main">
            <a:srgbClr val="C0C0C0"/>
          </a:solidFill>
          <a:ln xmlns:a="http://schemas.openxmlformats.org/drawingml/2006/main" w="0">
            <a:noFill/>
            <a:prstDash val="solid"/>
          </a:ln>
        </p:spPr>
      </p:sp>
      <p:sp>
        <p:nvSpPr>
          <p:cNvPr id="499" name="deep-skill-chaining-source-component-10-gradient-194-0">
            <a:extLst xmlns:a="http://schemas.openxmlformats.org/drawingml/2006/main">
              <a:ext uri="{FF2B5EF4-FFF2-40B4-BE49-F238E27FC236}">
                <a16:creationId xmlns:a16="http://schemas.microsoft.com/office/drawing/2014/main" id="{D6A15DA5-8785-45FB-BD55-F4E272F004CB}"/>
              </a:ext>
            </a:extLst>
          </p:cNvPr>
          <p:cNvSpPr>
            <a:spLocks xmlns:a="http://schemas.openxmlformats.org/drawingml/2006/main" noGrp="1"/>
          </p:cNvSpPr>
          <p:nvPr/>
        </p:nvSpPr>
        <p:spPr>
          <a:xfrm xmlns:a="http://schemas.openxmlformats.org/drawingml/2006/main" rot="0">
            <a:off x="4343400" y="466725"/>
            <a:ext cx="847725" cy="838200"/>
          </a:xfrm>
          <a:custGeom xmlns:a="http://schemas.openxmlformats.org/drawingml/2006/main">
            <a:pathLst>
              <a:path w="847725" h="838200">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4825" y="4763"/>
                </a:lnTo>
                <a:lnTo>
                  <a:pt x="509588" y="9525"/>
                </a:lnTo>
                <a:lnTo>
                  <a:pt x="519113" y="9525"/>
                </a:lnTo>
                <a:lnTo>
                  <a:pt x="523875" y="14288"/>
                </a:lnTo>
                <a:lnTo>
                  <a:pt x="528638" y="19050"/>
                </a:lnTo>
                <a:lnTo>
                  <a:pt x="538163" y="19050"/>
                </a:lnTo>
                <a:lnTo>
                  <a:pt x="547688" y="19050"/>
                </a:lnTo>
                <a:lnTo>
                  <a:pt x="557213" y="19050"/>
                </a:lnTo>
                <a:lnTo>
                  <a:pt x="561975" y="23813"/>
                </a:lnTo>
                <a:lnTo>
                  <a:pt x="566738" y="28575"/>
                </a:lnTo>
                <a:lnTo>
                  <a:pt x="576263" y="28575"/>
                </a:lnTo>
                <a:lnTo>
                  <a:pt x="585788" y="28575"/>
                </a:lnTo>
                <a:lnTo>
                  <a:pt x="590550" y="33338"/>
                </a:lnTo>
                <a:lnTo>
                  <a:pt x="595313" y="38100"/>
                </a:lnTo>
                <a:lnTo>
                  <a:pt x="600075" y="42863"/>
                </a:lnTo>
                <a:lnTo>
                  <a:pt x="604838" y="47625"/>
                </a:lnTo>
                <a:lnTo>
                  <a:pt x="614363" y="47625"/>
                </a:lnTo>
                <a:lnTo>
                  <a:pt x="623888" y="47625"/>
                </a:lnTo>
                <a:lnTo>
                  <a:pt x="628650" y="52388"/>
                </a:lnTo>
                <a:lnTo>
                  <a:pt x="633413" y="57150"/>
                </a:lnTo>
                <a:lnTo>
                  <a:pt x="642938" y="57150"/>
                </a:lnTo>
                <a:lnTo>
                  <a:pt x="647700" y="61913"/>
                </a:lnTo>
                <a:lnTo>
                  <a:pt x="652463" y="66675"/>
                </a:lnTo>
                <a:lnTo>
                  <a:pt x="657225" y="71438"/>
                </a:lnTo>
                <a:lnTo>
                  <a:pt x="661988" y="76200"/>
                </a:lnTo>
                <a:lnTo>
                  <a:pt x="671513" y="76200"/>
                </a:lnTo>
                <a:lnTo>
                  <a:pt x="676275" y="80963"/>
                </a:lnTo>
                <a:lnTo>
                  <a:pt x="681038" y="85725"/>
                </a:lnTo>
                <a:lnTo>
                  <a:pt x="685800" y="90488"/>
                </a:lnTo>
                <a:lnTo>
                  <a:pt x="690563" y="95250"/>
                </a:lnTo>
                <a:lnTo>
                  <a:pt x="695325" y="100013"/>
                </a:lnTo>
                <a:lnTo>
                  <a:pt x="700088" y="104775"/>
                </a:lnTo>
                <a:lnTo>
                  <a:pt x="709613" y="104775"/>
                </a:lnTo>
                <a:lnTo>
                  <a:pt x="714375" y="109538"/>
                </a:lnTo>
                <a:lnTo>
                  <a:pt x="719138" y="114300"/>
                </a:lnTo>
                <a:lnTo>
                  <a:pt x="723900" y="119063"/>
                </a:lnTo>
                <a:lnTo>
                  <a:pt x="723900" y="128588"/>
                </a:lnTo>
                <a:lnTo>
                  <a:pt x="728663" y="133350"/>
                </a:lnTo>
                <a:lnTo>
                  <a:pt x="733425" y="138113"/>
                </a:lnTo>
                <a:lnTo>
                  <a:pt x="738188" y="142875"/>
                </a:lnTo>
                <a:lnTo>
                  <a:pt x="742950" y="147638"/>
                </a:lnTo>
                <a:lnTo>
                  <a:pt x="742950" y="157163"/>
                </a:lnTo>
                <a:lnTo>
                  <a:pt x="747713" y="161925"/>
                </a:lnTo>
                <a:lnTo>
                  <a:pt x="757238" y="161925"/>
                </a:lnTo>
                <a:lnTo>
                  <a:pt x="762000" y="166688"/>
                </a:lnTo>
                <a:lnTo>
                  <a:pt x="766763" y="171450"/>
                </a:lnTo>
                <a:lnTo>
                  <a:pt x="771525" y="176213"/>
                </a:lnTo>
                <a:lnTo>
                  <a:pt x="771525" y="185738"/>
                </a:lnTo>
                <a:lnTo>
                  <a:pt x="776288" y="190500"/>
                </a:lnTo>
                <a:lnTo>
                  <a:pt x="781050" y="195263"/>
                </a:lnTo>
                <a:lnTo>
                  <a:pt x="785813" y="200025"/>
                </a:lnTo>
                <a:lnTo>
                  <a:pt x="790575" y="204788"/>
                </a:lnTo>
                <a:lnTo>
                  <a:pt x="790575" y="214313"/>
                </a:lnTo>
                <a:lnTo>
                  <a:pt x="790575" y="223838"/>
                </a:lnTo>
                <a:lnTo>
                  <a:pt x="795338" y="228600"/>
                </a:lnTo>
                <a:lnTo>
                  <a:pt x="800100" y="233363"/>
                </a:lnTo>
                <a:lnTo>
                  <a:pt x="800100" y="242888"/>
                </a:lnTo>
                <a:lnTo>
                  <a:pt x="804863" y="247650"/>
                </a:lnTo>
                <a:lnTo>
                  <a:pt x="809625" y="252413"/>
                </a:lnTo>
                <a:lnTo>
                  <a:pt x="814388" y="257175"/>
                </a:lnTo>
                <a:lnTo>
                  <a:pt x="819150" y="261938"/>
                </a:lnTo>
                <a:lnTo>
                  <a:pt x="819150" y="271463"/>
                </a:lnTo>
                <a:lnTo>
                  <a:pt x="819150" y="280988"/>
                </a:lnTo>
                <a:lnTo>
                  <a:pt x="819150" y="290513"/>
                </a:lnTo>
                <a:lnTo>
                  <a:pt x="819150" y="300038"/>
                </a:lnTo>
                <a:lnTo>
                  <a:pt x="819150" y="309563"/>
                </a:lnTo>
                <a:lnTo>
                  <a:pt x="819150" y="319088"/>
                </a:lnTo>
                <a:lnTo>
                  <a:pt x="819150" y="328613"/>
                </a:lnTo>
                <a:lnTo>
                  <a:pt x="819150" y="338138"/>
                </a:lnTo>
                <a:lnTo>
                  <a:pt x="823913" y="342900"/>
                </a:lnTo>
                <a:lnTo>
                  <a:pt x="828675" y="347663"/>
                </a:lnTo>
                <a:lnTo>
                  <a:pt x="828675" y="357188"/>
                </a:lnTo>
                <a:lnTo>
                  <a:pt x="833438" y="361950"/>
                </a:lnTo>
                <a:lnTo>
                  <a:pt x="838200" y="366713"/>
                </a:lnTo>
                <a:lnTo>
                  <a:pt x="842963" y="371475"/>
                </a:lnTo>
                <a:lnTo>
                  <a:pt x="847725" y="376238"/>
                </a:lnTo>
                <a:lnTo>
                  <a:pt x="847725" y="385763"/>
                </a:lnTo>
                <a:lnTo>
                  <a:pt x="847725" y="395288"/>
                </a:lnTo>
                <a:lnTo>
                  <a:pt x="847725" y="404813"/>
                </a:lnTo>
                <a:lnTo>
                  <a:pt x="847725" y="414338"/>
                </a:lnTo>
                <a:lnTo>
                  <a:pt x="847725" y="423863"/>
                </a:lnTo>
                <a:lnTo>
                  <a:pt x="847725" y="433388"/>
                </a:lnTo>
                <a:lnTo>
                  <a:pt x="842963" y="438150"/>
                </a:lnTo>
                <a:lnTo>
                  <a:pt x="838200" y="442913"/>
                </a:lnTo>
                <a:lnTo>
                  <a:pt x="838200" y="452438"/>
                </a:lnTo>
                <a:lnTo>
                  <a:pt x="838200" y="461963"/>
                </a:lnTo>
                <a:lnTo>
                  <a:pt x="833438" y="466725"/>
                </a:lnTo>
                <a:lnTo>
                  <a:pt x="828675" y="471488"/>
                </a:lnTo>
                <a:lnTo>
                  <a:pt x="828675" y="481013"/>
                </a:lnTo>
                <a:lnTo>
                  <a:pt x="828675" y="490538"/>
                </a:lnTo>
                <a:lnTo>
                  <a:pt x="828675" y="500063"/>
                </a:lnTo>
                <a:lnTo>
                  <a:pt x="828675" y="509588"/>
                </a:lnTo>
                <a:lnTo>
                  <a:pt x="828675" y="519113"/>
                </a:lnTo>
                <a:lnTo>
                  <a:pt x="823913" y="523875"/>
                </a:lnTo>
                <a:lnTo>
                  <a:pt x="819150" y="528638"/>
                </a:lnTo>
                <a:lnTo>
                  <a:pt x="819150" y="538163"/>
                </a:lnTo>
                <a:lnTo>
                  <a:pt x="819150" y="547688"/>
                </a:lnTo>
                <a:lnTo>
                  <a:pt x="819150" y="557213"/>
                </a:lnTo>
                <a:lnTo>
                  <a:pt x="819150" y="566738"/>
                </a:lnTo>
                <a:lnTo>
                  <a:pt x="819150" y="576263"/>
                </a:lnTo>
                <a:lnTo>
                  <a:pt x="814388" y="581025"/>
                </a:lnTo>
                <a:lnTo>
                  <a:pt x="809625" y="585788"/>
                </a:lnTo>
                <a:lnTo>
                  <a:pt x="809625" y="595313"/>
                </a:lnTo>
                <a:lnTo>
                  <a:pt x="809625" y="604838"/>
                </a:lnTo>
                <a:lnTo>
                  <a:pt x="804863" y="609600"/>
                </a:lnTo>
                <a:lnTo>
                  <a:pt x="800100" y="614363"/>
                </a:lnTo>
                <a:lnTo>
                  <a:pt x="795338" y="619125"/>
                </a:lnTo>
                <a:lnTo>
                  <a:pt x="790575" y="623888"/>
                </a:lnTo>
                <a:lnTo>
                  <a:pt x="790575" y="633413"/>
                </a:lnTo>
                <a:lnTo>
                  <a:pt x="785813" y="638175"/>
                </a:lnTo>
                <a:lnTo>
                  <a:pt x="781050" y="642938"/>
                </a:lnTo>
                <a:lnTo>
                  <a:pt x="776288" y="647700"/>
                </a:lnTo>
                <a:lnTo>
                  <a:pt x="771525" y="652463"/>
                </a:lnTo>
                <a:lnTo>
                  <a:pt x="771525" y="661988"/>
                </a:lnTo>
                <a:lnTo>
                  <a:pt x="766763" y="666750"/>
                </a:lnTo>
                <a:lnTo>
                  <a:pt x="762000" y="671513"/>
                </a:lnTo>
                <a:lnTo>
                  <a:pt x="757238" y="676275"/>
                </a:lnTo>
                <a:lnTo>
                  <a:pt x="747713" y="676275"/>
                </a:lnTo>
                <a:lnTo>
                  <a:pt x="742950" y="681038"/>
                </a:lnTo>
                <a:lnTo>
                  <a:pt x="738188" y="685800"/>
                </a:lnTo>
                <a:lnTo>
                  <a:pt x="733425" y="690563"/>
                </a:lnTo>
                <a:lnTo>
                  <a:pt x="728663" y="695325"/>
                </a:lnTo>
                <a:lnTo>
                  <a:pt x="723900" y="700088"/>
                </a:lnTo>
                <a:lnTo>
                  <a:pt x="719138" y="704850"/>
                </a:lnTo>
                <a:lnTo>
                  <a:pt x="714375" y="709613"/>
                </a:lnTo>
                <a:lnTo>
                  <a:pt x="709613" y="714375"/>
                </a:lnTo>
                <a:lnTo>
                  <a:pt x="704850" y="719138"/>
                </a:lnTo>
                <a:lnTo>
                  <a:pt x="700088" y="723900"/>
                </a:lnTo>
                <a:lnTo>
                  <a:pt x="695325" y="728663"/>
                </a:lnTo>
                <a:lnTo>
                  <a:pt x="690563" y="733425"/>
                </a:lnTo>
                <a:lnTo>
                  <a:pt x="685800" y="738188"/>
                </a:lnTo>
                <a:lnTo>
                  <a:pt x="681038" y="742950"/>
                </a:lnTo>
                <a:lnTo>
                  <a:pt x="676275" y="747713"/>
                </a:lnTo>
                <a:lnTo>
                  <a:pt x="671513" y="752475"/>
                </a:lnTo>
                <a:lnTo>
                  <a:pt x="666750" y="757238"/>
                </a:lnTo>
                <a:lnTo>
                  <a:pt x="661988" y="762000"/>
                </a:lnTo>
                <a:lnTo>
                  <a:pt x="657225" y="766763"/>
                </a:lnTo>
                <a:lnTo>
                  <a:pt x="652463" y="771525"/>
                </a:lnTo>
                <a:lnTo>
                  <a:pt x="647700" y="776288"/>
                </a:lnTo>
                <a:lnTo>
                  <a:pt x="642938" y="781050"/>
                </a:lnTo>
                <a:lnTo>
                  <a:pt x="633413" y="781050"/>
                </a:lnTo>
                <a:lnTo>
                  <a:pt x="623888" y="781050"/>
                </a:lnTo>
                <a:lnTo>
                  <a:pt x="614363" y="781050"/>
                </a:lnTo>
                <a:lnTo>
                  <a:pt x="609600" y="785813"/>
                </a:lnTo>
                <a:lnTo>
                  <a:pt x="604838" y="790575"/>
                </a:lnTo>
                <a:lnTo>
                  <a:pt x="595313" y="790575"/>
                </a:lnTo>
                <a:lnTo>
                  <a:pt x="590550" y="795338"/>
                </a:lnTo>
                <a:lnTo>
                  <a:pt x="585788" y="800100"/>
                </a:lnTo>
                <a:lnTo>
                  <a:pt x="576263" y="800100"/>
                </a:lnTo>
                <a:lnTo>
                  <a:pt x="566738" y="800100"/>
                </a:lnTo>
                <a:lnTo>
                  <a:pt x="561975" y="804863"/>
                </a:lnTo>
                <a:lnTo>
                  <a:pt x="557213" y="809625"/>
                </a:lnTo>
                <a:lnTo>
                  <a:pt x="547688" y="809625"/>
                </a:lnTo>
                <a:lnTo>
                  <a:pt x="542925" y="814388"/>
                </a:lnTo>
                <a:lnTo>
                  <a:pt x="538163" y="819150"/>
                </a:lnTo>
                <a:lnTo>
                  <a:pt x="528638" y="819150"/>
                </a:lnTo>
                <a:lnTo>
                  <a:pt x="519113" y="819150"/>
                </a:lnTo>
                <a:lnTo>
                  <a:pt x="509588" y="819150"/>
                </a:lnTo>
                <a:lnTo>
                  <a:pt x="504825" y="823913"/>
                </a:lnTo>
                <a:lnTo>
                  <a:pt x="500063" y="828675"/>
                </a:lnTo>
                <a:lnTo>
                  <a:pt x="490538" y="828675"/>
                </a:lnTo>
                <a:lnTo>
                  <a:pt x="481013" y="828675"/>
                </a:lnTo>
                <a:lnTo>
                  <a:pt x="476250" y="833438"/>
                </a:lnTo>
                <a:lnTo>
                  <a:pt x="471488" y="838200"/>
                </a:lnTo>
                <a:lnTo>
                  <a:pt x="461963" y="838200"/>
                </a:lnTo>
                <a:lnTo>
                  <a:pt x="452438" y="838200"/>
                </a:lnTo>
                <a:lnTo>
                  <a:pt x="442913" y="838200"/>
                </a:lnTo>
                <a:lnTo>
                  <a:pt x="433388" y="838200"/>
                </a:lnTo>
                <a:lnTo>
                  <a:pt x="423863" y="838200"/>
                </a:lnTo>
                <a:lnTo>
                  <a:pt x="414338" y="838200"/>
                </a:lnTo>
                <a:lnTo>
                  <a:pt x="404813" y="838200"/>
                </a:lnTo>
                <a:lnTo>
                  <a:pt x="395288" y="838200"/>
                </a:lnTo>
                <a:lnTo>
                  <a:pt x="385763" y="838200"/>
                </a:lnTo>
                <a:lnTo>
                  <a:pt x="381000" y="833438"/>
                </a:lnTo>
                <a:lnTo>
                  <a:pt x="376238" y="828675"/>
                </a:lnTo>
                <a:lnTo>
                  <a:pt x="366713" y="828675"/>
                </a:lnTo>
                <a:lnTo>
                  <a:pt x="357188" y="828675"/>
                </a:lnTo>
                <a:lnTo>
                  <a:pt x="352425" y="823913"/>
                </a:lnTo>
                <a:lnTo>
                  <a:pt x="347663" y="819150"/>
                </a:lnTo>
                <a:lnTo>
                  <a:pt x="338138" y="819150"/>
                </a:lnTo>
                <a:lnTo>
                  <a:pt x="328613" y="819150"/>
                </a:lnTo>
                <a:lnTo>
                  <a:pt x="319088" y="819150"/>
                </a:lnTo>
                <a:lnTo>
                  <a:pt x="309563" y="819150"/>
                </a:lnTo>
                <a:lnTo>
                  <a:pt x="304800" y="814388"/>
                </a:lnTo>
                <a:lnTo>
                  <a:pt x="300038" y="809625"/>
                </a:lnTo>
                <a:lnTo>
                  <a:pt x="290513" y="809625"/>
                </a:lnTo>
                <a:lnTo>
                  <a:pt x="280988" y="809625"/>
                </a:lnTo>
                <a:lnTo>
                  <a:pt x="271463" y="809625"/>
                </a:lnTo>
                <a:lnTo>
                  <a:pt x="266700" y="804863"/>
                </a:lnTo>
                <a:lnTo>
                  <a:pt x="261938" y="800100"/>
                </a:lnTo>
                <a:lnTo>
                  <a:pt x="252413" y="800100"/>
                </a:lnTo>
                <a:lnTo>
                  <a:pt x="247650" y="795338"/>
                </a:lnTo>
                <a:lnTo>
                  <a:pt x="242888" y="790575"/>
                </a:lnTo>
                <a:lnTo>
                  <a:pt x="238125" y="785813"/>
                </a:lnTo>
                <a:lnTo>
                  <a:pt x="233363" y="781050"/>
                </a:lnTo>
                <a:lnTo>
                  <a:pt x="223838" y="781050"/>
                </a:lnTo>
                <a:lnTo>
                  <a:pt x="214313" y="781050"/>
                </a:lnTo>
                <a:lnTo>
                  <a:pt x="209550" y="776288"/>
                </a:lnTo>
                <a:lnTo>
                  <a:pt x="204788" y="771525"/>
                </a:lnTo>
                <a:lnTo>
                  <a:pt x="200025" y="766763"/>
                </a:lnTo>
                <a:lnTo>
                  <a:pt x="195263" y="762000"/>
                </a:lnTo>
                <a:lnTo>
                  <a:pt x="190500" y="757238"/>
                </a:lnTo>
                <a:lnTo>
                  <a:pt x="185738" y="752475"/>
                </a:lnTo>
                <a:lnTo>
                  <a:pt x="180975" y="747713"/>
                </a:lnTo>
                <a:lnTo>
                  <a:pt x="176213" y="742950"/>
                </a:lnTo>
                <a:lnTo>
                  <a:pt x="171450" y="738188"/>
                </a:lnTo>
                <a:lnTo>
                  <a:pt x="166688" y="733425"/>
                </a:lnTo>
                <a:lnTo>
                  <a:pt x="161925" y="728663"/>
                </a:lnTo>
                <a:lnTo>
                  <a:pt x="157163" y="723900"/>
                </a:lnTo>
                <a:lnTo>
                  <a:pt x="152400" y="719138"/>
                </a:lnTo>
                <a:lnTo>
                  <a:pt x="147638" y="714375"/>
                </a:lnTo>
                <a:lnTo>
                  <a:pt x="142875" y="709613"/>
                </a:lnTo>
                <a:lnTo>
                  <a:pt x="138113" y="704850"/>
                </a:lnTo>
                <a:lnTo>
                  <a:pt x="133350" y="700088"/>
                </a:lnTo>
                <a:lnTo>
                  <a:pt x="128588" y="695325"/>
                </a:lnTo>
                <a:lnTo>
                  <a:pt x="123825" y="690563"/>
                </a:lnTo>
                <a:lnTo>
                  <a:pt x="119063" y="685800"/>
                </a:lnTo>
                <a:lnTo>
                  <a:pt x="109538" y="685800"/>
                </a:lnTo>
                <a:lnTo>
                  <a:pt x="104775" y="681038"/>
                </a:lnTo>
                <a:lnTo>
                  <a:pt x="100013" y="676275"/>
                </a:lnTo>
                <a:lnTo>
                  <a:pt x="95250" y="671513"/>
                </a:lnTo>
                <a:lnTo>
                  <a:pt x="90488" y="666750"/>
                </a:lnTo>
                <a:lnTo>
                  <a:pt x="85725" y="661988"/>
                </a:lnTo>
                <a:lnTo>
                  <a:pt x="80963" y="657225"/>
                </a:lnTo>
                <a:lnTo>
                  <a:pt x="76200" y="652463"/>
                </a:lnTo>
                <a:lnTo>
                  <a:pt x="76200" y="642938"/>
                </a:lnTo>
                <a:lnTo>
                  <a:pt x="71438" y="638175"/>
                </a:lnTo>
                <a:lnTo>
                  <a:pt x="66675" y="633413"/>
                </a:lnTo>
                <a:lnTo>
                  <a:pt x="66675" y="623888"/>
                </a:lnTo>
                <a:lnTo>
                  <a:pt x="61913" y="619125"/>
                </a:lnTo>
                <a:lnTo>
                  <a:pt x="57150" y="614363"/>
                </a:lnTo>
                <a:lnTo>
                  <a:pt x="57150" y="604838"/>
                </a:lnTo>
                <a:lnTo>
                  <a:pt x="52388" y="600075"/>
                </a:lnTo>
                <a:lnTo>
                  <a:pt x="47625" y="595313"/>
                </a:lnTo>
                <a:lnTo>
                  <a:pt x="47625" y="585788"/>
                </a:lnTo>
                <a:lnTo>
                  <a:pt x="42863" y="581025"/>
                </a:lnTo>
                <a:lnTo>
                  <a:pt x="38100" y="576263"/>
                </a:lnTo>
                <a:lnTo>
                  <a:pt x="38100" y="566738"/>
                </a:lnTo>
                <a:lnTo>
                  <a:pt x="38100" y="557213"/>
                </a:lnTo>
                <a:lnTo>
                  <a:pt x="38100" y="547688"/>
                </a:lnTo>
                <a:lnTo>
                  <a:pt x="38100" y="538163"/>
                </a:lnTo>
                <a:lnTo>
                  <a:pt x="38100" y="528638"/>
                </a:lnTo>
                <a:lnTo>
                  <a:pt x="33338" y="523875"/>
                </a:lnTo>
                <a:lnTo>
                  <a:pt x="28575" y="519113"/>
                </a:lnTo>
                <a:lnTo>
                  <a:pt x="28575" y="509588"/>
                </a:lnTo>
                <a:lnTo>
                  <a:pt x="23813" y="504825"/>
                </a:lnTo>
                <a:lnTo>
                  <a:pt x="14288" y="504825"/>
                </a:lnTo>
                <a:lnTo>
                  <a:pt x="9525" y="500063"/>
                </a:lnTo>
                <a:lnTo>
                  <a:pt x="9525" y="490538"/>
                </a:lnTo>
                <a:lnTo>
                  <a:pt x="4763" y="485775"/>
                </a:lnTo>
                <a:lnTo>
                  <a:pt x="0" y="481013"/>
                </a:lnTo>
                <a:lnTo>
                  <a:pt x="0" y="471488"/>
                </a:lnTo>
                <a:lnTo>
                  <a:pt x="0" y="461963"/>
                </a:lnTo>
                <a:lnTo>
                  <a:pt x="0" y="452438"/>
                </a:lnTo>
                <a:lnTo>
                  <a:pt x="0" y="442913"/>
                </a:lnTo>
                <a:lnTo>
                  <a:pt x="0" y="433388"/>
                </a:lnTo>
                <a:lnTo>
                  <a:pt x="0" y="423863"/>
                </a:lnTo>
                <a:lnTo>
                  <a:pt x="0" y="414338"/>
                </a:lnTo>
                <a:lnTo>
                  <a:pt x="4763" y="409575"/>
                </a:lnTo>
                <a:lnTo>
                  <a:pt x="9525" y="404813"/>
                </a:lnTo>
                <a:lnTo>
                  <a:pt x="9525" y="395288"/>
                </a:lnTo>
                <a:lnTo>
                  <a:pt x="9525" y="385763"/>
                </a:lnTo>
                <a:lnTo>
                  <a:pt x="9525" y="376238"/>
                </a:lnTo>
                <a:lnTo>
                  <a:pt x="9525" y="366713"/>
                </a:lnTo>
                <a:lnTo>
                  <a:pt x="9525" y="357188"/>
                </a:lnTo>
                <a:lnTo>
                  <a:pt x="9525" y="347663"/>
                </a:lnTo>
                <a:lnTo>
                  <a:pt x="9525" y="338138"/>
                </a:lnTo>
                <a:lnTo>
                  <a:pt x="14288" y="333375"/>
                </a:lnTo>
                <a:lnTo>
                  <a:pt x="19050" y="328613"/>
                </a:lnTo>
                <a:lnTo>
                  <a:pt x="23813" y="323850"/>
                </a:lnTo>
                <a:lnTo>
                  <a:pt x="28575" y="319088"/>
                </a:lnTo>
                <a:lnTo>
                  <a:pt x="28575" y="309563"/>
                </a:lnTo>
                <a:lnTo>
                  <a:pt x="28575" y="300038"/>
                </a:lnTo>
                <a:lnTo>
                  <a:pt x="33338" y="295275"/>
                </a:lnTo>
                <a:lnTo>
                  <a:pt x="38100" y="290513"/>
                </a:lnTo>
                <a:lnTo>
                  <a:pt x="38100" y="280988"/>
                </a:lnTo>
                <a:lnTo>
                  <a:pt x="38100" y="271463"/>
                </a:lnTo>
                <a:lnTo>
                  <a:pt x="38100" y="261938"/>
                </a:lnTo>
                <a:lnTo>
                  <a:pt x="42863" y="257175"/>
                </a:lnTo>
                <a:lnTo>
                  <a:pt x="47625" y="252413"/>
                </a:lnTo>
                <a:lnTo>
                  <a:pt x="52388" y="247650"/>
                </a:lnTo>
                <a:lnTo>
                  <a:pt x="57150" y="242888"/>
                </a:lnTo>
                <a:lnTo>
                  <a:pt x="61913" y="238125"/>
                </a:lnTo>
                <a:lnTo>
                  <a:pt x="66675" y="233363"/>
                </a:lnTo>
                <a:lnTo>
                  <a:pt x="66675" y="223838"/>
                </a:lnTo>
                <a:lnTo>
                  <a:pt x="66675" y="214313"/>
                </a:lnTo>
                <a:lnTo>
                  <a:pt x="66675" y="204788"/>
                </a:lnTo>
                <a:lnTo>
                  <a:pt x="71438" y="200025"/>
                </a:lnTo>
                <a:lnTo>
                  <a:pt x="76200" y="195263"/>
                </a:lnTo>
                <a:lnTo>
                  <a:pt x="80963" y="190500"/>
                </a:lnTo>
                <a:lnTo>
                  <a:pt x="85725" y="185738"/>
                </a:lnTo>
                <a:lnTo>
                  <a:pt x="90488" y="180975"/>
                </a:lnTo>
                <a:lnTo>
                  <a:pt x="95250" y="176213"/>
                </a:lnTo>
                <a:lnTo>
                  <a:pt x="95250" y="166688"/>
                </a:lnTo>
                <a:lnTo>
                  <a:pt x="95250" y="157163"/>
                </a:lnTo>
                <a:lnTo>
                  <a:pt x="95250" y="147638"/>
                </a:lnTo>
                <a:lnTo>
                  <a:pt x="100013" y="142875"/>
                </a:lnTo>
                <a:lnTo>
                  <a:pt x="109538" y="142875"/>
                </a:lnTo>
                <a:lnTo>
                  <a:pt x="114300" y="138113"/>
                </a:lnTo>
                <a:lnTo>
                  <a:pt x="119063" y="133350"/>
                </a:lnTo>
                <a:lnTo>
                  <a:pt x="128588" y="133350"/>
                </a:lnTo>
                <a:lnTo>
                  <a:pt x="133350" y="128588"/>
                </a:lnTo>
                <a:lnTo>
                  <a:pt x="138113" y="123825"/>
                </a:lnTo>
                <a:lnTo>
                  <a:pt x="142875" y="119063"/>
                </a:lnTo>
                <a:lnTo>
                  <a:pt x="142875" y="109538"/>
                </a:lnTo>
                <a:lnTo>
                  <a:pt x="147638" y="104775"/>
                </a:lnTo>
                <a:lnTo>
                  <a:pt x="157163" y="104775"/>
                </a:lnTo>
                <a:lnTo>
                  <a:pt x="161925" y="100013"/>
                </a:lnTo>
                <a:lnTo>
                  <a:pt x="166688" y="95250"/>
                </a:lnTo>
                <a:lnTo>
                  <a:pt x="171450" y="90488"/>
                </a:lnTo>
                <a:lnTo>
                  <a:pt x="176213" y="85725"/>
                </a:lnTo>
                <a:lnTo>
                  <a:pt x="180975" y="80963"/>
                </a:lnTo>
                <a:lnTo>
                  <a:pt x="180975" y="71438"/>
                </a:lnTo>
                <a:lnTo>
                  <a:pt x="180975" y="61913"/>
                </a:lnTo>
                <a:lnTo>
                  <a:pt x="185738" y="57150"/>
                </a:lnTo>
                <a:lnTo>
                  <a:pt x="195263" y="57150"/>
                </a:lnTo>
                <a:lnTo>
                  <a:pt x="204788" y="57150"/>
                </a:lnTo>
                <a:lnTo>
                  <a:pt x="214313" y="57150"/>
                </a:lnTo>
                <a:lnTo>
                  <a:pt x="223838" y="57150"/>
                </a:lnTo>
                <a:lnTo>
                  <a:pt x="228600" y="52388"/>
                </a:lnTo>
                <a:lnTo>
                  <a:pt x="233363" y="47625"/>
                </a:lnTo>
                <a:lnTo>
                  <a:pt x="242888" y="47625"/>
                </a:lnTo>
                <a:lnTo>
                  <a:pt x="252413" y="47625"/>
                </a:lnTo>
                <a:lnTo>
                  <a:pt x="257175" y="42863"/>
                </a:lnTo>
                <a:lnTo>
                  <a:pt x="261938" y="38100"/>
                </a:lnTo>
                <a:lnTo>
                  <a:pt x="266700" y="33338"/>
                </a:lnTo>
                <a:lnTo>
                  <a:pt x="271463" y="28575"/>
                </a:lnTo>
                <a:lnTo>
                  <a:pt x="280988" y="28575"/>
                </a:lnTo>
                <a:lnTo>
                  <a:pt x="290513" y="28575"/>
                </a:lnTo>
                <a:lnTo>
                  <a:pt x="300038" y="28575"/>
                </a:lnTo>
                <a:lnTo>
                  <a:pt x="304800" y="23813"/>
                </a:lnTo>
                <a:lnTo>
                  <a:pt x="309563" y="19050"/>
                </a:lnTo>
                <a:lnTo>
                  <a:pt x="319088" y="19050"/>
                </a:lnTo>
                <a:lnTo>
                  <a:pt x="328613" y="19050"/>
                </a:lnTo>
                <a:lnTo>
                  <a:pt x="333375" y="14288"/>
                </a:lnTo>
                <a:lnTo>
                  <a:pt x="338138" y="9525"/>
                </a:lnTo>
                <a:lnTo>
                  <a:pt x="347663" y="9525"/>
                </a:lnTo>
                <a:lnTo>
                  <a:pt x="352425" y="4763"/>
                </a:lnTo>
                <a:close/>
              </a:path>
            </a:pathLst>
          </a:custGeom>
          <a:solidFill xmlns:a="http://schemas.openxmlformats.org/drawingml/2006/main">
            <a:srgbClr val="C2C2C2"/>
          </a:solidFill>
          <a:ln xmlns:a="http://schemas.openxmlformats.org/drawingml/2006/main" w="0">
            <a:noFill/>
            <a:prstDash val="solid"/>
          </a:ln>
        </p:spPr>
      </p:sp>
      <p:sp>
        <p:nvSpPr>
          <p:cNvPr id="500" name="deep-skill-chaining-source-component-10-gradient-196-0">
            <a:extLst xmlns:a="http://schemas.openxmlformats.org/drawingml/2006/main">
              <a:ext uri="{FF2B5EF4-FFF2-40B4-BE49-F238E27FC236}">
                <a16:creationId xmlns:a16="http://schemas.microsoft.com/office/drawing/2014/main" id="{CC434BE6-4C42-4FF6-BCE2-88F0224986A2}"/>
              </a:ext>
            </a:extLst>
          </p:cNvPr>
          <p:cNvSpPr>
            <a:spLocks xmlns:a="http://schemas.openxmlformats.org/drawingml/2006/main" noGrp="1"/>
          </p:cNvSpPr>
          <p:nvPr/>
        </p:nvSpPr>
        <p:spPr>
          <a:xfrm xmlns:a="http://schemas.openxmlformats.org/drawingml/2006/main" rot="0">
            <a:off x="4352925" y="485775"/>
            <a:ext cx="819150" cy="800100"/>
          </a:xfrm>
          <a:custGeom xmlns:a="http://schemas.openxmlformats.org/drawingml/2006/main">
            <a:pathLst>
              <a:path w="819150" h="800100">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90538" y="9525"/>
                </a:lnTo>
                <a:lnTo>
                  <a:pt x="500063" y="9525"/>
                </a:lnTo>
                <a:lnTo>
                  <a:pt x="509588" y="9525"/>
                </a:lnTo>
                <a:lnTo>
                  <a:pt x="519113" y="9525"/>
                </a:lnTo>
                <a:lnTo>
                  <a:pt x="523875" y="14288"/>
                </a:lnTo>
                <a:lnTo>
                  <a:pt x="528638" y="19050"/>
                </a:lnTo>
                <a:lnTo>
                  <a:pt x="538163" y="19050"/>
                </a:lnTo>
                <a:lnTo>
                  <a:pt x="547688" y="19050"/>
                </a:lnTo>
                <a:lnTo>
                  <a:pt x="552450" y="23813"/>
                </a:lnTo>
                <a:lnTo>
                  <a:pt x="557213" y="28575"/>
                </a:lnTo>
                <a:lnTo>
                  <a:pt x="566738" y="28575"/>
                </a:lnTo>
                <a:lnTo>
                  <a:pt x="576263" y="28575"/>
                </a:lnTo>
                <a:lnTo>
                  <a:pt x="581025" y="33338"/>
                </a:lnTo>
                <a:lnTo>
                  <a:pt x="585788" y="38100"/>
                </a:lnTo>
                <a:lnTo>
                  <a:pt x="595313" y="38100"/>
                </a:lnTo>
                <a:lnTo>
                  <a:pt x="604838" y="38100"/>
                </a:lnTo>
                <a:lnTo>
                  <a:pt x="609600" y="42863"/>
                </a:lnTo>
                <a:lnTo>
                  <a:pt x="614363" y="47625"/>
                </a:lnTo>
                <a:lnTo>
                  <a:pt x="619125" y="52388"/>
                </a:lnTo>
                <a:lnTo>
                  <a:pt x="623888" y="57150"/>
                </a:lnTo>
                <a:lnTo>
                  <a:pt x="633413" y="57150"/>
                </a:lnTo>
                <a:lnTo>
                  <a:pt x="638175" y="61913"/>
                </a:lnTo>
                <a:lnTo>
                  <a:pt x="642938" y="66675"/>
                </a:lnTo>
                <a:lnTo>
                  <a:pt x="647700" y="71438"/>
                </a:lnTo>
                <a:lnTo>
                  <a:pt x="652463" y="76200"/>
                </a:lnTo>
                <a:lnTo>
                  <a:pt x="657225" y="80963"/>
                </a:lnTo>
                <a:lnTo>
                  <a:pt x="661988" y="85725"/>
                </a:lnTo>
                <a:lnTo>
                  <a:pt x="666750" y="90488"/>
                </a:lnTo>
                <a:lnTo>
                  <a:pt x="671513" y="95250"/>
                </a:lnTo>
                <a:lnTo>
                  <a:pt x="681038" y="95250"/>
                </a:lnTo>
                <a:lnTo>
                  <a:pt x="690563" y="95250"/>
                </a:lnTo>
                <a:lnTo>
                  <a:pt x="695325" y="100013"/>
                </a:lnTo>
                <a:lnTo>
                  <a:pt x="695325" y="109538"/>
                </a:lnTo>
                <a:lnTo>
                  <a:pt x="695325" y="119063"/>
                </a:lnTo>
                <a:lnTo>
                  <a:pt x="700088" y="123825"/>
                </a:lnTo>
                <a:lnTo>
                  <a:pt x="704850" y="128588"/>
                </a:lnTo>
                <a:lnTo>
                  <a:pt x="709613" y="133350"/>
                </a:lnTo>
                <a:lnTo>
                  <a:pt x="714375" y="138113"/>
                </a:lnTo>
                <a:lnTo>
                  <a:pt x="719138" y="142875"/>
                </a:lnTo>
                <a:lnTo>
                  <a:pt x="723900" y="147638"/>
                </a:lnTo>
                <a:lnTo>
                  <a:pt x="728663" y="152400"/>
                </a:lnTo>
                <a:lnTo>
                  <a:pt x="733425" y="157163"/>
                </a:lnTo>
                <a:lnTo>
                  <a:pt x="738188" y="161925"/>
                </a:lnTo>
                <a:lnTo>
                  <a:pt x="742950" y="166688"/>
                </a:lnTo>
                <a:lnTo>
                  <a:pt x="747713" y="171450"/>
                </a:lnTo>
                <a:lnTo>
                  <a:pt x="752475" y="176213"/>
                </a:lnTo>
                <a:lnTo>
                  <a:pt x="757238" y="180975"/>
                </a:lnTo>
                <a:lnTo>
                  <a:pt x="762000" y="185738"/>
                </a:lnTo>
                <a:lnTo>
                  <a:pt x="762000" y="195263"/>
                </a:lnTo>
                <a:lnTo>
                  <a:pt x="762000" y="204788"/>
                </a:lnTo>
                <a:lnTo>
                  <a:pt x="766763" y="209550"/>
                </a:lnTo>
                <a:lnTo>
                  <a:pt x="771525" y="214313"/>
                </a:lnTo>
                <a:lnTo>
                  <a:pt x="771525" y="223838"/>
                </a:lnTo>
                <a:lnTo>
                  <a:pt x="771525" y="233363"/>
                </a:lnTo>
                <a:lnTo>
                  <a:pt x="776288" y="238125"/>
                </a:lnTo>
                <a:lnTo>
                  <a:pt x="781050" y="242888"/>
                </a:lnTo>
                <a:lnTo>
                  <a:pt x="781050" y="252413"/>
                </a:lnTo>
                <a:lnTo>
                  <a:pt x="785813" y="257175"/>
                </a:lnTo>
                <a:lnTo>
                  <a:pt x="790575" y="261938"/>
                </a:lnTo>
                <a:lnTo>
                  <a:pt x="795338" y="266700"/>
                </a:lnTo>
                <a:lnTo>
                  <a:pt x="800100" y="271463"/>
                </a:lnTo>
                <a:lnTo>
                  <a:pt x="800100" y="280988"/>
                </a:lnTo>
                <a:lnTo>
                  <a:pt x="800100" y="290513"/>
                </a:lnTo>
                <a:lnTo>
                  <a:pt x="800100" y="300038"/>
                </a:lnTo>
                <a:lnTo>
                  <a:pt x="800100" y="309563"/>
                </a:lnTo>
                <a:lnTo>
                  <a:pt x="800100" y="319088"/>
                </a:lnTo>
                <a:lnTo>
                  <a:pt x="800100" y="328613"/>
                </a:lnTo>
                <a:lnTo>
                  <a:pt x="800100" y="338138"/>
                </a:lnTo>
                <a:lnTo>
                  <a:pt x="800100" y="347663"/>
                </a:lnTo>
                <a:lnTo>
                  <a:pt x="804863" y="352425"/>
                </a:lnTo>
                <a:lnTo>
                  <a:pt x="809625" y="357188"/>
                </a:lnTo>
                <a:lnTo>
                  <a:pt x="809625" y="366713"/>
                </a:lnTo>
                <a:lnTo>
                  <a:pt x="809625" y="376238"/>
                </a:lnTo>
                <a:lnTo>
                  <a:pt x="814388" y="381000"/>
                </a:lnTo>
                <a:lnTo>
                  <a:pt x="819150" y="385763"/>
                </a:lnTo>
                <a:lnTo>
                  <a:pt x="819150" y="395288"/>
                </a:lnTo>
                <a:lnTo>
                  <a:pt x="819150" y="404813"/>
                </a:lnTo>
                <a:lnTo>
                  <a:pt x="819150" y="414338"/>
                </a:lnTo>
                <a:lnTo>
                  <a:pt x="814388" y="419100"/>
                </a:lnTo>
                <a:lnTo>
                  <a:pt x="809625" y="423863"/>
                </a:lnTo>
                <a:lnTo>
                  <a:pt x="809625" y="433388"/>
                </a:lnTo>
                <a:lnTo>
                  <a:pt x="809625" y="442913"/>
                </a:lnTo>
                <a:lnTo>
                  <a:pt x="804863" y="447675"/>
                </a:lnTo>
                <a:lnTo>
                  <a:pt x="800100" y="452438"/>
                </a:lnTo>
                <a:lnTo>
                  <a:pt x="800100" y="461963"/>
                </a:lnTo>
                <a:lnTo>
                  <a:pt x="800100" y="471488"/>
                </a:lnTo>
                <a:lnTo>
                  <a:pt x="800100" y="481013"/>
                </a:lnTo>
                <a:lnTo>
                  <a:pt x="800100" y="490538"/>
                </a:lnTo>
                <a:lnTo>
                  <a:pt x="800100" y="500063"/>
                </a:lnTo>
                <a:lnTo>
                  <a:pt x="800100" y="509588"/>
                </a:lnTo>
                <a:lnTo>
                  <a:pt x="800100" y="519113"/>
                </a:lnTo>
                <a:lnTo>
                  <a:pt x="800100" y="528638"/>
                </a:lnTo>
                <a:lnTo>
                  <a:pt x="795338" y="533400"/>
                </a:lnTo>
                <a:lnTo>
                  <a:pt x="790575" y="538163"/>
                </a:lnTo>
                <a:lnTo>
                  <a:pt x="790575" y="547688"/>
                </a:lnTo>
                <a:lnTo>
                  <a:pt x="790575" y="557213"/>
                </a:lnTo>
                <a:lnTo>
                  <a:pt x="785813" y="561975"/>
                </a:lnTo>
                <a:lnTo>
                  <a:pt x="781050" y="566738"/>
                </a:lnTo>
                <a:lnTo>
                  <a:pt x="781050" y="576263"/>
                </a:lnTo>
                <a:lnTo>
                  <a:pt x="781050" y="585788"/>
                </a:lnTo>
                <a:lnTo>
                  <a:pt x="776288" y="590550"/>
                </a:lnTo>
                <a:lnTo>
                  <a:pt x="771525" y="595313"/>
                </a:lnTo>
                <a:lnTo>
                  <a:pt x="766763" y="600075"/>
                </a:lnTo>
                <a:lnTo>
                  <a:pt x="762000" y="604838"/>
                </a:lnTo>
                <a:lnTo>
                  <a:pt x="757238" y="609600"/>
                </a:lnTo>
                <a:lnTo>
                  <a:pt x="752475" y="614363"/>
                </a:lnTo>
                <a:lnTo>
                  <a:pt x="752475" y="623888"/>
                </a:lnTo>
                <a:lnTo>
                  <a:pt x="752475" y="633413"/>
                </a:lnTo>
                <a:lnTo>
                  <a:pt x="752475" y="642938"/>
                </a:lnTo>
                <a:lnTo>
                  <a:pt x="747713" y="647700"/>
                </a:lnTo>
                <a:lnTo>
                  <a:pt x="738188" y="647700"/>
                </a:lnTo>
                <a:lnTo>
                  <a:pt x="728663" y="647700"/>
                </a:lnTo>
                <a:lnTo>
                  <a:pt x="723900" y="652463"/>
                </a:lnTo>
                <a:lnTo>
                  <a:pt x="719138" y="657225"/>
                </a:lnTo>
                <a:lnTo>
                  <a:pt x="709613" y="657225"/>
                </a:lnTo>
                <a:lnTo>
                  <a:pt x="704850" y="661988"/>
                </a:lnTo>
                <a:lnTo>
                  <a:pt x="700088" y="666750"/>
                </a:lnTo>
                <a:lnTo>
                  <a:pt x="695325" y="671513"/>
                </a:lnTo>
                <a:lnTo>
                  <a:pt x="690563" y="676275"/>
                </a:lnTo>
                <a:lnTo>
                  <a:pt x="685800" y="681038"/>
                </a:lnTo>
                <a:lnTo>
                  <a:pt x="681038" y="685800"/>
                </a:lnTo>
                <a:lnTo>
                  <a:pt x="676275" y="690563"/>
                </a:lnTo>
                <a:lnTo>
                  <a:pt x="671513" y="695325"/>
                </a:lnTo>
                <a:lnTo>
                  <a:pt x="666750" y="700088"/>
                </a:lnTo>
                <a:lnTo>
                  <a:pt x="661988" y="704850"/>
                </a:lnTo>
                <a:lnTo>
                  <a:pt x="657225" y="709613"/>
                </a:lnTo>
                <a:lnTo>
                  <a:pt x="652463" y="714375"/>
                </a:lnTo>
                <a:lnTo>
                  <a:pt x="647700" y="719138"/>
                </a:lnTo>
                <a:lnTo>
                  <a:pt x="642938" y="723900"/>
                </a:lnTo>
                <a:lnTo>
                  <a:pt x="638175" y="728663"/>
                </a:lnTo>
                <a:lnTo>
                  <a:pt x="633413" y="733425"/>
                </a:lnTo>
                <a:lnTo>
                  <a:pt x="623888" y="733425"/>
                </a:lnTo>
                <a:lnTo>
                  <a:pt x="619125" y="738188"/>
                </a:lnTo>
                <a:lnTo>
                  <a:pt x="614363" y="742950"/>
                </a:lnTo>
                <a:lnTo>
                  <a:pt x="609600" y="747713"/>
                </a:lnTo>
                <a:lnTo>
                  <a:pt x="604838" y="752475"/>
                </a:lnTo>
                <a:lnTo>
                  <a:pt x="595313" y="752475"/>
                </a:lnTo>
                <a:lnTo>
                  <a:pt x="585788" y="752475"/>
                </a:lnTo>
                <a:lnTo>
                  <a:pt x="581025" y="757238"/>
                </a:lnTo>
                <a:lnTo>
                  <a:pt x="576263" y="762000"/>
                </a:lnTo>
                <a:lnTo>
                  <a:pt x="566738" y="762000"/>
                </a:lnTo>
                <a:lnTo>
                  <a:pt x="561975" y="766763"/>
                </a:lnTo>
                <a:lnTo>
                  <a:pt x="557213" y="771525"/>
                </a:lnTo>
                <a:lnTo>
                  <a:pt x="547688" y="771525"/>
                </a:lnTo>
                <a:lnTo>
                  <a:pt x="538163" y="771525"/>
                </a:lnTo>
                <a:lnTo>
                  <a:pt x="533400" y="776288"/>
                </a:lnTo>
                <a:lnTo>
                  <a:pt x="528638" y="781050"/>
                </a:lnTo>
                <a:lnTo>
                  <a:pt x="523875" y="785813"/>
                </a:lnTo>
                <a:lnTo>
                  <a:pt x="519113" y="790575"/>
                </a:lnTo>
                <a:lnTo>
                  <a:pt x="509588" y="790575"/>
                </a:lnTo>
                <a:lnTo>
                  <a:pt x="500063" y="790575"/>
                </a:lnTo>
                <a:lnTo>
                  <a:pt x="490538" y="790575"/>
                </a:lnTo>
                <a:lnTo>
                  <a:pt x="481013" y="790575"/>
                </a:lnTo>
                <a:lnTo>
                  <a:pt x="471488" y="790575"/>
                </a:lnTo>
                <a:lnTo>
                  <a:pt x="466725" y="795338"/>
                </a:lnTo>
                <a:lnTo>
                  <a:pt x="461963" y="800100"/>
                </a:lnTo>
                <a:lnTo>
                  <a:pt x="452438" y="800100"/>
                </a:lnTo>
                <a:lnTo>
                  <a:pt x="442913" y="800100"/>
                </a:lnTo>
                <a:lnTo>
                  <a:pt x="433388" y="800100"/>
                </a:lnTo>
                <a:lnTo>
                  <a:pt x="423863" y="800100"/>
                </a:lnTo>
                <a:lnTo>
                  <a:pt x="414338" y="800100"/>
                </a:lnTo>
                <a:lnTo>
                  <a:pt x="404813" y="800100"/>
                </a:lnTo>
                <a:lnTo>
                  <a:pt x="395288" y="800100"/>
                </a:lnTo>
                <a:lnTo>
                  <a:pt x="385763" y="800100"/>
                </a:lnTo>
                <a:lnTo>
                  <a:pt x="376238" y="800100"/>
                </a:lnTo>
                <a:lnTo>
                  <a:pt x="371475" y="795338"/>
                </a:lnTo>
                <a:lnTo>
                  <a:pt x="366713" y="790575"/>
                </a:lnTo>
                <a:lnTo>
                  <a:pt x="357188" y="790575"/>
                </a:lnTo>
                <a:lnTo>
                  <a:pt x="347663" y="790575"/>
                </a:lnTo>
                <a:lnTo>
                  <a:pt x="338138" y="790575"/>
                </a:lnTo>
                <a:lnTo>
                  <a:pt x="328613" y="790575"/>
                </a:lnTo>
                <a:lnTo>
                  <a:pt x="319088" y="790575"/>
                </a:lnTo>
                <a:lnTo>
                  <a:pt x="314325" y="785813"/>
                </a:lnTo>
                <a:lnTo>
                  <a:pt x="309563" y="781050"/>
                </a:lnTo>
                <a:lnTo>
                  <a:pt x="300038" y="781050"/>
                </a:lnTo>
                <a:lnTo>
                  <a:pt x="290513" y="781050"/>
                </a:lnTo>
                <a:lnTo>
                  <a:pt x="285750" y="776288"/>
                </a:lnTo>
                <a:lnTo>
                  <a:pt x="280988" y="771525"/>
                </a:lnTo>
                <a:lnTo>
                  <a:pt x="276225" y="766763"/>
                </a:lnTo>
                <a:lnTo>
                  <a:pt x="271463" y="762000"/>
                </a:lnTo>
                <a:lnTo>
                  <a:pt x="261938" y="762000"/>
                </a:lnTo>
                <a:lnTo>
                  <a:pt x="257175" y="757238"/>
                </a:lnTo>
                <a:lnTo>
                  <a:pt x="252413" y="752475"/>
                </a:lnTo>
                <a:lnTo>
                  <a:pt x="242888" y="752475"/>
                </a:lnTo>
                <a:lnTo>
                  <a:pt x="233363" y="752475"/>
                </a:lnTo>
                <a:lnTo>
                  <a:pt x="228600" y="747713"/>
                </a:lnTo>
                <a:lnTo>
                  <a:pt x="223838" y="742950"/>
                </a:lnTo>
                <a:lnTo>
                  <a:pt x="219075" y="738188"/>
                </a:lnTo>
                <a:lnTo>
                  <a:pt x="214313" y="733425"/>
                </a:lnTo>
                <a:lnTo>
                  <a:pt x="204788" y="733425"/>
                </a:lnTo>
                <a:lnTo>
                  <a:pt x="200025" y="728663"/>
                </a:lnTo>
                <a:lnTo>
                  <a:pt x="195263" y="723900"/>
                </a:lnTo>
                <a:lnTo>
                  <a:pt x="190500" y="719138"/>
                </a:lnTo>
                <a:lnTo>
                  <a:pt x="185738" y="714375"/>
                </a:lnTo>
                <a:lnTo>
                  <a:pt x="176213" y="714375"/>
                </a:lnTo>
                <a:lnTo>
                  <a:pt x="171450" y="709613"/>
                </a:lnTo>
                <a:lnTo>
                  <a:pt x="166688" y="704850"/>
                </a:lnTo>
                <a:lnTo>
                  <a:pt x="161925" y="700088"/>
                </a:lnTo>
                <a:lnTo>
                  <a:pt x="161925" y="690563"/>
                </a:lnTo>
                <a:lnTo>
                  <a:pt x="157163" y="685800"/>
                </a:lnTo>
                <a:lnTo>
                  <a:pt x="152400" y="681038"/>
                </a:lnTo>
                <a:lnTo>
                  <a:pt x="147638" y="676275"/>
                </a:lnTo>
                <a:lnTo>
                  <a:pt x="142875" y="671513"/>
                </a:lnTo>
                <a:lnTo>
                  <a:pt x="138113" y="666750"/>
                </a:lnTo>
                <a:lnTo>
                  <a:pt x="128588" y="666750"/>
                </a:lnTo>
                <a:lnTo>
                  <a:pt x="123825" y="661988"/>
                </a:lnTo>
                <a:lnTo>
                  <a:pt x="119063" y="657225"/>
                </a:lnTo>
                <a:lnTo>
                  <a:pt x="109538" y="657225"/>
                </a:lnTo>
                <a:lnTo>
                  <a:pt x="104775" y="652463"/>
                </a:lnTo>
                <a:lnTo>
                  <a:pt x="100013" y="647700"/>
                </a:lnTo>
                <a:lnTo>
                  <a:pt x="90488" y="647700"/>
                </a:lnTo>
                <a:lnTo>
                  <a:pt x="85725" y="642938"/>
                </a:lnTo>
                <a:lnTo>
                  <a:pt x="85725" y="633413"/>
                </a:lnTo>
                <a:lnTo>
                  <a:pt x="85725" y="623888"/>
                </a:lnTo>
                <a:lnTo>
                  <a:pt x="85725" y="614363"/>
                </a:lnTo>
                <a:lnTo>
                  <a:pt x="80963" y="609600"/>
                </a:lnTo>
                <a:lnTo>
                  <a:pt x="76200" y="604838"/>
                </a:lnTo>
                <a:lnTo>
                  <a:pt x="71438" y="600075"/>
                </a:lnTo>
                <a:lnTo>
                  <a:pt x="66675" y="595313"/>
                </a:lnTo>
                <a:lnTo>
                  <a:pt x="61913" y="590550"/>
                </a:lnTo>
                <a:lnTo>
                  <a:pt x="57150" y="585788"/>
                </a:lnTo>
                <a:lnTo>
                  <a:pt x="57150" y="576263"/>
                </a:lnTo>
                <a:lnTo>
                  <a:pt x="57150" y="566738"/>
                </a:lnTo>
                <a:lnTo>
                  <a:pt x="52388" y="561975"/>
                </a:lnTo>
                <a:lnTo>
                  <a:pt x="47625" y="557213"/>
                </a:lnTo>
                <a:lnTo>
                  <a:pt x="47625" y="547688"/>
                </a:lnTo>
                <a:lnTo>
                  <a:pt x="47625" y="538163"/>
                </a:lnTo>
                <a:lnTo>
                  <a:pt x="47625" y="528638"/>
                </a:lnTo>
                <a:lnTo>
                  <a:pt x="47625" y="519113"/>
                </a:lnTo>
                <a:lnTo>
                  <a:pt x="47625" y="509588"/>
                </a:lnTo>
                <a:lnTo>
                  <a:pt x="42863" y="504825"/>
                </a:lnTo>
                <a:lnTo>
                  <a:pt x="38100" y="500063"/>
                </a:lnTo>
                <a:lnTo>
                  <a:pt x="38100" y="490538"/>
                </a:lnTo>
                <a:lnTo>
                  <a:pt x="33338" y="485775"/>
                </a:lnTo>
                <a:lnTo>
                  <a:pt x="28575" y="481013"/>
                </a:lnTo>
                <a:lnTo>
                  <a:pt x="23813" y="476250"/>
                </a:lnTo>
                <a:lnTo>
                  <a:pt x="19050" y="471488"/>
                </a:lnTo>
                <a:lnTo>
                  <a:pt x="14288" y="466725"/>
                </a:lnTo>
                <a:lnTo>
                  <a:pt x="9525" y="461963"/>
                </a:lnTo>
                <a:lnTo>
                  <a:pt x="9525" y="452438"/>
                </a:lnTo>
                <a:lnTo>
                  <a:pt x="4763" y="447675"/>
                </a:lnTo>
                <a:lnTo>
                  <a:pt x="0" y="442913"/>
                </a:lnTo>
                <a:lnTo>
                  <a:pt x="0" y="433388"/>
                </a:lnTo>
                <a:lnTo>
                  <a:pt x="0" y="423863"/>
                </a:lnTo>
                <a:lnTo>
                  <a:pt x="4763" y="419100"/>
                </a:lnTo>
                <a:lnTo>
                  <a:pt x="9525" y="414338"/>
                </a:lnTo>
                <a:lnTo>
                  <a:pt x="9525" y="404813"/>
                </a:lnTo>
                <a:lnTo>
                  <a:pt x="9525" y="395288"/>
                </a:lnTo>
                <a:lnTo>
                  <a:pt x="9525" y="385763"/>
                </a:lnTo>
                <a:lnTo>
                  <a:pt x="9525" y="376238"/>
                </a:lnTo>
                <a:lnTo>
                  <a:pt x="9525" y="366713"/>
                </a:lnTo>
                <a:lnTo>
                  <a:pt x="9525" y="357188"/>
                </a:lnTo>
                <a:lnTo>
                  <a:pt x="9525" y="347663"/>
                </a:lnTo>
                <a:lnTo>
                  <a:pt x="9525" y="338138"/>
                </a:lnTo>
                <a:lnTo>
                  <a:pt x="14288" y="333375"/>
                </a:lnTo>
                <a:lnTo>
                  <a:pt x="19050" y="328613"/>
                </a:lnTo>
                <a:lnTo>
                  <a:pt x="19050" y="319088"/>
                </a:lnTo>
                <a:lnTo>
                  <a:pt x="23813" y="314325"/>
                </a:lnTo>
                <a:lnTo>
                  <a:pt x="28575" y="309563"/>
                </a:lnTo>
                <a:lnTo>
                  <a:pt x="28575" y="300038"/>
                </a:lnTo>
                <a:lnTo>
                  <a:pt x="33338" y="295275"/>
                </a:lnTo>
                <a:lnTo>
                  <a:pt x="38100" y="290513"/>
                </a:lnTo>
                <a:lnTo>
                  <a:pt x="38100" y="280988"/>
                </a:lnTo>
                <a:lnTo>
                  <a:pt x="42863" y="276225"/>
                </a:lnTo>
                <a:lnTo>
                  <a:pt x="47625" y="271463"/>
                </a:lnTo>
                <a:lnTo>
                  <a:pt x="47625" y="261938"/>
                </a:lnTo>
                <a:lnTo>
                  <a:pt x="52388" y="257175"/>
                </a:lnTo>
                <a:lnTo>
                  <a:pt x="57150" y="252413"/>
                </a:lnTo>
                <a:lnTo>
                  <a:pt x="57150" y="242888"/>
                </a:lnTo>
                <a:lnTo>
                  <a:pt x="61913" y="238125"/>
                </a:lnTo>
                <a:lnTo>
                  <a:pt x="66675" y="233363"/>
                </a:lnTo>
                <a:lnTo>
                  <a:pt x="66675" y="223838"/>
                </a:lnTo>
                <a:lnTo>
                  <a:pt x="71438" y="219075"/>
                </a:lnTo>
                <a:lnTo>
                  <a:pt x="76200" y="214313"/>
                </a:lnTo>
                <a:lnTo>
                  <a:pt x="76200" y="204788"/>
                </a:lnTo>
                <a:lnTo>
                  <a:pt x="76200" y="195263"/>
                </a:lnTo>
                <a:lnTo>
                  <a:pt x="80963" y="190500"/>
                </a:lnTo>
                <a:lnTo>
                  <a:pt x="85725" y="185738"/>
                </a:lnTo>
                <a:lnTo>
                  <a:pt x="85725" y="176213"/>
                </a:lnTo>
                <a:lnTo>
                  <a:pt x="90488" y="171450"/>
                </a:lnTo>
                <a:lnTo>
                  <a:pt x="95250" y="166688"/>
                </a:lnTo>
                <a:lnTo>
                  <a:pt x="100013" y="161925"/>
                </a:lnTo>
                <a:lnTo>
                  <a:pt x="104775" y="157163"/>
                </a:lnTo>
                <a:lnTo>
                  <a:pt x="109538" y="152400"/>
                </a:lnTo>
                <a:lnTo>
                  <a:pt x="114300" y="147638"/>
                </a:lnTo>
                <a:lnTo>
                  <a:pt x="114300" y="138113"/>
                </a:lnTo>
                <a:lnTo>
                  <a:pt x="114300" y="128588"/>
                </a:lnTo>
                <a:lnTo>
                  <a:pt x="119063" y="123825"/>
                </a:lnTo>
                <a:lnTo>
                  <a:pt x="128588" y="123825"/>
                </a:lnTo>
                <a:lnTo>
                  <a:pt x="133350" y="119063"/>
                </a:lnTo>
                <a:lnTo>
                  <a:pt x="138113" y="114300"/>
                </a:lnTo>
                <a:lnTo>
                  <a:pt x="142875" y="109538"/>
                </a:lnTo>
                <a:lnTo>
                  <a:pt x="142875" y="100013"/>
                </a:lnTo>
                <a:lnTo>
                  <a:pt x="147638" y="95250"/>
                </a:lnTo>
                <a:lnTo>
                  <a:pt x="157163" y="95250"/>
                </a:lnTo>
                <a:lnTo>
                  <a:pt x="166688" y="95250"/>
                </a:lnTo>
                <a:lnTo>
                  <a:pt x="171450" y="90488"/>
                </a:lnTo>
                <a:lnTo>
                  <a:pt x="176213" y="85725"/>
                </a:lnTo>
                <a:lnTo>
                  <a:pt x="180975" y="80963"/>
                </a:lnTo>
                <a:lnTo>
                  <a:pt x="185738" y="76200"/>
                </a:lnTo>
                <a:lnTo>
                  <a:pt x="190500" y="71438"/>
                </a:lnTo>
                <a:lnTo>
                  <a:pt x="195263" y="66675"/>
                </a:lnTo>
                <a:lnTo>
                  <a:pt x="200025" y="61913"/>
                </a:lnTo>
                <a:lnTo>
                  <a:pt x="204788" y="57150"/>
                </a:lnTo>
                <a:lnTo>
                  <a:pt x="209550" y="52388"/>
                </a:lnTo>
                <a:lnTo>
                  <a:pt x="214313" y="47625"/>
                </a:lnTo>
                <a:lnTo>
                  <a:pt x="223838" y="47625"/>
                </a:lnTo>
                <a:lnTo>
                  <a:pt x="228600" y="42863"/>
                </a:lnTo>
                <a:lnTo>
                  <a:pt x="233363" y="38100"/>
                </a:lnTo>
                <a:lnTo>
                  <a:pt x="242888" y="38100"/>
                </a:lnTo>
                <a:lnTo>
                  <a:pt x="252413" y="38100"/>
                </a:lnTo>
                <a:lnTo>
                  <a:pt x="261938" y="38100"/>
                </a:lnTo>
                <a:lnTo>
                  <a:pt x="266700" y="33338"/>
                </a:lnTo>
                <a:lnTo>
                  <a:pt x="271463" y="28575"/>
                </a:lnTo>
                <a:lnTo>
                  <a:pt x="280988" y="28575"/>
                </a:lnTo>
                <a:lnTo>
                  <a:pt x="285750" y="23813"/>
                </a:lnTo>
                <a:lnTo>
                  <a:pt x="290513" y="19050"/>
                </a:lnTo>
                <a:lnTo>
                  <a:pt x="300038" y="19050"/>
                </a:lnTo>
                <a:lnTo>
                  <a:pt x="309563" y="19050"/>
                </a:lnTo>
                <a:lnTo>
                  <a:pt x="314325" y="14288"/>
                </a:lnTo>
                <a:lnTo>
                  <a:pt x="319088" y="9525"/>
                </a:lnTo>
                <a:lnTo>
                  <a:pt x="328613" y="9525"/>
                </a:lnTo>
                <a:lnTo>
                  <a:pt x="338138" y="9525"/>
                </a:lnTo>
                <a:lnTo>
                  <a:pt x="347663" y="9525"/>
                </a:lnTo>
                <a:lnTo>
                  <a:pt x="352425" y="4763"/>
                </a:lnTo>
                <a:close/>
              </a:path>
            </a:pathLst>
          </a:custGeom>
          <a:solidFill xmlns:a="http://schemas.openxmlformats.org/drawingml/2006/main">
            <a:srgbClr val="C4C4C4"/>
          </a:solidFill>
          <a:ln xmlns:a="http://schemas.openxmlformats.org/drawingml/2006/main" w="0">
            <a:noFill/>
            <a:prstDash val="solid"/>
          </a:ln>
        </p:spPr>
      </p:sp>
      <p:sp>
        <p:nvSpPr>
          <p:cNvPr id="501" name="deep-skill-chaining-source-component-10-gradient-198-0">
            <a:extLst xmlns:a="http://schemas.openxmlformats.org/drawingml/2006/main">
              <a:ext uri="{FF2B5EF4-FFF2-40B4-BE49-F238E27FC236}">
                <a16:creationId xmlns:a16="http://schemas.microsoft.com/office/drawing/2014/main" id="{2802FE76-D77D-4CB1-BB75-06D8DA925174}"/>
              </a:ext>
            </a:extLst>
          </p:cNvPr>
          <p:cNvSpPr>
            <a:spLocks xmlns:a="http://schemas.openxmlformats.org/drawingml/2006/main" noGrp="1"/>
          </p:cNvSpPr>
          <p:nvPr/>
        </p:nvSpPr>
        <p:spPr>
          <a:xfrm xmlns:a="http://schemas.openxmlformats.org/drawingml/2006/main" rot="0">
            <a:off x="4381500" y="495300"/>
            <a:ext cx="771525" cy="771525"/>
          </a:xfrm>
          <a:custGeom xmlns:a="http://schemas.openxmlformats.org/drawingml/2006/main">
            <a:pathLst>
              <a:path w="771525" h="771525">
                <a:moveTo>
                  <a:pt x="342900" y="4763"/>
                </a:move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42913" y="9525"/>
                </a:lnTo>
                <a:lnTo>
                  <a:pt x="452438" y="9525"/>
                </a:lnTo>
                <a:lnTo>
                  <a:pt x="457200" y="14288"/>
                </a:lnTo>
                <a:lnTo>
                  <a:pt x="461963" y="19050"/>
                </a:lnTo>
                <a:lnTo>
                  <a:pt x="471488" y="19050"/>
                </a:lnTo>
                <a:lnTo>
                  <a:pt x="481013" y="19050"/>
                </a:lnTo>
                <a:lnTo>
                  <a:pt x="490538" y="19050"/>
                </a:lnTo>
                <a:lnTo>
                  <a:pt x="500063" y="19050"/>
                </a:lnTo>
                <a:lnTo>
                  <a:pt x="504825" y="23813"/>
                </a:lnTo>
                <a:lnTo>
                  <a:pt x="509588" y="28575"/>
                </a:lnTo>
                <a:lnTo>
                  <a:pt x="519113" y="28575"/>
                </a:lnTo>
                <a:lnTo>
                  <a:pt x="528638" y="28575"/>
                </a:lnTo>
                <a:lnTo>
                  <a:pt x="533400" y="33338"/>
                </a:lnTo>
                <a:lnTo>
                  <a:pt x="538163" y="38100"/>
                </a:lnTo>
                <a:lnTo>
                  <a:pt x="542925" y="42863"/>
                </a:lnTo>
                <a:lnTo>
                  <a:pt x="547688" y="47625"/>
                </a:lnTo>
                <a:lnTo>
                  <a:pt x="557213" y="47625"/>
                </a:lnTo>
                <a:lnTo>
                  <a:pt x="566738" y="47625"/>
                </a:lnTo>
                <a:lnTo>
                  <a:pt x="576263" y="47625"/>
                </a:lnTo>
                <a:lnTo>
                  <a:pt x="581025" y="52388"/>
                </a:lnTo>
                <a:lnTo>
                  <a:pt x="585788" y="57150"/>
                </a:lnTo>
                <a:lnTo>
                  <a:pt x="590550" y="61913"/>
                </a:lnTo>
                <a:lnTo>
                  <a:pt x="595313" y="66675"/>
                </a:lnTo>
                <a:lnTo>
                  <a:pt x="600075" y="71438"/>
                </a:lnTo>
                <a:lnTo>
                  <a:pt x="604838" y="76200"/>
                </a:lnTo>
                <a:lnTo>
                  <a:pt x="609600" y="80963"/>
                </a:lnTo>
                <a:lnTo>
                  <a:pt x="614363" y="85725"/>
                </a:lnTo>
                <a:lnTo>
                  <a:pt x="619125" y="90488"/>
                </a:lnTo>
                <a:lnTo>
                  <a:pt x="623888" y="95250"/>
                </a:lnTo>
                <a:lnTo>
                  <a:pt x="633413" y="95250"/>
                </a:lnTo>
                <a:lnTo>
                  <a:pt x="638175" y="100013"/>
                </a:lnTo>
                <a:lnTo>
                  <a:pt x="642938" y="104775"/>
                </a:lnTo>
                <a:lnTo>
                  <a:pt x="647700" y="109538"/>
                </a:lnTo>
                <a:lnTo>
                  <a:pt x="652463" y="114300"/>
                </a:lnTo>
                <a:lnTo>
                  <a:pt x="657225" y="119063"/>
                </a:lnTo>
                <a:lnTo>
                  <a:pt x="661988" y="123825"/>
                </a:lnTo>
                <a:lnTo>
                  <a:pt x="666750" y="128588"/>
                </a:lnTo>
                <a:lnTo>
                  <a:pt x="671513" y="133350"/>
                </a:lnTo>
                <a:lnTo>
                  <a:pt x="676275" y="138113"/>
                </a:lnTo>
                <a:lnTo>
                  <a:pt x="681038" y="142875"/>
                </a:lnTo>
                <a:lnTo>
                  <a:pt x="685800" y="147638"/>
                </a:lnTo>
                <a:lnTo>
                  <a:pt x="690563" y="152400"/>
                </a:lnTo>
                <a:lnTo>
                  <a:pt x="695325" y="157163"/>
                </a:lnTo>
                <a:lnTo>
                  <a:pt x="700088" y="161925"/>
                </a:lnTo>
                <a:lnTo>
                  <a:pt x="704850" y="166688"/>
                </a:lnTo>
                <a:lnTo>
                  <a:pt x="709613" y="171450"/>
                </a:lnTo>
                <a:lnTo>
                  <a:pt x="714375" y="176213"/>
                </a:lnTo>
                <a:lnTo>
                  <a:pt x="714375" y="185738"/>
                </a:lnTo>
                <a:lnTo>
                  <a:pt x="714375" y="195263"/>
                </a:lnTo>
                <a:lnTo>
                  <a:pt x="719138" y="200025"/>
                </a:lnTo>
                <a:lnTo>
                  <a:pt x="723900" y="204788"/>
                </a:lnTo>
                <a:lnTo>
                  <a:pt x="723900" y="214313"/>
                </a:lnTo>
                <a:lnTo>
                  <a:pt x="723900" y="223838"/>
                </a:lnTo>
                <a:lnTo>
                  <a:pt x="728663" y="228600"/>
                </a:lnTo>
                <a:lnTo>
                  <a:pt x="733425" y="233363"/>
                </a:lnTo>
                <a:lnTo>
                  <a:pt x="733425" y="242888"/>
                </a:lnTo>
                <a:lnTo>
                  <a:pt x="738188" y="247650"/>
                </a:lnTo>
                <a:lnTo>
                  <a:pt x="742950" y="252413"/>
                </a:lnTo>
                <a:lnTo>
                  <a:pt x="747713" y="257175"/>
                </a:lnTo>
                <a:lnTo>
                  <a:pt x="752475" y="261938"/>
                </a:lnTo>
                <a:lnTo>
                  <a:pt x="752475" y="271463"/>
                </a:lnTo>
                <a:lnTo>
                  <a:pt x="752475" y="280988"/>
                </a:lnTo>
                <a:lnTo>
                  <a:pt x="752475" y="290513"/>
                </a:lnTo>
                <a:lnTo>
                  <a:pt x="752475" y="300038"/>
                </a:lnTo>
                <a:lnTo>
                  <a:pt x="752475" y="309563"/>
                </a:lnTo>
                <a:lnTo>
                  <a:pt x="752475" y="319088"/>
                </a:lnTo>
                <a:lnTo>
                  <a:pt x="752475" y="328613"/>
                </a:lnTo>
                <a:lnTo>
                  <a:pt x="752475" y="338138"/>
                </a:lnTo>
                <a:lnTo>
                  <a:pt x="757238" y="342900"/>
                </a:lnTo>
                <a:lnTo>
                  <a:pt x="762000" y="347663"/>
                </a:lnTo>
                <a:lnTo>
                  <a:pt x="762000" y="357188"/>
                </a:lnTo>
                <a:lnTo>
                  <a:pt x="762000" y="366713"/>
                </a:lnTo>
                <a:lnTo>
                  <a:pt x="766763" y="371475"/>
                </a:lnTo>
                <a:lnTo>
                  <a:pt x="771525" y="376238"/>
                </a:lnTo>
                <a:lnTo>
                  <a:pt x="771525" y="385763"/>
                </a:lnTo>
                <a:lnTo>
                  <a:pt x="771525" y="395288"/>
                </a:lnTo>
                <a:lnTo>
                  <a:pt x="771525" y="404813"/>
                </a:lnTo>
                <a:lnTo>
                  <a:pt x="766763" y="409575"/>
                </a:lnTo>
                <a:lnTo>
                  <a:pt x="762000" y="414338"/>
                </a:lnTo>
                <a:lnTo>
                  <a:pt x="762000" y="423863"/>
                </a:lnTo>
                <a:lnTo>
                  <a:pt x="762000" y="433388"/>
                </a:lnTo>
                <a:lnTo>
                  <a:pt x="757238" y="438150"/>
                </a:lnTo>
                <a:lnTo>
                  <a:pt x="752475" y="442913"/>
                </a:lnTo>
                <a:lnTo>
                  <a:pt x="752475" y="452438"/>
                </a:lnTo>
                <a:lnTo>
                  <a:pt x="752475" y="461963"/>
                </a:lnTo>
                <a:lnTo>
                  <a:pt x="752475" y="471488"/>
                </a:lnTo>
                <a:lnTo>
                  <a:pt x="752475" y="481013"/>
                </a:lnTo>
                <a:lnTo>
                  <a:pt x="752475" y="490538"/>
                </a:lnTo>
                <a:lnTo>
                  <a:pt x="752475" y="500063"/>
                </a:lnTo>
                <a:lnTo>
                  <a:pt x="752475" y="509588"/>
                </a:lnTo>
                <a:lnTo>
                  <a:pt x="752475" y="519113"/>
                </a:lnTo>
                <a:lnTo>
                  <a:pt x="747713" y="523875"/>
                </a:lnTo>
                <a:lnTo>
                  <a:pt x="742950" y="528638"/>
                </a:lnTo>
                <a:lnTo>
                  <a:pt x="742950" y="538163"/>
                </a:lnTo>
                <a:lnTo>
                  <a:pt x="742950" y="547688"/>
                </a:lnTo>
                <a:lnTo>
                  <a:pt x="738188" y="552450"/>
                </a:lnTo>
                <a:lnTo>
                  <a:pt x="733425" y="557213"/>
                </a:lnTo>
                <a:lnTo>
                  <a:pt x="733425" y="566738"/>
                </a:lnTo>
                <a:lnTo>
                  <a:pt x="733425" y="576263"/>
                </a:lnTo>
                <a:lnTo>
                  <a:pt x="728663" y="581025"/>
                </a:lnTo>
                <a:lnTo>
                  <a:pt x="723900" y="585788"/>
                </a:lnTo>
                <a:lnTo>
                  <a:pt x="719138" y="590550"/>
                </a:lnTo>
                <a:lnTo>
                  <a:pt x="709613" y="590550"/>
                </a:lnTo>
                <a:lnTo>
                  <a:pt x="704850" y="595313"/>
                </a:lnTo>
                <a:lnTo>
                  <a:pt x="704850" y="604838"/>
                </a:lnTo>
                <a:lnTo>
                  <a:pt x="700088" y="609600"/>
                </a:lnTo>
                <a:lnTo>
                  <a:pt x="695325" y="614363"/>
                </a:lnTo>
                <a:lnTo>
                  <a:pt x="690563" y="619125"/>
                </a:lnTo>
                <a:lnTo>
                  <a:pt x="685800" y="623888"/>
                </a:lnTo>
                <a:lnTo>
                  <a:pt x="681038" y="628650"/>
                </a:lnTo>
                <a:lnTo>
                  <a:pt x="676275" y="633413"/>
                </a:lnTo>
                <a:lnTo>
                  <a:pt x="671513" y="638175"/>
                </a:lnTo>
                <a:lnTo>
                  <a:pt x="666750" y="642938"/>
                </a:lnTo>
                <a:lnTo>
                  <a:pt x="661988" y="647700"/>
                </a:lnTo>
                <a:lnTo>
                  <a:pt x="652463" y="647700"/>
                </a:lnTo>
                <a:lnTo>
                  <a:pt x="647700" y="652463"/>
                </a:lnTo>
                <a:lnTo>
                  <a:pt x="647700" y="661988"/>
                </a:lnTo>
                <a:lnTo>
                  <a:pt x="642938" y="666750"/>
                </a:lnTo>
                <a:lnTo>
                  <a:pt x="638175" y="671513"/>
                </a:lnTo>
                <a:lnTo>
                  <a:pt x="633413" y="676275"/>
                </a:lnTo>
                <a:lnTo>
                  <a:pt x="623888" y="676275"/>
                </a:lnTo>
                <a:lnTo>
                  <a:pt x="619125" y="681038"/>
                </a:lnTo>
                <a:lnTo>
                  <a:pt x="614363" y="685800"/>
                </a:lnTo>
                <a:lnTo>
                  <a:pt x="609600" y="690563"/>
                </a:lnTo>
                <a:lnTo>
                  <a:pt x="604838" y="695325"/>
                </a:lnTo>
                <a:lnTo>
                  <a:pt x="600075" y="700088"/>
                </a:lnTo>
                <a:lnTo>
                  <a:pt x="595313" y="704850"/>
                </a:lnTo>
                <a:lnTo>
                  <a:pt x="590550" y="709613"/>
                </a:lnTo>
                <a:lnTo>
                  <a:pt x="585788" y="714375"/>
                </a:lnTo>
                <a:lnTo>
                  <a:pt x="581025" y="719138"/>
                </a:lnTo>
                <a:lnTo>
                  <a:pt x="576263" y="723900"/>
                </a:lnTo>
                <a:lnTo>
                  <a:pt x="566738" y="723900"/>
                </a:lnTo>
                <a:lnTo>
                  <a:pt x="561975" y="728663"/>
                </a:lnTo>
                <a:lnTo>
                  <a:pt x="557213" y="733425"/>
                </a:lnTo>
                <a:lnTo>
                  <a:pt x="547688" y="733425"/>
                </a:lnTo>
                <a:lnTo>
                  <a:pt x="538163" y="733425"/>
                </a:lnTo>
                <a:lnTo>
                  <a:pt x="533400" y="738188"/>
                </a:lnTo>
                <a:lnTo>
                  <a:pt x="528638" y="742950"/>
                </a:lnTo>
                <a:lnTo>
                  <a:pt x="523875" y="747713"/>
                </a:lnTo>
                <a:lnTo>
                  <a:pt x="519113" y="752475"/>
                </a:lnTo>
                <a:lnTo>
                  <a:pt x="509588" y="752475"/>
                </a:lnTo>
                <a:lnTo>
                  <a:pt x="500063" y="752475"/>
                </a:lnTo>
                <a:lnTo>
                  <a:pt x="495300" y="757238"/>
                </a:lnTo>
                <a:lnTo>
                  <a:pt x="490538" y="762000"/>
                </a:lnTo>
                <a:lnTo>
                  <a:pt x="481013" y="762000"/>
                </a:lnTo>
                <a:lnTo>
                  <a:pt x="471488" y="762000"/>
                </a:lnTo>
                <a:lnTo>
                  <a:pt x="461963" y="762000"/>
                </a:lnTo>
                <a:lnTo>
                  <a:pt x="452438" y="762000"/>
                </a:lnTo>
                <a:lnTo>
                  <a:pt x="442913" y="762000"/>
                </a:lnTo>
                <a:lnTo>
                  <a:pt x="438150" y="766763"/>
                </a:lnTo>
                <a:lnTo>
                  <a:pt x="433388" y="771525"/>
                </a:lnTo>
                <a:lnTo>
                  <a:pt x="423863" y="771525"/>
                </a:lnTo>
                <a:lnTo>
                  <a:pt x="414338" y="771525"/>
                </a:lnTo>
                <a:lnTo>
                  <a:pt x="404813" y="771525"/>
                </a:lnTo>
                <a:lnTo>
                  <a:pt x="395288" y="771525"/>
                </a:lnTo>
                <a:lnTo>
                  <a:pt x="385763" y="771525"/>
                </a:lnTo>
                <a:lnTo>
                  <a:pt x="376238" y="771525"/>
                </a:lnTo>
                <a:lnTo>
                  <a:pt x="366713" y="771525"/>
                </a:lnTo>
                <a:lnTo>
                  <a:pt x="357188" y="771525"/>
                </a:lnTo>
                <a:lnTo>
                  <a:pt x="347663" y="771525"/>
                </a:lnTo>
                <a:lnTo>
                  <a:pt x="342900" y="766763"/>
                </a:lnTo>
                <a:lnTo>
                  <a:pt x="338138" y="762000"/>
                </a:lnTo>
                <a:lnTo>
                  <a:pt x="328613" y="762000"/>
                </a:lnTo>
                <a:lnTo>
                  <a:pt x="319088" y="762000"/>
                </a:lnTo>
                <a:lnTo>
                  <a:pt x="309563" y="762000"/>
                </a:lnTo>
                <a:lnTo>
                  <a:pt x="300038" y="762000"/>
                </a:lnTo>
                <a:lnTo>
                  <a:pt x="290513" y="762000"/>
                </a:lnTo>
                <a:lnTo>
                  <a:pt x="285750" y="757238"/>
                </a:lnTo>
                <a:lnTo>
                  <a:pt x="280988" y="752475"/>
                </a:lnTo>
                <a:lnTo>
                  <a:pt x="271463" y="752475"/>
                </a:lnTo>
                <a:lnTo>
                  <a:pt x="261938" y="752475"/>
                </a:lnTo>
                <a:lnTo>
                  <a:pt x="257175" y="747713"/>
                </a:lnTo>
                <a:lnTo>
                  <a:pt x="252413" y="742950"/>
                </a:lnTo>
                <a:lnTo>
                  <a:pt x="247650" y="738188"/>
                </a:lnTo>
                <a:lnTo>
                  <a:pt x="242888" y="733425"/>
                </a:lnTo>
                <a:lnTo>
                  <a:pt x="233363" y="733425"/>
                </a:lnTo>
                <a:lnTo>
                  <a:pt x="223838" y="733425"/>
                </a:lnTo>
                <a:lnTo>
                  <a:pt x="219075" y="728663"/>
                </a:lnTo>
                <a:lnTo>
                  <a:pt x="214313" y="723900"/>
                </a:lnTo>
                <a:lnTo>
                  <a:pt x="204788" y="723900"/>
                </a:lnTo>
                <a:lnTo>
                  <a:pt x="200025" y="719138"/>
                </a:lnTo>
                <a:lnTo>
                  <a:pt x="195263" y="714375"/>
                </a:lnTo>
                <a:lnTo>
                  <a:pt x="190500" y="709613"/>
                </a:lnTo>
                <a:lnTo>
                  <a:pt x="185738" y="704850"/>
                </a:lnTo>
                <a:lnTo>
                  <a:pt x="176213" y="704850"/>
                </a:lnTo>
                <a:lnTo>
                  <a:pt x="171450" y="700088"/>
                </a:lnTo>
                <a:lnTo>
                  <a:pt x="166688" y="695325"/>
                </a:lnTo>
                <a:lnTo>
                  <a:pt x="161925" y="690563"/>
                </a:lnTo>
                <a:lnTo>
                  <a:pt x="157163" y="685800"/>
                </a:lnTo>
                <a:lnTo>
                  <a:pt x="152400" y="681038"/>
                </a:lnTo>
                <a:lnTo>
                  <a:pt x="147638" y="676275"/>
                </a:lnTo>
                <a:lnTo>
                  <a:pt x="142875" y="671513"/>
                </a:lnTo>
                <a:lnTo>
                  <a:pt x="138113" y="666750"/>
                </a:lnTo>
                <a:lnTo>
                  <a:pt x="133350" y="661988"/>
                </a:lnTo>
                <a:lnTo>
                  <a:pt x="128588" y="657225"/>
                </a:lnTo>
                <a:lnTo>
                  <a:pt x="123825" y="652463"/>
                </a:lnTo>
                <a:lnTo>
                  <a:pt x="119063" y="647700"/>
                </a:lnTo>
                <a:lnTo>
                  <a:pt x="109538" y="647700"/>
                </a:lnTo>
                <a:lnTo>
                  <a:pt x="104775" y="642938"/>
                </a:lnTo>
                <a:lnTo>
                  <a:pt x="100013" y="638175"/>
                </a:lnTo>
                <a:lnTo>
                  <a:pt x="90488" y="638175"/>
                </a:lnTo>
                <a:lnTo>
                  <a:pt x="85725" y="633413"/>
                </a:lnTo>
                <a:lnTo>
                  <a:pt x="85725" y="623888"/>
                </a:lnTo>
                <a:lnTo>
                  <a:pt x="85725" y="614363"/>
                </a:lnTo>
                <a:lnTo>
                  <a:pt x="80963" y="609600"/>
                </a:lnTo>
                <a:lnTo>
                  <a:pt x="76200" y="604838"/>
                </a:lnTo>
                <a:lnTo>
                  <a:pt x="76200" y="595313"/>
                </a:lnTo>
                <a:lnTo>
                  <a:pt x="71438" y="590550"/>
                </a:lnTo>
                <a:lnTo>
                  <a:pt x="61913" y="590550"/>
                </a:lnTo>
                <a:lnTo>
                  <a:pt x="57150" y="585788"/>
                </a:lnTo>
                <a:lnTo>
                  <a:pt x="52388" y="581025"/>
                </a:lnTo>
                <a:lnTo>
                  <a:pt x="47625" y="576263"/>
                </a:lnTo>
                <a:lnTo>
                  <a:pt x="47625" y="566738"/>
                </a:lnTo>
                <a:lnTo>
                  <a:pt x="47625" y="557213"/>
                </a:lnTo>
                <a:lnTo>
                  <a:pt x="47625" y="547688"/>
                </a:lnTo>
                <a:lnTo>
                  <a:pt x="42863" y="542925"/>
                </a:lnTo>
                <a:lnTo>
                  <a:pt x="38100" y="538163"/>
                </a:lnTo>
                <a:lnTo>
                  <a:pt x="38100" y="528638"/>
                </a:lnTo>
                <a:lnTo>
                  <a:pt x="33338" y="523875"/>
                </a:lnTo>
                <a:lnTo>
                  <a:pt x="28575" y="519113"/>
                </a:lnTo>
                <a:lnTo>
                  <a:pt x="28575" y="509588"/>
                </a:lnTo>
                <a:lnTo>
                  <a:pt x="28575" y="500063"/>
                </a:lnTo>
                <a:lnTo>
                  <a:pt x="28575" y="490538"/>
                </a:lnTo>
                <a:lnTo>
                  <a:pt x="28575" y="481013"/>
                </a:lnTo>
                <a:lnTo>
                  <a:pt x="23813" y="476250"/>
                </a:lnTo>
                <a:lnTo>
                  <a:pt x="19050" y="471488"/>
                </a:lnTo>
                <a:lnTo>
                  <a:pt x="14288" y="466725"/>
                </a:lnTo>
                <a:lnTo>
                  <a:pt x="9525" y="461963"/>
                </a:lnTo>
                <a:lnTo>
                  <a:pt x="9525" y="452438"/>
                </a:lnTo>
                <a:lnTo>
                  <a:pt x="4763" y="447675"/>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4763" y="314325"/>
                </a:lnTo>
                <a:lnTo>
                  <a:pt x="9525" y="309563"/>
                </a:lnTo>
                <a:lnTo>
                  <a:pt x="14288" y="304800"/>
                </a:lnTo>
                <a:lnTo>
                  <a:pt x="19050" y="300038"/>
                </a:lnTo>
                <a:lnTo>
                  <a:pt x="23813" y="295275"/>
                </a:lnTo>
                <a:lnTo>
                  <a:pt x="28575" y="290513"/>
                </a:lnTo>
                <a:lnTo>
                  <a:pt x="28575" y="280988"/>
                </a:lnTo>
                <a:lnTo>
                  <a:pt x="28575" y="271463"/>
                </a:lnTo>
                <a:lnTo>
                  <a:pt x="28575" y="261938"/>
                </a:lnTo>
                <a:lnTo>
                  <a:pt x="33338" y="257175"/>
                </a:lnTo>
                <a:lnTo>
                  <a:pt x="38100" y="252413"/>
                </a:lnTo>
                <a:lnTo>
                  <a:pt x="42863" y="247650"/>
                </a:lnTo>
                <a:lnTo>
                  <a:pt x="47625" y="242888"/>
                </a:lnTo>
                <a:lnTo>
                  <a:pt x="52388" y="238125"/>
                </a:lnTo>
                <a:lnTo>
                  <a:pt x="57150" y="233363"/>
                </a:lnTo>
                <a:lnTo>
                  <a:pt x="57150" y="223838"/>
                </a:lnTo>
                <a:lnTo>
                  <a:pt x="57150" y="214313"/>
                </a:lnTo>
                <a:lnTo>
                  <a:pt x="57150" y="204788"/>
                </a:lnTo>
                <a:lnTo>
                  <a:pt x="61913" y="200025"/>
                </a:lnTo>
                <a:lnTo>
                  <a:pt x="66675" y="195263"/>
                </a:lnTo>
                <a:lnTo>
                  <a:pt x="66675" y="185738"/>
                </a:lnTo>
                <a:lnTo>
                  <a:pt x="71438" y="180975"/>
                </a:lnTo>
                <a:lnTo>
                  <a:pt x="76200" y="176213"/>
                </a:lnTo>
                <a:lnTo>
                  <a:pt x="76200" y="166688"/>
                </a:lnTo>
                <a:lnTo>
                  <a:pt x="80963" y="161925"/>
                </a:lnTo>
                <a:lnTo>
                  <a:pt x="90488" y="161925"/>
                </a:lnTo>
                <a:lnTo>
                  <a:pt x="95250" y="157163"/>
                </a:lnTo>
                <a:lnTo>
                  <a:pt x="100013" y="152400"/>
                </a:lnTo>
                <a:lnTo>
                  <a:pt x="104775" y="147638"/>
                </a:lnTo>
                <a:lnTo>
                  <a:pt x="104775" y="138113"/>
                </a:lnTo>
                <a:lnTo>
                  <a:pt x="109538" y="133350"/>
                </a:lnTo>
                <a:lnTo>
                  <a:pt x="114300" y="128588"/>
                </a:lnTo>
                <a:lnTo>
                  <a:pt x="114300" y="119063"/>
                </a:lnTo>
                <a:lnTo>
                  <a:pt x="119063" y="114300"/>
                </a:lnTo>
                <a:lnTo>
                  <a:pt x="128588" y="114300"/>
                </a:lnTo>
                <a:lnTo>
                  <a:pt x="133350" y="109538"/>
                </a:lnTo>
                <a:lnTo>
                  <a:pt x="138113" y="104775"/>
                </a:lnTo>
                <a:lnTo>
                  <a:pt x="147638" y="104775"/>
                </a:lnTo>
                <a:lnTo>
                  <a:pt x="152400" y="100013"/>
                </a:lnTo>
                <a:lnTo>
                  <a:pt x="157163" y="95250"/>
                </a:lnTo>
                <a:lnTo>
                  <a:pt x="161925" y="90488"/>
                </a:lnTo>
                <a:lnTo>
                  <a:pt x="166688" y="85725"/>
                </a:lnTo>
                <a:lnTo>
                  <a:pt x="171450" y="80963"/>
                </a:lnTo>
                <a:lnTo>
                  <a:pt x="176213" y="76200"/>
                </a:lnTo>
                <a:lnTo>
                  <a:pt x="180975" y="71438"/>
                </a:lnTo>
                <a:lnTo>
                  <a:pt x="185738" y="66675"/>
                </a:lnTo>
                <a:lnTo>
                  <a:pt x="190500" y="61913"/>
                </a:lnTo>
                <a:lnTo>
                  <a:pt x="195263" y="57150"/>
                </a:lnTo>
                <a:lnTo>
                  <a:pt x="204788" y="57150"/>
                </a:lnTo>
                <a:lnTo>
                  <a:pt x="209550" y="52388"/>
                </a:lnTo>
                <a:lnTo>
                  <a:pt x="214313" y="47625"/>
                </a:lnTo>
                <a:lnTo>
                  <a:pt x="223838" y="47625"/>
                </a:lnTo>
                <a:lnTo>
                  <a:pt x="228600" y="42863"/>
                </a:lnTo>
                <a:lnTo>
                  <a:pt x="233363" y="38100"/>
                </a:lnTo>
                <a:lnTo>
                  <a:pt x="242888" y="38100"/>
                </a:lnTo>
                <a:lnTo>
                  <a:pt x="247650" y="33338"/>
                </a:lnTo>
                <a:lnTo>
                  <a:pt x="252413" y="28575"/>
                </a:lnTo>
                <a:lnTo>
                  <a:pt x="261938" y="28575"/>
                </a:lnTo>
                <a:lnTo>
                  <a:pt x="271463" y="28575"/>
                </a:lnTo>
                <a:lnTo>
                  <a:pt x="276225" y="23813"/>
                </a:lnTo>
                <a:lnTo>
                  <a:pt x="280988" y="19050"/>
                </a:lnTo>
                <a:lnTo>
                  <a:pt x="290513" y="19050"/>
                </a:lnTo>
                <a:lnTo>
                  <a:pt x="300038" y="19050"/>
                </a:lnTo>
                <a:lnTo>
                  <a:pt x="309563" y="19050"/>
                </a:lnTo>
                <a:lnTo>
                  <a:pt x="314325" y="14288"/>
                </a:lnTo>
                <a:lnTo>
                  <a:pt x="319088" y="9525"/>
                </a:lnTo>
                <a:lnTo>
                  <a:pt x="328613" y="9525"/>
                </a:lnTo>
                <a:lnTo>
                  <a:pt x="338138" y="9525"/>
                </a:lnTo>
                <a:lnTo>
                  <a:pt x="342900" y="4763"/>
                </a:lnTo>
                <a:close/>
              </a:path>
            </a:pathLst>
          </a:custGeom>
          <a:solidFill xmlns:a="http://schemas.openxmlformats.org/drawingml/2006/main">
            <a:srgbClr val="C6C6C6"/>
          </a:solidFill>
          <a:ln xmlns:a="http://schemas.openxmlformats.org/drawingml/2006/main" w="0">
            <a:noFill/>
            <a:prstDash val="solid"/>
          </a:ln>
        </p:spPr>
      </p:sp>
      <p:sp>
        <p:nvSpPr>
          <p:cNvPr id="502" name="deep-skill-chaining-source-component-10-gradient-200-0">
            <a:extLst xmlns:a="http://schemas.openxmlformats.org/drawingml/2006/main">
              <a:ext uri="{FF2B5EF4-FFF2-40B4-BE49-F238E27FC236}">
                <a16:creationId xmlns:a16="http://schemas.microsoft.com/office/drawing/2014/main" id="{D630B97B-F689-4E56-BF69-A6CAAC15BBF9}"/>
              </a:ext>
            </a:extLst>
          </p:cNvPr>
          <p:cNvSpPr>
            <a:spLocks xmlns:a="http://schemas.openxmlformats.org/drawingml/2006/main" noGrp="1"/>
          </p:cNvSpPr>
          <p:nvPr/>
        </p:nvSpPr>
        <p:spPr>
          <a:xfrm xmlns:a="http://schemas.openxmlformats.org/drawingml/2006/main" rot="0">
            <a:off x="4400550" y="523875"/>
            <a:ext cx="733425" cy="723900"/>
          </a:xfrm>
          <a:custGeom xmlns:a="http://schemas.openxmlformats.org/drawingml/2006/main">
            <a:pathLst>
              <a:path w="733425" h="72390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76250" y="4763"/>
                </a:lnTo>
                <a:lnTo>
                  <a:pt x="481013" y="9525"/>
                </a:lnTo>
                <a:lnTo>
                  <a:pt x="485775" y="14288"/>
                </a:lnTo>
                <a:lnTo>
                  <a:pt x="490538" y="19050"/>
                </a:lnTo>
                <a:lnTo>
                  <a:pt x="500063" y="19050"/>
                </a:lnTo>
                <a:lnTo>
                  <a:pt x="504825" y="23813"/>
                </a:lnTo>
                <a:lnTo>
                  <a:pt x="509588" y="28575"/>
                </a:lnTo>
                <a:lnTo>
                  <a:pt x="519113" y="28575"/>
                </a:lnTo>
                <a:lnTo>
                  <a:pt x="528638" y="28575"/>
                </a:lnTo>
                <a:lnTo>
                  <a:pt x="533400" y="33338"/>
                </a:lnTo>
                <a:lnTo>
                  <a:pt x="538163" y="38100"/>
                </a:lnTo>
                <a:lnTo>
                  <a:pt x="547688" y="38100"/>
                </a:lnTo>
                <a:lnTo>
                  <a:pt x="552450" y="42863"/>
                </a:lnTo>
                <a:lnTo>
                  <a:pt x="557213" y="47625"/>
                </a:lnTo>
                <a:lnTo>
                  <a:pt x="561975" y="52388"/>
                </a:lnTo>
                <a:lnTo>
                  <a:pt x="566738" y="57150"/>
                </a:lnTo>
                <a:lnTo>
                  <a:pt x="571500" y="61913"/>
                </a:lnTo>
                <a:lnTo>
                  <a:pt x="576263" y="66675"/>
                </a:lnTo>
                <a:lnTo>
                  <a:pt x="585788" y="66675"/>
                </a:lnTo>
                <a:lnTo>
                  <a:pt x="590550" y="71438"/>
                </a:lnTo>
                <a:lnTo>
                  <a:pt x="595313" y="76200"/>
                </a:lnTo>
                <a:lnTo>
                  <a:pt x="600075" y="80963"/>
                </a:lnTo>
                <a:lnTo>
                  <a:pt x="604838" y="85725"/>
                </a:lnTo>
                <a:lnTo>
                  <a:pt x="614363" y="85725"/>
                </a:lnTo>
                <a:lnTo>
                  <a:pt x="619125" y="90488"/>
                </a:lnTo>
                <a:lnTo>
                  <a:pt x="619125" y="100013"/>
                </a:lnTo>
                <a:lnTo>
                  <a:pt x="623888" y="104775"/>
                </a:lnTo>
                <a:lnTo>
                  <a:pt x="628650" y="109538"/>
                </a:lnTo>
                <a:lnTo>
                  <a:pt x="633413" y="114300"/>
                </a:lnTo>
                <a:lnTo>
                  <a:pt x="642938" y="114300"/>
                </a:lnTo>
                <a:lnTo>
                  <a:pt x="647700" y="119063"/>
                </a:lnTo>
                <a:lnTo>
                  <a:pt x="647700" y="128588"/>
                </a:lnTo>
                <a:lnTo>
                  <a:pt x="652463" y="133350"/>
                </a:lnTo>
                <a:lnTo>
                  <a:pt x="657225" y="138113"/>
                </a:lnTo>
                <a:lnTo>
                  <a:pt x="661988" y="142875"/>
                </a:lnTo>
                <a:lnTo>
                  <a:pt x="671513" y="142875"/>
                </a:lnTo>
                <a:lnTo>
                  <a:pt x="676275" y="147638"/>
                </a:lnTo>
                <a:lnTo>
                  <a:pt x="676275" y="157163"/>
                </a:lnTo>
                <a:lnTo>
                  <a:pt x="676275" y="166688"/>
                </a:lnTo>
                <a:lnTo>
                  <a:pt x="681038" y="171450"/>
                </a:lnTo>
                <a:lnTo>
                  <a:pt x="685800" y="176213"/>
                </a:lnTo>
                <a:lnTo>
                  <a:pt x="685800" y="185738"/>
                </a:lnTo>
                <a:lnTo>
                  <a:pt x="685800" y="195263"/>
                </a:lnTo>
                <a:lnTo>
                  <a:pt x="690563" y="200025"/>
                </a:lnTo>
                <a:lnTo>
                  <a:pt x="695325" y="204788"/>
                </a:lnTo>
                <a:lnTo>
                  <a:pt x="695325" y="214313"/>
                </a:lnTo>
                <a:lnTo>
                  <a:pt x="700088" y="219075"/>
                </a:lnTo>
                <a:lnTo>
                  <a:pt x="704850" y="223838"/>
                </a:lnTo>
                <a:lnTo>
                  <a:pt x="709613" y="228600"/>
                </a:lnTo>
                <a:lnTo>
                  <a:pt x="714375" y="233363"/>
                </a:lnTo>
                <a:lnTo>
                  <a:pt x="714375" y="242888"/>
                </a:lnTo>
                <a:lnTo>
                  <a:pt x="714375" y="252413"/>
                </a:lnTo>
                <a:lnTo>
                  <a:pt x="714375" y="261938"/>
                </a:lnTo>
                <a:lnTo>
                  <a:pt x="714375" y="271463"/>
                </a:lnTo>
                <a:lnTo>
                  <a:pt x="714375" y="280988"/>
                </a:lnTo>
                <a:lnTo>
                  <a:pt x="714375" y="290513"/>
                </a:lnTo>
                <a:lnTo>
                  <a:pt x="714375" y="300038"/>
                </a:lnTo>
                <a:lnTo>
                  <a:pt x="719138" y="304800"/>
                </a:lnTo>
                <a:lnTo>
                  <a:pt x="723900" y="309563"/>
                </a:lnTo>
                <a:lnTo>
                  <a:pt x="723900" y="319088"/>
                </a:lnTo>
                <a:lnTo>
                  <a:pt x="723900" y="328613"/>
                </a:lnTo>
                <a:lnTo>
                  <a:pt x="723900" y="338138"/>
                </a:lnTo>
                <a:lnTo>
                  <a:pt x="728663" y="342900"/>
                </a:lnTo>
                <a:lnTo>
                  <a:pt x="733425" y="347663"/>
                </a:lnTo>
                <a:lnTo>
                  <a:pt x="733425" y="357188"/>
                </a:lnTo>
                <a:lnTo>
                  <a:pt x="733425" y="366713"/>
                </a:lnTo>
                <a:lnTo>
                  <a:pt x="733425" y="376238"/>
                </a:lnTo>
                <a:lnTo>
                  <a:pt x="728663" y="381000"/>
                </a:lnTo>
                <a:lnTo>
                  <a:pt x="723900" y="385763"/>
                </a:lnTo>
                <a:lnTo>
                  <a:pt x="723900" y="395288"/>
                </a:lnTo>
                <a:lnTo>
                  <a:pt x="723900" y="404813"/>
                </a:lnTo>
                <a:lnTo>
                  <a:pt x="723900" y="414338"/>
                </a:lnTo>
                <a:lnTo>
                  <a:pt x="723900" y="423863"/>
                </a:lnTo>
                <a:lnTo>
                  <a:pt x="723900" y="433388"/>
                </a:lnTo>
                <a:lnTo>
                  <a:pt x="719138" y="438150"/>
                </a:lnTo>
                <a:lnTo>
                  <a:pt x="714375" y="442913"/>
                </a:lnTo>
                <a:lnTo>
                  <a:pt x="714375" y="452438"/>
                </a:lnTo>
                <a:lnTo>
                  <a:pt x="714375" y="461963"/>
                </a:lnTo>
                <a:lnTo>
                  <a:pt x="714375" y="471488"/>
                </a:lnTo>
                <a:lnTo>
                  <a:pt x="714375" y="481013"/>
                </a:lnTo>
                <a:lnTo>
                  <a:pt x="714375" y="490538"/>
                </a:lnTo>
                <a:lnTo>
                  <a:pt x="709613" y="495300"/>
                </a:lnTo>
                <a:lnTo>
                  <a:pt x="704850" y="500063"/>
                </a:lnTo>
                <a:lnTo>
                  <a:pt x="704850" y="509588"/>
                </a:lnTo>
                <a:lnTo>
                  <a:pt x="704850" y="519113"/>
                </a:lnTo>
                <a:lnTo>
                  <a:pt x="700088" y="523875"/>
                </a:lnTo>
                <a:lnTo>
                  <a:pt x="695325" y="528638"/>
                </a:lnTo>
                <a:lnTo>
                  <a:pt x="695325" y="538163"/>
                </a:lnTo>
                <a:lnTo>
                  <a:pt x="690563" y="542925"/>
                </a:lnTo>
                <a:lnTo>
                  <a:pt x="685800" y="547688"/>
                </a:lnTo>
                <a:lnTo>
                  <a:pt x="681038" y="552450"/>
                </a:lnTo>
                <a:lnTo>
                  <a:pt x="676275" y="557213"/>
                </a:lnTo>
                <a:lnTo>
                  <a:pt x="671513" y="561975"/>
                </a:lnTo>
                <a:lnTo>
                  <a:pt x="666750" y="566738"/>
                </a:lnTo>
                <a:lnTo>
                  <a:pt x="661988" y="571500"/>
                </a:lnTo>
                <a:lnTo>
                  <a:pt x="657225" y="576263"/>
                </a:lnTo>
                <a:lnTo>
                  <a:pt x="652463" y="581025"/>
                </a:lnTo>
                <a:lnTo>
                  <a:pt x="647700" y="585788"/>
                </a:lnTo>
                <a:lnTo>
                  <a:pt x="642938" y="590550"/>
                </a:lnTo>
                <a:lnTo>
                  <a:pt x="638175" y="595313"/>
                </a:lnTo>
                <a:lnTo>
                  <a:pt x="633413" y="600075"/>
                </a:lnTo>
                <a:lnTo>
                  <a:pt x="628650" y="604838"/>
                </a:lnTo>
                <a:lnTo>
                  <a:pt x="623888" y="609600"/>
                </a:lnTo>
                <a:lnTo>
                  <a:pt x="619125" y="614363"/>
                </a:lnTo>
                <a:lnTo>
                  <a:pt x="614363" y="619125"/>
                </a:lnTo>
                <a:lnTo>
                  <a:pt x="609600" y="623888"/>
                </a:lnTo>
                <a:lnTo>
                  <a:pt x="604838" y="628650"/>
                </a:lnTo>
                <a:lnTo>
                  <a:pt x="600075" y="633413"/>
                </a:lnTo>
                <a:lnTo>
                  <a:pt x="595313" y="638175"/>
                </a:lnTo>
                <a:lnTo>
                  <a:pt x="590550" y="642938"/>
                </a:lnTo>
                <a:lnTo>
                  <a:pt x="585788" y="647700"/>
                </a:lnTo>
                <a:lnTo>
                  <a:pt x="576263" y="647700"/>
                </a:lnTo>
                <a:lnTo>
                  <a:pt x="571500" y="652463"/>
                </a:lnTo>
                <a:lnTo>
                  <a:pt x="566738" y="657225"/>
                </a:lnTo>
                <a:lnTo>
                  <a:pt x="561975" y="661988"/>
                </a:lnTo>
                <a:lnTo>
                  <a:pt x="557213" y="666750"/>
                </a:lnTo>
                <a:lnTo>
                  <a:pt x="552450" y="671513"/>
                </a:lnTo>
                <a:lnTo>
                  <a:pt x="547688" y="676275"/>
                </a:lnTo>
                <a:lnTo>
                  <a:pt x="542925" y="681038"/>
                </a:lnTo>
                <a:lnTo>
                  <a:pt x="538163" y="685800"/>
                </a:lnTo>
                <a:lnTo>
                  <a:pt x="533400" y="690563"/>
                </a:lnTo>
                <a:lnTo>
                  <a:pt x="528638" y="695325"/>
                </a:lnTo>
                <a:lnTo>
                  <a:pt x="519113" y="695325"/>
                </a:lnTo>
                <a:lnTo>
                  <a:pt x="509588" y="695325"/>
                </a:lnTo>
                <a:lnTo>
                  <a:pt x="504825" y="700088"/>
                </a:lnTo>
                <a:lnTo>
                  <a:pt x="500063" y="704850"/>
                </a:lnTo>
                <a:lnTo>
                  <a:pt x="490538" y="704850"/>
                </a:lnTo>
                <a:lnTo>
                  <a:pt x="481013" y="704850"/>
                </a:lnTo>
                <a:lnTo>
                  <a:pt x="476250" y="709613"/>
                </a:lnTo>
                <a:lnTo>
                  <a:pt x="471488" y="714375"/>
                </a:lnTo>
                <a:lnTo>
                  <a:pt x="461963" y="714375"/>
                </a:lnTo>
                <a:lnTo>
                  <a:pt x="452438" y="714375"/>
                </a:lnTo>
                <a:lnTo>
                  <a:pt x="442913" y="714375"/>
                </a:lnTo>
                <a:lnTo>
                  <a:pt x="433388" y="714375"/>
                </a:lnTo>
                <a:lnTo>
                  <a:pt x="423863" y="714375"/>
                </a:lnTo>
                <a:lnTo>
                  <a:pt x="419100" y="719138"/>
                </a:lnTo>
                <a:lnTo>
                  <a:pt x="414338" y="723900"/>
                </a:lnTo>
                <a:lnTo>
                  <a:pt x="404813" y="723900"/>
                </a:lnTo>
                <a:lnTo>
                  <a:pt x="395288" y="723900"/>
                </a:lnTo>
                <a:lnTo>
                  <a:pt x="385763" y="723900"/>
                </a:lnTo>
                <a:lnTo>
                  <a:pt x="376238" y="723900"/>
                </a:lnTo>
                <a:lnTo>
                  <a:pt x="366713" y="723900"/>
                </a:lnTo>
                <a:lnTo>
                  <a:pt x="357188" y="723900"/>
                </a:lnTo>
                <a:lnTo>
                  <a:pt x="347663" y="723900"/>
                </a:lnTo>
                <a:lnTo>
                  <a:pt x="338138" y="723900"/>
                </a:lnTo>
                <a:lnTo>
                  <a:pt x="328613" y="723900"/>
                </a:lnTo>
                <a:lnTo>
                  <a:pt x="323850" y="719138"/>
                </a:lnTo>
                <a:lnTo>
                  <a:pt x="319088" y="714375"/>
                </a:lnTo>
                <a:lnTo>
                  <a:pt x="309563" y="714375"/>
                </a:lnTo>
                <a:lnTo>
                  <a:pt x="300038" y="714375"/>
                </a:lnTo>
                <a:lnTo>
                  <a:pt x="290513" y="714375"/>
                </a:lnTo>
                <a:lnTo>
                  <a:pt x="280988" y="714375"/>
                </a:lnTo>
                <a:lnTo>
                  <a:pt x="271463" y="714375"/>
                </a:lnTo>
                <a:lnTo>
                  <a:pt x="266700" y="709613"/>
                </a:lnTo>
                <a:lnTo>
                  <a:pt x="261938" y="704850"/>
                </a:lnTo>
                <a:lnTo>
                  <a:pt x="252413" y="704850"/>
                </a:lnTo>
                <a:lnTo>
                  <a:pt x="242888" y="704850"/>
                </a:lnTo>
                <a:lnTo>
                  <a:pt x="238125" y="700088"/>
                </a:lnTo>
                <a:lnTo>
                  <a:pt x="233363" y="695325"/>
                </a:lnTo>
                <a:lnTo>
                  <a:pt x="223838" y="695325"/>
                </a:lnTo>
                <a:lnTo>
                  <a:pt x="214313" y="695325"/>
                </a:lnTo>
                <a:lnTo>
                  <a:pt x="209550" y="690563"/>
                </a:lnTo>
                <a:lnTo>
                  <a:pt x="204788" y="685800"/>
                </a:lnTo>
                <a:lnTo>
                  <a:pt x="200025" y="681038"/>
                </a:lnTo>
                <a:lnTo>
                  <a:pt x="195263" y="676275"/>
                </a:lnTo>
                <a:lnTo>
                  <a:pt x="185738" y="676275"/>
                </a:lnTo>
                <a:lnTo>
                  <a:pt x="180975" y="671513"/>
                </a:lnTo>
                <a:lnTo>
                  <a:pt x="176213" y="666750"/>
                </a:lnTo>
                <a:lnTo>
                  <a:pt x="166688" y="666750"/>
                </a:lnTo>
                <a:lnTo>
                  <a:pt x="157163" y="666750"/>
                </a:lnTo>
                <a:lnTo>
                  <a:pt x="152400" y="661988"/>
                </a:lnTo>
                <a:lnTo>
                  <a:pt x="152400" y="652463"/>
                </a:lnTo>
                <a:lnTo>
                  <a:pt x="152400" y="642938"/>
                </a:lnTo>
                <a:lnTo>
                  <a:pt x="147638" y="638175"/>
                </a:lnTo>
                <a:lnTo>
                  <a:pt x="142875" y="633413"/>
                </a:lnTo>
                <a:lnTo>
                  <a:pt x="138113" y="628650"/>
                </a:lnTo>
                <a:lnTo>
                  <a:pt x="128588" y="628650"/>
                </a:lnTo>
                <a:lnTo>
                  <a:pt x="123825" y="623888"/>
                </a:lnTo>
                <a:lnTo>
                  <a:pt x="119063" y="619125"/>
                </a:lnTo>
                <a:lnTo>
                  <a:pt x="109538" y="619125"/>
                </a:lnTo>
                <a:lnTo>
                  <a:pt x="104775" y="614363"/>
                </a:lnTo>
                <a:lnTo>
                  <a:pt x="100013" y="609600"/>
                </a:lnTo>
                <a:lnTo>
                  <a:pt x="95250" y="604838"/>
                </a:lnTo>
                <a:lnTo>
                  <a:pt x="90488" y="600075"/>
                </a:lnTo>
                <a:lnTo>
                  <a:pt x="85725" y="595313"/>
                </a:lnTo>
                <a:lnTo>
                  <a:pt x="85725" y="585788"/>
                </a:lnTo>
                <a:lnTo>
                  <a:pt x="85725" y="576263"/>
                </a:lnTo>
                <a:lnTo>
                  <a:pt x="80963" y="571500"/>
                </a:lnTo>
                <a:lnTo>
                  <a:pt x="76200" y="566738"/>
                </a:lnTo>
                <a:lnTo>
                  <a:pt x="71438" y="561975"/>
                </a:lnTo>
                <a:lnTo>
                  <a:pt x="66675" y="557213"/>
                </a:lnTo>
                <a:lnTo>
                  <a:pt x="61913" y="552450"/>
                </a:lnTo>
                <a:lnTo>
                  <a:pt x="57150" y="547688"/>
                </a:lnTo>
                <a:lnTo>
                  <a:pt x="52388" y="542925"/>
                </a:lnTo>
                <a:lnTo>
                  <a:pt x="47625" y="538163"/>
                </a:lnTo>
                <a:lnTo>
                  <a:pt x="47625" y="528638"/>
                </a:lnTo>
                <a:lnTo>
                  <a:pt x="42863" y="523875"/>
                </a:lnTo>
                <a:lnTo>
                  <a:pt x="38100" y="519113"/>
                </a:lnTo>
                <a:lnTo>
                  <a:pt x="38100" y="509588"/>
                </a:lnTo>
                <a:lnTo>
                  <a:pt x="38100" y="500063"/>
                </a:lnTo>
                <a:lnTo>
                  <a:pt x="38100" y="490538"/>
                </a:lnTo>
                <a:lnTo>
                  <a:pt x="33338" y="485775"/>
                </a:lnTo>
                <a:lnTo>
                  <a:pt x="28575" y="481013"/>
                </a:lnTo>
                <a:lnTo>
                  <a:pt x="28575" y="471488"/>
                </a:lnTo>
                <a:lnTo>
                  <a:pt x="28575" y="461963"/>
                </a:lnTo>
                <a:lnTo>
                  <a:pt x="28575" y="452438"/>
                </a:lnTo>
                <a:lnTo>
                  <a:pt x="23813" y="447675"/>
                </a:lnTo>
                <a:lnTo>
                  <a:pt x="19050" y="442913"/>
                </a:lnTo>
                <a:lnTo>
                  <a:pt x="14288" y="438150"/>
                </a:lnTo>
                <a:lnTo>
                  <a:pt x="9525" y="433388"/>
                </a:lnTo>
                <a:lnTo>
                  <a:pt x="9525" y="423863"/>
                </a:lnTo>
                <a:lnTo>
                  <a:pt x="4763" y="419100"/>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14288" y="276225"/>
                </a:lnTo>
                <a:lnTo>
                  <a:pt x="19050" y="271463"/>
                </a:lnTo>
                <a:lnTo>
                  <a:pt x="23813" y="266700"/>
                </a:lnTo>
                <a:lnTo>
                  <a:pt x="28575" y="261938"/>
                </a:lnTo>
                <a:lnTo>
                  <a:pt x="28575" y="252413"/>
                </a:lnTo>
                <a:lnTo>
                  <a:pt x="28575" y="242888"/>
                </a:lnTo>
                <a:lnTo>
                  <a:pt x="33338" y="238125"/>
                </a:lnTo>
                <a:lnTo>
                  <a:pt x="38100" y="233363"/>
                </a:lnTo>
                <a:lnTo>
                  <a:pt x="38100" y="223838"/>
                </a:lnTo>
                <a:lnTo>
                  <a:pt x="42863" y="219075"/>
                </a:lnTo>
                <a:lnTo>
                  <a:pt x="47625" y="214313"/>
                </a:lnTo>
                <a:lnTo>
                  <a:pt x="52388" y="209550"/>
                </a:lnTo>
                <a:lnTo>
                  <a:pt x="57150" y="204788"/>
                </a:lnTo>
                <a:lnTo>
                  <a:pt x="57150" y="195263"/>
                </a:lnTo>
                <a:lnTo>
                  <a:pt x="57150" y="185738"/>
                </a:lnTo>
                <a:lnTo>
                  <a:pt x="61913" y="180975"/>
                </a:lnTo>
                <a:lnTo>
                  <a:pt x="66675" y="176213"/>
                </a:lnTo>
                <a:lnTo>
                  <a:pt x="66675" y="166688"/>
                </a:lnTo>
                <a:lnTo>
                  <a:pt x="66675" y="157163"/>
                </a:lnTo>
                <a:lnTo>
                  <a:pt x="66675" y="147638"/>
                </a:lnTo>
                <a:lnTo>
                  <a:pt x="71438" y="142875"/>
                </a:lnTo>
                <a:lnTo>
                  <a:pt x="80963" y="142875"/>
                </a:lnTo>
                <a:lnTo>
                  <a:pt x="85725" y="138113"/>
                </a:lnTo>
                <a:lnTo>
                  <a:pt x="90488" y="133350"/>
                </a:lnTo>
                <a:lnTo>
                  <a:pt x="95250" y="128588"/>
                </a:lnTo>
                <a:lnTo>
                  <a:pt x="95250" y="119063"/>
                </a:lnTo>
                <a:lnTo>
                  <a:pt x="100013" y="114300"/>
                </a:lnTo>
                <a:lnTo>
                  <a:pt x="109538" y="114300"/>
                </a:lnTo>
                <a:lnTo>
                  <a:pt x="114300" y="109538"/>
                </a:lnTo>
                <a:lnTo>
                  <a:pt x="119063" y="104775"/>
                </a:lnTo>
                <a:lnTo>
                  <a:pt x="123825" y="100013"/>
                </a:lnTo>
                <a:lnTo>
                  <a:pt x="123825" y="90488"/>
                </a:lnTo>
                <a:lnTo>
                  <a:pt x="128588" y="85725"/>
                </a:lnTo>
                <a:lnTo>
                  <a:pt x="138113" y="85725"/>
                </a:lnTo>
                <a:lnTo>
                  <a:pt x="142875" y="80963"/>
                </a:lnTo>
                <a:lnTo>
                  <a:pt x="147638" y="76200"/>
                </a:lnTo>
                <a:lnTo>
                  <a:pt x="152400" y="71438"/>
                </a:lnTo>
                <a:lnTo>
                  <a:pt x="157163" y="66675"/>
                </a:lnTo>
                <a:lnTo>
                  <a:pt x="166688" y="66675"/>
                </a:lnTo>
                <a:lnTo>
                  <a:pt x="171450" y="61913"/>
                </a:lnTo>
                <a:lnTo>
                  <a:pt x="176213" y="57150"/>
                </a:lnTo>
                <a:lnTo>
                  <a:pt x="180975" y="52388"/>
                </a:lnTo>
                <a:lnTo>
                  <a:pt x="185738" y="47625"/>
                </a:lnTo>
                <a:lnTo>
                  <a:pt x="190500" y="42863"/>
                </a:lnTo>
                <a:lnTo>
                  <a:pt x="195263" y="38100"/>
                </a:lnTo>
                <a:lnTo>
                  <a:pt x="200025" y="33338"/>
                </a:lnTo>
                <a:lnTo>
                  <a:pt x="204788" y="28575"/>
                </a:lnTo>
                <a:lnTo>
                  <a:pt x="214313" y="28575"/>
                </a:lnTo>
                <a:lnTo>
                  <a:pt x="219075" y="23813"/>
                </a:lnTo>
                <a:lnTo>
                  <a:pt x="223838" y="19050"/>
                </a:lnTo>
                <a:lnTo>
                  <a:pt x="233363" y="19050"/>
                </a:lnTo>
                <a:lnTo>
                  <a:pt x="242888" y="19050"/>
                </a:lnTo>
                <a:lnTo>
                  <a:pt x="247650" y="14288"/>
                </a:lnTo>
                <a:lnTo>
                  <a:pt x="252413" y="9525"/>
                </a:lnTo>
                <a:lnTo>
                  <a:pt x="261938" y="9525"/>
                </a:lnTo>
                <a:lnTo>
                  <a:pt x="266700" y="4763"/>
                </a:lnTo>
                <a:close/>
              </a:path>
            </a:pathLst>
          </a:custGeom>
          <a:solidFill xmlns:a="http://schemas.openxmlformats.org/drawingml/2006/main">
            <a:srgbClr val="C8C8C8"/>
          </a:solidFill>
          <a:ln xmlns:a="http://schemas.openxmlformats.org/drawingml/2006/main" w="0">
            <a:noFill/>
            <a:prstDash val="solid"/>
          </a:ln>
        </p:spPr>
      </p:sp>
      <p:sp>
        <p:nvSpPr>
          <p:cNvPr id="503" name="deep-skill-chaining-source-component-10-gradient-202-0">
            <a:extLst xmlns:a="http://schemas.openxmlformats.org/drawingml/2006/main">
              <a:ext uri="{FF2B5EF4-FFF2-40B4-BE49-F238E27FC236}">
                <a16:creationId xmlns:a16="http://schemas.microsoft.com/office/drawing/2014/main" id="{91B1D84D-2909-47E6-A1EF-FA7251D2ACEA}"/>
              </a:ext>
            </a:extLst>
          </p:cNvPr>
          <p:cNvSpPr>
            <a:spLocks xmlns:a="http://schemas.openxmlformats.org/drawingml/2006/main" noGrp="1"/>
          </p:cNvSpPr>
          <p:nvPr/>
        </p:nvSpPr>
        <p:spPr>
          <a:xfrm xmlns:a="http://schemas.openxmlformats.org/drawingml/2006/main" rot="0">
            <a:off x="4410075" y="533400"/>
            <a:ext cx="704850" cy="695325"/>
          </a:xfrm>
          <a:custGeom xmlns:a="http://schemas.openxmlformats.org/drawingml/2006/main">
            <a:pathLst>
              <a:path w="704850" h="695325">
                <a:moveTo>
                  <a:pt x="304800" y="4763"/>
                </a:move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0050" y="4763"/>
                </a:lnTo>
                <a:lnTo>
                  <a:pt x="404813" y="9525"/>
                </a:lnTo>
                <a:lnTo>
                  <a:pt x="414338" y="9525"/>
                </a:lnTo>
                <a:lnTo>
                  <a:pt x="423863" y="9525"/>
                </a:lnTo>
                <a:lnTo>
                  <a:pt x="433388" y="9525"/>
                </a:lnTo>
                <a:lnTo>
                  <a:pt x="438150" y="14288"/>
                </a:lnTo>
                <a:lnTo>
                  <a:pt x="442913" y="19050"/>
                </a:lnTo>
                <a:lnTo>
                  <a:pt x="452438" y="19050"/>
                </a:lnTo>
                <a:lnTo>
                  <a:pt x="461963" y="19050"/>
                </a:lnTo>
                <a:lnTo>
                  <a:pt x="466725" y="23813"/>
                </a:lnTo>
                <a:lnTo>
                  <a:pt x="471488" y="28575"/>
                </a:lnTo>
                <a:lnTo>
                  <a:pt x="481013" y="28575"/>
                </a:lnTo>
                <a:lnTo>
                  <a:pt x="490538" y="28575"/>
                </a:lnTo>
                <a:lnTo>
                  <a:pt x="495300" y="33338"/>
                </a:lnTo>
                <a:lnTo>
                  <a:pt x="500063" y="38100"/>
                </a:lnTo>
                <a:lnTo>
                  <a:pt x="509588" y="38100"/>
                </a:lnTo>
                <a:lnTo>
                  <a:pt x="519113" y="38100"/>
                </a:lnTo>
                <a:lnTo>
                  <a:pt x="523875" y="42863"/>
                </a:lnTo>
                <a:lnTo>
                  <a:pt x="528638" y="47625"/>
                </a:lnTo>
                <a:lnTo>
                  <a:pt x="533400" y="52388"/>
                </a:lnTo>
                <a:lnTo>
                  <a:pt x="538163" y="57150"/>
                </a:lnTo>
                <a:lnTo>
                  <a:pt x="547688" y="57150"/>
                </a:lnTo>
                <a:lnTo>
                  <a:pt x="552450" y="61913"/>
                </a:lnTo>
                <a:lnTo>
                  <a:pt x="557213" y="66675"/>
                </a:lnTo>
                <a:lnTo>
                  <a:pt x="566738" y="66675"/>
                </a:lnTo>
                <a:lnTo>
                  <a:pt x="571500" y="71438"/>
                </a:lnTo>
                <a:lnTo>
                  <a:pt x="576263" y="76200"/>
                </a:lnTo>
                <a:lnTo>
                  <a:pt x="585788" y="76200"/>
                </a:lnTo>
                <a:lnTo>
                  <a:pt x="590550" y="80963"/>
                </a:lnTo>
                <a:lnTo>
                  <a:pt x="590550" y="90488"/>
                </a:lnTo>
                <a:lnTo>
                  <a:pt x="595313" y="95250"/>
                </a:lnTo>
                <a:lnTo>
                  <a:pt x="600075" y="100013"/>
                </a:lnTo>
                <a:lnTo>
                  <a:pt x="604838" y="104775"/>
                </a:lnTo>
                <a:lnTo>
                  <a:pt x="609600" y="109538"/>
                </a:lnTo>
                <a:lnTo>
                  <a:pt x="614363" y="114300"/>
                </a:lnTo>
                <a:lnTo>
                  <a:pt x="619125" y="119063"/>
                </a:lnTo>
                <a:lnTo>
                  <a:pt x="623888" y="123825"/>
                </a:lnTo>
                <a:lnTo>
                  <a:pt x="628650" y="128588"/>
                </a:lnTo>
                <a:lnTo>
                  <a:pt x="633413" y="133350"/>
                </a:lnTo>
                <a:lnTo>
                  <a:pt x="638175" y="138113"/>
                </a:lnTo>
                <a:lnTo>
                  <a:pt x="642938" y="142875"/>
                </a:lnTo>
                <a:lnTo>
                  <a:pt x="647700" y="147638"/>
                </a:lnTo>
                <a:lnTo>
                  <a:pt x="647700" y="157163"/>
                </a:lnTo>
                <a:lnTo>
                  <a:pt x="652463" y="161925"/>
                </a:lnTo>
                <a:lnTo>
                  <a:pt x="657225" y="166688"/>
                </a:lnTo>
                <a:lnTo>
                  <a:pt x="657225" y="176213"/>
                </a:lnTo>
                <a:lnTo>
                  <a:pt x="657225" y="185738"/>
                </a:lnTo>
                <a:lnTo>
                  <a:pt x="661988" y="190500"/>
                </a:lnTo>
                <a:lnTo>
                  <a:pt x="666750" y="195263"/>
                </a:lnTo>
                <a:lnTo>
                  <a:pt x="666750" y="204788"/>
                </a:lnTo>
                <a:lnTo>
                  <a:pt x="666750" y="214313"/>
                </a:lnTo>
                <a:lnTo>
                  <a:pt x="671513" y="219075"/>
                </a:lnTo>
                <a:lnTo>
                  <a:pt x="676275" y="223838"/>
                </a:lnTo>
                <a:lnTo>
                  <a:pt x="676275" y="233363"/>
                </a:lnTo>
                <a:lnTo>
                  <a:pt x="681038" y="238125"/>
                </a:lnTo>
                <a:lnTo>
                  <a:pt x="685800" y="242888"/>
                </a:lnTo>
                <a:lnTo>
                  <a:pt x="685800" y="252413"/>
                </a:lnTo>
                <a:lnTo>
                  <a:pt x="685800" y="261938"/>
                </a:lnTo>
                <a:lnTo>
                  <a:pt x="685800" y="271463"/>
                </a:lnTo>
                <a:lnTo>
                  <a:pt x="690563" y="276225"/>
                </a:lnTo>
                <a:lnTo>
                  <a:pt x="695325" y="280988"/>
                </a:lnTo>
                <a:lnTo>
                  <a:pt x="695325" y="290513"/>
                </a:lnTo>
                <a:lnTo>
                  <a:pt x="695325" y="300038"/>
                </a:lnTo>
                <a:lnTo>
                  <a:pt x="695325" y="309563"/>
                </a:lnTo>
                <a:lnTo>
                  <a:pt x="695325" y="319088"/>
                </a:lnTo>
                <a:lnTo>
                  <a:pt x="695325" y="328613"/>
                </a:lnTo>
                <a:lnTo>
                  <a:pt x="700088" y="333375"/>
                </a:lnTo>
                <a:lnTo>
                  <a:pt x="704850" y="338138"/>
                </a:lnTo>
                <a:lnTo>
                  <a:pt x="704850" y="347663"/>
                </a:lnTo>
                <a:lnTo>
                  <a:pt x="704850" y="357188"/>
                </a:lnTo>
                <a:lnTo>
                  <a:pt x="704850" y="366713"/>
                </a:lnTo>
                <a:lnTo>
                  <a:pt x="700088" y="371475"/>
                </a:lnTo>
                <a:lnTo>
                  <a:pt x="695325" y="376238"/>
                </a:lnTo>
                <a:lnTo>
                  <a:pt x="695325" y="385763"/>
                </a:lnTo>
                <a:lnTo>
                  <a:pt x="695325" y="395288"/>
                </a:lnTo>
                <a:lnTo>
                  <a:pt x="695325" y="404813"/>
                </a:lnTo>
                <a:lnTo>
                  <a:pt x="695325" y="414338"/>
                </a:lnTo>
                <a:lnTo>
                  <a:pt x="695325" y="423863"/>
                </a:lnTo>
                <a:lnTo>
                  <a:pt x="695325" y="433388"/>
                </a:lnTo>
                <a:lnTo>
                  <a:pt x="695325" y="442913"/>
                </a:lnTo>
                <a:lnTo>
                  <a:pt x="695325" y="452438"/>
                </a:lnTo>
                <a:lnTo>
                  <a:pt x="690563" y="457200"/>
                </a:lnTo>
                <a:lnTo>
                  <a:pt x="685800" y="461963"/>
                </a:lnTo>
                <a:lnTo>
                  <a:pt x="685800" y="471488"/>
                </a:lnTo>
                <a:lnTo>
                  <a:pt x="685800" y="481013"/>
                </a:lnTo>
                <a:lnTo>
                  <a:pt x="681038" y="485775"/>
                </a:lnTo>
                <a:lnTo>
                  <a:pt x="676275" y="490538"/>
                </a:lnTo>
                <a:lnTo>
                  <a:pt x="676275" y="500063"/>
                </a:lnTo>
                <a:lnTo>
                  <a:pt x="676275" y="509588"/>
                </a:lnTo>
                <a:lnTo>
                  <a:pt x="671513" y="514350"/>
                </a:lnTo>
                <a:lnTo>
                  <a:pt x="666750" y="519113"/>
                </a:lnTo>
                <a:lnTo>
                  <a:pt x="661988" y="523875"/>
                </a:lnTo>
                <a:lnTo>
                  <a:pt x="657225" y="528638"/>
                </a:lnTo>
                <a:lnTo>
                  <a:pt x="657225" y="538163"/>
                </a:lnTo>
                <a:lnTo>
                  <a:pt x="652463" y="542925"/>
                </a:lnTo>
                <a:lnTo>
                  <a:pt x="647700" y="547688"/>
                </a:lnTo>
                <a:lnTo>
                  <a:pt x="642938" y="552450"/>
                </a:lnTo>
                <a:lnTo>
                  <a:pt x="638175" y="557213"/>
                </a:lnTo>
                <a:lnTo>
                  <a:pt x="633413" y="561975"/>
                </a:lnTo>
                <a:lnTo>
                  <a:pt x="623888" y="561975"/>
                </a:lnTo>
                <a:lnTo>
                  <a:pt x="619125" y="566738"/>
                </a:lnTo>
                <a:lnTo>
                  <a:pt x="614363" y="571500"/>
                </a:lnTo>
                <a:lnTo>
                  <a:pt x="609600" y="576263"/>
                </a:lnTo>
                <a:lnTo>
                  <a:pt x="604838" y="581025"/>
                </a:lnTo>
                <a:lnTo>
                  <a:pt x="600075" y="585788"/>
                </a:lnTo>
                <a:lnTo>
                  <a:pt x="595313" y="590550"/>
                </a:lnTo>
                <a:lnTo>
                  <a:pt x="590550" y="595313"/>
                </a:lnTo>
                <a:lnTo>
                  <a:pt x="585788" y="600075"/>
                </a:lnTo>
                <a:lnTo>
                  <a:pt x="581025" y="604838"/>
                </a:lnTo>
                <a:lnTo>
                  <a:pt x="576263" y="609600"/>
                </a:lnTo>
                <a:lnTo>
                  <a:pt x="571500" y="614363"/>
                </a:lnTo>
                <a:lnTo>
                  <a:pt x="571500" y="623888"/>
                </a:lnTo>
                <a:lnTo>
                  <a:pt x="566738" y="628650"/>
                </a:lnTo>
                <a:lnTo>
                  <a:pt x="557213" y="628650"/>
                </a:lnTo>
                <a:lnTo>
                  <a:pt x="552450" y="633413"/>
                </a:lnTo>
                <a:lnTo>
                  <a:pt x="547688" y="638175"/>
                </a:lnTo>
                <a:lnTo>
                  <a:pt x="538163" y="638175"/>
                </a:lnTo>
                <a:lnTo>
                  <a:pt x="533400" y="642938"/>
                </a:lnTo>
                <a:lnTo>
                  <a:pt x="528638" y="647700"/>
                </a:lnTo>
                <a:lnTo>
                  <a:pt x="523875" y="652463"/>
                </a:lnTo>
                <a:lnTo>
                  <a:pt x="519113" y="657225"/>
                </a:lnTo>
                <a:lnTo>
                  <a:pt x="509588" y="657225"/>
                </a:lnTo>
                <a:lnTo>
                  <a:pt x="504825" y="661988"/>
                </a:lnTo>
                <a:lnTo>
                  <a:pt x="500063" y="666750"/>
                </a:lnTo>
                <a:lnTo>
                  <a:pt x="495300" y="671513"/>
                </a:lnTo>
                <a:lnTo>
                  <a:pt x="490538" y="676275"/>
                </a:lnTo>
                <a:lnTo>
                  <a:pt x="481013" y="676275"/>
                </a:lnTo>
                <a:lnTo>
                  <a:pt x="471488" y="676275"/>
                </a:lnTo>
                <a:lnTo>
                  <a:pt x="466725" y="681038"/>
                </a:lnTo>
                <a:lnTo>
                  <a:pt x="461963" y="685800"/>
                </a:lnTo>
                <a:lnTo>
                  <a:pt x="452438" y="685800"/>
                </a:lnTo>
                <a:lnTo>
                  <a:pt x="442913" y="685800"/>
                </a:lnTo>
                <a:lnTo>
                  <a:pt x="433388" y="685800"/>
                </a:lnTo>
                <a:lnTo>
                  <a:pt x="423863" y="685800"/>
                </a:lnTo>
                <a:lnTo>
                  <a:pt x="414338" y="685800"/>
                </a:lnTo>
                <a:lnTo>
                  <a:pt x="409575" y="690563"/>
                </a:lnTo>
                <a:lnTo>
                  <a:pt x="404813" y="695325"/>
                </a:lnTo>
                <a:lnTo>
                  <a:pt x="395288" y="695325"/>
                </a:lnTo>
                <a:lnTo>
                  <a:pt x="385763" y="695325"/>
                </a:lnTo>
                <a:lnTo>
                  <a:pt x="376238" y="695325"/>
                </a:lnTo>
                <a:lnTo>
                  <a:pt x="366713" y="695325"/>
                </a:lnTo>
                <a:lnTo>
                  <a:pt x="357188" y="695325"/>
                </a:lnTo>
                <a:lnTo>
                  <a:pt x="347663" y="695325"/>
                </a:lnTo>
                <a:lnTo>
                  <a:pt x="338138" y="695325"/>
                </a:lnTo>
                <a:lnTo>
                  <a:pt x="328613" y="695325"/>
                </a:lnTo>
                <a:lnTo>
                  <a:pt x="319088" y="695325"/>
                </a:lnTo>
                <a:lnTo>
                  <a:pt x="314325" y="690563"/>
                </a:lnTo>
                <a:lnTo>
                  <a:pt x="309563" y="685800"/>
                </a:lnTo>
                <a:lnTo>
                  <a:pt x="300038" y="685800"/>
                </a:lnTo>
                <a:lnTo>
                  <a:pt x="290513" y="685800"/>
                </a:lnTo>
                <a:lnTo>
                  <a:pt x="280988" y="685800"/>
                </a:lnTo>
                <a:lnTo>
                  <a:pt x="271463" y="685800"/>
                </a:lnTo>
                <a:lnTo>
                  <a:pt x="261938" y="685800"/>
                </a:lnTo>
                <a:lnTo>
                  <a:pt x="257175" y="681038"/>
                </a:lnTo>
                <a:lnTo>
                  <a:pt x="252413" y="676275"/>
                </a:lnTo>
                <a:lnTo>
                  <a:pt x="242888" y="676275"/>
                </a:lnTo>
                <a:lnTo>
                  <a:pt x="233363" y="676275"/>
                </a:lnTo>
                <a:lnTo>
                  <a:pt x="228600" y="671513"/>
                </a:lnTo>
                <a:lnTo>
                  <a:pt x="223838" y="666750"/>
                </a:lnTo>
                <a:lnTo>
                  <a:pt x="219075" y="661988"/>
                </a:lnTo>
                <a:lnTo>
                  <a:pt x="214313" y="657225"/>
                </a:lnTo>
                <a:lnTo>
                  <a:pt x="204788" y="657225"/>
                </a:lnTo>
                <a:lnTo>
                  <a:pt x="200025" y="652463"/>
                </a:lnTo>
                <a:lnTo>
                  <a:pt x="195263" y="647700"/>
                </a:lnTo>
                <a:lnTo>
                  <a:pt x="185738" y="647700"/>
                </a:lnTo>
                <a:lnTo>
                  <a:pt x="176213" y="647700"/>
                </a:lnTo>
                <a:lnTo>
                  <a:pt x="171450" y="642938"/>
                </a:lnTo>
                <a:lnTo>
                  <a:pt x="166688" y="638175"/>
                </a:lnTo>
                <a:lnTo>
                  <a:pt x="161925" y="633413"/>
                </a:lnTo>
                <a:lnTo>
                  <a:pt x="157163" y="628650"/>
                </a:lnTo>
                <a:lnTo>
                  <a:pt x="152400" y="623888"/>
                </a:lnTo>
                <a:lnTo>
                  <a:pt x="147638" y="619125"/>
                </a:lnTo>
                <a:lnTo>
                  <a:pt x="142875" y="614363"/>
                </a:lnTo>
                <a:lnTo>
                  <a:pt x="138113" y="609600"/>
                </a:lnTo>
                <a:lnTo>
                  <a:pt x="128588" y="609600"/>
                </a:lnTo>
                <a:lnTo>
                  <a:pt x="123825" y="604838"/>
                </a:lnTo>
                <a:lnTo>
                  <a:pt x="119063" y="600075"/>
                </a:lnTo>
                <a:lnTo>
                  <a:pt x="109538" y="600075"/>
                </a:lnTo>
                <a:lnTo>
                  <a:pt x="104775" y="595313"/>
                </a:lnTo>
                <a:lnTo>
                  <a:pt x="104775" y="585788"/>
                </a:lnTo>
                <a:lnTo>
                  <a:pt x="104775" y="576263"/>
                </a:lnTo>
                <a:lnTo>
                  <a:pt x="100013" y="571500"/>
                </a:lnTo>
                <a:lnTo>
                  <a:pt x="95250" y="566738"/>
                </a:lnTo>
                <a:lnTo>
                  <a:pt x="90488" y="561975"/>
                </a:lnTo>
                <a:lnTo>
                  <a:pt x="85725" y="557213"/>
                </a:lnTo>
                <a:lnTo>
                  <a:pt x="80963" y="552450"/>
                </a:lnTo>
                <a:lnTo>
                  <a:pt x="76200" y="547688"/>
                </a:lnTo>
                <a:lnTo>
                  <a:pt x="71438" y="542925"/>
                </a:lnTo>
                <a:lnTo>
                  <a:pt x="66675" y="538163"/>
                </a:lnTo>
                <a:lnTo>
                  <a:pt x="66675" y="528638"/>
                </a:lnTo>
                <a:lnTo>
                  <a:pt x="61913" y="523875"/>
                </a:lnTo>
                <a:lnTo>
                  <a:pt x="57150" y="519113"/>
                </a:lnTo>
                <a:lnTo>
                  <a:pt x="52388" y="514350"/>
                </a:lnTo>
                <a:lnTo>
                  <a:pt x="47625" y="509588"/>
                </a:lnTo>
                <a:lnTo>
                  <a:pt x="47625" y="500063"/>
                </a:lnTo>
                <a:lnTo>
                  <a:pt x="47625" y="490538"/>
                </a:lnTo>
                <a:lnTo>
                  <a:pt x="47625" y="481013"/>
                </a:lnTo>
                <a:lnTo>
                  <a:pt x="42863" y="476250"/>
                </a:lnTo>
                <a:lnTo>
                  <a:pt x="38100" y="471488"/>
                </a:lnTo>
                <a:lnTo>
                  <a:pt x="38100" y="461963"/>
                </a:lnTo>
                <a:lnTo>
                  <a:pt x="33338" y="457200"/>
                </a:lnTo>
                <a:lnTo>
                  <a:pt x="28575" y="452438"/>
                </a:lnTo>
                <a:lnTo>
                  <a:pt x="28575" y="442913"/>
                </a:lnTo>
                <a:lnTo>
                  <a:pt x="28575" y="433388"/>
                </a:lnTo>
                <a:lnTo>
                  <a:pt x="23813" y="428625"/>
                </a:lnTo>
                <a:lnTo>
                  <a:pt x="19050" y="423863"/>
                </a:lnTo>
                <a:lnTo>
                  <a:pt x="19050" y="414338"/>
                </a:lnTo>
                <a:lnTo>
                  <a:pt x="14288" y="409575"/>
                </a:lnTo>
                <a:lnTo>
                  <a:pt x="9525" y="404813"/>
                </a:lnTo>
                <a:lnTo>
                  <a:pt x="4763" y="400050"/>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4763" y="304800"/>
                </a:lnTo>
                <a:lnTo>
                  <a:pt x="9525" y="300038"/>
                </a:lnTo>
                <a:lnTo>
                  <a:pt x="9525" y="290513"/>
                </a:lnTo>
                <a:lnTo>
                  <a:pt x="14288" y="285750"/>
                </a:lnTo>
                <a:lnTo>
                  <a:pt x="19050" y="280988"/>
                </a:lnTo>
                <a:lnTo>
                  <a:pt x="19050" y="271463"/>
                </a:lnTo>
                <a:lnTo>
                  <a:pt x="23813" y="266700"/>
                </a:lnTo>
                <a:lnTo>
                  <a:pt x="28575" y="261938"/>
                </a:lnTo>
                <a:lnTo>
                  <a:pt x="28575" y="252413"/>
                </a:lnTo>
                <a:lnTo>
                  <a:pt x="33338" y="247650"/>
                </a:lnTo>
                <a:lnTo>
                  <a:pt x="38100" y="242888"/>
                </a:lnTo>
                <a:lnTo>
                  <a:pt x="38100" y="233363"/>
                </a:lnTo>
                <a:lnTo>
                  <a:pt x="38100" y="223838"/>
                </a:lnTo>
                <a:lnTo>
                  <a:pt x="42863" y="219075"/>
                </a:lnTo>
                <a:lnTo>
                  <a:pt x="47625" y="214313"/>
                </a:lnTo>
                <a:lnTo>
                  <a:pt x="52388" y="209550"/>
                </a:lnTo>
                <a:lnTo>
                  <a:pt x="57150" y="204788"/>
                </a:lnTo>
                <a:lnTo>
                  <a:pt x="57150" y="195263"/>
                </a:lnTo>
                <a:lnTo>
                  <a:pt x="61913" y="190500"/>
                </a:lnTo>
                <a:lnTo>
                  <a:pt x="66675" y="185738"/>
                </a:lnTo>
                <a:lnTo>
                  <a:pt x="66675" y="176213"/>
                </a:lnTo>
                <a:lnTo>
                  <a:pt x="66675" y="166688"/>
                </a:lnTo>
                <a:lnTo>
                  <a:pt x="71438" y="161925"/>
                </a:lnTo>
                <a:lnTo>
                  <a:pt x="76200" y="157163"/>
                </a:lnTo>
                <a:lnTo>
                  <a:pt x="76200" y="147638"/>
                </a:lnTo>
                <a:lnTo>
                  <a:pt x="80963" y="142875"/>
                </a:lnTo>
                <a:lnTo>
                  <a:pt x="85725" y="138113"/>
                </a:lnTo>
                <a:lnTo>
                  <a:pt x="90488" y="133350"/>
                </a:lnTo>
                <a:lnTo>
                  <a:pt x="95250" y="128588"/>
                </a:lnTo>
                <a:lnTo>
                  <a:pt x="100013" y="123825"/>
                </a:lnTo>
                <a:lnTo>
                  <a:pt x="104775" y="119063"/>
                </a:lnTo>
                <a:lnTo>
                  <a:pt x="109538" y="114300"/>
                </a:lnTo>
                <a:lnTo>
                  <a:pt x="114300" y="109538"/>
                </a:lnTo>
                <a:lnTo>
                  <a:pt x="119063" y="104775"/>
                </a:lnTo>
                <a:lnTo>
                  <a:pt x="123825" y="100013"/>
                </a:lnTo>
                <a:lnTo>
                  <a:pt x="128588" y="95250"/>
                </a:lnTo>
                <a:lnTo>
                  <a:pt x="133350" y="90488"/>
                </a:lnTo>
                <a:lnTo>
                  <a:pt x="138113" y="85725"/>
                </a:lnTo>
                <a:lnTo>
                  <a:pt x="142875" y="80963"/>
                </a:lnTo>
                <a:lnTo>
                  <a:pt x="147638" y="76200"/>
                </a:lnTo>
                <a:lnTo>
                  <a:pt x="152400" y="71438"/>
                </a:lnTo>
                <a:lnTo>
                  <a:pt x="157163" y="66675"/>
                </a:lnTo>
                <a:lnTo>
                  <a:pt x="166688" y="66675"/>
                </a:lnTo>
                <a:lnTo>
                  <a:pt x="171450" y="61913"/>
                </a:lnTo>
                <a:lnTo>
                  <a:pt x="176213" y="57150"/>
                </a:lnTo>
                <a:lnTo>
                  <a:pt x="185738" y="57150"/>
                </a:lnTo>
                <a:lnTo>
                  <a:pt x="190500" y="52388"/>
                </a:lnTo>
                <a:lnTo>
                  <a:pt x="195263" y="47625"/>
                </a:lnTo>
                <a:lnTo>
                  <a:pt x="200025" y="42863"/>
                </a:lnTo>
                <a:lnTo>
                  <a:pt x="204788" y="38100"/>
                </a:lnTo>
                <a:lnTo>
                  <a:pt x="209550" y="33338"/>
                </a:lnTo>
                <a:lnTo>
                  <a:pt x="214313" y="28575"/>
                </a:lnTo>
                <a:lnTo>
                  <a:pt x="223838" y="28575"/>
                </a:lnTo>
                <a:lnTo>
                  <a:pt x="228600" y="23813"/>
                </a:lnTo>
                <a:lnTo>
                  <a:pt x="233363" y="19050"/>
                </a:lnTo>
                <a:lnTo>
                  <a:pt x="242888" y="19050"/>
                </a:lnTo>
                <a:lnTo>
                  <a:pt x="252413" y="19050"/>
                </a:lnTo>
                <a:lnTo>
                  <a:pt x="261938" y="19050"/>
                </a:lnTo>
                <a:lnTo>
                  <a:pt x="266700" y="14288"/>
                </a:lnTo>
                <a:lnTo>
                  <a:pt x="271463" y="9525"/>
                </a:lnTo>
                <a:lnTo>
                  <a:pt x="280988" y="9525"/>
                </a:lnTo>
                <a:lnTo>
                  <a:pt x="290513" y="9525"/>
                </a:lnTo>
                <a:lnTo>
                  <a:pt x="300038" y="9525"/>
                </a:lnTo>
                <a:lnTo>
                  <a:pt x="304800" y="4763"/>
                </a:lnTo>
                <a:close/>
              </a:path>
            </a:pathLst>
          </a:custGeom>
          <a:solidFill xmlns:a="http://schemas.openxmlformats.org/drawingml/2006/main">
            <a:srgbClr val="CACACA"/>
          </a:solidFill>
          <a:ln xmlns:a="http://schemas.openxmlformats.org/drawingml/2006/main" w="0">
            <a:noFill/>
            <a:prstDash val="solid"/>
          </a:ln>
        </p:spPr>
      </p:sp>
      <p:sp>
        <p:nvSpPr>
          <p:cNvPr id="504" name="deep-skill-chaining-source-component-10-gradient-204-0">
            <a:extLst xmlns:a="http://schemas.openxmlformats.org/drawingml/2006/main">
              <a:ext uri="{FF2B5EF4-FFF2-40B4-BE49-F238E27FC236}">
                <a16:creationId xmlns:a16="http://schemas.microsoft.com/office/drawing/2014/main" id="{2EB133A5-26A4-4274-BC73-4AF973BF8D27}"/>
              </a:ext>
            </a:extLst>
          </p:cNvPr>
          <p:cNvSpPr>
            <a:spLocks xmlns:a="http://schemas.openxmlformats.org/drawingml/2006/main" noGrp="1"/>
          </p:cNvSpPr>
          <p:nvPr/>
        </p:nvSpPr>
        <p:spPr>
          <a:xfrm xmlns:a="http://schemas.openxmlformats.org/drawingml/2006/main" rot="0">
            <a:off x="4438650" y="552450"/>
            <a:ext cx="657225" cy="657225"/>
          </a:xfrm>
          <a:custGeom xmlns:a="http://schemas.openxmlformats.org/drawingml/2006/main">
            <a:pathLst>
              <a:path w="657225" h="657225">
                <a:moveTo>
                  <a:pt x="276225" y="4763"/>
                </a:move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1000" y="4763"/>
                </a:lnTo>
                <a:lnTo>
                  <a:pt x="385763" y="9525"/>
                </a:lnTo>
                <a:lnTo>
                  <a:pt x="395288" y="9525"/>
                </a:lnTo>
                <a:lnTo>
                  <a:pt x="404813" y="9525"/>
                </a:lnTo>
                <a:lnTo>
                  <a:pt x="409575" y="14288"/>
                </a:lnTo>
                <a:lnTo>
                  <a:pt x="414338" y="19050"/>
                </a:lnTo>
                <a:lnTo>
                  <a:pt x="423863" y="19050"/>
                </a:lnTo>
                <a:lnTo>
                  <a:pt x="433388" y="19050"/>
                </a:lnTo>
                <a:lnTo>
                  <a:pt x="442913" y="19050"/>
                </a:lnTo>
                <a:lnTo>
                  <a:pt x="447675" y="23813"/>
                </a:lnTo>
                <a:lnTo>
                  <a:pt x="452438" y="28575"/>
                </a:lnTo>
                <a:lnTo>
                  <a:pt x="461963" y="28575"/>
                </a:lnTo>
                <a:lnTo>
                  <a:pt x="471488" y="28575"/>
                </a:lnTo>
                <a:lnTo>
                  <a:pt x="476250" y="33338"/>
                </a:lnTo>
                <a:lnTo>
                  <a:pt x="481013" y="38100"/>
                </a:lnTo>
                <a:lnTo>
                  <a:pt x="490538" y="38100"/>
                </a:lnTo>
                <a:lnTo>
                  <a:pt x="495300" y="42863"/>
                </a:lnTo>
                <a:lnTo>
                  <a:pt x="500063" y="47625"/>
                </a:lnTo>
                <a:lnTo>
                  <a:pt x="509588" y="47625"/>
                </a:lnTo>
                <a:lnTo>
                  <a:pt x="514350" y="52388"/>
                </a:lnTo>
                <a:lnTo>
                  <a:pt x="519113" y="57150"/>
                </a:lnTo>
                <a:lnTo>
                  <a:pt x="528638" y="57150"/>
                </a:lnTo>
                <a:lnTo>
                  <a:pt x="533400" y="61913"/>
                </a:lnTo>
                <a:lnTo>
                  <a:pt x="538163" y="66675"/>
                </a:lnTo>
                <a:lnTo>
                  <a:pt x="542925" y="71438"/>
                </a:lnTo>
                <a:lnTo>
                  <a:pt x="547688" y="76200"/>
                </a:lnTo>
                <a:lnTo>
                  <a:pt x="552450" y="80963"/>
                </a:lnTo>
                <a:lnTo>
                  <a:pt x="557213" y="85725"/>
                </a:lnTo>
                <a:lnTo>
                  <a:pt x="561975" y="90488"/>
                </a:lnTo>
                <a:lnTo>
                  <a:pt x="561975" y="100013"/>
                </a:lnTo>
                <a:lnTo>
                  <a:pt x="566738" y="104775"/>
                </a:lnTo>
                <a:lnTo>
                  <a:pt x="576263" y="104775"/>
                </a:lnTo>
                <a:lnTo>
                  <a:pt x="581025" y="109538"/>
                </a:lnTo>
                <a:lnTo>
                  <a:pt x="585788" y="114300"/>
                </a:lnTo>
                <a:lnTo>
                  <a:pt x="590550" y="119063"/>
                </a:lnTo>
                <a:lnTo>
                  <a:pt x="590550" y="128588"/>
                </a:lnTo>
                <a:lnTo>
                  <a:pt x="595313" y="133350"/>
                </a:lnTo>
                <a:lnTo>
                  <a:pt x="604838" y="133350"/>
                </a:lnTo>
                <a:lnTo>
                  <a:pt x="609600" y="138113"/>
                </a:lnTo>
                <a:lnTo>
                  <a:pt x="609600" y="147638"/>
                </a:lnTo>
                <a:lnTo>
                  <a:pt x="609600" y="157163"/>
                </a:lnTo>
                <a:lnTo>
                  <a:pt x="609600" y="166688"/>
                </a:lnTo>
                <a:lnTo>
                  <a:pt x="614363" y="171450"/>
                </a:lnTo>
                <a:lnTo>
                  <a:pt x="619125" y="176213"/>
                </a:lnTo>
                <a:lnTo>
                  <a:pt x="619125" y="185738"/>
                </a:lnTo>
                <a:lnTo>
                  <a:pt x="619125" y="195263"/>
                </a:lnTo>
                <a:lnTo>
                  <a:pt x="623888" y="200025"/>
                </a:lnTo>
                <a:lnTo>
                  <a:pt x="628650" y="204788"/>
                </a:lnTo>
                <a:lnTo>
                  <a:pt x="628650" y="214313"/>
                </a:lnTo>
                <a:lnTo>
                  <a:pt x="633413" y="219075"/>
                </a:lnTo>
                <a:lnTo>
                  <a:pt x="638175" y="223838"/>
                </a:lnTo>
                <a:lnTo>
                  <a:pt x="638175" y="233363"/>
                </a:lnTo>
                <a:lnTo>
                  <a:pt x="638175" y="242888"/>
                </a:lnTo>
                <a:lnTo>
                  <a:pt x="638175" y="252413"/>
                </a:lnTo>
                <a:lnTo>
                  <a:pt x="642938" y="257175"/>
                </a:lnTo>
                <a:lnTo>
                  <a:pt x="647700" y="261938"/>
                </a:lnTo>
                <a:lnTo>
                  <a:pt x="647700" y="271463"/>
                </a:lnTo>
                <a:lnTo>
                  <a:pt x="647700" y="280988"/>
                </a:lnTo>
                <a:lnTo>
                  <a:pt x="652463" y="285750"/>
                </a:lnTo>
                <a:lnTo>
                  <a:pt x="657225" y="290513"/>
                </a:lnTo>
                <a:lnTo>
                  <a:pt x="657225" y="300038"/>
                </a:lnTo>
                <a:lnTo>
                  <a:pt x="657225" y="309563"/>
                </a:lnTo>
                <a:lnTo>
                  <a:pt x="657225" y="319088"/>
                </a:lnTo>
                <a:lnTo>
                  <a:pt x="657225" y="328613"/>
                </a:lnTo>
                <a:lnTo>
                  <a:pt x="657225" y="338138"/>
                </a:lnTo>
                <a:lnTo>
                  <a:pt x="657225" y="347663"/>
                </a:lnTo>
                <a:lnTo>
                  <a:pt x="657225" y="357188"/>
                </a:lnTo>
                <a:lnTo>
                  <a:pt x="652463" y="361950"/>
                </a:lnTo>
                <a:lnTo>
                  <a:pt x="647700" y="366713"/>
                </a:lnTo>
                <a:lnTo>
                  <a:pt x="647700" y="376238"/>
                </a:lnTo>
                <a:lnTo>
                  <a:pt x="647700" y="385763"/>
                </a:lnTo>
                <a:lnTo>
                  <a:pt x="647700" y="395288"/>
                </a:lnTo>
                <a:lnTo>
                  <a:pt x="647700" y="404813"/>
                </a:lnTo>
                <a:lnTo>
                  <a:pt x="647700" y="414338"/>
                </a:lnTo>
                <a:lnTo>
                  <a:pt x="647700" y="423863"/>
                </a:lnTo>
                <a:lnTo>
                  <a:pt x="647700" y="433388"/>
                </a:lnTo>
                <a:lnTo>
                  <a:pt x="642938" y="438150"/>
                </a:lnTo>
                <a:lnTo>
                  <a:pt x="638175" y="442913"/>
                </a:lnTo>
                <a:lnTo>
                  <a:pt x="638175" y="452438"/>
                </a:lnTo>
                <a:lnTo>
                  <a:pt x="638175" y="461963"/>
                </a:lnTo>
                <a:lnTo>
                  <a:pt x="633413" y="466725"/>
                </a:lnTo>
                <a:lnTo>
                  <a:pt x="628650" y="471488"/>
                </a:lnTo>
                <a:lnTo>
                  <a:pt x="628650" y="481013"/>
                </a:lnTo>
                <a:lnTo>
                  <a:pt x="628650" y="490538"/>
                </a:lnTo>
                <a:lnTo>
                  <a:pt x="623888" y="495300"/>
                </a:lnTo>
                <a:lnTo>
                  <a:pt x="619125" y="500063"/>
                </a:lnTo>
                <a:lnTo>
                  <a:pt x="614363" y="504825"/>
                </a:lnTo>
                <a:lnTo>
                  <a:pt x="609600" y="509588"/>
                </a:lnTo>
                <a:lnTo>
                  <a:pt x="609600" y="519113"/>
                </a:lnTo>
                <a:lnTo>
                  <a:pt x="604838" y="523875"/>
                </a:lnTo>
                <a:lnTo>
                  <a:pt x="595313" y="523875"/>
                </a:lnTo>
                <a:lnTo>
                  <a:pt x="590550" y="528638"/>
                </a:lnTo>
                <a:lnTo>
                  <a:pt x="585788" y="533400"/>
                </a:lnTo>
                <a:lnTo>
                  <a:pt x="581025" y="538163"/>
                </a:lnTo>
                <a:lnTo>
                  <a:pt x="576263" y="542925"/>
                </a:lnTo>
                <a:lnTo>
                  <a:pt x="566738" y="542925"/>
                </a:lnTo>
                <a:lnTo>
                  <a:pt x="561975" y="547688"/>
                </a:lnTo>
                <a:lnTo>
                  <a:pt x="557213" y="552450"/>
                </a:lnTo>
                <a:lnTo>
                  <a:pt x="552450" y="557213"/>
                </a:lnTo>
                <a:lnTo>
                  <a:pt x="547688" y="561975"/>
                </a:lnTo>
                <a:lnTo>
                  <a:pt x="542925" y="566738"/>
                </a:lnTo>
                <a:lnTo>
                  <a:pt x="538163" y="571500"/>
                </a:lnTo>
                <a:lnTo>
                  <a:pt x="533400" y="576263"/>
                </a:lnTo>
                <a:lnTo>
                  <a:pt x="528638" y="581025"/>
                </a:lnTo>
                <a:lnTo>
                  <a:pt x="523875" y="585788"/>
                </a:lnTo>
                <a:lnTo>
                  <a:pt x="523875" y="595313"/>
                </a:lnTo>
                <a:lnTo>
                  <a:pt x="523875" y="604838"/>
                </a:lnTo>
                <a:lnTo>
                  <a:pt x="519113" y="609600"/>
                </a:lnTo>
                <a:lnTo>
                  <a:pt x="509588" y="609600"/>
                </a:lnTo>
                <a:lnTo>
                  <a:pt x="500063" y="609600"/>
                </a:lnTo>
                <a:lnTo>
                  <a:pt x="495300" y="614363"/>
                </a:lnTo>
                <a:lnTo>
                  <a:pt x="490538" y="619125"/>
                </a:lnTo>
                <a:lnTo>
                  <a:pt x="481013" y="619125"/>
                </a:lnTo>
                <a:lnTo>
                  <a:pt x="476250" y="623888"/>
                </a:lnTo>
                <a:lnTo>
                  <a:pt x="471488" y="628650"/>
                </a:lnTo>
                <a:lnTo>
                  <a:pt x="466725" y="633413"/>
                </a:lnTo>
                <a:lnTo>
                  <a:pt x="461963" y="638175"/>
                </a:lnTo>
                <a:lnTo>
                  <a:pt x="452438" y="638175"/>
                </a:lnTo>
                <a:lnTo>
                  <a:pt x="442913" y="638175"/>
                </a:lnTo>
                <a:lnTo>
                  <a:pt x="438150" y="642938"/>
                </a:lnTo>
                <a:lnTo>
                  <a:pt x="433388" y="647700"/>
                </a:lnTo>
                <a:lnTo>
                  <a:pt x="423863" y="647700"/>
                </a:lnTo>
                <a:lnTo>
                  <a:pt x="414338" y="647700"/>
                </a:lnTo>
                <a:lnTo>
                  <a:pt x="404813" y="647700"/>
                </a:lnTo>
                <a:lnTo>
                  <a:pt x="395288" y="647700"/>
                </a:lnTo>
                <a:lnTo>
                  <a:pt x="385763" y="647700"/>
                </a:lnTo>
                <a:lnTo>
                  <a:pt x="381000" y="652463"/>
                </a:lnTo>
                <a:lnTo>
                  <a:pt x="376238" y="657225"/>
                </a:lnTo>
                <a:lnTo>
                  <a:pt x="366713" y="657225"/>
                </a:lnTo>
                <a:lnTo>
                  <a:pt x="357188" y="657225"/>
                </a:lnTo>
                <a:lnTo>
                  <a:pt x="347663" y="657225"/>
                </a:lnTo>
                <a:lnTo>
                  <a:pt x="338138" y="657225"/>
                </a:lnTo>
                <a:lnTo>
                  <a:pt x="328613" y="657225"/>
                </a:lnTo>
                <a:lnTo>
                  <a:pt x="319088" y="657225"/>
                </a:lnTo>
                <a:lnTo>
                  <a:pt x="309563" y="657225"/>
                </a:lnTo>
                <a:lnTo>
                  <a:pt x="300038" y="657225"/>
                </a:lnTo>
                <a:lnTo>
                  <a:pt x="290513" y="657225"/>
                </a:lnTo>
                <a:lnTo>
                  <a:pt x="280988" y="657225"/>
                </a:lnTo>
                <a:lnTo>
                  <a:pt x="271463" y="657225"/>
                </a:lnTo>
                <a:lnTo>
                  <a:pt x="261938" y="657225"/>
                </a:lnTo>
                <a:lnTo>
                  <a:pt x="257175" y="652463"/>
                </a:lnTo>
                <a:lnTo>
                  <a:pt x="252413" y="647700"/>
                </a:lnTo>
                <a:lnTo>
                  <a:pt x="242888" y="647700"/>
                </a:lnTo>
                <a:lnTo>
                  <a:pt x="233363" y="647700"/>
                </a:lnTo>
                <a:lnTo>
                  <a:pt x="228600" y="642938"/>
                </a:lnTo>
                <a:lnTo>
                  <a:pt x="223838" y="638175"/>
                </a:lnTo>
                <a:lnTo>
                  <a:pt x="214313" y="638175"/>
                </a:lnTo>
                <a:lnTo>
                  <a:pt x="204788" y="638175"/>
                </a:lnTo>
                <a:lnTo>
                  <a:pt x="200025" y="633413"/>
                </a:lnTo>
                <a:lnTo>
                  <a:pt x="195263" y="628650"/>
                </a:lnTo>
                <a:lnTo>
                  <a:pt x="190500" y="623888"/>
                </a:lnTo>
                <a:lnTo>
                  <a:pt x="185738" y="619125"/>
                </a:lnTo>
                <a:lnTo>
                  <a:pt x="176213" y="619125"/>
                </a:lnTo>
                <a:lnTo>
                  <a:pt x="171450" y="614363"/>
                </a:lnTo>
                <a:lnTo>
                  <a:pt x="166688" y="609600"/>
                </a:lnTo>
                <a:lnTo>
                  <a:pt x="157163" y="609600"/>
                </a:lnTo>
                <a:lnTo>
                  <a:pt x="147638" y="609600"/>
                </a:lnTo>
                <a:lnTo>
                  <a:pt x="142875" y="604838"/>
                </a:lnTo>
                <a:lnTo>
                  <a:pt x="142875" y="595313"/>
                </a:lnTo>
                <a:lnTo>
                  <a:pt x="138113" y="590550"/>
                </a:lnTo>
                <a:lnTo>
                  <a:pt x="128588" y="590550"/>
                </a:lnTo>
                <a:lnTo>
                  <a:pt x="123825" y="585788"/>
                </a:lnTo>
                <a:lnTo>
                  <a:pt x="119063" y="581025"/>
                </a:lnTo>
                <a:lnTo>
                  <a:pt x="109538" y="581025"/>
                </a:lnTo>
                <a:lnTo>
                  <a:pt x="104775" y="576263"/>
                </a:lnTo>
                <a:lnTo>
                  <a:pt x="100013" y="571500"/>
                </a:lnTo>
                <a:lnTo>
                  <a:pt x="95250" y="566738"/>
                </a:lnTo>
                <a:lnTo>
                  <a:pt x="95250" y="557213"/>
                </a:lnTo>
                <a:lnTo>
                  <a:pt x="90488" y="552450"/>
                </a:lnTo>
                <a:lnTo>
                  <a:pt x="85725" y="547688"/>
                </a:lnTo>
                <a:lnTo>
                  <a:pt x="85725" y="538163"/>
                </a:lnTo>
                <a:lnTo>
                  <a:pt x="80963" y="533400"/>
                </a:lnTo>
                <a:lnTo>
                  <a:pt x="76200" y="528638"/>
                </a:lnTo>
                <a:lnTo>
                  <a:pt x="71438" y="523875"/>
                </a:lnTo>
                <a:lnTo>
                  <a:pt x="61913" y="523875"/>
                </a:lnTo>
                <a:lnTo>
                  <a:pt x="57150" y="519113"/>
                </a:lnTo>
                <a:lnTo>
                  <a:pt x="57150" y="509588"/>
                </a:lnTo>
                <a:lnTo>
                  <a:pt x="52388" y="504825"/>
                </a:lnTo>
                <a:lnTo>
                  <a:pt x="47625" y="500063"/>
                </a:lnTo>
                <a:lnTo>
                  <a:pt x="47625" y="490538"/>
                </a:lnTo>
                <a:lnTo>
                  <a:pt x="42863" y="485775"/>
                </a:lnTo>
                <a:lnTo>
                  <a:pt x="38100" y="481013"/>
                </a:lnTo>
                <a:lnTo>
                  <a:pt x="38100" y="471488"/>
                </a:lnTo>
                <a:lnTo>
                  <a:pt x="33338" y="466725"/>
                </a:lnTo>
                <a:lnTo>
                  <a:pt x="28575" y="461963"/>
                </a:lnTo>
                <a:lnTo>
                  <a:pt x="28575" y="452438"/>
                </a:lnTo>
                <a:lnTo>
                  <a:pt x="28575" y="442913"/>
                </a:lnTo>
                <a:lnTo>
                  <a:pt x="23813" y="438150"/>
                </a:lnTo>
                <a:lnTo>
                  <a:pt x="19050" y="433388"/>
                </a:lnTo>
                <a:lnTo>
                  <a:pt x="19050" y="423863"/>
                </a:lnTo>
                <a:lnTo>
                  <a:pt x="19050" y="414338"/>
                </a:lnTo>
                <a:lnTo>
                  <a:pt x="14288" y="409575"/>
                </a:lnTo>
                <a:lnTo>
                  <a:pt x="9525" y="404813"/>
                </a:lnTo>
                <a:lnTo>
                  <a:pt x="9525" y="395288"/>
                </a:lnTo>
                <a:lnTo>
                  <a:pt x="4763" y="390525"/>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4763" y="257175"/>
                </a:lnTo>
                <a:lnTo>
                  <a:pt x="9525" y="252413"/>
                </a:lnTo>
                <a:lnTo>
                  <a:pt x="14288" y="247650"/>
                </a:lnTo>
                <a:lnTo>
                  <a:pt x="19050" y="242888"/>
                </a:lnTo>
                <a:lnTo>
                  <a:pt x="23813" y="238125"/>
                </a:lnTo>
                <a:lnTo>
                  <a:pt x="28575" y="233363"/>
                </a:lnTo>
                <a:lnTo>
                  <a:pt x="28575" y="223838"/>
                </a:lnTo>
                <a:lnTo>
                  <a:pt x="28575" y="214313"/>
                </a:lnTo>
                <a:lnTo>
                  <a:pt x="28575" y="204788"/>
                </a:lnTo>
                <a:lnTo>
                  <a:pt x="33338" y="200025"/>
                </a:lnTo>
                <a:lnTo>
                  <a:pt x="38100" y="195263"/>
                </a:lnTo>
                <a:lnTo>
                  <a:pt x="42863" y="190500"/>
                </a:lnTo>
                <a:lnTo>
                  <a:pt x="47625" y="185738"/>
                </a:lnTo>
                <a:lnTo>
                  <a:pt x="52388" y="180975"/>
                </a:lnTo>
                <a:lnTo>
                  <a:pt x="57150" y="176213"/>
                </a:lnTo>
                <a:lnTo>
                  <a:pt x="57150" y="166688"/>
                </a:lnTo>
                <a:lnTo>
                  <a:pt x="57150" y="157163"/>
                </a:lnTo>
                <a:lnTo>
                  <a:pt x="57150" y="147638"/>
                </a:lnTo>
                <a:lnTo>
                  <a:pt x="61913" y="142875"/>
                </a:lnTo>
                <a:lnTo>
                  <a:pt x="66675" y="138113"/>
                </a:lnTo>
                <a:lnTo>
                  <a:pt x="71438" y="133350"/>
                </a:lnTo>
                <a:lnTo>
                  <a:pt x="76200" y="128588"/>
                </a:lnTo>
                <a:lnTo>
                  <a:pt x="80963" y="123825"/>
                </a:lnTo>
                <a:lnTo>
                  <a:pt x="85725" y="119063"/>
                </a:lnTo>
                <a:lnTo>
                  <a:pt x="90488" y="114300"/>
                </a:lnTo>
                <a:lnTo>
                  <a:pt x="95250" y="109538"/>
                </a:lnTo>
                <a:lnTo>
                  <a:pt x="100013" y="104775"/>
                </a:lnTo>
                <a:lnTo>
                  <a:pt x="104775" y="100013"/>
                </a:lnTo>
                <a:lnTo>
                  <a:pt x="109538" y="95250"/>
                </a:lnTo>
                <a:lnTo>
                  <a:pt x="114300" y="90488"/>
                </a:lnTo>
                <a:lnTo>
                  <a:pt x="114300" y="80963"/>
                </a:lnTo>
                <a:lnTo>
                  <a:pt x="119063" y="76200"/>
                </a:lnTo>
                <a:lnTo>
                  <a:pt x="123825" y="71438"/>
                </a:lnTo>
                <a:lnTo>
                  <a:pt x="128588" y="66675"/>
                </a:lnTo>
                <a:lnTo>
                  <a:pt x="133350" y="61913"/>
                </a:lnTo>
                <a:lnTo>
                  <a:pt x="138113" y="57150"/>
                </a:lnTo>
                <a:lnTo>
                  <a:pt x="147638" y="57150"/>
                </a:lnTo>
                <a:lnTo>
                  <a:pt x="152400" y="52388"/>
                </a:lnTo>
                <a:lnTo>
                  <a:pt x="157163" y="47625"/>
                </a:lnTo>
                <a:lnTo>
                  <a:pt x="166688" y="47625"/>
                </a:lnTo>
                <a:lnTo>
                  <a:pt x="171450" y="42863"/>
                </a:lnTo>
                <a:lnTo>
                  <a:pt x="176213" y="38100"/>
                </a:lnTo>
                <a:lnTo>
                  <a:pt x="185738" y="38100"/>
                </a:lnTo>
                <a:lnTo>
                  <a:pt x="190500" y="33338"/>
                </a:lnTo>
                <a:lnTo>
                  <a:pt x="195263" y="28575"/>
                </a:lnTo>
                <a:lnTo>
                  <a:pt x="204788" y="28575"/>
                </a:lnTo>
                <a:lnTo>
                  <a:pt x="209550" y="23813"/>
                </a:lnTo>
                <a:lnTo>
                  <a:pt x="214313" y="19050"/>
                </a:lnTo>
                <a:lnTo>
                  <a:pt x="223838" y="19050"/>
                </a:lnTo>
                <a:lnTo>
                  <a:pt x="233363" y="19050"/>
                </a:lnTo>
                <a:lnTo>
                  <a:pt x="238125" y="14288"/>
                </a:lnTo>
                <a:lnTo>
                  <a:pt x="242888" y="9525"/>
                </a:lnTo>
                <a:lnTo>
                  <a:pt x="252413" y="9525"/>
                </a:lnTo>
                <a:lnTo>
                  <a:pt x="261938" y="9525"/>
                </a:lnTo>
                <a:lnTo>
                  <a:pt x="271463" y="9525"/>
                </a:lnTo>
                <a:lnTo>
                  <a:pt x="276225" y="4763"/>
                </a:lnTo>
                <a:close/>
              </a:path>
            </a:pathLst>
          </a:custGeom>
          <a:solidFill xmlns:a="http://schemas.openxmlformats.org/drawingml/2006/main">
            <a:srgbClr val="CCCCCC"/>
          </a:solidFill>
          <a:ln xmlns:a="http://schemas.openxmlformats.org/drawingml/2006/main" w="0">
            <a:noFill/>
            <a:prstDash val="solid"/>
          </a:ln>
        </p:spPr>
      </p:sp>
      <p:sp>
        <p:nvSpPr>
          <p:cNvPr id="505" name="deep-skill-chaining-source-component-10-gradient-206-0">
            <a:extLst xmlns:a="http://schemas.openxmlformats.org/drawingml/2006/main">
              <a:ext uri="{FF2B5EF4-FFF2-40B4-BE49-F238E27FC236}">
                <a16:creationId xmlns:a16="http://schemas.microsoft.com/office/drawing/2014/main" id="{DA880D0C-860E-4397-9634-D4CA1FE5F47C}"/>
              </a:ext>
            </a:extLst>
          </p:cNvPr>
          <p:cNvSpPr>
            <a:spLocks xmlns:a="http://schemas.openxmlformats.org/drawingml/2006/main" noGrp="1"/>
          </p:cNvSpPr>
          <p:nvPr/>
        </p:nvSpPr>
        <p:spPr>
          <a:xfrm xmlns:a="http://schemas.openxmlformats.org/drawingml/2006/main" rot="0">
            <a:off x="4448175" y="571500"/>
            <a:ext cx="628650" cy="619125"/>
          </a:xfrm>
          <a:custGeom xmlns:a="http://schemas.openxmlformats.org/drawingml/2006/main">
            <a:pathLst>
              <a:path w="628650" h="619125">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1475" y="4763"/>
                </a:lnTo>
                <a:lnTo>
                  <a:pt x="376238" y="9525"/>
                </a:lnTo>
                <a:lnTo>
                  <a:pt x="385763" y="9525"/>
                </a:lnTo>
                <a:lnTo>
                  <a:pt x="395288" y="9525"/>
                </a:lnTo>
                <a:lnTo>
                  <a:pt x="404813" y="9525"/>
                </a:lnTo>
                <a:lnTo>
                  <a:pt x="414338" y="9525"/>
                </a:lnTo>
                <a:lnTo>
                  <a:pt x="423863" y="9525"/>
                </a:lnTo>
                <a:lnTo>
                  <a:pt x="428625" y="14288"/>
                </a:lnTo>
                <a:lnTo>
                  <a:pt x="433388" y="19050"/>
                </a:lnTo>
                <a:lnTo>
                  <a:pt x="442913" y="19050"/>
                </a:lnTo>
                <a:lnTo>
                  <a:pt x="447675" y="23813"/>
                </a:lnTo>
                <a:lnTo>
                  <a:pt x="452438" y="28575"/>
                </a:lnTo>
                <a:lnTo>
                  <a:pt x="461963" y="28575"/>
                </a:lnTo>
                <a:lnTo>
                  <a:pt x="471488" y="28575"/>
                </a:lnTo>
                <a:lnTo>
                  <a:pt x="476250" y="33338"/>
                </a:lnTo>
                <a:lnTo>
                  <a:pt x="481013" y="38100"/>
                </a:lnTo>
                <a:lnTo>
                  <a:pt x="490538" y="38100"/>
                </a:lnTo>
                <a:lnTo>
                  <a:pt x="495300" y="42863"/>
                </a:lnTo>
                <a:lnTo>
                  <a:pt x="500063" y="47625"/>
                </a:lnTo>
                <a:lnTo>
                  <a:pt x="504825" y="52388"/>
                </a:lnTo>
                <a:lnTo>
                  <a:pt x="509588" y="57150"/>
                </a:lnTo>
                <a:lnTo>
                  <a:pt x="514350" y="61913"/>
                </a:lnTo>
                <a:lnTo>
                  <a:pt x="519113" y="66675"/>
                </a:lnTo>
                <a:lnTo>
                  <a:pt x="523875" y="71438"/>
                </a:lnTo>
                <a:lnTo>
                  <a:pt x="528638" y="76200"/>
                </a:lnTo>
                <a:lnTo>
                  <a:pt x="533400" y="80963"/>
                </a:lnTo>
                <a:lnTo>
                  <a:pt x="538163" y="85725"/>
                </a:lnTo>
                <a:lnTo>
                  <a:pt x="542925" y="90488"/>
                </a:lnTo>
                <a:lnTo>
                  <a:pt x="547688" y="95250"/>
                </a:lnTo>
                <a:lnTo>
                  <a:pt x="552450" y="100013"/>
                </a:lnTo>
                <a:lnTo>
                  <a:pt x="557213" y="104775"/>
                </a:lnTo>
                <a:lnTo>
                  <a:pt x="566738" y="104775"/>
                </a:lnTo>
                <a:lnTo>
                  <a:pt x="571500" y="109538"/>
                </a:lnTo>
                <a:lnTo>
                  <a:pt x="576263" y="114300"/>
                </a:lnTo>
                <a:lnTo>
                  <a:pt x="581025" y="119063"/>
                </a:lnTo>
                <a:lnTo>
                  <a:pt x="585788" y="123825"/>
                </a:lnTo>
                <a:lnTo>
                  <a:pt x="590550" y="128588"/>
                </a:lnTo>
                <a:lnTo>
                  <a:pt x="590550" y="138113"/>
                </a:lnTo>
                <a:lnTo>
                  <a:pt x="590550" y="147638"/>
                </a:lnTo>
                <a:lnTo>
                  <a:pt x="590550" y="157163"/>
                </a:lnTo>
                <a:lnTo>
                  <a:pt x="590550" y="166688"/>
                </a:lnTo>
                <a:lnTo>
                  <a:pt x="590550" y="176213"/>
                </a:lnTo>
                <a:lnTo>
                  <a:pt x="595313" y="180975"/>
                </a:lnTo>
                <a:lnTo>
                  <a:pt x="600075" y="185738"/>
                </a:lnTo>
                <a:lnTo>
                  <a:pt x="600075" y="195263"/>
                </a:lnTo>
                <a:lnTo>
                  <a:pt x="604838" y="200025"/>
                </a:lnTo>
                <a:lnTo>
                  <a:pt x="609600" y="204788"/>
                </a:lnTo>
                <a:lnTo>
                  <a:pt x="614363" y="209550"/>
                </a:lnTo>
                <a:lnTo>
                  <a:pt x="619125" y="214313"/>
                </a:lnTo>
                <a:lnTo>
                  <a:pt x="619125" y="223838"/>
                </a:lnTo>
                <a:lnTo>
                  <a:pt x="619125" y="233363"/>
                </a:lnTo>
                <a:lnTo>
                  <a:pt x="619125" y="242888"/>
                </a:lnTo>
                <a:lnTo>
                  <a:pt x="619125" y="252413"/>
                </a:lnTo>
                <a:lnTo>
                  <a:pt x="619125" y="261938"/>
                </a:lnTo>
                <a:lnTo>
                  <a:pt x="623888" y="266700"/>
                </a:lnTo>
                <a:lnTo>
                  <a:pt x="628650" y="271463"/>
                </a:lnTo>
                <a:lnTo>
                  <a:pt x="628650" y="280988"/>
                </a:lnTo>
                <a:lnTo>
                  <a:pt x="628650" y="290513"/>
                </a:lnTo>
                <a:lnTo>
                  <a:pt x="628650" y="300038"/>
                </a:lnTo>
                <a:lnTo>
                  <a:pt x="628650" y="309563"/>
                </a:lnTo>
                <a:lnTo>
                  <a:pt x="628650" y="319088"/>
                </a:lnTo>
                <a:lnTo>
                  <a:pt x="628650" y="328613"/>
                </a:lnTo>
                <a:lnTo>
                  <a:pt x="628650" y="338138"/>
                </a:lnTo>
                <a:lnTo>
                  <a:pt x="628650" y="347663"/>
                </a:lnTo>
                <a:lnTo>
                  <a:pt x="628650" y="357188"/>
                </a:lnTo>
                <a:lnTo>
                  <a:pt x="623888" y="361950"/>
                </a:lnTo>
                <a:lnTo>
                  <a:pt x="619125" y="366713"/>
                </a:lnTo>
                <a:lnTo>
                  <a:pt x="619125" y="376238"/>
                </a:lnTo>
                <a:lnTo>
                  <a:pt x="619125" y="385763"/>
                </a:lnTo>
                <a:lnTo>
                  <a:pt x="619125" y="395288"/>
                </a:lnTo>
                <a:lnTo>
                  <a:pt x="619125" y="404813"/>
                </a:lnTo>
                <a:lnTo>
                  <a:pt x="619125" y="414338"/>
                </a:lnTo>
                <a:lnTo>
                  <a:pt x="614363" y="419100"/>
                </a:lnTo>
                <a:lnTo>
                  <a:pt x="609600" y="423863"/>
                </a:lnTo>
                <a:lnTo>
                  <a:pt x="609600" y="433388"/>
                </a:lnTo>
                <a:lnTo>
                  <a:pt x="609600" y="442913"/>
                </a:lnTo>
                <a:lnTo>
                  <a:pt x="604838" y="447675"/>
                </a:lnTo>
                <a:lnTo>
                  <a:pt x="600075" y="452438"/>
                </a:lnTo>
                <a:lnTo>
                  <a:pt x="600075" y="461963"/>
                </a:lnTo>
                <a:lnTo>
                  <a:pt x="600075" y="471488"/>
                </a:lnTo>
                <a:lnTo>
                  <a:pt x="595313" y="476250"/>
                </a:lnTo>
                <a:lnTo>
                  <a:pt x="590550" y="481013"/>
                </a:lnTo>
                <a:lnTo>
                  <a:pt x="585788" y="485775"/>
                </a:lnTo>
                <a:lnTo>
                  <a:pt x="581025" y="490538"/>
                </a:lnTo>
                <a:lnTo>
                  <a:pt x="576263" y="495300"/>
                </a:lnTo>
                <a:lnTo>
                  <a:pt x="571500" y="500063"/>
                </a:lnTo>
                <a:lnTo>
                  <a:pt x="566738" y="504825"/>
                </a:lnTo>
                <a:lnTo>
                  <a:pt x="557213" y="504825"/>
                </a:lnTo>
                <a:lnTo>
                  <a:pt x="552450" y="509588"/>
                </a:lnTo>
                <a:lnTo>
                  <a:pt x="547688" y="514350"/>
                </a:lnTo>
                <a:lnTo>
                  <a:pt x="542925" y="519113"/>
                </a:lnTo>
                <a:lnTo>
                  <a:pt x="538163" y="523875"/>
                </a:lnTo>
                <a:lnTo>
                  <a:pt x="533400" y="528638"/>
                </a:lnTo>
                <a:lnTo>
                  <a:pt x="528638" y="533400"/>
                </a:lnTo>
                <a:lnTo>
                  <a:pt x="523875" y="538163"/>
                </a:lnTo>
                <a:lnTo>
                  <a:pt x="519113" y="542925"/>
                </a:lnTo>
                <a:lnTo>
                  <a:pt x="514350" y="547688"/>
                </a:lnTo>
                <a:lnTo>
                  <a:pt x="509588" y="552450"/>
                </a:lnTo>
                <a:lnTo>
                  <a:pt x="504825" y="557213"/>
                </a:lnTo>
                <a:lnTo>
                  <a:pt x="500063" y="561975"/>
                </a:lnTo>
                <a:lnTo>
                  <a:pt x="495300" y="566738"/>
                </a:lnTo>
                <a:lnTo>
                  <a:pt x="490538" y="571500"/>
                </a:lnTo>
                <a:lnTo>
                  <a:pt x="485775" y="576263"/>
                </a:lnTo>
                <a:lnTo>
                  <a:pt x="481013" y="581025"/>
                </a:lnTo>
                <a:lnTo>
                  <a:pt x="471488" y="581025"/>
                </a:lnTo>
                <a:lnTo>
                  <a:pt x="466725" y="585788"/>
                </a:lnTo>
                <a:lnTo>
                  <a:pt x="461963" y="590550"/>
                </a:lnTo>
                <a:lnTo>
                  <a:pt x="457200" y="595313"/>
                </a:lnTo>
                <a:lnTo>
                  <a:pt x="452438" y="600075"/>
                </a:lnTo>
                <a:lnTo>
                  <a:pt x="442913" y="600075"/>
                </a:lnTo>
                <a:lnTo>
                  <a:pt x="433388" y="600075"/>
                </a:lnTo>
                <a:lnTo>
                  <a:pt x="428625" y="604838"/>
                </a:lnTo>
                <a:lnTo>
                  <a:pt x="423863" y="609600"/>
                </a:lnTo>
                <a:lnTo>
                  <a:pt x="414338" y="609600"/>
                </a:lnTo>
                <a:lnTo>
                  <a:pt x="404813" y="609600"/>
                </a:lnTo>
                <a:lnTo>
                  <a:pt x="400050" y="614363"/>
                </a:lnTo>
                <a:lnTo>
                  <a:pt x="395288" y="619125"/>
                </a:lnTo>
                <a:lnTo>
                  <a:pt x="385763" y="619125"/>
                </a:lnTo>
                <a:lnTo>
                  <a:pt x="376238" y="619125"/>
                </a:lnTo>
                <a:lnTo>
                  <a:pt x="366713" y="619125"/>
                </a:lnTo>
                <a:lnTo>
                  <a:pt x="357188" y="619125"/>
                </a:lnTo>
                <a:lnTo>
                  <a:pt x="347663" y="619125"/>
                </a:lnTo>
                <a:lnTo>
                  <a:pt x="338138" y="619125"/>
                </a:lnTo>
                <a:lnTo>
                  <a:pt x="328613" y="619125"/>
                </a:lnTo>
                <a:lnTo>
                  <a:pt x="319088" y="619125"/>
                </a:lnTo>
                <a:lnTo>
                  <a:pt x="309563" y="619125"/>
                </a:lnTo>
                <a:lnTo>
                  <a:pt x="300038" y="619125"/>
                </a:lnTo>
                <a:lnTo>
                  <a:pt x="290513" y="619125"/>
                </a:lnTo>
                <a:lnTo>
                  <a:pt x="280988" y="619125"/>
                </a:lnTo>
                <a:lnTo>
                  <a:pt x="271463" y="619125"/>
                </a:lnTo>
                <a:lnTo>
                  <a:pt x="261938" y="619125"/>
                </a:lnTo>
                <a:lnTo>
                  <a:pt x="252413" y="619125"/>
                </a:lnTo>
                <a:lnTo>
                  <a:pt x="247650" y="614363"/>
                </a:lnTo>
                <a:lnTo>
                  <a:pt x="242888" y="609600"/>
                </a:lnTo>
                <a:lnTo>
                  <a:pt x="233363" y="609600"/>
                </a:lnTo>
                <a:lnTo>
                  <a:pt x="223838" y="609600"/>
                </a:lnTo>
                <a:lnTo>
                  <a:pt x="219075" y="604838"/>
                </a:lnTo>
                <a:lnTo>
                  <a:pt x="214313" y="600075"/>
                </a:lnTo>
                <a:lnTo>
                  <a:pt x="204788" y="600075"/>
                </a:lnTo>
                <a:lnTo>
                  <a:pt x="195263" y="600075"/>
                </a:lnTo>
                <a:lnTo>
                  <a:pt x="190500" y="595313"/>
                </a:lnTo>
                <a:lnTo>
                  <a:pt x="185738" y="590550"/>
                </a:lnTo>
                <a:lnTo>
                  <a:pt x="180975" y="585788"/>
                </a:lnTo>
                <a:lnTo>
                  <a:pt x="176213" y="581025"/>
                </a:lnTo>
                <a:lnTo>
                  <a:pt x="166688" y="581025"/>
                </a:lnTo>
                <a:lnTo>
                  <a:pt x="161925" y="576263"/>
                </a:lnTo>
                <a:lnTo>
                  <a:pt x="157163" y="571500"/>
                </a:lnTo>
                <a:lnTo>
                  <a:pt x="152400" y="566738"/>
                </a:lnTo>
                <a:lnTo>
                  <a:pt x="147638" y="561975"/>
                </a:lnTo>
                <a:lnTo>
                  <a:pt x="138113" y="561975"/>
                </a:lnTo>
                <a:lnTo>
                  <a:pt x="133350" y="557213"/>
                </a:lnTo>
                <a:lnTo>
                  <a:pt x="128588" y="552450"/>
                </a:lnTo>
                <a:lnTo>
                  <a:pt x="119063" y="552450"/>
                </a:lnTo>
                <a:lnTo>
                  <a:pt x="109538" y="552450"/>
                </a:lnTo>
                <a:lnTo>
                  <a:pt x="104775" y="547688"/>
                </a:lnTo>
                <a:lnTo>
                  <a:pt x="104775" y="538163"/>
                </a:lnTo>
                <a:lnTo>
                  <a:pt x="100013" y="533400"/>
                </a:lnTo>
                <a:lnTo>
                  <a:pt x="95250" y="528638"/>
                </a:lnTo>
                <a:lnTo>
                  <a:pt x="95250" y="519113"/>
                </a:lnTo>
                <a:lnTo>
                  <a:pt x="90488" y="514350"/>
                </a:lnTo>
                <a:lnTo>
                  <a:pt x="85725" y="509588"/>
                </a:lnTo>
                <a:lnTo>
                  <a:pt x="80963" y="504825"/>
                </a:lnTo>
                <a:lnTo>
                  <a:pt x="76200" y="500063"/>
                </a:lnTo>
                <a:lnTo>
                  <a:pt x="71438" y="495300"/>
                </a:lnTo>
                <a:lnTo>
                  <a:pt x="66675" y="490538"/>
                </a:lnTo>
                <a:lnTo>
                  <a:pt x="61913" y="485775"/>
                </a:lnTo>
                <a:lnTo>
                  <a:pt x="57150" y="481013"/>
                </a:lnTo>
                <a:lnTo>
                  <a:pt x="52388" y="476250"/>
                </a:lnTo>
                <a:lnTo>
                  <a:pt x="47625" y="471488"/>
                </a:lnTo>
                <a:lnTo>
                  <a:pt x="47625" y="461963"/>
                </a:lnTo>
                <a:lnTo>
                  <a:pt x="47625" y="452438"/>
                </a:lnTo>
                <a:lnTo>
                  <a:pt x="42863" y="447675"/>
                </a:lnTo>
                <a:lnTo>
                  <a:pt x="38100" y="442913"/>
                </a:lnTo>
                <a:lnTo>
                  <a:pt x="38100" y="433388"/>
                </a:lnTo>
                <a:lnTo>
                  <a:pt x="38100" y="423863"/>
                </a:lnTo>
                <a:lnTo>
                  <a:pt x="38100" y="414338"/>
                </a:lnTo>
                <a:lnTo>
                  <a:pt x="33338" y="409575"/>
                </a:lnTo>
                <a:lnTo>
                  <a:pt x="28575" y="404813"/>
                </a:lnTo>
                <a:lnTo>
                  <a:pt x="28575" y="395288"/>
                </a:lnTo>
                <a:lnTo>
                  <a:pt x="23813" y="390525"/>
                </a:lnTo>
                <a:lnTo>
                  <a:pt x="19050" y="385763"/>
                </a:lnTo>
                <a:lnTo>
                  <a:pt x="19050" y="376238"/>
                </a:lnTo>
                <a:lnTo>
                  <a:pt x="14288" y="371475"/>
                </a:lnTo>
                <a:lnTo>
                  <a:pt x="9525" y="366713"/>
                </a:lnTo>
                <a:lnTo>
                  <a:pt x="4763" y="361950"/>
                </a:lnTo>
                <a:lnTo>
                  <a:pt x="0" y="357188"/>
                </a:lnTo>
                <a:lnTo>
                  <a:pt x="0" y="347663"/>
                </a:lnTo>
                <a:lnTo>
                  <a:pt x="0" y="338138"/>
                </a:lnTo>
                <a:lnTo>
                  <a:pt x="0" y="328613"/>
                </a:lnTo>
                <a:lnTo>
                  <a:pt x="0" y="319088"/>
                </a:lnTo>
                <a:lnTo>
                  <a:pt x="0" y="309563"/>
                </a:lnTo>
                <a:lnTo>
                  <a:pt x="4763" y="304800"/>
                </a:lnTo>
                <a:lnTo>
                  <a:pt x="9525" y="300038"/>
                </a:lnTo>
                <a:lnTo>
                  <a:pt x="9525" y="290513"/>
                </a:lnTo>
                <a:lnTo>
                  <a:pt x="9525" y="280988"/>
                </a:lnTo>
                <a:lnTo>
                  <a:pt x="9525" y="271463"/>
                </a:lnTo>
                <a:lnTo>
                  <a:pt x="9525" y="261938"/>
                </a:lnTo>
                <a:lnTo>
                  <a:pt x="9525" y="252413"/>
                </a:lnTo>
                <a:lnTo>
                  <a:pt x="14288" y="247650"/>
                </a:lnTo>
                <a:lnTo>
                  <a:pt x="19050" y="242888"/>
                </a:lnTo>
                <a:lnTo>
                  <a:pt x="19050" y="233363"/>
                </a:lnTo>
                <a:lnTo>
                  <a:pt x="23813" y="228600"/>
                </a:lnTo>
                <a:lnTo>
                  <a:pt x="28575" y="223838"/>
                </a:lnTo>
                <a:lnTo>
                  <a:pt x="33338" y="219075"/>
                </a:lnTo>
                <a:lnTo>
                  <a:pt x="38100" y="214313"/>
                </a:lnTo>
                <a:lnTo>
                  <a:pt x="38100" y="204788"/>
                </a:lnTo>
                <a:lnTo>
                  <a:pt x="38100" y="195263"/>
                </a:lnTo>
                <a:lnTo>
                  <a:pt x="38100" y="185738"/>
                </a:lnTo>
                <a:lnTo>
                  <a:pt x="42863" y="180975"/>
                </a:lnTo>
                <a:lnTo>
                  <a:pt x="47625" y="176213"/>
                </a:lnTo>
                <a:lnTo>
                  <a:pt x="52388" y="171450"/>
                </a:lnTo>
                <a:lnTo>
                  <a:pt x="57150" y="166688"/>
                </a:lnTo>
                <a:lnTo>
                  <a:pt x="61913" y="161925"/>
                </a:lnTo>
                <a:lnTo>
                  <a:pt x="66675" y="157163"/>
                </a:lnTo>
                <a:lnTo>
                  <a:pt x="66675" y="147638"/>
                </a:lnTo>
                <a:lnTo>
                  <a:pt x="66675" y="138113"/>
                </a:lnTo>
                <a:lnTo>
                  <a:pt x="66675" y="128588"/>
                </a:lnTo>
                <a:lnTo>
                  <a:pt x="71438" y="123825"/>
                </a:lnTo>
                <a:lnTo>
                  <a:pt x="76200" y="119063"/>
                </a:lnTo>
                <a:lnTo>
                  <a:pt x="80963" y="114300"/>
                </a:lnTo>
                <a:lnTo>
                  <a:pt x="85725" y="109538"/>
                </a:lnTo>
                <a:lnTo>
                  <a:pt x="90488" y="104775"/>
                </a:lnTo>
                <a:lnTo>
                  <a:pt x="95250" y="100013"/>
                </a:lnTo>
                <a:lnTo>
                  <a:pt x="100013" y="95250"/>
                </a:lnTo>
                <a:lnTo>
                  <a:pt x="104775" y="90488"/>
                </a:lnTo>
                <a:lnTo>
                  <a:pt x="109538" y="85725"/>
                </a:lnTo>
                <a:lnTo>
                  <a:pt x="114300" y="80963"/>
                </a:lnTo>
                <a:lnTo>
                  <a:pt x="119063" y="76200"/>
                </a:lnTo>
                <a:lnTo>
                  <a:pt x="123825" y="71438"/>
                </a:lnTo>
                <a:lnTo>
                  <a:pt x="128588" y="66675"/>
                </a:lnTo>
                <a:lnTo>
                  <a:pt x="133350" y="61913"/>
                </a:lnTo>
                <a:lnTo>
                  <a:pt x="138113" y="57150"/>
                </a:lnTo>
                <a:lnTo>
                  <a:pt x="142875" y="52388"/>
                </a:lnTo>
                <a:lnTo>
                  <a:pt x="147638" y="47625"/>
                </a:lnTo>
                <a:lnTo>
                  <a:pt x="152400" y="42863"/>
                </a:lnTo>
                <a:lnTo>
                  <a:pt x="157163" y="38100"/>
                </a:lnTo>
                <a:lnTo>
                  <a:pt x="166688" y="38100"/>
                </a:lnTo>
                <a:lnTo>
                  <a:pt x="171450" y="33338"/>
                </a:lnTo>
                <a:lnTo>
                  <a:pt x="176213" y="28575"/>
                </a:lnTo>
                <a:lnTo>
                  <a:pt x="185738" y="28575"/>
                </a:lnTo>
                <a:lnTo>
                  <a:pt x="195263" y="28575"/>
                </a:lnTo>
                <a:lnTo>
                  <a:pt x="200025" y="23813"/>
                </a:lnTo>
                <a:lnTo>
                  <a:pt x="204788" y="19050"/>
                </a:lnTo>
                <a:lnTo>
                  <a:pt x="214313" y="19050"/>
                </a:lnTo>
                <a:lnTo>
                  <a:pt x="219075" y="14288"/>
                </a:lnTo>
                <a:lnTo>
                  <a:pt x="223838" y="9525"/>
                </a:lnTo>
                <a:lnTo>
                  <a:pt x="233363" y="9525"/>
                </a:lnTo>
                <a:lnTo>
                  <a:pt x="242888" y="9525"/>
                </a:lnTo>
                <a:lnTo>
                  <a:pt x="252413" y="9525"/>
                </a:lnTo>
                <a:lnTo>
                  <a:pt x="261938" y="9525"/>
                </a:lnTo>
                <a:lnTo>
                  <a:pt x="266700" y="4763"/>
                </a:lnTo>
                <a:close/>
              </a:path>
            </a:pathLst>
          </a:custGeom>
          <a:solidFill xmlns:a="http://schemas.openxmlformats.org/drawingml/2006/main">
            <a:srgbClr val="CECECE"/>
          </a:solidFill>
          <a:ln xmlns:a="http://schemas.openxmlformats.org/drawingml/2006/main" w="0">
            <a:noFill/>
            <a:prstDash val="solid"/>
          </a:ln>
        </p:spPr>
      </p:sp>
      <p:sp>
        <p:nvSpPr>
          <p:cNvPr id="506" name="deep-skill-chaining-source-component-10-gradient-208-0">
            <a:extLst xmlns:a="http://schemas.openxmlformats.org/drawingml/2006/main">
              <a:ext uri="{FF2B5EF4-FFF2-40B4-BE49-F238E27FC236}">
                <a16:creationId xmlns:a16="http://schemas.microsoft.com/office/drawing/2014/main" id="{7EDB71C5-3A20-4C61-A231-7CD482D3330F}"/>
              </a:ext>
            </a:extLst>
          </p:cNvPr>
          <p:cNvSpPr>
            <a:spLocks xmlns:a="http://schemas.openxmlformats.org/drawingml/2006/main" noGrp="1"/>
          </p:cNvSpPr>
          <p:nvPr/>
        </p:nvSpPr>
        <p:spPr>
          <a:xfrm xmlns:a="http://schemas.openxmlformats.org/drawingml/2006/main" rot="0">
            <a:off x="4467225" y="581025"/>
            <a:ext cx="600075" cy="600075"/>
          </a:xfrm>
          <a:custGeom xmlns:a="http://schemas.openxmlformats.org/drawingml/2006/main">
            <a:pathLst>
              <a:path w="600075" h="600075">
                <a:moveTo>
                  <a:pt x="285750" y="4763"/>
                </a:move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33388" y="28575"/>
                </a:lnTo>
                <a:lnTo>
                  <a:pt x="438150" y="33338"/>
                </a:lnTo>
                <a:lnTo>
                  <a:pt x="442913" y="38100"/>
                </a:lnTo>
                <a:lnTo>
                  <a:pt x="452438" y="38100"/>
                </a:lnTo>
                <a:lnTo>
                  <a:pt x="457200" y="42863"/>
                </a:lnTo>
                <a:lnTo>
                  <a:pt x="461963" y="47625"/>
                </a:lnTo>
                <a:lnTo>
                  <a:pt x="466725" y="52388"/>
                </a:lnTo>
                <a:lnTo>
                  <a:pt x="471488" y="57150"/>
                </a:lnTo>
                <a:lnTo>
                  <a:pt x="476250" y="61913"/>
                </a:lnTo>
                <a:lnTo>
                  <a:pt x="481013" y="66675"/>
                </a:lnTo>
                <a:lnTo>
                  <a:pt x="485775" y="71438"/>
                </a:lnTo>
                <a:lnTo>
                  <a:pt x="490538" y="76200"/>
                </a:lnTo>
                <a:lnTo>
                  <a:pt x="495300" y="80963"/>
                </a:lnTo>
                <a:lnTo>
                  <a:pt x="500063" y="85725"/>
                </a:lnTo>
                <a:lnTo>
                  <a:pt x="504825" y="90488"/>
                </a:lnTo>
                <a:lnTo>
                  <a:pt x="509588" y="95250"/>
                </a:lnTo>
                <a:lnTo>
                  <a:pt x="519113" y="95250"/>
                </a:lnTo>
                <a:lnTo>
                  <a:pt x="523875" y="100013"/>
                </a:lnTo>
                <a:lnTo>
                  <a:pt x="528638" y="104775"/>
                </a:lnTo>
                <a:lnTo>
                  <a:pt x="533400" y="109538"/>
                </a:lnTo>
                <a:lnTo>
                  <a:pt x="538163" y="114300"/>
                </a:lnTo>
                <a:lnTo>
                  <a:pt x="547688" y="114300"/>
                </a:lnTo>
                <a:lnTo>
                  <a:pt x="552450" y="119063"/>
                </a:lnTo>
                <a:lnTo>
                  <a:pt x="552450" y="128588"/>
                </a:lnTo>
                <a:lnTo>
                  <a:pt x="552450" y="138113"/>
                </a:lnTo>
                <a:lnTo>
                  <a:pt x="552450" y="147638"/>
                </a:lnTo>
                <a:lnTo>
                  <a:pt x="552450" y="157163"/>
                </a:lnTo>
                <a:lnTo>
                  <a:pt x="552450" y="166688"/>
                </a:lnTo>
                <a:lnTo>
                  <a:pt x="557213" y="171450"/>
                </a:lnTo>
                <a:lnTo>
                  <a:pt x="561975" y="176213"/>
                </a:lnTo>
                <a:lnTo>
                  <a:pt x="561975" y="185738"/>
                </a:lnTo>
                <a:lnTo>
                  <a:pt x="566738" y="190500"/>
                </a:lnTo>
                <a:lnTo>
                  <a:pt x="571500" y="195263"/>
                </a:lnTo>
                <a:lnTo>
                  <a:pt x="576263" y="200025"/>
                </a:lnTo>
                <a:lnTo>
                  <a:pt x="581025" y="204788"/>
                </a:lnTo>
                <a:lnTo>
                  <a:pt x="581025" y="214313"/>
                </a:lnTo>
                <a:lnTo>
                  <a:pt x="581025" y="223838"/>
                </a:lnTo>
                <a:lnTo>
                  <a:pt x="581025" y="233363"/>
                </a:lnTo>
                <a:lnTo>
                  <a:pt x="581025" y="242888"/>
                </a:lnTo>
                <a:lnTo>
                  <a:pt x="581025" y="252413"/>
                </a:lnTo>
                <a:lnTo>
                  <a:pt x="585788" y="257175"/>
                </a:lnTo>
                <a:lnTo>
                  <a:pt x="590550" y="261938"/>
                </a:lnTo>
                <a:lnTo>
                  <a:pt x="590550" y="271463"/>
                </a:lnTo>
                <a:lnTo>
                  <a:pt x="590550" y="280988"/>
                </a:lnTo>
                <a:lnTo>
                  <a:pt x="595313" y="285750"/>
                </a:lnTo>
                <a:lnTo>
                  <a:pt x="600075" y="290513"/>
                </a:lnTo>
                <a:lnTo>
                  <a:pt x="600075" y="300038"/>
                </a:lnTo>
                <a:lnTo>
                  <a:pt x="600075" y="309563"/>
                </a:lnTo>
                <a:lnTo>
                  <a:pt x="600075" y="319088"/>
                </a:lnTo>
                <a:lnTo>
                  <a:pt x="595313" y="323850"/>
                </a:lnTo>
                <a:lnTo>
                  <a:pt x="590550" y="328613"/>
                </a:lnTo>
                <a:lnTo>
                  <a:pt x="590550" y="338138"/>
                </a:lnTo>
                <a:lnTo>
                  <a:pt x="590550" y="347663"/>
                </a:lnTo>
                <a:lnTo>
                  <a:pt x="585788" y="352425"/>
                </a:lnTo>
                <a:lnTo>
                  <a:pt x="581025" y="357188"/>
                </a:lnTo>
                <a:lnTo>
                  <a:pt x="581025" y="366713"/>
                </a:lnTo>
                <a:lnTo>
                  <a:pt x="581025" y="376238"/>
                </a:lnTo>
                <a:lnTo>
                  <a:pt x="581025" y="385763"/>
                </a:lnTo>
                <a:lnTo>
                  <a:pt x="581025" y="395288"/>
                </a:lnTo>
                <a:lnTo>
                  <a:pt x="581025" y="404813"/>
                </a:lnTo>
                <a:lnTo>
                  <a:pt x="576263" y="409575"/>
                </a:lnTo>
                <a:lnTo>
                  <a:pt x="571500" y="414338"/>
                </a:lnTo>
                <a:lnTo>
                  <a:pt x="571500" y="423863"/>
                </a:lnTo>
                <a:lnTo>
                  <a:pt x="571500" y="433388"/>
                </a:lnTo>
                <a:lnTo>
                  <a:pt x="566738" y="438150"/>
                </a:lnTo>
                <a:lnTo>
                  <a:pt x="561975" y="442913"/>
                </a:lnTo>
                <a:lnTo>
                  <a:pt x="561975" y="452438"/>
                </a:lnTo>
                <a:lnTo>
                  <a:pt x="561975" y="461963"/>
                </a:lnTo>
                <a:lnTo>
                  <a:pt x="557213" y="466725"/>
                </a:lnTo>
                <a:lnTo>
                  <a:pt x="552450" y="471488"/>
                </a:lnTo>
                <a:lnTo>
                  <a:pt x="547688" y="476250"/>
                </a:lnTo>
                <a:lnTo>
                  <a:pt x="538163" y="476250"/>
                </a:lnTo>
                <a:lnTo>
                  <a:pt x="533400" y="481013"/>
                </a:lnTo>
                <a:lnTo>
                  <a:pt x="533400" y="490538"/>
                </a:lnTo>
                <a:lnTo>
                  <a:pt x="528638" y="495300"/>
                </a:lnTo>
                <a:lnTo>
                  <a:pt x="519113" y="495300"/>
                </a:lnTo>
                <a:lnTo>
                  <a:pt x="514350" y="500063"/>
                </a:lnTo>
                <a:lnTo>
                  <a:pt x="509588" y="504825"/>
                </a:lnTo>
                <a:lnTo>
                  <a:pt x="504825" y="509588"/>
                </a:lnTo>
                <a:lnTo>
                  <a:pt x="500063" y="514350"/>
                </a:lnTo>
                <a:lnTo>
                  <a:pt x="495300" y="519113"/>
                </a:lnTo>
                <a:lnTo>
                  <a:pt x="490538" y="523875"/>
                </a:lnTo>
                <a:lnTo>
                  <a:pt x="481013" y="523875"/>
                </a:lnTo>
                <a:lnTo>
                  <a:pt x="476250" y="528638"/>
                </a:lnTo>
                <a:lnTo>
                  <a:pt x="471488" y="533400"/>
                </a:lnTo>
                <a:lnTo>
                  <a:pt x="466725" y="538163"/>
                </a:lnTo>
                <a:lnTo>
                  <a:pt x="466725" y="547688"/>
                </a:lnTo>
                <a:lnTo>
                  <a:pt x="461963" y="552450"/>
                </a:lnTo>
                <a:lnTo>
                  <a:pt x="452438" y="552450"/>
                </a:lnTo>
                <a:lnTo>
                  <a:pt x="442913" y="552450"/>
                </a:lnTo>
                <a:lnTo>
                  <a:pt x="438150" y="557213"/>
                </a:lnTo>
                <a:lnTo>
                  <a:pt x="433388" y="561975"/>
                </a:lnTo>
                <a:lnTo>
                  <a:pt x="428625" y="566738"/>
                </a:lnTo>
                <a:lnTo>
                  <a:pt x="423863" y="571500"/>
                </a:lnTo>
                <a:lnTo>
                  <a:pt x="414338" y="571500"/>
                </a:lnTo>
                <a:lnTo>
                  <a:pt x="409575" y="576263"/>
                </a:lnTo>
                <a:lnTo>
                  <a:pt x="404813" y="581025"/>
                </a:lnTo>
                <a:lnTo>
                  <a:pt x="395288" y="581025"/>
                </a:lnTo>
                <a:lnTo>
                  <a:pt x="385763" y="581025"/>
                </a:lnTo>
                <a:lnTo>
                  <a:pt x="381000" y="585788"/>
                </a:lnTo>
                <a:lnTo>
                  <a:pt x="376238" y="590550"/>
                </a:lnTo>
                <a:lnTo>
                  <a:pt x="366713" y="590550"/>
                </a:lnTo>
                <a:lnTo>
                  <a:pt x="357188" y="590550"/>
                </a:lnTo>
                <a:lnTo>
                  <a:pt x="347663" y="590550"/>
                </a:lnTo>
                <a:lnTo>
                  <a:pt x="338138" y="590550"/>
                </a:lnTo>
                <a:lnTo>
                  <a:pt x="328613" y="590550"/>
                </a:lnTo>
                <a:lnTo>
                  <a:pt x="323850" y="595313"/>
                </a:lnTo>
                <a:lnTo>
                  <a:pt x="319088" y="600075"/>
                </a:lnTo>
                <a:lnTo>
                  <a:pt x="309563" y="600075"/>
                </a:lnTo>
                <a:lnTo>
                  <a:pt x="300038" y="600075"/>
                </a:lnTo>
                <a:lnTo>
                  <a:pt x="290513" y="600075"/>
                </a:lnTo>
                <a:lnTo>
                  <a:pt x="285750" y="595313"/>
                </a:lnTo>
                <a:lnTo>
                  <a:pt x="280988" y="590550"/>
                </a:lnTo>
                <a:lnTo>
                  <a:pt x="271463" y="590550"/>
                </a:lnTo>
                <a:lnTo>
                  <a:pt x="261938" y="590550"/>
                </a:lnTo>
                <a:lnTo>
                  <a:pt x="252413" y="590550"/>
                </a:lnTo>
                <a:lnTo>
                  <a:pt x="242888" y="590550"/>
                </a:lnTo>
                <a:lnTo>
                  <a:pt x="233363" y="590550"/>
                </a:lnTo>
                <a:lnTo>
                  <a:pt x="228600" y="585788"/>
                </a:lnTo>
                <a:lnTo>
                  <a:pt x="223838" y="581025"/>
                </a:lnTo>
                <a:lnTo>
                  <a:pt x="214313" y="581025"/>
                </a:lnTo>
                <a:lnTo>
                  <a:pt x="204788" y="581025"/>
                </a:lnTo>
                <a:lnTo>
                  <a:pt x="200025" y="576263"/>
                </a:lnTo>
                <a:lnTo>
                  <a:pt x="195263" y="571500"/>
                </a:lnTo>
                <a:lnTo>
                  <a:pt x="185738" y="571500"/>
                </a:lnTo>
                <a:lnTo>
                  <a:pt x="180975" y="566738"/>
                </a:lnTo>
                <a:lnTo>
                  <a:pt x="176213" y="561975"/>
                </a:lnTo>
                <a:lnTo>
                  <a:pt x="171450" y="557213"/>
                </a:lnTo>
                <a:lnTo>
                  <a:pt x="166688" y="552450"/>
                </a:lnTo>
                <a:lnTo>
                  <a:pt x="157163" y="552450"/>
                </a:lnTo>
                <a:lnTo>
                  <a:pt x="147638" y="552450"/>
                </a:lnTo>
                <a:lnTo>
                  <a:pt x="142875" y="547688"/>
                </a:lnTo>
                <a:lnTo>
                  <a:pt x="138113" y="542925"/>
                </a:lnTo>
                <a:lnTo>
                  <a:pt x="128588" y="542925"/>
                </a:lnTo>
                <a:lnTo>
                  <a:pt x="123825" y="538163"/>
                </a:lnTo>
                <a:lnTo>
                  <a:pt x="119063" y="533400"/>
                </a:lnTo>
                <a:lnTo>
                  <a:pt x="109538" y="533400"/>
                </a:lnTo>
                <a:lnTo>
                  <a:pt x="104775" y="528638"/>
                </a:lnTo>
                <a:lnTo>
                  <a:pt x="100013" y="523875"/>
                </a:lnTo>
                <a:lnTo>
                  <a:pt x="90488" y="523875"/>
                </a:lnTo>
                <a:lnTo>
                  <a:pt x="85725" y="519113"/>
                </a:lnTo>
                <a:lnTo>
                  <a:pt x="85725" y="509588"/>
                </a:lnTo>
                <a:lnTo>
                  <a:pt x="85725" y="500063"/>
                </a:lnTo>
                <a:lnTo>
                  <a:pt x="80963" y="495300"/>
                </a:lnTo>
                <a:lnTo>
                  <a:pt x="76200" y="490538"/>
                </a:lnTo>
                <a:lnTo>
                  <a:pt x="76200" y="481013"/>
                </a:lnTo>
                <a:lnTo>
                  <a:pt x="71438" y="476250"/>
                </a:lnTo>
                <a:lnTo>
                  <a:pt x="61913" y="476250"/>
                </a:lnTo>
                <a:lnTo>
                  <a:pt x="57150" y="471488"/>
                </a:lnTo>
                <a:lnTo>
                  <a:pt x="52388" y="466725"/>
                </a:lnTo>
                <a:lnTo>
                  <a:pt x="47625" y="461963"/>
                </a:lnTo>
                <a:lnTo>
                  <a:pt x="47625" y="452438"/>
                </a:lnTo>
                <a:lnTo>
                  <a:pt x="47625" y="442913"/>
                </a:lnTo>
                <a:lnTo>
                  <a:pt x="47625" y="433388"/>
                </a:lnTo>
                <a:lnTo>
                  <a:pt x="42863" y="428625"/>
                </a:lnTo>
                <a:lnTo>
                  <a:pt x="38100" y="423863"/>
                </a:lnTo>
                <a:lnTo>
                  <a:pt x="38100" y="414338"/>
                </a:lnTo>
                <a:lnTo>
                  <a:pt x="33338" y="409575"/>
                </a:lnTo>
                <a:lnTo>
                  <a:pt x="28575" y="404813"/>
                </a:lnTo>
                <a:lnTo>
                  <a:pt x="28575" y="395288"/>
                </a:lnTo>
                <a:lnTo>
                  <a:pt x="28575" y="385763"/>
                </a:lnTo>
                <a:lnTo>
                  <a:pt x="23813" y="381000"/>
                </a:lnTo>
                <a:lnTo>
                  <a:pt x="19050" y="376238"/>
                </a:lnTo>
                <a:lnTo>
                  <a:pt x="19050" y="366713"/>
                </a:lnTo>
                <a:lnTo>
                  <a:pt x="14288" y="361950"/>
                </a:lnTo>
                <a:lnTo>
                  <a:pt x="4763" y="361950"/>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4763" y="257175"/>
                </a:lnTo>
                <a:lnTo>
                  <a:pt x="9525" y="252413"/>
                </a:lnTo>
                <a:lnTo>
                  <a:pt x="9525" y="242888"/>
                </a:lnTo>
                <a:lnTo>
                  <a:pt x="14288" y="238125"/>
                </a:lnTo>
                <a:lnTo>
                  <a:pt x="19050" y="233363"/>
                </a:lnTo>
                <a:lnTo>
                  <a:pt x="23813" y="228600"/>
                </a:lnTo>
                <a:lnTo>
                  <a:pt x="28575" y="223838"/>
                </a:lnTo>
                <a:lnTo>
                  <a:pt x="28575" y="214313"/>
                </a:lnTo>
                <a:lnTo>
                  <a:pt x="28575" y="204788"/>
                </a:lnTo>
                <a:lnTo>
                  <a:pt x="28575" y="195263"/>
                </a:lnTo>
                <a:lnTo>
                  <a:pt x="28575" y="185738"/>
                </a:lnTo>
                <a:lnTo>
                  <a:pt x="28575" y="176213"/>
                </a:lnTo>
                <a:lnTo>
                  <a:pt x="33338" y="171450"/>
                </a:lnTo>
                <a:lnTo>
                  <a:pt x="38100" y="166688"/>
                </a:lnTo>
                <a:lnTo>
                  <a:pt x="42863" y="161925"/>
                </a:lnTo>
                <a:lnTo>
                  <a:pt x="47625" y="157163"/>
                </a:lnTo>
                <a:lnTo>
                  <a:pt x="52388" y="152400"/>
                </a:lnTo>
                <a:lnTo>
                  <a:pt x="57150" y="147638"/>
                </a:lnTo>
                <a:lnTo>
                  <a:pt x="57150" y="138113"/>
                </a:lnTo>
                <a:lnTo>
                  <a:pt x="57150" y="128588"/>
                </a:lnTo>
                <a:lnTo>
                  <a:pt x="57150" y="119063"/>
                </a:lnTo>
                <a:lnTo>
                  <a:pt x="61913" y="114300"/>
                </a:lnTo>
                <a:lnTo>
                  <a:pt x="71438" y="114300"/>
                </a:lnTo>
                <a:lnTo>
                  <a:pt x="76200" y="109538"/>
                </a:lnTo>
                <a:lnTo>
                  <a:pt x="80963" y="104775"/>
                </a:lnTo>
                <a:lnTo>
                  <a:pt x="90488" y="104775"/>
                </a:lnTo>
                <a:lnTo>
                  <a:pt x="95250" y="100013"/>
                </a:lnTo>
                <a:lnTo>
                  <a:pt x="100013" y="95250"/>
                </a:lnTo>
                <a:lnTo>
                  <a:pt x="104775" y="90488"/>
                </a:lnTo>
                <a:lnTo>
                  <a:pt x="109538" y="85725"/>
                </a:lnTo>
                <a:lnTo>
                  <a:pt x="114300" y="80963"/>
                </a:lnTo>
                <a:lnTo>
                  <a:pt x="119063" y="76200"/>
                </a:lnTo>
                <a:lnTo>
                  <a:pt x="123825" y="71438"/>
                </a:lnTo>
                <a:lnTo>
                  <a:pt x="128588" y="66675"/>
                </a:lnTo>
                <a:lnTo>
                  <a:pt x="133350" y="61913"/>
                </a:lnTo>
                <a:lnTo>
                  <a:pt x="138113" y="57150"/>
                </a:lnTo>
                <a:lnTo>
                  <a:pt x="142875" y="52388"/>
                </a:lnTo>
                <a:lnTo>
                  <a:pt x="147638" y="47625"/>
                </a:lnTo>
                <a:lnTo>
                  <a:pt x="152400" y="42863"/>
                </a:lnTo>
                <a:lnTo>
                  <a:pt x="157163" y="38100"/>
                </a:lnTo>
                <a:lnTo>
                  <a:pt x="166688" y="38100"/>
                </a:lnTo>
                <a:lnTo>
                  <a:pt x="171450" y="33338"/>
                </a:lnTo>
                <a:lnTo>
                  <a:pt x="176213" y="28575"/>
                </a:lnTo>
                <a:lnTo>
                  <a:pt x="185738" y="28575"/>
                </a:lnTo>
                <a:lnTo>
                  <a:pt x="195263" y="28575"/>
                </a:lnTo>
                <a:lnTo>
                  <a:pt x="204788" y="28575"/>
                </a:lnTo>
                <a:lnTo>
                  <a:pt x="209550" y="23813"/>
                </a:lnTo>
                <a:lnTo>
                  <a:pt x="214313" y="19050"/>
                </a:lnTo>
                <a:lnTo>
                  <a:pt x="223838" y="19050"/>
                </a:lnTo>
                <a:lnTo>
                  <a:pt x="233363" y="19050"/>
                </a:lnTo>
                <a:lnTo>
                  <a:pt x="238125" y="14288"/>
                </a:lnTo>
                <a:lnTo>
                  <a:pt x="242888" y="9525"/>
                </a:lnTo>
                <a:lnTo>
                  <a:pt x="252413" y="9525"/>
                </a:lnTo>
                <a:lnTo>
                  <a:pt x="261938" y="9525"/>
                </a:lnTo>
                <a:lnTo>
                  <a:pt x="271463" y="9525"/>
                </a:lnTo>
                <a:lnTo>
                  <a:pt x="280988" y="9525"/>
                </a:lnTo>
                <a:lnTo>
                  <a:pt x="285750" y="4763"/>
                </a:lnTo>
                <a:close/>
              </a:path>
            </a:pathLst>
          </a:custGeom>
          <a:solidFill xmlns:a="http://schemas.openxmlformats.org/drawingml/2006/main">
            <a:srgbClr val="D0D0D0"/>
          </a:solidFill>
          <a:ln xmlns:a="http://schemas.openxmlformats.org/drawingml/2006/main" w="0">
            <a:noFill/>
            <a:prstDash val="solid"/>
          </a:ln>
        </p:spPr>
      </p:sp>
      <p:sp>
        <p:nvSpPr>
          <p:cNvPr id="507" name="deep-skill-chaining-source-component-10-gradient-210-0">
            <a:extLst xmlns:a="http://schemas.openxmlformats.org/drawingml/2006/main">
              <a:ext uri="{FF2B5EF4-FFF2-40B4-BE49-F238E27FC236}">
                <a16:creationId xmlns:a16="http://schemas.microsoft.com/office/drawing/2014/main" id="{BAF7EC4F-9BAF-42D0-802D-3C92F4EB2AA3}"/>
              </a:ext>
            </a:extLst>
          </p:cNvPr>
          <p:cNvSpPr>
            <a:spLocks xmlns:a="http://schemas.openxmlformats.org/drawingml/2006/main" noGrp="1"/>
          </p:cNvSpPr>
          <p:nvPr/>
        </p:nvSpPr>
        <p:spPr>
          <a:xfrm xmlns:a="http://schemas.openxmlformats.org/drawingml/2006/main" rot="0">
            <a:off x="4486275" y="609600"/>
            <a:ext cx="561975" cy="552450"/>
          </a:xfrm>
          <a:custGeom xmlns:a="http://schemas.openxmlformats.org/drawingml/2006/main">
            <a:pathLst>
              <a:path w="561975" h="552450">
                <a:moveTo>
                  <a:pt x="209550" y="4763"/>
                </a:move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1950" y="4763"/>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28625" y="33338"/>
                </a:lnTo>
                <a:lnTo>
                  <a:pt x="433388" y="38100"/>
                </a:lnTo>
                <a:lnTo>
                  <a:pt x="438150" y="42863"/>
                </a:lnTo>
                <a:lnTo>
                  <a:pt x="442913" y="47625"/>
                </a:lnTo>
                <a:lnTo>
                  <a:pt x="447675" y="52388"/>
                </a:lnTo>
                <a:lnTo>
                  <a:pt x="452438" y="57150"/>
                </a:lnTo>
                <a:lnTo>
                  <a:pt x="457200" y="61913"/>
                </a:lnTo>
                <a:lnTo>
                  <a:pt x="461963" y="66675"/>
                </a:lnTo>
                <a:lnTo>
                  <a:pt x="466725" y="71438"/>
                </a:lnTo>
                <a:lnTo>
                  <a:pt x="471488" y="76200"/>
                </a:lnTo>
                <a:lnTo>
                  <a:pt x="481013" y="76200"/>
                </a:lnTo>
                <a:lnTo>
                  <a:pt x="485775" y="80963"/>
                </a:lnTo>
                <a:lnTo>
                  <a:pt x="490538" y="85725"/>
                </a:lnTo>
                <a:lnTo>
                  <a:pt x="500063" y="85725"/>
                </a:lnTo>
                <a:lnTo>
                  <a:pt x="504825" y="90488"/>
                </a:lnTo>
                <a:lnTo>
                  <a:pt x="504825" y="100013"/>
                </a:lnTo>
                <a:lnTo>
                  <a:pt x="504825" y="109538"/>
                </a:lnTo>
                <a:lnTo>
                  <a:pt x="509588" y="114300"/>
                </a:lnTo>
                <a:lnTo>
                  <a:pt x="514350" y="119063"/>
                </a:lnTo>
                <a:lnTo>
                  <a:pt x="514350" y="128588"/>
                </a:lnTo>
                <a:lnTo>
                  <a:pt x="514350" y="138113"/>
                </a:lnTo>
                <a:lnTo>
                  <a:pt x="519113" y="142875"/>
                </a:lnTo>
                <a:lnTo>
                  <a:pt x="523875" y="147638"/>
                </a:lnTo>
                <a:lnTo>
                  <a:pt x="523875" y="157163"/>
                </a:lnTo>
                <a:lnTo>
                  <a:pt x="528638" y="161925"/>
                </a:lnTo>
                <a:lnTo>
                  <a:pt x="533400" y="166688"/>
                </a:lnTo>
                <a:lnTo>
                  <a:pt x="538163" y="171450"/>
                </a:lnTo>
                <a:lnTo>
                  <a:pt x="542925" y="176213"/>
                </a:lnTo>
                <a:lnTo>
                  <a:pt x="542925" y="185738"/>
                </a:lnTo>
                <a:lnTo>
                  <a:pt x="542925" y="195263"/>
                </a:lnTo>
                <a:lnTo>
                  <a:pt x="542925" y="204788"/>
                </a:lnTo>
                <a:lnTo>
                  <a:pt x="542925" y="214313"/>
                </a:lnTo>
                <a:lnTo>
                  <a:pt x="542925" y="223838"/>
                </a:lnTo>
                <a:lnTo>
                  <a:pt x="547688" y="228600"/>
                </a:lnTo>
                <a:lnTo>
                  <a:pt x="552450" y="233363"/>
                </a:lnTo>
                <a:lnTo>
                  <a:pt x="552450" y="242888"/>
                </a:lnTo>
                <a:lnTo>
                  <a:pt x="552450" y="252413"/>
                </a:lnTo>
                <a:lnTo>
                  <a:pt x="557213" y="257175"/>
                </a:lnTo>
                <a:lnTo>
                  <a:pt x="561975" y="261938"/>
                </a:lnTo>
                <a:lnTo>
                  <a:pt x="561975" y="271463"/>
                </a:lnTo>
                <a:lnTo>
                  <a:pt x="561975" y="280988"/>
                </a:lnTo>
                <a:lnTo>
                  <a:pt x="561975" y="290513"/>
                </a:lnTo>
                <a:lnTo>
                  <a:pt x="557213" y="295275"/>
                </a:lnTo>
                <a:lnTo>
                  <a:pt x="552450" y="300038"/>
                </a:lnTo>
                <a:lnTo>
                  <a:pt x="552450" y="309563"/>
                </a:lnTo>
                <a:lnTo>
                  <a:pt x="552450" y="319088"/>
                </a:lnTo>
                <a:lnTo>
                  <a:pt x="547688" y="323850"/>
                </a:lnTo>
                <a:lnTo>
                  <a:pt x="542925" y="328613"/>
                </a:lnTo>
                <a:lnTo>
                  <a:pt x="542925" y="338138"/>
                </a:lnTo>
                <a:lnTo>
                  <a:pt x="542925" y="347663"/>
                </a:lnTo>
                <a:lnTo>
                  <a:pt x="542925" y="357188"/>
                </a:lnTo>
                <a:lnTo>
                  <a:pt x="542925" y="366713"/>
                </a:lnTo>
                <a:lnTo>
                  <a:pt x="542925" y="376238"/>
                </a:lnTo>
                <a:lnTo>
                  <a:pt x="538163" y="381000"/>
                </a:lnTo>
                <a:lnTo>
                  <a:pt x="533400" y="385763"/>
                </a:lnTo>
                <a:lnTo>
                  <a:pt x="533400" y="395288"/>
                </a:lnTo>
                <a:lnTo>
                  <a:pt x="533400" y="404813"/>
                </a:lnTo>
                <a:lnTo>
                  <a:pt x="528638" y="409575"/>
                </a:lnTo>
                <a:lnTo>
                  <a:pt x="523875" y="414338"/>
                </a:lnTo>
                <a:lnTo>
                  <a:pt x="523875" y="423863"/>
                </a:lnTo>
                <a:lnTo>
                  <a:pt x="519113" y="428625"/>
                </a:lnTo>
                <a:lnTo>
                  <a:pt x="514350" y="433388"/>
                </a:lnTo>
                <a:lnTo>
                  <a:pt x="509588" y="438150"/>
                </a:lnTo>
                <a:lnTo>
                  <a:pt x="504825" y="442913"/>
                </a:lnTo>
                <a:lnTo>
                  <a:pt x="500063" y="447675"/>
                </a:lnTo>
                <a:lnTo>
                  <a:pt x="495300" y="452438"/>
                </a:lnTo>
                <a:lnTo>
                  <a:pt x="495300" y="461963"/>
                </a:lnTo>
                <a:lnTo>
                  <a:pt x="490538" y="466725"/>
                </a:lnTo>
                <a:lnTo>
                  <a:pt x="481013" y="466725"/>
                </a:lnTo>
                <a:lnTo>
                  <a:pt x="476250" y="471488"/>
                </a:lnTo>
                <a:lnTo>
                  <a:pt x="471488" y="476250"/>
                </a:lnTo>
                <a:lnTo>
                  <a:pt x="466725" y="481013"/>
                </a:lnTo>
                <a:lnTo>
                  <a:pt x="461963" y="485775"/>
                </a:lnTo>
                <a:lnTo>
                  <a:pt x="452438" y="485775"/>
                </a:lnTo>
                <a:lnTo>
                  <a:pt x="447675" y="490538"/>
                </a:lnTo>
                <a:lnTo>
                  <a:pt x="442913" y="495300"/>
                </a:lnTo>
                <a:lnTo>
                  <a:pt x="433388" y="495300"/>
                </a:lnTo>
                <a:lnTo>
                  <a:pt x="428625" y="500063"/>
                </a:lnTo>
                <a:lnTo>
                  <a:pt x="423863" y="504825"/>
                </a:lnTo>
                <a:lnTo>
                  <a:pt x="419100" y="509588"/>
                </a:lnTo>
                <a:lnTo>
                  <a:pt x="414338" y="514350"/>
                </a:lnTo>
                <a:lnTo>
                  <a:pt x="404813" y="514350"/>
                </a:lnTo>
                <a:lnTo>
                  <a:pt x="400050" y="519113"/>
                </a:lnTo>
                <a:lnTo>
                  <a:pt x="395288" y="523875"/>
                </a:lnTo>
                <a:lnTo>
                  <a:pt x="390525" y="528638"/>
                </a:lnTo>
                <a:lnTo>
                  <a:pt x="385763" y="533400"/>
                </a:lnTo>
                <a:lnTo>
                  <a:pt x="376238" y="533400"/>
                </a:lnTo>
                <a:lnTo>
                  <a:pt x="366713" y="533400"/>
                </a:lnTo>
                <a:lnTo>
                  <a:pt x="361950" y="538163"/>
                </a:lnTo>
                <a:lnTo>
                  <a:pt x="357188" y="542925"/>
                </a:lnTo>
                <a:lnTo>
                  <a:pt x="347663" y="542925"/>
                </a:lnTo>
                <a:lnTo>
                  <a:pt x="338138" y="542925"/>
                </a:lnTo>
                <a:lnTo>
                  <a:pt x="333375" y="547688"/>
                </a:lnTo>
                <a:lnTo>
                  <a:pt x="328613" y="552450"/>
                </a:lnTo>
                <a:lnTo>
                  <a:pt x="319088" y="552450"/>
                </a:lnTo>
                <a:lnTo>
                  <a:pt x="309563" y="552450"/>
                </a:lnTo>
                <a:lnTo>
                  <a:pt x="300038" y="552450"/>
                </a:lnTo>
                <a:lnTo>
                  <a:pt x="290513" y="552450"/>
                </a:lnTo>
                <a:lnTo>
                  <a:pt x="280988" y="552450"/>
                </a:lnTo>
                <a:lnTo>
                  <a:pt x="271463" y="552450"/>
                </a:lnTo>
                <a:lnTo>
                  <a:pt x="261938" y="552450"/>
                </a:lnTo>
                <a:lnTo>
                  <a:pt x="252413" y="552450"/>
                </a:lnTo>
                <a:lnTo>
                  <a:pt x="242888" y="552450"/>
                </a:lnTo>
                <a:lnTo>
                  <a:pt x="238125" y="547688"/>
                </a:lnTo>
                <a:lnTo>
                  <a:pt x="233363" y="542925"/>
                </a:lnTo>
                <a:lnTo>
                  <a:pt x="223838" y="542925"/>
                </a:lnTo>
                <a:lnTo>
                  <a:pt x="214313" y="542925"/>
                </a:lnTo>
                <a:lnTo>
                  <a:pt x="209550" y="538163"/>
                </a:lnTo>
                <a:lnTo>
                  <a:pt x="204788" y="533400"/>
                </a:lnTo>
                <a:lnTo>
                  <a:pt x="195263" y="533400"/>
                </a:lnTo>
                <a:lnTo>
                  <a:pt x="185738" y="533400"/>
                </a:lnTo>
                <a:lnTo>
                  <a:pt x="180975" y="528638"/>
                </a:lnTo>
                <a:lnTo>
                  <a:pt x="176213" y="523875"/>
                </a:lnTo>
                <a:lnTo>
                  <a:pt x="171450" y="519113"/>
                </a:lnTo>
                <a:lnTo>
                  <a:pt x="166688" y="514350"/>
                </a:lnTo>
                <a:lnTo>
                  <a:pt x="157163" y="514350"/>
                </a:lnTo>
                <a:lnTo>
                  <a:pt x="147638" y="514350"/>
                </a:lnTo>
                <a:lnTo>
                  <a:pt x="142875" y="509588"/>
                </a:lnTo>
                <a:lnTo>
                  <a:pt x="138113" y="504825"/>
                </a:lnTo>
                <a:lnTo>
                  <a:pt x="128588" y="504825"/>
                </a:lnTo>
                <a:lnTo>
                  <a:pt x="119063" y="504825"/>
                </a:lnTo>
                <a:lnTo>
                  <a:pt x="114300" y="500063"/>
                </a:lnTo>
                <a:lnTo>
                  <a:pt x="109538" y="495300"/>
                </a:lnTo>
                <a:lnTo>
                  <a:pt x="100013" y="495300"/>
                </a:lnTo>
                <a:lnTo>
                  <a:pt x="95250" y="490538"/>
                </a:lnTo>
                <a:lnTo>
                  <a:pt x="95250" y="481013"/>
                </a:lnTo>
                <a:lnTo>
                  <a:pt x="90488" y="476250"/>
                </a:lnTo>
                <a:lnTo>
                  <a:pt x="85725" y="471488"/>
                </a:lnTo>
                <a:lnTo>
                  <a:pt x="80963" y="466725"/>
                </a:lnTo>
                <a:lnTo>
                  <a:pt x="76200" y="461963"/>
                </a:lnTo>
                <a:lnTo>
                  <a:pt x="76200" y="452438"/>
                </a:lnTo>
                <a:lnTo>
                  <a:pt x="71438" y="447675"/>
                </a:lnTo>
                <a:lnTo>
                  <a:pt x="66675" y="442913"/>
                </a:lnTo>
                <a:lnTo>
                  <a:pt x="61913" y="438150"/>
                </a:lnTo>
                <a:lnTo>
                  <a:pt x="57150" y="433388"/>
                </a:lnTo>
                <a:lnTo>
                  <a:pt x="52388" y="428625"/>
                </a:lnTo>
                <a:lnTo>
                  <a:pt x="47625" y="423863"/>
                </a:lnTo>
                <a:lnTo>
                  <a:pt x="47625" y="414338"/>
                </a:lnTo>
                <a:lnTo>
                  <a:pt x="42863" y="409575"/>
                </a:lnTo>
                <a:lnTo>
                  <a:pt x="38100" y="404813"/>
                </a:lnTo>
                <a:lnTo>
                  <a:pt x="38100" y="395288"/>
                </a:lnTo>
                <a:lnTo>
                  <a:pt x="38100" y="385763"/>
                </a:lnTo>
                <a:lnTo>
                  <a:pt x="33338" y="381000"/>
                </a:lnTo>
                <a:lnTo>
                  <a:pt x="28575" y="376238"/>
                </a:lnTo>
                <a:lnTo>
                  <a:pt x="28575" y="366713"/>
                </a:lnTo>
                <a:lnTo>
                  <a:pt x="28575" y="357188"/>
                </a:lnTo>
                <a:lnTo>
                  <a:pt x="23813" y="352425"/>
                </a:lnTo>
                <a:lnTo>
                  <a:pt x="19050" y="347663"/>
                </a:lnTo>
                <a:lnTo>
                  <a:pt x="19050" y="338138"/>
                </a:lnTo>
                <a:lnTo>
                  <a:pt x="14288" y="333375"/>
                </a:lnTo>
                <a:lnTo>
                  <a:pt x="9525" y="328613"/>
                </a:lnTo>
                <a:lnTo>
                  <a:pt x="4763" y="323850"/>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4763" y="228600"/>
                </a:lnTo>
                <a:lnTo>
                  <a:pt x="9525" y="223838"/>
                </a:lnTo>
                <a:lnTo>
                  <a:pt x="14288" y="219075"/>
                </a:lnTo>
                <a:lnTo>
                  <a:pt x="19050" y="214313"/>
                </a:lnTo>
                <a:lnTo>
                  <a:pt x="23813" y="209550"/>
                </a:lnTo>
                <a:lnTo>
                  <a:pt x="28575" y="204788"/>
                </a:lnTo>
                <a:lnTo>
                  <a:pt x="28575" y="195263"/>
                </a:lnTo>
                <a:lnTo>
                  <a:pt x="28575" y="185738"/>
                </a:lnTo>
                <a:lnTo>
                  <a:pt x="33338" y="180975"/>
                </a:lnTo>
                <a:lnTo>
                  <a:pt x="38100" y="176213"/>
                </a:lnTo>
                <a:lnTo>
                  <a:pt x="33338" y="171450"/>
                </a:lnTo>
                <a:lnTo>
                  <a:pt x="28575" y="166688"/>
                </a:lnTo>
                <a:lnTo>
                  <a:pt x="28575" y="157163"/>
                </a:lnTo>
                <a:lnTo>
                  <a:pt x="28575" y="147638"/>
                </a:lnTo>
                <a:lnTo>
                  <a:pt x="33338" y="142875"/>
                </a:lnTo>
                <a:lnTo>
                  <a:pt x="38100" y="138113"/>
                </a:lnTo>
                <a:lnTo>
                  <a:pt x="42863" y="133350"/>
                </a:lnTo>
                <a:lnTo>
                  <a:pt x="47625" y="128588"/>
                </a:lnTo>
                <a:lnTo>
                  <a:pt x="52388" y="123825"/>
                </a:lnTo>
                <a:lnTo>
                  <a:pt x="61913" y="123825"/>
                </a:lnTo>
                <a:lnTo>
                  <a:pt x="66675" y="119063"/>
                </a:lnTo>
                <a:lnTo>
                  <a:pt x="66675" y="109538"/>
                </a:lnTo>
                <a:lnTo>
                  <a:pt x="66675" y="100013"/>
                </a:lnTo>
                <a:lnTo>
                  <a:pt x="66675" y="90488"/>
                </a:lnTo>
                <a:lnTo>
                  <a:pt x="71438" y="85725"/>
                </a:lnTo>
                <a:lnTo>
                  <a:pt x="80963" y="85725"/>
                </a:lnTo>
                <a:lnTo>
                  <a:pt x="85725" y="80963"/>
                </a:lnTo>
                <a:lnTo>
                  <a:pt x="90488" y="76200"/>
                </a:lnTo>
                <a:lnTo>
                  <a:pt x="100013" y="76200"/>
                </a:lnTo>
                <a:lnTo>
                  <a:pt x="104775" y="71438"/>
                </a:lnTo>
                <a:lnTo>
                  <a:pt x="109538" y="66675"/>
                </a:lnTo>
                <a:lnTo>
                  <a:pt x="114300" y="61913"/>
                </a:lnTo>
                <a:lnTo>
                  <a:pt x="119063" y="57150"/>
                </a:lnTo>
                <a:lnTo>
                  <a:pt x="123825" y="52388"/>
                </a:lnTo>
                <a:lnTo>
                  <a:pt x="128588" y="47625"/>
                </a:lnTo>
                <a:lnTo>
                  <a:pt x="133350" y="42863"/>
                </a:lnTo>
                <a:lnTo>
                  <a:pt x="138113" y="38100"/>
                </a:lnTo>
                <a:lnTo>
                  <a:pt x="142875" y="33338"/>
                </a:lnTo>
                <a:lnTo>
                  <a:pt x="147638" y="28575"/>
                </a:lnTo>
                <a:lnTo>
                  <a:pt x="157163" y="28575"/>
                </a:lnTo>
                <a:lnTo>
                  <a:pt x="161925" y="23813"/>
                </a:lnTo>
                <a:lnTo>
                  <a:pt x="166688" y="19050"/>
                </a:lnTo>
                <a:lnTo>
                  <a:pt x="176213" y="19050"/>
                </a:lnTo>
                <a:lnTo>
                  <a:pt x="185738" y="19050"/>
                </a:lnTo>
                <a:lnTo>
                  <a:pt x="190500" y="14288"/>
                </a:lnTo>
                <a:lnTo>
                  <a:pt x="195263" y="9525"/>
                </a:lnTo>
                <a:lnTo>
                  <a:pt x="204788" y="9525"/>
                </a:lnTo>
                <a:lnTo>
                  <a:pt x="209550" y="4763"/>
                </a:lnTo>
                <a:close/>
              </a:path>
            </a:pathLst>
          </a:custGeom>
          <a:solidFill xmlns:a="http://schemas.openxmlformats.org/drawingml/2006/main">
            <a:srgbClr val="D2D2D2"/>
          </a:solidFill>
          <a:ln xmlns:a="http://schemas.openxmlformats.org/drawingml/2006/main" w="0">
            <a:noFill/>
            <a:prstDash val="solid"/>
          </a:ln>
        </p:spPr>
      </p:sp>
      <p:sp>
        <p:nvSpPr>
          <p:cNvPr id="508" name="deep-skill-chaining-source-component-10-gradient-212-0">
            <a:extLst xmlns:a="http://schemas.openxmlformats.org/drawingml/2006/main">
              <a:ext uri="{FF2B5EF4-FFF2-40B4-BE49-F238E27FC236}">
                <a16:creationId xmlns:a16="http://schemas.microsoft.com/office/drawing/2014/main" id="{BD364621-DCC6-4D45-82B8-8285C607566F}"/>
              </a:ext>
            </a:extLst>
          </p:cNvPr>
          <p:cNvSpPr>
            <a:spLocks xmlns:a="http://schemas.openxmlformats.org/drawingml/2006/main" noGrp="1"/>
          </p:cNvSpPr>
          <p:nvPr/>
        </p:nvSpPr>
        <p:spPr>
          <a:xfrm xmlns:a="http://schemas.openxmlformats.org/drawingml/2006/main" rot="0">
            <a:off x="4495800" y="628650"/>
            <a:ext cx="533400" cy="514350"/>
          </a:xfrm>
          <a:custGeom xmlns:a="http://schemas.openxmlformats.org/drawingml/2006/main">
            <a:pathLst>
              <a:path w="533400" h="514350">
                <a:moveTo>
                  <a:pt x="209550" y="4763"/>
                </a:move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1000" y="14288"/>
                </a:lnTo>
                <a:lnTo>
                  <a:pt x="385763" y="19050"/>
                </a:lnTo>
                <a:lnTo>
                  <a:pt x="395288" y="19050"/>
                </a:lnTo>
                <a:lnTo>
                  <a:pt x="400050" y="23813"/>
                </a:lnTo>
                <a:lnTo>
                  <a:pt x="404813" y="28575"/>
                </a:lnTo>
                <a:lnTo>
                  <a:pt x="409575" y="33338"/>
                </a:lnTo>
                <a:lnTo>
                  <a:pt x="414338" y="38100"/>
                </a:lnTo>
                <a:lnTo>
                  <a:pt x="419100" y="42863"/>
                </a:lnTo>
                <a:lnTo>
                  <a:pt x="423863" y="47625"/>
                </a:lnTo>
                <a:lnTo>
                  <a:pt x="428625" y="52388"/>
                </a:lnTo>
                <a:lnTo>
                  <a:pt x="433388" y="57150"/>
                </a:lnTo>
                <a:lnTo>
                  <a:pt x="438150" y="61913"/>
                </a:lnTo>
                <a:lnTo>
                  <a:pt x="442913" y="66675"/>
                </a:lnTo>
                <a:lnTo>
                  <a:pt x="452438" y="66675"/>
                </a:lnTo>
                <a:lnTo>
                  <a:pt x="461963" y="66675"/>
                </a:lnTo>
                <a:lnTo>
                  <a:pt x="466725" y="71438"/>
                </a:lnTo>
                <a:lnTo>
                  <a:pt x="466725" y="80963"/>
                </a:lnTo>
                <a:lnTo>
                  <a:pt x="471488" y="85725"/>
                </a:lnTo>
                <a:lnTo>
                  <a:pt x="476250" y="90488"/>
                </a:lnTo>
                <a:lnTo>
                  <a:pt x="476250" y="100013"/>
                </a:lnTo>
                <a:lnTo>
                  <a:pt x="481013" y="104775"/>
                </a:lnTo>
                <a:lnTo>
                  <a:pt x="485775" y="109538"/>
                </a:lnTo>
                <a:lnTo>
                  <a:pt x="485775" y="119063"/>
                </a:lnTo>
                <a:lnTo>
                  <a:pt x="490538" y="123825"/>
                </a:lnTo>
                <a:lnTo>
                  <a:pt x="495300" y="128588"/>
                </a:lnTo>
                <a:lnTo>
                  <a:pt x="495300" y="138113"/>
                </a:lnTo>
                <a:lnTo>
                  <a:pt x="500063" y="142875"/>
                </a:lnTo>
                <a:lnTo>
                  <a:pt x="504825" y="147638"/>
                </a:lnTo>
                <a:lnTo>
                  <a:pt x="509588" y="152400"/>
                </a:lnTo>
                <a:lnTo>
                  <a:pt x="514350" y="157163"/>
                </a:lnTo>
                <a:lnTo>
                  <a:pt x="514350" y="166688"/>
                </a:lnTo>
                <a:lnTo>
                  <a:pt x="514350" y="176213"/>
                </a:lnTo>
                <a:lnTo>
                  <a:pt x="514350" y="185738"/>
                </a:lnTo>
                <a:lnTo>
                  <a:pt x="514350" y="195263"/>
                </a:lnTo>
                <a:lnTo>
                  <a:pt x="514350" y="204788"/>
                </a:lnTo>
                <a:lnTo>
                  <a:pt x="519113" y="209550"/>
                </a:lnTo>
                <a:lnTo>
                  <a:pt x="523875" y="214313"/>
                </a:lnTo>
                <a:lnTo>
                  <a:pt x="523875" y="223838"/>
                </a:lnTo>
                <a:lnTo>
                  <a:pt x="523875" y="233363"/>
                </a:lnTo>
                <a:lnTo>
                  <a:pt x="528638" y="238125"/>
                </a:lnTo>
                <a:lnTo>
                  <a:pt x="533400" y="242888"/>
                </a:lnTo>
                <a:lnTo>
                  <a:pt x="533400" y="252413"/>
                </a:lnTo>
                <a:lnTo>
                  <a:pt x="533400" y="261938"/>
                </a:lnTo>
                <a:lnTo>
                  <a:pt x="533400" y="271463"/>
                </a:lnTo>
                <a:lnTo>
                  <a:pt x="528638" y="276225"/>
                </a:lnTo>
                <a:lnTo>
                  <a:pt x="523875" y="280988"/>
                </a:lnTo>
                <a:lnTo>
                  <a:pt x="523875" y="290513"/>
                </a:lnTo>
                <a:lnTo>
                  <a:pt x="523875" y="300038"/>
                </a:lnTo>
                <a:lnTo>
                  <a:pt x="523875" y="309563"/>
                </a:lnTo>
                <a:lnTo>
                  <a:pt x="523875" y="319088"/>
                </a:lnTo>
                <a:lnTo>
                  <a:pt x="523875" y="328613"/>
                </a:lnTo>
                <a:lnTo>
                  <a:pt x="519113" y="333375"/>
                </a:lnTo>
                <a:lnTo>
                  <a:pt x="514350" y="338138"/>
                </a:lnTo>
                <a:lnTo>
                  <a:pt x="514350" y="347663"/>
                </a:lnTo>
                <a:lnTo>
                  <a:pt x="509588" y="352425"/>
                </a:lnTo>
                <a:lnTo>
                  <a:pt x="504825" y="357188"/>
                </a:lnTo>
                <a:lnTo>
                  <a:pt x="504825" y="366713"/>
                </a:lnTo>
                <a:lnTo>
                  <a:pt x="500063" y="371475"/>
                </a:lnTo>
                <a:lnTo>
                  <a:pt x="495300" y="376238"/>
                </a:lnTo>
                <a:lnTo>
                  <a:pt x="495300" y="385763"/>
                </a:lnTo>
                <a:lnTo>
                  <a:pt x="490538" y="390525"/>
                </a:lnTo>
                <a:lnTo>
                  <a:pt x="485775" y="395288"/>
                </a:lnTo>
                <a:lnTo>
                  <a:pt x="485775" y="404813"/>
                </a:lnTo>
                <a:lnTo>
                  <a:pt x="485775" y="414338"/>
                </a:lnTo>
                <a:lnTo>
                  <a:pt x="481013" y="419100"/>
                </a:lnTo>
                <a:lnTo>
                  <a:pt x="476250" y="423863"/>
                </a:lnTo>
                <a:lnTo>
                  <a:pt x="471488" y="428625"/>
                </a:lnTo>
                <a:lnTo>
                  <a:pt x="466725" y="433388"/>
                </a:lnTo>
                <a:lnTo>
                  <a:pt x="466725" y="442913"/>
                </a:lnTo>
                <a:lnTo>
                  <a:pt x="461963" y="447675"/>
                </a:lnTo>
                <a:lnTo>
                  <a:pt x="452438" y="447675"/>
                </a:lnTo>
                <a:lnTo>
                  <a:pt x="447675" y="452438"/>
                </a:lnTo>
                <a:lnTo>
                  <a:pt x="442913" y="457200"/>
                </a:lnTo>
                <a:lnTo>
                  <a:pt x="433388" y="457200"/>
                </a:lnTo>
                <a:lnTo>
                  <a:pt x="428625" y="461963"/>
                </a:lnTo>
                <a:lnTo>
                  <a:pt x="423863" y="466725"/>
                </a:lnTo>
                <a:lnTo>
                  <a:pt x="414338" y="466725"/>
                </a:lnTo>
                <a:lnTo>
                  <a:pt x="409575" y="471488"/>
                </a:lnTo>
                <a:lnTo>
                  <a:pt x="404813" y="476250"/>
                </a:lnTo>
                <a:lnTo>
                  <a:pt x="395288" y="476250"/>
                </a:lnTo>
                <a:lnTo>
                  <a:pt x="390525" y="481013"/>
                </a:lnTo>
                <a:lnTo>
                  <a:pt x="385763" y="485775"/>
                </a:lnTo>
                <a:lnTo>
                  <a:pt x="381000" y="490538"/>
                </a:lnTo>
                <a:lnTo>
                  <a:pt x="376238" y="495300"/>
                </a:lnTo>
                <a:lnTo>
                  <a:pt x="366713" y="495300"/>
                </a:lnTo>
                <a:lnTo>
                  <a:pt x="357188" y="495300"/>
                </a:lnTo>
                <a:lnTo>
                  <a:pt x="352425" y="500063"/>
                </a:lnTo>
                <a:lnTo>
                  <a:pt x="347663" y="504825"/>
                </a:lnTo>
                <a:lnTo>
                  <a:pt x="338138" y="504825"/>
                </a:lnTo>
                <a:lnTo>
                  <a:pt x="328613" y="504825"/>
                </a:lnTo>
                <a:lnTo>
                  <a:pt x="323850" y="509588"/>
                </a:lnTo>
                <a:lnTo>
                  <a:pt x="319088" y="514350"/>
                </a:lnTo>
                <a:lnTo>
                  <a:pt x="309563" y="514350"/>
                </a:lnTo>
                <a:lnTo>
                  <a:pt x="300038" y="514350"/>
                </a:lnTo>
                <a:lnTo>
                  <a:pt x="290513" y="514350"/>
                </a:lnTo>
                <a:lnTo>
                  <a:pt x="280988" y="514350"/>
                </a:lnTo>
                <a:lnTo>
                  <a:pt x="271463" y="514350"/>
                </a:lnTo>
                <a:lnTo>
                  <a:pt x="261938" y="514350"/>
                </a:lnTo>
                <a:lnTo>
                  <a:pt x="252413" y="514350"/>
                </a:lnTo>
                <a:lnTo>
                  <a:pt x="242888" y="514350"/>
                </a:lnTo>
                <a:lnTo>
                  <a:pt x="233363" y="514350"/>
                </a:lnTo>
                <a:lnTo>
                  <a:pt x="228600" y="509588"/>
                </a:lnTo>
                <a:lnTo>
                  <a:pt x="223838" y="504825"/>
                </a:lnTo>
                <a:lnTo>
                  <a:pt x="214313" y="504825"/>
                </a:lnTo>
                <a:lnTo>
                  <a:pt x="204788" y="504825"/>
                </a:lnTo>
                <a:lnTo>
                  <a:pt x="200025" y="500063"/>
                </a:lnTo>
                <a:lnTo>
                  <a:pt x="195263" y="495300"/>
                </a:lnTo>
                <a:lnTo>
                  <a:pt x="185738" y="495300"/>
                </a:lnTo>
                <a:lnTo>
                  <a:pt x="176213" y="495300"/>
                </a:lnTo>
                <a:lnTo>
                  <a:pt x="171450" y="490538"/>
                </a:lnTo>
                <a:lnTo>
                  <a:pt x="166688" y="485775"/>
                </a:lnTo>
                <a:lnTo>
                  <a:pt x="157163" y="485775"/>
                </a:lnTo>
                <a:lnTo>
                  <a:pt x="152400" y="481013"/>
                </a:lnTo>
                <a:lnTo>
                  <a:pt x="147638" y="476250"/>
                </a:lnTo>
                <a:lnTo>
                  <a:pt x="138113" y="476250"/>
                </a:lnTo>
                <a:lnTo>
                  <a:pt x="128588" y="476250"/>
                </a:lnTo>
                <a:lnTo>
                  <a:pt x="119063" y="476250"/>
                </a:lnTo>
                <a:lnTo>
                  <a:pt x="114300" y="471488"/>
                </a:lnTo>
                <a:lnTo>
                  <a:pt x="109538" y="466725"/>
                </a:lnTo>
                <a:lnTo>
                  <a:pt x="104775" y="461963"/>
                </a:lnTo>
                <a:lnTo>
                  <a:pt x="100013" y="457200"/>
                </a:lnTo>
                <a:lnTo>
                  <a:pt x="95250" y="452438"/>
                </a:lnTo>
                <a:lnTo>
                  <a:pt x="90488" y="447675"/>
                </a:lnTo>
                <a:lnTo>
                  <a:pt x="85725" y="442913"/>
                </a:lnTo>
                <a:lnTo>
                  <a:pt x="85725" y="433388"/>
                </a:lnTo>
                <a:lnTo>
                  <a:pt x="80963" y="428625"/>
                </a:lnTo>
                <a:lnTo>
                  <a:pt x="76200" y="423863"/>
                </a:lnTo>
                <a:lnTo>
                  <a:pt x="71438" y="419100"/>
                </a:lnTo>
                <a:lnTo>
                  <a:pt x="66675" y="414338"/>
                </a:lnTo>
                <a:lnTo>
                  <a:pt x="66675" y="404813"/>
                </a:lnTo>
                <a:lnTo>
                  <a:pt x="61913" y="400050"/>
                </a:lnTo>
                <a:lnTo>
                  <a:pt x="57150" y="395288"/>
                </a:lnTo>
                <a:lnTo>
                  <a:pt x="57150" y="385763"/>
                </a:lnTo>
                <a:lnTo>
                  <a:pt x="52388" y="381000"/>
                </a:lnTo>
                <a:lnTo>
                  <a:pt x="47625" y="376238"/>
                </a:lnTo>
                <a:lnTo>
                  <a:pt x="47625" y="366713"/>
                </a:lnTo>
                <a:lnTo>
                  <a:pt x="47625" y="357188"/>
                </a:lnTo>
                <a:lnTo>
                  <a:pt x="42863" y="352425"/>
                </a:lnTo>
                <a:lnTo>
                  <a:pt x="38100" y="347663"/>
                </a:lnTo>
                <a:lnTo>
                  <a:pt x="38100" y="338138"/>
                </a:lnTo>
                <a:lnTo>
                  <a:pt x="33338" y="333375"/>
                </a:lnTo>
                <a:lnTo>
                  <a:pt x="28575" y="328613"/>
                </a:lnTo>
                <a:lnTo>
                  <a:pt x="28575" y="319088"/>
                </a:lnTo>
                <a:lnTo>
                  <a:pt x="23813" y="314325"/>
                </a:lnTo>
                <a:lnTo>
                  <a:pt x="19050" y="309563"/>
                </a:lnTo>
                <a:lnTo>
                  <a:pt x="19050" y="300038"/>
                </a:lnTo>
                <a:lnTo>
                  <a:pt x="14288" y="295275"/>
                </a:lnTo>
                <a:lnTo>
                  <a:pt x="9525" y="290513"/>
                </a:lnTo>
                <a:lnTo>
                  <a:pt x="9525" y="280988"/>
                </a:lnTo>
                <a:lnTo>
                  <a:pt x="4763" y="276225"/>
                </a:lnTo>
                <a:lnTo>
                  <a:pt x="0" y="271463"/>
                </a:lnTo>
                <a:lnTo>
                  <a:pt x="0" y="261938"/>
                </a:lnTo>
                <a:lnTo>
                  <a:pt x="0" y="252413"/>
                </a:lnTo>
                <a:lnTo>
                  <a:pt x="0" y="242888"/>
                </a:lnTo>
                <a:lnTo>
                  <a:pt x="0" y="233363"/>
                </a:lnTo>
                <a:lnTo>
                  <a:pt x="0" y="223838"/>
                </a:lnTo>
                <a:lnTo>
                  <a:pt x="0" y="214313"/>
                </a:lnTo>
                <a:lnTo>
                  <a:pt x="4763" y="209550"/>
                </a:lnTo>
                <a:lnTo>
                  <a:pt x="14288" y="209550"/>
                </a:lnTo>
                <a:lnTo>
                  <a:pt x="19050" y="204788"/>
                </a:lnTo>
                <a:lnTo>
                  <a:pt x="23813" y="200025"/>
                </a:lnTo>
                <a:lnTo>
                  <a:pt x="28575" y="195263"/>
                </a:lnTo>
                <a:lnTo>
                  <a:pt x="28575" y="185738"/>
                </a:lnTo>
                <a:lnTo>
                  <a:pt x="33338" y="180975"/>
                </a:lnTo>
                <a:lnTo>
                  <a:pt x="38100" y="176213"/>
                </a:lnTo>
                <a:lnTo>
                  <a:pt x="38100" y="166688"/>
                </a:lnTo>
                <a:lnTo>
                  <a:pt x="38100" y="157163"/>
                </a:lnTo>
                <a:lnTo>
                  <a:pt x="38100" y="147638"/>
                </a:lnTo>
                <a:lnTo>
                  <a:pt x="38100" y="138113"/>
                </a:lnTo>
                <a:lnTo>
                  <a:pt x="33338" y="133350"/>
                </a:lnTo>
                <a:lnTo>
                  <a:pt x="28575" y="128588"/>
                </a:lnTo>
                <a:lnTo>
                  <a:pt x="33338" y="123825"/>
                </a:lnTo>
                <a:lnTo>
                  <a:pt x="42863" y="123825"/>
                </a:lnTo>
                <a:lnTo>
                  <a:pt x="47625" y="119063"/>
                </a:lnTo>
                <a:lnTo>
                  <a:pt x="52388" y="114300"/>
                </a:lnTo>
                <a:lnTo>
                  <a:pt x="61913" y="114300"/>
                </a:lnTo>
                <a:lnTo>
                  <a:pt x="66675" y="109538"/>
                </a:lnTo>
                <a:lnTo>
                  <a:pt x="71438" y="104775"/>
                </a:lnTo>
                <a:lnTo>
                  <a:pt x="76200" y="100013"/>
                </a:lnTo>
                <a:lnTo>
                  <a:pt x="80963" y="95250"/>
                </a:lnTo>
                <a:lnTo>
                  <a:pt x="85725" y="90488"/>
                </a:lnTo>
                <a:lnTo>
                  <a:pt x="85725" y="80963"/>
                </a:lnTo>
                <a:lnTo>
                  <a:pt x="85725" y="71438"/>
                </a:lnTo>
                <a:lnTo>
                  <a:pt x="90488" y="66675"/>
                </a:lnTo>
                <a:lnTo>
                  <a:pt x="100013" y="66675"/>
                </a:lnTo>
                <a:lnTo>
                  <a:pt x="109538" y="66675"/>
                </a:lnTo>
                <a:lnTo>
                  <a:pt x="114300" y="61913"/>
                </a:lnTo>
                <a:lnTo>
                  <a:pt x="119063" y="57150"/>
                </a:lnTo>
                <a:lnTo>
                  <a:pt x="123825" y="52388"/>
                </a:lnTo>
                <a:lnTo>
                  <a:pt x="128588" y="47625"/>
                </a:lnTo>
                <a:lnTo>
                  <a:pt x="133350" y="42863"/>
                </a:lnTo>
                <a:lnTo>
                  <a:pt x="138113" y="38100"/>
                </a:lnTo>
                <a:lnTo>
                  <a:pt x="142875" y="33338"/>
                </a:lnTo>
                <a:lnTo>
                  <a:pt x="147638" y="28575"/>
                </a:lnTo>
                <a:lnTo>
                  <a:pt x="152400" y="23813"/>
                </a:lnTo>
                <a:lnTo>
                  <a:pt x="157163" y="19050"/>
                </a:lnTo>
                <a:lnTo>
                  <a:pt x="166688" y="19050"/>
                </a:lnTo>
                <a:lnTo>
                  <a:pt x="171450" y="14288"/>
                </a:lnTo>
                <a:lnTo>
                  <a:pt x="176213" y="9525"/>
                </a:lnTo>
                <a:lnTo>
                  <a:pt x="185738" y="9525"/>
                </a:lnTo>
                <a:lnTo>
                  <a:pt x="195263" y="9525"/>
                </a:lnTo>
                <a:lnTo>
                  <a:pt x="204788" y="9525"/>
                </a:lnTo>
                <a:lnTo>
                  <a:pt x="209550" y="4763"/>
                </a:lnTo>
                <a:close/>
              </a:path>
            </a:pathLst>
          </a:custGeom>
          <a:solidFill xmlns:a="http://schemas.openxmlformats.org/drawingml/2006/main">
            <a:srgbClr val="D4D4D4"/>
          </a:solidFill>
          <a:ln xmlns:a="http://schemas.openxmlformats.org/drawingml/2006/main" w="0">
            <a:noFill/>
            <a:prstDash val="solid"/>
          </a:ln>
        </p:spPr>
      </p:sp>
      <p:sp>
        <p:nvSpPr>
          <p:cNvPr id="509" name="deep-skill-chaining-source-component-10-gradient-214-0">
            <a:extLst xmlns:a="http://schemas.openxmlformats.org/drawingml/2006/main">
              <a:ext uri="{FF2B5EF4-FFF2-40B4-BE49-F238E27FC236}">
                <a16:creationId xmlns:a16="http://schemas.microsoft.com/office/drawing/2014/main" id="{E42F5ACF-35DF-4FB9-892A-54244B4CF7C0}"/>
              </a:ext>
            </a:extLst>
          </p:cNvPr>
          <p:cNvSpPr>
            <a:spLocks xmlns:a="http://schemas.openxmlformats.org/drawingml/2006/main" noGrp="1"/>
          </p:cNvSpPr>
          <p:nvPr/>
        </p:nvSpPr>
        <p:spPr>
          <a:xfrm xmlns:a="http://schemas.openxmlformats.org/drawingml/2006/main" rot="0">
            <a:off x="4524375" y="638175"/>
            <a:ext cx="485775" cy="485775"/>
          </a:xfrm>
          <a:custGeom xmlns:a="http://schemas.openxmlformats.org/drawingml/2006/main">
            <a:pathLst>
              <a:path w="485775" h="485775">
                <a:moveTo>
                  <a:pt x="200025" y="4763"/>
                </a:move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295275" y="4763"/>
                </a:lnTo>
                <a:lnTo>
                  <a:pt x="300038" y="9525"/>
                </a:lnTo>
                <a:lnTo>
                  <a:pt x="309563" y="9525"/>
                </a:lnTo>
                <a:lnTo>
                  <a:pt x="314325" y="14288"/>
                </a:lnTo>
                <a:lnTo>
                  <a:pt x="319088" y="19050"/>
                </a:lnTo>
                <a:lnTo>
                  <a:pt x="328613" y="19050"/>
                </a:lnTo>
                <a:lnTo>
                  <a:pt x="338138" y="19050"/>
                </a:lnTo>
                <a:lnTo>
                  <a:pt x="347663" y="19050"/>
                </a:lnTo>
                <a:lnTo>
                  <a:pt x="352425" y="23813"/>
                </a:lnTo>
                <a:lnTo>
                  <a:pt x="357188" y="28575"/>
                </a:lnTo>
                <a:lnTo>
                  <a:pt x="361950" y="33338"/>
                </a:lnTo>
                <a:lnTo>
                  <a:pt x="366713" y="38100"/>
                </a:lnTo>
                <a:lnTo>
                  <a:pt x="376238" y="38100"/>
                </a:lnTo>
                <a:lnTo>
                  <a:pt x="381000" y="42863"/>
                </a:lnTo>
                <a:lnTo>
                  <a:pt x="385763" y="47625"/>
                </a:lnTo>
                <a:lnTo>
                  <a:pt x="390525" y="52388"/>
                </a:lnTo>
                <a:lnTo>
                  <a:pt x="395288" y="57150"/>
                </a:lnTo>
                <a:lnTo>
                  <a:pt x="400050" y="61913"/>
                </a:lnTo>
                <a:lnTo>
                  <a:pt x="404813" y="66675"/>
                </a:lnTo>
                <a:lnTo>
                  <a:pt x="409575" y="71438"/>
                </a:lnTo>
                <a:lnTo>
                  <a:pt x="414338" y="76200"/>
                </a:lnTo>
                <a:lnTo>
                  <a:pt x="419100" y="80963"/>
                </a:lnTo>
                <a:lnTo>
                  <a:pt x="423863" y="85725"/>
                </a:lnTo>
                <a:lnTo>
                  <a:pt x="428625" y="90488"/>
                </a:lnTo>
                <a:lnTo>
                  <a:pt x="428625" y="100013"/>
                </a:lnTo>
                <a:lnTo>
                  <a:pt x="433388" y="104775"/>
                </a:lnTo>
                <a:lnTo>
                  <a:pt x="438150" y="109538"/>
                </a:lnTo>
                <a:lnTo>
                  <a:pt x="442913" y="114300"/>
                </a:lnTo>
                <a:lnTo>
                  <a:pt x="447675" y="119063"/>
                </a:lnTo>
                <a:lnTo>
                  <a:pt x="452438" y="123825"/>
                </a:lnTo>
                <a:lnTo>
                  <a:pt x="457200" y="128588"/>
                </a:lnTo>
                <a:lnTo>
                  <a:pt x="461963" y="133350"/>
                </a:lnTo>
                <a:lnTo>
                  <a:pt x="466725" y="138113"/>
                </a:lnTo>
                <a:lnTo>
                  <a:pt x="466725" y="147638"/>
                </a:lnTo>
                <a:lnTo>
                  <a:pt x="466725" y="157163"/>
                </a:lnTo>
                <a:lnTo>
                  <a:pt x="466725" y="166688"/>
                </a:lnTo>
                <a:lnTo>
                  <a:pt x="466725" y="176213"/>
                </a:lnTo>
                <a:lnTo>
                  <a:pt x="466725" y="185738"/>
                </a:lnTo>
                <a:lnTo>
                  <a:pt x="466725" y="195263"/>
                </a:lnTo>
                <a:lnTo>
                  <a:pt x="471488" y="200025"/>
                </a:lnTo>
                <a:lnTo>
                  <a:pt x="476250" y="204788"/>
                </a:lnTo>
                <a:lnTo>
                  <a:pt x="476250" y="214313"/>
                </a:lnTo>
                <a:lnTo>
                  <a:pt x="476250" y="223838"/>
                </a:lnTo>
                <a:lnTo>
                  <a:pt x="481013" y="228600"/>
                </a:lnTo>
                <a:lnTo>
                  <a:pt x="485775" y="233363"/>
                </a:lnTo>
                <a:lnTo>
                  <a:pt x="485775" y="242888"/>
                </a:lnTo>
                <a:lnTo>
                  <a:pt x="485775" y="252413"/>
                </a:lnTo>
                <a:lnTo>
                  <a:pt x="485775" y="261938"/>
                </a:lnTo>
                <a:lnTo>
                  <a:pt x="481013" y="266700"/>
                </a:lnTo>
                <a:lnTo>
                  <a:pt x="476250" y="271463"/>
                </a:lnTo>
                <a:lnTo>
                  <a:pt x="476250" y="280988"/>
                </a:lnTo>
                <a:lnTo>
                  <a:pt x="476250" y="290513"/>
                </a:lnTo>
                <a:lnTo>
                  <a:pt x="476250" y="300038"/>
                </a:lnTo>
                <a:lnTo>
                  <a:pt x="476250" y="309563"/>
                </a:lnTo>
                <a:lnTo>
                  <a:pt x="476250" y="319088"/>
                </a:lnTo>
                <a:lnTo>
                  <a:pt x="471488" y="323850"/>
                </a:lnTo>
                <a:lnTo>
                  <a:pt x="466725" y="328613"/>
                </a:lnTo>
                <a:lnTo>
                  <a:pt x="461963" y="333375"/>
                </a:lnTo>
                <a:lnTo>
                  <a:pt x="457200" y="338138"/>
                </a:lnTo>
                <a:lnTo>
                  <a:pt x="457200" y="347663"/>
                </a:lnTo>
                <a:lnTo>
                  <a:pt x="452438" y="352425"/>
                </a:lnTo>
                <a:lnTo>
                  <a:pt x="447675" y="357188"/>
                </a:lnTo>
                <a:lnTo>
                  <a:pt x="442913" y="361950"/>
                </a:lnTo>
                <a:lnTo>
                  <a:pt x="438150" y="366713"/>
                </a:lnTo>
                <a:lnTo>
                  <a:pt x="438150" y="376238"/>
                </a:lnTo>
                <a:lnTo>
                  <a:pt x="438150" y="385763"/>
                </a:lnTo>
                <a:lnTo>
                  <a:pt x="438150" y="395288"/>
                </a:lnTo>
                <a:lnTo>
                  <a:pt x="438150" y="404813"/>
                </a:lnTo>
                <a:lnTo>
                  <a:pt x="433388" y="409575"/>
                </a:lnTo>
                <a:lnTo>
                  <a:pt x="428625" y="414338"/>
                </a:lnTo>
                <a:lnTo>
                  <a:pt x="423863" y="419100"/>
                </a:lnTo>
                <a:lnTo>
                  <a:pt x="419100" y="423863"/>
                </a:lnTo>
                <a:lnTo>
                  <a:pt x="414338" y="428625"/>
                </a:lnTo>
                <a:lnTo>
                  <a:pt x="409575" y="433388"/>
                </a:lnTo>
                <a:lnTo>
                  <a:pt x="404813" y="438150"/>
                </a:lnTo>
                <a:lnTo>
                  <a:pt x="395288" y="438150"/>
                </a:lnTo>
                <a:lnTo>
                  <a:pt x="390525" y="442913"/>
                </a:lnTo>
                <a:lnTo>
                  <a:pt x="385763" y="447675"/>
                </a:lnTo>
                <a:lnTo>
                  <a:pt x="376238" y="447675"/>
                </a:lnTo>
                <a:lnTo>
                  <a:pt x="366713" y="447675"/>
                </a:lnTo>
                <a:lnTo>
                  <a:pt x="361950" y="452438"/>
                </a:lnTo>
                <a:lnTo>
                  <a:pt x="357188" y="457200"/>
                </a:lnTo>
                <a:lnTo>
                  <a:pt x="352425" y="461963"/>
                </a:lnTo>
                <a:lnTo>
                  <a:pt x="347663" y="466725"/>
                </a:lnTo>
                <a:lnTo>
                  <a:pt x="338138" y="466725"/>
                </a:lnTo>
                <a:lnTo>
                  <a:pt x="328613" y="466725"/>
                </a:lnTo>
                <a:lnTo>
                  <a:pt x="323850" y="471488"/>
                </a:lnTo>
                <a:lnTo>
                  <a:pt x="319088" y="476250"/>
                </a:lnTo>
                <a:lnTo>
                  <a:pt x="309563" y="476250"/>
                </a:lnTo>
                <a:lnTo>
                  <a:pt x="300038" y="476250"/>
                </a:lnTo>
                <a:lnTo>
                  <a:pt x="295275" y="481013"/>
                </a:lnTo>
                <a:lnTo>
                  <a:pt x="290513" y="485775"/>
                </a:lnTo>
                <a:lnTo>
                  <a:pt x="280988" y="485775"/>
                </a:lnTo>
                <a:lnTo>
                  <a:pt x="271463" y="485775"/>
                </a:lnTo>
                <a:lnTo>
                  <a:pt x="261938" y="485775"/>
                </a:lnTo>
                <a:lnTo>
                  <a:pt x="252413" y="485775"/>
                </a:lnTo>
                <a:lnTo>
                  <a:pt x="242888" y="485775"/>
                </a:lnTo>
                <a:lnTo>
                  <a:pt x="233363" y="485775"/>
                </a:lnTo>
                <a:lnTo>
                  <a:pt x="223838" y="485775"/>
                </a:lnTo>
                <a:lnTo>
                  <a:pt x="214313" y="485775"/>
                </a:lnTo>
                <a:lnTo>
                  <a:pt x="204788" y="485775"/>
                </a:lnTo>
                <a:lnTo>
                  <a:pt x="200025" y="481013"/>
                </a:lnTo>
                <a:lnTo>
                  <a:pt x="195263" y="476250"/>
                </a:lnTo>
                <a:lnTo>
                  <a:pt x="185738" y="476250"/>
                </a:lnTo>
                <a:lnTo>
                  <a:pt x="176213" y="476250"/>
                </a:lnTo>
                <a:lnTo>
                  <a:pt x="166688" y="476250"/>
                </a:lnTo>
                <a:lnTo>
                  <a:pt x="161925" y="471488"/>
                </a:lnTo>
                <a:lnTo>
                  <a:pt x="157163" y="466725"/>
                </a:lnTo>
                <a:lnTo>
                  <a:pt x="147638" y="466725"/>
                </a:lnTo>
                <a:lnTo>
                  <a:pt x="142875" y="461963"/>
                </a:lnTo>
                <a:lnTo>
                  <a:pt x="138113" y="457200"/>
                </a:lnTo>
                <a:lnTo>
                  <a:pt x="128588" y="457200"/>
                </a:lnTo>
                <a:lnTo>
                  <a:pt x="119063" y="457200"/>
                </a:lnTo>
                <a:lnTo>
                  <a:pt x="114300" y="452438"/>
                </a:lnTo>
                <a:lnTo>
                  <a:pt x="109538" y="447675"/>
                </a:lnTo>
                <a:lnTo>
                  <a:pt x="104775" y="442913"/>
                </a:lnTo>
                <a:lnTo>
                  <a:pt x="100013" y="438150"/>
                </a:lnTo>
                <a:lnTo>
                  <a:pt x="90488" y="438150"/>
                </a:lnTo>
                <a:lnTo>
                  <a:pt x="85725" y="433388"/>
                </a:lnTo>
                <a:lnTo>
                  <a:pt x="80963" y="428625"/>
                </a:lnTo>
                <a:lnTo>
                  <a:pt x="76200" y="423863"/>
                </a:lnTo>
                <a:lnTo>
                  <a:pt x="71438" y="419100"/>
                </a:lnTo>
                <a:lnTo>
                  <a:pt x="66675" y="414338"/>
                </a:lnTo>
                <a:lnTo>
                  <a:pt x="61913" y="409575"/>
                </a:lnTo>
                <a:lnTo>
                  <a:pt x="57150" y="404813"/>
                </a:lnTo>
                <a:lnTo>
                  <a:pt x="57150" y="395288"/>
                </a:lnTo>
                <a:lnTo>
                  <a:pt x="52388" y="390525"/>
                </a:lnTo>
                <a:lnTo>
                  <a:pt x="47625" y="385763"/>
                </a:lnTo>
                <a:lnTo>
                  <a:pt x="42863" y="381000"/>
                </a:lnTo>
                <a:lnTo>
                  <a:pt x="38100" y="376238"/>
                </a:lnTo>
                <a:lnTo>
                  <a:pt x="38100" y="366713"/>
                </a:lnTo>
                <a:lnTo>
                  <a:pt x="38100" y="357188"/>
                </a:lnTo>
                <a:lnTo>
                  <a:pt x="38100" y="347663"/>
                </a:lnTo>
                <a:lnTo>
                  <a:pt x="38100" y="338138"/>
                </a:lnTo>
                <a:lnTo>
                  <a:pt x="33338" y="333375"/>
                </a:lnTo>
                <a:lnTo>
                  <a:pt x="28575" y="328613"/>
                </a:lnTo>
                <a:lnTo>
                  <a:pt x="23813" y="323850"/>
                </a:lnTo>
                <a:lnTo>
                  <a:pt x="19050" y="319088"/>
                </a:lnTo>
                <a:lnTo>
                  <a:pt x="19050" y="309563"/>
                </a:lnTo>
                <a:lnTo>
                  <a:pt x="14288" y="304800"/>
                </a:lnTo>
                <a:lnTo>
                  <a:pt x="9525" y="300038"/>
                </a:lnTo>
                <a:lnTo>
                  <a:pt x="4763" y="295275"/>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4763" y="200025"/>
                </a:lnTo>
                <a:lnTo>
                  <a:pt x="9525" y="195263"/>
                </a:lnTo>
                <a:lnTo>
                  <a:pt x="14288" y="190500"/>
                </a:lnTo>
                <a:lnTo>
                  <a:pt x="19050" y="185738"/>
                </a:lnTo>
                <a:lnTo>
                  <a:pt x="23813" y="180975"/>
                </a:lnTo>
                <a:lnTo>
                  <a:pt x="28575" y="176213"/>
                </a:lnTo>
                <a:lnTo>
                  <a:pt x="28575" y="166688"/>
                </a:lnTo>
                <a:lnTo>
                  <a:pt x="28575" y="157163"/>
                </a:lnTo>
                <a:lnTo>
                  <a:pt x="28575" y="147638"/>
                </a:lnTo>
                <a:lnTo>
                  <a:pt x="28575" y="138113"/>
                </a:lnTo>
                <a:lnTo>
                  <a:pt x="28575" y="128588"/>
                </a:lnTo>
                <a:lnTo>
                  <a:pt x="28575" y="119063"/>
                </a:lnTo>
                <a:lnTo>
                  <a:pt x="33338" y="114300"/>
                </a:lnTo>
                <a:lnTo>
                  <a:pt x="42863" y="114300"/>
                </a:lnTo>
                <a:lnTo>
                  <a:pt x="47625" y="109538"/>
                </a:lnTo>
                <a:lnTo>
                  <a:pt x="52388" y="104775"/>
                </a:lnTo>
                <a:lnTo>
                  <a:pt x="61913" y="104775"/>
                </a:lnTo>
                <a:lnTo>
                  <a:pt x="66675" y="100013"/>
                </a:lnTo>
                <a:lnTo>
                  <a:pt x="66675" y="90488"/>
                </a:lnTo>
                <a:lnTo>
                  <a:pt x="71438" y="85725"/>
                </a:lnTo>
                <a:lnTo>
                  <a:pt x="76200" y="80963"/>
                </a:lnTo>
                <a:lnTo>
                  <a:pt x="80963" y="76200"/>
                </a:lnTo>
                <a:lnTo>
                  <a:pt x="85725" y="71438"/>
                </a:lnTo>
                <a:lnTo>
                  <a:pt x="90488" y="66675"/>
                </a:lnTo>
                <a:lnTo>
                  <a:pt x="95250" y="61913"/>
                </a:lnTo>
                <a:lnTo>
                  <a:pt x="100013" y="57150"/>
                </a:lnTo>
                <a:lnTo>
                  <a:pt x="104775" y="52388"/>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6213" y="19050"/>
                </a:lnTo>
                <a:lnTo>
                  <a:pt x="180975" y="14288"/>
                </a:lnTo>
                <a:lnTo>
                  <a:pt x="185738" y="9525"/>
                </a:lnTo>
                <a:lnTo>
                  <a:pt x="195263" y="9525"/>
                </a:lnTo>
                <a:lnTo>
                  <a:pt x="200025" y="4763"/>
                </a:lnTo>
                <a:close/>
              </a:path>
            </a:pathLst>
          </a:custGeom>
          <a:solidFill xmlns:a="http://schemas.openxmlformats.org/drawingml/2006/main">
            <a:srgbClr val="D6D6D6"/>
          </a:solidFill>
          <a:ln xmlns:a="http://schemas.openxmlformats.org/drawingml/2006/main" w="0">
            <a:noFill/>
            <a:prstDash val="solid"/>
          </a:ln>
        </p:spPr>
      </p:sp>
      <p:sp>
        <p:nvSpPr>
          <p:cNvPr id="510" name="deep-skill-chaining-source-component-10-gradient-216-0">
            <a:extLst xmlns:a="http://schemas.openxmlformats.org/drawingml/2006/main">
              <a:ext uri="{FF2B5EF4-FFF2-40B4-BE49-F238E27FC236}">
                <a16:creationId xmlns:a16="http://schemas.microsoft.com/office/drawing/2014/main" id="{B1AB970E-2C70-46D7-A0D4-CAF6CF291A47}"/>
              </a:ext>
            </a:extLst>
          </p:cNvPr>
          <p:cNvSpPr>
            <a:spLocks xmlns:a="http://schemas.openxmlformats.org/drawingml/2006/main" noGrp="1"/>
          </p:cNvSpPr>
          <p:nvPr/>
        </p:nvSpPr>
        <p:spPr>
          <a:xfrm xmlns:a="http://schemas.openxmlformats.org/drawingml/2006/main" rot="0">
            <a:off x="4533900" y="657225"/>
            <a:ext cx="457200" cy="447675"/>
          </a:xfrm>
          <a:custGeom xmlns:a="http://schemas.openxmlformats.org/drawingml/2006/main">
            <a:pathLst>
              <a:path w="457200" h="447675">
                <a:moveTo>
                  <a:pt x="200025" y="4763"/>
                </a:moveTo>
                <a:lnTo>
                  <a:pt x="204788" y="0"/>
                </a:lnTo>
                <a:lnTo>
                  <a:pt x="214313" y="0"/>
                </a:lnTo>
                <a:lnTo>
                  <a:pt x="223838" y="0"/>
                </a:lnTo>
                <a:lnTo>
                  <a:pt x="233363" y="0"/>
                </a:lnTo>
                <a:lnTo>
                  <a:pt x="242888" y="0"/>
                </a:lnTo>
                <a:lnTo>
                  <a:pt x="252413" y="0"/>
                </a:lnTo>
                <a:lnTo>
                  <a:pt x="261938" y="0"/>
                </a:lnTo>
                <a:lnTo>
                  <a:pt x="271463" y="0"/>
                </a:lnTo>
                <a:lnTo>
                  <a:pt x="276225" y="4763"/>
                </a:lnTo>
                <a:lnTo>
                  <a:pt x="280988" y="9525"/>
                </a:lnTo>
                <a:lnTo>
                  <a:pt x="290513" y="9525"/>
                </a:lnTo>
                <a:lnTo>
                  <a:pt x="300038" y="9525"/>
                </a:lnTo>
                <a:lnTo>
                  <a:pt x="309563" y="9525"/>
                </a:lnTo>
                <a:lnTo>
                  <a:pt x="314325" y="14288"/>
                </a:lnTo>
                <a:lnTo>
                  <a:pt x="319088" y="19050"/>
                </a:lnTo>
                <a:lnTo>
                  <a:pt x="328613" y="19050"/>
                </a:lnTo>
                <a:lnTo>
                  <a:pt x="333375" y="23813"/>
                </a:lnTo>
                <a:lnTo>
                  <a:pt x="338138" y="28575"/>
                </a:lnTo>
                <a:lnTo>
                  <a:pt x="347663" y="28575"/>
                </a:lnTo>
                <a:lnTo>
                  <a:pt x="357188" y="28575"/>
                </a:lnTo>
                <a:lnTo>
                  <a:pt x="361950" y="33338"/>
                </a:lnTo>
                <a:lnTo>
                  <a:pt x="366713" y="38100"/>
                </a:lnTo>
                <a:lnTo>
                  <a:pt x="371475" y="42863"/>
                </a:lnTo>
                <a:lnTo>
                  <a:pt x="376238" y="47625"/>
                </a:lnTo>
                <a:lnTo>
                  <a:pt x="381000" y="52388"/>
                </a:lnTo>
                <a:lnTo>
                  <a:pt x="381000" y="61913"/>
                </a:lnTo>
                <a:lnTo>
                  <a:pt x="385763" y="66675"/>
                </a:lnTo>
                <a:lnTo>
                  <a:pt x="395288" y="66675"/>
                </a:lnTo>
                <a:lnTo>
                  <a:pt x="400050" y="71438"/>
                </a:lnTo>
                <a:lnTo>
                  <a:pt x="400050" y="80963"/>
                </a:lnTo>
                <a:lnTo>
                  <a:pt x="404813" y="85725"/>
                </a:lnTo>
                <a:lnTo>
                  <a:pt x="409575" y="90488"/>
                </a:lnTo>
                <a:lnTo>
                  <a:pt x="414338" y="95250"/>
                </a:lnTo>
                <a:lnTo>
                  <a:pt x="419100" y="100013"/>
                </a:lnTo>
                <a:lnTo>
                  <a:pt x="423863" y="104775"/>
                </a:lnTo>
                <a:lnTo>
                  <a:pt x="428625" y="109538"/>
                </a:lnTo>
                <a:lnTo>
                  <a:pt x="433388" y="114300"/>
                </a:lnTo>
                <a:lnTo>
                  <a:pt x="438150" y="119063"/>
                </a:lnTo>
                <a:lnTo>
                  <a:pt x="442913" y="123825"/>
                </a:lnTo>
                <a:lnTo>
                  <a:pt x="447675" y="128588"/>
                </a:lnTo>
                <a:lnTo>
                  <a:pt x="447675" y="138113"/>
                </a:lnTo>
                <a:lnTo>
                  <a:pt x="447675" y="147638"/>
                </a:lnTo>
                <a:lnTo>
                  <a:pt x="447675" y="157163"/>
                </a:lnTo>
                <a:lnTo>
                  <a:pt x="447675" y="166688"/>
                </a:lnTo>
                <a:lnTo>
                  <a:pt x="447675" y="176213"/>
                </a:lnTo>
                <a:lnTo>
                  <a:pt x="447675" y="185738"/>
                </a:lnTo>
                <a:lnTo>
                  <a:pt x="447675" y="195263"/>
                </a:lnTo>
                <a:lnTo>
                  <a:pt x="447675" y="204788"/>
                </a:lnTo>
                <a:lnTo>
                  <a:pt x="452438" y="209550"/>
                </a:lnTo>
                <a:lnTo>
                  <a:pt x="457200" y="214313"/>
                </a:lnTo>
                <a:lnTo>
                  <a:pt x="457200" y="223838"/>
                </a:lnTo>
                <a:lnTo>
                  <a:pt x="457200" y="233363"/>
                </a:lnTo>
                <a:lnTo>
                  <a:pt x="457200" y="242888"/>
                </a:lnTo>
                <a:lnTo>
                  <a:pt x="452438" y="247650"/>
                </a:lnTo>
                <a:lnTo>
                  <a:pt x="447675" y="252413"/>
                </a:lnTo>
                <a:lnTo>
                  <a:pt x="447675" y="261938"/>
                </a:lnTo>
                <a:lnTo>
                  <a:pt x="447675" y="271463"/>
                </a:lnTo>
                <a:lnTo>
                  <a:pt x="447675" y="280988"/>
                </a:lnTo>
                <a:lnTo>
                  <a:pt x="447675" y="290513"/>
                </a:lnTo>
                <a:lnTo>
                  <a:pt x="447675" y="300038"/>
                </a:lnTo>
                <a:lnTo>
                  <a:pt x="442913" y="304800"/>
                </a:lnTo>
                <a:lnTo>
                  <a:pt x="438150" y="309563"/>
                </a:lnTo>
                <a:lnTo>
                  <a:pt x="433388" y="314325"/>
                </a:lnTo>
                <a:lnTo>
                  <a:pt x="428625" y="319088"/>
                </a:lnTo>
                <a:lnTo>
                  <a:pt x="428625" y="328613"/>
                </a:lnTo>
                <a:lnTo>
                  <a:pt x="423863" y="333375"/>
                </a:lnTo>
                <a:lnTo>
                  <a:pt x="419100" y="338138"/>
                </a:lnTo>
                <a:lnTo>
                  <a:pt x="414338" y="342900"/>
                </a:lnTo>
                <a:lnTo>
                  <a:pt x="409575" y="347663"/>
                </a:lnTo>
                <a:lnTo>
                  <a:pt x="409575" y="357188"/>
                </a:lnTo>
                <a:lnTo>
                  <a:pt x="404813" y="361950"/>
                </a:lnTo>
                <a:lnTo>
                  <a:pt x="400050" y="366713"/>
                </a:lnTo>
                <a:lnTo>
                  <a:pt x="400050" y="376238"/>
                </a:lnTo>
                <a:lnTo>
                  <a:pt x="400050" y="385763"/>
                </a:lnTo>
                <a:lnTo>
                  <a:pt x="395288" y="390525"/>
                </a:lnTo>
                <a:lnTo>
                  <a:pt x="390525" y="395288"/>
                </a:lnTo>
                <a:lnTo>
                  <a:pt x="385763" y="400050"/>
                </a:lnTo>
                <a:lnTo>
                  <a:pt x="381000" y="404813"/>
                </a:lnTo>
                <a:lnTo>
                  <a:pt x="376238" y="409575"/>
                </a:lnTo>
                <a:lnTo>
                  <a:pt x="371475" y="414338"/>
                </a:lnTo>
                <a:lnTo>
                  <a:pt x="366713" y="419100"/>
                </a:lnTo>
                <a:lnTo>
                  <a:pt x="357188" y="419100"/>
                </a:lnTo>
                <a:lnTo>
                  <a:pt x="347663" y="419100"/>
                </a:lnTo>
                <a:lnTo>
                  <a:pt x="342900" y="423863"/>
                </a:lnTo>
                <a:lnTo>
                  <a:pt x="338138" y="428625"/>
                </a:lnTo>
                <a:lnTo>
                  <a:pt x="328613" y="428625"/>
                </a:lnTo>
                <a:lnTo>
                  <a:pt x="319088" y="428625"/>
                </a:lnTo>
                <a:lnTo>
                  <a:pt x="314325" y="433388"/>
                </a:lnTo>
                <a:lnTo>
                  <a:pt x="309563" y="438150"/>
                </a:lnTo>
                <a:lnTo>
                  <a:pt x="300038" y="438150"/>
                </a:lnTo>
                <a:lnTo>
                  <a:pt x="290513" y="438150"/>
                </a:lnTo>
                <a:lnTo>
                  <a:pt x="285750" y="442913"/>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61925" y="442913"/>
                </a:lnTo>
                <a:lnTo>
                  <a:pt x="157163" y="438150"/>
                </a:lnTo>
                <a:lnTo>
                  <a:pt x="152400" y="433388"/>
                </a:lnTo>
                <a:lnTo>
                  <a:pt x="147638" y="428625"/>
                </a:lnTo>
                <a:lnTo>
                  <a:pt x="138113" y="428625"/>
                </a:lnTo>
                <a:lnTo>
                  <a:pt x="128588" y="428625"/>
                </a:lnTo>
                <a:lnTo>
                  <a:pt x="123825" y="423863"/>
                </a:lnTo>
                <a:lnTo>
                  <a:pt x="119063" y="419100"/>
                </a:lnTo>
                <a:lnTo>
                  <a:pt x="109538" y="419100"/>
                </a:lnTo>
                <a:lnTo>
                  <a:pt x="104775" y="414338"/>
                </a:lnTo>
                <a:lnTo>
                  <a:pt x="100013" y="409575"/>
                </a:lnTo>
                <a:lnTo>
                  <a:pt x="95250" y="404813"/>
                </a:lnTo>
                <a:lnTo>
                  <a:pt x="90488" y="400050"/>
                </a:lnTo>
                <a:lnTo>
                  <a:pt x="85725" y="395288"/>
                </a:lnTo>
                <a:lnTo>
                  <a:pt x="80963" y="390525"/>
                </a:lnTo>
                <a:lnTo>
                  <a:pt x="76200" y="385763"/>
                </a:lnTo>
                <a:lnTo>
                  <a:pt x="71438" y="381000"/>
                </a:lnTo>
                <a:lnTo>
                  <a:pt x="66675" y="376238"/>
                </a:lnTo>
                <a:lnTo>
                  <a:pt x="61913" y="371475"/>
                </a:lnTo>
                <a:lnTo>
                  <a:pt x="52388" y="371475"/>
                </a:lnTo>
                <a:lnTo>
                  <a:pt x="47625" y="366713"/>
                </a:lnTo>
                <a:lnTo>
                  <a:pt x="47625" y="357188"/>
                </a:lnTo>
                <a:lnTo>
                  <a:pt x="47625" y="347663"/>
                </a:lnTo>
                <a:lnTo>
                  <a:pt x="47625" y="338138"/>
                </a:lnTo>
                <a:lnTo>
                  <a:pt x="47625" y="328613"/>
                </a:lnTo>
                <a:lnTo>
                  <a:pt x="47625" y="319088"/>
                </a:lnTo>
                <a:lnTo>
                  <a:pt x="42863" y="314325"/>
                </a:lnTo>
                <a:lnTo>
                  <a:pt x="38100" y="309563"/>
                </a:lnTo>
                <a:lnTo>
                  <a:pt x="38100" y="300038"/>
                </a:lnTo>
                <a:lnTo>
                  <a:pt x="33338" y="295275"/>
                </a:lnTo>
                <a:lnTo>
                  <a:pt x="28575" y="290513"/>
                </a:lnTo>
                <a:lnTo>
                  <a:pt x="23813" y="285750"/>
                </a:lnTo>
                <a:lnTo>
                  <a:pt x="19050" y="280988"/>
                </a:lnTo>
                <a:lnTo>
                  <a:pt x="14288" y="276225"/>
                </a:lnTo>
                <a:lnTo>
                  <a:pt x="9525" y="271463"/>
                </a:lnTo>
                <a:lnTo>
                  <a:pt x="9525" y="261938"/>
                </a:lnTo>
                <a:lnTo>
                  <a:pt x="9525" y="252413"/>
                </a:lnTo>
                <a:lnTo>
                  <a:pt x="4763" y="247650"/>
                </a:lnTo>
                <a:lnTo>
                  <a:pt x="0" y="242888"/>
                </a:lnTo>
                <a:lnTo>
                  <a:pt x="0" y="233363"/>
                </a:lnTo>
                <a:lnTo>
                  <a:pt x="0" y="223838"/>
                </a:lnTo>
                <a:lnTo>
                  <a:pt x="4763" y="219075"/>
                </a:lnTo>
                <a:lnTo>
                  <a:pt x="9525" y="214313"/>
                </a:lnTo>
                <a:lnTo>
                  <a:pt x="9525" y="204788"/>
                </a:lnTo>
                <a:lnTo>
                  <a:pt x="9525" y="195263"/>
                </a:lnTo>
                <a:lnTo>
                  <a:pt x="9525" y="185738"/>
                </a:lnTo>
                <a:lnTo>
                  <a:pt x="14288" y="180975"/>
                </a:lnTo>
                <a:lnTo>
                  <a:pt x="19050" y="176213"/>
                </a:lnTo>
                <a:lnTo>
                  <a:pt x="23813" y="171450"/>
                </a:lnTo>
                <a:lnTo>
                  <a:pt x="28575" y="166688"/>
                </a:lnTo>
                <a:lnTo>
                  <a:pt x="33338" y="161925"/>
                </a:lnTo>
                <a:lnTo>
                  <a:pt x="38100" y="157163"/>
                </a:lnTo>
                <a:lnTo>
                  <a:pt x="33338" y="152400"/>
                </a:lnTo>
                <a:lnTo>
                  <a:pt x="28575" y="147638"/>
                </a:lnTo>
                <a:lnTo>
                  <a:pt x="28575" y="138113"/>
                </a:lnTo>
                <a:lnTo>
                  <a:pt x="28575" y="128588"/>
                </a:lnTo>
                <a:lnTo>
                  <a:pt x="33338" y="123825"/>
                </a:lnTo>
                <a:lnTo>
                  <a:pt x="38100" y="119063"/>
                </a:lnTo>
                <a:lnTo>
                  <a:pt x="38100" y="109538"/>
                </a:lnTo>
                <a:lnTo>
                  <a:pt x="42863" y="104775"/>
                </a:lnTo>
                <a:lnTo>
                  <a:pt x="47625" y="100013"/>
                </a:lnTo>
                <a:lnTo>
                  <a:pt x="52388" y="95250"/>
                </a:lnTo>
                <a:lnTo>
                  <a:pt x="57150" y="90488"/>
                </a:lnTo>
                <a:lnTo>
                  <a:pt x="61913" y="85725"/>
                </a:lnTo>
                <a:lnTo>
                  <a:pt x="66675" y="80963"/>
                </a:lnTo>
                <a:lnTo>
                  <a:pt x="66675" y="71438"/>
                </a:lnTo>
                <a:lnTo>
                  <a:pt x="71438" y="66675"/>
                </a:lnTo>
                <a:lnTo>
                  <a:pt x="76200" y="61913"/>
                </a:lnTo>
                <a:lnTo>
                  <a:pt x="80963" y="57150"/>
                </a:lnTo>
                <a:lnTo>
                  <a:pt x="90488" y="57150"/>
                </a:lnTo>
                <a:lnTo>
                  <a:pt x="95250" y="52388"/>
                </a:lnTo>
                <a:lnTo>
                  <a:pt x="100013" y="47625"/>
                </a:lnTo>
                <a:lnTo>
                  <a:pt x="104775" y="42863"/>
                </a:lnTo>
                <a:lnTo>
                  <a:pt x="109538" y="38100"/>
                </a:lnTo>
                <a:lnTo>
                  <a:pt x="114300" y="33338"/>
                </a:lnTo>
                <a:lnTo>
                  <a:pt x="119063" y="28575"/>
                </a:lnTo>
                <a:lnTo>
                  <a:pt x="128588" y="28575"/>
                </a:lnTo>
                <a:lnTo>
                  <a:pt x="138113" y="28575"/>
                </a:lnTo>
                <a:lnTo>
                  <a:pt x="142875" y="23813"/>
                </a:lnTo>
                <a:lnTo>
                  <a:pt x="147638" y="19050"/>
                </a:lnTo>
                <a:lnTo>
                  <a:pt x="157163" y="19050"/>
                </a:lnTo>
                <a:lnTo>
                  <a:pt x="161925" y="14288"/>
                </a:lnTo>
                <a:lnTo>
                  <a:pt x="166688" y="9525"/>
                </a:lnTo>
                <a:lnTo>
                  <a:pt x="176213" y="9525"/>
                </a:lnTo>
                <a:lnTo>
                  <a:pt x="185738" y="9525"/>
                </a:lnTo>
                <a:lnTo>
                  <a:pt x="195263" y="9525"/>
                </a:lnTo>
                <a:lnTo>
                  <a:pt x="200025" y="4763"/>
                </a:lnTo>
                <a:close/>
              </a:path>
            </a:pathLst>
          </a:custGeom>
          <a:solidFill xmlns:a="http://schemas.openxmlformats.org/drawingml/2006/main">
            <a:srgbClr val="D8D8D8"/>
          </a:solidFill>
          <a:ln xmlns:a="http://schemas.openxmlformats.org/drawingml/2006/main" w="0">
            <a:noFill/>
            <a:prstDash val="solid"/>
          </a:ln>
        </p:spPr>
      </p:sp>
      <p:sp>
        <p:nvSpPr>
          <p:cNvPr id="511" name="deep-skill-chaining-source-component-10-gradient-218-0">
            <a:extLst xmlns:a="http://schemas.openxmlformats.org/drawingml/2006/main">
              <a:ext uri="{FF2B5EF4-FFF2-40B4-BE49-F238E27FC236}">
                <a16:creationId xmlns:a16="http://schemas.microsoft.com/office/drawing/2014/main" id="{B2EC4FAE-5213-4C4B-88C2-6C5E3DC8765B}"/>
              </a:ext>
            </a:extLst>
          </p:cNvPr>
          <p:cNvSpPr>
            <a:spLocks xmlns:a="http://schemas.openxmlformats.org/drawingml/2006/main" noGrp="1"/>
          </p:cNvSpPr>
          <p:nvPr/>
        </p:nvSpPr>
        <p:spPr>
          <a:xfrm xmlns:a="http://schemas.openxmlformats.org/drawingml/2006/main" rot="0">
            <a:off x="4552950" y="666750"/>
            <a:ext cx="419100" cy="419100"/>
          </a:xfrm>
          <a:custGeom xmlns:a="http://schemas.openxmlformats.org/drawingml/2006/main">
            <a:pathLst>
              <a:path w="419100" h="419100">
                <a:moveTo>
                  <a:pt x="200025" y="4763"/>
                </a:moveTo>
                <a:lnTo>
                  <a:pt x="204788" y="0"/>
                </a:lnTo>
                <a:lnTo>
                  <a:pt x="214313" y="0"/>
                </a:lnTo>
                <a:lnTo>
                  <a:pt x="223838" y="0"/>
                </a:lnTo>
                <a:lnTo>
                  <a:pt x="233363" y="0"/>
                </a:lnTo>
                <a:lnTo>
                  <a:pt x="238125" y="4763"/>
                </a:lnTo>
                <a:lnTo>
                  <a:pt x="242888" y="9525"/>
                </a:lnTo>
                <a:lnTo>
                  <a:pt x="252413" y="9525"/>
                </a:lnTo>
                <a:lnTo>
                  <a:pt x="257175" y="14288"/>
                </a:lnTo>
                <a:lnTo>
                  <a:pt x="261938" y="19050"/>
                </a:lnTo>
                <a:lnTo>
                  <a:pt x="271463" y="19050"/>
                </a:lnTo>
                <a:lnTo>
                  <a:pt x="280988" y="19050"/>
                </a:lnTo>
                <a:lnTo>
                  <a:pt x="290513" y="19050"/>
                </a:lnTo>
                <a:lnTo>
                  <a:pt x="295275" y="23813"/>
                </a:lnTo>
                <a:lnTo>
                  <a:pt x="300038" y="28575"/>
                </a:lnTo>
                <a:lnTo>
                  <a:pt x="309563" y="28575"/>
                </a:lnTo>
                <a:lnTo>
                  <a:pt x="319088" y="28575"/>
                </a:lnTo>
                <a:lnTo>
                  <a:pt x="323850" y="33338"/>
                </a:lnTo>
                <a:lnTo>
                  <a:pt x="328613" y="38100"/>
                </a:lnTo>
                <a:lnTo>
                  <a:pt x="333375" y="42863"/>
                </a:lnTo>
                <a:lnTo>
                  <a:pt x="338138" y="47625"/>
                </a:lnTo>
                <a:lnTo>
                  <a:pt x="342900" y="52388"/>
                </a:lnTo>
                <a:lnTo>
                  <a:pt x="347663" y="57150"/>
                </a:lnTo>
                <a:lnTo>
                  <a:pt x="352425" y="61913"/>
                </a:lnTo>
                <a:lnTo>
                  <a:pt x="357188" y="66675"/>
                </a:lnTo>
                <a:lnTo>
                  <a:pt x="361950" y="71438"/>
                </a:lnTo>
                <a:lnTo>
                  <a:pt x="366713" y="76200"/>
                </a:lnTo>
                <a:lnTo>
                  <a:pt x="376238" y="76200"/>
                </a:lnTo>
                <a:lnTo>
                  <a:pt x="381000" y="80963"/>
                </a:lnTo>
                <a:lnTo>
                  <a:pt x="381000" y="90488"/>
                </a:lnTo>
                <a:lnTo>
                  <a:pt x="385763" y="95250"/>
                </a:lnTo>
                <a:lnTo>
                  <a:pt x="390525" y="100013"/>
                </a:lnTo>
                <a:lnTo>
                  <a:pt x="395288" y="104775"/>
                </a:lnTo>
                <a:lnTo>
                  <a:pt x="400050" y="109538"/>
                </a:lnTo>
                <a:lnTo>
                  <a:pt x="404813" y="114300"/>
                </a:lnTo>
                <a:lnTo>
                  <a:pt x="409575" y="119063"/>
                </a:lnTo>
                <a:lnTo>
                  <a:pt x="409575" y="128588"/>
                </a:lnTo>
                <a:lnTo>
                  <a:pt x="409575" y="138113"/>
                </a:lnTo>
                <a:lnTo>
                  <a:pt x="409575" y="147638"/>
                </a:lnTo>
                <a:lnTo>
                  <a:pt x="409575" y="157163"/>
                </a:lnTo>
                <a:lnTo>
                  <a:pt x="409575" y="166688"/>
                </a:lnTo>
                <a:lnTo>
                  <a:pt x="409575" y="176213"/>
                </a:lnTo>
                <a:lnTo>
                  <a:pt x="409575" y="185738"/>
                </a:lnTo>
                <a:lnTo>
                  <a:pt x="409575" y="195263"/>
                </a:lnTo>
                <a:lnTo>
                  <a:pt x="414338" y="200025"/>
                </a:lnTo>
                <a:lnTo>
                  <a:pt x="419100" y="204788"/>
                </a:lnTo>
                <a:lnTo>
                  <a:pt x="419100" y="214313"/>
                </a:lnTo>
                <a:lnTo>
                  <a:pt x="419100" y="223838"/>
                </a:lnTo>
                <a:lnTo>
                  <a:pt x="419100" y="233363"/>
                </a:lnTo>
                <a:lnTo>
                  <a:pt x="414338" y="238125"/>
                </a:lnTo>
                <a:lnTo>
                  <a:pt x="409575" y="242888"/>
                </a:lnTo>
                <a:lnTo>
                  <a:pt x="409575" y="252413"/>
                </a:lnTo>
                <a:lnTo>
                  <a:pt x="409575" y="261938"/>
                </a:lnTo>
                <a:lnTo>
                  <a:pt x="409575" y="271463"/>
                </a:lnTo>
                <a:lnTo>
                  <a:pt x="409575" y="280988"/>
                </a:lnTo>
                <a:lnTo>
                  <a:pt x="409575" y="290513"/>
                </a:lnTo>
                <a:lnTo>
                  <a:pt x="404813" y="295275"/>
                </a:lnTo>
                <a:lnTo>
                  <a:pt x="400050" y="300038"/>
                </a:lnTo>
                <a:lnTo>
                  <a:pt x="395288" y="304800"/>
                </a:lnTo>
                <a:lnTo>
                  <a:pt x="390525" y="309563"/>
                </a:lnTo>
                <a:lnTo>
                  <a:pt x="390525" y="319088"/>
                </a:lnTo>
                <a:lnTo>
                  <a:pt x="385763" y="323850"/>
                </a:lnTo>
                <a:lnTo>
                  <a:pt x="381000" y="328613"/>
                </a:lnTo>
                <a:lnTo>
                  <a:pt x="376238" y="333375"/>
                </a:lnTo>
                <a:lnTo>
                  <a:pt x="371475" y="338138"/>
                </a:lnTo>
                <a:lnTo>
                  <a:pt x="371475" y="347663"/>
                </a:lnTo>
                <a:lnTo>
                  <a:pt x="366713" y="352425"/>
                </a:lnTo>
                <a:lnTo>
                  <a:pt x="361950" y="357188"/>
                </a:lnTo>
                <a:lnTo>
                  <a:pt x="361950" y="366713"/>
                </a:lnTo>
                <a:lnTo>
                  <a:pt x="357188" y="371475"/>
                </a:lnTo>
                <a:lnTo>
                  <a:pt x="352425" y="376238"/>
                </a:lnTo>
                <a:lnTo>
                  <a:pt x="347663" y="381000"/>
                </a:lnTo>
                <a:lnTo>
                  <a:pt x="338138" y="381000"/>
                </a:lnTo>
                <a:lnTo>
                  <a:pt x="333375" y="385763"/>
                </a:lnTo>
                <a:lnTo>
                  <a:pt x="328613" y="390525"/>
                </a:lnTo>
                <a:lnTo>
                  <a:pt x="319088" y="390525"/>
                </a:lnTo>
                <a:lnTo>
                  <a:pt x="314325" y="395288"/>
                </a:lnTo>
                <a:lnTo>
                  <a:pt x="309563" y="400050"/>
                </a:lnTo>
                <a:lnTo>
                  <a:pt x="300038" y="400050"/>
                </a:lnTo>
                <a:lnTo>
                  <a:pt x="295275" y="404813"/>
                </a:lnTo>
                <a:lnTo>
                  <a:pt x="290513" y="409575"/>
                </a:lnTo>
                <a:lnTo>
                  <a:pt x="280988" y="409575"/>
                </a:lnTo>
                <a:lnTo>
                  <a:pt x="271463" y="409575"/>
                </a:lnTo>
                <a:lnTo>
                  <a:pt x="266700" y="414338"/>
                </a:lnTo>
                <a:lnTo>
                  <a:pt x="261938" y="419100"/>
                </a:lnTo>
                <a:lnTo>
                  <a:pt x="252413" y="419100"/>
                </a:lnTo>
                <a:lnTo>
                  <a:pt x="242888" y="419100"/>
                </a:lnTo>
                <a:lnTo>
                  <a:pt x="233363" y="419100"/>
                </a:lnTo>
                <a:lnTo>
                  <a:pt x="223838" y="419100"/>
                </a:lnTo>
                <a:lnTo>
                  <a:pt x="214313" y="419100"/>
                </a:lnTo>
                <a:lnTo>
                  <a:pt x="204788" y="419100"/>
                </a:lnTo>
                <a:lnTo>
                  <a:pt x="195263" y="419100"/>
                </a:lnTo>
                <a:lnTo>
                  <a:pt x="185738" y="419100"/>
                </a:lnTo>
                <a:lnTo>
                  <a:pt x="176213" y="419100"/>
                </a:lnTo>
                <a:lnTo>
                  <a:pt x="166688" y="419100"/>
                </a:lnTo>
                <a:lnTo>
                  <a:pt x="157163" y="419100"/>
                </a:lnTo>
                <a:lnTo>
                  <a:pt x="147638" y="419100"/>
                </a:lnTo>
                <a:lnTo>
                  <a:pt x="142875" y="414338"/>
                </a:lnTo>
                <a:lnTo>
                  <a:pt x="138113" y="409575"/>
                </a:lnTo>
                <a:lnTo>
                  <a:pt x="128588" y="409575"/>
                </a:lnTo>
                <a:lnTo>
                  <a:pt x="119063" y="409575"/>
                </a:lnTo>
                <a:lnTo>
                  <a:pt x="114300" y="404813"/>
                </a:lnTo>
                <a:lnTo>
                  <a:pt x="114300" y="395288"/>
                </a:lnTo>
                <a:lnTo>
                  <a:pt x="109538" y="390525"/>
                </a:lnTo>
                <a:lnTo>
                  <a:pt x="104775" y="385763"/>
                </a:lnTo>
                <a:lnTo>
                  <a:pt x="100013" y="381000"/>
                </a:lnTo>
                <a:lnTo>
                  <a:pt x="90488" y="381000"/>
                </a:lnTo>
                <a:lnTo>
                  <a:pt x="85725" y="376238"/>
                </a:lnTo>
                <a:lnTo>
                  <a:pt x="80963" y="371475"/>
                </a:lnTo>
                <a:lnTo>
                  <a:pt x="76200" y="366713"/>
                </a:lnTo>
                <a:lnTo>
                  <a:pt x="71438" y="361950"/>
                </a:lnTo>
                <a:lnTo>
                  <a:pt x="61913" y="361950"/>
                </a:lnTo>
                <a:lnTo>
                  <a:pt x="57150" y="357188"/>
                </a:lnTo>
                <a:lnTo>
                  <a:pt x="52388" y="352425"/>
                </a:lnTo>
                <a:lnTo>
                  <a:pt x="47625" y="347663"/>
                </a:lnTo>
                <a:lnTo>
                  <a:pt x="47625" y="338138"/>
                </a:lnTo>
                <a:lnTo>
                  <a:pt x="47625" y="328613"/>
                </a:lnTo>
                <a:lnTo>
                  <a:pt x="47625" y="319088"/>
                </a:lnTo>
                <a:lnTo>
                  <a:pt x="47625" y="309563"/>
                </a:lnTo>
                <a:lnTo>
                  <a:pt x="42863" y="304800"/>
                </a:lnTo>
                <a:lnTo>
                  <a:pt x="38100" y="300038"/>
                </a:lnTo>
                <a:lnTo>
                  <a:pt x="33338" y="295275"/>
                </a:lnTo>
                <a:lnTo>
                  <a:pt x="28575" y="290513"/>
                </a:lnTo>
                <a:lnTo>
                  <a:pt x="28575" y="280988"/>
                </a:lnTo>
                <a:lnTo>
                  <a:pt x="28575" y="271463"/>
                </a:lnTo>
                <a:lnTo>
                  <a:pt x="23813" y="266700"/>
                </a:lnTo>
                <a:lnTo>
                  <a:pt x="19050" y="261938"/>
                </a:lnTo>
                <a:lnTo>
                  <a:pt x="14288" y="257175"/>
                </a:lnTo>
                <a:lnTo>
                  <a:pt x="9525" y="252413"/>
                </a:lnTo>
                <a:lnTo>
                  <a:pt x="4763" y="247650"/>
                </a:lnTo>
                <a:lnTo>
                  <a:pt x="0" y="242888"/>
                </a:lnTo>
                <a:lnTo>
                  <a:pt x="0" y="233363"/>
                </a:lnTo>
                <a:lnTo>
                  <a:pt x="0" y="223838"/>
                </a:lnTo>
                <a:lnTo>
                  <a:pt x="0" y="214313"/>
                </a:lnTo>
                <a:lnTo>
                  <a:pt x="0" y="204788"/>
                </a:lnTo>
                <a:lnTo>
                  <a:pt x="0" y="195263"/>
                </a:lnTo>
                <a:lnTo>
                  <a:pt x="0" y="185738"/>
                </a:lnTo>
                <a:lnTo>
                  <a:pt x="0" y="176213"/>
                </a:lnTo>
                <a:lnTo>
                  <a:pt x="4763" y="171450"/>
                </a:lnTo>
                <a:lnTo>
                  <a:pt x="14288" y="171450"/>
                </a:lnTo>
                <a:lnTo>
                  <a:pt x="19050" y="166688"/>
                </a:lnTo>
                <a:lnTo>
                  <a:pt x="23813" y="161925"/>
                </a:lnTo>
                <a:lnTo>
                  <a:pt x="28575" y="157163"/>
                </a:lnTo>
                <a:lnTo>
                  <a:pt x="28575" y="147638"/>
                </a:lnTo>
                <a:lnTo>
                  <a:pt x="28575" y="138113"/>
                </a:lnTo>
                <a:lnTo>
                  <a:pt x="28575" y="128588"/>
                </a:lnTo>
                <a:lnTo>
                  <a:pt x="28575" y="119063"/>
                </a:lnTo>
                <a:lnTo>
                  <a:pt x="33338" y="114300"/>
                </a:lnTo>
                <a:lnTo>
                  <a:pt x="38100" y="109538"/>
                </a:lnTo>
                <a:lnTo>
                  <a:pt x="42863" y="104775"/>
                </a:lnTo>
                <a:lnTo>
                  <a:pt x="47625" y="100013"/>
                </a:lnTo>
                <a:lnTo>
                  <a:pt x="52388" y="95250"/>
                </a:lnTo>
                <a:lnTo>
                  <a:pt x="57150" y="90488"/>
                </a:lnTo>
                <a:lnTo>
                  <a:pt x="57150" y="80963"/>
                </a:lnTo>
                <a:lnTo>
                  <a:pt x="57150" y="71438"/>
                </a:lnTo>
                <a:lnTo>
                  <a:pt x="57150" y="61913"/>
                </a:lnTo>
                <a:lnTo>
                  <a:pt x="61913" y="57150"/>
                </a:lnTo>
                <a:lnTo>
                  <a:pt x="71438" y="57150"/>
                </a:lnTo>
                <a:lnTo>
                  <a:pt x="80963" y="57150"/>
                </a:lnTo>
                <a:lnTo>
                  <a:pt x="85725" y="52388"/>
                </a:lnTo>
                <a:lnTo>
                  <a:pt x="90488" y="47625"/>
                </a:lnTo>
                <a:lnTo>
                  <a:pt x="95250" y="42863"/>
                </a:lnTo>
                <a:lnTo>
                  <a:pt x="100013" y="38100"/>
                </a:lnTo>
                <a:lnTo>
                  <a:pt x="109538" y="38100"/>
                </a:lnTo>
                <a:lnTo>
                  <a:pt x="114300" y="33338"/>
                </a:lnTo>
                <a:lnTo>
                  <a:pt x="119063" y="28575"/>
                </a:lnTo>
                <a:lnTo>
                  <a:pt x="128588" y="28575"/>
                </a:lnTo>
                <a:lnTo>
                  <a:pt x="138113" y="28575"/>
                </a:lnTo>
                <a:lnTo>
                  <a:pt x="147638" y="28575"/>
                </a:lnTo>
                <a:lnTo>
                  <a:pt x="152400" y="23813"/>
                </a:lnTo>
                <a:lnTo>
                  <a:pt x="157163" y="19050"/>
                </a:lnTo>
                <a:lnTo>
                  <a:pt x="166688" y="19050"/>
                </a:lnTo>
                <a:lnTo>
                  <a:pt x="176213" y="19050"/>
                </a:lnTo>
                <a:lnTo>
                  <a:pt x="180975" y="14288"/>
                </a:lnTo>
                <a:lnTo>
                  <a:pt x="185738" y="9525"/>
                </a:lnTo>
                <a:lnTo>
                  <a:pt x="195263" y="9525"/>
                </a:lnTo>
                <a:lnTo>
                  <a:pt x="200025" y="4763"/>
                </a:lnTo>
                <a:close/>
              </a:path>
            </a:pathLst>
          </a:custGeom>
          <a:solidFill xmlns:a="http://schemas.openxmlformats.org/drawingml/2006/main">
            <a:srgbClr val="DADADA"/>
          </a:solidFill>
          <a:ln xmlns:a="http://schemas.openxmlformats.org/drawingml/2006/main" w="0">
            <a:noFill/>
            <a:prstDash val="solid"/>
          </a:ln>
        </p:spPr>
      </p:sp>
      <p:sp>
        <p:nvSpPr>
          <p:cNvPr id="512" name="deep-skill-chaining-source-component-10-gradient-220-0">
            <a:extLst xmlns:a="http://schemas.openxmlformats.org/drawingml/2006/main">
              <a:ext uri="{FF2B5EF4-FFF2-40B4-BE49-F238E27FC236}">
                <a16:creationId xmlns:a16="http://schemas.microsoft.com/office/drawing/2014/main" id="{DD4755B6-1F03-4DDF-84D3-7FBE37B011EB}"/>
              </a:ext>
            </a:extLst>
          </p:cNvPr>
          <p:cNvSpPr>
            <a:spLocks xmlns:a="http://schemas.openxmlformats.org/drawingml/2006/main" noGrp="1"/>
          </p:cNvSpPr>
          <p:nvPr/>
        </p:nvSpPr>
        <p:spPr>
          <a:xfrm xmlns:a="http://schemas.openxmlformats.org/drawingml/2006/main" rot="0">
            <a:off x="4572000" y="695325"/>
            <a:ext cx="381000" cy="381000"/>
          </a:xfrm>
          <a:custGeom xmlns:a="http://schemas.openxmlformats.org/drawingml/2006/main">
            <a:pathLst>
              <a:path w="381000" h="381000">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47650" y="4763"/>
                </a:lnTo>
                <a:lnTo>
                  <a:pt x="252413" y="9525"/>
                </a:lnTo>
                <a:lnTo>
                  <a:pt x="261938" y="9525"/>
                </a:lnTo>
                <a:lnTo>
                  <a:pt x="266700" y="14288"/>
                </a:lnTo>
                <a:lnTo>
                  <a:pt x="271463" y="19050"/>
                </a:lnTo>
                <a:lnTo>
                  <a:pt x="280988" y="19050"/>
                </a:lnTo>
                <a:lnTo>
                  <a:pt x="290513" y="19050"/>
                </a:lnTo>
                <a:lnTo>
                  <a:pt x="300038" y="19050"/>
                </a:lnTo>
                <a:lnTo>
                  <a:pt x="304800" y="23813"/>
                </a:lnTo>
                <a:lnTo>
                  <a:pt x="309563" y="28575"/>
                </a:lnTo>
                <a:lnTo>
                  <a:pt x="314325" y="33338"/>
                </a:lnTo>
                <a:lnTo>
                  <a:pt x="314325" y="42863"/>
                </a:lnTo>
                <a:lnTo>
                  <a:pt x="319088" y="47625"/>
                </a:lnTo>
                <a:lnTo>
                  <a:pt x="323850" y="52388"/>
                </a:lnTo>
                <a:lnTo>
                  <a:pt x="328613" y="57150"/>
                </a:lnTo>
                <a:lnTo>
                  <a:pt x="333375" y="61913"/>
                </a:lnTo>
                <a:lnTo>
                  <a:pt x="338138" y="66675"/>
                </a:lnTo>
                <a:lnTo>
                  <a:pt x="347663" y="66675"/>
                </a:lnTo>
                <a:lnTo>
                  <a:pt x="352425" y="71438"/>
                </a:lnTo>
                <a:lnTo>
                  <a:pt x="357188" y="76200"/>
                </a:lnTo>
                <a:lnTo>
                  <a:pt x="361950" y="80963"/>
                </a:lnTo>
                <a:lnTo>
                  <a:pt x="366713" y="85725"/>
                </a:lnTo>
                <a:lnTo>
                  <a:pt x="371475" y="90488"/>
                </a:lnTo>
                <a:lnTo>
                  <a:pt x="371475" y="100013"/>
                </a:lnTo>
                <a:lnTo>
                  <a:pt x="371475" y="109538"/>
                </a:lnTo>
                <a:lnTo>
                  <a:pt x="371475" y="119063"/>
                </a:lnTo>
                <a:lnTo>
                  <a:pt x="371475" y="128588"/>
                </a:lnTo>
                <a:lnTo>
                  <a:pt x="371475" y="138113"/>
                </a:lnTo>
                <a:lnTo>
                  <a:pt x="371475" y="147638"/>
                </a:lnTo>
                <a:lnTo>
                  <a:pt x="371475" y="157163"/>
                </a:lnTo>
                <a:lnTo>
                  <a:pt x="371475" y="166688"/>
                </a:lnTo>
                <a:lnTo>
                  <a:pt x="376238" y="171450"/>
                </a:lnTo>
                <a:lnTo>
                  <a:pt x="381000" y="176213"/>
                </a:lnTo>
                <a:lnTo>
                  <a:pt x="381000" y="185738"/>
                </a:lnTo>
                <a:lnTo>
                  <a:pt x="381000" y="195263"/>
                </a:lnTo>
                <a:lnTo>
                  <a:pt x="381000" y="204788"/>
                </a:lnTo>
                <a:lnTo>
                  <a:pt x="381000" y="214313"/>
                </a:lnTo>
                <a:lnTo>
                  <a:pt x="381000" y="223838"/>
                </a:lnTo>
                <a:lnTo>
                  <a:pt x="381000" y="233363"/>
                </a:lnTo>
                <a:lnTo>
                  <a:pt x="376238" y="238125"/>
                </a:lnTo>
                <a:lnTo>
                  <a:pt x="371475" y="242888"/>
                </a:lnTo>
                <a:lnTo>
                  <a:pt x="371475" y="252413"/>
                </a:lnTo>
                <a:lnTo>
                  <a:pt x="371475" y="261938"/>
                </a:lnTo>
                <a:lnTo>
                  <a:pt x="366713" y="266700"/>
                </a:lnTo>
                <a:lnTo>
                  <a:pt x="361950" y="271463"/>
                </a:lnTo>
                <a:lnTo>
                  <a:pt x="357188" y="276225"/>
                </a:lnTo>
                <a:lnTo>
                  <a:pt x="352425" y="280988"/>
                </a:lnTo>
                <a:lnTo>
                  <a:pt x="352425" y="290513"/>
                </a:lnTo>
                <a:lnTo>
                  <a:pt x="347663" y="295275"/>
                </a:lnTo>
                <a:lnTo>
                  <a:pt x="342900" y="300038"/>
                </a:lnTo>
                <a:lnTo>
                  <a:pt x="342900" y="309563"/>
                </a:lnTo>
                <a:lnTo>
                  <a:pt x="338138" y="314325"/>
                </a:lnTo>
                <a:lnTo>
                  <a:pt x="333375" y="319088"/>
                </a:lnTo>
                <a:lnTo>
                  <a:pt x="333375" y="328613"/>
                </a:lnTo>
                <a:lnTo>
                  <a:pt x="328613" y="333375"/>
                </a:lnTo>
                <a:lnTo>
                  <a:pt x="319088" y="333375"/>
                </a:lnTo>
                <a:lnTo>
                  <a:pt x="309563" y="333375"/>
                </a:lnTo>
                <a:lnTo>
                  <a:pt x="304800" y="338138"/>
                </a:lnTo>
                <a:lnTo>
                  <a:pt x="300038" y="342900"/>
                </a:lnTo>
                <a:lnTo>
                  <a:pt x="295275" y="347663"/>
                </a:lnTo>
                <a:lnTo>
                  <a:pt x="290513" y="352425"/>
                </a:lnTo>
                <a:lnTo>
                  <a:pt x="280988" y="352425"/>
                </a:lnTo>
                <a:lnTo>
                  <a:pt x="276225" y="357188"/>
                </a:lnTo>
                <a:lnTo>
                  <a:pt x="271463" y="361950"/>
                </a:lnTo>
                <a:lnTo>
                  <a:pt x="261938" y="361950"/>
                </a:lnTo>
                <a:lnTo>
                  <a:pt x="252413" y="361950"/>
                </a:lnTo>
                <a:lnTo>
                  <a:pt x="247650" y="366713"/>
                </a:lnTo>
                <a:lnTo>
                  <a:pt x="242888" y="371475"/>
                </a:lnTo>
                <a:lnTo>
                  <a:pt x="233363" y="371475"/>
                </a:lnTo>
                <a:lnTo>
                  <a:pt x="223838" y="371475"/>
                </a:lnTo>
                <a:lnTo>
                  <a:pt x="219075" y="376238"/>
                </a:lnTo>
                <a:lnTo>
                  <a:pt x="214313" y="381000"/>
                </a:lnTo>
                <a:lnTo>
                  <a:pt x="204788" y="381000"/>
                </a:lnTo>
                <a:lnTo>
                  <a:pt x="195263" y="381000"/>
                </a:lnTo>
                <a:lnTo>
                  <a:pt x="185738" y="381000"/>
                </a:lnTo>
                <a:lnTo>
                  <a:pt x="180975" y="376238"/>
                </a:lnTo>
                <a:lnTo>
                  <a:pt x="176213" y="371475"/>
                </a:lnTo>
                <a:lnTo>
                  <a:pt x="166688" y="371475"/>
                </a:lnTo>
                <a:lnTo>
                  <a:pt x="157163" y="371475"/>
                </a:lnTo>
                <a:lnTo>
                  <a:pt x="147638" y="371475"/>
                </a:lnTo>
                <a:lnTo>
                  <a:pt x="138113" y="371475"/>
                </a:lnTo>
                <a:lnTo>
                  <a:pt x="128588" y="371475"/>
                </a:lnTo>
                <a:lnTo>
                  <a:pt x="123825" y="366713"/>
                </a:lnTo>
                <a:lnTo>
                  <a:pt x="119063" y="361950"/>
                </a:lnTo>
                <a:lnTo>
                  <a:pt x="114300" y="357188"/>
                </a:lnTo>
                <a:lnTo>
                  <a:pt x="109538" y="352425"/>
                </a:lnTo>
                <a:lnTo>
                  <a:pt x="104775" y="347663"/>
                </a:lnTo>
                <a:lnTo>
                  <a:pt x="100013" y="342900"/>
                </a:lnTo>
                <a:lnTo>
                  <a:pt x="95250" y="338138"/>
                </a:lnTo>
                <a:lnTo>
                  <a:pt x="90488" y="333375"/>
                </a:lnTo>
                <a:lnTo>
                  <a:pt x="80963" y="333375"/>
                </a:lnTo>
                <a:lnTo>
                  <a:pt x="71438" y="333375"/>
                </a:lnTo>
                <a:lnTo>
                  <a:pt x="66675" y="328613"/>
                </a:lnTo>
                <a:lnTo>
                  <a:pt x="61913" y="323850"/>
                </a:lnTo>
                <a:lnTo>
                  <a:pt x="57150" y="319088"/>
                </a:lnTo>
                <a:lnTo>
                  <a:pt x="57150" y="309563"/>
                </a:lnTo>
                <a:lnTo>
                  <a:pt x="57150" y="300038"/>
                </a:lnTo>
                <a:lnTo>
                  <a:pt x="57150" y="290513"/>
                </a:lnTo>
                <a:lnTo>
                  <a:pt x="52388" y="285750"/>
                </a:lnTo>
                <a:lnTo>
                  <a:pt x="47625" y="280988"/>
                </a:lnTo>
                <a:lnTo>
                  <a:pt x="42863" y="276225"/>
                </a:lnTo>
                <a:lnTo>
                  <a:pt x="38100" y="271463"/>
                </a:lnTo>
                <a:lnTo>
                  <a:pt x="33338" y="266700"/>
                </a:lnTo>
                <a:lnTo>
                  <a:pt x="28575" y="261938"/>
                </a:lnTo>
                <a:lnTo>
                  <a:pt x="28575" y="252413"/>
                </a:lnTo>
                <a:lnTo>
                  <a:pt x="28575" y="242888"/>
                </a:lnTo>
                <a:lnTo>
                  <a:pt x="23813" y="238125"/>
                </a:lnTo>
                <a:lnTo>
                  <a:pt x="19050" y="233363"/>
                </a:lnTo>
                <a:lnTo>
                  <a:pt x="14288" y="228600"/>
                </a:lnTo>
                <a:lnTo>
                  <a:pt x="9525" y="223838"/>
                </a:lnTo>
                <a:lnTo>
                  <a:pt x="4763" y="219075"/>
                </a:lnTo>
                <a:lnTo>
                  <a:pt x="0" y="214313"/>
                </a:lnTo>
                <a:lnTo>
                  <a:pt x="0" y="204788"/>
                </a:lnTo>
                <a:lnTo>
                  <a:pt x="0" y="195263"/>
                </a:lnTo>
                <a:lnTo>
                  <a:pt x="0" y="185738"/>
                </a:lnTo>
                <a:lnTo>
                  <a:pt x="0" y="176213"/>
                </a:lnTo>
                <a:lnTo>
                  <a:pt x="0" y="166688"/>
                </a:lnTo>
                <a:lnTo>
                  <a:pt x="4763" y="161925"/>
                </a:lnTo>
                <a:lnTo>
                  <a:pt x="9525" y="157163"/>
                </a:lnTo>
                <a:lnTo>
                  <a:pt x="9525" y="147638"/>
                </a:lnTo>
                <a:lnTo>
                  <a:pt x="14288" y="142875"/>
                </a:lnTo>
                <a:lnTo>
                  <a:pt x="19050" y="138113"/>
                </a:lnTo>
                <a:lnTo>
                  <a:pt x="23813" y="133350"/>
                </a:lnTo>
                <a:lnTo>
                  <a:pt x="28575" y="128588"/>
                </a:lnTo>
                <a:lnTo>
                  <a:pt x="28575" y="119063"/>
                </a:lnTo>
                <a:lnTo>
                  <a:pt x="28575" y="109538"/>
                </a:lnTo>
                <a:lnTo>
                  <a:pt x="28575" y="100013"/>
                </a:lnTo>
                <a:lnTo>
                  <a:pt x="28575" y="90488"/>
                </a:lnTo>
                <a:lnTo>
                  <a:pt x="33338" y="85725"/>
                </a:lnTo>
                <a:lnTo>
                  <a:pt x="38100" y="80963"/>
                </a:lnTo>
                <a:lnTo>
                  <a:pt x="42863" y="76200"/>
                </a:lnTo>
                <a:lnTo>
                  <a:pt x="47625" y="71438"/>
                </a:lnTo>
                <a:lnTo>
                  <a:pt x="52388" y="66675"/>
                </a:lnTo>
                <a:lnTo>
                  <a:pt x="57150" y="61913"/>
                </a:lnTo>
                <a:lnTo>
                  <a:pt x="57150" y="52388"/>
                </a:lnTo>
                <a:lnTo>
                  <a:pt x="61913" y="47625"/>
                </a:lnTo>
                <a:lnTo>
                  <a:pt x="71438" y="47625"/>
                </a:lnTo>
                <a:lnTo>
                  <a:pt x="76200" y="42863"/>
                </a:lnTo>
                <a:lnTo>
                  <a:pt x="80963" y="38100"/>
                </a:lnTo>
                <a:lnTo>
                  <a:pt x="85725" y="33338"/>
                </a:lnTo>
                <a:lnTo>
                  <a:pt x="90488" y="28575"/>
                </a:lnTo>
                <a:lnTo>
                  <a:pt x="100013" y="28575"/>
                </a:lnTo>
                <a:lnTo>
                  <a:pt x="104775" y="23813"/>
                </a:lnTo>
                <a:lnTo>
                  <a:pt x="109538" y="19050"/>
                </a:lnTo>
                <a:lnTo>
                  <a:pt x="119063" y="19050"/>
                </a:lnTo>
                <a:lnTo>
                  <a:pt x="128588" y="19050"/>
                </a:lnTo>
                <a:lnTo>
                  <a:pt x="133350" y="14288"/>
                </a:lnTo>
                <a:lnTo>
                  <a:pt x="138113" y="9525"/>
                </a:lnTo>
                <a:lnTo>
                  <a:pt x="147638" y="9525"/>
                </a:lnTo>
                <a:lnTo>
                  <a:pt x="152400" y="4763"/>
                </a:lnTo>
                <a:close/>
              </a:path>
            </a:pathLst>
          </a:custGeom>
          <a:solidFill xmlns:a="http://schemas.openxmlformats.org/drawingml/2006/main">
            <a:srgbClr val="DCDCDC"/>
          </a:solidFill>
          <a:ln xmlns:a="http://schemas.openxmlformats.org/drawingml/2006/main" w="0">
            <a:noFill/>
            <a:prstDash val="solid"/>
          </a:ln>
        </p:spPr>
      </p:sp>
      <p:sp>
        <p:nvSpPr>
          <p:cNvPr id="513" name="deep-skill-chaining-source-component-10-gradient-222-0">
            <a:extLst xmlns:a="http://schemas.openxmlformats.org/drawingml/2006/main">
              <a:ext uri="{FF2B5EF4-FFF2-40B4-BE49-F238E27FC236}">
                <a16:creationId xmlns:a16="http://schemas.microsoft.com/office/drawing/2014/main" id="{5E5698D6-4A27-4079-84D0-5E4850683273}"/>
              </a:ext>
            </a:extLst>
          </p:cNvPr>
          <p:cNvSpPr>
            <a:spLocks xmlns:a="http://schemas.openxmlformats.org/drawingml/2006/main" noGrp="1"/>
          </p:cNvSpPr>
          <p:nvPr/>
        </p:nvSpPr>
        <p:spPr>
          <a:xfrm xmlns:a="http://schemas.openxmlformats.org/drawingml/2006/main" rot="0">
            <a:off x="4581525" y="714375"/>
            <a:ext cx="352425" cy="342900"/>
          </a:xfrm>
          <a:custGeom xmlns:a="http://schemas.openxmlformats.org/drawingml/2006/main">
            <a:pathLst>
              <a:path w="352425" h="342900">
                <a:moveTo>
                  <a:pt x="133350" y="4763"/>
                </a:move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47650" y="4763"/>
                </a:lnTo>
                <a:lnTo>
                  <a:pt x="252413" y="9525"/>
                </a:lnTo>
                <a:lnTo>
                  <a:pt x="261938" y="9525"/>
                </a:lnTo>
                <a:lnTo>
                  <a:pt x="266700" y="14288"/>
                </a:lnTo>
                <a:lnTo>
                  <a:pt x="271463" y="19050"/>
                </a:lnTo>
                <a:lnTo>
                  <a:pt x="276225" y="23813"/>
                </a:lnTo>
                <a:lnTo>
                  <a:pt x="280988" y="28575"/>
                </a:lnTo>
                <a:lnTo>
                  <a:pt x="285750" y="33338"/>
                </a:lnTo>
                <a:lnTo>
                  <a:pt x="290513" y="38100"/>
                </a:lnTo>
                <a:lnTo>
                  <a:pt x="295275" y="42863"/>
                </a:lnTo>
                <a:lnTo>
                  <a:pt x="300038" y="47625"/>
                </a:lnTo>
                <a:lnTo>
                  <a:pt x="304800" y="52388"/>
                </a:lnTo>
                <a:lnTo>
                  <a:pt x="309563" y="57150"/>
                </a:lnTo>
                <a:lnTo>
                  <a:pt x="319088" y="57150"/>
                </a:lnTo>
                <a:lnTo>
                  <a:pt x="323850" y="61913"/>
                </a:lnTo>
                <a:lnTo>
                  <a:pt x="328613" y="66675"/>
                </a:lnTo>
                <a:lnTo>
                  <a:pt x="338138" y="66675"/>
                </a:lnTo>
                <a:lnTo>
                  <a:pt x="342900" y="71438"/>
                </a:lnTo>
                <a:lnTo>
                  <a:pt x="342900" y="80963"/>
                </a:lnTo>
                <a:lnTo>
                  <a:pt x="342900" y="90488"/>
                </a:lnTo>
                <a:lnTo>
                  <a:pt x="347663" y="95250"/>
                </a:lnTo>
                <a:lnTo>
                  <a:pt x="352425" y="100013"/>
                </a:lnTo>
                <a:lnTo>
                  <a:pt x="352425" y="109538"/>
                </a:lnTo>
                <a:lnTo>
                  <a:pt x="352425" y="119063"/>
                </a:lnTo>
                <a:lnTo>
                  <a:pt x="352425" y="128588"/>
                </a:lnTo>
                <a:lnTo>
                  <a:pt x="352425" y="138113"/>
                </a:lnTo>
                <a:lnTo>
                  <a:pt x="352425" y="147638"/>
                </a:lnTo>
                <a:lnTo>
                  <a:pt x="352425" y="157163"/>
                </a:lnTo>
                <a:lnTo>
                  <a:pt x="352425" y="166688"/>
                </a:lnTo>
                <a:lnTo>
                  <a:pt x="352425" y="176213"/>
                </a:lnTo>
                <a:lnTo>
                  <a:pt x="352425" y="185738"/>
                </a:lnTo>
                <a:lnTo>
                  <a:pt x="352425" y="195263"/>
                </a:lnTo>
                <a:lnTo>
                  <a:pt x="352425" y="204788"/>
                </a:lnTo>
                <a:lnTo>
                  <a:pt x="352425" y="214313"/>
                </a:lnTo>
                <a:lnTo>
                  <a:pt x="347663" y="219075"/>
                </a:lnTo>
                <a:lnTo>
                  <a:pt x="342900" y="223838"/>
                </a:lnTo>
                <a:lnTo>
                  <a:pt x="342900" y="233363"/>
                </a:lnTo>
                <a:lnTo>
                  <a:pt x="338138" y="238125"/>
                </a:lnTo>
                <a:lnTo>
                  <a:pt x="333375" y="242888"/>
                </a:lnTo>
                <a:lnTo>
                  <a:pt x="328613" y="247650"/>
                </a:lnTo>
                <a:lnTo>
                  <a:pt x="323850" y="252413"/>
                </a:lnTo>
                <a:lnTo>
                  <a:pt x="323850" y="261938"/>
                </a:lnTo>
                <a:lnTo>
                  <a:pt x="323850" y="271463"/>
                </a:lnTo>
                <a:lnTo>
                  <a:pt x="319088" y="276225"/>
                </a:lnTo>
                <a:lnTo>
                  <a:pt x="314325" y="280988"/>
                </a:lnTo>
                <a:lnTo>
                  <a:pt x="309563" y="285750"/>
                </a:lnTo>
                <a:lnTo>
                  <a:pt x="304800" y="290513"/>
                </a:lnTo>
                <a:lnTo>
                  <a:pt x="300038" y="295275"/>
                </a:lnTo>
                <a:lnTo>
                  <a:pt x="295275" y="300038"/>
                </a:lnTo>
                <a:lnTo>
                  <a:pt x="290513" y="304800"/>
                </a:lnTo>
                <a:lnTo>
                  <a:pt x="280988" y="304800"/>
                </a:lnTo>
                <a:lnTo>
                  <a:pt x="276225" y="309563"/>
                </a:lnTo>
                <a:lnTo>
                  <a:pt x="271463" y="314325"/>
                </a:lnTo>
                <a:lnTo>
                  <a:pt x="266700" y="319088"/>
                </a:lnTo>
                <a:lnTo>
                  <a:pt x="266700" y="328613"/>
                </a:lnTo>
                <a:lnTo>
                  <a:pt x="261938" y="333375"/>
                </a:lnTo>
                <a:lnTo>
                  <a:pt x="252413" y="333375"/>
                </a:lnTo>
                <a:lnTo>
                  <a:pt x="242888" y="333375"/>
                </a:lnTo>
                <a:lnTo>
                  <a:pt x="233363" y="333375"/>
                </a:lnTo>
                <a:lnTo>
                  <a:pt x="223838" y="333375"/>
                </a:lnTo>
                <a:lnTo>
                  <a:pt x="214313" y="333375"/>
                </a:lnTo>
                <a:lnTo>
                  <a:pt x="209550" y="338138"/>
                </a:lnTo>
                <a:lnTo>
                  <a:pt x="204788" y="342900"/>
                </a:lnTo>
                <a:lnTo>
                  <a:pt x="195263" y="342900"/>
                </a:lnTo>
                <a:lnTo>
                  <a:pt x="185738" y="342900"/>
                </a:lnTo>
                <a:lnTo>
                  <a:pt x="176213" y="342900"/>
                </a:lnTo>
                <a:lnTo>
                  <a:pt x="171450" y="338138"/>
                </a:lnTo>
                <a:lnTo>
                  <a:pt x="166688" y="333375"/>
                </a:lnTo>
                <a:lnTo>
                  <a:pt x="157163" y="333375"/>
                </a:lnTo>
                <a:lnTo>
                  <a:pt x="147638" y="333375"/>
                </a:lnTo>
                <a:lnTo>
                  <a:pt x="138113" y="333375"/>
                </a:lnTo>
                <a:lnTo>
                  <a:pt x="128588" y="333375"/>
                </a:lnTo>
                <a:lnTo>
                  <a:pt x="119063" y="333375"/>
                </a:lnTo>
                <a:lnTo>
                  <a:pt x="114300" y="328613"/>
                </a:lnTo>
                <a:lnTo>
                  <a:pt x="109538" y="323850"/>
                </a:lnTo>
                <a:lnTo>
                  <a:pt x="104775" y="319088"/>
                </a:lnTo>
                <a:lnTo>
                  <a:pt x="100013" y="314325"/>
                </a:lnTo>
                <a:lnTo>
                  <a:pt x="95250" y="309563"/>
                </a:lnTo>
                <a:lnTo>
                  <a:pt x="90488" y="304800"/>
                </a:lnTo>
                <a:lnTo>
                  <a:pt x="80963" y="304800"/>
                </a:lnTo>
                <a:lnTo>
                  <a:pt x="76200" y="300038"/>
                </a:lnTo>
                <a:lnTo>
                  <a:pt x="71438" y="295275"/>
                </a:lnTo>
                <a:lnTo>
                  <a:pt x="66675" y="290513"/>
                </a:lnTo>
                <a:lnTo>
                  <a:pt x="66675" y="280988"/>
                </a:lnTo>
                <a:lnTo>
                  <a:pt x="61913" y="276225"/>
                </a:lnTo>
                <a:lnTo>
                  <a:pt x="57150" y="271463"/>
                </a:lnTo>
                <a:lnTo>
                  <a:pt x="57150" y="261938"/>
                </a:lnTo>
                <a:lnTo>
                  <a:pt x="57150" y="252413"/>
                </a:lnTo>
                <a:lnTo>
                  <a:pt x="52388" y="247650"/>
                </a:lnTo>
                <a:lnTo>
                  <a:pt x="47625" y="242888"/>
                </a:lnTo>
                <a:lnTo>
                  <a:pt x="42863" y="238125"/>
                </a:lnTo>
                <a:lnTo>
                  <a:pt x="38100" y="233363"/>
                </a:lnTo>
                <a:lnTo>
                  <a:pt x="38100" y="223838"/>
                </a:lnTo>
                <a:lnTo>
                  <a:pt x="33338" y="219075"/>
                </a:lnTo>
                <a:lnTo>
                  <a:pt x="28575" y="214313"/>
                </a:lnTo>
                <a:lnTo>
                  <a:pt x="23813" y="209550"/>
                </a:lnTo>
                <a:lnTo>
                  <a:pt x="19050" y="204788"/>
                </a:lnTo>
                <a:lnTo>
                  <a:pt x="14288" y="200025"/>
                </a:lnTo>
                <a:lnTo>
                  <a:pt x="9525" y="195263"/>
                </a:lnTo>
                <a:lnTo>
                  <a:pt x="4763" y="190500"/>
                </a:lnTo>
                <a:lnTo>
                  <a:pt x="0" y="185738"/>
                </a:lnTo>
                <a:lnTo>
                  <a:pt x="0" y="176213"/>
                </a:lnTo>
                <a:lnTo>
                  <a:pt x="0" y="166688"/>
                </a:lnTo>
                <a:lnTo>
                  <a:pt x="0" y="157163"/>
                </a:lnTo>
                <a:lnTo>
                  <a:pt x="4763" y="152400"/>
                </a:lnTo>
                <a:lnTo>
                  <a:pt x="9525" y="147638"/>
                </a:lnTo>
                <a:lnTo>
                  <a:pt x="14288" y="142875"/>
                </a:lnTo>
                <a:lnTo>
                  <a:pt x="19050" y="138113"/>
                </a:lnTo>
                <a:lnTo>
                  <a:pt x="23813" y="133350"/>
                </a:lnTo>
                <a:lnTo>
                  <a:pt x="28575" y="128588"/>
                </a:lnTo>
                <a:lnTo>
                  <a:pt x="28575" y="119063"/>
                </a:lnTo>
                <a:lnTo>
                  <a:pt x="28575" y="109538"/>
                </a:lnTo>
                <a:lnTo>
                  <a:pt x="28575" y="100013"/>
                </a:lnTo>
                <a:lnTo>
                  <a:pt x="33338" y="95250"/>
                </a:lnTo>
                <a:lnTo>
                  <a:pt x="38100" y="90488"/>
                </a:lnTo>
                <a:lnTo>
                  <a:pt x="38100" y="80963"/>
                </a:lnTo>
                <a:lnTo>
                  <a:pt x="42863" y="76200"/>
                </a:lnTo>
                <a:lnTo>
                  <a:pt x="47625" y="71438"/>
                </a:lnTo>
                <a:lnTo>
                  <a:pt x="47625" y="61913"/>
                </a:lnTo>
                <a:lnTo>
                  <a:pt x="52388" y="57150"/>
                </a:lnTo>
                <a:lnTo>
                  <a:pt x="57150" y="52388"/>
                </a:lnTo>
                <a:lnTo>
                  <a:pt x="57150" y="42863"/>
                </a:lnTo>
                <a:lnTo>
                  <a:pt x="61913" y="38100"/>
                </a:lnTo>
                <a:lnTo>
                  <a:pt x="71438" y="38100"/>
                </a:lnTo>
                <a:lnTo>
                  <a:pt x="76200" y="33338"/>
                </a:lnTo>
                <a:lnTo>
                  <a:pt x="80963" y="28575"/>
                </a:lnTo>
                <a:lnTo>
                  <a:pt x="90488" y="28575"/>
                </a:lnTo>
                <a:lnTo>
                  <a:pt x="95250" y="23813"/>
                </a:lnTo>
                <a:lnTo>
                  <a:pt x="100013" y="19050"/>
                </a:lnTo>
                <a:lnTo>
                  <a:pt x="109538" y="19050"/>
                </a:lnTo>
                <a:lnTo>
                  <a:pt x="114300" y="14288"/>
                </a:lnTo>
                <a:lnTo>
                  <a:pt x="119063" y="9525"/>
                </a:lnTo>
                <a:lnTo>
                  <a:pt x="128588" y="9525"/>
                </a:lnTo>
                <a:lnTo>
                  <a:pt x="133350" y="4763"/>
                </a:lnTo>
                <a:close/>
              </a:path>
            </a:pathLst>
          </a:custGeom>
          <a:solidFill xmlns:a="http://schemas.openxmlformats.org/drawingml/2006/main">
            <a:srgbClr val="DEDEDE"/>
          </a:solidFill>
          <a:ln xmlns:a="http://schemas.openxmlformats.org/drawingml/2006/main" w="0">
            <a:noFill/>
            <a:prstDash val="solid"/>
          </a:ln>
        </p:spPr>
      </p:sp>
      <p:sp>
        <p:nvSpPr>
          <p:cNvPr id="514" name="deep-skill-chaining-source-component-10-gradient-224-0">
            <a:extLst xmlns:a="http://schemas.openxmlformats.org/drawingml/2006/main">
              <a:ext uri="{FF2B5EF4-FFF2-40B4-BE49-F238E27FC236}">
                <a16:creationId xmlns:a16="http://schemas.microsoft.com/office/drawing/2014/main" id="{83E23E45-9A64-4360-B3DA-B83FB17757FF}"/>
              </a:ext>
            </a:extLst>
          </p:cNvPr>
          <p:cNvSpPr>
            <a:spLocks xmlns:a="http://schemas.openxmlformats.org/drawingml/2006/main" noGrp="1"/>
          </p:cNvSpPr>
          <p:nvPr/>
        </p:nvSpPr>
        <p:spPr>
          <a:xfrm xmlns:a="http://schemas.openxmlformats.org/drawingml/2006/main" rot="0">
            <a:off x="4610100" y="723900"/>
            <a:ext cx="304800" cy="314325"/>
          </a:xfrm>
          <a:custGeom xmlns:a="http://schemas.openxmlformats.org/drawingml/2006/main">
            <a:pathLst>
              <a:path w="304800" h="314325">
                <a:moveTo>
                  <a:pt x="114300" y="4763"/>
                </a:move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14313" y="9525"/>
                </a:lnTo>
                <a:lnTo>
                  <a:pt x="219075" y="14288"/>
                </a:lnTo>
                <a:lnTo>
                  <a:pt x="223838" y="19050"/>
                </a:lnTo>
                <a:lnTo>
                  <a:pt x="233363" y="19050"/>
                </a:lnTo>
                <a:lnTo>
                  <a:pt x="238125" y="23813"/>
                </a:lnTo>
                <a:lnTo>
                  <a:pt x="242888" y="28575"/>
                </a:lnTo>
                <a:lnTo>
                  <a:pt x="247650" y="33338"/>
                </a:lnTo>
                <a:lnTo>
                  <a:pt x="247650" y="42863"/>
                </a:lnTo>
                <a:lnTo>
                  <a:pt x="252413" y="47625"/>
                </a:lnTo>
                <a:lnTo>
                  <a:pt x="261938" y="47625"/>
                </a:lnTo>
                <a:lnTo>
                  <a:pt x="266700" y="52388"/>
                </a:lnTo>
                <a:lnTo>
                  <a:pt x="271463" y="57150"/>
                </a:lnTo>
                <a:lnTo>
                  <a:pt x="280988" y="57150"/>
                </a:lnTo>
                <a:lnTo>
                  <a:pt x="290513" y="57150"/>
                </a:lnTo>
                <a:lnTo>
                  <a:pt x="295275" y="61913"/>
                </a:lnTo>
                <a:lnTo>
                  <a:pt x="295275" y="71438"/>
                </a:lnTo>
                <a:lnTo>
                  <a:pt x="295275" y="80963"/>
                </a:lnTo>
                <a:lnTo>
                  <a:pt x="300038" y="85725"/>
                </a:lnTo>
                <a:lnTo>
                  <a:pt x="304800" y="90488"/>
                </a:lnTo>
                <a:lnTo>
                  <a:pt x="304800" y="100013"/>
                </a:lnTo>
                <a:lnTo>
                  <a:pt x="304800" y="109538"/>
                </a:lnTo>
                <a:lnTo>
                  <a:pt x="304800" y="119063"/>
                </a:lnTo>
                <a:lnTo>
                  <a:pt x="304800" y="128588"/>
                </a:lnTo>
                <a:lnTo>
                  <a:pt x="304800" y="138113"/>
                </a:lnTo>
                <a:lnTo>
                  <a:pt x="304800" y="147638"/>
                </a:lnTo>
                <a:lnTo>
                  <a:pt x="304800" y="157163"/>
                </a:lnTo>
                <a:lnTo>
                  <a:pt x="304800" y="166688"/>
                </a:lnTo>
                <a:lnTo>
                  <a:pt x="304800" y="176213"/>
                </a:lnTo>
                <a:lnTo>
                  <a:pt x="304800" y="185738"/>
                </a:lnTo>
                <a:lnTo>
                  <a:pt x="304800" y="195263"/>
                </a:lnTo>
                <a:lnTo>
                  <a:pt x="304800" y="204788"/>
                </a:lnTo>
                <a:lnTo>
                  <a:pt x="300038" y="209550"/>
                </a:lnTo>
                <a:lnTo>
                  <a:pt x="295275" y="214313"/>
                </a:lnTo>
                <a:lnTo>
                  <a:pt x="290513" y="219075"/>
                </a:lnTo>
                <a:lnTo>
                  <a:pt x="285750" y="223838"/>
                </a:lnTo>
                <a:lnTo>
                  <a:pt x="285750" y="233363"/>
                </a:lnTo>
                <a:lnTo>
                  <a:pt x="280988" y="238125"/>
                </a:lnTo>
                <a:lnTo>
                  <a:pt x="276225" y="242888"/>
                </a:lnTo>
                <a:lnTo>
                  <a:pt x="276225" y="252413"/>
                </a:lnTo>
                <a:lnTo>
                  <a:pt x="276225" y="261938"/>
                </a:lnTo>
                <a:lnTo>
                  <a:pt x="271463" y="266700"/>
                </a:lnTo>
                <a:lnTo>
                  <a:pt x="266700" y="271463"/>
                </a:lnTo>
                <a:lnTo>
                  <a:pt x="261938" y="276225"/>
                </a:lnTo>
                <a:lnTo>
                  <a:pt x="252413" y="276225"/>
                </a:lnTo>
                <a:lnTo>
                  <a:pt x="242888" y="276225"/>
                </a:lnTo>
                <a:lnTo>
                  <a:pt x="238125" y="280988"/>
                </a:lnTo>
                <a:lnTo>
                  <a:pt x="233363" y="285750"/>
                </a:lnTo>
                <a:lnTo>
                  <a:pt x="223838" y="285750"/>
                </a:lnTo>
                <a:lnTo>
                  <a:pt x="219075" y="290513"/>
                </a:lnTo>
                <a:lnTo>
                  <a:pt x="214313" y="295275"/>
                </a:lnTo>
                <a:lnTo>
                  <a:pt x="209550" y="300038"/>
                </a:lnTo>
                <a:lnTo>
                  <a:pt x="204788" y="304800"/>
                </a:lnTo>
                <a:lnTo>
                  <a:pt x="195263" y="304800"/>
                </a:lnTo>
                <a:lnTo>
                  <a:pt x="185738" y="304800"/>
                </a:lnTo>
                <a:lnTo>
                  <a:pt x="180975" y="309563"/>
                </a:lnTo>
                <a:lnTo>
                  <a:pt x="176213" y="314325"/>
                </a:lnTo>
                <a:lnTo>
                  <a:pt x="166688" y="314325"/>
                </a:lnTo>
                <a:lnTo>
                  <a:pt x="157163" y="314325"/>
                </a:lnTo>
                <a:lnTo>
                  <a:pt x="147638" y="314325"/>
                </a:lnTo>
                <a:lnTo>
                  <a:pt x="142875" y="309563"/>
                </a:lnTo>
                <a:lnTo>
                  <a:pt x="138113" y="304800"/>
                </a:lnTo>
                <a:lnTo>
                  <a:pt x="128588" y="304800"/>
                </a:lnTo>
                <a:lnTo>
                  <a:pt x="119063" y="304800"/>
                </a:lnTo>
                <a:lnTo>
                  <a:pt x="109538" y="304800"/>
                </a:lnTo>
                <a:lnTo>
                  <a:pt x="100013" y="304800"/>
                </a:lnTo>
                <a:lnTo>
                  <a:pt x="90488" y="304800"/>
                </a:lnTo>
                <a:lnTo>
                  <a:pt x="85725" y="300038"/>
                </a:lnTo>
                <a:lnTo>
                  <a:pt x="80963" y="295275"/>
                </a:lnTo>
                <a:lnTo>
                  <a:pt x="76200" y="290513"/>
                </a:lnTo>
                <a:lnTo>
                  <a:pt x="71438" y="285750"/>
                </a:lnTo>
                <a:lnTo>
                  <a:pt x="66675" y="280988"/>
                </a:lnTo>
                <a:lnTo>
                  <a:pt x="61913" y="276225"/>
                </a:lnTo>
                <a:lnTo>
                  <a:pt x="57150" y="271463"/>
                </a:lnTo>
                <a:lnTo>
                  <a:pt x="52388" y="266700"/>
                </a:lnTo>
                <a:lnTo>
                  <a:pt x="47625" y="261938"/>
                </a:lnTo>
                <a:lnTo>
                  <a:pt x="47625" y="252413"/>
                </a:lnTo>
                <a:lnTo>
                  <a:pt x="47625" y="242888"/>
                </a:lnTo>
                <a:lnTo>
                  <a:pt x="42863" y="238125"/>
                </a:lnTo>
                <a:lnTo>
                  <a:pt x="38100" y="233363"/>
                </a:lnTo>
                <a:lnTo>
                  <a:pt x="38100" y="223838"/>
                </a:lnTo>
                <a:lnTo>
                  <a:pt x="33338" y="219075"/>
                </a:lnTo>
                <a:lnTo>
                  <a:pt x="28575" y="214313"/>
                </a:lnTo>
                <a:lnTo>
                  <a:pt x="23813" y="209550"/>
                </a:lnTo>
                <a:lnTo>
                  <a:pt x="19050" y="204788"/>
                </a:lnTo>
                <a:lnTo>
                  <a:pt x="14288" y="200025"/>
                </a:lnTo>
                <a:lnTo>
                  <a:pt x="9525" y="195263"/>
                </a:lnTo>
                <a:lnTo>
                  <a:pt x="4763" y="190500"/>
                </a:lnTo>
                <a:lnTo>
                  <a:pt x="0" y="185738"/>
                </a:lnTo>
                <a:lnTo>
                  <a:pt x="0" y="176213"/>
                </a:lnTo>
                <a:lnTo>
                  <a:pt x="0" y="166688"/>
                </a:lnTo>
                <a:lnTo>
                  <a:pt x="0" y="157163"/>
                </a:lnTo>
                <a:lnTo>
                  <a:pt x="0" y="147638"/>
                </a:lnTo>
                <a:lnTo>
                  <a:pt x="0" y="138113"/>
                </a:lnTo>
                <a:lnTo>
                  <a:pt x="4763" y="133350"/>
                </a:lnTo>
                <a:lnTo>
                  <a:pt x="9525" y="128588"/>
                </a:lnTo>
                <a:lnTo>
                  <a:pt x="14288" y="123825"/>
                </a:lnTo>
                <a:lnTo>
                  <a:pt x="19050" y="119063"/>
                </a:lnTo>
                <a:lnTo>
                  <a:pt x="19050" y="109538"/>
                </a:lnTo>
                <a:lnTo>
                  <a:pt x="19050" y="100013"/>
                </a:lnTo>
                <a:lnTo>
                  <a:pt x="23813" y="95250"/>
                </a:lnTo>
                <a:lnTo>
                  <a:pt x="28575" y="90488"/>
                </a:lnTo>
                <a:lnTo>
                  <a:pt x="28575" y="80963"/>
                </a:lnTo>
                <a:lnTo>
                  <a:pt x="28575" y="71438"/>
                </a:lnTo>
                <a:lnTo>
                  <a:pt x="28575" y="61913"/>
                </a:lnTo>
                <a:lnTo>
                  <a:pt x="33338" y="57150"/>
                </a:lnTo>
                <a:lnTo>
                  <a:pt x="38100" y="52388"/>
                </a:lnTo>
                <a:lnTo>
                  <a:pt x="42863" y="47625"/>
                </a:lnTo>
                <a:lnTo>
                  <a:pt x="47625" y="42863"/>
                </a:lnTo>
                <a:lnTo>
                  <a:pt x="52388" y="38100"/>
                </a:lnTo>
                <a:lnTo>
                  <a:pt x="57150" y="33338"/>
                </a:lnTo>
                <a:lnTo>
                  <a:pt x="61913" y="28575"/>
                </a:lnTo>
                <a:lnTo>
                  <a:pt x="71438" y="28575"/>
                </a:lnTo>
                <a:lnTo>
                  <a:pt x="80963" y="28575"/>
                </a:lnTo>
                <a:lnTo>
                  <a:pt x="90488" y="28575"/>
                </a:lnTo>
                <a:lnTo>
                  <a:pt x="95250" y="23813"/>
                </a:lnTo>
                <a:lnTo>
                  <a:pt x="100013" y="19050"/>
                </a:lnTo>
                <a:lnTo>
                  <a:pt x="104775" y="14288"/>
                </a:lnTo>
                <a:lnTo>
                  <a:pt x="109538" y="9525"/>
                </a:lnTo>
                <a:lnTo>
                  <a:pt x="114300" y="4763"/>
                </a:lnTo>
                <a:close/>
              </a:path>
            </a:pathLst>
          </a:custGeom>
          <a:solidFill xmlns:a="http://schemas.openxmlformats.org/drawingml/2006/main">
            <a:srgbClr val="E0E0E0"/>
          </a:solidFill>
          <a:ln xmlns:a="http://schemas.openxmlformats.org/drawingml/2006/main" w="0">
            <a:noFill/>
            <a:prstDash val="solid"/>
          </a:ln>
        </p:spPr>
      </p:sp>
      <p:sp>
        <p:nvSpPr>
          <p:cNvPr id="515" name="deep-skill-chaining-source-component-10-gradient-226-0">
            <a:extLst xmlns:a="http://schemas.openxmlformats.org/drawingml/2006/main">
              <a:ext uri="{FF2B5EF4-FFF2-40B4-BE49-F238E27FC236}">
                <a16:creationId xmlns:a16="http://schemas.microsoft.com/office/drawing/2014/main" id="{D4D29550-4045-48DE-AFB9-E7E056066C22}"/>
              </a:ext>
            </a:extLst>
          </p:cNvPr>
          <p:cNvSpPr>
            <a:spLocks xmlns:a="http://schemas.openxmlformats.org/drawingml/2006/main" noGrp="1"/>
          </p:cNvSpPr>
          <p:nvPr/>
        </p:nvSpPr>
        <p:spPr>
          <a:xfrm xmlns:a="http://schemas.openxmlformats.org/drawingml/2006/main" rot="0">
            <a:off x="4619625" y="752475"/>
            <a:ext cx="276225" cy="266700"/>
          </a:xfrm>
          <a:custGeom xmlns:a="http://schemas.openxmlformats.org/drawingml/2006/main">
            <a:pathLst>
              <a:path w="276225" h="266700">
                <a:moveTo>
                  <a:pt x="95250" y="4763"/>
                </a:move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0025" y="4763"/>
                </a:lnTo>
                <a:lnTo>
                  <a:pt x="204788" y="9525"/>
                </a:lnTo>
                <a:lnTo>
                  <a:pt x="214313" y="9525"/>
                </a:lnTo>
                <a:lnTo>
                  <a:pt x="219075" y="14288"/>
                </a:lnTo>
                <a:lnTo>
                  <a:pt x="223838" y="19050"/>
                </a:lnTo>
                <a:lnTo>
                  <a:pt x="228600" y="23813"/>
                </a:lnTo>
                <a:lnTo>
                  <a:pt x="233363" y="28575"/>
                </a:lnTo>
                <a:lnTo>
                  <a:pt x="238125" y="33338"/>
                </a:lnTo>
                <a:lnTo>
                  <a:pt x="242888" y="38100"/>
                </a:lnTo>
                <a:lnTo>
                  <a:pt x="247650" y="42863"/>
                </a:lnTo>
                <a:lnTo>
                  <a:pt x="252413" y="47625"/>
                </a:lnTo>
                <a:lnTo>
                  <a:pt x="257175" y="52388"/>
                </a:lnTo>
                <a:lnTo>
                  <a:pt x="261938" y="57150"/>
                </a:lnTo>
                <a:lnTo>
                  <a:pt x="266700" y="61913"/>
                </a:lnTo>
                <a:lnTo>
                  <a:pt x="266700" y="71438"/>
                </a:lnTo>
                <a:lnTo>
                  <a:pt x="266700" y="80963"/>
                </a:lnTo>
                <a:lnTo>
                  <a:pt x="271463" y="85725"/>
                </a:lnTo>
                <a:lnTo>
                  <a:pt x="276225" y="90488"/>
                </a:lnTo>
                <a:lnTo>
                  <a:pt x="276225" y="100013"/>
                </a:lnTo>
                <a:lnTo>
                  <a:pt x="276225" y="109538"/>
                </a:lnTo>
                <a:lnTo>
                  <a:pt x="276225" y="119063"/>
                </a:lnTo>
                <a:lnTo>
                  <a:pt x="276225" y="128588"/>
                </a:lnTo>
                <a:lnTo>
                  <a:pt x="276225" y="138113"/>
                </a:lnTo>
                <a:lnTo>
                  <a:pt x="276225" y="147638"/>
                </a:lnTo>
                <a:lnTo>
                  <a:pt x="276225" y="157163"/>
                </a:lnTo>
                <a:lnTo>
                  <a:pt x="271463" y="161925"/>
                </a:lnTo>
                <a:lnTo>
                  <a:pt x="266700" y="166688"/>
                </a:lnTo>
                <a:lnTo>
                  <a:pt x="266700" y="176213"/>
                </a:lnTo>
                <a:lnTo>
                  <a:pt x="266700" y="185738"/>
                </a:lnTo>
                <a:lnTo>
                  <a:pt x="261938" y="190500"/>
                </a:lnTo>
                <a:lnTo>
                  <a:pt x="257175" y="195263"/>
                </a:lnTo>
                <a:lnTo>
                  <a:pt x="257175" y="204788"/>
                </a:lnTo>
                <a:lnTo>
                  <a:pt x="257175" y="214313"/>
                </a:lnTo>
                <a:lnTo>
                  <a:pt x="252413" y="219075"/>
                </a:lnTo>
                <a:lnTo>
                  <a:pt x="247650" y="223838"/>
                </a:lnTo>
                <a:lnTo>
                  <a:pt x="242888" y="228600"/>
                </a:lnTo>
                <a:lnTo>
                  <a:pt x="238125" y="233363"/>
                </a:lnTo>
                <a:lnTo>
                  <a:pt x="233363" y="238125"/>
                </a:lnTo>
                <a:lnTo>
                  <a:pt x="223838" y="238125"/>
                </a:lnTo>
                <a:lnTo>
                  <a:pt x="219075" y="242888"/>
                </a:lnTo>
                <a:lnTo>
                  <a:pt x="214313" y="247650"/>
                </a:lnTo>
                <a:lnTo>
                  <a:pt x="204788" y="247650"/>
                </a:lnTo>
                <a:lnTo>
                  <a:pt x="200025" y="252413"/>
                </a:lnTo>
                <a:lnTo>
                  <a:pt x="195263" y="257175"/>
                </a:lnTo>
                <a:lnTo>
                  <a:pt x="185738" y="257175"/>
                </a:lnTo>
                <a:lnTo>
                  <a:pt x="176213" y="257175"/>
                </a:lnTo>
                <a:lnTo>
                  <a:pt x="171450" y="261938"/>
                </a:lnTo>
                <a:lnTo>
                  <a:pt x="166688" y="266700"/>
                </a:lnTo>
                <a:lnTo>
                  <a:pt x="157163" y="266700"/>
                </a:lnTo>
                <a:lnTo>
                  <a:pt x="147638" y="266700"/>
                </a:lnTo>
                <a:lnTo>
                  <a:pt x="138113" y="266700"/>
                </a:lnTo>
                <a:lnTo>
                  <a:pt x="128588" y="266700"/>
                </a:lnTo>
                <a:lnTo>
                  <a:pt x="119063" y="266700"/>
                </a:lnTo>
                <a:lnTo>
                  <a:pt x="109538" y="266700"/>
                </a:lnTo>
                <a:lnTo>
                  <a:pt x="104775" y="261938"/>
                </a:lnTo>
                <a:lnTo>
                  <a:pt x="100013" y="257175"/>
                </a:lnTo>
                <a:lnTo>
                  <a:pt x="90488" y="257175"/>
                </a:lnTo>
                <a:lnTo>
                  <a:pt x="85725" y="252413"/>
                </a:lnTo>
                <a:lnTo>
                  <a:pt x="80963" y="247650"/>
                </a:lnTo>
                <a:lnTo>
                  <a:pt x="76200" y="242888"/>
                </a:lnTo>
                <a:lnTo>
                  <a:pt x="71438" y="238125"/>
                </a:lnTo>
                <a:lnTo>
                  <a:pt x="66675" y="233363"/>
                </a:lnTo>
                <a:lnTo>
                  <a:pt x="61913" y="228600"/>
                </a:lnTo>
                <a:lnTo>
                  <a:pt x="57150" y="223838"/>
                </a:lnTo>
                <a:lnTo>
                  <a:pt x="52388" y="219075"/>
                </a:lnTo>
                <a:lnTo>
                  <a:pt x="47625" y="214313"/>
                </a:lnTo>
                <a:lnTo>
                  <a:pt x="47625" y="204788"/>
                </a:lnTo>
                <a:lnTo>
                  <a:pt x="42863" y="200025"/>
                </a:lnTo>
                <a:lnTo>
                  <a:pt x="38100" y="195263"/>
                </a:lnTo>
                <a:lnTo>
                  <a:pt x="38100" y="185738"/>
                </a:lnTo>
                <a:lnTo>
                  <a:pt x="33338" y="180975"/>
                </a:lnTo>
                <a:lnTo>
                  <a:pt x="28575" y="176213"/>
                </a:lnTo>
                <a:lnTo>
                  <a:pt x="23813" y="171450"/>
                </a:lnTo>
                <a:lnTo>
                  <a:pt x="19050" y="166688"/>
                </a:lnTo>
                <a:lnTo>
                  <a:pt x="14288" y="161925"/>
                </a:lnTo>
                <a:lnTo>
                  <a:pt x="9525" y="157163"/>
                </a:lnTo>
                <a:lnTo>
                  <a:pt x="4763" y="152400"/>
                </a:lnTo>
                <a:lnTo>
                  <a:pt x="0" y="147638"/>
                </a:lnTo>
                <a:lnTo>
                  <a:pt x="0" y="138113"/>
                </a:lnTo>
                <a:lnTo>
                  <a:pt x="0" y="128588"/>
                </a:lnTo>
                <a:lnTo>
                  <a:pt x="4763" y="123825"/>
                </a:lnTo>
                <a:lnTo>
                  <a:pt x="9525" y="119063"/>
                </a:lnTo>
                <a:lnTo>
                  <a:pt x="9525" y="109538"/>
                </a:lnTo>
                <a:lnTo>
                  <a:pt x="14288" y="104775"/>
                </a:lnTo>
                <a:lnTo>
                  <a:pt x="23813" y="104775"/>
                </a:lnTo>
                <a:lnTo>
                  <a:pt x="28575" y="100013"/>
                </a:lnTo>
                <a:lnTo>
                  <a:pt x="33338" y="95250"/>
                </a:lnTo>
                <a:lnTo>
                  <a:pt x="38100" y="90488"/>
                </a:lnTo>
                <a:lnTo>
                  <a:pt x="33338" y="85725"/>
                </a:lnTo>
                <a:lnTo>
                  <a:pt x="28575" y="80963"/>
                </a:lnTo>
                <a:lnTo>
                  <a:pt x="28575" y="71438"/>
                </a:lnTo>
                <a:lnTo>
                  <a:pt x="28575" y="61913"/>
                </a:lnTo>
                <a:lnTo>
                  <a:pt x="33338" y="57150"/>
                </a:lnTo>
                <a:lnTo>
                  <a:pt x="38100" y="52388"/>
                </a:lnTo>
                <a:lnTo>
                  <a:pt x="38100" y="42863"/>
                </a:lnTo>
                <a:lnTo>
                  <a:pt x="42863" y="38100"/>
                </a:lnTo>
                <a:lnTo>
                  <a:pt x="47625" y="33338"/>
                </a:lnTo>
                <a:lnTo>
                  <a:pt x="52388" y="28575"/>
                </a:lnTo>
                <a:lnTo>
                  <a:pt x="57150" y="23813"/>
                </a:lnTo>
                <a:lnTo>
                  <a:pt x="61913" y="19050"/>
                </a:lnTo>
                <a:lnTo>
                  <a:pt x="71438" y="19050"/>
                </a:lnTo>
                <a:lnTo>
                  <a:pt x="76200" y="14288"/>
                </a:lnTo>
                <a:lnTo>
                  <a:pt x="80963" y="9525"/>
                </a:lnTo>
                <a:lnTo>
                  <a:pt x="90488" y="9525"/>
                </a:lnTo>
                <a:lnTo>
                  <a:pt x="95250" y="4763"/>
                </a:lnTo>
                <a:close/>
              </a:path>
            </a:pathLst>
          </a:custGeom>
          <a:solidFill xmlns:a="http://schemas.openxmlformats.org/drawingml/2006/main">
            <a:srgbClr val="E2E2E2"/>
          </a:solidFill>
          <a:ln xmlns:a="http://schemas.openxmlformats.org/drawingml/2006/main" w="0">
            <a:noFill/>
            <a:prstDash val="solid"/>
          </a:ln>
        </p:spPr>
      </p:sp>
      <p:sp>
        <p:nvSpPr>
          <p:cNvPr id="516" name="deep-skill-chaining-source-component-10-gradient-228-0">
            <a:extLst xmlns:a="http://schemas.openxmlformats.org/drawingml/2006/main">
              <a:ext uri="{FF2B5EF4-FFF2-40B4-BE49-F238E27FC236}">
                <a16:creationId xmlns:a16="http://schemas.microsoft.com/office/drawing/2014/main" id="{67B31070-9BC1-412D-A06D-6B1FB2C6D416}"/>
              </a:ext>
            </a:extLst>
          </p:cNvPr>
          <p:cNvSpPr>
            <a:spLocks xmlns:a="http://schemas.openxmlformats.org/drawingml/2006/main" noGrp="1"/>
          </p:cNvSpPr>
          <p:nvPr/>
        </p:nvSpPr>
        <p:spPr>
          <a:xfrm xmlns:a="http://schemas.openxmlformats.org/drawingml/2006/main" rot="0">
            <a:off x="4638675" y="762000"/>
            <a:ext cx="238125" cy="238125"/>
          </a:xfrm>
          <a:custGeom xmlns:a="http://schemas.openxmlformats.org/drawingml/2006/main">
            <a:pathLst>
              <a:path w="238125" h="238125">
                <a:moveTo>
                  <a:pt x="95250" y="4763"/>
                </a:moveTo>
                <a:lnTo>
                  <a:pt x="100013" y="0"/>
                </a:lnTo>
                <a:lnTo>
                  <a:pt x="109538" y="0"/>
                </a:lnTo>
                <a:lnTo>
                  <a:pt x="119063" y="0"/>
                </a:lnTo>
                <a:lnTo>
                  <a:pt x="128588" y="0"/>
                </a:lnTo>
                <a:lnTo>
                  <a:pt x="138113" y="0"/>
                </a:lnTo>
                <a:lnTo>
                  <a:pt x="142875" y="4763"/>
                </a:lnTo>
                <a:lnTo>
                  <a:pt x="147638" y="9525"/>
                </a:lnTo>
                <a:lnTo>
                  <a:pt x="157163" y="9525"/>
                </a:lnTo>
                <a:lnTo>
                  <a:pt x="166688" y="9525"/>
                </a:lnTo>
                <a:lnTo>
                  <a:pt x="176213" y="9525"/>
                </a:lnTo>
                <a:lnTo>
                  <a:pt x="180975" y="14288"/>
                </a:lnTo>
                <a:lnTo>
                  <a:pt x="185738" y="19050"/>
                </a:lnTo>
                <a:lnTo>
                  <a:pt x="195263" y="19050"/>
                </a:lnTo>
                <a:lnTo>
                  <a:pt x="200025" y="23813"/>
                </a:lnTo>
                <a:lnTo>
                  <a:pt x="200025" y="33338"/>
                </a:lnTo>
                <a:lnTo>
                  <a:pt x="204788" y="38100"/>
                </a:lnTo>
                <a:lnTo>
                  <a:pt x="209550" y="42863"/>
                </a:lnTo>
                <a:lnTo>
                  <a:pt x="214313" y="47625"/>
                </a:lnTo>
                <a:lnTo>
                  <a:pt x="219075" y="52388"/>
                </a:lnTo>
                <a:lnTo>
                  <a:pt x="223838" y="57150"/>
                </a:lnTo>
                <a:lnTo>
                  <a:pt x="228600" y="61913"/>
                </a:lnTo>
                <a:lnTo>
                  <a:pt x="228600" y="71438"/>
                </a:lnTo>
                <a:lnTo>
                  <a:pt x="233363" y="76200"/>
                </a:lnTo>
                <a:lnTo>
                  <a:pt x="238125" y="80963"/>
                </a:lnTo>
                <a:lnTo>
                  <a:pt x="238125" y="90488"/>
                </a:lnTo>
                <a:lnTo>
                  <a:pt x="238125" y="100013"/>
                </a:lnTo>
                <a:lnTo>
                  <a:pt x="238125" y="109538"/>
                </a:lnTo>
                <a:lnTo>
                  <a:pt x="238125" y="119063"/>
                </a:lnTo>
                <a:lnTo>
                  <a:pt x="238125" y="128588"/>
                </a:lnTo>
                <a:lnTo>
                  <a:pt x="238125" y="138113"/>
                </a:lnTo>
                <a:lnTo>
                  <a:pt x="238125" y="147638"/>
                </a:lnTo>
                <a:lnTo>
                  <a:pt x="233363" y="152400"/>
                </a:lnTo>
                <a:lnTo>
                  <a:pt x="228600" y="157163"/>
                </a:lnTo>
                <a:lnTo>
                  <a:pt x="228600" y="166688"/>
                </a:lnTo>
                <a:lnTo>
                  <a:pt x="228600" y="176213"/>
                </a:lnTo>
                <a:lnTo>
                  <a:pt x="228600" y="185738"/>
                </a:lnTo>
                <a:lnTo>
                  <a:pt x="228600" y="195263"/>
                </a:lnTo>
                <a:lnTo>
                  <a:pt x="223838" y="200025"/>
                </a:lnTo>
                <a:lnTo>
                  <a:pt x="219075" y="204788"/>
                </a:lnTo>
                <a:lnTo>
                  <a:pt x="214313" y="209550"/>
                </a:lnTo>
                <a:lnTo>
                  <a:pt x="209550" y="214313"/>
                </a:lnTo>
                <a:lnTo>
                  <a:pt x="204788" y="219075"/>
                </a:lnTo>
                <a:lnTo>
                  <a:pt x="195263" y="219075"/>
                </a:lnTo>
                <a:lnTo>
                  <a:pt x="190500" y="223838"/>
                </a:lnTo>
                <a:lnTo>
                  <a:pt x="185738" y="228600"/>
                </a:lnTo>
                <a:lnTo>
                  <a:pt x="176213" y="228600"/>
                </a:lnTo>
                <a:lnTo>
                  <a:pt x="166688" y="228600"/>
                </a:lnTo>
                <a:lnTo>
                  <a:pt x="157163" y="228600"/>
                </a:lnTo>
                <a:lnTo>
                  <a:pt x="152400" y="233363"/>
                </a:lnTo>
                <a:lnTo>
                  <a:pt x="147638" y="238125"/>
                </a:lnTo>
                <a:lnTo>
                  <a:pt x="138113" y="238125"/>
                </a:lnTo>
                <a:lnTo>
                  <a:pt x="128588" y="238125"/>
                </a:lnTo>
                <a:lnTo>
                  <a:pt x="119063" y="238125"/>
                </a:lnTo>
                <a:lnTo>
                  <a:pt x="109538" y="238125"/>
                </a:lnTo>
                <a:lnTo>
                  <a:pt x="100013" y="238125"/>
                </a:lnTo>
                <a:lnTo>
                  <a:pt x="90488" y="238125"/>
                </a:lnTo>
                <a:lnTo>
                  <a:pt x="85725" y="233363"/>
                </a:lnTo>
                <a:lnTo>
                  <a:pt x="80963" y="228600"/>
                </a:lnTo>
                <a:lnTo>
                  <a:pt x="76200" y="223838"/>
                </a:lnTo>
                <a:lnTo>
                  <a:pt x="71438" y="219075"/>
                </a:lnTo>
                <a:lnTo>
                  <a:pt x="61913" y="219075"/>
                </a:lnTo>
                <a:lnTo>
                  <a:pt x="57150" y="214313"/>
                </a:lnTo>
                <a:lnTo>
                  <a:pt x="52388" y="209550"/>
                </a:lnTo>
                <a:lnTo>
                  <a:pt x="47625" y="204788"/>
                </a:lnTo>
                <a:lnTo>
                  <a:pt x="42863" y="200025"/>
                </a:lnTo>
                <a:lnTo>
                  <a:pt x="38100" y="195263"/>
                </a:lnTo>
                <a:lnTo>
                  <a:pt x="33338" y="190500"/>
                </a:lnTo>
                <a:lnTo>
                  <a:pt x="28575" y="185738"/>
                </a:lnTo>
                <a:lnTo>
                  <a:pt x="28575" y="176213"/>
                </a:lnTo>
                <a:lnTo>
                  <a:pt x="23813" y="171450"/>
                </a:lnTo>
                <a:lnTo>
                  <a:pt x="19050" y="166688"/>
                </a:lnTo>
                <a:lnTo>
                  <a:pt x="19050" y="157163"/>
                </a:lnTo>
                <a:lnTo>
                  <a:pt x="14288" y="152400"/>
                </a:lnTo>
                <a:lnTo>
                  <a:pt x="9525" y="147638"/>
                </a:lnTo>
                <a:lnTo>
                  <a:pt x="4763" y="142875"/>
                </a:lnTo>
                <a:lnTo>
                  <a:pt x="0" y="138113"/>
                </a:lnTo>
                <a:lnTo>
                  <a:pt x="0" y="128588"/>
                </a:lnTo>
                <a:lnTo>
                  <a:pt x="0" y="119063"/>
                </a:lnTo>
                <a:lnTo>
                  <a:pt x="0" y="109538"/>
                </a:lnTo>
                <a:lnTo>
                  <a:pt x="4763" y="104775"/>
                </a:lnTo>
                <a:lnTo>
                  <a:pt x="9525" y="100013"/>
                </a:lnTo>
                <a:lnTo>
                  <a:pt x="14288" y="95250"/>
                </a:lnTo>
                <a:lnTo>
                  <a:pt x="19050" y="90488"/>
                </a:lnTo>
                <a:lnTo>
                  <a:pt x="23813" y="85725"/>
                </a:lnTo>
                <a:lnTo>
                  <a:pt x="28575" y="80963"/>
                </a:lnTo>
                <a:lnTo>
                  <a:pt x="28575" y="71438"/>
                </a:lnTo>
                <a:lnTo>
                  <a:pt x="28575" y="61913"/>
                </a:lnTo>
                <a:lnTo>
                  <a:pt x="28575" y="52388"/>
                </a:lnTo>
                <a:lnTo>
                  <a:pt x="28575" y="42863"/>
                </a:lnTo>
                <a:lnTo>
                  <a:pt x="33338" y="38100"/>
                </a:lnTo>
                <a:lnTo>
                  <a:pt x="38100" y="33338"/>
                </a:lnTo>
                <a:lnTo>
                  <a:pt x="42863" y="28575"/>
                </a:lnTo>
                <a:lnTo>
                  <a:pt x="47625" y="23813"/>
                </a:lnTo>
                <a:lnTo>
                  <a:pt x="52388" y="19050"/>
                </a:lnTo>
                <a:lnTo>
                  <a:pt x="61913" y="19050"/>
                </a:lnTo>
                <a:lnTo>
                  <a:pt x="66675" y="14288"/>
                </a:lnTo>
                <a:lnTo>
                  <a:pt x="71438" y="9525"/>
                </a:lnTo>
                <a:lnTo>
                  <a:pt x="80963" y="9525"/>
                </a:lnTo>
                <a:lnTo>
                  <a:pt x="90488" y="9525"/>
                </a:lnTo>
                <a:lnTo>
                  <a:pt x="95250" y="4763"/>
                </a:lnTo>
                <a:close/>
              </a:path>
            </a:pathLst>
          </a:custGeom>
          <a:solidFill xmlns:a="http://schemas.openxmlformats.org/drawingml/2006/main">
            <a:srgbClr val="E4E4E4"/>
          </a:solidFill>
          <a:ln xmlns:a="http://schemas.openxmlformats.org/drawingml/2006/main" w="0">
            <a:noFill/>
            <a:prstDash val="solid"/>
          </a:ln>
        </p:spPr>
      </p:sp>
      <p:sp>
        <p:nvSpPr>
          <p:cNvPr id="517" name="deep-skill-chaining-source-component-10-gradient-230-0">
            <a:extLst xmlns:a="http://schemas.openxmlformats.org/drawingml/2006/main">
              <a:ext uri="{FF2B5EF4-FFF2-40B4-BE49-F238E27FC236}">
                <a16:creationId xmlns:a16="http://schemas.microsoft.com/office/drawing/2014/main" id="{80494BC3-769C-459E-B26D-286497F750EE}"/>
              </a:ext>
            </a:extLst>
          </p:cNvPr>
          <p:cNvSpPr>
            <a:spLocks xmlns:a="http://schemas.openxmlformats.org/drawingml/2006/main" noGrp="1"/>
          </p:cNvSpPr>
          <p:nvPr/>
        </p:nvSpPr>
        <p:spPr>
          <a:xfrm xmlns:a="http://schemas.openxmlformats.org/drawingml/2006/main" rot="0">
            <a:off x="4657725" y="781050"/>
            <a:ext cx="209550" cy="209550"/>
          </a:xfrm>
          <a:custGeom xmlns:a="http://schemas.openxmlformats.org/drawingml/2006/main">
            <a:pathLst>
              <a:path w="209550" h="209550">
                <a:moveTo>
                  <a:pt x="66675" y="4763"/>
                </a:move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61925" y="14288"/>
                </a:lnTo>
                <a:lnTo>
                  <a:pt x="166688" y="19050"/>
                </a:lnTo>
                <a:lnTo>
                  <a:pt x="171450" y="23813"/>
                </a:lnTo>
                <a:lnTo>
                  <a:pt x="176213" y="28575"/>
                </a:lnTo>
                <a:lnTo>
                  <a:pt x="180975" y="33338"/>
                </a:lnTo>
                <a:lnTo>
                  <a:pt x="185738" y="38100"/>
                </a:lnTo>
                <a:lnTo>
                  <a:pt x="190500" y="42863"/>
                </a:lnTo>
                <a:lnTo>
                  <a:pt x="195263" y="47625"/>
                </a:lnTo>
                <a:lnTo>
                  <a:pt x="200025" y="52388"/>
                </a:lnTo>
                <a:lnTo>
                  <a:pt x="200025" y="61913"/>
                </a:lnTo>
                <a:lnTo>
                  <a:pt x="200025" y="71438"/>
                </a:lnTo>
                <a:lnTo>
                  <a:pt x="200025" y="80963"/>
                </a:lnTo>
                <a:lnTo>
                  <a:pt x="204788" y="85725"/>
                </a:lnTo>
                <a:lnTo>
                  <a:pt x="209550" y="90488"/>
                </a:lnTo>
                <a:lnTo>
                  <a:pt x="209550" y="100013"/>
                </a:lnTo>
                <a:lnTo>
                  <a:pt x="209550" y="109538"/>
                </a:lnTo>
                <a:lnTo>
                  <a:pt x="209550" y="119063"/>
                </a:lnTo>
                <a:lnTo>
                  <a:pt x="204788" y="123825"/>
                </a:lnTo>
                <a:lnTo>
                  <a:pt x="200025" y="128588"/>
                </a:lnTo>
                <a:lnTo>
                  <a:pt x="195263" y="133350"/>
                </a:lnTo>
                <a:lnTo>
                  <a:pt x="190500" y="138113"/>
                </a:lnTo>
                <a:lnTo>
                  <a:pt x="190500" y="147638"/>
                </a:lnTo>
                <a:lnTo>
                  <a:pt x="190500" y="157163"/>
                </a:lnTo>
                <a:lnTo>
                  <a:pt x="190500" y="166688"/>
                </a:lnTo>
                <a:lnTo>
                  <a:pt x="190500" y="176213"/>
                </a:lnTo>
                <a:lnTo>
                  <a:pt x="185738" y="180975"/>
                </a:lnTo>
                <a:lnTo>
                  <a:pt x="176213" y="180975"/>
                </a:lnTo>
                <a:lnTo>
                  <a:pt x="166688" y="180975"/>
                </a:lnTo>
                <a:lnTo>
                  <a:pt x="161925" y="185738"/>
                </a:lnTo>
                <a:lnTo>
                  <a:pt x="157163" y="190500"/>
                </a:lnTo>
                <a:lnTo>
                  <a:pt x="147638" y="190500"/>
                </a:lnTo>
                <a:lnTo>
                  <a:pt x="142875" y="195263"/>
                </a:lnTo>
                <a:lnTo>
                  <a:pt x="138113" y="200025"/>
                </a:lnTo>
                <a:lnTo>
                  <a:pt x="128588" y="200025"/>
                </a:lnTo>
                <a:lnTo>
                  <a:pt x="119063" y="200025"/>
                </a:lnTo>
                <a:lnTo>
                  <a:pt x="109538" y="200025"/>
                </a:lnTo>
                <a:lnTo>
                  <a:pt x="104775" y="204788"/>
                </a:lnTo>
                <a:lnTo>
                  <a:pt x="100013" y="209550"/>
                </a:lnTo>
                <a:lnTo>
                  <a:pt x="95250" y="204788"/>
                </a:lnTo>
                <a:lnTo>
                  <a:pt x="90488" y="200025"/>
                </a:lnTo>
                <a:lnTo>
                  <a:pt x="80963" y="200025"/>
                </a:lnTo>
                <a:lnTo>
                  <a:pt x="71438" y="200025"/>
                </a:lnTo>
                <a:lnTo>
                  <a:pt x="66675" y="195263"/>
                </a:lnTo>
                <a:lnTo>
                  <a:pt x="61913" y="190500"/>
                </a:lnTo>
                <a:lnTo>
                  <a:pt x="57150" y="185738"/>
                </a:lnTo>
                <a:lnTo>
                  <a:pt x="52388" y="180975"/>
                </a:lnTo>
                <a:lnTo>
                  <a:pt x="42863" y="180975"/>
                </a:lnTo>
                <a:lnTo>
                  <a:pt x="38100" y="176213"/>
                </a:lnTo>
                <a:lnTo>
                  <a:pt x="33338" y="171450"/>
                </a:lnTo>
                <a:lnTo>
                  <a:pt x="28575" y="166688"/>
                </a:lnTo>
                <a:lnTo>
                  <a:pt x="23813" y="161925"/>
                </a:lnTo>
                <a:lnTo>
                  <a:pt x="19050" y="157163"/>
                </a:lnTo>
                <a:lnTo>
                  <a:pt x="14288" y="152400"/>
                </a:lnTo>
                <a:lnTo>
                  <a:pt x="9525" y="147638"/>
                </a:lnTo>
                <a:lnTo>
                  <a:pt x="9525" y="138113"/>
                </a:lnTo>
                <a:lnTo>
                  <a:pt x="9525" y="128588"/>
                </a:lnTo>
                <a:lnTo>
                  <a:pt x="4763" y="123825"/>
                </a:lnTo>
                <a:lnTo>
                  <a:pt x="0" y="119063"/>
                </a:lnTo>
                <a:lnTo>
                  <a:pt x="0" y="109538"/>
                </a:lnTo>
                <a:lnTo>
                  <a:pt x="0" y="100013"/>
                </a:lnTo>
                <a:lnTo>
                  <a:pt x="0" y="90488"/>
                </a:lnTo>
                <a:lnTo>
                  <a:pt x="4763" y="85725"/>
                </a:lnTo>
                <a:lnTo>
                  <a:pt x="9525" y="80963"/>
                </a:lnTo>
                <a:lnTo>
                  <a:pt x="14288" y="76200"/>
                </a:lnTo>
                <a:lnTo>
                  <a:pt x="19050" y="71438"/>
                </a:lnTo>
                <a:lnTo>
                  <a:pt x="23813" y="66675"/>
                </a:lnTo>
                <a:lnTo>
                  <a:pt x="28575" y="61913"/>
                </a:lnTo>
                <a:lnTo>
                  <a:pt x="28575" y="52388"/>
                </a:lnTo>
                <a:lnTo>
                  <a:pt x="28575" y="42863"/>
                </a:lnTo>
                <a:lnTo>
                  <a:pt x="28575" y="33338"/>
                </a:lnTo>
                <a:lnTo>
                  <a:pt x="33338" y="28575"/>
                </a:lnTo>
                <a:lnTo>
                  <a:pt x="38100" y="23813"/>
                </a:lnTo>
                <a:lnTo>
                  <a:pt x="42863" y="19050"/>
                </a:lnTo>
                <a:lnTo>
                  <a:pt x="47625" y="14288"/>
                </a:lnTo>
                <a:lnTo>
                  <a:pt x="52388" y="9525"/>
                </a:lnTo>
                <a:lnTo>
                  <a:pt x="61913" y="9525"/>
                </a:lnTo>
                <a:lnTo>
                  <a:pt x="66675" y="4763"/>
                </a:lnTo>
                <a:close/>
              </a:path>
            </a:pathLst>
          </a:custGeom>
          <a:solidFill xmlns:a="http://schemas.openxmlformats.org/drawingml/2006/main">
            <a:srgbClr val="E6E6E6"/>
          </a:solidFill>
          <a:ln xmlns:a="http://schemas.openxmlformats.org/drawingml/2006/main" w="0">
            <a:noFill/>
            <a:prstDash val="solid"/>
          </a:ln>
        </p:spPr>
      </p:sp>
      <p:sp>
        <p:nvSpPr>
          <p:cNvPr id="518" name="deep-skill-chaining-source-component-10-gradient-232-0">
            <a:extLst xmlns:a="http://schemas.openxmlformats.org/drawingml/2006/main">
              <a:ext uri="{FF2B5EF4-FFF2-40B4-BE49-F238E27FC236}">
                <a16:creationId xmlns:a16="http://schemas.microsoft.com/office/drawing/2014/main" id="{10CE3211-5722-4445-8A1F-1283079C79F5}"/>
              </a:ext>
            </a:extLst>
          </p:cNvPr>
          <p:cNvSpPr>
            <a:spLocks xmlns:a="http://schemas.openxmlformats.org/drawingml/2006/main" noGrp="1"/>
          </p:cNvSpPr>
          <p:nvPr/>
        </p:nvSpPr>
        <p:spPr>
          <a:xfrm xmlns:a="http://schemas.openxmlformats.org/drawingml/2006/main" rot="0">
            <a:off x="4667250" y="800100"/>
            <a:ext cx="180975" cy="171450"/>
          </a:xfrm>
          <a:custGeom xmlns:a="http://schemas.openxmlformats.org/drawingml/2006/main">
            <a:pathLst>
              <a:path w="180975" h="171450">
                <a:moveTo>
                  <a:pt x="66675" y="4763"/>
                </a:moveTo>
                <a:lnTo>
                  <a:pt x="71438" y="0"/>
                </a:lnTo>
                <a:lnTo>
                  <a:pt x="80963" y="0"/>
                </a:lnTo>
                <a:lnTo>
                  <a:pt x="90488" y="0"/>
                </a:lnTo>
                <a:lnTo>
                  <a:pt x="100013" y="0"/>
                </a:lnTo>
                <a:lnTo>
                  <a:pt x="109538" y="0"/>
                </a:lnTo>
                <a:lnTo>
                  <a:pt x="119063" y="0"/>
                </a:lnTo>
                <a:lnTo>
                  <a:pt x="123825" y="4763"/>
                </a:lnTo>
                <a:lnTo>
                  <a:pt x="128588" y="9525"/>
                </a:lnTo>
                <a:lnTo>
                  <a:pt x="138113" y="9525"/>
                </a:lnTo>
                <a:lnTo>
                  <a:pt x="147638" y="9525"/>
                </a:lnTo>
                <a:lnTo>
                  <a:pt x="152400" y="14288"/>
                </a:lnTo>
                <a:lnTo>
                  <a:pt x="157163" y="19050"/>
                </a:lnTo>
                <a:lnTo>
                  <a:pt x="161925" y="23813"/>
                </a:lnTo>
                <a:lnTo>
                  <a:pt x="166688" y="28575"/>
                </a:lnTo>
                <a:lnTo>
                  <a:pt x="171450" y="33338"/>
                </a:lnTo>
                <a:lnTo>
                  <a:pt x="176213" y="38100"/>
                </a:lnTo>
                <a:lnTo>
                  <a:pt x="180975" y="42863"/>
                </a:lnTo>
                <a:lnTo>
                  <a:pt x="180975" y="52388"/>
                </a:lnTo>
                <a:lnTo>
                  <a:pt x="180975" y="61913"/>
                </a:lnTo>
                <a:lnTo>
                  <a:pt x="180975" y="71438"/>
                </a:lnTo>
                <a:lnTo>
                  <a:pt x="180975" y="80963"/>
                </a:lnTo>
                <a:lnTo>
                  <a:pt x="180975" y="90488"/>
                </a:lnTo>
                <a:lnTo>
                  <a:pt x="180975" y="100013"/>
                </a:lnTo>
                <a:lnTo>
                  <a:pt x="176213" y="104775"/>
                </a:lnTo>
                <a:lnTo>
                  <a:pt x="171450" y="109538"/>
                </a:lnTo>
                <a:lnTo>
                  <a:pt x="166688" y="114300"/>
                </a:lnTo>
                <a:lnTo>
                  <a:pt x="161925" y="119063"/>
                </a:lnTo>
                <a:lnTo>
                  <a:pt x="161925" y="128588"/>
                </a:lnTo>
                <a:lnTo>
                  <a:pt x="161925" y="138113"/>
                </a:lnTo>
                <a:lnTo>
                  <a:pt x="157163" y="142875"/>
                </a:lnTo>
                <a:lnTo>
                  <a:pt x="152400" y="147638"/>
                </a:lnTo>
                <a:lnTo>
                  <a:pt x="147638" y="152400"/>
                </a:lnTo>
                <a:lnTo>
                  <a:pt x="138113" y="152400"/>
                </a:lnTo>
                <a:lnTo>
                  <a:pt x="133350" y="157163"/>
                </a:lnTo>
                <a:lnTo>
                  <a:pt x="128588" y="161925"/>
                </a:lnTo>
                <a:lnTo>
                  <a:pt x="119063" y="161925"/>
                </a:lnTo>
                <a:lnTo>
                  <a:pt x="109538" y="161925"/>
                </a:lnTo>
                <a:lnTo>
                  <a:pt x="100013" y="161925"/>
                </a:lnTo>
                <a:lnTo>
                  <a:pt x="95250" y="166688"/>
                </a:lnTo>
                <a:lnTo>
                  <a:pt x="90488" y="171450"/>
                </a:lnTo>
                <a:lnTo>
                  <a:pt x="85725" y="166688"/>
                </a:lnTo>
                <a:lnTo>
                  <a:pt x="80963" y="161925"/>
                </a:lnTo>
                <a:lnTo>
                  <a:pt x="71438" y="161925"/>
                </a:lnTo>
                <a:lnTo>
                  <a:pt x="61913" y="161925"/>
                </a:lnTo>
                <a:lnTo>
                  <a:pt x="57150" y="157163"/>
                </a:lnTo>
                <a:lnTo>
                  <a:pt x="52388" y="152400"/>
                </a:lnTo>
                <a:lnTo>
                  <a:pt x="47625" y="147638"/>
                </a:lnTo>
                <a:lnTo>
                  <a:pt x="42863" y="142875"/>
                </a:lnTo>
                <a:lnTo>
                  <a:pt x="33338" y="142875"/>
                </a:lnTo>
                <a:lnTo>
                  <a:pt x="28575" y="138113"/>
                </a:lnTo>
                <a:lnTo>
                  <a:pt x="28575" y="128588"/>
                </a:lnTo>
                <a:lnTo>
                  <a:pt x="23813" y="123825"/>
                </a:lnTo>
                <a:lnTo>
                  <a:pt x="19050" y="119063"/>
                </a:lnTo>
                <a:lnTo>
                  <a:pt x="19050" y="109538"/>
                </a:lnTo>
                <a:lnTo>
                  <a:pt x="19050" y="100013"/>
                </a:lnTo>
                <a:lnTo>
                  <a:pt x="14288" y="95250"/>
                </a:lnTo>
                <a:lnTo>
                  <a:pt x="9525" y="90488"/>
                </a:lnTo>
                <a:lnTo>
                  <a:pt x="9525" y="80963"/>
                </a:lnTo>
                <a:lnTo>
                  <a:pt x="4763" y="76200"/>
                </a:lnTo>
                <a:lnTo>
                  <a:pt x="0" y="71438"/>
                </a:lnTo>
                <a:lnTo>
                  <a:pt x="4763" y="66675"/>
                </a:lnTo>
                <a:lnTo>
                  <a:pt x="14288" y="66675"/>
                </a:lnTo>
                <a:lnTo>
                  <a:pt x="19050" y="61913"/>
                </a:lnTo>
                <a:lnTo>
                  <a:pt x="19050" y="52388"/>
                </a:lnTo>
                <a:lnTo>
                  <a:pt x="23813" y="47625"/>
                </a:lnTo>
                <a:lnTo>
                  <a:pt x="28575" y="42863"/>
                </a:lnTo>
                <a:lnTo>
                  <a:pt x="28575" y="33338"/>
                </a:lnTo>
                <a:lnTo>
                  <a:pt x="33338" y="28575"/>
                </a:lnTo>
                <a:lnTo>
                  <a:pt x="38100" y="23813"/>
                </a:lnTo>
                <a:lnTo>
                  <a:pt x="42863" y="19050"/>
                </a:lnTo>
                <a:lnTo>
                  <a:pt x="47625" y="14288"/>
                </a:lnTo>
                <a:lnTo>
                  <a:pt x="52388" y="9525"/>
                </a:lnTo>
                <a:lnTo>
                  <a:pt x="61913" y="9525"/>
                </a:lnTo>
                <a:lnTo>
                  <a:pt x="66675" y="4763"/>
                </a:lnTo>
                <a:close/>
              </a:path>
            </a:pathLst>
          </a:custGeom>
          <a:solidFill xmlns:a="http://schemas.openxmlformats.org/drawingml/2006/main">
            <a:srgbClr val="E8E8E8"/>
          </a:solidFill>
          <a:ln xmlns:a="http://schemas.openxmlformats.org/drawingml/2006/main" w="0">
            <a:noFill/>
            <a:prstDash val="solid"/>
          </a:ln>
        </p:spPr>
      </p:sp>
      <p:sp>
        <p:nvSpPr>
          <p:cNvPr id="519" name="deep-skill-chaining-source-component-10-gradient-234-0">
            <a:extLst xmlns:a="http://schemas.openxmlformats.org/drawingml/2006/main">
              <a:ext uri="{FF2B5EF4-FFF2-40B4-BE49-F238E27FC236}">
                <a16:creationId xmlns:a16="http://schemas.microsoft.com/office/drawing/2014/main" id="{03F8C288-DDED-42D2-AB3A-1FC8B54BF8CE}"/>
              </a:ext>
            </a:extLst>
          </p:cNvPr>
          <p:cNvSpPr>
            <a:spLocks xmlns:a="http://schemas.openxmlformats.org/drawingml/2006/main" noGrp="1"/>
          </p:cNvSpPr>
          <p:nvPr/>
        </p:nvSpPr>
        <p:spPr>
          <a:xfrm xmlns:a="http://schemas.openxmlformats.org/drawingml/2006/main" rot="0">
            <a:off x="4695825" y="809625"/>
            <a:ext cx="133350" cy="142875"/>
          </a:xfrm>
          <a:custGeom xmlns:a="http://schemas.openxmlformats.org/drawingml/2006/main">
            <a:pathLst>
              <a:path w="133350" h="142875">
                <a:moveTo>
                  <a:pt x="57150" y="4763"/>
                </a:moveTo>
                <a:lnTo>
                  <a:pt x="61913" y="0"/>
                </a:lnTo>
                <a:lnTo>
                  <a:pt x="66675" y="4763"/>
                </a:lnTo>
                <a:lnTo>
                  <a:pt x="71438" y="9525"/>
                </a:lnTo>
                <a:lnTo>
                  <a:pt x="80963" y="9525"/>
                </a:lnTo>
                <a:lnTo>
                  <a:pt x="85725" y="14288"/>
                </a:lnTo>
                <a:lnTo>
                  <a:pt x="90488" y="19050"/>
                </a:lnTo>
                <a:lnTo>
                  <a:pt x="100013" y="19050"/>
                </a:lnTo>
                <a:lnTo>
                  <a:pt x="109538" y="19050"/>
                </a:lnTo>
                <a:lnTo>
                  <a:pt x="114300" y="23813"/>
                </a:lnTo>
                <a:lnTo>
                  <a:pt x="119063" y="28575"/>
                </a:lnTo>
                <a:lnTo>
                  <a:pt x="123825" y="33338"/>
                </a:lnTo>
                <a:lnTo>
                  <a:pt x="123825" y="42863"/>
                </a:lnTo>
                <a:lnTo>
                  <a:pt x="123825" y="52388"/>
                </a:lnTo>
                <a:lnTo>
                  <a:pt x="128588" y="57150"/>
                </a:lnTo>
                <a:lnTo>
                  <a:pt x="133350" y="61913"/>
                </a:lnTo>
                <a:lnTo>
                  <a:pt x="133350" y="71438"/>
                </a:lnTo>
                <a:lnTo>
                  <a:pt x="133350" y="80963"/>
                </a:lnTo>
                <a:lnTo>
                  <a:pt x="133350" y="90488"/>
                </a:lnTo>
                <a:lnTo>
                  <a:pt x="128588" y="95250"/>
                </a:lnTo>
                <a:lnTo>
                  <a:pt x="123825" y="100013"/>
                </a:lnTo>
                <a:lnTo>
                  <a:pt x="123825" y="109538"/>
                </a:lnTo>
                <a:lnTo>
                  <a:pt x="123825" y="119063"/>
                </a:lnTo>
                <a:lnTo>
                  <a:pt x="119063" y="123825"/>
                </a:lnTo>
                <a:lnTo>
                  <a:pt x="109538" y="123825"/>
                </a:lnTo>
                <a:lnTo>
                  <a:pt x="100013" y="123825"/>
                </a:lnTo>
                <a:lnTo>
                  <a:pt x="95250" y="128588"/>
                </a:lnTo>
                <a:lnTo>
                  <a:pt x="90488" y="133350"/>
                </a:lnTo>
                <a:lnTo>
                  <a:pt x="80963" y="133350"/>
                </a:lnTo>
                <a:lnTo>
                  <a:pt x="71438" y="133350"/>
                </a:lnTo>
                <a:lnTo>
                  <a:pt x="66675" y="138113"/>
                </a:lnTo>
                <a:lnTo>
                  <a:pt x="61913" y="142875"/>
                </a:lnTo>
                <a:lnTo>
                  <a:pt x="57150" y="138113"/>
                </a:lnTo>
                <a:lnTo>
                  <a:pt x="52388" y="133350"/>
                </a:lnTo>
                <a:lnTo>
                  <a:pt x="42863" y="133350"/>
                </a:lnTo>
                <a:lnTo>
                  <a:pt x="33338" y="133350"/>
                </a:lnTo>
                <a:lnTo>
                  <a:pt x="28575" y="128588"/>
                </a:lnTo>
                <a:lnTo>
                  <a:pt x="23813" y="123825"/>
                </a:lnTo>
                <a:lnTo>
                  <a:pt x="19050" y="119063"/>
                </a:lnTo>
                <a:lnTo>
                  <a:pt x="19050" y="109538"/>
                </a:lnTo>
                <a:lnTo>
                  <a:pt x="14288" y="104775"/>
                </a:lnTo>
                <a:lnTo>
                  <a:pt x="9525" y="100013"/>
                </a:lnTo>
                <a:lnTo>
                  <a:pt x="9525" y="90488"/>
                </a:lnTo>
                <a:lnTo>
                  <a:pt x="9525" y="80963"/>
                </a:lnTo>
                <a:lnTo>
                  <a:pt x="4763" y="76200"/>
                </a:lnTo>
                <a:lnTo>
                  <a:pt x="0" y="71438"/>
                </a:lnTo>
                <a:lnTo>
                  <a:pt x="0" y="61913"/>
                </a:lnTo>
                <a:lnTo>
                  <a:pt x="0" y="52388"/>
                </a:lnTo>
                <a:lnTo>
                  <a:pt x="4763" y="47625"/>
                </a:lnTo>
                <a:lnTo>
                  <a:pt x="9525" y="42863"/>
                </a:lnTo>
                <a:lnTo>
                  <a:pt x="14288" y="38100"/>
                </a:lnTo>
                <a:lnTo>
                  <a:pt x="19050" y="33338"/>
                </a:lnTo>
                <a:lnTo>
                  <a:pt x="19050" y="23813"/>
                </a:lnTo>
                <a:lnTo>
                  <a:pt x="23813" y="19050"/>
                </a:lnTo>
                <a:lnTo>
                  <a:pt x="33338" y="19050"/>
                </a:lnTo>
                <a:lnTo>
                  <a:pt x="38100" y="14288"/>
                </a:lnTo>
                <a:lnTo>
                  <a:pt x="42863" y="9525"/>
                </a:lnTo>
                <a:lnTo>
                  <a:pt x="52388" y="9525"/>
                </a:lnTo>
                <a:lnTo>
                  <a:pt x="57150" y="4763"/>
                </a:lnTo>
                <a:close/>
              </a:path>
            </a:pathLst>
          </a:custGeom>
          <a:solidFill xmlns:a="http://schemas.openxmlformats.org/drawingml/2006/main">
            <a:srgbClr val="EAEAEA"/>
          </a:solidFill>
          <a:ln xmlns:a="http://schemas.openxmlformats.org/drawingml/2006/main" w="0">
            <a:noFill/>
            <a:prstDash val="solid"/>
          </a:ln>
        </p:spPr>
      </p:sp>
      <p:sp>
        <p:nvSpPr>
          <p:cNvPr id="520" name="deep-skill-chaining-source-component-10-gradient-236-0">
            <a:extLst xmlns:a="http://schemas.openxmlformats.org/drawingml/2006/main">
              <a:ext uri="{FF2B5EF4-FFF2-40B4-BE49-F238E27FC236}">
                <a16:creationId xmlns:a16="http://schemas.microsoft.com/office/drawing/2014/main" id="{FE85F5D9-5452-4471-9601-502C8ECBC93E}"/>
              </a:ext>
            </a:extLst>
          </p:cNvPr>
          <p:cNvSpPr>
            <a:spLocks xmlns:a="http://schemas.openxmlformats.org/drawingml/2006/main" noGrp="1"/>
          </p:cNvSpPr>
          <p:nvPr/>
        </p:nvSpPr>
        <p:spPr>
          <a:xfrm xmlns:a="http://schemas.openxmlformats.org/drawingml/2006/main" rot="0">
            <a:off x="4714875" y="838200"/>
            <a:ext cx="95250" cy="95250"/>
          </a:xfrm>
          <a:custGeom xmlns:a="http://schemas.openxmlformats.org/drawingml/2006/main">
            <a:pathLst>
              <a:path w="95250" h="95250">
                <a:moveTo>
                  <a:pt x="9525" y="4763"/>
                </a:moveTo>
                <a:lnTo>
                  <a:pt x="14288" y="0"/>
                </a:lnTo>
                <a:lnTo>
                  <a:pt x="23813" y="0"/>
                </a:lnTo>
                <a:lnTo>
                  <a:pt x="33338" y="0"/>
                </a:lnTo>
                <a:lnTo>
                  <a:pt x="42863" y="0"/>
                </a:lnTo>
                <a:lnTo>
                  <a:pt x="52388" y="0"/>
                </a:lnTo>
                <a:lnTo>
                  <a:pt x="61913" y="0"/>
                </a:lnTo>
                <a:lnTo>
                  <a:pt x="71438" y="0"/>
                </a:lnTo>
                <a:lnTo>
                  <a:pt x="76200" y="4763"/>
                </a:lnTo>
                <a:lnTo>
                  <a:pt x="76200" y="14288"/>
                </a:lnTo>
                <a:lnTo>
                  <a:pt x="80963" y="19050"/>
                </a:lnTo>
                <a:lnTo>
                  <a:pt x="85725" y="23813"/>
                </a:lnTo>
                <a:lnTo>
                  <a:pt x="90488" y="28575"/>
                </a:lnTo>
                <a:lnTo>
                  <a:pt x="95250" y="33338"/>
                </a:lnTo>
                <a:lnTo>
                  <a:pt x="95250" y="42863"/>
                </a:lnTo>
                <a:lnTo>
                  <a:pt x="95250" y="52388"/>
                </a:lnTo>
                <a:lnTo>
                  <a:pt x="95250" y="61913"/>
                </a:lnTo>
                <a:lnTo>
                  <a:pt x="90488" y="66675"/>
                </a:lnTo>
                <a:lnTo>
                  <a:pt x="85725" y="71438"/>
                </a:lnTo>
                <a:lnTo>
                  <a:pt x="80963" y="76200"/>
                </a:lnTo>
                <a:lnTo>
                  <a:pt x="76200" y="80963"/>
                </a:lnTo>
                <a:lnTo>
                  <a:pt x="71438" y="85725"/>
                </a:lnTo>
                <a:lnTo>
                  <a:pt x="61913" y="85725"/>
                </a:lnTo>
                <a:lnTo>
                  <a:pt x="52388" y="85725"/>
                </a:lnTo>
                <a:lnTo>
                  <a:pt x="47625" y="90488"/>
                </a:lnTo>
                <a:lnTo>
                  <a:pt x="42863" y="95250"/>
                </a:lnTo>
                <a:lnTo>
                  <a:pt x="38100" y="90488"/>
                </a:lnTo>
                <a:lnTo>
                  <a:pt x="33338" y="85725"/>
                </a:lnTo>
                <a:lnTo>
                  <a:pt x="23813" y="85725"/>
                </a:lnTo>
                <a:lnTo>
                  <a:pt x="19050" y="80963"/>
                </a:lnTo>
                <a:lnTo>
                  <a:pt x="14288" y="76200"/>
                </a:lnTo>
                <a:lnTo>
                  <a:pt x="9525" y="71438"/>
                </a:lnTo>
                <a:lnTo>
                  <a:pt x="9525" y="61913"/>
                </a:lnTo>
                <a:lnTo>
                  <a:pt x="4763" y="57150"/>
                </a:lnTo>
                <a:lnTo>
                  <a:pt x="0" y="52388"/>
                </a:lnTo>
                <a:lnTo>
                  <a:pt x="0" y="42863"/>
                </a:lnTo>
                <a:lnTo>
                  <a:pt x="0" y="33338"/>
                </a:lnTo>
                <a:lnTo>
                  <a:pt x="0" y="23813"/>
                </a:lnTo>
                <a:lnTo>
                  <a:pt x="4763" y="19050"/>
                </a:lnTo>
                <a:lnTo>
                  <a:pt x="9525" y="14288"/>
                </a:lnTo>
                <a:lnTo>
                  <a:pt x="9525" y="4763"/>
                </a:lnTo>
                <a:close/>
              </a:path>
            </a:pathLst>
          </a:custGeom>
          <a:solidFill xmlns:a="http://schemas.openxmlformats.org/drawingml/2006/main">
            <a:srgbClr val="ECECEC"/>
          </a:solidFill>
          <a:ln xmlns:a="http://schemas.openxmlformats.org/drawingml/2006/main" w="0">
            <a:noFill/>
            <a:prstDash val="solid"/>
          </a:ln>
        </p:spPr>
      </p:sp>
      <p:sp>
        <p:nvSpPr>
          <p:cNvPr id="521" name="deep-skill-chaining-source-component-10-gradient-238-0">
            <a:extLst xmlns:a="http://schemas.openxmlformats.org/drawingml/2006/main">
              <a:ext uri="{FF2B5EF4-FFF2-40B4-BE49-F238E27FC236}">
                <a16:creationId xmlns:a16="http://schemas.microsoft.com/office/drawing/2014/main" id="{98DB8255-BC0B-456A-9F69-4D3BFF038643}"/>
              </a:ext>
            </a:extLst>
          </p:cNvPr>
          <p:cNvSpPr>
            <a:spLocks xmlns:a="http://schemas.openxmlformats.org/drawingml/2006/main" noGrp="1"/>
          </p:cNvSpPr>
          <p:nvPr/>
        </p:nvSpPr>
        <p:spPr>
          <a:xfrm xmlns:a="http://schemas.openxmlformats.org/drawingml/2006/main" rot="0">
            <a:off x="4724400" y="847725"/>
            <a:ext cx="66675" cy="66675"/>
          </a:xfrm>
          <a:custGeom xmlns:a="http://schemas.openxmlformats.org/drawingml/2006/main">
            <a:pathLst>
              <a:path w="66675" h="66675">
                <a:moveTo>
                  <a:pt x="28575" y="4763"/>
                </a:moveTo>
                <a:lnTo>
                  <a:pt x="33338" y="0"/>
                </a:lnTo>
                <a:lnTo>
                  <a:pt x="38100" y="4763"/>
                </a:lnTo>
                <a:lnTo>
                  <a:pt x="42863" y="9525"/>
                </a:lnTo>
                <a:lnTo>
                  <a:pt x="52388" y="9525"/>
                </a:lnTo>
                <a:lnTo>
                  <a:pt x="57150" y="14288"/>
                </a:lnTo>
                <a:lnTo>
                  <a:pt x="61913" y="19050"/>
                </a:lnTo>
                <a:lnTo>
                  <a:pt x="66675" y="23813"/>
                </a:lnTo>
                <a:lnTo>
                  <a:pt x="66675" y="33338"/>
                </a:lnTo>
                <a:lnTo>
                  <a:pt x="66675" y="42863"/>
                </a:lnTo>
                <a:lnTo>
                  <a:pt x="66675" y="52388"/>
                </a:lnTo>
                <a:lnTo>
                  <a:pt x="61913" y="57150"/>
                </a:lnTo>
                <a:lnTo>
                  <a:pt x="52388" y="57150"/>
                </a:lnTo>
                <a:lnTo>
                  <a:pt x="42863" y="57150"/>
                </a:lnTo>
                <a:lnTo>
                  <a:pt x="38100" y="61913"/>
                </a:lnTo>
                <a:lnTo>
                  <a:pt x="33338" y="66675"/>
                </a:lnTo>
                <a:lnTo>
                  <a:pt x="28575" y="61913"/>
                </a:lnTo>
                <a:lnTo>
                  <a:pt x="23813" y="57150"/>
                </a:lnTo>
                <a:lnTo>
                  <a:pt x="19050" y="52388"/>
                </a:lnTo>
                <a:lnTo>
                  <a:pt x="14288" y="47625"/>
                </a:lnTo>
                <a:lnTo>
                  <a:pt x="9525" y="42863"/>
                </a:lnTo>
                <a:lnTo>
                  <a:pt x="9525" y="33338"/>
                </a:lnTo>
                <a:lnTo>
                  <a:pt x="4763" y="28575"/>
                </a:lnTo>
                <a:lnTo>
                  <a:pt x="0" y="23813"/>
                </a:lnTo>
                <a:lnTo>
                  <a:pt x="4763" y="19050"/>
                </a:lnTo>
                <a:lnTo>
                  <a:pt x="9525" y="14288"/>
                </a:lnTo>
                <a:lnTo>
                  <a:pt x="14288" y="9525"/>
                </a:lnTo>
                <a:lnTo>
                  <a:pt x="23813" y="9525"/>
                </a:lnTo>
                <a:lnTo>
                  <a:pt x="28575" y="4763"/>
                </a:lnTo>
                <a:close/>
              </a:path>
            </a:pathLst>
          </a:custGeom>
          <a:solidFill xmlns:a="http://schemas.openxmlformats.org/drawingml/2006/main">
            <a:srgbClr val="EEEEEE"/>
          </a:solidFill>
          <a:ln xmlns:a="http://schemas.openxmlformats.org/drawingml/2006/main" w="0">
            <a:noFill/>
            <a:prstDash val="solid"/>
          </a:ln>
        </p:spPr>
      </p:sp>
      <p:sp>
        <p:nvSpPr>
          <p:cNvPr id="522" name="deep-skill-chaining-source-component-10-gradient-240-0">
            <a:extLst xmlns:a="http://schemas.openxmlformats.org/drawingml/2006/main">
              <a:ext uri="{FF2B5EF4-FFF2-40B4-BE49-F238E27FC236}">
                <a16:creationId xmlns:a16="http://schemas.microsoft.com/office/drawing/2014/main" id="{F2644BD5-D06E-490C-95E7-10161832C563}"/>
              </a:ext>
            </a:extLst>
          </p:cNvPr>
          <p:cNvSpPr>
            <a:spLocks xmlns:a="http://schemas.openxmlformats.org/drawingml/2006/main" noGrp="1"/>
          </p:cNvSpPr>
          <p:nvPr/>
        </p:nvSpPr>
        <p:spPr>
          <a:xfrm xmlns:a="http://schemas.openxmlformats.org/drawingml/2006/main" rot="0">
            <a:off x="4752975" y="866775"/>
            <a:ext cx="19050" cy="19050"/>
          </a:xfrm>
          <a:custGeom xmlns:a="http://schemas.openxmlformats.org/drawingml/2006/main">
            <a:pathLst>
              <a:path w="19050" h="19050">
                <a:moveTo>
                  <a:pt x="0" y="4763"/>
                </a:moveTo>
                <a:lnTo>
                  <a:pt x="4763" y="0"/>
                </a:lnTo>
                <a:lnTo>
                  <a:pt x="14288" y="0"/>
                </a:lnTo>
                <a:lnTo>
                  <a:pt x="19050" y="4763"/>
                </a:lnTo>
                <a:lnTo>
                  <a:pt x="14288" y="9525"/>
                </a:lnTo>
                <a:lnTo>
                  <a:pt x="9525" y="14288"/>
                </a:lnTo>
                <a:lnTo>
                  <a:pt x="4763" y="19050"/>
                </a:lnTo>
                <a:lnTo>
                  <a:pt x="0" y="14288"/>
                </a:lnTo>
                <a:lnTo>
                  <a:pt x="0" y="4763"/>
                </a:lnTo>
                <a:close/>
              </a:path>
            </a:pathLst>
          </a:custGeom>
          <a:solidFill xmlns:a="http://schemas.openxmlformats.org/drawingml/2006/main">
            <a:srgbClr val="F0F0F0"/>
          </a:solidFill>
          <a:ln xmlns:a="http://schemas.openxmlformats.org/drawingml/2006/main" w="0">
            <a:noFill/>
            <a:prstDash val="solid"/>
          </a:ln>
        </p:spPr>
      </p:sp>
      <p:sp>
        <p:nvSpPr>
          <p:cNvPr id="523" name="pdf-path-51">
            <a:extLst xmlns:a="http://schemas.openxmlformats.org/drawingml/2006/main">
              <a:ext uri="{FF2B5EF4-FFF2-40B4-BE49-F238E27FC236}">
                <a16:creationId xmlns:a16="http://schemas.microsoft.com/office/drawing/2014/main" id="{A0B5A968-FCF4-49BA-9CC8-EF716D93E6D8}"/>
              </a:ext>
            </a:extLst>
          </p:cNvPr>
          <p:cNvSpPr>
            <a:spLocks xmlns:a="http://schemas.openxmlformats.org/drawingml/2006/main" noGrp="1"/>
          </p:cNvSpPr>
          <p:nvPr/>
        </p:nvSpPr>
        <p:spPr>
          <a:xfrm xmlns:a="http://schemas.openxmlformats.org/drawingml/2006/main" rot="0">
            <a:off x="4285531" y="413223"/>
            <a:ext cx="968200" cy="907676"/>
          </a:xfrm>
          <a:custGeom xmlns:a="http://schemas.openxmlformats.org/drawingml/2006/main">
            <a:pathLst>
              <a:path w="968200" h="907676">
                <a:moveTo>
                  <a:pt x="0" y="453807"/>
                </a:moveTo>
                <a:cubicBezTo>
                  <a:pt x="0" y="203211"/>
                  <a:pt x="216711" y="0"/>
                  <a:pt x="484123" y="0"/>
                </a:cubicBezTo>
                <a:cubicBezTo>
                  <a:pt x="751488" y="0"/>
                  <a:pt x="968200" y="203211"/>
                  <a:pt x="968200" y="453807"/>
                </a:cubicBezTo>
                <a:cubicBezTo>
                  <a:pt x="968200" y="704465"/>
                  <a:pt x="751488" y="907676"/>
                  <a:pt x="484123" y="907676"/>
                </a:cubicBezTo>
                <a:cubicBezTo>
                  <a:pt x="216711" y="907676"/>
                  <a:pt x="0" y="704465"/>
                  <a:pt x="0" y="453807"/>
                </a:cubicBezTo>
              </a:path>
            </a:pathLst>
          </a:custGeom>
          <a:noFill xmlns:a="http://schemas.openxmlformats.org/drawingml/2006/main"/>
          <a:ln xmlns:a="http://schemas.openxmlformats.org/drawingml/2006/main" w="11787">
            <a:solidFill>
              <a:srgbClr val="000000"/>
            </a:solidFill>
            <a:prstDash val="solid"/>
          </a:ln>
        </p:spPr>
      </p:sp>
      <p:sp>
        <p:nvSpPr>
          <p:cNvPr id="524" name="pdf-path-52">
            <a:extLst xmlns:a="http://schemas.openxmlformats.org/drawingml/2006/main">
              <a:ext uri="{FF2B5EF4-FFF2-40B4-BE49-F238E27FC236}">
                <a16:creationId xmlns:a16="http://schemas.microsoft.com/office/drawing/2014/main" id="{6CC81086-D4D7-474C-8C40-3C7DA64EEA55}"/>
              </a:ext>
            </a:extLst>
          </p:cNvPr>
          <p:cNvSpPr>
            <a:spLocks xmlns:a="http://schemas.openxmlformats.org/drawingml/2006/main" noGrp="1"/>
          </p:cNvSpPr>
          <p:nvPr/>
        </p:nvSpPr>
        <p:spPr>
          <a:xfrm xmlns:a="http://schemas.openxmlformats.org/drawingml/2006/main" rot="0">
            <a:off x="5132920" y="754989"/>
            <a:ext cx="128795" cy="256930"/>
          </a:xfrm>
          <a:custGeom xmlns:a="http://schemas.openxmlformats.org/drawingml/2006/main">
            <a:pathLst>
              <a:path w="128795" h="256930">
                <a:moveTo>
                  <a:pt x="0" y="98164"/>
                </a:moveTo>
                <a:lnTo>
                  <a:pt x="49223" y="98164"/>
                </a:lnTo>
                <a:lnTo>
                  <a:pt x="64390" y="0"/>
                </a:lnTo>
                <a:lnTo>
                  <a:pt x="79618" y="98164"/>
                </a:lnTo>
                <a:lnTo>
                  <a:pt x="128795" y="98164"/>
                </a:lnTo>
                <a:lnTo>
                  <a:pt x="89016" y="158813"/>
                </a:lnTo>
                <a:lnTo>
                  <a:pt x="104230" y="256930"/>
                </a:lnTo>
                <a:lnTo>
                  <a:pt x="64390" y="196265"/>
                </a:lnTo>
                <a:lnTo>
                  <a:pt x="24612" y="256930"/>
                </a:lnTo>
                <a:lnTo>
                  <a:pt x="39777" y="158813"/>
                </a:lnTo>
                <a:lnTo>
                  <a:pt x="0" y="98164"/>
                </a:lnTo>
              </a:path>
            </a:pathLst>
          </a:custGeom>
          <a:solidFill xmlns:a="http://schemas.openxmlformats.org/drawingml/2006/main">
            <a:srgbClr val="F6B26B"/>
          </a:solidFill>
          <a:ln xmlns:a="http://schemas.openxmlformats.org/drawingml/2006/main" w="11787">
            <a:solidFill>
              <a:srgbClr val="000000"/>
            </a:solidFill>
            <a:prstDash val="solid"/>
          </a:ln>
        </p:spPr>
      </p:sp>
      <p:sp>
        <p:nvSpPr>
          <p:cNvPr id="525" name="pdf-path-54">
            <a:extLst xmlns:a="http://schemas.openxmlformats.org/drawingml/2006/main">
              <a:ext uri="{FF2B5EF4-FFF2-40B4-BE49-F238E27FC236}">
                <a16:creationId xmlns:a16="http://schemas.microsoft.com/office/drawing/2014/main" id="{3DB4869E-4E48-403C-ADF4-3167D5FF0A5B}"/>
              </a:ext>
            </a:extLst>
          </p:cNvPr>
          <p:cNvSpPr>
            <a:spLocks xmlns:a="http://schemas.openxmlformats.org/drawingml/2006/main" noGrp="1"/>
          </p:cNvSpPr>
          <p:nvPr/>
        </p:nvSpPr>
        <p:spPr>
          <a:xfrm xmlns:a="http://schemas.openxmlformats.org/drawingml/2006/main" rot="0">
            <a:off x="2833004" y="3231650"/>
            <a:ext cx="78644" cy="118846"/>
          </a:xfrm>
          <a:custGeom xmlns:a="http://schemas.openxmlformats.org/drawingml/2006/main">
            <a:pathLst>
              <a:path w="78644" h="118846">
                <a:moveTo>
                  <a:pt x="0" y="11787"/>
                </a:moveTo>
                <a:lnTo>
                  <a:pt x="22522" y="0"/>
                </a:lnTo>
                <a:lnTo>
                  <a:pt x="39354" y="32045"/>
                </a:lnTo>
                <a:lnTo>
                  <a:pt x="56170" y="0"/>
                </a:lnTo>
                <a:lnTo>
                  <a:pt x="78644" y="11787"/>
                </a:lnTo>
                <a:lnTo>
                  <a:pt x="53655" y="59423"/>
                </a:lnTo>
                <a:lnTo>
                  <a:pt x="78644" y="107059"/>
                </a:lnTo>
                <a:lnTo>
                  <a:pt x="56170" y="118846"/>
                </a:lnTo>
                <a:lnTo>
                  <a:pt x="39354" y="86738"/>
                </a:lnTo>
                <a:lnTo>
                  <a:pt x="22522" y="118846"/>
                </a:lnTo>
                <a:lnTo>
                  <a:pt x="0" y="107059"/>
                </a:lnTo>
                <a:lnTo>
                  <a:pt x="24989" y="59423"/>
                </a:lnTo>
                <a:lnTo>
                  <a:pt x="0" y="11787"/>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526" name="pdf-path-56">
            <a:extLst xmlns:a="http://schemas.openxmlformats.org/drawingml/2006/main">
              <a:ext uri="{FF2B5EF4-FFF2-40B4-BE49-F238E27FC236}">
                <a16:creationId xmlns:a16="http://schemas.microsoft.com/office/drawing/2014/main" id="{DE54ED67-B12A-4C68-8280-1BBEDC0682B3}"/>
              </a:ext>
            </a:extLst>
          </p:cNvPr>
          <p:cNvSpPr>
            <a:spLocks xmlns:a="http://schemas.openxmlformats.org/drawingml/2006/main" noGrp="1"/>
          </p:cNvSpPr>
          <p:nvPr/>
        </p:nvSpPr>
        <p:spPr>
          <a:xfrm xmlns:a="http://schemas.openxmlformats.org/drawingml/2006/main" rot="0">
            <a:off x="2833004" y="97123"/>
            <a:ext cx="78644" cy="118846"/>
          </a:xfrm>
          <a:custGeom xmlns:a="http://schemas.openxmlformats.org/drawingml/2006/main">
            <a:pathLst>
              <a:path w="78644" h="118846">
                <a:moveTo>
                  <a:pt x="0" y="11787"/>
                </a:moveTo>
                <a:lnTo>
                  <a:pt x="22522" y="0"/>
                </a:lnTo>
                <a:lnTo>
                  <a:pt x="39354" y="32108"/>
                </a:lnTo>
                <a:lnTo>
                  <a:pt x="56170" y="0"/>
                </a:lnTo>
                <a:lnTo>
                  <a:pt x="78644" y="11787"/>
                </a:lnTo>
                <a:lnTo>
                  <a:pt x="53655" y="59423"/>
                </a:lnTo>
                <a:lnTo>
                  <a:pt x="78644" y="107059"/>
                </a:lnTo>
                <a:lnTo>
                  <a:pt x="56170" y="118846"/>
                </a:lnTo>
                <a:lnTo>
                  <a:pt x="39354" y="86801"/>
                </a:lnTo>
                <a:lnTo>
                  <a:pt x="22522" y="118846"/>
                </a:lnTo>
                <a:lnTo>
                  <a:pt x="0" y="107059"/>
                </a:lnTo>
                <a:lnTo>
                  <a:pt x="24989" y="59423"/>
                </a:lnTo>
                <a:lnTo>
                  <a:pt x="0" y="11787"/>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527" name="pdf-path-58">
            <a:extLst xmlns:a="http://schemas.openxmlformats.org/drawingml/2006/main">
              <a:ext uri="{FF2B5EF4-FFF2-40B4-BE49-F238E27FC236}">
                <a16:creationId xmlns:a16="http://schemas.microsoft.com/office/drawing/2014/main" id="{DEF0A89E-73A8-4337-AE94-FD1EB82922D5}"/>
              </a:ext>
            </a:extLst>
          </p:cNvPr>
          <p:cNvSpPr>
            <a:spLocks xmlns:a="http://schemas.openxmlformats.org/drawingml/2006/main" noGrp="1"/>
          </p:cNvSpPr>
          <p:nvPr/>
        </p:nvSpPr>
        <p:spPr>
          <a:xfrm xmlns:a="http://schemas.openxmlformats.org/drawingml/2006/main" rot="0">
            <a:off x="2900411" y="210075"/>
            <a:ext cx="924807" cy="1998416"/>
          </a:xfrm>
          <a:custGeom xmlns:a="http://schemas.openxmlformats.org/drawingml/2006/main">
            <a:pathLst>
              <a:path w="924807" h="1998416">
                <a:moveTo>
                  <a:pt x="0" y="0"/>
                </a:moveTo>
                <a:cubicBezTo>
                  <a:pt x="226219" y="0"/>
                  <a:pt x="360609" y="499604"/>
                  <a:pt x="452392" y="968875"/>
                </a:cubicBezTo>
                <a:cubicBezTo>
                  <a:pt x="544238" y="1438162"/>
                  <a:pt x="593461" y="1877165"/>
                  <a:pt x="688623" y="1937767"/>
                </a:cubicBezTo>
                <a:cubicBezTo>
                  <a:pt x="783722" y="1998416"/>
                  <a:pt x="924807" y="1680774"/>
                  <a:pt x="924807" y="1423735"/>
                </a:cubicBezTo>
              </a:path>
            </a:pathLst>
          </a:custGeom>
          <a:noFill xmlns:a="http://schemas.openxmlformats.org/drawingml/2006/main"/>
          <a:ln xmlns:a="http://schemas.openxmlformats.org/drawingml/2006/main" w="11787">
            <a:solidFill>
              <a:srgbClr val="B7B7B7"/>
            </a:solidFill>
            <a:prstDash val="dash"/>
          </a:ln>
        </p:spPr>
      </p:sp>
      <p:sp>
        <p:nvSpPr>
          <p:cNvPr id="528" name="pdf-path-59">
            <a:extLst xmlns:a="http://schemas.openxmlformats.org/drawingml/2006/main">
              <a:ext uri="{FF2B5EF4-FFF2-40B4-BE49-F238E27FC236}">
                <a16:creationId xmlns:a16="http://schemas.microsoft.com/office/drawing/2014/main" id="{050B8911-91EE-4634-AA84-58E5DC532EE7}"/>
              </a:ext>
            </a:extLst>
          </p:cNvPr>
          <p:cNvSpPr>
            <a:spLocks xmlns:a="http://schemas.openxmlformats.org/drawingml/2006/main" noGrp="1"/>
          </p:cNvSpPr>
          <p:nvPr/>
        </p:nvSpPr>
        <p:spPr>
          <a:xfrm xmlns:a="http://schemas.openxmlformats.org/drawingml/2006/main" rot="0">
            <a:off x="2900411" y="1780349"/>
            <a:ext cx="1115602" cy="1457195"/>
          </a:xfrm>
          <a:custGeom xmlns:a="http://schemas.openxmlformats.org/drawingml/2006/main">
            <a:pathLst>
              <a:path w="1115602" h="1457195">
                <a:moveTo>
                  <a:pt x="0" y="1457195"/>
                </a:moveTo>
                <a:cubicBezTo>
                  <a:pt x="0" y="1090865"/>
                  <a:pt x="278900" y="906639"/>
                  <a:pt x="557801" y="724488"/>
                </a:cubicBezTo>
                <a:cubicBezTo>
                  <a:pt x="836701" y="542399"/>
                  <a:pt x="1115602" y="362275"/>
                  <a:pt x="1115602" y="0"/>
                </a:cubicBezTo>
              </a:path>
            </a:pathLst>
          </a:custGeom>
          <a:noFill xmlns:a="http://schemas.openxmlformats.org/drawingml/2006/main"/>
          <a:ln xmlns:a="http://schemas.openxmlformats.org/drawingml/2006/main" w="11787">
            <a:solidFill>
              <a:srgbClr val="B7B7B7"/>
            </a:solidFill>
            <a:prstDash val="dash"/>
          </a:ln>
        </p:spPr>
      </p:sp>
      <p:sp>
        <p:nvSpPr>
          <p:cNvPr id="529" name="pdf-path-60">
            <a:extLst xmlns:a="http://schemas.openxmlformats.org/drawingml/2006/main">
              <a:ext uri="{FF2B5EF4-FFF2-40B4-BE49-F238E27FC236}">
                <a16:creationId xmlns:a16="http://schemas.microsoft.com/office/drawing/2014/main" id="{1D12CA91-54DD-4877-88DD-8C9321B13B19}"/>
              </a:ext>
            </a:extLst>
          </p:cNvPr>
          <p:cNvSpPr>
            <a:spLocks xmlns:a="http://schemas.openxmlformats.org/drawingml/2006/main" noGrp="1"/>
          </p:cNvSpPr>
          <p:nvPr/>
        </p:nvSpPr>
        <p:spPr>
          <a:xfrm xmlns:a="http://schemas.openxmlformats.org/drawingml/2006/main" rot="0">
            <a:off x="2833004" y="97123"/>
            <a:ext cx="78644" cy="118846"/>
          </a:xfrm>
          <a:custGeom xmlns:a="http://schemas.openxmlformats.org/drawingml/2006/main">
            <a:pathLst>
              <a:path w="78644" h="118846">
                <a:moveTo>
                  <a:pt x="0" y="11787"/>
                </a:moveTo>
                <a:lnTo>
                  <a:pt x="22522" y="0"/>
                </a:lnTo>
                <a:lnTo>
                  <a:pt x="39354" y="32108"/>
                </a:lnTo>
                <a:lnTo>
                  <a:pt x="56170" y="0"/>
                </a:lnTo>
                <a:lnTo>
                  <a:pt x="78644" y="11787"/>
                </a:lnTo>
                <a:lnTo>
                  <a:pt x="53655" y="59423"/>
                </a:lnTo>
                <a:lnTo>
                  <a:pt x="78644" y="107059"/>
                </a:lnTo>
                <a:lnTo>
                  <a:pt x="56170" y="118846"/>
                </a:lnTo>
                <a:lnTo>
                  <a:pt x="39354" y="86801"/>
                </a:lnTo>
                <a:lnTo>
                  <a:pt x="22522" y="118846"/>
                </a:lnTo>
                <a:lnTo>
                  <a:pt x="0" y="107059"/>
                </a:lnTo>
                <a:lnTo>
                  <a:pt x="24989" y="59423"/>
                </a:lnTo>
                <a:lnTo>
                  <a:pt x="0" y="11787"/>
                </a:lnTo>
              </a:path>
            </a:pathLst>
          </a:custGeom>
          <a:solidFill xmlns:a="http://schemas.openxmlformats.org/drawingml/2006/main">
            <a:srgbClr val="000000"/>
          </a:solidFill>
          <a:ln xmlns:a="http://schemas.openxmlformats.org/drawingml/2006/main" w="11787">
            <a:solidFill>
              <a:srgbClr val="000000"/>
            </a:solidFill>
            <a:prstDash val="solid"/>
          </a:ln>
        </p:spPr>
      </p:sp>
      <p:sp>
        <p:nvSpPr>
          <p:cNvPr id="530" name="pdf-path-62">
            <a:extLst xmlns:a="http://schemas.openxmlformats.org/drawingml/2006/main">
              <a:ext uri="{FF2B5EF4-FFF2-40B4-BE49-F238E27FC236}">
                <a16:creationId xmlns:a16="http://schemas.microsoft.com/office/drawing/2014/main" id="{877FD4D7-E210-421E-9123-C658BD7FD37A}"/>
              </a:ext>
            </a:extLst>
          </p:cNvPr>
          <p:cNvSpPr>
            <a:spLocks xmlns:a="http://schemas.openxmlformats.org/drawingml/2006/main" noGrp="1"/>
          </p:cNvSpPr>
          <p:nvPr/>
        </p:nvSpPr>
        <p:spPr>
          <a:xfrm xmlns:a="http://schemas.openxmlformats.org/drawingml/2006/main" rot="0">
            <a:off x="3747486" y="583823"/>
            <a:ext cx="778206" cy="1260380"/>
          </a:xfrm>
          <a:custGeom xmlns:a="http://schemas.openxmlformats.org/drawingml/2006/main">
            <a:pathLst>
              <a:path w="778206" h="1260380">
                <a:moveTo>
                  <a:pt x="700363" y="210519"/>
                </a:moveTo>
                <a:cubicBezTo>
                  <a:pt x="778206" y="420960"/>
                  <a:pt x="701888" y="779494"/>
                  <a:pt x="529999" y="1011246"/>
                </a:cubicBezTo>
                <a:cubicBezTo>
                  <a:pt x="358032" y="1243061"/>
                  <a:pt x="155638" y="1260380"/>
                  <a:pt x="77780" y="1049861"/>
                </a:cubicBezTo>
                <a:cubicBezTo>
                  <a:pt x="0" y="839405"/>
                  <a:pt x="76255" y="480886"/>
                  <a:pt x="248207" y="249071"/>
                </a:cubicBezTo>
                <a:cubicBezTo>
                  <a:pt x="420111" y="17319"/>
                  <a:pt x="622568" y="0"/>
                  <a:pt x="700363" y="210519"/>
                </a:cubicBezTo>
              </a:path>
            </a:pathLst>
          </a:custGeom>
          <a:noFill xmlns:a="http://schemas.openxmlformats.org/drawingml/2006/main"/>
          <a:ln xmlns:a="http://schemas.openxmlformats.org/drawingml/2006/main" w="11787">
            <a:solidFill>
              <a:srgbClr val="000000"/>
            </a:solidFill>
            <a:prstDash val="dash"/>
          </a:ln>
        </p:spPr>
      </p:sp>
      <p:sp>
        <p:nvSpPr>
          <p:cNvPr id="531" name="panel-label-0">
            <a:extLst xmlns:a="http://schemas.openxmlformats.org/drawingml/2006/main">
              <a:ext uri="{FF2B5EF4-FFF2-40B4-BE49-F238E27FC236}">
                <a16:creationId xmlns:a16="http://schemas.microsoft.com/office/drawing/2014/main" id="{8FDDF828-C7B9-43B5-B9EF-A5C45696DA51}"/>
              </a:ext>
            </a:extLst>
          </p:cNvPr>
          <p:cNvSpPr>
            <a:spLocks xmlns:a="http://schemas.openxmlformats.org/drawingml/2006/main" noGrp="1"/>
          </p:cNvSpPr>
          <p:nvPr/>
        </p:nvSpPr>
        <p:spPr>
          <a:xfrm xmlns:a="http://schemas.openxmlformats.org/drawingml/2006/main" rot="0">
            <a:off x="1380775" y="4039496"/>
            <a:ext cx="276043" cy="2253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50" b="0" i="0">
                <a:solidFill>
                  <a:srgbClr val="000000"/>
                </a:solidFill>
                <a:latin typeface="Arial"/>
                <a:ea typeface="Arial"/>
                <a:cs typeface="Arial"/>
              </a:defRPr>
            </a:defPPr>
          </a:lstStyle>
          <a:p xmlns:a="http://schemas.openxmlformats.org/drawingml/2006/main">
            <a:pPr algn="l">
              <a:defRPr sz="1650" b="0" i="0">
                <a:solidFill>
                  <a:srgbClr val="000000"/>
                </a:solidFill>
                <a:latin typeface="Arial"/>
                <a:ea typeface="Arial"/>
                <a:cs typeface="Arial"/>
              </a:defRPr>
            </a:pPr>
            <a:r>
              <a:rPr sz="1650" b="0" i="0">
                <a:solidFill>
                  <a:srgbClr val="000000"/>
                </a:solidFill>
                <a:latin typeface="Arial"/>
                <a:ea typeface="Arial"/>
                <a:cs typeface="Arial"/>
              </a:rPr>
              <a:t>(a)</a:t>
            </a:r>
          </a:p>
        </p:txBody>
      </p:sp>
      <p:sp>
        <p:nvSpPr>
          <p:cNvPr id="532" name="panel-label-1">
            <a:extLst xmlns:a="http://schemas.openxmlformats.org/drawingml/2006/main">
              <a:ext uri="{FF2B5EF4-FFF2-40B4-BE49-F238E27FC236}">
                <a16:creationId xmlns:a16="http://schemas.microsoft.com/office/drawing/2014/main" id="{7A9FD5EA-06F1-454C-B1A9-815706214145}"/>
              </a:ext>
            </a:extLst>
          </p:cNvPr>
          <p:cNvSpPr>
            <a:spLocks xmlns:a="http://schemas.openxmlformats.org/drawingml/2006/main" noGrp="1"/>
          </p:cNvSpPr>
          <p:nvPr/>
        </p:nvSpPr>
        <p:spPr>
          <a:xfrm xmlns:a="http://schemas.openxmlformats.org/drawingml/2006/main" rot="0">
            <a:off x="3990222" y="4039496"/>
            <a:ext cx="276043" cy="2253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50" b="0" i="0">
                <a:solidFill>
                  <a:srgbClr val="000000"/>
                </a:solidFill>
                <a:latin typeface="Arial"/>
                <a:ea typeface="Arial"/>
                <a:cs typeface="Arial"/>
              </a:defRPr>
            </a:defPPr>
          </a:lstStyle>
          <a:p xmlns:a="http://schemas.openxmlformats.org/drawingml/2006/main">
            <a:pPr algn="l">
              <a:defRPr sz="1650" b="0" i="0">
                <a:solidFill>
                  <a:srgbClr val="000000"/>
                </a:solidFill>
                <a:latin typeface="Arial"/>
                <a:ea typeface="Arial"/>
                <a:cs typeface="Arial"/>
              </a:defRPr>
            </a:pPr>
            <a:r>
              <a:rPr sz="1650" b="0" i="0">
                <a:solidFill>
                  <a:srgbClr val="000000"/>
                </a:solidFill>
                <a:latin typeface="Arial"/>
                <a:ea typeface="Arial"/>
                <a:cs typeface="Arial"/>
              </a:rPr>
              <a:t>(b)</a:t>
            </a:r>
          </a:p>
        </p:txBody>
      </p:sp>
      <p:sp>
        <p:nvSpPr>
          <p:cNvPr id="533" name="panel-label-2">
            <a:extLst xmlns:a="http://schemas.openxmlformats.org/drawingml/2006/main">
              <a:ext uri="{FF2B5EF4-FFF2-40B4-BE49-F238E27FC236}">
                <a16:creationId xmlns:a16="http://schemas.microsoft.com/office/drawing/2014/main" id="{829EB3C0-0F0F-4AFE-BDEA-87826A9C7F2C}"/>
              </a:ext>
            </a:extLst>
          </p:cNvPr>
          <p:cNvSpPr>
            <a:spLocks xmlns:a="http://schemas.openxmlformats.org/drawingml/2006/main" noGrp="1"/>
          </p:cNvSpPr>
          <p:nvPr/>
        </p:nvSpPr>
        <p:spPr>
          <a:xfrm xmlns:a="http://schemas.openxmlformats.org/drawingml/2006/main" rot="0">
            <a:off x="6726563" y="4039496"/>
            <a:ext cx="263643" cy="2253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50" b="0" i="0">
                <a:solidFill>
                  <a:srgbClr val="000000"/>
                </a:solidFill>
                <a:latin typeface="Arial"/>
                <a:ea typeface="Arial"/>
                <a:cs typeface="Arial"/>
              </a:defRPr>
            </a:defPPr>
          </a:lstStyle>
          <a:p xmlns:a="http://schemas.openxmlformats.org/drawingml/2006/main">
            <a:pPr algn="l">
              <a:defRPr sz="1650" b="0" i="0">
                <a:solidFill>
                  <a:srgbClr val="000000"/>
                </a:solidFill>
                <a:latin typeface="Arial"/>
                <a:ea typeface="Arial"/>
                <a:cs typeface="Arial"/>
              </a:defRPr>
            </a:pPr>
            <a:r>
              <a:rPr sz="1650" b="0" i="0">
                <a:solidFill>
                  <a:srgbClr val="000000"/>
                </a:solidFill>
                <a:latin typeface="Arial"/>
                <a:ea typeface="Arial"/>
                <a:cs typeface="Arial"/>
              </a:rPr>
              <a:t>(c)</a:t>
            </a:r>
          </a:p>
        </p:txBody>
      </p:sp>
      <p:sp>
        <p:nvSpPr>
          <p:cNvPr id="534" name="panel-label-3">
            <a:extLst xmlns:a="http://schemas.openxmlformats.org/drawingml/2006/main">
              <a:ext uri="{FF2B5EF4-FFF2-40B4-BE49-F238E27FC236}">
                <a16:creationId xmlns:a16="http://schemas.microsoft.com/office/drawing/2014/main" id="{66134288-7013-4D5D-A5BE-330E1FAB502D}"/>
              </a:ext>
            </a:extLst>
          </p:cNvPr>
          <p:cNvSpPr>
            <a:spLocks xmlns:a="http://schemas.openxmlformats.org/drawingml/2006/main" noGrp="1"/>
          </p:cNvSpPr>
          <p:nvPr/>
        </p:nvSpPr>
        <p:spPr>
          <a:xfrm xmlns:a="http://schemas.openxmlformats.org/drawingml/2006/main" rot="0">
            <a:off x="9687724" y="4039496"/>
            <a:ext cx="276043" cy="2253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50" b="0" i="0">
                <a:solidFill>
                  <a:srgbClr val="000000"/>
                </a:solidFill>
                <a:latin typeface="Arial"/>
                <a:ea typeface="Arial"/>
                <a:cs typeface="Arial"/>
              </a:defRPr>
            </a:defPPr>
          </a:lstStyle>
          <a:p xmlns:a="http://schemas.openxmlformats.org/drawingml/2006/main">
            <a:pPr algn="l">
              <a:defRPr sz="1650" b="0" i="0">
                <a:solidFill>
                  <a:srgbClr val="000000"/>
                </a:solidFill>
                <a:latin typeface="Arial"/>
                <a:ea typeface="Arial"/>
                <a:cs typeface="Arial"/>
              </a:defRPr>
            </a:pPr>
            <a:r>
              <a:rPr sz="1650" b="0" i="0">
                <a:solidFill>
                  <a:srgbClr val="000000"/>
                </a:solidFill>
                <a:latin typeface="Arial"/>
                <a:ea typeface="Arial"/>
                <a:cs typeface="Arial"/>
              </a:rPr>
              <a:t>(d)</a:t>
            </a:r>
          </a:p>
        </p:txBody>
      </p:sp>
      <p:pic>
        <p:nvPicPr>
          <p:cNvPr id="535" name="">
            <a:extLst xmlns:a="http://schemas.openxmlformats.org/drawingml/2006/main">
              <a:ext uri="{FF2B5EF4-FFF2-40B4-BE49-F238E27FC236}">
                <a16:creationId xmlns:a16="http://schemas.microsoft.com/office/drawing/2014/main" id="{337B7A3A-B7E9-4F7E-8A1D-7AEBB7006384}"/>
              </a:ext>
            </a:extLst>
          </p:cNvPr>
          <p:cNvPicPr>
            <a:picLocks xmlns:a="http://schemas.openxmlformats.org/drawingml/2006/main" noChangeAspect="1"/>
          </p:cNvPicPr>
          <p:nvPr/>
        </p:nvPicPr>
        <p:blipFill>
          <a:blip xmlns:r="http://schemas.openxmlformats.org/officeDocument/2006/relationships" xmlns:a="http://schemas.openxmlformats.org/drawingml/2006/main" r:embed="Rfbf80c66b5c746bf"/>
          <a:srcRect xmlns:a="http://schemas.openxmlformats.org/drawingml/2006/main" l="0" t="0" r="0" b="0"/>
          <a:stretch xmlns:a="http://schemas.openxmlformats.org/drawingml/2006/main">
            <a:fillRect l="0" t="0" r="0" b="0"/>
          </a:stretch>
        </p:blipFill>
        <p:spPr>
          <a:xfrm xmlns:a="http://schemas.openxmlformats.org/drawingml/2006/main">
            <a:off x="1771650" y="257175"/>
            <a:ext cx="428625" cy="600075"/>
          </a:xfrm>
          <a:prstGeom xmlns:a="http://schemas.openxmlformats.org/drawingml/2006/main" prst="rect">
            <a:avLst/>
          </a:prstGeom>
        </p:spPr>
      </p:pic>
      <p:sp>
        <p:nvSpPr>
          <p:cNvPr id="536" name="deep-skill-chaining-source-component-11">
            <a:extLst xmlns:a="http://schemas.openxmlformats.org/drawingml/2006/main">
              <a:ext uri="{FF2B5EF4-FFF2-40B4-BE49-F238E27FC236}">
                <a16:creationId xmlns:a16="http://schemas.microsoft.com/office/drawing/2014/main" id="{F724F894-117F-41C0-9FB9-7D1C2258044B}"/>
              </a:ext>
            </a:extLst>
          </p:cNvPr>
          <p:cNvSpPr>
            <a:spLocks xmlns:a="http://schemas.openxmlformats.org/drawingml/2006/main" noGrp="1"/>
          </p:cNvSpPr>
          <p:nvPr/>
        </p:nvSpPr>
        <p:spPr>
          <a:xfrm xmlns:a="http://schemas.openxmlformats.org/drawingml/2006/main" rot="0">
            <a:off x="1771650" y="257175"/>
            <a:ext cx="428625" cy="600075"/>
          </a:xfrm>
          <a:prstGeom xmlns:a="http://schemas.openxmlformats.org/drawingml/2006/main" prst="rect">
            <a:avLst/>
          </a:prstGeom>
          <a:noFill xmlns:a="http://schemas.openxmlformats.org/drawingml/2006/main"/>
          <a:ln xmlns:a="http://schemas.openxmlformats.org/drawingml/2006/main" w="0">
            <a:noFill/>
          </a:ln>
        </p:spPr>
      </p:sp>
      <p:sp>
        <p:nvSpPr>
          <p:cNvPr id="537" name="pdf-path-68">
            <a:extLst xmlns:a="http://schemas.openxmlformats.org/drawingml/2006/main">
              <a:ext uri="{FF2B5EF4-FFF2-40B4-BE49-F238E27FC236}">
                <a16:creationId xmlns:a16="http://schemas.microsoft.com/office/drawing/2014/main" id="{FA3EE9F0-0A29-4DBE-8496-91D95745C09B}"/>
              </a:ext>
            </a:extLst>
          </p:cNvPr>
          <p:cNvSpPr>
            <a:spLocks xmlns:a="http://schemas.openxmlformats.org/drawingml/2006/main" noGrp="1"/>
          </p:cNvSpPr>
          <p:nvPr/>
        </p:nvSpPr>
        <p:spPr>
          <a:xfrm xmlns:a="http://schemas.openxmlformats.org/drawingml/2006/main" rot="0">
            <a:off x="1774609" y="258151"/>
            <a:ext cx="414831" cy="575969"/>
          </a:xfrm>
          <a:custGeom xmlns:a="http://schemas.openxmlformats.org/drawingml/2006/main">
            <a:pathLst>
              <a:path w="414831" h="575969">
                <a:moveTo>
                  <a:pt x="0" y="0"/>
                </a:moveTo>
                <a:lnTo>
                  <a:pt x="414831" y="0"/>
                </a:lnTo>
                <a:lnTo>
                  <a:pt x="414831" y="575969"/>
                </a:lnTo>
                <a:lnTo>
                  <a:pt x="0" y="575969"/>
                </a:lnTo>
                <a:close/>
              </a:path>
            </a:pathLst>
          </a:custGeom>
          <a:noFill xmlns:a="http://schemas.openxmlformats.org/drawingml/2006/main"/>
          <a:ln xmlns:a="http://schemas.openxmlformats.org/drawingml/2006/main" w="11787">
            <a:solidFill>
              <a:srgbClr val="000000"/>
            </a:solidFill>
            <a:prstDash val="solid"/>
          </a:ln>
        </p:spPr>
      </p:sp>
      <p:sp>
        <p:nvSpPr>
          <p:cNvPr id="538" name="pdf-path-69">
            <a:extLst xmlns:a="http://schemas.openxmlformats.org/drawingml/2006/main">
              <a:ext uri="{FF2B5EF4-FFF2-40B4-BE49-F238E27FC236}">
                <a16:creationId xmlns:a16="http://schemas.microsoft.com/office/drawing/2014/main" id="{7EDCC5B8-A761-4EB0-9DB2-0A4EEFE7961C}"/>
              </a:ext>
            </a:extLst>
          </p:cNvPr>
          <p:cNvSpPr>
            <a:spLocks xmlns:a="http://schemas.openxmlformats.org/drawingml/2006/main" noGrp="1"/>
          </p:cNvSpPr>
          <p:nvPr/>
        </p:nvSpPr>
        <p:spPr>
          <a:xfrm xmlns:a="http://schemas.openxmlformats.org/drawingml/2006/main" rot="0">
            <a:off x="1808870" y="708202"/>
            <a:ext cx="158137" cy="291191"/>
          </a:xfrm>
          <a:custGeom xmlns:a="http://schemas.openxmlformats.org/drawingml/2006/main">
            <a:pathLst>
              <a:path w="158137" h="291191">
                <a:moveTo>
                  <a:pt x="0" y="145627"/>
                </a:moveTo>
                <a:cubicBezTo>
                  <a:pt x="0" y="65207"/>
                  <a:pt x="35362" y="0"/>
                  <a:pt x="79068" y="0"/>
                </a:cubicBezTo>
                <a:cubicBezTo>
                  <a:pt x="100065" y="0"/>
                  <a:pt x="120135" y="15355"/>
                  <a:pt x="134987" y="42670"/>
                </a:cubicBezTo>
                <a:cubicBezTo>
                  <a:pt x="149855" y="69984"/>
                  <a:pt x="158137" y="107012"/>
                  <a:pt x="158137" y="145627"/>
                </a:cubicBezTo>
                <a:cubicBezTo>
                  <a:pt x="158137" y="225984"/>
                  <a:pt x="122775" y="291191"/>
                  <a:pt x="79068" y="291191"/>
                </a:cubicBezTo>
                <a:cubicBezTo>
                  <a:pt x="35362" y="291191"/>
                  <a:pt x="0" y="225984"/>
                  <a:pt x="0" y="145627"/>
                </a:cubicBezTo>
              </a:path>
            </a:pathLst>
          </a:custGeom>
          <a:solidFill xmlns:a="http://schemas.openxmlformats.org/drawingml/2006/main">
            <a:srgbClr val="999999"/>
          </a:solidFill>
          <a:ln xmlns:a="http://schemas.openxmlformats.org/drawingml/2006/main" w="11787">
            <a:solidFill>
              <a:srgbClr val="000000"/>
            </a:solidFill>
            <a:prstDash val="solid"/>
          </a:ln>
        </p:spPr>
      </p:sp>
      <p:sp>
        <p:nvSpPr>
          <p:cNvPr id="539" name="pdf-path-71">
            <a:extLst xmlns:a="http://schemas.openxmlformats.org/drawingml/2006/main">
              <a:ext uri="{FF2B5EF4-FFF2-40B4-BE49-F238E27FC236}">
                <a16:creationId xmlns:a16="http://schemas.microsoft.com/office/drawing/2014/main" id="{C3537FB8-741F-4C8B-98CE-AA5D032FCC8A}"/>
              </a:ext>
            </a:extLst>
          </p:cNvPr>
          <p:cNvSpPr>
            <a:spLocks xmlns:a="http://schemas.openxmlformats.org/drawingml/2006/main" noGrp="1"/>
          </p:cNvSpPr>
          <p:nvPr/>
        </p:nvSpPr>
        <p:spPr>
          <a:xfrm xmlns:a="http://schemas.openxmlformats.org/drawingml/2006/main" rot="0">
            <a:off x="2000955" y="708202"/>
            <a:ext cx="158215" cy="291191"/>
          </a:xfrm>
          <a:custGeom xmlns:a="http://schemas.openxmlformats.org/drawingml/2006/main">
            <a:pathLst>
              <a:path w="158215" h="291191">
                <a:moveTo>
                  <a:pt x="0" y="145627"/>
                </a:moveTo>
                <a:cubicBezTo>
                  <a:pt x="0" y="65207"/>
                  <a:pt x="35424" y="0"/>
                  <a:pt x="79131" y="0"/>
                </a:cubicBezTo>
                <a:cubicBezTo>
                  <a:pt x="100065" y="0"/>
                  <a:pt x="120213" y="15355"/>
                  <a:pt x="135065" y="42670"/>
                </a:cubicBezTo>
                <a:cubicBezTo>
                  <a:pt x="149854" y="69984"/>
                  <a:pt x="158215" y="107012"/>
                  <a:pt x="158215" y="145627"/>
                </a:cubicBezTo>
                <a:cubicBezTo>
                  <a:pt x="158215" y="225984"/>
                  <a:pt x="122791" y="291191"/>
                  <a:pt x="79131" y="291191"/>
                </a:cubicBezTo>
                <a:cubicBezTo>
                  <a:pt x="35424" y="291191"/>
                  <a:pt x="0" y="225984"/>
                  <a:pt x="0" y="145627"/>
                </a:cubicBezTo>
              </a:path>
            </a:pathLst>
          </a:custGeom>
          <a:solidFill xmlns:a="http://schemas.openxmlformats.org/drawingml/2006/main">
            <a:srgbClr val="999999"/>
          </a:solidFill>
          <a:ln xmlns:a="http://schemas.openxmlformats.org/drawingml/2006/main" w="11787">
            <a:solidFill>
              <a:srgbClr val="000000"/>
            </a:solidFill>
            <a:prstDash val="solid"/>
          </a:ln>
        </p:spPr>
      </p:sp>
      <p:pic>
        <p:nvPicPr>
          <p:cNvPr id="540" name="">
            <a:extLst xmlns:a="http://schemas.openxmlformats.org/drawingml/2006/main">
              <a:ext uri="{FF2B5EF4-FFF2-40B4-BE49-F238E27FC236}">
                <a16:creationId xmlns:a16="http://schemas.microsoft.com/office/drawing/2014/main" id="{CCA1D2C9-3102-4DC6-93EB-7B447C23B99B}"/>
              </a:ext>
            </a:extLst>
          </p:cNvPr>
          <p:cNvPicPr>
            <a:picLocks xmlns:a="http://schemas.openxmlformats.org/drawingml/2006/main" noChangeAspect="1"/>
          </p:cNvPicPr>
          <p:nvPr/>
        </p:nvPicPr>
        <p:blipFill>
          <a:blip xmlns:r="http://schemas.openxmlformats.org/officeDocument/2006/relationships" xmlns:a="http://schemas.openxmlformats.org/drawingml/2006/main" r:embed="R841617bca67845cc"/>
          <a:srcRect xmlns:a="http://schemas.openxmlformats.org/drawingml/2006/main" l="0" t="0" r="0" b="0"/>
          <a:stretch xmlns:a="http://schemas.openxmlformats.org/drawingml/2006/main">
            <a:fillRect l="0" t="0" r="0" b="0"/>
          </a:stretch>
        </p:blipFill>
        <p:spPr>
          <a:xfrm xmlns:a="http://schemas.openxmlformats.org/drawingml/2006/main">
            <a:off x="1828800" y="285750"/>
            <a:ext cx="314325" cy="314325"/>
          </a:xfrm>
          <a:prstGeom xmlns:a="http://schemas.openxmlformats.org/drawingml/2006/main" prst="rect">
            <a:avLst/>
          </a:prstGeom>
        </p:spPr>
      </p:pic>
      <p:sp>
        <p:nvSpPr>
          <p:cNvPr id="541" name="deep-skill-chaining-source-component-12">
            <a:extLst xmlns:a="http://schemas.openxmlformats.org/drawingml/2006/main">
              <a:ext uri="{FF2B5EF4-FFF2-40B4-BE49-F238E27FC236}">
                <a16:creationId xmlns:a16="http://schemas.microsoft.com/office/drawing/2014/main" id="{1A4C91AF-3AB1-4673-9A51-6F6B6ACFF0D8}"/>
              </a:ext>
            </a:extLst>
          </p:cNvPr>
          <p:cNvSpPr>
            <a:spLocks xmlns:a="http://schemas.openxmlformats.org/drawingml/2006/main" noGrp="1"/>
          </p:cNvSpPr>
          <p:nvPr/>
        </p:nvSpPr>
        <p:spPr>
          <a:xfrm xmlns:a="http://schemas.openxmlformats.org/drawingml/2006/main" rot="0">
            <a:off x="1828800" y="285750"/>
            <a:ext cx="314325" cy="314325"/>
          </a:xfrm>
          <a:prstGeom xmlns:a="http://schemas.openxmlformats.org/drawingml/2006/main" prst="rect">
            <a:avLst/>
          </a:prstGeom>
          <a:noFill xmlns:a="http://schemas.openxmlformats.org/drawingml/2006/main"/>
          <a:ln xmlns:a="http://schemas.openxmlformats.org/drawingml/2006/main" w="0">
            <a:noFill/>
          </a:ln>
        </p:spPr>
      </p:sp>
      <p:sp>
        <p:nvSpPr>
          <p:cNvPr id="542" name="pdf-path-74">
            <a:extLst xmlns:a="http://schemas.openxmlformats.org/drawingml/2006/main">
              <a:ext uri="{FF2B5EF4-FFF2-40B4-BE49-F238E27FC236}">
                <a16:creationId xmlns:a16="http://schemas.microsoft.com/office/drawing/2014/main" id="{14168B60-528E-485D-9242-C70B72C1AF42}"/>
              </a:ext>
            </a:extLst>
          </p:cNvPr>
          <p:cNvSpPr>
            <a:spLocks xmlns:a="http://schemas.openxmlformats.org/drawingml/2006/main" noGrp="1"/>
          </p:cNvSpPr>
          <p:nvPr/>
        </p:nvSpPr>
        <p:spPr>
          <a:xfrm xmlns:a="http://schemas.openxmlformats.org/drawingml/2006/main" rot="0">
            <a:off x="1830229" y="304498"/>
            <a:ext cx="303512" cy="291112"/>
          </a:xfrm>
          <a:custGeom xmlns:a="http://schemas.openxmlformats.org/drawingml/2006/main">
            <a:pathLst>
              <a:path w="303512" h="291112">
                <a:moveTo>
                  <a:pt x="0" y="0"/>
                </a:moveTo>
                <a:lnTo>
                  <a:pt x="303512" y="0"/>
                </a:lnTo>
                <a:lnTo>
                  <a:pt x="303512" y="291112"/>
                </a:lnTo>
                <a:lnTo>
                  <a:pt x="0" y="291112"/>
                </a:lnTo>
                <a:close/>
              </a:path>
            </a:pathLst>
          </a:custGeom>
          <a:noFill xmlns:a="http://schemas.openxmlformats.org/drawingml/2006/main"/>
          <a:ln xmlns:a="http://schemas.openxmlformats.org/drawingml/2006/main" w="11787">
            <a:solidFill>
              <a:srgbClr val="000000"/>
            </a:solidFill>
            <a:prstDash val="solid"/>
          </a:ln>
        </p:spPr>
      </p:sp>
      <p:sp>
        <p:nvSpPr>
          <p:cNvPr id="543" name="pdf-path-75">
            <a:extLst xmlns:a="http://schemas.openxmlformats.org/drawingml/2006/main">
              <a:ext uri="{FF2B5EF4-FFF2-40B4-BE49-F238E27FC236}">
                <a16:creationId xmlns:a16="http://schemas.microsoft.com/office/drawing/2014/main" id="{3879E416-0DE3-4EEC-B812-94A36E0819B8}"/>
              </a:ext>
            </a:extLst>
          </p:cNvPr>
          <p:cNvSpPr>
            <a:spLocks xmlns:a="http://schemas.openxmlformats.org/drawingml/2006/main" noGrp="1"/>
          </p:cNvSpPr>
          <p:nvPr/>
        </p:nvSpPr>
        <p:spPr>
          <a:xfrm xmlns:a="http://schemas.openxmlformats.org/drawingml/2006/main" rot="0">
            <a:off x="1981985" y="304498"/>
            <a:ext cx="95" cy="291112"/>
          </a:xfrm>
          <a:custGeom xmlns:a="http://schemas.openxmlformats.org/drawingml/2006/main">
            <a:pathLst>
              <a:path w="95" h="291112">
                <a:moveTo>
                  <a:pt x="0" y="0"/>
                </a:moveTo>
                <a:lnTo>
                  <a:pt x="0" y="291112"/>
                </a:lnTo>
              </a:path>
            </a:pathLst>
          </a:custGeom>
          <a:noFill xmlns:a="http://schemas.openxmlformats.org/drawingml/2006/main"/>
          <a:ln xmlns:a="http://schemas.openxmlformats.org/drawingml/2006/main" w="11787">
            <a:solidFill>
              <a:srgbClr val="000000"/>
            </a:solidFill>
            <a:prstDash val="solid"/>
          </a:ln>
        </p:spPr>
      </p:sp>
      <p:pic>
        <p:nvPicPr>
          <p:cNvPr id="544" name="">
            <a:extLst xmlns:a="http://schemas.openxmlformats.org/drawingml/2006/main">
              <a:ext uri="{FF2B5EF4-FFF2-40B4-BE49-F238E27FC236}">
                <a16:creationId xmlns:a16="http://schemas.microsoft.com/office/drawing/2014/main" id="{6831E09A-B4ED-437B-9376-B4CD2D503365}"/>
              </a:ext>
            </a:extLst>
          </p:cNvPr>
          <p:cNvPicPr>
            <a:picLocks xmlns:a="http://schemas.openxmlformats.org/drawingml/2006/main" noChangeAspect="1"/>
          </p:cNvPicPr>
          <p:nvPr/>
        </p:nvPicPr>
        <p:blipFill>
          <a:blip xmlns:r="http://schemas.openxmlformats.org/officeDocument/2006/relationships" xmlns:a="http://schemas.openxmlformats.org/drawingml/2006/main" r:embed="R72d07fe49e744edf"/>
          <a:srcRect xmlns:a="http://schemas.openxmlformats.org/drawingml/2006/main" l="0" t="0" r="0" b="0"/>
          <a:stretch xmlns:a="http://schemas.openxmlformats.org/drawingml/2006/main">
            <a:fillRect l="0" t="0" r="0" b="0"/>
          </a:stretch>
        </p:blipFill>
        <p:spPr>
          <a:xfrm xmlns:a="http://schemas.openxmlformats.org/drawingml/2006/main">
            <a:off x="3800475" y="600075"/>
            <a:ext cx="457200" cy="600075"/>
          </a:xfrm>
          <a:prstGeom xmlns:a="http://schemas.openxmlformats.org/drawingml/2006/main" prst="rect">
            <a:avLst/>
          </a:prstGeom>
        </p:spPr>
      </p:pic>
      <p:sp>
        <p:nvSpPr>
          <p:cNvPr id="545" name="deep-skill-chaining-source-component-13">
            <a:extLst xmlns:a="http://schemas.openxmlformats.org/drawingml/2006/main">
              <a:ext uri="{FF2B5EF4-FFF2-40B4-BE49-F238E27FC236}">
                <a16:creationId xmlns:a16="http://schemas.microsoft.com/office/drawing/2014/main" id="{B9B2D3D5-F496-4AED-81E5-D36D8E34C9E0}"/>
              </a:ext>
            </a:extLst>
          </p:cNvPr>
          <p:cNvSpPr>
            <a:spLocks xmlns:a="http://schemas.openxmlformats.org/drawingml/2006/main" noGrp="1"/>
          </p:cNvSpPr>
          <p:nvPr/>
        </p:nvSpPr>
        <p:spPr>
          <a:xfrm xmlns:a="http://schemas.openxmlformats.org/drawingml/2006/main" rot="0">
            <a:off x="3800475" y="600075"/>
            <a:ext cx="457200" cy="600075"/>
          </a:xfrm>
          <a:prstGeom xmlns:a="http://schemas.openxmlformats.org/drawingml/2006/main" prst="rect">
            <a:avLst/>
          </a:prstGeom>
          <a:noFill xmlns:a="http://schemas.openxmlformats.org/drawingml/2006/main"/>
          <a:ln xmlns:a="http://schemas.openxmlformats.org/drawingml/2006/main" w="0">
            <a:noFill/>
          </a:ln>
        </p:spPr>
      </p:sp>
      <p:sp>
        <p:nvSpPr>
          <p:cNvPr id="546" name="pdf-path-77">
            <a:extLst xmlns:a="http://schemas.openxmlformats.org/drawingml/2006/main">
              <a:ext uri="{FF2B5EF4-FFF2-40B4-BE49-F238E27FC236}">
                <a16:creationId xmlns:a16="http://schemas.microsoft.com/office/drawing/2014/main" id="{ED3A2D3F-694D-46C7-BCD7-689F9B562132}"/>
              </a:ext>
            </a:extLst>
          </p:cNvPr>
          <p:cNvSpPr>
            <a:spLocks xmlns:a="http://schemas.openxmlformats.org/drawingml/2006/main" noGrp="1"/>
          </p:cNvSpPr>
          <p:nvPr/>
        </p:nvSpPr>
        <p:spPr>
          <a:xfrm xmlns:a="http://schemas.openxmlformats.org/drawingml/2006/main" rot="0">
            <a:off x="3827969" y="605936"/>
            <a:ext cx="414830" cy="575969"/>
          </a:xfrm>
          <a:custGeom xmlns:a="http://schemas.openxmlformats.org/drawingml/2006/main">
            <a:pathLst>
              <a:path w="414830" h="575969">
                <a:moveTo>
                  <a:pt x="0" y="0"/>
                </a:moveTo>
                <a:lnTo>
                  <a:pt x="414830" y="0"/>
                </a:lnTo>
                <a:lnTo>
                  <a:pt x="414830" y="575969"/>
                </a:lnTo>
                <a:lnTo>
                  <a:pt x="0" y="575969"/>
                </a:lnTo>
                <a:close/>
              </a:path>
            </a:pathLst>
          </a:custGeom>
          <a:noFill xmlns:a="http://schemas.openxmlformats.org/drawingml/2006/main"/>
          <a:ln xmlns:a="http://schemas.openxmlformats.org/drawingml/2006/main" w="11787">
            <a:solidFill>
              <a:srgbClr val="000000"/>
            </a:solidFill>
            <a:prstDash val="solid"/>
          </a:ln>
        </p:spPr>
      </p:sp>
      <p:sp>
        <p:nvSpPr>
          <p:cNvPr id="547" name="pdf-path-78">
            <a:extLst xmlns:a="http://schemas.openxmlformats.org/drawingml/2006/main">
              <a:ext uri="{FF2B5EF4-FFF2-40B4-BE49-F238E27FC236}">
                <a16:creationId xmlns:a16="http://schemas.microsoft.com/office/drawing/2014/main" id="{8F274C48-DE75-48FA-99E8-45E6F75B870A}"/>
              </a:ext>
            </a:extLst>
          </p:cNvPr>
          <p:cNvSpPr>
            <a:spLocks xmlns:a="http://schemas.openxmlformats.org/drawingml/2006/main" noGrp="1"/>
          </p:cNvSpPr>
          <p:nvPr/>
        </p:nvSpPr>
        <p:spPr>
          <a:xfrm xmlns:a="http://schemas.openxmlformats.org/drawingml/2006/main" rot="0">
            <a:off x="3862230" y="1056050"/>
            <a:ext cx="158137" cy="291128"/>
          </a:xfrm>
          <a:custGeom xmlns:a="http://schemas.openxmlformats.org/drawingml/2006/main">
            <a:pathLst>
              <a:path w="158137" h="291128">
                <a:moveTo>
                  <a:pt x="0" y="145563"/>
                </a:moveTo>
                <a:cubicBezTo>
                  <a:pt x="0" y="65144"/>
                  <a:pt x="35362" y="0"/>
                  <a:pt x="79069" y="0"/>
                </a:cubicBezTo>
                <a:cubicBezTo>
                  <a:pt x="100066" y="0"/>
                  <a:pt x="120151" y="15354"/>
                  <a:pt x="135003" y="42607"/>
                </a:cubicBezTo>
                <a:cubicBezTo>
                  <a:pt x="149855" y="69921"/>
                  <a:pt x="158137" y="106949"/>
                  <a:pt x="158137" y="145563"/>
                </a:cubicBezTo>
                <a:cubicBezTo>
                  <a:pt x="158137" y="225984"/>
                  <a:pt x="122775" y="291128"/>
                  <a:pt x="79069" y="291128"/>
                </a:cubicBezTo>
                <a:cubicBezTo>
                  <a:pt x="35362" y="291128"/>
                  <a:pt x="0" y="225984"/>
                  <a:pt x="0" y="145563"/>
                </a:cubicBezTo>
              </a:path>
            </a:pathLst>
          </a:custGeom>
          <a:solidFill xmlns:a="http://schemas.openxmlformats.org/drawingml/2006/main">
            <a:srgbClr val="999999"/>
          </a:solidFill>
          <a:ln xmlns:a="http://schemas.openxmlformats.org/drawingml/2006/main" w="11787">
            <a:solidFill>
              <a:srgbClr val="000000"/>
            </a:solidFill>
            <a:prstDash val="solid"/>
          </a:ln>
        </p:spPr>
      </p:sp>
      <p:sp>
        <p:nvSpPr>
          <p:cNvPr id="548" name="pdf-path-80">
            <a:extLst xmlns:a="http://schemas.openxmlformats.org/drawingml/2006/main">
              <a:ext uri="{FF2B5EF4-FFF2-40B4-BE49-F238E27FC236}">
                <a16:creationId xmlns:a16="http://schemas.microsoft.com/office/drawing/2014/main" id="{FDA34484-59ED-4BBD-B907-1F7DBCA73579}"/>
              </a:ext>
            </a:extLst>
          </p:cNvPr>
          <p:cNvSpPr>
            <a:spLocks xmlns:a="http://schemas.openxmlformats.org/drawingml/2006/main" noGrp="1"/>
          </p:cNvSpPr>
          <p:nvPr/>
        </p:nvSpPr>
        <p:spPr>
          <a:xfrm xmlns:a="http://schemas.openxmlformats.org/drawingml/2006/main" rot="0">
            <a:off x="4054330" y="1056050"/>
            <a:ext cx="158200" cy="291128"/>
          </a:xfrm>
          <a:custGeom xmlns:a="http://schemas.openxmlformats.org/drawingml/2006/main">
            <a:pathLst>
              <a:path w="158200" h="291128">
                <a:moveTo>
                  <a:pt x="0" y="145563"/>
                </a:moveTo>
                <a:cubicBezTo>
                  <a:pt x="0" y="65144"/>
                  <a:pt x="35424" y="0"/>
                  <a:pt x="79131" y="0"/>
                </a:cubicBezTo>
                <a:cubicBezTo>
                  <a:pt x="100065" y="0"/>
                  <a:pt x="120198" y="15354"/>
                  <a:pt x="135050" y="42607"/>
                </a:cubicBezTo>
                <a:cubicBezTo>
                  <a:pt x="149854" y="69921"/>
                  <a:pt x="158200" y="106949"/>
                  <a:pt x="158200" y="145563"/>
                </a:cubicBezTo>
                <a:cubicBezTo>
                  <a:pt x="158200" y="225984"/>
                  <a:pt x="122775" y="291128"/>
                  <a:pt x="79131" y="291128"/>
                </a:cubicBezTo>
                <a:cubicBezTo>
                  <a:pt x="35424" y="291128"/>
                  <a:pt x="0" y="225984"/>
                  <a:pt x="0" y="145563"/>
                </a:cubicBezTo>
              </a:path>
            </a:pathLst>
          </a:custGeom>
          <a:solidFill xmlns:a="http://schemas.openxmlformats.org/drawingml/2006/main">
            <a:srgbClr val="999999"/>
          </a:solidFill>
          <a:ln xmlns:a="http://schemas.openxmlformats.org/drawingml/2006/main" w="11787">
            <a:solidFill>
              <a:srgbClr val="000000"/>
            </a:solidFill>
            <a:prstDash val="solid"/>
          </a:ln>
        </p:spPr>
      </p:sp>
      <p:pic>
        <p:nvPicPr>
          <p:cNvPr id="549" name="">
            <a:extLst xmlns:a="http://schemas.openxmlformats.org/drawingml/2006/main">
              <a:ext uri="{FF2B5EF4-FFF2-40B4-BE49-F238E27FC236}">
                <a16:creationId xmlns:a16="http://schemas.microsoft.com/office/drawing/2014/main" id="{D4EE77D5-5B36-4334-8E91-6113A6826C8E}"/>
              </a:ext>
            </a:extLst>
          </p:cNvPr>
          <p:cNvPicPr>
            <a:picLocks xmlns:a="http://schemas.openxmlformats.org/drawingml/2006/main" noChangeAspect="1"/>
          </p:cNvPicPr>
          <p:nvPr/>
        </p:nvPicPr>
        <p:blipFill>
          <a:blip xmlns:r="http://schemas.openxmlformats.org/officeDocument/2006/relationships" xmlns:a="http://schemas.openxmlformats.org/drawingml/2006/main" r:embed="Rc0462f00f5eb441d"/>
          <a:srcRect xmlns:a="http://schemas.openxmlformats.org/drawingml/2006/main" l="0" t="0" r="0" b="0"/>
          <a:stretch xmlns:a="http://schemas.openxmlformats.org/drawingml/2006/main">
            <a:fillRect l="0" t="0" r="0" b="0"/>
          </a:stretch>
        </p:blipFill>
        <p:spPr>
          <a:xfrm xmlns:a="http://schemas.openxmlformats.org/drawingml/2006/main">
            <a:off x="3857625" y="628650"/>
            <a:ext cx="342900" cy="342900"/>
          </a:xfrm>
          <a:prstGeom xmlns:a="http://schemas.openxmlformats.org/drawingml/2006/main" prst="rect">
            <a:avLst/>
          </a:prstGeom>
        </p:spPr>
      </p:pic>
      <p:sp>
        <p:nvSpPr>
          <p:cNvPr id="550" name="deep-skill-chaining-source-component-14">
            <a:extLst xmlns:a="http://schemas.openxmlformats.org/drawingml/2006/main">
              <a:ext uri="{FF2B5EF4-FFF2-40B4-BE49-F238E27FC236}">
                <a16:creationId xmlns:a16="http://schemas.microsoft.com/office/drawing/2014/main" id="{2DCD73EF-5F1E-4DC3-9D41-AE01E7408089}"/>
              </a:ext>
            </a:extLst>
          </p:cNvPr>
          <p:cNvSpPr>
            <a:spLocks xmlns:a="http://schemas.openxmlformats.org/drawingml/2006/main" noGrp="1"/>
          </p:cNvSpPr>
          <p:nvPr/>
        </p:nvSpPr>
        <p:spPr>
          <a:xfrm xmlns:a="http://schemas.openxmlformats.org/drawingml/2006/main" rot="0">
            <a:off x="3857625" y="628650"/>
            <a:ext cx="342900" cy="342900"/>
          </a:xfrm>
          <a:prstGeom xmlns:a="http://schemas.openxmlformats.org/drawingml/2006/main" prst="rect">
            <a:avLst/>
          </a:prstGeom>
          <a:noFill xmlns:a="http://schemas.openxmlformats.org/drawingml/2006/main"/>
          <a:ln xmlns:a="http://schemas.openxmlformats.org/drawingml/2006/main" w="0">
            <a:noFill/>
          </a:ln>
        </p:spPr>
      </p:sp>
      <p:sp>
        <p:nvSpPr>
          <p:cNvPr id="551" name="pdf-path-83">
            <a:extLst xmlns:a="http://schemas.openxmlformats.org/drawingml/2006/main">
              <a:ext uri="{FF2B5EF4-FFF2-40B4-BE49-F238E27FC236}">
                <a16:creationId xmlns:a16="http://schemas.microsoft.com/office/drawing/2014/main" id="{01FE3C81-2F10-4ADD-A940-53EC06C9C4E9}"/>
              </a:ext>
            </a:extLst>
          </p:cNvPr>
          <p:cNvSpPr>
            <a:spLocks xmlns:a="http://schemas.openxmlformats.org/drawingml/2006/main" noGrp="1"/>
          </p:cNvSpPr>
          <p:nvPr/>
        </p:nvSpPr>
        <p:spPr>
          <a:xfrm xmlns:a="http://schemas.openxmlformats.org/drawingml/2006/main" rot="0">
            <a:off x="3883588" y="652283"/>
            <a:ext cx="303512" cy="291112"/>
          </a:xfrm>
          <a:custGeom xmlns:a="http://schemas.openxmlformats.org/drawingml/2006/main">
            <a:pathLst>
              <a:path w="303512" h="291112">
                <a:moveTo>
                  <a:pt x="0" y="0"/>
                </a:moveTo>
                <a:lnTo>
                  <a:pt x="303512" y="0"/>
                </a:lnTo>
                <a:lnTo>
                  <a:pt x="303512" y="291112"/>
                </a:lnTo>
                <a:lnTo>
                  <a:pt x="0" y="291112"/>
                </a:lnTo>
                <a:close/>
              </a:path>
            </a:pathLst>
          </a:custGeom>
          <a:noFill xmlns:a="http://schemas.openxmlformats.org/drawingml/2006/main"/>
          <a:ln xmlns:a="http://schemas.openxmlformats.org/drawingml/2006/main" w="11787">
            <a:solidFill>
              <a:srgbClr val="000000"/>
            </a:solidFill>
            <a:prstDash val="solid"/>
          </a:ln>
        </p:spPr>
      </p:sp>
      <p:sp>
        <p:nvSpPr>
          <p:cNvPr id="552" name="pdf-path-84">
            <a:extLst xmlns:a="http://schemas.openxmlformats.org/drawingml/2006/main">
              <a:ext uri="{FF2B5EF4-FFF2-40B4-BE49-F238E27FC236}">
                <a16:creationId xmlns:a16="http://schemas.microsoft.com/office/drawing/2014/main" id="{7EAD0DB8-F737-4403-92CA-B822A762ED14}"/>
              </a:ext>
            </a:extLst>
          </p:cNvPr>
          <p:cNvSpPr>
            <a:spLocks xmlns:a="http://schemas.openxmlformats.org/drawingml/2006/main" noGrp="1"/>
          </p:cNvSpPr>
          <p:nvPr/>
        </p:nvSpPr>
        <p:spPr>
          <a:xfrm xmlns:a="http://schemas.openxmlformats.org/drawingml/2006/main" rot="0">
            <a:off x="4035360" y="652283"/>
            <a:ext cx="95" cy="291112"/>
          </a:xfrm>
          <a:custGeom xmlns:a="http://schemas.openxmlformats.org/drawingml/2006/main">
            <a:pathLst>
              <a:path w="95" h="291112">
                <a:moveTo>
                  <a:pt x="0" y="0"/>
                </a:moveTo>
                <a:lnTo>
                  <a:pt x="0" y="291112"/>
                </a:lnTo>
              </a:path>
            </a:pathLst>
          </a:custGeom>
          <a:noFill xmlns:a="http://schemas.openxmlformats.org/drawingml/2006/main"/>
          <a:ln xmlns:a="http://schemas.openxmlformats.org/drawingml/2006/main" w="11787">
            <a:solidFill>
              <a:srgbClr val="000000"/>
            </a:solidFill>
            <a:prstDash val="solid"/>
          </a:ln>
        </p:spPr>
      </p:sp>
      <p:pic>
        <p:nvPicPr>
          <p:cNvPr id="553" name="">
            <a:extLst xmlns:a="http://schemas.openxmlformats.org/drawingml/2006/main">
              <a:ext uri="{FF2B5EF4-FFF2-40B4-BE49-F238E27FC236}">
                <a16:creationId xmlns:a16="http://schemas.microsoft.com/office/drawing/2014/main" id="{19402227-7873-4A0D-A776-ED4E94BD1563}"/>
              </a:ext>
            </a:extLst>
          </p:cNvPr>
          <p:cNvPicPr>
            <a:picLocks xmlns:a="http://schemas.openxmlformats.org/drawingml/2006/main" noChangeAspect="1"/>
          </p:cNvPicPr>
          <p:nvPr/>
        </p:nvPicPr>
        <p:blipFill>
          <a:blip xmlns:r="http://schemas.openxmlformats.org/officeDocument/2006/relationships" xmlns:a="http://schemas.openxmlformats.org/drawingml/2006/main" r:embed="R9b66cd7730a04fb7"/>
          <a:srcRect xmlns:a="http://schemas.openxmlformats.org/drawingml/2006/main" l="0" t="0" r="0" b="0"/>
          <a:stretch xmlns:a="http://schemas.openxmlformats.org/drawingml/2006/main">
            <a:fillRect l="0" t="0" r="0" b="0"/>
          </a:stretch>
        </p:blipFill>
        <p:spPr>
          <a:xfrm xmlns:a="http://schemas.openxmlformats.org/drawingml/2006/main">
            <a:off x="6115050" y="1485900"/>
            <a:ext cx="428625" cy="600075"/>
          </a:xfrm>
          <a:prstGeom xmlns:a="http://schemas.openxmlformats.org/drawingml/2006/main" prst="rect">
            <a:avLst/>
          </a:prstGeom>
        </p:spPr>
      </p:pic>
      <p:sp>
        <p:nvSpPr>
          <p:cNvPr id="554" name="deep-skill-chaining-source-component-15">
            <a:extLst xmlns:a="http://schemas.openxmlformats.org/drawingml/2006/main">
              <a:ext uri="{FF2B5EF4-FFF2-40B4-BE49-F238E27FC236}">
                <a16:creationId xmlns:a16="http://schemas.microsoft.com/office/drawing/2014/main" id="{AF447E9F-496C-45C8-893B-BADC42E87873}"/>
              </a:ext>
            </a:extLst>
          </p:cNvPr>
          <p:cNvSpPr>
            <a:spLocks xmlns:a="http://schemas.openxmlformats.org/drawingml/2006/main" noGrp="1"/>
          </p:cNvSpPr>
          <p:nvPr/>
        </p:nvSpPr>
        <p:spPr>
          <a:xfrm xmlns:a="http://schemas.openxmlformats.org/drawingml/2006/main" rot="0">
            <a:off x="6115050" y="1485900"/>
            <a:ext cx="428625" cy="600075"/>
          </a:xfrm>
          <a:prstGeom xmlns:a="http://schemas.openxmlformats.org/drawingml/2006/main" prst="rect">
            <a:avLst/>
          </a:prstGeom>
          <a:noFill xmlns:a="http://schemas.openxmlformats.org/drawingml/2006/main"/>
          <a:ln xmlns:a="http://schemas.openxmlformats.org/drawingml/2006/main" w="0">
            <a:noFill/>
          </a:ln>
        </p:spPr>
      </p:sp>
      <p:sp>
        <p:nvSpPr>
          <p:cNvPr id="555" name="pdf-path-86">
            <a:extLst xmlns:a="http://schemas.openxmlformats.org/drawingml/2006/main">
              <a:ext uri="{FF2B5EF4-FFF2-40B4-BE49-F238E27FC236}">
                <a16:creationId xmlns:a16="http://schemas.microsoft.com/office/drawing/2014/main" id="{FC2B1572-6802-4AE9-AE2B-9CBB20B42E1B}"/>
              </a:ext>
            </a:extLst>
          </p:cNvPr>
          <p:cNvSpPr>
            <a:spLocks xmlns:a="http://schemas.openxmlformats.org/drawingml/2006/main" noGrp="1"/>
          </p:cNvSpPr>
          <p:nvPr/>
        </p:nvSpPr>
        <p:spPr>
          <a:xfrm xmlns:a="http://schemas.openxmlformats.org/drawingml/2006/main" rot="0">
            <a:off x="6125983" y="1508505"/>
            <a:ext cx="414830" cy="575970"/>
          </a:xfrm>
          <a:custGeom xmlns:a="http://schemas.openxmlformats.org/drawingml/2006/main">
            <a:pathLst>
              <a:path w="414830" h="575970">
                <a:moveTo>
                  <a:pt x="0" y="0"/>
                </a:moveTo>
                <a:lnTo>
                  <a:pt x="414830" y="0"/>
                </a:lnTo>
                <a:lnTo>
                  <a:pt x="414830" y="575970"/>
                </a:lnTo>
                <a:lnTo>
                  <a:pt x="0" y="575970"/>
                </a:lnTo>
                <a:close/>
              </a:path>
            </a:pathLst>
          </a:custGeom>
          <a:noFill xmlns:a="http://schemas.openxmlformats.org/drawingml/2006/main"/>
          <a:ln xmlns:a="http://schemas.openxmlformats.org/drawingml/2006/main" w="11787">
            <a:solidFill>
              <a:srgbClr val="000000"/>
            </a:solidFill>
            <a:prstDash val="solid"/>
          </a:ln>
        </p:spPr>
      </p:sp>
      <p:sp>
        <p:nvSpPr>
          <p:cNvPr id="556" name="pdf-path-87">
            <a:extLst xmlns:a="http://schemas.openxmlformats.org/drawingml/2006/main">
              <a:ext uri="{FF2B5EF4-FFF2-40B4-BE49-F238E27FC236}">
                <a16:creationId xmlns:a16="http://schemas.microsoft.com/office/drawing/2014/main" id="{88DC5312-0DA4-4E1C-A15B-A4150ACD0AA7}"/>
              </a:ext>
            </a:extLst>
          </p:cNvPr>
          <p:cNvSpPr>
            <a:spLocks xmlns:a="http://schemas.openxmlformats.org/drawingml/2006/main" noGrp="1"/>
          </p:cNvSpPr>
          <p:nvPr/>
        </p:nvSpPr>
        <p:spPr>
          <a:xfrm xmlns:a="http://schemas.openxmlformats.org/drawingml/2006/main" rot="0">
            <a:off x="6160244" y="1958571"/>
            <a:ext cx="158200" cy="291175"/>
          </a:xfrm>
          <a:custGeom xmlns:a="http://schemas.openxmlformats.org/drawingml/2006/main">
            <a:pathLst>
              <a:path w="158200" h="291175">
                <a:moveTo>
                  <a:pt x="0" y="145564"/>
                </a:moveTo>
                <a:cubicBezTo>
                  <a:pt x="0" y="65191"/>
                  <a:pt x="35424" y="0"/>
                  <a:pt x="79068" y="0"/>
                </a:cubicBezTo>
                <a:cubicBezTo>
                  <a:pt x="100065" y="0"/>
                  <a:pt x="120198" y="15355"/>
                  <a:pt x="135002" y="42670"/>
                </a:cubicBezTo>
                <a:cubicBezTo>
                  <a:pt x="149855" y="69922"/>
                  <a:pt x="158200" y="106949"/>
                  <a:pt x="158200" y="145564"/>
                </a:cubicBezTo>
                <a:cubicBezTo>
                  <a:pt x="158200" y="225984"/>
                  <a:pt x="122775" y="291175"/>
                  <a:pt x="79068" y="291175"/>
                </a:cubicBezTo>
                <a:cubicBezTo>
                  <a:pt x="35424" y="291175"/>
                  <a:pt x="0" y="225984"/>
                  <a:pt x="0" y="145564"/>
                </a:cubicBezTo>
              </a:path>
            </a:pathLst>
          </a:custGeom>
          <a:solidFill xmlns:a="http://schemas.openxmlformats.org/drawingml/2006/main">
            <a:srgbClr val="999999"/>
          </a:solidFill>
          <a:ln xmlns:a="http://schemas.openxmlformats.org/drawingml/2006/main" w="11787">
            <a:solidFill>
              <a:srgbClr val="000000"/>
            </a:solidFill>
            <a:prstDash val="solid"/>
          </a:ln>
        </p:spPr>
      </p:sp>
      <p:sp>
        <p:nvSpPr>
          <p:cNvPr id="557" name="pdf-path-89">
            <a:extLst xmlns:a="http://schemas.openxmlformats.org/drawingml/2006/main">
              <a:ext uri="{FF2B5EF4-FFF2-40B4-BE49-F238E27FC236}">
                <a16:creationId xmlns:a16="http://schemas.microsoft.com/office/drawing/2014/main" id="{070F024E-4309-4A7D-9FD8-AC15B2C56FD0}"/>
              </a:ext>
            </a:extLst>
          </p:cNvPr>
          <p:cNvSpPr>
            <a:spLocks xmlns:a="http://schemas.openxmlformats.org/drawingml/2006/main" noGrp="1"/>
          </p:cNvSpPr>
          <p:nvPr/>
        </p:nvSpPr>
        <p:spPr>
          <a:xfrm xmlns:a="http://schemas.openxmlformats.org/drawingml/2006/main" rot="0">
            <a:off x="6352329" y="1958571"/>
            <a:ext cx="158215" cy="291175"/>
          </a:xfrm>
          <a:custGeom xmlns:a="http://schemas.openxmlformats.org/drawingml/2006/main">
            <a:pathLst>
              <a:path w="158215" h="291175">
                <a:moveTo>
                  <a:pt x="0" y="145564"/>
                </a:moveTo>
                <a:cubicBezTo>
                  <a:pt x="0" y="65191"/>
                  <a:pt x="35424" y="0"/>
                  <a:pt x="79146" y="0"/>
                </a:cubicBezTo>
                <a:cubicBezTo>
                  <a:pt x="100128" y="0"/>
                  <a:pt x="120213" y="15355"/>
                  <a:pt x="135065" y="42670"/>
                </a:cubicBezTo>
                <a:cubicBezTo>
                  <a:pt x="149918" y="69922"/>
                  <a:pt x="158215" y="106949"/>
                  <a:pt x="158215" y="145564"/>
                </a:cubicBezTo>
                <a:cubicBezTo>
                  <a:pt x="158215" y="225984"/>
                  <a:pt x="122791" y="291175"/>
                  <a:pt x="79146" y="291175"/>
                </a:cubicBezTo>
                <a:cubicBezTo>
                  <a:pt x="35424" y="291175"/>
                  <a:pt x="0" y="225984"/>
                  <a:pt x="0" y="145564"/>
                </a:cubicBezTo>
              </a:path>
            </a:pathLst>
          </a:custGeom>
          <a:solidFill xmlns:a="http://schemas.openxmlformats.org/drawingml/2006/main">
            <a:srgbClr val="999999"/>
          </a:solidFill>
          <a:ln xmlns:a="http://schemas.openxmlformats.org/drawingml/2006/main" w="11787">
            <a:solidFill>
              <a:srgbClr val="000000"/>
            </a:solidFill>
            <a:prstDash val="solid"/>
          </a:ln>
        </p:spPr>
      </p:sp>
      <p:pic>
        <p:nvPicPr>
          <p:cNvPr id="558" name="">
            <a:extLst xmlns:a="http://schemas.openxmlformats.org/drawingml/2006/main">
              <a:ext uri="{FF2B5EF4-FFF2-40B4-BE49-F238E27FC236}">
                <a16:creationId xmlns:a16="http://schemas.microsoft.com/office/drawing/2014/main" id="{178E3A28-18B3-43DE-A5AC-1CCE5E11A48F}"/>
              </a:ext>
            </a:extLst>
          </p:cNvPr>
          <p:cNvPicPr>
            <a:picLocks xmlns:a="http://schemas.openxmlformats.org/drawingml/2006/main" noChangeAspect="1"/>
          </p:cNvPicPr>
          <p:nvPr/>
        </p:nvPicPr>
        <p:blipFill>
          <a:blip xmlns:r="http://schemas.openxmlformats.org/officeDocument/2006/relationships" xmlns:a="http://schemas.openxmlformats.org/drawingml/2006/main" r:embed="Rd65ce9dd061a462b"/>
          <a:srcRect xmlns:a="http://schemas.openxmlformats.org/drawingml/2006/main" l="0" t="0" r="0" b="0"/>
          <a:stretch xmlns:a="http://schemas.openxmlformats.org/drawingml/2006/main">
            <a:fillRect l="0" t="0" r="0" b="0"/>
          </a:stretch>
        </p:blipFill>
        <p:spPr>
          <a:xfrm xmlns:a="http://schemas.openxmlformats.org/drawingml/2006/main">
            <a:off x="6172200" y="1543050"/>
            <a:ext cx="314325" cy="314325"/>
          </a:xfrm>
          <a:prstGeom xmlns:a="http://schemas.openxmlformats.org/drawingml/2006/main" prst="rect">
            <a:avLst/>
          </a:prstGeom>
        </p:spPr>
      </p:pic>
      <p:sp>
        <p:nvSpPr>
          <p:cNvPr id="559" name="deep-skill-chaining-source-component-16">
            <a:extLst xmlns:a="http://schemas.openxmlformats.org/drawingml/2006/main">
              <a:ext uri="{FF2B5EF4-FFF2-40B4-BE49-F238E27FC236}">
                <a16:creationId xmlns:a16="http://schemas.microsoft.com/office/drawing/2014/main" id="{E1ED65BE-7B78-4E98-AAC7-0DB4E56F8BBD}"/>
              </a:ext>
            </a:extLst>
          </p:cNvPr>
          <p:cNvSpPr>
            <a:spLocks xmlns:a="http://schemas.openxmlformats.org/drawingml/2006/main" noGrp="1"/>
          </p:cNvSpPr>
          <p:nvPr/>
        </p:nvSpPr>
        <p:spPr>
          <a:xfrm xmlns:a="http://schemas.openxmlformats.org/drawingml/2006/main" rot="0">
            <a:off x="6172200" y="1543050"/>
            <a:ext cx="314325" cy="314325"/>
          </a:xfrm>
          <a:prstGeom xmlns:a="http://schemas.openxmlformats.org/drawingml/2006/main" prst="rect">
            <a:avLst/>
          </a:prstGeom>
          <a:noFill xmlns:a="http://schemas.openxmlformats.org/drawingml/2006/main"/>
          <a:ln xmlns:a="http://schemas.openxmlformats.org/drawingml/2006/main" w="0">
            <a:noFill/>
          </a:ln>
        </p:spPr>
      </p:sp>
      <p:sp>
        <p:nvSpPr>
          <p:cNvPr id="560" name="pdf-path-92">
            <a:extLst xmlns:a="http://schemas.openxmlformats.org/drawingml/2006/main">
              <a:ext uri="{FF2B5EF4-FFF2-40B4-BE49-F238E27FC236}">
                <a16:creationId xmlns:a16="http://schemas.microsoft.com/office/drawing/2014/main" id="{CA3A6AA9-46E7-426F-A29D-1CC88B8AE204}"/>
              </a:ext>
            </a:extLst>
          </p:cNvPr>
          <p:cNvSpPr>
            <a:spLocks xmlns:a="http://schemas.openxmlformats.org/drawingml/2006/main" noGrp="1"/>
          </p:cNvSpPr>
          <p:nvPr/>
        </p:nvSpPr>
        <p:spPr>
          <a:xfrm xmlns:a="http://schemas.openxmlformats.org/drawingml/2006/main" rot="0">
            <a:off x="6181602" y="1554805"/>
            <a:ext cx="303576" cy="291175"/>
          </a:xfrm>
          <a:custGeom xmlns:a="http://schemas.openxmlformats.org/drawingml/2006/main">
            <a:pathLst>
              <a:path w="303576" h="291175">
                <a:moveTo>
                  <a:pt x="0" y="0"/>
                </a:moveTo>
                <a:lnTo>
                  <a:pt x="303576" y="0"/>
                </a:lnTo>
                <a:lnTo>
                  <a:pt x="303576" y="291175"/>
                </a:lnTo>
                <a:lnTo>
                  <a:pt x="0" y="291175"/>
                </a:lnTo>
                <a:close/>
              </a:path>
            </a:pathLst>
          </a:custGeom>
          <a:noFill xmlns:a="http://schemas.openxmlformats.org/drawingml/2006/main"/>
          <a:ln xmlns:a="http://schemas.openxmlformats.org/drawingml/2006/main" w="11787">
            <a:solidFill>
              <a:srgbClr val="000000"/>
            </a:solidFill>
            <a:prstDash val="solid"/>
          </a:ln>
        </p:spPr>
      </p:sp>
      <p:sp>
        <p:nvSpPr>
          <p:cNvPr id="561" name="pdf-path-93">
            <a:extLst xmlns:a="http://schemas.openxmlformats.org/drawingml/2006/main">
              <a:ext uri="{FF2B5EF4-FFF2-40B4-BE49-F238E27FC236}">
                <a16:creationId xmlns:a16="http://schemas.microsoft.com/office/drawing/2014/main" id="{638D4FB4-2518-447D-92AB-571E8535F55D}"/>
              </a:ext>
            </a:extLst>
          </p:cNvPr>
          <p:cNvSpPr>
            <a:spLocks xmlns:a="http://schemas.openxmlformats.org/drawingml/2006/main" noGrp="1"/>
          </p:cNvSpPr>
          <p:nvPr/>
        </p:nvSpPr>
        <p:spPr>
          <a:xfrm xmlns:a="http://schemas.openxmlformats.org/drawingml/2006/main" rot="0">
            <a:off x="6333359" y="1554805"/>
            <a:ext cx="95" cy="291175"/>
          </a:xfrm>
          <a:custGeom xmlns:a="http://schemas.openxmlformats.org/drawingml/2006/main">
            <a:pathLst>
              <a:path w="95" h="291175">
                <a:moveTo>
                  <a:pt x="0" y="0"/>
                </a:moveTo>
                <a:lnTo>
                  <a:pt x="0" y="291175"/>
                </a:lnTo>
              </a:path>
            </a:pathLst>
          </a:custGeom>
          <a:noFill xmlns:a="http://schemas.openxmlformats.org/drawingml/2006/main"/>
          <a:ln xmlns:a="http://schemas.openxmlformats.org/drawingml/2006/main" w="11787">
            <a:solidFill>
              <a:srgbClr val="000000"/>
            </a:solidFill>
            <a:prstDash val="solid"/>
          </a:ln>
        </p:spPr>
      </p:sp>
    </p:spTree>
    <p:extLst>
      <p:ext uri="{BB962C8B-B14F-4D97-AF65-F5344CB8AC3E}">
        <p14:creationId xmlns:p14="http://schemas.microsoft.com/office/powerpoint/2010/main" val="10650840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2026-10-09T21:37:54.9820000Z</dcterms:created>
  <dcterms:modified xsi:type="dcterms:W3CDTF">2026-10-09T21:37:54.9820000Z</dcterms:modified>
</coreProperties>
</file>