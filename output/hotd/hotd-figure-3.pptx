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32a78c33eb471c" /><Relationship Type="http://schemas.openxmlformats.org/officeDocument/2006/relationships/extended-properties" Target="/docProps/app.xml" Id="R91419f985fe14a49" /><Relationship Type="http://schemas.openxmlformats.org/officeDocument/2006/relationships/officeDocument" Target="/ppt/presentation.xml" Id="R561d0f568ca24775" /></Relationships>
</file>

<file path=ppt/presentation.xml><?xml version="1.0" encoding="utf-8"?>
<p:presentation xmlns:p="http://schemas.openxmlformats.org/presentationml/2006/main">
  <p:sldMasterIdLst>
    <p:sldMasterId xmlns:r="http://schemas.openxmlformats.org/officeDocument/2006/relationships" id="2147483648" r:id="R4b818d1dd21c4a07"/>
  </p:sldMasterIdLst>
  <p:notesMasterIdLst>
    <p:notesMasterId xmlns:r="http://schemas.openxmlformats.org/officeDocument/2006/relationships" r:id="Rb94bd0859dba42bb"/>
  </p:notesMasterIdLst>
  <p:sldIdLst>
    <p:sldId xmlns:r="http://schemas.openxmlformats.org/officeDocument/2006/relationships" id="256" r:id="Recf4bf8a73e84b76"/>
  </p:sldIdLst>
  <p:sldSz cx="6943725" cy="4286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2b34175f3a477f" /><Relationship Type="http://schemas.openxmlformats.org/officeDocument/2006/relationships/slideMaster" Target="/ppt/slideMasters/slideMaster1.xml" Id="R4b818d1dd21c4a07" /><Relationship Type="http://schemas.openxmlformats.org/officeDocument/2006/relationships/notesMaster" Target="/ppt/notesMasters/notesMaster1.xml" Id="Rb94bd0859dba42bb" /><Relationship Type="http://schemas.openxmlformats.org/officeDocument/2006/relationships/presProps" Target="/ppt/presProps.xml" Id="Rf75b6c81b7d04ecd" /><Relationship Type="http://schemas.openxmlformats.org/officeDocument/2006/relationships/tableStyles" Target="/ppt/tableStyles.xml" Id="R5ab8799c81a4488d" /><Relationship Type="http://schemas.openxmlformats.org/officeDocument/2006/relationships/slide" Target="/ppt/slides/slide1.xml" Id="Recf4bf8a73e84b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c2baedd4a548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8b71a3e0b44d14" /><Relationship Type="http://schemas.openxmlformats.org/officeDocument/2006/relationships/notesMaster" Target="/ppt/notesMasters/notesMaster1.xml" Id="R70cc725e6a4f4b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"Human-Centric Open-Future Task Discovery: Formulation, Benchmark, and Scalable Tree-Based Search",</a:t>
            </a:r>
          </a:p>
          <a:p xmlns:a="http://schemas.openxmlformats.org/drawingml/2006/main">
            <a:r>
              <a:t>  "paper_url": "https://arxiv.org/abs/2511.18929v3",</a:t>
            </a:r>
          </a:p>
          <a:p xmlns:a="http://schemas.openxmlformats.org/drawingml/2006/main">
            <a:r>
              <a:t>  "figure": "Figure 3",</a:t>
            </a:r>
          </a:p>
          <a:p xmlns:a="http://schemas.openxmlformats.org/drawingml/2006/main">
            <a:r>
              <a:t>  "license": "http://arxiv.org/licenses/nonexclusive-distrib/1.0/",</a:t>
            </a:r>
          </a:p>
          <a:p xmlns:a="http://schemas.openxmlformats.org/drawingml/2006/main">
            <a:r>
              <a:t>  "notes": "Source native tree, agent icons, rounded containers and ordinary typeable text retain the original layout/colors. Font substitution and supported native PPTX dash presets may vary slightly; source dash arrays are preserved for draw.io. Arrow paths are editable freeforms without semantic node attachments. No raster components. Tiny robot icon hairline strokes were corrected from inspected source paint bounds; nested transform stroke estimates otherwise produced thick black outlines.",</a:t>
            </a:r>
          </a:p>
          <a:p xmlns:a="http://schemas.openxmlformats.org/drawingml/2006/main">
            <a:r>
              <a:t>  "page": 4,</a:t>
            </a:r>
          </a:p>
          <a:p xmlns:a="http://schemas.openxmlformats.org/drawingml/2006/main">
            <a:r>
              <a:t>  "status": "figure_recreation",</a:t>
            </a:r>
          </a:p>
          <a:p xmlns:a="http://schemas.openxmlformats.org/drawingml/2006/main">
            <a:r>
              <a:t>  "source_sha256": "bba9f9d358fd8b8b30a7649a0fc056ef9dba0cf2bba6bb69361148d81002dfb0",</a:t>
            </a:r>
          </a:p>
          <a:p xmlns:a="http://schemas.openxmlformats.org/drawingml/2006/main">
            <a:r>
              <a:t>  "source_crop_pdf_points": [</a:t>
            </a:r>
          </a:p>
          <a:p xmlns:a="http://schemas.openxmlformats.org/drawingml/2006/main">
            <a:r>
              <a:t>    317,</a:t>
            </a:r>
          </a:p>
          <a:p xmlns:a="http://schemas.openxmlformats.org/drawingml/2006/main">
            <a:r>
              <a:t>    51,</a:t>
            </a:r>
          </a:p>
          <a:p xmlns:a="http://schemas.openxmlformats.org/drawingml/2006/main">
            <a:r>
              <a:t>    560,</a:t>
            </a:r>
          </a:p>
          <a:p xmlns:a="http://schemas.openxmlformats.org/drawingml/2006/main">
            <a:r>
              <a:t>    201</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"Arial or Courier New; source fonts recorded per text object",</a:t>
            </a:r>
          </a:p>
          <a:p xmlns:a="http://schemas.openxmlformats.org/drawingml/2006/main">
            <a:r>
              <a:t>  "dash_fidelity": "PPTX uses the closest supported native preset, not exact PDF dash lengths. Draw.io retains interval lengths; PDF phase/caps are not preserved; zero intervals become 0.001 scene units.",</a:t>
            </a:r>
          </a:p>
          <a:p xmlns:a="http://schemas.openxmlformats.org/drawingml/2006/main">
            <a:r>
              <a:t>  "extraction_warnings": [</a:t>
            </a:r>
          </a:p>
          <a:p xmlns:a="http://schemas.openxmlformats.org/drawingml/2006/main">
            <a:r>
              <a:t>    "23 source clipping groups intersect crop; extracted paths require explicit clipping review",</a:t>
            </a:r>
          </a:p>
          <a:p xmlns:a="http://schemas.openxmlformats.org/drawingml/2006/main">
            <a:r>
              <a:t>    "path crosses crop boundary: 1"</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bd4d2c20a046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0948fcbc0344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985b7544414e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590cdbb32045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51fd079f0041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511440c69e44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3E9F87-C114-41C1-A7A6-3B59609B0396}"/>
              </a:ext>
            </a:extLst>
          </p:cNvPr>
          <p:cNvSpPr>
            <a:spLocks xmlns:a="http://schemas.openxmlformats.org/drawingml/2006/main" noGrp="1"/>
          </p:cNvSpPr>
          <p:nvPr>
            <p:ph type="title" idx="0"/>
          </p:nvPr>
        </p:nvSpPr>
        <p:spPr>
          <a:xfrm xmlns:a="http://schemas.openxmlformats.org/drawingml/2006/main">
            <a:off x="694373" y="1619250"/>
            <a:ext cx="5554980" cy="619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73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6AA58A-8CEE-4FA9-B78B-6698D2C038FA}"/>
              </a:ext>
            </a:extLst>
          </p:cNvPr>
          <p:cNvSpPr>
            <a:spLocks xmlns:a="http://schemas.openxmlformats.org/drawingml/2006/main" noGrp="1"/>
          </p:cNvSpPr>
          <p:nvPr>
            <p:ph type="subTitle" idx="1"/>
          </p:nvPr>
        </p:nvSpPr>
        <p:spPr>
          <a:xfrm xmlns:a="http://schemas.openxmlformats.org/drawingml/2006/main">
            <a:off x="1041559" y="2357438"/>
            <a:ext cx="4860608" cy="476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196"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313D1E-2E66-44A8-83AB-0C9BBDBA63C1}"/>
              </a:ext>
            </a:extLst>
          </p:cNvPr>
          <p:cNvSpPr>
            <a:spLocks xmlns:a="http://schemas.openxmlformats.org/drawingml/2006/main" noGrp="1"/>
          </p:cNvSpPr>
          <p:nvPr>
            <p:ph type="title" idx="0"/>
          </p:nvPr>
        </p:nvSpPr>
        <p:spPr>
          <a:xfrm xmlns:a="http://schemas.openxmlformats.org/drawingml/2006/main">
            <a:off x="694373" y="1785938"/>
            <a:ext cx="5554980" cy="714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9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79B053-36D4-4B9E-A244-285F6487A105}"/>
              </a:ext>
            </a:extLst>
          </p:cNvPr>
          <p:cNvSpPr>
            <a:spLocks xmlns:a="http://schemas.openxmlformats.org/drawingml/2006/main" noGrp="1"/>
          </p:cNvSpPr>
          <p:nvPr>
            <p:ph type="title" idx="0"/>
          </p:nvPr>
        </p:nvSpPr>
        <p:spPr>
          <a:xfrm xmlns:a="http://schemas.openxmlformats.org/drawingml/2006/main">
            <a:off x="390585" y="333375"/>
            <a:ext cx="6162556" cy="523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7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6BE517-085E-4F00-A87C-46FA0A518F22}"/>
              </a:ext>
            </a:extLst>
          </p:cNvPr>
          <p:cNvSpPr>
            <a:spLocks xmlns:a="http://schemas.openxmlformats.org/drawingml/2006/main" noGrp="1"/>
          </p:cNvSpPr>
          <p:nvPr>
            <p:ph type="body" idx="1"/>
          </p:nvPr>
        </p:nvSpPr>
        <p:spPr>
          <a:xfrm xmlns:a="http://schemas.openxmlformats.org/drawingml/2006/main">
            <a:off x="390585" y="1190625"/>
            <a:ext cx="6162556" cy="2667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281" b="0">
                <a:solidFill>
                  <a:schemeClr val="tx1"/>
                </a:solidFill>
                <a:latin typeface="+mn-lt"/>
                <a:ea typeface="+mn-lt"/>
                <a:cs typeface="+mn-lt"/>
              </a:defRPr>
            </a:defPPr>
            <a:lvl1pPr marL="130195" indent="-130195">
              <a:lnSpc>
                <a:spcPct val="110000"/>
              </a:lnSpc>
              <a:spcBef>
                <a:spcPts val="0"/>
              </a:spcBef>
              <a:spcAft>
                <a:spcPts val="683"/>
              </a:spcAft>
              <a:buChar char="•"/>
            </a:lvl1pPr>
            <a:lvl2pPr marL="303788" indent="-130195">
              <a:lnSpc>
                <a:spcPct val="110000"/>
              </a:lnSpc>
              <a:spcBef>
                <a:spcPts val="0"/>
              </a:spcBef>
              <a:spcAft>
                <a:spcPts val="683"/>
              </a:spcAft>
              <a:buChar char="•"/>
            </a:lvl2pPr>
            <a:lvl3pPr marL="477381" indent="-130195">
              <a:lnSpc>
                <a:spcPct val="110000"/>
              </a:lnSpc>
              <a:spcBef>
                <a:spcPts val="0"/>
              </a:spcBef>
              <a:spcAft>
                <a:spcPts val="683"/>
              </a:spcAft>
              <a:buChar char="•"/>
            </a:lvl3pPr>
            <a:lvl4pPr marL="650974" indent="-130195">
              <a:lnSpc>
                <a:spcPct val="110000"/>
              </a:lnSpc>
              <a:spcBef>
                <a:spcPts val="0"/>
              </a:spcBef>
              <a:spcAft>
                <a:spcPts val="683"/>
              </a:spcAft>
              <a:buChar char="•"/>
            </a:lvl4pPr>
            <a:lvl5pPr marL="824567" indent="-130195">
              <a:lnSpc>
                <a:spcPct val="110000"/>
              </a:lnSpc>
              <a:spcBef>
                <a:spcPts val="0"/>
              </a:spcBef>
              <a:spcAft>
                <a:spcPts val="683"/>
              </a:spcAft>
              <a:buChar char="•"/>
            </a:lvl5pPr>
            <a:lvl6pPr marL="998160" indent="-130195">
              <a:lnSpc>
                <a:spcPct val="110000"/>
              </a:lnSpc>
              <a:spcBef>
                <a:spcPts val="0"/>
              </a:spcBef>
              <a:spcAft>
                <a:spcPts val="683"/>
              </a:spcAft>
              <a:buChar char="•"/>
            </a:lvl6pPr>
            <a:lvl7pPr marL="1171754" indent="-130195">
              <a:lnSpc>
                <a:spcPct val="110000"/>
              </a:lnSpc>
              <a:spcBef>
                <a:spcPts val="0"/>
              </a:spcBef>
              <a:spcAft>
                <a:spcPts val="683"/>
              </a:spcAft>
              <a:buChar char="•"/>
            </a:lvl7pPr>
            <a:lvl8pPr marL="1345347" indent="-130195">
              <a:lnSpc>
                <a:spcPct val="110000"/>
              </a:lnSpc>
              <a:spcBef>
                <a:spcPts val="0"/>
              </a:spcBef>
              <a:spcAft>
                <a:spcPts val="683"/>
              </a:spcAft>
              <a:buChar char="•"/>
            </a:lvl8pPr>
            <a:lvl9pPr marL="1518940" indent="-130195">
              <a:lnSpc>
                <a:spcPct val="110000"/>
              </a:lnSpc>
              <a:spcBef>
                <a:spcPts val="0"/>
              </a:spcBef>
              <a:spcAft>
                <a:spcPts val="683"/>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0DAC3A-B58E-40B4-9E8B-63DDA0E4C6CD}"/>
              </a:ext>
            </a:extLst>
          </p:cNvPr>
          <p:cNvSpPr>
            <a:spLocks xmlns:a="http://schemas.openxmlformats.org/drawingml/2006/main" noGrp="1"/>
          </p:cNvSpPr>
          <p:nvPr>
            <p:ph type="title" idx="0"/>
          </p:nvPr>
        </p:nvSpPr>
        <p:spPr>
          <a:xfrm xmlns:a="http://schemas.openxmlformats.org/drawingml/2006/main">
            <a:off x="390585" y="333375"/>
            <a:ext cx="6162556" cy="523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7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874273-78BF-4D58-9F0E-C66F110AE48B}"/>
              </a:ext>
            </a:extLst>
          </p:cNvPr>
          <p:cNvSpPr>
            <a:spLocks xmlns:a="http://schemas.openxmlformats.org/drawingml/2006/main" noGrp="1"/>
          </p:cNvSpPr>
          <p:nvPr>
            <p:ph type="body" idx="1"/>
          </p:nvPr>
        </p:nvSpPr>
        <p:spPr>
          <a:xfrm xmlns:a="http://schemas.openxmlformats.org/drawingml/2006/main">
            <a:off x="390585" y="1190625"/>
            <a:ext cx="2864287" cy="2667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196" b="0">
                <a:solidFill>
                  <a:schemeClr val="tx1"/>
                </a:solidFill>
                <a:latin typeface="+mn-lt"/>
                <a:ea typeface="+mn-lt"/>
                <a:cs typeface="+mn-lt"/>
              </a:defRPr>
            </a:defPPr>
            <a:lvl1pPr marL="130195" indent="-130195">
              <a:lnSpc>
                <a:spcPct val="110000"/>
              </a:lnSpc>
              <a:spcBef>
                <a:spcPts val="0"/>
              </a:spcBef>
              <a:spcAft>
                <a:spcPts val="683"/>
              </a:spcAft>
              <a:buChar char="•"/>
            </a:lvl1pPr>
            <a:lvl2pPr marL="303788" indent="-130195">
              <a:lnSpc>
                <a:spcPct val="110000"/>
              </a:lnSpc>
              <a:spcBef>
                <a:spcPts val="0"/>
              </a:spcBef>
              <a:spcAft>
                <a:spcPts val="683"/>
              </a:spcAft>
              <a:buChar char="•"/>
            </a:lvl2pPr>
            <a:lvl3pPr marL="477381" indent="-130195">
              <a:lnSpc>
                <a:spcPct val="110000"/>
              </a:lnSpc>
              <a:spcBef>
                <a:spcPts val="0"/>
              </a:spcBef>
              <a:spcAft>
                <a:spcPts val="683"/>
              </a:spcAft>
              <a:buChar char="•"/>
            </a:lvl3pPr>
            <a:lvl4pPr marL="650974" indent="-130195">
              <a:lnSpc>
                <a:spcPct val="110000"/>
              </a:lnSpc>
              <a:spcBef>
                <a:spcPts val="0"/>
              </a:spcBef>
              <a:spcAft>
                <a:spcPts val="683"/>
              </a:spcAft>
              <a:buChar char="•"/>
            </a:lvl4pPr>
            <a:lvl5pPr marL="824567" indent="-130195">
              <a:lnSpc>
                <a:spcPct val="110000"/>
              </a:lnSpc>
              <a:spcBef>
                <a:spcPts val="0"/>
              </a:spcBef>
              <a:spcAft>
                <a:spcPts val="683"/>
              </a:spcAft>
              <a:buChar char="•"/>
            </a:lvl5pPr>
            <a:lvl6pPr marL="998160" indent="-130195">
              <a:lnSpc>
                <a:spcPct val="110000"/>
              </a:lnSpc>
              <a:spcBef>
                <a:spcPts val="0"/>
              </a:spcBef>
              <a:spcAft>
                <a:spcPts val="683"/>
              </a:spcAft>
              <a:buChar char="•"/>
            </a:lvl6pPr>
            <a:lvl7pPr marL="1171754" indent="-130195">
              <a:lnSpc>
                <a:spcPct val="110000"/>
              </a:lnSpc>
              <a:spcBef>
                <a:spcPts val="0"/>
              </a:spcBef>
              <a:spcAft>
                <a:spcPts val="683"/>
              </a:spcAft>
              <a:buChar char="•"/>
            </a:lvl7pPr>
            <a:lvl8pPr marL="1345347" indent="-130195">
              <a:lnSpc>
                <a:spcPct val="110000"/>
              </a:lnSpc>
              <a:spcBef>
                <a:spcPts val="0"/>
              </a:spcBef>
              <a:spcAft>
                <a:spcPts val="683"/>
              </a:spcAft>
              <a:buChar char="•"/>
            </a:lvl8pPr>
            <a:lvl9pPr marL="1518940" indent="-130195">
              <a:lnSpc>
                <a:spcPct val="110000"/>
              </a:lnSpc>
              <a:spcBef>
                <a:spcPts val="0"/>
              </a:spcBef>
              <a:spcAft>
                <a:spcPts val="683"/>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A81906-8185-4097-BF01-0510609DABE5}"/>
              </a:ext>
            </a:extLst>
          </p:cNvPr>
          <p:cNvSpPr>
            <a:spLocks xmlns:a="http://schemas.openxmlformats.org/drawingml/2006/main" noGrp="1"/>
          </p:cNvSpPr>
          <p:nvPr>
            <p:ph type="body" idx="2"/>
          </p:nvPr>
        </p:nvSpPr>
        <p:spPr>
          <a:xfrm xmlns:a="http://schemas.openxmlformats.org/drawingml/2006/main">
            <a:off x="3688854" y="1190625"/>
            <a:ext cx="2864287" cy="2667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196" b="0">
                <a:solidFill>
                  <a:schemeClr val="tx1"/>
                </a:solidFill>
                <a:latin typeface="+mn-lt"/>
                <a:ea typeface="+mn-lt"/>
                <a:cs typeface="+mn-lt"/>
              </a:defRPr>
            </a:defPPr>
            <a:lvl1pPr marL="130195" indent="-130195">
              <a:lnSpc>
                <a:spcPct val="110000"/>
              </a:lnSpc>
              <a:spcBef>
                <a:spcPts val="0"/>
              </a:spcBef>
              <a:spcAft>
                <a:spcPts val="683"/>
              </a:spcAft>
              <a:buChar char="•"/>
            </a:lvl1pPr>
            <a:lvl2pPr marL="303788" indent="-130195">
              <a:lnSpc>
                <a:spcPct val="110000"/>
              </a:lnSpc>
              <a:spcBef>
                <a:spcPts val="0"/>
              </a:spcBef>
              <a:spcAft>
                <a:spcPts val="683"/>
              </a:spcAft>
              <a:buChar char="•"/>
            </a:lvl2pPr>
            <a:lvl3pPr marL="477381" indent="-130195">
              <a:lnSpc>
                <a:spcPct val="110000"/>
              </a:lnSpc>
              <a:spcBef>
                <a:spcPts val="0"/>
              </a:spcBef>
              <a:spcAft>
                <a:spcPts val="683"/>
              </a:spcAft>
              <a:buChar char="•"/>
            </a:lvl3pPr>
            <a:lvl4pPr marL="650974" indent="-130195">
              <a:lnSpc>
                <a:spcPct val="110000"/>
              </a:lnSpc>
              <a:spcBef>
                <a:spcPts val="0"/>
              </a:spcBef>
              <a:spcAft>
                <a:spcPts val="683"/>
              </a:spcAft>
              <a:buChar char="•"/>
            </a:lvl4pPr>
            <a:lvl5pPr marL="824567" indent="-130195">
              <a:lnSpc>
                <a:spcPct val="110000"/>
              </a:lnSpc>
              <a:spcBef>
                <a:spcPts val="0"/>
              </a:spcBef>
              <a:spcAft>
                <a:spcPts val="683"/>
              </a:spcAft>
              <a:buChar char="•"/>
            </a:lvl5pPr>
            <a:lvl6pPr marL="998160" indent="-130195">
              <a:lnSpc>
                <a:spcPct val="110000"/>
              </a:lnSpc>
              <a:spcBef>
                <a:spcPts val="0"/>
              </a:spcBef>
              <a:spcAft>
                <a:spcPts val="683"/>
              </a:spcAft>
              <a:buChar char="•"/>
            </a:lvl6pPr>
            <a:lvl7pPr marL="1171754" indent="-130195">
              <a:lnSpc>
                <a:spcPct val="110000"/>
              </a:lnSpc>
              <a:spcBef>
                <a:spcPts val="0"/>
              </a:spcBef>
              <a:spcAft>
                <a:spcPts val="683"/>
              </a:spcAft>
              <a:buChar char="•"/>
            </a:lvl7pPr>
            <a:lvl8pPr marL="1345347" indent="-130195">
              <a:lnSpc>
                <a:spcPct val="110000"/>
              </a:lnSpc>
              <a:spcBef>
                <a:spcPts val="0"/>
              </a:spcBef>
              <a:spcAft>
                <a:spcPts val="683"/>
              </a:spcAft>
              <a:buChar char="•"/>
            </a:lvl8pPr>
            <a:lvl9pPr marL="1518940" indent="-130195">
              <a:lnSpc>
                <a:spcPct val="110000"/>
              </a:lnSpc>
              <a:spcBef>
                <a:spcPts val="0"/>
              </a:spcBef>
              <a:spcAft>
                <a:spcPts val="683"/>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FC2C3F-E6E6-45DA-835D-6C22BDAD0375}"/>
              </a:ext>
            </a:extLst>
          </p:cNvPr>
          <p:cNvSpPr>
            <a:spLocks xmlns:a="http://schemas.openxmlformats.org/drawingml/2006/main" noGrp="1"/>
          </p:cNvSpPr>
          <p:nvPr>
            <p:ph type="title" idx="0"/>
          </p:nvPr>
        </p:nvSpPr>
        <p:spPr>
          <a:xfrm xmlns:a="http://schemas.openxmlformats.org/drawingml/2006/main">
            <a:off x="390585" y="333375"/>
            <a:ext cx="6162556" cy="523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7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7B5405-80A3-4E8D-96CA-B3EE3836357B}"/>
              </a:ext>
            </a:extLst>
          </p:cNvPr>
          <p:cNvSpPr>
            <a:spLocks xmlns:a="http://schemas.openxmlformats.org/drawingml/2006/main" noGrp="1"/>
          </p:cNvSpPr>
          <p:nvPr>
            <p:ph type="body" idx="1"/>
          </p:nvPr>
        </p:nvSpPr>
        <p:spPr>
          <a:xfrm xmlns:a="http://schemas.openxmlformats.org/drawingml/2006/main">
            <a:off x="390585" y="1190625"/>
            <a:ext cx="2864287" cy="2667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281" b="0">
                <a:solidFill>
                  <a:schemeClr val="tx1"/>
                </a:solidFill>
                <a:latin typeface="+mn-lt"/>
                <a:ea typeface="+mn-lt"/>
                <a:cs typeface="+mn-lt"/>
              </a:defRPr>
            </a:defPPr>
            <a:lvl1pPr marL="130195" indent="-130195">
              <a:lnSpc>
                <a:spcPct val="110000"/>
              </a:lnSpc>
              <a:spcBef>
                <a:spcPts val="0"/>
              </a:spcBef>
              <a:spcAft>
                <a:spcPts val="683"/>
              </a:spcAft>
              <a:buChar char="•"/>
            </a:lvl1pPr>
            <a:lvl2pPr marL="303788" indent="-130195">
              <a:lnSpc>
                <a:spcPct val="110000"/>
              </a:lnSpc>
              <a:spcBef>
                <a:spcPts val="0"/>
              </a:spcBef>
              <a:spcAft>
                <a:spcPts val="683"/>
              </a:spcAft>
              <a:buChar char="•"/>
            </a:lvl2pPr>
            <a:lvl3pPr marL="477381" indent="-130195">
              <a:lnSpc>
                <a:spcPct val="110000"/>
              </a:lnSpc>
              <a:spcBef>
                <a:spcPts val="0"/>
              </a:spcBef>
              <a:spcAft>
                <a:spcPts val="683"/>
              </a:spcAft>
              <a:buChar char="•"/>
            </a:lvl3pPr>
            <a:lvl4pPr marL="650974" indent="-130195">
              <a:lnSpc>
                <a:spcPct val="110000"/>
              </a:lnSpc>
              <a:spcBef>
                <a:spcPts val="0"/>
              </a:spcBef>
              <a:spcAft>
                <a:spcPts val="683"/>
              </a:spcAft>
              <a:buChar char="•"/>
            </a:lvl4pPr>
            <a:lvl5pPr marL="824567" indent="-130195">
              <a:lnSpc>
                <a:spcPct val="110000"/>
              </a:lnSpc>
              <a:spcBef>
                <a:spcPts val="0"/>
              </a:spcBef>
              <a:spcAft>
                <a:spcPts val="683"/>
              </a:spcAft>
              <a:buChar char="•"/>
            </a:lvl5pPr>
            <a:lvl6pPr marL="998160" indent="-130195">
              <a:lnSpc>
                <a:spcPct val="110000"/>
              </a:lnSpc>
              <a:spcBef>
                <a:spcPts val="0"/>
              </a:spcBef>
              <a:spcAft>
                <a:spcPts val="683"/>
              </a:spcAft>
              <a:buChar char="•"/>
            </a:lvl6pPr>
            <a:lvl7pPr marL="1171754" indent="-130195">
              <a:lnSpc>
                <a:spcPct val="110000"/>
              </a:lnSpc>
              <a:spcBef>
                <a:spcPts val="0"/>
              </a:spcBef>
              <a:spcAft>
                <a:spcPts val="683"/>
              </a:spcAft>
              <a:buChar char="•"/>
            </a:lvl7pPr>
            <a:lvl8pPr marL="1345347" indent="-130195">
              <a:lnSpc>
                <a:spcPct val="110000"/>
              </a:lnSpc>
              <a:spcBef>
                <a:spcPts val="0"/>
              </a:spcBef>
              <a:spcAft>
                <a:spcPts val="683"/>
              </a:spcAft>
              <a:buChar char="•"/>
            </a:lvl8pPr>
            <a:lvl9pPr marL="1518940" indent="-130195">
              <a:lnSpc>
                <a:spcPct val="110000"/>
              </a:lnSpc>
              <a:spcBef>
                <a:spcPts val="0"/>
              </a:spcBef>
              <a:spcAft>
                <a:spcPts val="683"/>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cf8852738645f1" /><Relationship Type="http://schemas.openxmlformats.org/officeDocument/2006/relationships/slideLayout" Target="/ppt/slideLayouts/slideLayout1.xml" Id="R6baa46136823472b" /><Relationship Type="http://schemas.openxmlformats.org/officeDocument/2006/relationships/slideLayout" Target="/ppt/slideLayouts/slideLayout2.xml" Id="Rd95fa61a185f4bc3" /><Relationship Type="http://schemas.openxmlformats.org/officeDocument/2006/relationships/slideLayout" Target="/ppt/slideLayouts/slideLayout3.xml" Id="R7e9eb625f7dc4181" /><Relationship Type="http://schemas.openxmlformats.org/officeDocument/2006/relationships/slideLayout" Target="/ppt/slideLayouts/slideLayout4.xml" Id="R093573e431824309" /><Relationship Type="http://schemas.openxmlformats.org/officeDocument/2006/relationships/slideLayout" Target="/ppt/slideLayouts/slideLayout5.xml" Id="R2132129b21994f37" /><Relationship Type="http://schemas.openxmlformats.org/officeDocument/2006/relationships/slideLayout" Target="/ppt/slideLayouts/slideLayout6.xml" Id="R3616992ea0034c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aa46136823472b"/>
    <p:sldLayoutId xmlns:r="http://schemas.openxmlformats.org/officeDocument/2006/relationships" id="2147483650" r:id="Rd95fa61a185f4bc3"/>
    <p:sldLayoutId xmlns:r="http://schemas.openxmlformats.org/officeDocument/2006/relationships" id="2147483651" r:id="R7e9eb625f7dc4181"/>
    <p:sldLayoutId xmlns:r="http://schemas.openxmlformats.org/officeDocument/2006/relationships" id="2147483652" r:id="R093573e431824309"/>
    <p:sldLayoutId xmlns:r="http://schemas.openxmlformats.org/officeDocument/2006/relationships" id="2147483653" r:id="R2132129b21994f37"/>
    <p:sldLayoutId xmlns:r="http://schemas.openxmlformats.org/officeDocument/2006/relationships" id="2147483654" r:id="R3616992ea0034c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e9dd01c45241fd" /><Relationship Type="http://schemas.openxmlformats.org/officeDocument/2006/relationships/notesSlide" Target="/ppt/notesSlides/notesSlide1.xml" Id="Rac871356f62a43c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pdf-path-2">
            <a:extLst xmlns:a="http://schemas.openxmlformats.org/drawingml/2006/main">
              <a:ext uri="{FF2B5EF4-FFF2-40B4-BE49-F238E27FC236}">
                <a16:creationId xmlns:a16="http://schemas.microsoft.com/office/drawing/2014/main" id="{544138C9-F2B7-47A9-83FC-2439E0587B34}"/>
              </a:ext>
            </a:extLst>
          </p:cNvPr>
          <p:cNvSpPr>
            <a:spLocks xmlns:a="http://schemas.openxmlformats.org/drawingml/2006/main" noGrp="1"/>
          </p:cNvSpPr>
          <p:nvPr/>
        </p:nvSpPr>
        <p:spPr>
          <a:xfrm xmlns:a="http://schemas.openxmlformats.org/drawingml/2006/main">
            <a:off x="315690" y="2034168"/>
            <a:ext cx="1016493" cy="659342"/>
          </a:xfrm>
          <a:custGeom xmlns:a="http://schemas.openxmlformats.org/drawingml/2006/main">
            <a:pathLst>
              <a:path w="1016493" h="659342">
                <a:moveTo>
                  <a:pt x="0" y="0"/>
                </a:moveTo>
                <a:lnTo>
                  <a:pt x="1016493" y="0"/>
                </a:lnTo>
                <a:lnTo>
                  <a:pt x="1016493" y="659342"/>
                </a:lnTo>
                <a:lnTo>
                  <a:pt x="0" y="659342"/>
                </a:lnTo>
                <a:close/>
              </a:path>
            </a:pathLst>
          </a:custGeom>
          <a:solidFill xmlns:a="http://schemas.openxmlformats.org/drawingml/2006/main">
            <a:srgbClr val="DCE8EC"/>
          </a:solidFill>
          <a:ln xmlns:a="http://schemas.openxmlformats.org/drawingml/2006/main" w="0">
            <a:noFill/>
            <a:prstDash val="solid"/>
          </a:ln>
        </p:spPr>
      </p:sp>
      <p:sp>
        <p:nvSpPr>
          <p:cNvPr id="2" name="pdf-text-33-0">
            <a:extLst xmlns:a="http://schemas.openxmlformats.org/drawingml/2006/main">
              <a:ext uri="{FF2B5EF4-FFF2-40B4-BE49-F238E27FC236}">
                <a16:creationId xmlns:a16="http://schemas.microsoft.com/office/drawing/2014/main" id="{E6F5FC41-14E5-42B6-BFEF-2326A84704E1}"/>
              </a:ext>
            </a:extLst>
          </p:cNvPr>
          <p:cNvSpPr>
            <a:spLocks xmlns:a="http://schemas.openxmlformats.org/drawingml/2006/main" noGrp="1"/>
          </p:cNvSpPr>
          <p:nvPr/>
        </p:nvSpPr>
        <p:spPr>
          <a:xfrm xmlns:a="http://schemas.openxmlformats.org/drawingml/2006/main">
            <a:off x="615128" y="2188442"/>
            <a:ext cx="41714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Scene</a:t>
            </a:r>
          </a:p>
        </p:txBody>
      </p:sp>
      <p:sp>
        <p:nvSpPr>
          <p:cNvPr id="3" name="pdf-text-34-0">
            <a:extLst xmlns:a="http://schemas.openxmlformats.org/drawingml/2006/main">
              <a:ext uri="{FF2B5EF4-FFF2-40B4-BE49-F238E27FC236}">
                <a16:creationId xmlns:a16="http://schemas.microsoft.com/office/drawing/2014/main" id="{19BCAEA4-97D8-4196-8D13-100576927E5D}"/>
              </a:ext>
            </a:extLst>
          </p:cNvPr>
          <p:cNvSpPr>
            <a:spLocks xmlns:a="http://schemas.openxmlformats.org/drawingml/2006/main" noGrp="1"/>
          </p:cNvSpPr>
          <p:nvPr/>
        </p:nvSpPr>
        <p:spPr>
          <a:xfrm xmlns:a="http://schemas.openxmlformats.org/drawingml/2006/main">
            <a:off x="416252" y="2397784"/>
            <a:ext cx="815214"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Description</a:t>
            </a:r>
          </a:p>
        </p:txBody>
      </p:sp>
      <p:sp>
        <p:nvSpPr>
          <p:cNvPr id="4" name="pdf-path-5">
            <a:extLst xmlns:a="http://schemas.openxmlformats.org/drawingml/2006/main">
              <a:ext uri="{FF2B5EF4-FFF2-40B4-BE49-F238E27FC236}">
                <a16:creationId xmlns:a16="http://schemas.microsoft.com/office/drawing/2014/main" id="{D949273E-5D98-4F74-BA5A-D9926B816FD2}"/>
              </a:ext>
            </a:extLst>
          </p:cNvPr>
          <p:cNvSpPr>
            <a:spLocks xmlns:a="http://schemas.openxmlformats.org/drawingml/2006/main" noGrp="1"/>
          </p:cNvSpPr>
          <p:nvPr/>
        </p:nvSpPr>
        <p:spPr>
          <a:xfrm xmlns:a="http://schemas.openxmlformats.org/drawingml/2006/main">
            <a:off x="315690" y="3199730"/>
            <a:ext cx="1016493" cy="659342"/>
          </a:xfrm>
          <a:custGeom xmlns:a="http://schemas.openxmlformats.org/drawingml/2006/main">
            <a:pathLst>
              <a:path w="1016493" h="659342">
                <a:moveTo>
                  <a:pt x="0" y="0"/>
                </a:moveTo>
                <a:lnTo>
                  <a:pt x="1016493" y="0"/>
                </a:lnTo>
                <a:lnTo>
                  <a:pt x="1016493" y="659342"/>
                </a:lnTo>
                <a:lnTo>
                  <a:pt x="0" y="659342"/>
                </a:lnTo>
                <a:close/>
              </a:path>
            </a:pathLst>
          </a:custGeom>
          <a:solidFill xmlns:a="http://schemas.openxmlformats.org/drawingml/2006/main">
            <a:srgbClr val="DCE8EC"/>
          </a:solidFill>
          <a:ln xmlns:a="http://schemas.openxmlformats.org/drawingml/2006/main" w="0">
            <a:noFill/>
            <a:prstDash val="solid"/>
          </a:ln>
        </p:spPr>
      </p:sp>
      <p:sp>
        <p:nvSpPr>
          <p:cNvPr id="5" name="pdf-text-35-0">
            <a:extLst xmlns:a="http://schemas.openxmlformats.org/drawingml/2006/main">
              <a:ext uri="{FF2B5EF4-FFF2-40B4-BE49-F238E27FC236}">
                <a16:creationId xmlns:a16="http://schemas.microsoft.com/office/drawing/2014/main" id="{909B5D0D-9CD4-4BBF-8BB0-0A5B725BF184}"/>
              </a:ext>
            </a:extLst>
          </p:cNvPr>
          <p:cNvSpPr>
            <a:spLocks xmlns:a="http://schemas.openxmlformats.org/drawingml/2006/main" noGrp="1"/>
          </p:cNvSpPr>
          <p:nvPr/>
        </p:nvSpPr>
        <p:spPr>
          <a:xfrm xmlns:a="http://schemas.openxmlformats.org/drawingml/2006/main">
            <a:off x="560466" y="3249336"/>
            <a:ext cx="523409"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History</a:t>
            </a:r>
          </a:p>
        </p:txBody>
      </p:sp>
      <p:sp>
        <p:nvSpPr>
          <p:cNvPr id="6" name="pdf-text-36-0">
            <a:extLst xmlns:a="http://schemas.openxmlformats.org/drawingml/2006/main">
              <a:ext uri="{FF2B5EF4-FFF2-40B4-BE49-F238E27FC236}">
                <a16:creationId xmlns:a16="http://schemas.microsoft.com/office/drawing/2014/main" id="{55A08591-E68A-4488-A895-238D0DF9C442}"/>
              </a:ext>
            </a:extLst>
          </p:cNvPr>
          <p:cNvSpPr>
            <a:spLocks xmlns:a="http://schemas.openxmlformats.org/drawingml/2006/main" noGrp="1"/>
          </p:cNvSpPr>
          <p:nvPr/>
        </p:nvSpPr>
        <p:spPr>
          <a:xfrm xmlns:a="http://schemas.openxmlformats.org/drawingml/2006/main">
            <a:off x="586111" y="3458679"/>
            <a:ext cx="475679"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Action</a:t>
            </a:r>
          </a:p>
        </p:txBody>
      </p:sp>
      <p:sp>
        <p:nvSpPr>
          <p:cNvPr id="7" name="pdf-text-37-0">
            <a:extLst xmlns:a="http://schemas.openxmlformats.org/drawingml/2006/main">
              <a:ext uri="{FF2B5EF4-FFF2-40B4-BE49-F238E27FC236}">
                <a16:creationId xmlns:a16="http://schemas.microsoft.com/office/drawing/2014/main" id="{BE3FDCAB-832C-4EBF-8EDF-46767327A296}"/>
              </a:ext>
            </a:extLst>
          </p:cNvPr>
          <p:cNvSpPr>
            <a:spLocks xmlns:a="http://schemas.openxmlformats.org/drawingml/2006/main" noGrp="1"/>
          </p:cNvSpPr>
          <p:nvPr/>
        </p:nvSpPr>
        <p:spPr>
          <a:xfrm xmlns:a="http://schemas.openxmlformats.org/drawingml/2006/main">
            <a:off x="396482" y="3668021"/>
            <a:ext cx="854867"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Recognition</a:t>
            </a:r>
          </a:p>
        </p:txBody>
      </p:sp>
      <p:sp>
        <p:nvSpPr>
          <p:cNvPr id="8" name="pdf-path-9">
            <a:extLst xmlns:a="http://schemas.openxmlformats.org/drawingml/2006/main">
              <a:ext uri="{FF2B5EF4-FFF2-40B4-BE49-F238E27FC236}">
                <a16:creationId xmlns:a16="http://schemas.microsoft.com/office/drawing/2014/main" id="{1E31ACA6-D4AD-47A9-BEFF-051CAEE499D8}"/>
              </a:ext>
            </a:extLst>
          </p:cNvPr>
          <p:cNvSpPr>
            <a:spLocks xmlns:a="http://schemas.openxmlformats.org/drawingml/2006/main" noGrp="1"/>
          </p:cNvSpPr>
          <p:nvPr/>
        </p:nvSpPr>
        <p:spPr>
          <a:xfrm xmlns:a="http://schemas.openxmlformats.org/drawingml/2006/main">
            <a:off x="316706" y="1836489"/>
            <a:ext cx="202843" cy="172429"/>
          </a:xfrm>
          <a:custGeom xmlns:a="http://schemas.openxmlformats.org/drawingml/2006/main">
            <a:pathLst>
              <a:path w="202843" h="172429">
                <a:moveTo>
                  <a:pt x="101422" y="5"/>
                </a:moveTo>
                <a:cubicBezTo>
                  <a:pt x="112625" y="0"/>
                  <a:pt x="121711" y="9078"/>
                  <a:pt x="121715" y="20281"/>
                </a:cubicBezTo>
                <a:cubicBezTo>
                  <a:pt x="121718" y="27531"/>
                  <a:pt x="117853" y="34232"/>
                  <a:pt x="111574" y="37857"/>
                </a:cubicBezTo>
                <a:lnTo>
                  <a:pt x="111564" y="50718"/>
                </a:lnTo>
                <a:lnTo>
                  <a:pt x="172417" y="50718"/>
                </a:lnTo>
                <a:cubicBezTo>
                  <a:pt x="178018" y="50718"/>
                  <a:pt x="182559" y="55259"/>
                  <a:pt x="182559" y="60861"/>
                </a:cubicBezTo>
                <a:lnTo>
                  <a:pt x="182559" y="162286"/>
                </a:lnTo>
                <a:cubicBezTo>
                  <a:pt x="182559" y="167888"/>
                  <a:pt x="178018" y="172429"/>
                  <a:pt x="172417" y="172429"/>
                </a:cubicBezTo>
                <a:lnTo>
                  <a:pt x="30426" y="172429"/>
                </a:lnTo>
                <a:cubicBezTo>
                  <a:pt x="24825" y="172429"/>
                  <a:pt x="20285" y="167888"/>
                  <a:pt x="20285" y="162286"/>
                </a:cubicBezTo>
                <a:lnTo>
                  <a:pt x="20285" y="60861"/>
                </a:lnTo>
                <a:cubicBezTo>
                  <a:pt x="20285" y="55259"/>
                  <a:pt x="24825" y="50718"/>
                  <a:pt x="30426" y="50718"/>
                </a:cubicBezTo>
                <a:lnTo>
                  <a:pt x="91280" y="50718"/>
                </a:lnTo>
                <a:lnTo>
                  <a:pt x="91280" y="37857"/>
                </a:lnTo>
                <a:cubicBezTo>
                  <a:pt x="81578" y="32255"/>
                  <a:pt x="78254" y="19849"/>
                  <a:pt x="83856" y="10147"/>
                </a:cubicBezTo>
                <a:cubicBezTo>
                  <a:pt x="87480" y="3871"/>
                  <a:pt x="94175" y="6"/>
                  <a:pt x="101422" y="5"/>
                </a:cubicBezTo>
                <a:moveTo>
                  <a:pt x="70995" y="91288"/>
                </a:moveTo>
                <a:lnTo>
                  <a:pt x="60853" y="91288"/>
                </a:lnTo>
                <a:cubicBezTo>
                  <a:pt x="55711" y="91289"/>
                  <a:pt x="51383" y="95138"/>
                  <a:pt x="50781" y="100244"/>
                </a:cubicBezTo>
                <a:lnTo>
                  <a:pt x="50711" y="101431"/>
                </a:lnTo>
                <a:lnTo>
                  <a:pt x="50711" y="111574"/>
                </a:lnTo>
                <a:cubicBezTo>
                  <a:pt x="50712" y="116716"/>
                  <a:pt x="54560" y="121043"/>
                  <a:pt x="59667" y="121645"/>
                </a:cubicBezTo>
                <a:lnTo>
                  <a:pt x="60853" y="121716"/>
                </a:lnTo>
                <a:lnTo>
                  <a:pt x="70995" y="121716"/>
                </a:lnTo>
                <a:cubicBezTo>
                  <a:pt x="76137" y="121716"/>
                  <a:pt x="80465" y="117867"/>
                  <a:pt x="81067" y="112760"/>
                </a:cubicBezTo>
                <a:lnTo>
                  <a:pt x="81137" y="111574"/>
                </a:lnTo>
                <a:lnTo>
                  <a:pt x="81137" y="101431"/>
                </a:lnTo>
                <a:cubicBezTo>
                  <a:pt x="81137" y="95829"/>
                  <a:pt x="76596" y="91288"/>
                  <a:pt x="70995" y="91288"/>
                </a:cubicBezTo>
                <a:moveTo>
                  <a:pt x="141991" y="91288"/>
                </a:moveTo>
                <a:lnTo>
                  <a:pt x="131848" y="91288"/>
                </a:lnTo>
                <a:cubicBezTo>
                  <a:pt x="126707" y="91289"/>
                  <a:pt x="122379" y="95138"/>
                  <a:pt x="121777" y="100244"/>
                </a:cubicBezTo>
                <a:lnTo>
                  <a:pt x="121706" y="101431"/>
                </a:lnTo>
                <a:lnTo>
                  <a:pt x="121706" y="111574"/>
                </a:lnTo>
                <a:cubicBezTo>
                  <a:pt x="121706" y="116716"/>
                  <a:pt x="125555" y="121043"/>
                  <a:pt x="130662" y="121645"/>
                </a:cubicBezTo>
                <a:lnTo>
                  <a:pt x="131848" y="121716"/>
                </a:lnTo>
                <a:lnTo>
                  <a:pt x="141991" y="121716"/>
                </a:lnTo>
                <a:cubicBezTo>
                  <a:pt x="147132" y="121716"/>
                  <a:pt x="151460" y="117867"/>
                  <a:pt x="152062" y="112760"/>
                </a:cubicBezTo>
                <a:lnTo>
                  <a:pt x="152133" y="111574"/>
                </a:lnTo>
                <a:lnTo>
                  <a:pt x="152133" y="101431"/>
                </a:lnTo>
                <a:cubicBezTo>
                  <a:pt x="152133" y="95829"/>
                  <a:pt x="147592" y="91288"/>
                  <a:pt x="141991" y="91288"/>
                </a:cubicBezTo>
                <a:moveTo>
                  <a:pt x="10142" y="81146"/>
                </a:moveTo>
                <a:lnTo>
                  <a:pt x="10142" y="131859"/>
                </a:lnTo>
                <a:cubicBezTo>
                  <a:pt x="4541" y="131859"/>
                  <a:pt x="0" y="127318"/>
                  <a:pt x="0" y="121716"/>
                </a:cubicBezTo>
                <a:lnTo>
                  <a:pt x="0" y="91288"/>
                </a:lnTo>
                <a:cubicBezTo>
                  <a:pt x="0" y="85687"/>
                  <a:pt x="4541" y="81146"/>
                  <a:pt x="10142" y="81146"/>
                </a:cubicBezTo>
                <a:moveTo>
                  <a:pt x="192702" y="81146"/>
                </a:moveTo>
                <a:cubicBezTo>
                  <a:pt x="198304" y="81146"/>
                  <a:pt x="202843" y="85687"/>
                  <a:pt x="202843" y="91288"/>
                </a:cubicBezTo>
                <a:lnTo>
                  <a:pt x="202843" y="121716"/>
                </a:lnTo>
                <a:cubicBezTo>
                  <a:pt x="202843" y="127318"/>
                  <a:pt x="198304" y="131859"/>
                  <a:pt x="192702" y="131859"/>
                </a:cubicBezTo>
                <a:lnTo>
                  <a:pt x="192702" y="81146"/>
                </a:lnTo>
              </a:path>
            </a:pathLst>
          </a:custGeom>
          <a:solidFill xmlns:a="http://schemas.openxmlformats.org/drawingml/2006/main">
            <a:srgbClr val="EA9518"/>
          </a:solidFill>
          <a:ln xmlns:a="http://schemas.openxmlformats.org/drawingml/2006/main" w="0">
            <a:noFill/>
            <a:prstDash val="solid"/>
          </a:ln>
        </p:spPr>
      </p:sp>
      <p:sp>
        <p:nvSpPr>
          <p:cNvPr id="9" name="pdf-path-10">
            <a:extLst xmlns:a="http://schemas.openxmlformats.org/drawingml/2006/main">
              <a:ext uri="{FF2B5EF4-FFF2-40B4-BE49-F238E27FC236}">
                <a16:creationId xmlns:a16="http://schemas.microsoft.com/office/drawing/2014/main" id="{9F799B82-C6F9-485A-8FDD-912D8F827F50}"/>
              </a:ext>
            </a:extLst>
          </p:cNvPr>
          <p:cNvSpPr>
            <a:spLocks xmlns:a="http://schemas.openxmlformats.org/drawingml/2006/main" noGrp="1"/>
          </p:cNvSpPr>
          <p:nvPr/>
        </p:nvSpPr>
        <p:spPr>
          <a:xfrm xmlns:a="http://schemas.openxmlformats.org/drawingml/2006/main">
            <a:off x="316706" y="1836489"/>
            <a:ext cx="202843" cy="172429"/>
          </a:xfrm>
          <a:custGeom xmlns:a="http://schemas.openxmlformats.org/drawingml/2006/main">
            <a:pathLst>
              <a:path w="202843" h="172429">
                <a:moveTo>
                  <a:pt x="101422" y="5"/>
                </a:moveTo>
                <a:cubicBezTo>
                  <a:pt x="112625" y="0"/>
                  <a:pt x="121711" y="9078"/>
                  <a:pt x="121715" y="20281"/>
                </a:cubicBezTo>
                <a:cubicBezTo>
                  <a:pt x="121718" y="27531"/>
                  <a:pt x="117853" y="34232"/>
                  <a:pt x="111574" y="37857"/>
                </a:cubicBezTo>
                <a:lnTo>
                  <a:pt x="111564" y="50718"/>
                </a:lnTo>
                <a:lnTo>
                  <a:pt x="172417" y="50718"/>
                </a:lnTo>
                <a:cubicBezTo>
                  <a:pt x="178018" y="50718"/>
                  <a:pt x="182559" y="55259"/>
                  <a:pt x="182559" y="60861"/>
                </a:cubicBezTo>
                <a:lnTo>
                  <a:pt x="182559" y="162286"/>
                </a:lnTo>
                <a:cubicBezTo>
                  <a:pt x="182559" y="167888"/>
                  <a:pt x="178018" y="172429"/>
                  <a:pt x="172417" y="172429"/>
                </a:cubicBezTo>
                <a:lnTo>
                  <a:pt x="30426" y="172429"/>
                </a:lnTo>
                <a:cubicBezTo>
                  <a:pt x="24825" y="172429"/>
                  <a:pt x="20285" y="167888"/>
                  <a:pt x="20285" y="162286"/>
                </a:cubicBezTo>
                <a:lnTo>
                  <a:pt x="20285" y="60861"/>
                </a:lnTo>
                <a:cubicBezTo>
                  <a:pt x="20285" y="55259"/>
                  <a:pt x="24825" y="50718"/>
                  <a:pt x="30426" y="50718"/>
                </a:cubicBezTo>
                <a:lnTo>
                  <a:pt x="91280" y="50718"/>
                </a:lnTo>
                <a:lnTo>
                  <a:pt x="91280" y="37857"/>
                </a:lnTo>
                <a:cubicBezTo>
                  <a:pt x="81578" y="32255"/>
                  <a:pt x="78254" y="19849"/>
                  <a:pt x="83856" y="10147"/>
                </a:cubicBezTo>
                <a:cubicBezTo>
                  <a:pt x="87480" y="3871"/>
                  <a:pt x="94175" y="6"/>
                  <a:pt x="101422" y="5"/>
                </a:cubicBezTo>
                <a:moveTo>
                  <a:pt x="70995" y="91288"/>
                </a:moveTo>
                <a:lnTo>
                  <a:pt x="60853" y="91288"/>
                </a:lnTo>
                <a:cubicBezTo>
                  <a:pt x="55711" y="91289"/>
                  <a:pt x="51383" y="95138"/>
                  <a:pt x="50781" y="100244"/>
                </a:cubicBezTo>
                <a:lnTo>
                  <a:pt x="50711" y="101431"/>
                </a:lnTo>
                <a:lnTo>
                  <a:pt x="50711" y="111574"/>
                </a:lnTo>
                <a:cubicBezTo>
                  <a:pt x="50712" y="116716"/>
                  <a:pt x="54560" y="121043"/>
                  <a:pt x="59667" y="121645"/>
                </a:cubicBezTo>
                <a:lnTo>
                  <a:pt x="60853" y="121716"/>
                </a:lnTo>
                <a:lnTo>
                  <a:pt x="70995" y="121716"/>
                </a:lnTo>
                <a:cubicBezTo>
                  <a:pt x="76137" y="121716"/>
                  <a:pt x="80465" y="117867"/>
                  <a:pt x="81067" y="112760"/>
                </a:cubicBezTo>
                <a:lnTo>
                  <a:pt x="81137" y="111574"/>
                </a:lnTo>
                <a:lnTo>
                  <a:pt x="81137" y="101431"/>
                </a:lnTo>
                <a:cubicBezTo>
                  <a:pt x="81137" y="95829"/>
                  <a:pt x="76596" y="91288"/>
                  <a:pt x="70995" y="91288"/>
                </a:cubicBezTo>
                <a:moveTo>
                  <a:pt x="141991" y="91288"/>
                </a:moveTo>
                <a:lnTo>
                  <a:pt x="131848" y="91288"/>
                </a:lnTo>
                <a:cubicBezTo>
                  <a:pt x="126707" y="91289"/>
                  <a:pt x="122379" y="95138"/>
                  <a:pt x="121777" y="100244"/>
                </a:cubicBezTo>
                <a:lnTo>
                  <a:pt x="121706" y="101431"/>
                </a:lnTo>
                <a:lnTo>
                  <a:pt x="121706" y="111574"/>
                </a:lnTo>
                <a:cubicBezTo>
                  <a:pt x="121706" y="116716"/>
                  <a:pt x="125555" y="121043"/>
                  <a:pt x="130662" y="121645"/>
                </a:cubicBezTo>
                <a:lnTo>
                  <a:pt x="131848" y="121716"/>
                </a:lnTo>
                <a:lnTo>
                  <a:pt x="141991" y="121716"/>
                </a:lnTo>
                <a:cubicBezTo>
                  <a:pt x="147132" y="121716"/>
                  <a:pt x="151460" y="117867"/>
                  <a:pt x="152062" y="112760"/>
                </a:cubicBezTo>
                <a:lnTo>
                  <a:pt x="152133" y="111574"/>
                </a:lnTo>
                <a:lnTo>
                  <a:pt x="152133" y="101431"/>
                </a:lnTo>
                <a:cubicBezTo>
                  <a:pt x="152133" y="95829"/>
                  <a:pt x="147592" y="91288"/>
                  <a:pt x="141991" y="91288"/>
                </a:cubicBezTo>
                <a:moveTo>
                  <a:pt x="10142" y="81146"/>
                </a:moveTo>
                <a:lnTo>
                  <a:pt x="10142" y="131859"/>
                </a:lnTo>
                <a:cubicBezTo>
                  <a:pt x="4541" y="131859"/>
                  <a:pt x="0" y="127318"/>
                  <a:pt x="0" y="121716"/>
                </a:cubicBezTo>
                <a:lnTo>
                  <a:pt x="0" y="91288"/>
                </a:lnTo>
                <a:cubicBezTo>
                  <a:pt x="0" y="85687"/>
                  <a:pt x="4541" y="81146"/>
                  <a:pt x="10142" y="81146"/>
                </a:cubicBezTo>
                <a:moveTo>
                  <a:pt x="192702" y="81146"/>
                </a:moveTo>
                <a:cubicBezTo>
                  <a:pt x="198304" y="81146"/>
                  <a:pt x="202843" y="85687"/>
                  <a:pt x="202843" y="91288"/>
                </a:cubicBezTo>
                <a:lnTo>
                  <a:pt x="202843" y="121716"/>
                </a:lnTo>
                <a:cubicBezTo>
                  <a:pt x="202843" y="127318"/>
                  <a:pt x="198304" y="131859"/>
                  <a:pt x="192702" y="131859"/>
                </a:cubicBezTo>
                <a:lnTo>
                  <a:pt x="192702" y="81146"/>
                </a:lnTo>
              </a:path>
            </a:pathLst>
          </a:custGeom>
          <a:noFill xmlns:a="http://schemas.openxmlformats.org/drawingml/2006/main"/>
          <a:ln xmlns:a="http://schemas.openxmlformats.org/drawingml/2006/main" w="1582">
            <a:solidFill>
              <a:srgbClr val="000000"/>
            </a:solidFill>
            <a:prstDash val="solid"/>
          </a:ln>
        </p:spPr>
      </p:sp>
      <p:sp>
        <p:nvSpPr>
          <p:cNvPr id="10" name="pdf-path-11">
            <a:extLst xmlns:a="http://schemas.openxmlformats.org/drawingml/2006/main">
              <a:ext uri="{FF2B5EF4-FFF2-40B4-BE49-F238E27FC236}">
                <a16:creationId xmlns:a16="http://schemas.microsoft.com/office/drawing/2014/main" id="{05A143A0-EF5A-41FF-BE24-1ED1DEFED000}"/>
              </a:ext>
            </a:extLst>
          </p:cNvPr>
          <p:cNvSpPr>
            <a:spLocks xmlns:a="http://schemas.openxmlformats.org/drawingml/2006/main" noGrp="1"/>
          </p:cNvSpPr>
          <p:nvPr/>
        </p:nvSpPr>
        <p:spPr>
          <a:xfrm xmlns:a="http://schemas.openxmlformats.org/drawingml/2006/main">
            <a:off x="316707" y="3004727"/>
            <a:ext cx="202843" cy="172429"/>
          </a:xfrm>
          <a:custGeom xmlns:a="http://schemas.openxmlformats.org/drawingml/2006/main">
            <a:pathLst>
              <a:path w="202843" h="172429">
                <a:moveTo>
                  <a:pt x="101422" y="5"/>
                </a:moveTo>
                <a:cubicBezTo>
                  <a:pt x="112625" y="0"/>
                  <a:pt x="121711" y="9078"/>
                  <a:pt x="121715" y="20281"/>
                </a:cubicBezTo>
                <a:cubicBezTo>
                  <a:pt x="121718" y="27531"/>
                  <a:pt x="117853" y="34231"/>
                  <a:pt x="111574" y="37857"/>
                </a:cubicBezTo>
                <a:lnTo>
                  <a:pt x="111564" y="50718"/>
                </a:lnTo>
                <a:lnTo>
                  <a:pt x="172417" y="50718"/>
                </a:lnTo>
                <a:cubicBezTo>
                  <a:pt x="178018" y="50718"/>
                  <a:pt x="182559" y="55259"/>
                  <a:pt x="182559" y="60861"/>
                </a:cubicBezTo>
                <a:lnTo>
                  <a:pt x="182559" y="162287"/>
                </a:lnTo>
                <a:cubicBezTo>
                  <a:pt x="182559" y="167888"/>
                  <a:pt x="178018" y="172429"/>
                  <a:pt x="172417" y="172429"/>
                </a:cubicBezTo>
                <a:lnTo>
                  <a:pt x="30426" y="172429"/>
                </a:lnTo>
                <a:cubicBezTo>
                  <a:pt x="24825" y="172429"/>
                  <a:pt x="20285" y="167888"/>
                  <a:pt x="20285" y="162287"/>
                </a:cubicBezTo>
                <a:lnTo>
                  <a:pt x="20285" y="60861"/>
                </a:lnTo>
                <a:cubicBezTo>
                  <a:pt x="20285" y="55259"/>
                  <a:pt x="24825" y="50718"/>
                  <a:pt x="30426" y="50718"/>
                </a:cubicBezTo>
                <a:lnTo>
                  <a:pt x="91280" y="50718"/>
                </a:lnTo>
                <a:lnTo>
                  <a:pt x="91280" y="37857"/>
                </a:lnTo>
                <a:cubicBezTo>
                  <a:pt x="81578" y="32255"/>
                  <a:pt x="78254" y="19849"/>
                  <a:pt x="83856" y="10147"/>
                </a:cubicBezTo>
                <a:cubicBezTo>
                  <a:pt x="87480" y="3871"/>
                  <a:pt x="94175" y="5"/>
                  <a:pt x="101422" y="5"/>
                </a:cubicBezTo>
                <a:moveTo>
                  <a:pt x="70995" y="91288"/>
                </a:moveTo>
                <a:lnTo>
                  <a:pt x="60853" y="91288"/>
                </a:lnTo>
                <a:cubicBezTo>
                  <a:pt x="55711" y="91289"/>
                  <a:pt x="51383" y="95137"/>
                  <a:pt x="50781" y="100244"/>
                </a:cubicBezTo>
                <a:lnTo>
                  <a:pt x="50711" y="101431"/>
                </a:lnTo>
                <a:lnTo>
                  <a:pt x="50711" y="111574"/>
                </a:lnTo>
                <a:cubicBezTo>
                  <a:pt x="50712" y="116716"/>
                  <a:pt x="54560" y="121043"/>
                  <a:pt x="59667" y="121645"/>
                </a:cubicBezTo>
                <a:lnTo>
                  <a:pt x="60853" y="121716"/>
                </a:lnTo>
                <a:lnTo>
                  <a:pt x="70995" y="121716"/>
                </a:lnTo>
                <a:cubicBezTo>
                  <a:pt x="76137" y="121715"/>
                  <a:pt x="80465" y="117867"/>
                  <a:pt x="81067" y="112760"/>
                </a:cubicBezTo>
                <a:lnTo>
                  <a:pt x="81137" y="111574"/>
                </a:lnTo>
                <a:lnTo>
                  <a:pt x="81137" y="101431"/>
                </a:lnTo>
                <a:cubicBezTo>
                  <a:pt x="81137" y="95829"/>
                  <a:pt x="76596" y="91288"/>
                  <a:pt x="70995" y="91288"/>
                </a:cubicBezTo>
                <a:moveTo>
                  <a:pt x="141991" y="91288"/>
                </a:moveTo>
                <a:lnTo>
                  <a:pt x="131848" y="91288"/>
                </a:lnTo>
                <a:cubicBezTo>
                  <a:pt x="126707" y="91289"/>
                  <a:pt x="122379" y="95137"/>
                  <a:pt x="121777" y="100244"/>
                </a:cubicBezTo>
                <a:lnTo>
                  <a:pt x="121706" y="101431"/>
                </a:lnTo>
                <a:lnTo>
                  <a:pt x="121706" y="111574"/>
                </a:lnTo>
                <a:cubicBezTo>
                  <a:pt x="121706" y="116716"/>
                  <a:pt x="125555" y="121043"/>
                  <a:pt x="130662" y="121645"/>
                </a:cubicBezTo>
                <a:lnTo>
                  <a:pt x="131848" y="121716"/>
                </a:lnTo>
                <a:lnTo>
                  <a:pt x="141991" y="121716"/>
                </a:lnTo>
                <a:cubicBezTo>
                  <a:pt x="147132" y="121715"/>
                  <a:pt x="151460" y="117867"/>
                  <a:pt x="152062" y="112760"/>
                </a:cubicBezTo>
                <a:lnTo>
                  <a:pt x="152133" y="111574"/>
                </a:lnTo>
                <a:lnTo>
                  <a:pt x="152133" y="101431"/>
                </a:lnTo>
                <a:cubicBezTo>
                  <a:pt x="152133" y="95829"/>
                  <a:pt x="147592" y="91288"/>
                  <a:pt x="141991" y="91288"/>
                </a:cubicBezTo>
                <a:moveTo>
                  <a:pt x="10142" y="81146"/>
                </a:moveTo>
                <a:lnTo>
                  <a:pt x="10142" y="131859"/>
                </a:lnTo>
                <a:cubicBezTo>
                  <a:pt x="4541" y="131859"/>
                  <a:pt x="0" y="127318"/>
                  <a:pt x="0" y="121716"/>
                </a:cubicBezTo>
                <a:lnTo>
                  <a:pt x="0" y="91288"/>
                </a:lnTo>
                <a:cubicBezTo>
                  <a:pt x="0" y="85687"/>
                  <a:pt x="4541" y="81146"/>
                  <a:pt x="10142" y="81146"/>
                </a:cubicBezTo>
                <a:moveTo>
                  <a:pt x="192702" y="81146"/>
                </a:moveTo>
                <a:cubicBezTo>
                  <a:pt x="198304" y="81146"/>
                  <a:pt x="202843" y="85687"/>
                  <a:pt x="202843" y="91288"/>
                </a:cubicBezTo>
                <a:lnTo>
                  <a:pt x="202843" y="121716"/>
                </a:lnTo>
                <a:cubicBezTo>
                  <a:pt x="202843" y="127318"/>
                  <a:pt x="198304" y="131859"/>
                  <a:pt x="192702" y="131859"/>
                </a:cubicBezTo>
                <a:lnTo>
                  <a:pt x="192702" y="81146"/>
                </a:lnTo>
              </a:path>
            </a:pathLst>
          </a:custGeom>
          <a:solidFill xmlns:a="http://schemas.openxmlformats.org/drawingml/2006/main">
            <a:srgbClr val="A4579D"/>
          </a:solidFill>
          <a:ln xmlns:a="http://schemas.openxmlformats.org/drawingml/2006/main" w="1582">
            <a:solidFill>
              <a:srgbClr val="000000"/>
            </a:solidFill>
            <a:prstDash val="solid"/>
          </a:ln>
        </p:spPr>
      </p:sp>
      <p:sp>
        <p:nvSpPr>
          <p:cNvPr id="11" name="pdf-path-13">
            <a:extLst xmlns:a="http://schemas.openxmlformats.org/drawingml/2006/main">
              <a:ext uri="{FF2B5EF4-FFF2-40B4-BE49-F238E27FC236}">
                <a16:creationId xmlns:a16="http://schemas.microsoft.com/office/drawing/2014/main" id="{D22302F4-F77B-400E-8DF0-C007B72991E3}"/>
              </a:ext>
            </a:extLst>
          </p:cNvPr>
          <p:cNvSpPr>
            <a:spLocks xmlns:a="http://schemas.openxmlformats.org/drawingml/2006/main" noGrp="1"/>
          </p:cNvSpPr>
          <p:nvPr/>
        </p:nvSpPr>
        <p:spPr>
          <a:xfrm xmlns:a="http://schemas.openxmlformats.org/drawingml/2006/main">
            <a:off x="83760" y="194064"/>
            <a:ext cx="1483627" cy="3995108"/>
          </a:xfrm>
          <a:custGeom xmlns:a="http://schemas.openxmlformats.org/drawingml/2006/main">
            <a:pathLst>
              <a:path w="1483627" h="3995108">
                <a:moveTo>
                  <a:pt x="0" y="180325"/>
                </a:moveTo>
                <a:cubicBezTo>
                  <a:pt x="0" y="80733"/>
                  <a:pt x="80733" y="0"/>
                  <a:pt x="180326" y="0"/>
                </a:cubicBezTo>
                <a:lnTo>
                  <a:pt x="1303312" y="0"/>
                </a:lnTo>
                <a:cubicBezTo>
                  <a:pt x="1402895" y="0"/>
                  <a:pt x="1483627" y="80733"/>
                  <a:pt x="1483627" y="180325"/>
                </a:cubicBezTo>
                <a:lnTo>
                  <a:pt x="1483627" y="3814783"/>
                </a:lnTo>
                <a:cubicBezTo>
                  <a:pt x="1483627" y="3914375"/>
                  <a:pt x="1402895" y="3995108"/>
                  <a:pt x="1303312" y="3995108"/>
                </a:cubicBezTo>
                <a:lnTo>
                  <a:pt x="180326" y="3995108"/>
                </a:lnTo>
                <a:cubicBezTo>
                  <a:pt x="80733" y="3995108"/>
                  <a:pt x="0" y="3914375"/>
                  <a:pt x="0" y="3814783"/>
                </a:cubicBezTo>
                <a:lnTo>
                  <a:pt x="0" y="180325"/>
                </a:lnTo>
              </a:path>
            </a:pathLst>
          </a:custGeom>
          <a:noFill xmlns:a="http://schemas.openxmlformats.org/drawingml/2006/main"/>
          <a:ln xmlns:a="http://schemas.openxmlformats.org/drawingml/2006/main" w="14538">
            <a:solidFill>
              <a:srgbClr val="BFBFBF"/>
            </a:solidFill>
            <a:prstDash val="dash"/>
          </a:ln>
        </p:spPr>
      </p:sp>
      <p:sp>
        <p:nvSpPr>
          <p:cNvPr id="12" name="pdf-path-14">
            <a:extLst xmlns:a="http://schemas.openxmlformats.org/drawingml/2006/main">
              <a:ext uri="{FF2B5EF4-FFF2-40B4-BE49-F238E27FC236}">
                <a16:creationId xmlns:a16="http://schemas.microsoft.com/office/drawing/2014/main" id="{32E9E7C6-D780-4CF1-8218-66CA674418E6}"/>
              </a:ext>
            </a:extLst>
          </p:cNvPr>
          <p:cNvSpPr>
            <a:spLocks xmlns:a="http://schemas.openxmlformats.org/drawingml/2006/main" noGrp="1"/>
          </p:cNvSpPr>
          <p:nvPr/>
        </p:nvSpPr>
        <p:spPr>
          <a:xfrm xmlns:a="http://schemas.openxmlformats.org/drawingml/2006/main">
            <a:off x="635487" y="851179"/>
            <a:ext cx="378592" cy="346824"/>
          </a:xfrm>
          <a:custGeom xmlns:a="http://schemas.openxmlformats.org/drawingml/2006/main">
            <a:pathLst>
              <a:path w="378592" h="346824">
                <a:moveTo>
                  <a:pt x="331265" y="1"/>
                </a:moveTo>
                <a:cubicBezTo>
                  <a:pt x="356322" y="0"/>
                  <a:pt x="377039" y="19521"/>
                  <a:pt x="378511" y="44521"/>
                </a:cubicBezTo>
                <a:lnTo>
                  <a:pt x="378588" y="47295"/>
                </a:lnTo>
                <a:lnTo>
                  <a:pt x="378588" y="299530"/>
                </a:lnTo>
                <a:cubicBezTo>
                  <a:pt x="378592" y="324573"/>
                  <a:pt x="359057" y="345276"/>
                  <a:pt x="334042" y="346746"/>
                </a:cubicBezTo>
                <a:lnTo>
                  <a:pt x="331265" y="346824"/>
                </a:lnTo>
                <a:lnTo>
                  <a:pt x="47325" y="346824"/>
                </a:lnTo>
                <a:cubicBezTo>
                  <a:pt x="22267" y="346824"/>
                  <a:pt x="1550" y="327304"/>
                  <a:pt x="80" y="302305"/>
                </a:cubicBezTo>
                <a:lnTo>
                  <a:pt x="2" y="299530"/>
                </a:lnTo>
                <a:lnTo>
                  <a:pt x="2" y="47295"/>
                </a:lnTo>
                <a:cubicBezTo>
                  <a:pt x="0" y="22252"/>
                  <a:pt x="19534" y="1549"/>
                  <a:pt x="44548" y="80"/>
                </a:cubicBezTo>
                <a:lnTo>
                  <a:pt x="47325" y="1"/>
                </a:lnTo>
                <a:lnTo>
                  <a:pt x="331265" y="1"/>
                </a:lnTo>
                <a:moveTo>
                  <a:pt x="347040" y="102471"/>
                </a:moveTo>
                <a:lnTo>
                  <a:pt x="305616" y="102471"/>
                </a:lnTo>
                <a:lnTo>
                  <a:pt x="303171" y="104442"/>
                </a:lnTo>
                <a:lnTo>
                  <a:pt x="301609" y="102471"/>
                </a:lnTo>
                <a:lnTo>
                  <a:pt x="210969" y="102471"/>
                </a:lnTo>
                <a:lnTo>
                  <a:pt x="208524" y="104442"/>
                </a:lnTo>
                <a:lnTo>
                  <a:pt x="206962" y="102471"/>
                </a:lnTo>
                <a:lnTo>
                  <a:pt x="116322" y="102471"/>
                </a:lnTo>
                <a:lnTo>
                  <a:pt x="113878" y="104442"/>
                </a:lnTo>
                <a:lnTo>
                  <a:pt x="112316" y="102471"/>
                </a:lnTo>
                <a:lnTo>
                  <a:pt x="31550" y="102471"/>
                </a:lnTo>
                <a:lnTo>
                  <a:pt x="31550" y="299530"/>
                </a:lnTo>
                <a:cubicBezTo>
                  <a:pt x="31551" y="307522"/>
                  <a:pt x="37537" y="314249"/>
                  <a:pt x="45479" y="315184"/>
                </a:cubicBezTo>
                <a:lnTo>
                  <a:pt x="47325" y="315294"/>
                </a:lnTo>
                <a:lnTo>
                  <a:pt x="331265" y="315294"/>
                </a:lnTo>
                <a:cubicBezTo>
                  <a:pt x="339262" y="315293"/>
                  <a:pt x="345992" y="309312"/>
                  <a:pt x="346928" y="301375"/>
                </a:cubicBezTo>
                <a:lnTo>
                  <a:pt x="347040" y="299530"/>
                </a:lnTo>
                <a:lnTo>
                  <a:pt x="347040" y="102471"/>
                </a:lnTo>
                <a:moveTo>
                  <a:pt x="164103" y="143207"/>
                </a:moveTo>
                <a:lnTo>
                  <a:pt x="165681" y="144027"/>
                </a:lnTo>
                <a:lnTo>
                  <a:pt x="260327" y="199204"/>
                </a:lnTo>
                <a:cubicBezTo>
                  <a:pt x="267856" y="203586"/>
                  <a:pt x="270404" y="213237"/>
                  <a:pt x="266020" y="220760"/>
                </a:cubicBezTo>
                <a:cubicBezTo>
                  <a:pt x="265002" y="222506"/>
                  <a:pt x="263659" y="224039"/>
                  <a:pt x="262063" y="225278"/>
                </a:cubicBezTo>
                <a:lnTo>
                  <a:pt x="260327" y="226445"/>
                </a:lnTo>
                <a:lnTo>
                  <a:pt x="165681" y="281621"/>
                </a:lnTo>
                <a:cubicBezTo>
                  <a:pt x="158154" y="286005"/>
                  <a:pt x="148495" y="283461"/>
                  <a:pt x="144109" y="275939"/>
                </a:cubicBezTo>
                <a:cubicBezTo>
                  <a:pt x="143011" y="274055"/>
                  <a:pt x="142315" y="271964"/>
                  <a:pt x="142067" y="269798"/>
                </a:cubicBezTo>
                <a:lnTo>
                  <a:pt x="141972" y="268001"/>
                </a:lnTo>
                <a:lnTo>
                  <a:pt x="141972" y="157648"/>
                </a:lnTo>
                <a:cubicBezTo>
                  <a:pt x="141965" y="148941"/>
                  <a:pt x="149021" y="141877"/>
                  <a:pt x="157734" y="141871"/>
                </a:cubicBezTo>
                <a:cubicBezTo>
                  <a:pt x="159927" y="141869"/>
                  <a:pt x="162097" y="142324"/>
                  <a:pt x="164103" y="143207"/>
                </a:cubicBezTo>
                <a:moveTo>
                  <a:pt x="173520" y="185078"/>
                </a:moveTo>
                <a:lnTo>
                  <a:pt x="173520" y="240554"/>
                </a:lnTo>
                <a:lnTo>
                  <a:pt x="221096" y="212808"/>
                </a:lnTo>
                <a:lnTo>
                  <a:pt x="173520" y="185078"/>
                </a:lnTo>
                <a:moveTo>
                  <a:pt x="55528" y="31531"/>
                </a:moveTo>
                <a:lnTo>
                  <a:pt x="47325" y="31531"/>
                </a:lnTo>
                <a:cubicBezTo>
                  <a:pt x="39328" y="31532"/>
                  <a:pt x="32597" y="37513"/>
                  <a:pt x="31661" y="45451"/>
                </a:cubicBezTo>
                <a:lnTo>
                  <a:pt x="31550" y="47295"/>
                </a:lnTo>
                <a:lnTo>
                  <a:pt x="31550" y="70942"/>
                </a:lnTo>
                <a:lnTo>
                  <a:pt x="87077" y="70942"/>
                </a:lnTo>
                <a:lnTo>
                  <a:pt x="55528" y="31531"/>
                </a:lnTo>
                <a:moveTo>
                  <a:pt x="150175" y="31531"/>
                </a:moveTo>
                <a:lnTo>
                  <a:pt x="95910" y="31531"/>
                </a:lnTo>
                <a:lnTo>
                  <a:pt x="127459" y="70942"/>
                </a:lnTo>
                <a:lnTo>
                  <a:pt x="181724" y="70942"/>
                </a:lnTo>
                <a:lnTo>
                  <a:pt x="150175" y="31531"/>
                </a:lnTo>
                <a:moveTo>
                  <a:pt x="244821" y="31531"/>
                </a:moveTo>
                <a:lnTo>
                  <a:pt x="190557" y="31531"/>
                </a:lnTo>
                <a:lnTo>
                  <a:pt x="222106" y="70942"/>
                </a:lnTo>
                <a:lnTo>
                  <a:pt x="276369" y="70942"/>
                </a:lnTo>
                <a:lnTo>
                  <a:pt x="244821" y="31531"/>
                </a:lnTo>
                <a:moveTo>
                  <a:pt x="331265" y="31531"/>
                </a:moveTo>
                <a:lnTo>
                  <a:pt x="285204" y="31531"/>
                </a:lnTo>
                <a:lnTo>
                  <a:pt x="316753" y="70942"/>
                </a:lnTo>
                <a:lnTo>
                  <a:pt x="347040" y="70942"/>
                </a:lnTo>
                <a:lnTo>
                  <a:pt x="347040" y="47295"/>
                </a:lnTo>
                <a:cubicBezTo>
                  <a:pt x="347040" y="39303"/>
                  <a:pt x="341055" y="32576"/>
                  <a:pt x="333110" y="31641"/>
                </a:cubicBezTo>
                <a:lnTo>
                  <a:pt x="331265" y="31531"/>
                </a:lnTo>
              </a:path>
            </a:pathLst>
          </a:custGeom>
          <a:solidFill xmlns:a="http://schemas.openxmlformats.org/drawingml/2006/main">
            <a:srgbClr val="7F7F7F"/>
          </a:solidFill>
          <a:ln xmlns:a="http://schemas.openxmlformats.org/drawingml/2006/main" w="0">
            <a:noFill/>
            <a:prstDash val="solid"/>
          </a:ln>
        </p:spPr>
      </p:sp>
      <p:sp>
        <p:nvSpPr>
          <p:cNvPr id="13" name="pdf-text-38-0">
            <a:extLst xmlns:a="http://schemas.openxmlformats.org/drawingml/2006/main">
              <a:ext uri="{FF2B5EF4-FFF2-40B4-BE49-F238E27FC236}">
                <a16:creationId xmlns:a16="http://schemas.microsoft.com/office/drawing/2014/main" id="{D4A6C54D-EEAE-44E1-A882-35D17A78EF45}"/>
              </a:ext>
            </a:extLst>
          </p:cNvPr>
          <p:cNvSpPr>
            <a:spLocks xmlns:a="http://schemas.openxmlformats.org/drawingml/2006/main" noGrp="1"/>
          </p:cNvSpPr>
          <p:nvPr/>
        </p:nvSpPr>
        <p:spPr>
          <a:xfrm xmlns:a="http://schemas.openxmlformats.org/drawingml/2006/main">
            <a:off x="411334" y="1304622"/>
            <a:ext cx="824583"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Input Video</a:t>
            </a:r>
          </a:p>
        </p:txBody>
      </p:sp>
      <p:sp>
        <p:nvSpPr>
          <p:cNvPr id="14" name="pdf-text-39-0">
            <a:extLst xmlns:a="http://schemas.openxmlformats.org/drawingml/2006/main">
              <a:ext uri="{FF2B5EF4-FFF2-40B4-BE49-F238E27FC236}">
                <a16:creationId xmlns:a16="http://schemas.microsoft.com/office/drawing/2014/main" id="{367855F5-29B7-4ADF-8612-8E9B54AE9718}"/>
              </a:ext>
            </a:extLst>
          </p:cNvPr>
          <p:cNvSpPr>
            <a:spLocks xmlns:a="http://schemas.openxmlformats.org/drawingml/2006/main" noGrp="1"/>
          </p:cNvSpPr>
          <p:nvPr/>
        </p:nvSpPr>
        <p:spPr>
          <a:xfrm xmlns:a="http://schemas.openxmlformats.org/drawingml/2006/main">
            <a:off x="318002" y="494581"/>
            <a:ext cx="1010119"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1" i="0">
                <a:solidFill>
                  <a:srgbClr val="000000"/>
                </a:solidFill>
                <a:latin typeface="Arial"/>
                <a:ea typeface="Arial"/>
                <a:cs typeface="Arial"/>
              </a:defRPr>
            </a:defPPr>
          </a:lstStyle>
          <a:p xmlns:a="http://schemas.openxmlformats.org/drawingml/2006/main">
            <a:pPr algn="l">
              <a:defRPr sz="1374" b="1" i="0">
                <a:solidFill>
                  <a:srgbClr val="000000"/>
                </a:solidFill>
                <a:latin typeface="Arial"/>
                <a:ea typeface="Arial"/>
                <a:cs typeface="Arial"/>
              </a:defRPr>
            </a:pPr>
            <a:r>
              <a:rPr sz="1374" b="1" i="0">
                <a:solidFill>
                  <a:srgbClr val="000000"/>
                </a:solidFill>
                <a:latin typeface="Arial"/>
                <a:ea typeface="Arial"/>
                <a:cs typeface="Arial"/>
              </a:rPr>
              <a:t>Initialization</a:t>
            </a:r>
          </a:p>
        </p:txBody>
      </p:sp>
      <p:sp>
        <p:nvSpPr>
          <p:cNvPr id="15" name="pdf-path-17">
            <a:extLst xmlns:a="http://schemas.openxmlformats.org/drawingml/2006/main">
              <a:ext uri="{FF2B5EF4-FFF2-40B4-BE49-F238E27FC236}">
                <a16:creationId xmlns:a16="http://schemas.microsoft.com/office/drawing/2014/main" id="{C860BA5E-8626-4333-B443-E2C4BEA45773}"/>
              </a:ext>
            </a:extLst>
          </p:cNvPr>
          <p:cNvSpPr>
            <a:spLocks xmlns:a="http://schemas.openxmlformats.org/drawingml/2006/main" noGrp="1"/>
          </p:cNvSpPr>
          <p:nvPr/>
        </p:nvSpPr>
        <p:spPr>
          <a:xfrm xmlns:a="http://schemas.openxmlformats.org/drawingml/2006/main">
            <a:off x="5623813" y="895209"/>
            <a:ext cx="1016493" cy="659342"/>
          </a:xfrm>
          <a:custGeom xmlns:a="http://schemas.openxmlformats.org/drawingml/2006/main">
            <a:pathLst>
              <a:path w="1016493" h="659342">
                <a:moveTo>
                  <a:pt x="0" y="0"/>
                </a:moveTo>
                <a:lnTo>
                  <a:pt x="1016493" y="0"/>
                </a:lnTo>
                <a:lnTo>
                  <a:pt x="1016493" y="659342"/>
                </a:lnTo>
                <a:lnTo>
                  <a:pt x="0" y="659342"/>
                </a:lnTo>
                <a:close/>
              </a:path>
            </a:pathLst>
          </a:custGeom>
          <a:solidFill xmlns:a="http://schemas.openxmlformats.org/drawingml/2006/main">
            <a:srgbClr val="FAE4CA"/>
          </a:solidFill>
          <a:ln xmlns:a="http://schemas.openxmlformats.org/drawingml/2006/main" w="0">
            <a:noFill/>
            <a:prstDash val="solid"/>
          </a:ln>
        </p:spPr>
      </p:sp>
      <p:sp>
        <p:nvSpPr>
          <p:cNvPr id="16" name="pdf-text-40-0">
            <a:extLst xmlns:a="http://schemas.openxmlformats.org/drawingml/2006/main">
              <a:ext uri="{FF2B5EF4-FFF2-40B4-BE49-F238E27FC236}">
                <a16:creationId xmlns:a16="http://schemas.microsoft.com/office/drawing/2014/main" id="{B425003C-3CBC-4767-9C20-66F8ABC15954}"/>
              </a:ext>
            </a:extLst>
          </p:cNvPr>
          <p:cNvSpPr>
            <a:spLocks xmlns:a="http://schemas.openxmlformats.org/drawingml/2006/main" noGrp="1"/>
          </p:cNvSpPr>
          <p:nvPr/>
        </p:nvSpPr>
        <p:spPr>
          <a:xfrm xmlns:a="http://schemas.openxmlformats.org/drawingml/2006/main">
            <a:off x="5694134" y="1049486"/>
            <a:ext cx="87343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Dependency</a:t>
            </a:r>
          </a:p>
        </p:txBody>
      </p:sp>
      <p:sp>
        <p:nvSpPr>
          <p:cNvPr id="17" name="pdf-text-41-0">
            <a:extLst xmlns:a="http://schemas.openxmlformats.org/drawingml/2006/main">
              <a:ext uri="{FF2B5EF4-FFF2-40B4-BE49-F238E27FC236}">
                <a16:creationId xmlns:a16="http://schemas.microsoft.com/office/drawing/2014/main" id="{705D1A21-23F0-4819-970E-CE7372ED615A}"/>
              </a:ext>
            </a:extLst>
          </p:cNvPr>
          <p:cNvSpPr>
            <a:spLocks xmlns:a="http://schemas.openxmlformats.org/drawingml/2006/main" noGrp="1"/>
          </p:cNvSpPr>
          <p:nvPr/>
        </p:nvSpPr>
        <p:spPr>
          <a:xfrm xmlns:a="http://schemas.openxmlformats.org/drawingml/2006/main">
            <a:off x="5704600" y="1258828"/>
            <a:ext cx="854869"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Recognition</a:t>
            </a:r>
          </a:p>
        </p:txBody>
      </p:sp>
      <p:sp>
        <p:nvSpPr>
          <p:cNvPr id="18" name="pdf-path-20">
            <a:extLst xmlns:a="http://schemas.openxmlformats.org/drawingml/2006/main">
              <a:ext uri="{FF2B5EF4-FFF2-40B4-BE49-F238E27FC236}">
                <a16:creationId xmlns:a16="http://schemas.microsoft.com/office/drawing/2014/main" id="{D1BC3C7F-33C0-473C-9C7B-BFB8778FD82C}"/>
              </a:ext>
            </a:extLst>
          </p:cNvPr>
          <p:cNvSpPr>
            <a:spLocks xmlns:a="http://schemas.openxmlformats.org/drawingml/2006/main" noGrp="1"/>
          </p:cNvSpPr>
          <p:nvPr/>
        </p:nvSpPr>
        <p:spPr>
          <a:xfrm xmlns:a="http://schemas.openxmlformats.org/drawingml/2006/main">
            <a:off x="5623928" y="2034323"/>
            <a:ext cx="1016493" cy="659342"/>
          </a:xfrm>
          <a:custGeom xmlns:a="http://schemas.openxmlformats.org/drawingml/2006/main">
            <a:pathLst>
              <a:path w="1016493" h="659342">
                <a:moveTo>
                  <a:pt x="0" y="0"/>
                </a:moveTo>
                <a:lnTo>
                  <a:pt x="1016493" y="0"/>
                </a:lnTo>
                <a:lnTo>
                  <a:pt x="1016493" y="659342"/>
                </a:lnTo>
                <a:lnTo>
                  <a:pt x="0" y="659342"/>
                </a:lnTo>
                <a:close/>
              </a:path>
            </a:pathLst>
          </a:custGeom>
          <a:solidFill xmlns:a="http://schemas.openxmlformats.org/drawingml/2006/main">
            <a:srgbClr val="FAE4CA"/>
          </a:solidFill>
          <a:ln xmlns:a="http://schemas.openxmlformats.org/drawingml/2006/main" w="0">
            <a:noFill/>
            <a:prstDash val="solid"/>
          </a:ln>
        </p:spPr>
      </p:sp>
      <p:sp>
        <p:nvSpPr>
          <p:cNvPr id="19" name="pdf-text-42-0">
            <a:extLst xmlns:a="http://schemas.openxmlformats.org/drawingml/2006/main">
              <a:ext uri="{FF2B5EF4-FFF2-40B4-BE49-F238E27FC236}">
                <a16:creationId xmlns:a16="http://schemas.microsoft.com/office/drawing/2014/main" id="{AEE4266E-7569-4621-8EE8-1B9DF57E79C6}"/>
              </a:ext>
            </a:extLst>
          </p:cNvPr>
          <p:cNvSpPr>
            <a:spLocks xmlns:a="http://schemas.openxmlformats.org/drawingml/2006/main" noGrp="1"/>
          </p:cNvSpPr>
          <p:nvPr/>
        </p:nvSpPr>
        <p:spPr>
          <a:xfrm xmlns:a="http://schemas.openxmlformats.org/drawingml/2006/main">
            <a:off x="5967557" y="2188597"/>
            <a:ext cx="328021"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Task</a:t>
            </a:r>
          </a:p>
        </p:txBody>
      </p:sp>
      <p:sp>
        <p:nvSpPr>
          <p:cNvPr id="20" name="pdf-text-43-0">
            <a:extLst xmlns:a="http://schemas.openxmlformats.org/drawingml/2006/main">
              <a:ext uri="{FF2B5EF4-FFF2-40B4-BE49-F238E27FC236}">
                <a16:creationId xmlns:a16="http://schemas.microsoft.com/office/drawing/2014/main" id="{93E2C168-9F98-4AD7-8311-41575651A49C}"/>
              </a:ext>
            </a:extLst>
          </p:cNvPr>
          <p:cNvSpPr>
            <a:spLocks xmlns:a="http://schemas.openxmlformats.org/drawingml/2006/main" noGrp="1"/>
          </p:cNvSpPr>
          <p:nvPr/>
        </p:nvSpPr>
        <p:spPr>
          <a:xfrm xmlns:a="http://schemas.openxmlformats.org/drawingml/2006/main">
            <a:off x="5738500" y="2397939"/>
            <a:ext cx="786187"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Converting</a:t>
            </a:r>
          </a:p>
        </p:txBody>
      </p:sp>
      <p:sp>
        <p:nvSpPr>
          <p:cNvPr id="21" name="pdf-path-23">
            <a:extLst xmlns:a="http://schemas.openxmlformats.org/drawingml/2006/main">
              <a:ext uri="{FF2B5EF4-FFF2-40B4-BE49-F238E27FC236}">
                <a16:creationId xmlns:a16="http://schemas.microsoft.com/office/drawing/2014/main" id="{68903597-623F-43A1-B6D1-59144D186C79}"/>
              </a:ext>
            </a:extLst>
          </p:cNvPr>
          <p:cNvSpPr>
            <a:spLocks xmlns:a="http://schemas.openxmlformats.org/drawingml/2006/main" noGrp="1"/>
          </p:cNvSpPr>
          <p:nvPr/>
        </p:nvSpPr>
        <p:spPr>
          <a:xfrm xmlns:a="http://schemas.openxmlformats.org/drawingml/2006/main">
            <a:off x="5621845" y="700866"/>
            <a:ext cx="202843" cy="172429"/>
          </a:xfrm>
          <a:custGeom xmlns:a="http://schemas.openxmlformats.org/drawingml/2006/main">
            <a:pathLst>
              <a:path w="202843" h="172429">
                <a:moveTo>
                  <a:pt x="101422" y="5"/>
                </a:moveTo>
                <a:cubicBezTo>
                  <a:pt x="112624" y="0"/>
                  <a:pt x="121711" y="9078"/>
                  <a:pt x="121716" y="20281"/>
                </a:cubicBezTo>
                <a:cubicBezTo>
                  <a:pt x="121719" y="27531"/>
                  <a:pt x="117853" y="34232"/>
                  <a:pt x="111574" y="37857"/>
                </a:cubicBezTo>
                <a:lnTo>
                  <a:pt x="111564" y="50718"/>
                </a:lnTo>
                <a:lnTo>
                  <a:pt x="172416" y="50718"/>
                </a:lnTo>
                <a:cubicBezTo>
                  <a:pt x="178018" y="50718"/>
                  <a:pt x="182560" y="55259"/>
                  <a:pt x="182560" y="60861"/>
                </a:cubicBezTo>
                <a:lnTo>
                  <a:pt x="182560" y="162286"/>
                </a:lnTo>
                <a:cubicBezTo>
                  <a:pt x="182560" y="167888"/>
                  <a:pt x="178018" y="172429"/>
                  <a:pt x="172416" y="172429"/>
                </a:cubicBezTo>
                <a:lnTo>
                  <a:pt x="30427" y="172429"/>
                </a:lnTo>
                <a:cubicBezTo>
                  <a:pt x="24825" y="172429"/>
                  <a:pt x="20284" y="167888"/>
                  <a:pt x="20284" y="162286"/>
                </a:cubicBezTo>
                <a:lnTo>
                  <a:pt x="20284" y="60861"/>
                </a:lnTo>
                <a:cubicBezTo>
                  <a:pt x="20284" y="55259"/>
                  <a:pt x="24825" y="50718"/>
                  <a:pt x="30427" y="50718"/>
                </a:cubicBezTo>
                <a:lnTo>
                  <a:pt x="91280" y="50718"/>
                </a:lnTo>
                <a:lnTo>
                  <a:pt x="91280" y="37857"/>
                </a:lnTo>
                <a:cubicBezTo>
                  <a:pt x="81578" y="32255"/>
                  <a:pt x="78255" y="19849"/>
                  <a:pt x="83857" y="10147"/>
                </a:cubicBezTo>
                <a:cubicBezTo>
                  <a:pt x="87480" y="3871"/>
                  <a:pt x="94175" y="6"/>
                  <a:pt x="101422" y="5"/>
                </a:cubicBezTo>
                <a:moveTo>
                  <a:pt x="70995" y="91288"/>
                </a:moveTo>
                <a:lnTo>
                  <a:pt x="60853" y="91288"/>
                </a:lnTo>
                <a:cubicBezTo>
                  <a:pt x="55711" y="91289"/>
                  <a:pt x="51384" y="95138"/>
                  <a:pt x="50782" y="100244"/>
                </a:cubicBezTo>
                <a:lnTo>
                  <a:pt x="50711" y="101431"/>
                </a:lnTo>
                <a:lnTo>
                  <a:pt x="50711" y="111574"/>
                </a:lnTo>
                <a:cubicBezTo>
                  <a:pt x="50711" y="116716"/>
                  <a:pt x="54560" y="121043"/>
                  <a:pt x="59667" y="121645"/>
                </a:cubicBezTo>
                <a:lnTo>
                  <a:pt x="60853" y="121716"/>
                </a:lnTo>
                <a:lnTo>
                  <a:pt x="70995" y="121716"/>
                </a:lnTo>
                <a:cubicBezTo>
                  <a:pt x="76138" y="121716"/>
                  <a:pt x="80465" y="117867"/>
                  <a:pt x="81067" y="112760"/>
                </a:cubicBezTo>
                <a:lnTo>
                  <a:pt x="81138" y="111574"/>
                </a:lnTo>
                <a:lnTo>
                  <a:pt x="81138" y="101431"/>
                </a:lnTo>
                <a:cubicBezTo>
                  <a:pt x="81138" y="95829"/>
                  <a:pt x="76596" y="91288"/>
                  <a:pt x="70995" y="91288"/>
                </a:cubicBezTo>
                <a:moveTo>
                  <a:pt x="141991" y="91288"/>
                </a:moveTo>
                <a:lnTo>
                  <a:pt x="131849" y="91288"/>
                </a:lnTo>
                <a:cubicBezTo>
                  <a:pt x="126706" y="91289"/>
                  <a:pt x="122379" y="95138"/>
                  <a:pt x="121777" y="100244"/>
                </a:cubicBezTo>
                <a:lnTo>
                  <a:pt x="121705" y="101431"/>
                </a:lnTo>
                <a:lnTo>
                  <a:pt x="121705" y="111574"/>
                </a:lnTo>
                <a:cubicBezTo>
                  <a:pt x="121707" y="116716"/>
                  <a:pt x="125555" y="121043"/>
                  <a:pt x="130661" y="121645"/>
                </a:cubicBezTo>
                <a:lnTo>
                  <a:pt x="131849" y="121716"/>
                </a:lnTo>
                <a:lnTo>
                  <a:pt x="141991" y="121716"/>
                </a:lnTo>
                <a:cubicBezTo>
                  <a:pt x="147132" y="121716"/>
                  <a:pt x="151459" y="117867"/>
                  <a:pt x="152061" y="112760"/>
                </a:cubicBezTo>
                <a:lnTo>
                  <a:pt x="152133" y="111574"/>
                </a:lnTo>
                <a:lnTo>
                  <a:pt x="152133" y="101431"/>
                </a:lnTo>
                <a:cubicBezTo>
                  <a:pt x="152133" y="95829"/>
                  <a:pt x="147591" y="91288"/>
                  <a:pt x="141991" y="91288"/>
                </a:cubicBezTo>
                <a:moveTo>
                  <a:pt x="10142" y="81146"/>
                </a:moveTo>
                <a:lnTo>
                  <a:pt x="10142" y="131859"/>
                </a:lnTo>
                <a:cubicBezTo>
                  <a:pt x="4542" y="131859"/>
                  <a:pt x="0" y="127318"/>
                  <a:pt x="0" y="121716"/>
                </a:cubicBezTo>
                <a:lnTo>
                  <a:pt x="0" y="91288"/>
                </a:lnTo>
                <a:cubicBezTo>
                  <a:pt x="0" y="85687"/>
                  <a:pt x="4542" y="81146"/>
                  <a:pt x="10142" y="81146"/>
                </a:cubicBezTo>
                <a:moveTo>
                  <a:pt x="192702" y="81146"/>
                </a:moveTo>
                <a:cubicBezTo>
                  <a:pt x="198304" y="81146"/>
                  <a:pt x="202843" y="85687"/>
                  <a:pt x="202843" y="91288"/>
                </a:cubicBezTo>
                <a:lnTo>
                  <a:pt x="202843" y="121716"/>
                </a:lnTo>
                <a:cubicBezTo>
                  <a:pt x="202843" y="127318"/>
                  <a:pt x="198304" y="131859"/>
                  <a:pt x="192702" y="131859"/>
                </a:cubicBezTo>
                <a:lnTo>
                  <a:pt x="192702" y="81146"/>
                </a:lnTo>
              </a:path>
            </a:pathLst>
          </a:custGeom>
          <a:solidFill xmlns:a="http://schemas.openxmlformats.org/drawingml/2006/main">
            <a:srgbClr val="E8989A"/>
          </a:solidFill>
          <a:ln xmlns:a="http://schemas.openxmlformats.org/drawingml/2006/main" w="1581">
            <a:solidFill>
              <a:srgbClr val="000000"/>
            </a:solidFill>
            <a:prstDash val="solid"/>
          </a:ln>
        </p:spPr>
      </p:sp>
      <p:sp>
        <p:nvSpPr>
          <p:cNvPr id="22" name="pdf-path-25">
            <a:extLst xmlns:a="http://schemas.openxmlformats.org/drawingml/2006/main">
              <a:ext uri="{FF2B5EF4-FFF2-40B4-BE49-F238E27FC236}">
                <a16:creationId xmlns:a16="http://schemas.microsoft.com/office/drawing/2014/main" id="{0C8D5FD8-805D-42A1-B111-1E49F071732D}"/>
              </a:ext>
            </a:extLst>
          </p:cNvPr>
          <p:cNvSpPr>
            <a:spLocks xmlns:a="http://schemas.openxmlformats.org/drawingml/2006/main" noGrp="1"/>
          </p:cNvSpPr>
          <p:nvPr/>
        </p:nvSpPr>
        <p:spPr>
          <a:xfrm xmlns:a="http://schemas.openxmlformats.org/drawingml/2006/main">
            <a:off x="5621952" y="1841663"/>
            <a:ext cx="201071" cy="170921"/>
          </a:xfrm>
          <a:custGeom xmlns:a="http://schemas.openxmlformats.org/drawingml/2006/main">
            <a:pathLst>
              <a:path w="201071" h="170921">
                <a:moveTo>
                  <a:pt x="100536" y="5"/>
                </a:moveTo>
                <a:cubicBezTo>
                  <a:pt x="111640" y="0"/>
                  <a:pt x="120647" y="8998"/>
                  <a:pt x="120652" y="20104"/>
                </a:cubicBezTo>
                <a:cubicBezTo>
                  <a:pt x="120655" y="27290"/>
                  <a:pt x="116822" y="33932"/>
                  <a:pt x="110599" y="37526"/>
                </a:cubicBezTo>
                <a:lnTo>
                  <a:pt x="110589" y="50274"/>
                </a:lnTo>
                <a:lnTo>
                  <a:pt x="170911" y="50274"/>
                </a:lnTo>
                <a:cubicBezTo>
                  <a:pt x="176462" y="50274"/>
                  <a:pt x="180964" y="54776"/>
                  <a:pt x="180964" y="60328"/>
                </a:cubicBezTo>
                <a:lnTo>
                  <a:pt x="180964" y="160867"/>
                </a:lnTo>
                <a:cubicBezTo>
                  <a:pt x="180964" y="166420"/>
                  <a:pt x="176462" y="170921"/>
                  <a:pt x="170911" y="170921"/>
                </a:cubicBezTo>
                <a:lnTo>
                  <a:pt x="30160" y="170921"/>
                </a:lnTo>
                <a:cubicBezTo>
                  <a:pt x="24609" y="170921"/>
                  <a:pt x="20107" y="166420"/>
                  <a:pt x="20107" y="160867"/>
                </a:cubicBezTo>
                <a:lnTo>
                  <a:pt x="20107" y="60328"/>
                </a:lnTo>
                <a:cubicBezTo>
                  <a:pt x="20107" y="54776"/>
                  <a:pt x="24609" y="50274"/>
                  <a:pt x="30160" y="50274"/>
                </a:cubicBezTo>
                <a:lnTo>
                  <a:pt x="90483" y="50274"/>
                </a:lnTo>
                <a:lnTo>
                  <a:pt x="90483" y="37526"/>
                </a:lnTo>
                <a:cubicBezTo>
                  <a:pt x="80866" y="31973"/>
                  <a:pt x="77571" y="19675"/>
                  <a:pt x="83125" y="10058"/>
                </a:cubicBezTo>
                <a:cubicBezTo>
                  <a:pt x="86716" y="3837"/>
                  <a:pt x="93354" y="5"/>
                  <a:pt x="100536" y="5"/>
                </a:cubicBezTo>
                <a:moveTo>
                  <a:pt x="70375" y="90490"/>
                </a:moveTo>
                <a:lnTo>
                  <a:pt x="60322" y="90490"/>
                </a:lnTo>
                <a:cubicBezTo>
                  <a:pt x="55225" y="90491"/>
                  <a:pt x="50934" y="94306"/>
                  <a:pt x="50339" y="99368"/>
                </a:cubicBezTo>
                <a:lnTo>
                  <a:pt x="50268" y="100544"/>
                </a:lnTo>
                <a:lnTo>
                  <a:pt x="50268" y="110598"/>
                </a:lnTo>
                <a:cubicBezTo>
                  <a:pt x="50270" y="115695"/>
                  <a:pt x="54084" y="119985"/>
                  <a:pt x="59145" y="120582"/>
                </a:cubicBezTo>
                <a:lnTo>
                  <a:pt x="60322" y="120652"/>
                </a:lnTo>
                <a:lnTo>
                  <a:pt x="70375" y="120652"/>
                </a:lnTo>
                <a:cubicBezTo>
                  <a:pt x="75472" y="120651"/>
                  <a:pt x="79762" y="116836"/>
                  <a:pt x="80358" y="111774"/>
                </a:cubicBezTo>
                <a:lnTo>
                  <a:pt x="80428" y="110598"/>
                </a:lnTo>
                <a:lnTo>
                  <a:pt x="80428" y="100544"/>
                </a:lnTo>
                <a:cubicBezTo>
                  <a:pt x="80428" y="94991"/>
                  <a:pt x="75927" y="90490"/>
                  <a:pt x="70375" y="90490"/>
                </a:cubicBezTo>
                <a:moveTo>
                  <a:pt x="140749" y="90490"/>
                </a:moveTo>
                <a:lnTo>
                  <a:pt x="130696" y="90490"/>
                </a:lnTo>
                <a:cubicBezTo>
                  <a:pt x="125600" y="90491"/>
                  <a:pt x="121309" y="94306"/>
                  <a:pt x="120713" y="99368"/>
                </a:cubicBezTo>
                <a:lnTo>
                  <a:pt x="120643" y="100544"/>
                </a:lnTo>
                <a:lnTo>
                  <a:pt x="120643" y="110598"/>
                </a:lnTo>
                <a:cubicBezTo>
                  <a:pt x="120643" y="115695"/>
                  <a:pt x="124458" y="119985"/>
                  <a:pt x="129521" y="120582"/>
                </a:cubicBezTo>
                <a:lnTo>
                  <a:pt x="130696" y="120652"/>
                </a:lnTo>
                <a:lnTo>
                  <a:pt x="140749" y="120652"/>
                </a:lnTo>
                <a:cubicBezTo>
                  <a:pt x="145847" y="120651"/>
                  <a:pt x="150137" y="116836"/>
                  <a:pt x="150732" y="111774"/>
                </a:cubicBezTo>
                <a:lnTo>
                  <a:pt x="150804" y="110598"/>
                </a:lnTo>
                <a:lnTo>
                  <a:pt x="150804" y="100544"/>
                </a:lnTo>
                <a:cubicBezTo>
                  <a:pt x="150804" y="94991"/>
                  <a:pt x="146302" y="90490"/>
                  <a:pt x="140749" y="90490"/>
                </a:cubicBezTo>
                <a:moveTo>
                  <a:pt x="10055" y="80436"/>
                </a:moveTo>
                <a:lnTo>
                  <a:pt x="10055" y="130706"/>
                </a:lnTo>
                <a:cubicBezTo>
                  <a:pt x="4501" y="130706"/>
                  <a:pt x="0" y="126204"/>
                  <a:pt x="0" y="120652"/>
                </a:cubicBezTo>
                <a:lnTo>
                  <a:pt x="0" y="90490"/>
                </a:lnTo>
                <a:cubicBezTo>
                  <a:pt x="0" y="84938"/>
                  <a:pt x="4501" y="80436"/>
                  <a:pt x="10055" y="80436"/>
                </a:cubicBezTo>
                <a:moveTo>
                  <a:pt x="191017" y="80436"/>
                </a:moveTo>
                <a:cubicBezTo>
                  <a:pt x="196570" y="80436"/>
                  <a:pt x="201071" y="84938"/>
                  <a:pt x="201071" y="90490"/>
                </a:cubicBezTo>
                <a:lnTo>
                  <a:pt x="201071" y="120652"/>
                </a:lnTo>
                <a:cubicBezTo>
                  <a:pt x="201071" y="126204"/>
                  <a:pt x="196570" y="130706"/>
                  <a:pt x="191017" y="130706"/>
                </a:cubicBezTo>
                <a:lnTo>
                  <a:pt x="191017" y="80436"/>
                </a:lnTo>
              </a:path>
            </a:pathLst>
          </a:custGeom>
          <a:solidFill xmlns:a="http://schemas.openxmlformats.org/drawingml/2006/main">
            <a:srgbClr val="1AABA8"/>
          </a:solidFill>
          <a:ln xmlns:a="http://schemas.openxmlformats.org/drawingml/2006/main" w="1570">
            <a:solidFill>
              <a:srgbClr val="000000"/>
            </a:solidFill>
            <a:prstDash val="solid"/>
          </a:ln>
        </p:spPr>
      </p:sp>
      <p:sp>
        <p:nvSpPr>
          <p:cNvPr id="23" name="pdf-path-27">
            <a:extLst xmlns:a="http://schemas.openxmlformats.org/drawingml/2006/main">
              <a:ext uri="{FF2B5EF4-FFF2-40B4-BE49-F238E27FC236}">
                <a16:creationId xmlns:a16="http://schemas.microsoft.com/office/drawing/2014/main" id="{8F92925E-81F4-4A3E-B349-2B2482594753}"/>
              </a:ext>
            </a:extLst>
          </p:cNvPr>
          <p:cNvSpPr>
            <a:spLocks xmlns:a="http://schemas.openxmlformats.org/drawingml/2006/main" noGrp="1"/>
          </p:cNvSpPr>
          <p:nvPr/>
        </p:nvSpPr>
        <p:spPr>
          <a:xfrm xmlns:a="http://schemas.openxmlformats.org/drawingml/2006/main">
            <a:off x="5390406" y="271606"/>
            <a:ext cx="1483532" cy="3917564"/>
          </a:xfrm>
          <a:custGeom xmlns:a="http://schemas.openxmlformats.org/drawingml/2006/main">
            <a:pathLst>
              <a:path w="1483532" h="3917564">
                <a:moveTo>
                  <a:pt x="0" y="247257"/>
                </a:moveTo>
                <a:cubicBezTo>
                  <a:pt x="0" y="110699"/>
                  <a:pt x="110699" y="0"/>
                  <a:pt x="247256" y="0"/>
                </a:cubicBezTo>
                <a:lnTo>
                  <a:pt x="1236265" y="0"/>
                </a:lnTo>
                <a:cubicBezTo>
                  <a:pt x="1372831" y="0"/>
                  <a:pt x="1483532" y="110699"/>
                  <a:pt x="1483532" y="247257"/>
                </a:cubicBezTo>
                <a:lnTo>
                  <a:pt x="1483532" y="3670308"/>
                </a:lnTo>
                <a:cubicBezTo>
                  <a:pt x="1483532" y="3806865"/>
                  <a:pt x="1372831" y="3917564"/>
                  <a:pt x="1236265" y="3917564"/>
                </a:cubicBezTo>
                <a:lnTo>
                  <a:pt x="247256" y="3917564"/>
                </a:lnTo>
                <a:cubicBezTo>
                  <a:pt x="110699" y="3917564"/>
                  <a:pt x="0" y="3806865"/>
                  <a:pt x="0" y="3670308"/>
                </a:cubicBezTo>
                <a:lnTo>
                  <a:pt x="0" y="247257"/>
                </a:lnTo>
              </a:path>
            </a:pathLst>
          </a:custGeom>
          <a:noFill xmlns:a="http://schemas.openxmlformats.org/drawingml/2006/main"/>
          <a:ln xmlns:a="http://schemas.openxmlformats.org/drawingml/2006/main" w="14538">
            <a:solidFill>
              <a:srgbClr val="BFBFBF"/>
            </a:solidFill>
            <a:prstDash val="dash"/>
          </a:ln>
        </p:spPr>
      </p:sp>
      <p:sp>
        <p:nvSpPr>
          <p:cNvPr id="24" name="pdf-text-44-0">
            <a:extLst xmlns:a="http://schemas.openxmlformats.org/drawingml/2006/main">
              <a:ext uri="{FF2B5EF4-FFF2-40B4-BE49-F238E27FC236}">
                <a16:creationId xmlns:a16="http://schemas.microsoft.com/office/drawing/2014/main" id="{D4B34848-3C89-4A59-93AA-EDD8E53F8ECB}"/>
              </a:ext>
            </a:extLst>
          </p:cNvPr>
          <p:cNvSpPr>
            <a:spLocks xmlns:a="http://schemas.openxmlformats.org/drawingml/2006/main" noGrp="1"/>
          </p:cNvSpPr>
          <p:nvPr/>
        </p:nvSpPr>
        <p:spPr>
          <a:xfrm xmlns:a="http://schemas.openxmlformats.org/drawingml/2006/main">
            <a:off x="5487668" y="3351336"/>
            <a:ext cx="128835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[task 1, task 2, …]</a:t>
            </a:r>
          </a:p>
        </p:txBody>
      </p:sp>
      <p:sp>
        <p:nvSpPr>
          <p:cNvPr id="25" name="pdf-text-45-0">
            <a:extLst xmlns:a="http://schemas.openxmlformats.org/drawingml/2006/main">
              <a:ext uri="{FF2B5EF4-FFF2-40B4-BE49-F238E27FC236}">
                <a16:creationId xmlns:a16="http://schemas.microsoft.com/office/drawing/2014/main" id="{267B3B08-38D4-42D8-835B-7FD46485DB67}"/>
              </a:ext>
            </a:extLst>
          </p:cNvPr>
          <p:cNvSpPr>
            <a:spLocks xmlns:a="http://schemas.openxmlformats.org/drawingml/2006/main" noGrp="1"/>
          </p:cNvSpPr>
          <p:nvPr/>
        </p:nvSpPr>
        <p:spPr>
          <a:xfrm xmlns:a="http://schemas.openxmlformats.org/drawingml/2006/main">
            <a:off x="5678345" y="3560678"/>
            <a:ext cx="88706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Final Output</a:t>
            </a:r>
          </a:p>
        </p:txBody>
      </p:sp>
      <p:sp>
        <p:nvSpPr>
          <p:cNvPr id="26" name="pdf-text-46-0">
            <a:extLst xmlns:a="http://schemas.openxmlformats.org/drawingml/2006/main">
              <a:ext uri="{FF2B5EF4-FFF2-40B4-BE49-F238E27FC236}">
                <a16:creationId xmlns:a16="http://schemas.microsoft.com/office/drawing/2014/main" id="{A73C546D-DB1B-4037-A6A3-BDE9EDE13F75}"/>
              </a:ext>
            </a:extLst>
          </p:cNvPr>
          <p:cNvSpPr>
            <a:spLocks xmlns:a="http://schemas.openxmlformats.org/drawingml/2006/main" noGrp="1"/>
          </p:cNvSpPr>
          <p:nvPr/>
        </p:nvSpPr>
        <p:spPr>
          <a:xfrm xmlns:a="http://schemas.openxmlformats.org/drawingml/2006/main">
            <a:off x="5443881" y="442113"/>
            <a:ext cx="1375175"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1" i="0">
                <a:solidFill>
                  <a:srgbClr val="000000"/>
                </a:solidFill>
                <a:latin typeface="Arial"/>
                <a:ea typeface="Arial"/>
                <a:cs typeface="Arial"/>
              </a:defRPr>
            </a:defPPr>
          </a:lstStyle>
          <a:p xmlns:a="http://schemas.openxmlformats.org/drawingml/2006/main">
            <a:pPr algn="l">
              <a:defRPr sz="1374" b="1" i="0">
                <a:solidFill>
                  <a:srgbClr val="000000"/>
                </a:solidFill>
                <a:latin typeface="Arial"/>
                <a:ea typeface="Arial"/>
                <a:cs typeface="Arial"/>
              </a:defRPr>
            </a:pPr>
            <a:r>
              <a:rPr sz="1374" b="1" i="0">
                <a:solidFill>
                  <a:srgbClr val="000000"/>
                </a:solidFill>
                <a:latin typeface="Arial"/>
                <a:ea typeface="Arial"/>
                <a:cs typeface="Arial"/>
              </a:rPr>
              <a:t>Post-Processing</a:t>
            </a:r>
          </a:p>
        </p:txBody>
      </p:sp>
      <p:sp>
        <p:nvSpPr>
          <p:cNvPr id="27" name="pdf-path-31">
            <a:extLst xmlns:a="http://schemas.openxmlformats.org/drawingml/2006/main">
              <a:ext uri="{FF2B5EF4-FFF2-40B4-BE49-F238E27FC236}">
                <a16:creationId xmlns:a16="http://schemas.microsoft.com/office/drawing/2014/main" id="{3B8CFB49-9507-4BAF-BC03-905955A4986E}"/>
              </a:ext>
            </a:extLst>
          </p:cNvPr>
          <p:cNvSpPr>
            <a:spLocks xmlns:a="http://schemas.openxmlformats.org/drawingml/2006/main" noGrp="1"/>
          </p:cNvSpPr>
          <p:nvPr/>
        </p:nvSpPr>
        <p:spPr>
          <a:xfrm xmlns:a="http://schemas.openxmlformats.org/drawingml/2006/main">
            <a:off x="2089037" y="1441992"/>
            <a:ext cx="714294" cy="329666"/>
          </a:xfrm>
          <a:custGeom xmlns:a="http://schemas.openxmlformats.org/drawingml/2006/main">
            <a:pathLst>
              <a:path w="714294" h="329666">
                <a:moveTo>
                  <a:pt x="0" y="54943"/>
                </a:moveTo>
                <a:cubicBezTo>
                  <a:pt x="0" y="24598"/>
                  <a:pt x="24598" y="0"/>
                  <a:pt x="54943" y="0"/>
                </a:cubicBezTo>
                <a:lnTo>
                  <a:pt x="659341" y="0"/>
                </a:lnTo>
                <a:cubicBezTo>
                  <a:pt x="689687" y="0"/>
                  <a:pt x="714294" y="24598"/>
                  <a:pt x="714294" y="54943"/>
                </a:cubicBezTo>
                <a:lnTo>
                  <a:pt x="714294" y="274723"/>
                </a:lnTo>
                <a:cubicBezTo>
                  <a:pt x="714294" y="305068"/>
                  <a:pt x="689687" y="329666"/>
                  <a:pt x="659341" y="329666"/>
                </a:cubicBezTo>
                <a:lnTo>
                  <a:pt x="54943" y="329666"/>
                </a:lnTo>
                <a:cubicBezTo>
                  <a:pt x="24598" y="329666"/>
                  <a:pt x="0" y="305068"/>
                  <a:pt x="0" y="274723"/>
                </a:cubicBezTo>
                <a:lnTo>
                  <a:pt x="0" y="54943"/>
                </a:lnTo>
              </a:path>
            </a:pathLst>
          </a:custGeom>
          <a:solidFill xmlns:a="http://schemas.openxmlformats.org/drawingml/2006/main">
            <a:srgbClr val="FAF7F0"/>
          </a:solidFill>
          <a:ln xmlns:a="http://schemas.openxmlformats.org/drawingml/2006/main" w="21807">
            <a:solidFill>
              <a:srgbClr val="000000"/>
            </a:solidFill>
            <a:prstDash val="solid"/>
          </a:ln>
        </p:spPr>
      </p:sp>
      <p:sp>
        <p:nvSpPr>
          <p:cNvPr id="28" name="pdf-text-47-0">
            <a:extLst xmlns:a="http://schemas.openxmlformats.org/drawingml/2006/main">
              <a:ext uri="{FF2B5EF4-FFF2-40B4-BE49-F238E27FC236}">
                <a16:creationId xmlns:a16="http://schemas.microsoft.com/office/drawing/2014/main" id="{F487F101-1896-4739-8DC3-5DD26DF702DF}"/>
              </a:ext>
            </a:extLst>
          </p:cNvPr>
          <p:cNvSpPr>
            <a:spLocks xmlns:a="http://schemas.openxmlformats.org/drawingml/2006/main" noGrp="1"/>
          </p:cNvSpPr>
          <p:nvPr/>
        </p:nvSpPr>
        <p:spPr>
          <a:xfrm xmlns:a="http://schemas.openxmlformats.org/drawingml/2006/main">
            <a:off x="2178932" y="1536098"/>
            <a:ext cx="533824"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Expand</a:t>
            </a:r>
          </a:p>
        </p:txBody>
      </p:sp>
      <p:sp>
        <p:nvSpPr>
          <p:cNvPr id="29" name="pdf-path-34">
            <a:extLst xmlns:a="http://schemas.openxmlformats.org/drawingml/2006/main">
              <a:ext uri="{FF2B5EF4-FFF2-40B4-BE49-F238E27FC236}">
                <a16:creationId xmlns:a16="http://schemas.microsoft.com/office/drawing/2014/main" id="{A8C34D11-9266-4015-B9F9-A03FD17781B8}"/>
              </a:ext>
            </a:extLst>
          </p:cNvPr>
          <p:cNvSpPr>
            <a:spLocks xmlns:a="http://schemas.openxmlformats.org/drawingml/2006/main" noGrp="1"/>
          </p:cNvSpPr>
          <p:nvPr/>
        </p:nvSpPr>
        <p:spPr>
          <a:xfrm xmlns:a="http://schemas.openxmlformats.org/drawingml/2006/main">
            <a:off x="2359768" y="3000254"/>
            <a:ext cx="714294" cy="329666"/>
          </a:xfrm>
          <a:custGeom xmlns:a="http://schemas.openxmlformats.org/drawingml/2006/main">
            <a:pathLst>
              <a:path w="714294" h="329666">
                <a:moveTo>
                  <a:pt x="0" y="54943"/>
                </a:moveTo>
                <a:cubicBezTo>
                  <a:pt x="0" y="24598"/>
                  <a:pt x="24598" y="0"/>
                  <a:pt x="54943" y="0"/>
                </a:cubicBezTo>
                <a:lnTo>
                  <a:pt x="659341" y="0"/>
                </a:lnTo>
                <a:cubicBezTo>
                  <a:pt x="689696" y="0"/>
                  <a:pt x="714294" y="24598"/>
                  <a:pt x="714294" y="54943"/>
                </a:cubicBezTo>
                <a:lnTo>
                  <a:pt x="714294" y="274723"/>
                </a:lnTo>
                <a:cubicBezTo>
                  <a:pt x="714294" y="305068"/>
                  <a:pt x="689696" y="329666"/>
                  <a:pt x="659341" y="329666"/>
                </a:cubicBezTo>
                <a:lnTo>
                  <a:pt x="54943" y="329666"/>
                </a:lnTo>
                <a:cubicBezTo>
                  <a:pt x="24598" y="329666"/>
                  <a:pt x="0" y="305068"/>
                  <a:pt x="0" y="274723"/>
                </a:cubicBezTo>
                <a:lnTo>
                  <a:pt x="0" y="54943"/>
                </a:lnTo>
              </a:path>
            </a:pathLst>
          </a:custGeom>
          <a:solidFill xmlns:a="http://schemas.openxmlformats.org/drawingml/2006/main">
            <a:srgbClr val="FAF7F0"/>
          </a:solidFill>
          <a:ln xmlns:a="http://schemas.openxmlformats.org/drawingml/2006/main" w="21807">
            <a:solidFill>
              <a:srgbClr val="000000"/>
            </a:solidFill>
            <a:prstDash val="solid"/>
          </a:ln>
        </p:spPr>
      </p:sp>
      <p:sp>
        <p:nvSpPr>
          <p:cNvPr id="30" name="pdf-text-48-0">
            <a:extLst xmlns:a="http://schemas.openxmlformats.org/drawingml/2006/main">
              <a:ext uri="{FF2B5EF4-FFF2-40B4-BE49-F238E27FC236}">
                <a16:creationId xmlns:a16="http://schemas.microsoft.com/office/drawing/2014/main" id="{2D68B2A0-A842-4CD9-90C0-CB599D4C6B81}"/>
              </a:ext>
            </a:extLst>
          </p:cNvPr>
          <p:cNvSpPr>
            <a:spLocks xmlns:a="http://schemas.openxmlformats.org/drawingml/2006/main" noGrp="1"/>
          </p:cNvSpPr>
          <p:nvPr/>
        </p:nvSpPr>
        <p:spPr>
          <a:xfrm xmlns:a="http://schemas.openxmlformats.org/drawingml/2006/main">
            <a:off x="2513627" y="3094360"/>
            <a:ext cx="40650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Prune</a:t>
            </a:r>
          </a:p>
        </p:txBody>
      </p:sp>
      <p:sp>
        <p:nvSpPr>
          <p:cNvPr id="31" name="pdf-path-37">
            <a:extLst xmlns:a="http://schemas.openxmlformats.org/drawingml/2006/main">
              <a:ext uri="{FF2B5EF4-FFF2-40B4-BE49-F238E27FC236}">
                <a16:creationId xmlns:a16="http://schemas.microsoft.com/office/drawing/2014/main" id="{BE9A406E-4A51-40C1-A79A-A0BE4A4C819A}"/>
              </a:ext>
            </a:extLst>
          </p:cNvPr>
          <p:cNvSpPr>
            <a:spLocks xmlns:a="http://schemas.openxmlformats.org/drawingml/2006/main" noGrp="1"/>
          </p:cNvSpPr>
          <p:nvPr/>
        </p:nvSpPr>
        <p:spPr>
          <a:xfrm xmlns:a="http://schemas.openxmlformats.org/drawingml/2006/main">
            <a:off x="1838831" y="700220"/>
            <a:ext cx="1016493" cy="659341"/>
          </a:xfrm>
          <a:custGeom xmlns:a="http://schemas.openxmlformats.org/drawingml/2006/main">
            <a:pathLst>
              <a:path w="1016493" h="659341">
                <a:moveTo>
                  <a:pt x="0" y="0"/>
                </a:moveTo>
                <a:lnTo>
                  <a:pt x="1016493" y="0"/>
                </a:lnTo>
                <a:lnTo>
                  <a:pt x="1016493" y="659341"/>
                </a:lnTo>
                <a:lnTo>
                  <a:pt x="0" y="659341"/>
                </a:lnTo>
                <a:close/>
              </a:path>
            </a:pathLst>
          </a:custGeom>
          <a:solidFill xmlns:a="http://schemas.openxmlformats.org/drawingml/2006/main">
            <a:srgbClr val="DEEFE6"/>
          </a:solidFill>
          <a:ln xmlns:a="http://schemas.openxmlformats.org/drawingml/2006/main" w="0">
            <a:noFill/>
            <a:prstDash val="solid"/>
          </a:ln>
        </p:spPr>
      </p:sp>
      <p:sp>
        <p:nvSpPr>
          <p:cNvPr id="32" name="pdf-text-49-0">
            <a:extLst xmlns:a="http://schemas.openxmlformats.org/drawingml/2006/main">
              <a:ext uri="{FF2B5EF4-FFF2-40B4-BE49-F238E27FC236}">
                <a16:creationId xmlns:a16="http://schemas.microsoft.com/office/drawing/2014/main" id="{C65208B2-CBF0-43C4-AC1E-E3EF42FE5172}"/>
              </a:ext>
            </a:extLst>
          </p:cNvPr>
          <p:cNvSpPr>
            <a:spLocks xmlns:a="http://schemas.openxmlformats.org/drawingml/2006/main" noGrp="1"/>
          </p:cNvSpPr>
          <p:nvPr/>
        </p:nvSpPr>
        <p:spPr>
          <a:xfrm xmlns:a="http://schemas.openxmlformats.org/drawingml/2006/main">
            <a:off x="2176643" y="749827"/>
            <a:ext cx="339227"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Next</a:t>
            </a:r>
          </a:p>
        </p:txBody>
      </p:sp>
      <p:sp>
        <p:nvSpPr>
          <p:cNvPr id="33" name="pdf-text-50-0">
            <a:extLst xmlns:a="http://schemas.openxmlformats.org/drawingml/2006/main">
              <a:ext uri="{FF2B5EF4-FFF2-40B4-BE49-F238E27FC236}">
                <a16:creationId xmlns:a16="http://schemas.microsoft.com/office/drawing/2014/main" id="{C841A6EA-CFC6-499B-8D66-8834ED461859}"/>
              </a:ext>
            </a:extLst>
          </p:cNvPr>
          <p:cNvSpPr>
            <a:spLocks xmlns:a="http://schemas.openxmlformats.org/drawingml/2006/main" noGrp="1"/>
          </p:cNvSpPr>
          <p:nvPr/>
        </p:nvSpPr>
        <p:spPr>
          <a:xfrm xmlns:a="http://schemas.openxmlformats.org/drawingml/2006/main">
            <a:off x="2109129" y="959169"/>
            <a:ext cx="475679"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Action</a:t>
            </a:r>
          </a:p>
        </p:txBody>
      </p:sp>
      <p:sp>
        <p:nvSpPr>
          <p:cNvPr id="34" name="pdf-text-51-0">
            <a:extLst xmlns:a="http://schemas.openxmlformats.org/drawingml/2006/main">
              <a:ext uri="{FF2B5EF4-FFF2-40B4-BE49-F238E27FC236}">
                <a16:creationId xmlns:a16="http://schemas.microsoft.com/office/drawing/2014/main" id="{F54AB261-BC94-4972-953B-48E3EAF70AA5}"/>
              </a:ext>
            </a:extLst>
          </p:cNvPr>
          <p:cNvSpPr>
            <a:spLocks xmlns:a="http://schemas.openxmlformats.org/drawingml/2006/main" noGrp="1"/>
          </p:cNvSpPr>
          <p:nvPr/>
        </p:nvSpPr>
        <p:spPr>
          <a:xfrm xmlns:a="http://schemas.openxmlformats.org/drawingml/2006/main">
            <a:off x="1987013" y="1168512"/>
            <a:ext cx="718673"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Prediction</a:t>
            </a:r>
          </a:p>
        </p:txBody>
      </p:sp>
      <p:sp>
        <p:nvSpPr>
          <p:cNvPr id="35" name="pdf-path-41">
            <a:extLst xmlns:a="http://schemas.openxmlformats.org/drawingml/2006/main">
              <a:ext uri="{FF2B5EF4-FFF2-40B4-BE49-F238E27FC236}">
                <a16:creationId xmlns:a16="http://schemas.microsoft.com/office/drawing/2014/main" id="{784EAD65-5561-4205-9BA3-0FD1C571F71D}"/>
              </a:ext>
            </a:extLst>
          </p:cNvPr>
          <p:cNvSpPr>
            <a:spLocks xmlns:a="http://schemas.openxmlformats.org/drawingml/2006/main" noGrp="1"/>
          </p:cNvSpPr>
          <p:nvPr/>
        </p:nvSpPr>
        <p:spPr>
          <a:xfrm xmlns:a="http://schemas.openxmlformats.org/drawingml/2006/main">
            <a:off x="4164191" y="700220"/>
            <a:ext cx="1016493" cy="659341"/>
          </a:xfrm>
          <a:custGeom xmlns:a="http://schemas.openxmlformats.org/drawingml/2006/main">
            <a:pathLst>
              <a:path w="1016493" h="659341">
                <a:moveTo>
                  <a:pt x="0" y="0"/>
                </a:moveTo>
                <a:lnTo>
                  <a:pt x="1016493" y="0"/>
                </a:lnTo>
                <a:lnTo>
                  <a:pt x="1016493" y="659341"/>
                </a:lnTo>
                <a:lnTo>
                  <a:pt x="0" y="659341"/>
                </a:lnTo>
                <a:close/>
              </a:path>
            </a:pathLst>
          </a:custGeom>
          <a:solidFill xmlns:a="http://schemas.openxmlformats.org/drawingml/2006/main">
            <a:srgbClr val="DEEFE6"/>
          </a:solidFill>
          <a:ln xmlns:a="http://schemas.openxmlformats.org/drawingml/2006/main" w="0">
            <a:noFill/>
            <a:prstDash val="solid"/>
          </a:ln>
        </p:spPr>
      </p:sp>
      <p:sp>
        <p:nvSpPr>
          <p:cNvPr id="36" name="pdf-text-52-0">
            <a:extLst xmlns:a="http://schemas.openxmlformats.org/drawingml/2006/main">
              <a:ext uri="{FF2B5EF4-FFF2-40B4-BE49-F238E27FC236}">
                <a16:creationId xmlns:a16="http://schemas.microsoft.com/office/drawing/2014/main" id="{52FBC811-BD96-4CB7-AA8B-259E0B2A6FC6}"/>
              </a:ext>
            </a:extLst>
          </p:cNvPr>
          <p:cNvSpPr>
            <a:spLocks xmlns:a="http://schemas.openxmlformats.org/drawingml/2006/main" noGrp="1"/>
          </p:cNvSpPr>
          <p:nvPr/>
        </p:nvSpPr>
        <p:spPr>
          <a:xfrm xmlns:a="http://schemas.openxmlformats.org/drawingml/2006/main">
            <a:off x="4288016" y="854498"/>
            <a:ext cx="76759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Likelihood</a:t>
            </a:r>
          </a:p>
        </p:txBody>
      </p:sp>
      <p:sp>
        <p:nvSpPr>
          <p:cNvPr id="37" name="pdf-text-53-0">
            <a:extLst xmlns:a="http://schemas.openxmlformats.org/drawingml/2006/main">
              <a:ext uri="{FF2B5EF4-FFF2-40B4-BE49-F238E27FC236}">
                <a16:creationId xmlns:a16="http://schemas.microsoft.com/office/drawing/2014/main" id="{3C6571F9-A491-4946-8CFE-880BA99D4309}"/>
              </a:ext>
            </a:extLst>
          </p:cNvPr>
          <p:cNvSpPr>
            <a:spLocks xmlns:a="http://schemas.openxmlformats.org/drawingml/2006/main" noGrp="1"/>
          </p:cNvSpPr>
          <p:nvPr/>
        </p:nvSpPr>
        <p:spPr>
          <a:xfrm xmlns:a="http://schemas.openxmlformats.org/drawingml/2006/main">
            <a:off x="4293773" y="1063840"/>
            <a:ext cx="757068"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Estimation</a:t>
            </a:r>
          </a:p>
        </p:txBody>
      </p:sp>
      <p:sp>
        <p:nvSpPr>
          <p:cNvPr id="38" name="pdf-path-44">
            <a:extLst xmlns:a="http://schemas.openxmlformats.org/drawingml/2006/main">
              <a:ext uri="{FF2B5EF4-FFF2-40B4-BE49-F238E27FC236}">
                <a16:creationId xmlns:a16="http://schemas.microsoft.com/office/drawing/2014/main" id="{ECB243FF-7D50-4CA7-AF6C-0EBDF2E10391}"/>
              </a:ext>
            </a:extLst>
          </p:cNvPr>
          <p:cNvSpPr>
            <a:spLocks xmlns:a="http://schemas.openxmlformats.org/drawingml/2006/main" noGrp="1"/>
          </p:cNvSpPr>
          <p:nvPr/>
        </p:nvSpPr>
        <p:spPr>
          <a:xfrm xmlns:a="http://schemas.openxmlformats.org/drawingml/2006/main">
            <a:off x="2124167" y="3418261"/>
            <a:ext cx="1016493" cy="659341"/>
          </a:xfrm>
          <a:custGeom xmlns:a="http://schemas.openxmlformats.org/drawingml/2006/main">
            <a:pathLst>
              <a:path w="1016493" h="659341">
                <a:moveTo>
                  <a:pt x="0" y="0"/>
                </a:moveTo>
                <a:lnTo>
                  <a:pt x="1016493" y="0"/>
                </a:lnTo>
                <a:lnTo>
                  <a:pt x="1016493" y="659341"/>
                </a:lnTo>
                <a:lnTo>
                  <a:pt x="0" y="659341"/>
                </a:lnTo>
                <a:close/>
              </a:path>
            </a:pathLst>
          </a:custGeom>
          <a:solidFill xmlns:a="http://schemas.openxmlformats.org/drawingml/2006/main">
            <a:srgbClr val="DEEFE6"/>
          </a:solidFill>
          <a:ln xmlns:a="http://schemas.openxmlformats.org/drawingml/2006/main" w="0">
            <a:noFill/>
            <a:prstDash val="solid"/>
          </a:ln>
        </p:spPr>
      </p:sp>
      <p:sp>
        <p:nvSpPr>
          <p:cNvPr id="39" name="pdf-text-54-0">
            <a:extLst xmlns:a="http://schemas.openxmlformats.org/drawingml/2006/main">
              <a:ext uri="{FF2B5EF4-FFF2-40B4-BE49-F238E27FC236}">
                <a16:creationId xmlns:a16="http://schemas.microsoft.com/office/drawing/2014/main" id="{1C434AA6-0CDB-49F5-9C6D-24F6D6285FC3}"/>
              </a:ext>
            </a:extLst>
          </p:cNvPr>
          <p:cNvSpPr>
            <a:spLocks xmlns:a="http://schemas.openxmlformats.org/drawingml/2006/main" noGrp="1"/>
          </p:cNvSpPr>
          <p:nvPr/>
        </p:nvSpPr>
        <p:spPr>
          <a:xfrm xmlns:a="http://schemas.openxmlformats.org/drawingml/2006/main">
            <a:off x="2194492" y="3572536"/>
            <a:ext cx="873483"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Redundancy</a:t>
            </a:r>
          </a:p>
        </p:txBody>
      </p:sp>
      <p:sp>
        <p:nvSpPr>
          <p:cNvPr id="40" name="pdf-text-55-0">
            <a:extLst xmlns:a="http://schemas.openxmlformats.org/drawingml/2006/main">
              <a:ext uri="{FF2B5EF4-FFF2-40B4-BE49-F238E27FC236}">
                <a16:creationId xmlns:a16="http://schemas.microsoft.com/office/drawing/2014/main" id="{B1AA9F46-1C62-4778-B054-B744619F24F2}"/>
              </a:ext>
            </a:extLst>
          </p:cNvPr>
          <p:cNvSpPr>
            <a:spLocks xmlns:a="http://schemas.openxmlformats.org/drawingml/2006/main" noGrp="1"/>
          </p:cNvSpPr>
          <p:nvPr/>
        </p:nvSpPr>
        <p:spPr>
          <a:xfrm xmlns:a="http://schemas.openxmlformats.org/drawingml/2006/main">
            <a:off x="2268983" y="3781878"/>
            <a:ext cx="726942"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Removing</a:t>
            </a:r>
          </a:p>
        </p:txBody>
      </p:sp>
      <p:sp>
        <p:nvSpPr>
          <p:cNvPr id="41" name="pdf-path-47">
            <a:extLst xmlns:a="http://schemas.openxmlformats.org/drawingml/2006/main">
              <a:ext uri="{FF2B5EF4-FFF2-40B4-BE49-F238E27FC236}">
                <a16:creationId xmlns:a16="http://schemas.microsoft.com/office/drawing/2014/main" id="{E992AF59-3237-430A-8FC0-FC5D13E8281C}"/>
              </a:ext>
            </a:extLst>
          </p:cNvPr>
          <p:cNvSpPr>
            <a:spLocks xmlns:a="http://schemas.openxmlformats.org/drawingml/2006/main" noGrp="1"/>
          </p:cNvSpPr>
          <p:nvPr/>
        </p:nvSpPr>
        <p:spPr>
          <a:xfrm xmlns:a="http://schemas.openxmlformats.org/drawingml/2006/main">
            <a:off x="4316191" y="1441992"/>
            <a:ext cx="714294" cy="329666"/>
          </a:xfrm>
          <a:custGeom xmlns:a="http://schemas.openxmlformats.org/drawingml/2006/main">
            <a:pathLst>
              <a:path w="714294" h="329666">
                <a:moveTo>
                  <a:pt x="0" y="54943"/>
                </a:moveTo>
                <a:cubicBezTo>
                  <a:pt x="0" y="24598"/>
                  <a:pt x="24598" y="0"/>
                  <a:pt x="54943" y="0"/>
                </a:cubicBezTo>
                <a:lnTo>
                  <a:pt x="659341" y="0"/>
                </a:lnTo>
                <a:cubicBezTo>
                  <a:pt x="689687" y="0"/>
                  <a:pt x="714294" y="24598"/>
                  <a:pt x="714294" y="54943"/>
                </a:cubicBezTo>
                <a:lnTo>
                  <a:pt x="714294" y="274723"/>
                </a:lnTo>
                <a:cubicBezTo>
                  <a:pt x="714294" y="305068"/>
                  <a:pt x="689687" y="329666"/>
                  <a:pt x="659341" y="329666"/>
                </a:cubicBezTo>
                <a:lnTo>
                  <a:pt x="54943" y="329666"/>
                </a:lnTo>
                <a:cubicBezTo>
                  <a:pt x="24598" y="329666"/>
                  <a:pt x="0" y="305068"/>
                  <a:pt x="0" y="274723"/>
                </a:cubicBezTo>
                <a:lnTo>
                  <a:pt x="0" y="54943"/>
                </a:lnTo>
              </a:path>
            </a:pathLst>
          </a:custGeom>
          <a:solidFill xmlns:a="http://schemas.openxmlformats.org/drawingml/2006/main">
            <a:srgbClr val="FAF7F0"/>
          </a:solidFill>
          <a:ln xmlns:a="http://schemas.openxmlformats.org/drawingml/2006/main" w="21807">
            <a:solidFill>
              <a:srgbClr val="000000"/>
            </a:solidFill>
            <a:prstDash val="solid"/>
          </a:ln>
        </p:spPr>
      </p:sp>
      <p:sp>
        <p:nvSpPr>
          <p:cNvPr id="42" name="pdf-text-56-0">
            <a:extLst xmlns:a="http://schemas.openxmlformats.org/drawingml/2006/main">
              <a:ext uri="{FF2B5EF4-FFF2-40B4-BE49-F238E27FC236}">
                <a16:creationId xmlns:a16="http://schemas.microsoft.com/office/drawing/2014/main" id="{3D8588FE-A532-4EE4-B2A9-0CE6D42B943C}"/>
              </a:ext>
            </a:extLst>
          </p:cNvPr>
          <p:cNvSpPr>
            <a:spLocks xmlns:a="http://schemas.openxmlformats.org/drawingml/2006/main" noGrp="1"/>
          </p:cNvSpPr>
          <p:nvPr/>
        </p:nvSpPr>
        <p:spPr>
          <a:xfrm xmlns:a="http://schemas.openxmlformats.org/drawingml/2006/main">
            <a:off x="4416552" y="1536098"/>
            <a:ext cx="51399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0" i="0">
                <a:solidFill>
                  <a:srgbClr val="000000"/>
                </a:solidFill>
                <a:latin typeface="Times New Roman"/>
                <a:ea typeface="Times New Roman"/>
                <a:cs typeface="Times New Roman"/>
              </a:defRPr>
            </a:defPPr>
          </a:lstStyle>
          <a:p xmlns:a="http://schemas.openxmlformats.org/drawingml/2006/main">
            <a:pPr algn="l">
              <a:defRPr sz="1374" b="0" i="0">
                <a:solidFill>
                  <a:srgbClr val="000000"/>
                </a:solidFill>
                <a:latin typeface="Times New Roman"/>
                <a:ea typeface="Times New Roman"/>
                <a:cs typeface="Times New Roman"/>
              </a:defRPr>
            </a:pPr>
            <a:r>
              <a:rPr sz="1374" b="0" i="0">
                <a:solidFill>
                  <a:srgbClr val="000000"/>
                </a:solidFill>
                <a:latin typeface="Times New Roman"/>
                <a:ea typeface="Times New Roman"/>
                <a:cs typeface="Times New Roman"/>
              </a:rPr>
              <a:t>Sorting</a:t>
            </a:r>
          </a:p>
        </p:txBody>
      </p:sp>
      <p:sp>
        <p:nvSpPr>
          <p:cNvPr id="43" name="pdf-path-50">
            <a:extLst xmlns:a="http://schemas.openxmlformats.org/drawingml/2006/main">
              <a:ext uri="{FF2B5EF4-FFF2-40B4-BE49-F238E27FC236}">
                <a16:creationId xmlns:a16="http://schemas.microsoft.com/office/drawing/2014/main" id="{63899514-54C9-490C-A814-3A2DC9C36346}"/>
              </a:ext>
            </a:extLst>
          </p:cNvPr>
          <p:cNvSpPr>
            <a:spLocks xmlns:a="http://schemas.openxmlformats.org/drawingml/2006/main" noGrp="1"/>
          </p:cNvSpPr>
          <p:nvPr/>
        </p:nvSpPr>
        <p:spPr>
          <a:xfrm xmlns:a="http://schemas.openxmlformats.org/drawingml/2006/main">
            <a:off x="1839841" y="507421"/>
            <a:ext cx="202843" cy="172429"/>
          </a:xfrm>
          <a:custGeom xmlns:a="http://schemas.openxmlformats.org/drawingml/2006/main">
            <a:pathLst>
              <a:path w="202843" h="172429">
                <a:moveTo>
                  <a:pt x="101422" y="5"/>
                </a:moveTo>
                <a:cubicBezTo>
                  <a:pt x="112625" y="0"/>
                  <a:pt x="121711" y="9078"/>
                  <a:pt x="121715" y="20281"/>
                </a:cubicBezTo>
                <a:cubicBezTo>
                  <a:pt x="121718" y="27531"/>
                  <a:pt x="117853" y="34232"/>
                  <a:pt x="111574" y="37857"/>
                </a:cubicBezTo>
                <a:lnTo>
                  <a:pt x="111564" y="50718"/>
                </a:lnTo>
                <a:lnTo>
                  <a:pt x="172417" y="50718"/>
                </a:lnTo>
                <a:cubicBezTo>
                  <a:pt x="178018" y="50718"/>
                  <a:pt x="182559" y="55259"/>
                  <a:pt x="182559" y="60861"/>
                </a:cubicBezTo>
                <a:lnTo>
                  <a:pt x="182559" y="162286"/>
                </a:lnTo>
                <a:cubicBezTo>
                  <a:pt x="182559" y="167888"/>
                  <a:pt x="178018" y="172429"/>
                  <a:pt x="172417" y="172429"/>
                </a:cubicBezTo>
                <a:lnTo>
                  <a:pt x="30426" y="172429"/>
                </a:lnTo>
                <a:cubicBezTo>
                  <a:pt x="24825" y="172429"/>
                  <a:pt x="20285" y="167888"/>
                  <a:pt x="20285" y="162286"/>
                </a:cubicBezTo>
                <a:lnTo>
                  <a:pt x="20285" y="60861"/>
                </a:lnTo>
                <a:cubicBezTo>
                  <a:pt x="20285" y="55259"/>
                  <a:pt x="24825" y="50718"/>
                  <a:pt x="30426" y="50718"/>
                </a:cubicBezTo>
                <a:lnTo>
                  <a:pt x="91280" y="50718"/>
                </a:lnTo>
                <a:lnTo>
                  <a:pt x="91280" y="37857"/>
                </a:lnTo>
                <a:cubicBezTo>
                  <a:pt x="81578" y="32255"/>
                  <a:pt x="78254" y="19849"/>
                  <a:pt x="83856" y="10147"/>
                </a:cubicBezTo>
                <a:cubicBezTo>
                  <a:pt x="87480" y="3871"/>
                  <a:pt x="94175" y="6"/>
                  <a:pt x="101422" y="5"/>
                </a:cubicBezTo>
                <a:moveTo>
                  <a:pt x="70995" y="91288"/>
                </a:moveTo>
                <a:lnTo>
                  <a:pt x="60853" y="91288"/>
                </a:lnTo>
                <a:cubicBezTo>
                  <a:pt x="55711" y="91289"/>
                  <a:pt x="51383" y="95138"/>
                  <a:pt x="50781" y="100244"/>
                </a:cubicBezTo>
                <a:lnTo>
                  <a:pt x="50711" y="101431"/>
                </a:lnTo>
                <a:lnTo>
                  <a:pt x="50711" y="111574"/>
                </a:lnTo>
                <a:cubicBezTo>
                  <a:pt x="50712" y="116716"/>
                  <a:pt x="54560" y="121043"/>
                  <a:pt x="59667" y="121645"/>
                </a:cubicBezTo>
                <a:lnTo>
                  <a:pt x="60853" y="121716"/>
                </a:lnTo>
                <a:lnTo>
                  <a:pt x="70995" y="121716"/>
                </a:lnTo>
                <a:cubicBezTo>
                  <a:pt x="76137" y="121716"/>
                  <a:pt x="80465" y="117867"/>
                  <a:pt x="81067" y="112760"/>
                </a:cubicBezTo>
                <a:lnTo>
                  <a:pt x="81137" y="111574"/>
                </a:lnTo>
                <a:lnTo>
                  <a:pt x="81137" y="101431"/>
                </a:lnTo>
                <a:cubicBezTo>
                  <a:pt x="81137" y="95829"/>
                  <a:pt x="76596" y="91288"/>
                  <a:pt x="70995" y="91288"/>
                </a:cubicBezTo>
                <a:moveTo>
                  <a:pt x="141991" y="91288"/>
                </a:moveTo>
                <a:lnTo>
                  <a:pt x="131848" y="91288"/>
                </a:lnTo>
                <a:cubicBezTo>
                  <a:pt x="126707" y="91289"/>
                  <a:pt x="122379" y="95138"/>
                  <a:pt x="121777" y="100244"/>
                </a:cubicBezTo>
                <a:lnTo>
                  <a:pt x="121706" y="101431"/>
                </a:lnTo>
                <a:lnTo>
                  <a:pt x="121706" y="111574"/>
                </a:lnTo>
                <a:cubicBezTo>
                  <a:pt x="121706" y="116716"/>
                  <a:pt x="125555" y="121043"/>
                  <a:pt x="130662" y="121645"/>
                </a:cubicBezTo>
                <a:lnTo>
                  <a:pt x="131848" y="121716"/>
                </a:lnTo>
                <a:lnTo>
                  <a:pt x="141991" y="121716"/>
                </a:lnTo>
                <a:cubicBezTo>
                  <a:pt x="147132" y="121716"/>
                  <a:pt x="151460" y="117867"/>
                  <a:pt x="152062" y="112760"/>
                </a:cubicBezTo>
                <a:lnTo>
                  <a:pt x="152133" y="111574"/>
                </a:lnTo>
                <a:lnTo>
                  <a:pt x="152133" y="101431"/>
                </a:lnTo>
                <a:cubicBezTo>
                  <a:pt x="152133" y="95829"/>
                  <a:pt x="147592" y="91288"/>
                  <a:pt x="141991" y="91288"/>
                </a:cubicBezTo>
                <a:moveTo>
                  <a:pt x="10142" y="81146"/>
                </a:moveTo>
                <a:lnTo>
                  <a:pt x="10142" y="131859"/>
                </a:lnTo>
                <a:cubicBezTo>
                  <a:pt x="4541" y="131859"/>
                  <a:pt x="0" y="127318"/>
                  <a:pt x="0" y="121716"/>
                </a:cubicBezTo>
                <a:lnTo>
                  <a:pt x="0" y="91288"/>
                </a:lnTo>
                <a:cubicBezTo>
                  <a:pt x="0" y="85687"/>
                  <a:pt x="4541" y="81146"/>
                  <a:pt x="10142" y="81146"/>
                </a:cubicBezTo>
                <a:moveTo>
                  <a:pt x="192702" y="81146"/>
                </a:moveTo>
                <a:cubicBezTo>
                  <a:pt x="198304" y="81146"/>
                  <a:pt x="202843" y="85687"/>
                  <a:pt x="202843" y="91288"/>
                </a:cubicBezTo>
                <a:lnTo>
                  <a:pt x="202843" y="121716"/>
                </a:lnTo>
                <a:cubicBezTo>
                  <a:pt x="202843" y="127318"/>
                  <a:pt x="198304" y="131859"/>
                  <a:pt x="192702" y="131859"/>
                </a:cubicBezTo>
                <a:lnTo>
                  <a:pt x="192702" y="81146"/>
                </a:lnTo>
              </a:path>
            </a:pathLst>
          </a:custGeom>
          <a:solidFill xmlns:a="http://schemas.openxmlformats.org/drawingml/2006/main">
            <a:srgbClr val="1195DB"/>
          </a:solidFill>
          <a:ln xmlns:a="http://schemas.openxmlformats.org/drawingml/2006/main" w="0">
            <a:noFill/>
            <a:prstDash val="solid"/>
          </a:ln>
        </p:spPr>
      </p:sp>
      <p:sp>
        <p:nvSpPr>
          <p:cNvPr id="44" name="pdf-path-51">
            <a:extLst xmlns:a="http://schemas.openxmlformats.org/drawingml/2006/main">
              <a:ext uri="{FF2B5EF4-FFF2-40B4-BE49-F238E27FC236}">
                <a16:creationId xmlns:a16="http://schemas.microsoft.com/office/drawing/2014/main" id="{A74C342E-CCB8-4BC8-9322-496E1D751E1B}"/>
              </a:ext>
            </a:extLst>
          </p:cNvPr>
          <p:cNvSpPr>
            <a:spLocks xmlns:a="http://schemas.openxmlformats.org/drawingml/2006/main" noGrp="1"/>
          </p:cNvSpPr>
          <p:nvPr/>
        </p:nvSpPr>
        <p:spPr>
          <a:xfrm xmlns:a="http://schemas.openxmlformats.org/drawingml/2006/main">
            <a:off x="1839841" y="507421"/>
            <a:ext cx="202843" cy="172429"/>
          </a:xfrm>
          <a:custGeom xmlns:a="http://schemas.openxmlformats.org/drawingml/2006/main">
            <a:pathLst>
              <a:path w="202843" h="172429">
                <a:moveTo>
                  <a:pt x="101422" y="5"/>
                </a:moveTo>
                <a:cubicBezTo>
                  <a:pt x="112625" y="0"/>
                  <a:pt x="121711" y="9078"/>
                  <a:pt x="121715" y="20281"/>
                </a:cubicBezTo>
                <a:cubicBezTo>
                  <a:pt x="121718" y="27531"/>
                  <a:pt x="117853" y="34232"/>
                  <a:pt x="111574" y="37857"/>
                </a:cubicBezTo>
                <a:lnTo>
                  <a:pt x="111564" y="50718"/>
                </a:lnTo>
                <a:lnTo>
                  <a:pt x="172417" y="50718"/>
                </a:lnTo>
                <a:cubicBezTo>
                  <a:pt x="178018" y="50718"/>
                  <a:pt x="182559" y="55259"/>
                  <a:pt x="182559" y="60861"/>
                </a:cubicBezTo>
                <a:lnTo>
                  <a:pt x="182559" y="162286"/>
                </a:lnTo>
                <a:cubicBezTo>
                  <a:pt x="182559" y="167888"/>
                  <a:pt x="178018" y="172429"/>
                  <a:pt x="172417" y="172429"/>
                </a:cubicBezTo>
                <a:lnTo>
                  <a:pt x="30426" y="172429"/>
                </a:lnTo>
                <a:cubicBezTo>
                  <a:pt x="24825" y="172429"/>
                  <a:pt x="20285" y="167888"/>
                  <a:pt x="20285" y="162286"/>
                </a:cubicBezTo>
                <a:lnTo>
                  <a:pt x="20285" y="60861"/>
                </a:lnTo>
                <a:cubicBezTo>
                  <a:pt x="20285" y="55259"/>
                  <a:pt x="24825" y="50718"/>
                  <a:pt x="30426" y="50718"/>
                </a:cubicBezTo>
                <a:lnTo>
                  <a:pt x="91280" y="50718"/>
                </a:lnTo>
                <a:lnTo>
                  <a:pt x="91280" y="37857"/>
                </a:lnTo>
                <a:cubicBezTo>
                  <a:pt x="81578" y="32255"/>
                  <a:pt x="78254" y="19849"/>
                  <a:pt x="83856" y="10147"/>
                </a:cubicBezTo>
                <a:cubicBezTo>
                  <a:pt x="87480" y="3871"/>
                  <a:pt x="94175" y="6"/>
                  <a:pt x="101422" y="5"/>
                </a:cubicBezTo>
                <a:moveTo>
                  <a:pt x="70995" y="91288"/>
                </a:moveTo>
                <a:lnTo>
                  <a:pt x="60853" y="91288"/>
                </a:lnTo>
                <a:cubicBezTo>
                  <a:pt x="55711" y="91289"/>
                  <a:pt x="51383" y="95138"/>
                  <a:pt x="50781" y="100244"/>
                </a:cubicBezTo>
                <a:lnTo>
                  <a:pt x="50711" y="101431"/>
                </a:lnTo>
                <a:lnTo>
                  <a:pt x="50711" y="111574"/>
                </a:lnTo>
                <a:cubicBezTo>
                  <a:pt x="50712" y="116716"/>
                  <a:pt x="54560" y="121043"/>
                  <a:pt x="59667" y="121645"/>
                </a:cubicBezTo>
                <a:lnTo>
                  <a:pt x="60853" y="121716"/>
                </a:lnTo>
                <a:lnTo>
                  <a:pt x="70995" y="121716"/>
                </a:lnTo>
                <a:cubicBezTo>
                  <a:pt x="76137" y="121716"/>
                  <a:pt x="80465" y="117867"/>
                  <a:pt x="81067" y="112760"/>
                </a:cubicBezTo>
                <a:lnTo>
                  <a:pt x="81137" y="111574"/>
                </a:lnTo>
                <a:lnTo>
                  <a:pt x="81137" y="101431"/>
                </a:lnTo>
                <a:cubicBezTo>
                  <a:pt x="81137" y="95829"/>
                  <a:pt x="76596" y="91288"/>
                  <a:pt x="70995" y="91288"/>
                </a:cubicBezTo>
                <a:moveTo>
                  <a:pt x="141991" y="91288"/>
                </a:moveTo>
                <a:lnTo>
                  <a:pt x="131848" y="91288"/>
                </a:lnTo>
                <a:cubicBezTo>
                  <a:pt x="126707" y="91289"/>
                  <a:pt x="122379" y="95138"/>
                  <a:pt x="121777" y="100244"/>
                </a:cubicBezTo>
                <a:lnTo>
                  <a:pt x="121706" y="101431"/>
                </a:lnTo>
                <a:lnTo>
                  <a:pt x="121706" y="111574"/>
                </a:lnTo>
                <a:cubicBezTo>
                  <a:pt x="121706" y="116716"/>
                  <a:pt x="125555" y="121043"/>
                  <a:pt x="130662" y="121645"/>
                </a:cubicBezTo>
                <a:lnTo>
                  <a:pt x="131848" y="121716"/>
                </a:lnTo>
                <a:lnTo>
                  <a:pt x="141991" y="121716"/>
                </a:lnTo>
                <a:cubicBezTo>
                  <a:pt x="147132" y="121716"/>
                  <a:pt x="151460" y="117867"/>
                  <a:pt x="152062" y="112760"/>
                </a:cubicBezTo>
                <a:lnTo>
                  <a:pt x="152133" y="111574"/>
                </a:lnTo>
                <a:lnTo>
                  <a:pt x="152133" y="101431"/>
                </a:lnTo>
                <a:cubicBezTo>
                  <a:pt x="152133" y="95829"/>
                  <a:pt x="147592" y="91288"/>
                  <a:pt x="141991" y="91288"/>
                </a:cubicBezTo>
                <a:moveTo>
                  <a:pt x="10142" y="81146"/>
                </a:moveTo>
                <a:lnTo>
                  <a:pt x="10142" y="131859"/>
                </a:lnTo>
                <a:cubicBezTo>
                  <a:pt x="4541" y="131859"/>
                  <a:pt x="0" y="127318"/>
                  <a:pt x="0" y="121716"/>
                </a:cubicBezTo>
                <a:lnTo>
                  <a:pt x="0" y="91288"/>
                </a:lnTo>
                <a:cubicBezTo>
                  <a:pt x="0" y="85687"/>
                  <a:pt x="4541" y="81146"/>
                  <a:pt x="10142" y="81146"/>
                </a:cubicBezTo>
                <a:moveTo>
                  <a:pt x="192702" y="81146"/>
                </a:moveTo>
                <a:cubicBezTo>
                  <a:pt x="198304" y="81146"/>
                  <a:pt x="202843" y="85687"/>
                  <a:pt x="202843" y="91288"/>
                </a:cubicBezTo>
                <a:lnTo>
                  <a:pt x="202843" y="121716"/>
                </a:lnTo>
                <a:cubicBezTo>
                  <a:pt x="202843" y="127318"/>
                  <a:pt x="198304" y="131859"/>
                  <a:pt x="192702" y="131859"/>
                </a:cubicBezTo>
                <a:lnTo>
                  <a:pt x="192702" y="81146"/>
                </a:lnTo>
              </a:path>
            </a:pathLst>
          </a:custGeom>
          <a:noFill xmlns:a="http://schemas.openxmlformats.org/drawingml/2006/main"/>
          <a:ln xmlns:a="http://schemas.openxmlformats.org/drawingml/2006/main" w="1582">
            <a:solidFill>
              <a:srgbClr val="000000"/>
            </a:solidFill>
            <a:prstDash val="solid"/>
          </a:ln>
        </p:spPr>
      </p:sp>
      <p:sp>
        <p:nvSpPr>
          <p:cNvPr id="45" name="pdf-path-52">
            <a:extLst xmlns:a="http://schemas.openxmlformats.org/drawingml/2006/main">
              <a:ext uri="{FF2B5EF4-FFF2-40B4-BE49-F238E27FC236}">
                <a16:creationId xmlns:a16="http://schemas.microsoft.com/office/drawing/2014/main" id="{F86C2159-0EF2-4374-886C-F2F831B3010A}"/>
              </a:ext>
            </a:extLst>
          </p:cNvPr>
          <p:cNvSpPr>
            <a:spLocks xmlns:a="http://schemas.openxmlformats.org/drawingml/2006/main" noGrp="1"/>
          </p:cNvSpPr>
          <p:nvPr/>
        </p:nvSpPr>
        <p:spPr>
          <a:xfrm xmlns:a="http://schemas.openxmlformats.org/drawingml/2006/main">
            <a:off x="4168921" y="507421"/>
            <a:ext cx="202843" cy="172429"/>
          </a:xfrm>
          <a:custGeom xmlns:a="http://schemas.openxmlformats.org/drawingml/2006/main">
            <a:pathLst>
              <a:path w="202843" h="172429">
                <a:moveTo>
                  <a:pt x="101422" y="5"/>
                </a:moveTo>
                <a:cubicBezTo>
                  <a:pt x="112625" y="0"/>
                  <a:pt x="121711" y="9078"/>
                  <a:pt x="121715" y="20281"/>
                </a:cubicBezTo>
                <a:cubicBezTo>
                  <a:pt x="121718" y="27531"/>
                  <a:pt x="117853" y="34232"/>
                  <a:pt x="111574" y="37857"/>
                </a:cubicBezTo>
                <a:lnTo>
                  <a:pt x="111564" y="50718"/>
                </a:lnTo>
                <a:lnTo>
                  <a:pt x="172417" y="50718"/>
                </a:lnTo>
                <a:cubicBezTo>
                  <a:pt x="178018" y="50718"/>
                  <a:pt x="182559" y="55259"/>
                  <a:pt x="182559" y="60861"/>
                </a:cubicBezTo>
                <a:lnTo>
                  <a:pt x="182559" y="162286"/>
                </a:lnTo>
                <a:cubicBezTo>
                  <a:pt x="182559" y="167888"/>
                  <a:pt x="178018" y="172429"/>
                  <a:pt x="172417" y="172429"/>
                </a:cubicBezTo>
                <a:lnTo>
                  <a:pt x="30426" y="172429"/>
                </a:lnTo>
                <a:cubicBezTo>
                  <a:pt x="24825" y="172429"/>
                  <a:pt x="20285" y="167888"/>
                  <a:pt x="20285" y="162286"/>
                </a:cubicBezTo>
                <a:lnTo>
                  <a:pt x="20285" y="60861"/>
                </a:lnTo>
                <a:cubicBezTo>
                  <a:pt x="20285" y="55259"/>
                  <a:pt x="24825" y="50718"/>
                  <a:pt x="30426" y="50718"/>
                </a:cubicBezTo>
                <a:lnTo>
                  <a:pt x="91280" y="50718"/>
                </a:lnTo>
                <a:lnTo>
                  <a:pt x="91280" y="37857"/>
                </a:lnTo>
                <a:cubicBezTo>
                  <a:pt x="81578" y="32255"/>
                  <a:pt x="78254" y="19849"/>
                  <a:pt x="83856" y="10147"/>
                </a:cubicBezTo>
                <a:cubicBezTo>
                  <a:pt x="87480" y="3871"/>
                  <a:pt x="94175" y="6"/>
                  <a:pt x="101422" y="5"/>
                </a:cubicBezTo>
                <a:moveTo>
                  <a:pt x="70995" y="91288"/>
                </a:moveTo>
                <a:lnTo>
                  <a:pt x="60853" y="91288"/>
                </a:lnTo>
                <a:cubicBezTo>
                  <a:pt x="55711" y="91289"/>
                  <a:pt x="51383" y="95138"/>
                  <a:pt x="50781" y="100244"/>
                </a:cubicBezTo>
                <a:lnTo>
                  <a:pt x="50711" y="101431"/>
                </a:lnTo>
                <a:lnTo>
                  <a:pt x="50711" y="111574"/>
                </a:lnTo>
                <a:cubicBezTo>
                  <a:pt x="50712" y="116716"/>
                  <a:pt x="54560" y="121043"/>
                  <a:pt x="59667" y="121645"/>
                </a:cubicBezTo>
                <a:lnTo>
                  <a:pt x="60853" y="121716"/>
                </a:lnTo>
                <a:lnTo>
                  <a:pt x="70995" y="121716"/>
                </a:lnTo>
                <a:cubicBezTo>
                  <a:pt x="76137" y="121716"/>
                  <a:pt x="80465" y="117867"/>
                  <a:pt x="81067" y="112760"/>
                </a:cubicBezTo>
                <a:lnTo>
                  <a:pt x="81137" y="111574"/>
                </a:lnTo>
                <a:lnTo>
                  <a:pt x="81137" y="101431"/>
                </a:lnTo>
                <a:cubicBezTo>
                  <a:pt x="81137" y="95829"/>
                  <a:pt x="76596" y="91288"/>
                  <a:pt x="70995" y="91288"/>
                </a:cubicBezTo>
                <a:moveTo>
                  <a:pt x="141991" y="91288"/>
                </a:moveTo>
                <a:lnTo>
                  <a:pt x="131848" y="91288"/>
                </a:lnTo>
                <a:cubicBezTo>
                  <a:pt x="126707" y="91289"/>
                  <a:pt x="122379" y="95138"/>
                  <a:pt x="121777" y="100244"/>
                </a:cubicBezTo>
                <a:lnTo>
                  <a:pt x="121706" y="101431"/>
                </a:lnTo>
                <a:lnTo>
                  <a:pt x="121706" y="111574"/>
                </a:lnTo>
                <a:cubicBezTo>
                  <a:pt x="121706" y="116716"/>
                  <a:pt x="125555" y="121043"/>
                  <a:pt x="130662" y="121645"/>
                </a:cubicBezTo>
                <a:lnTo>
                  <a:pt x="131848" y="121716"/>
                </a:lnTo>
                <a:lnTo>
                  <a:pt x="141991" y="121716"/>
                </a:lnTo>
                <a:cubicBezTo>
                  <a:pt x="147132" y="121716"/>
                  <a:pt x="151460" y="117867"/>
                  <a:pt x="152062" y="112760"/>
                </a:cubicBezTo>
                <a:lnTo>
                  <a:pt x="152133" y="111574"/>
                </a:lnTo>
                <a:lnTo>
                  <a:pt x="152133" y="101431"/>
                </a:lnTo>
                <a:cubicBezTo>
                  <a:pt x="152133" y="95829"/>
                  <a:pt x="147592" y="91288"/>
                  <a:pt x="141991" y="91288"/>
                </a:cubicBezTo>
                <a:moveTo>
                  <a:pt x="10142" y="81146"/>
                </a:moveTo>
                <a:lnTo>
                  <a:pt x="10142" y="131859"/>
                </a:lnTo>
                <a:cubicBezTo>
                  <a:pt x="4541" y="131859"/>
                  <a:pt x="0" y="127318"/>
                  <a:pt x="0" y="121716"/>
                </a:cubicBezTo>
                <a:lnTo>
                  <a:pt x="0" y="91288"/>
                </a:lnTo>
                <a:cubicBezTo>
                  <a:pt x="0" y="85687"/>
                  <a:pt x="4541" y="81146"/>
                  <a:pt x="10142" y="81146"/>
                </a:cubicBezTo>
                <a:moveTo>
                  <a:pt x="192702" y="81146"/>
                </a:moveTo>
                <a:cubicBezTo>
                  <a:pt x="198304" y="81146"/>
                  <a:pt x="202843" y="85687"/>
                  <a:pt x="202843" y="91288"/>
                </a:cubicBezTo>
                <a:lnTo>
                  <a:pt x="202843" y="121716"/>
                </a:lnTo>
                <a:cubicBezTo>
                  <a:pt x="202843" y="127318"/>
                  <a:pt x="198304" y="131859"/>
                  <a:pt x="192702" y="131859"/>
                </a:cubicBezTo>
                <a:lnTo>
                  <a:pt x="192702" y="81146"/>
                </a:lnTo>
              </a:path>
            </a:pathLst>
          </a:custGeom>
          <a:solidFill xmlns:a="http://schemas.openxmlformats.org/drawingml/2006/main">
            <a:srgbClr val="D81E06"/>
          </a:solidFill>
          <a:ln xmlns:a="http://schemas.openxmlformats.org/drawingml/2006/main" w="1582">
            <a:solidFill>
              <a:srgbClr val="000000"/>
            </a:solidFill>
            <a:prstDash val="solid"/>
          </a:ln>
        </p:spPr>
      </p:sp>
      <p:sp>
        <p:nvSpPr>
          <p:cNvPr id="46" name="pdf-path-54">
            <a:extLst xmlns:a="http://schemas.openxmlformats.org/drawingml/2006/main">
              <a:ext uri="{FF2B5EF4-FFF2-40B4-BE49-F238E27FC236}">
                <a16:creationId xmlns:a16="http://schemas.microsoft.com/office/drawing/2014/main" id="{28741425-ECFA-4DA1-94F6-2DE8B7AEB612}"/>
              </a:ext>
            </a:extLst>
          </p:cNvPr>
          <p:cNvSpPr>
            <a:spLocks xmlns:a="http://schemas.openxmlformats.org/drawingml/2006/main" noGrp="1"/>
          </p:cNvSpPr>
          <p:nvPr/>
        </p:nvSpPr>
        <p:spPr>
          <a:xfrm xmlns:a="http://schemas.openxmlformats.org/drawingml/2006/main">
            <a:off x="2121400" y="3227145"/>
            <a:ext cx="201070" cy="170921"/>
          </a:xfrm>
          <a:custGeom xmlns:a="http://schemas.openxmlformats.org/drawingml/2006/main">
            <a:pathLst>
              <a:path w="201070" h="170921">
                <a:moveTo>
                  <a:pt x="100535" y="5"/>
                </a:moveTo>
                <a:cubicBezTo>
                  <a:pt x="111639" y="0"/>
                  <a:pt x="120646" y="8999"/>
                  <a:pt x="120651" y="20104"/>
                </a:cubicBezTo>
                <a:cubicBezTo>
                  <a:pt x="120655" y="27290"/>
                  <a:pt x="116822" y="33932"/>
                  <a:pt x="110598" y="37526"/>
                </a:cubicBezTo>
                <a:lnTo>
                  <a:pt x="110589" y="50275"/>
                </a:lnTo>
                <a:lnTo>
                  <a:pt x="170909" y="50275"/>
                </a:lnTo>
                <a:cubicBezTo>
                  <a:pt x="176462" y="50275"/>
                  <a:pt x="180963" y="54776"/>
                  <a:pt x="180963" y="60329"/>
                </a:cubicBezTo>
                <a:lnTo>
                  <a:pt x="180963" y="160868"/>
                </a:lnTo>
                <a:cubicBezTo>
                  <a:pt x="180963" y="166420"/>
                  <a:pt x="176462" y="170921"/>
                  <a:pt x="170909" y="170921"/>
                </a:cubicBezTo>
                <a:lnTo>
                  <a:pt x="30160" y="170921"/>
                </a:lnTo>
                <a:cubicBezTo>
                  <a:pt x="24608" y="170921"/>
                  <a:pt x="20107" y="166420"/>
                  <a:pt x="20107" y="160868"/>
                </a:cubicBezTo>
                <a:lnTo>
                  <a:pt x="20107" y="60329"/>
                </a:lnTo>
                <a:cubicBezTo>
                  <a:pt x="20107" y="54776"/>
                  <a:pt x="24608" y="50275"/>
                  <a:pt x="30160" y="50275"/>
                </a:cubicBezTo>
                <a:lnTo>
                  <a:pt x="90481" y="50275"/>
                </a:lnTo>
                <a:lnTo>
                  <a:pt x="90481" y="37526"/>
                </a:lnTo>
                <a:cubicBezTo>
                  <a:pt x="80864" y="31973"/>
                  <a:pt x="77571" y="19675"/>
                  <a:pt x="83123" y="10058"/>
                </a:cubicBezTo>
                <a:cubicBezTo>
                  <a:pt x="86715" y="3838"/>
                  <a:pt x="93352" y="5"/>
                  <a:pt x="100535" y="5"/>
                </a:cubicBezTo>
                <a:moveTo>
                  <a:pt x="70374" y="90490"/>
                </a:moveTo>
                <a:lnTo>
                  <a:pt x="60321" y="90490"/>
                </a:lnTo>
                <a:cubicBezTo>
                  <a:pt x="55224" y="90491"/>
                  <a:pt x="50934" y="94306"/>
                  <a:pt x="50338" y="99368"/>
                </a:cubicBezTo>
                <a:lnTo>
                  <a:pt x="50267" y="100544"/>
                </a:lnTo>
                <a:lnTo>
                  <a:pt x="50267" y="110598"/>
                </a:lnTo>
                <a:cubicBezTo>
                  <a:pt x="50268" y="115695"/>
                  <a:pt x="54083" y="119985"/>
                  <a:pt x="59144" y="120582"/>
                </a:cubicBezTo>
                <a:lnTo>
                  <a:pt x="60321" y="120652"/>
                </a:lnTo>
                <a:lnTo>
                  <a:pt x="70374" y="120652"/>
                </a:lnTo>
                <a:cubicBezTo>
                  <a:pt x="75472" y="120651"/>
                  <a:pt x="79761" y="116836"/>
                  <a:pt x="80358" y="111774"/>
                </a:cubicBezTo>
                <a:lnTo>
                  <a:pt x="80428" y="110598"/>
                </a:lnTo>
                <a:lnTo>
                  <a:pt x="80428" y="100544"/>
                </a:lnTo>
                <a:cubicBezTo>
                  <a:pt x="80428" y="94992"/>
                  <a:pt x="75927" y="90490"/>
                  <a:pt x="70374" y="90490"/>
                </a:cubicBezTo>
                <a:moveTo>
                  <a:pt x="140749" y="90490"/>
                </a:moveTo>
                <a:lnTo>
                  <a:pt x="130695" y="90490"/>
                </a:lnTo>
                <a:cubicBezTo>
                  <a:pt x="125598" y="90491"/>
                  <a:pt x="121309" y="94306"/>
                  <a:pt x="120712" y="99368"/>
                </a:cubicBezTo>
                <a:lnTo>
                  <a:pt x="120641" y="100544"/>
                </a:lnTo>
                <a:lnTo>
                  <a:pt x="120641" y="110598"/>
                </a:lnTo>
                <a:cubicBezTo>
                  <a:pt x="120642" y="115695"/>
                  <a:pt x="124458" y="119985"/>
                  <a:pt x="129519" y="120582"/>
                </a:cubicBezTo>
                <a:lnTo>
                  <a:pt x="130695" y="120652"/>
                </a:lnTo>
                <a:lnTo>
                  <a:pt x="140749" y="120652"/>
                </a:lnTo>
                <a:cubicBezTo>
                  <a:pt x="145846" y="120651"/>
                  <a:pt x="150136" y="116836"/>
                  <a:pt x="150732" y="111774"/>
                </a:cubicBezTo>
                <a:lnTo>
                  <a:pt x="150803" y="110598"/>
                </a:lnTo>
                <a:lnTo>
                  <a:pt x="150803" y="100544"/>
                </a:lnTo>
                <a:cubicBezTo>
                  <a:pt x="150803" y="94992"/>
                  <a:pt x="146301" y="90490"/>
                  <a:pt x="140749" y="90490"/>
                </a:cubicBezTo>
                <a:moveTo>
                  <a:pt x="10054" y="80437"/>
                </a:moveTo>
                <a:lnTo>
                  <a:pt x="10054" y="130706"/>
                </a:lnTo>
                <a:cubicBezTo>
                  <a:pt x="4501" y="130706"/>
                  <a:pt x="0" y="126205"/>
                  <a:pt x="0" y="120652"/>
                </a:cubicBezTo>
                <a:lnTo>
                  <a:pt x="0" y="90490"/>
                </a:lnTo>
                <a:cubicBezTo>
                  <a:pt x="0" y="84938"/>
                  <a:pt x="4501" y="80437"/>
                  <a:pt x="10054" y="80437"/>
                </a:cubicBezTo>
                <a:moveTo>
                  <a:pt x="191016" y="80437"/>
                </a:moveTo>
                <a:cubicBezTo>
                  <a:pt x="196569" y="80437"/>
                  <a:pt x="201070" y="84938"/>
                  <a:pt x="201070" y="90490"/>
                </a:cubicBezTo>
                <a:lnTo>
                  <a:pt x="201070" y="120652"/>
                </a:lnTo>
                <a:cubicBezTo>
                  <a:pt x="201070" y="126205"/>
                  <a:pt x="196569" y="130706"/>
                  <a:pt x="191016" y="130706"/>
                </a:cubicBezTo>
                <a:lnTo>
                  <a:pt x="191016" y="80437"/>
                </a:lnTo>
              </a:path>
            </a:pathLst>
          </a:custGeom>
          <a:solidFill xmlns:a="http://schemas.openxmlformats.org/drawingml/2006/main">
            <a:srgbClr val="CAC109"/>
          </a:solidFill>
          <a:ln xmlns:a="http://schemas.openxmlformats.org/drawingml/2006/main" w="1570">
            <a:solidFill>
              <a:srgbClr val="000000"/>
            </a:solidFill>
            <a:prstDash val="solid"/>
          </a:ln>
        </p:spPr>
      </p:sp>
      <p:sp>
        <p:nvSpPr>
          <p:cNvPr id="47" name="pdf-path-56">
            <a:extLst xmlns:a="http://schemas.openxmlformats.org/drawingml/2006/main">
              <a:ext uri="{FF2B5EF4-FFF2-40B4-BE49-F238E27FC236}">
                <a16:creationId xmlns:a16="http://schemas.microsoft.com/office/drawing/2014/main" id="{C607DE12-3B8C-45E3-9C10-B599FAA36CE1}"/>
              </a:ext>
            </a:extLst>
          </p:cNvPr>
          <p:cNvSpPr>
            <a:spLocks xmlns:a="http://schemas.openxmlformats.org/drawingml/2006/main" noGrp="1"/>
          </p:cNvSpPr>
          <p:nvPr/>
        </p:nvSpPr>
        <p:spPr>
          <a:xfrm xmlns:a="http://schemas.openxmlformats.org/drawingml/2006/main">
            <a:off x="1689166" y="98826"/>
            <a:ext cx="3559850" cy="4090349"/>
          </a:xfrm>
          <a:custGeom xmlns:a="http://schemas.openxmlformats.org/drawingml/2006/main">
            <a:pathLst>
              <a:path w="3559850" h="4090349">
                <a:moveTo>
                  <a:pt x="0" y="254603"/>
                </a:moveTo>
                <a:cubicBezTo>
                  <a:pt x="0" y="113995"/>
                  <a:pt x="113985" y="0"/>
                  <a:pt x="254603" y="0"/>
                </a:cubicBezTo>
                <a:lnTo>
                  <a:pt x="3305257" y="0"/>
                </a:lnTo>
                <a:cubicBezTo>
                  <a:pt x="3445865" y="0"/>
                  <a:pt x="3559850" y="113995"/>
                  <a:pt x="3559850" y="254603"/>
                </a:cubicBezTo>
                <a:lnTo>
                  <a:pt x="3559850" y="3835746"/>
                </a:lnTo>
                <a:cubicBezTo>
                  <a:pt x="3559850" y="3976354"/>
                  <a:pt x="3445865" y="4090349"/>
                  <a:pt x="3305257" y="4090349"/>
                </a:cubicBezTo>
                <a:lnTo>
                  <a:pt x="254603" y="4090349"/>
                </a:lnTo>
                <a:cubicBezTo>
                  <a:pt x="113985" y="4090349"/>
                  <a:pt x="0" y="3976354"/>
                  <a:pt x="0" y="3835746"/>
                </a:cubicBezTo>
                <a:lnTo>
                  <a:pt x="0" y="254603"/>
                </a:lnTo>
              </a:path>
            </a:pathLst>
          </a:custGeom>
          <a:noFill xmlns:a="http://schemas.openxmlformats.org/drawingml/2006/main"/>
          <a:ln xmlns:a="http://schemas.openxmlformats.org/drawingml/2006/main" w="14538">
            <a:solidFill>
              <a:srgbClr val="BFBFBF"/>
            </a:solidFill>
            <a:prstDash val="dash"/>
          </a:ln>
        </p:spPr>
      </p:sp>
      <p:sp>
        <p:nvSpPr>
          <p:cNvPr id="48" name="pdf-text-57-0">
            <a:extLst xmlns:a="http://schemas.openxmlformats.org/drawingml/2006/main">
              <a:ext uri="{FF2B5EF4-FFF2-40B4-BE49-F238E27FC236}">
                <a16:creationId xmlns:a16="http://schemas.microsoft.com/office/drawing/2014/main" id="{F7FEDD06-2260-4ED5-9C05-FA6C47778C42}"/>
              </a:ext>
            </a:extLst>
          </p:cNvPr>
          <p:cNvSpPr>
            <a:spLocks xmlns:a="http://schemas.openxmlformats.org/drawingml/2006/main" noGrp="1"/>
          </p:cNvSpPr>
          <p:nvPr/>
        </p:nvSpPr>
        <p:spPr>
          <a:xfrm xmlns:a="http://schemas.openxmlformats.org/drawingml/2006/main">
            <a:off x="2555643" y="205148"/>
            <a:ext cx="1744550" cy="174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74" b="1" i="0">
                <a:solidFill>
                  <a:srgbClr val="000000"/>
                </a:solidFill>
                <a:latin typeface="Arial"/>
                <a:ea typeface="Arial"/>
                <a:cs typeface="Arial"/>
              </a:defRPr>
            </a:defPPr>
          </a:lstStyle>
          <a:p xmlns:a="http://schemas.openxmlformats.org/drawingml/2006/main">
            <a:pPr algn="l">
              <a:defRPr sz="1374" b="1" i="0">
                <a:solidFill>
                  <a:srgbClr val="000000"/>
                </a:solidFill>
                <a:latin typeface="Arial"/>
                <a:ea typeface="Arial"/>
                <a:cs typeface="Arial"/>
              </a:defRPr>
            </a:pPr>
            <a:r>
              <a:rPr sz="1374" b="1" i="0">
                <a:solidFill>
                  <a:srgbClr val="000000"/>
                </a:solidFill>
                <a:latin typeface="Arial"/>
                <a:ea typeface="Arial"/>
                <a:cs typeface="Arial"/>
              </a:rPr>
              <a:t>Scalable Search Tree</a:t>
            </a:r>
          </a:p>
        </p:txBody>
      </p:sp>
      <p:sp>
        <p:nvSpPr>
          <p:cNvPr id="49" name="pdf-path-58">
            <a:extLst xmlns:a="http://schemas.openxmlformats.org/drawingml/2006/main">
              <a:ext uri="{FF2B5EF4-FFF2-40B4-BE49-F238E27FC236}">
                <a16:creationId xmlns:a16="http://schemas.microsoft.com/office/drawing/2014/main" id="{FE92EEEA-1463-46E1-AC7F-BCC409045B15}"/>
              </a:ext>
            </a:extLst>
          </p:cNvPr>
          <p:cNvSpPr>
            <a:spLocks xmlns:a="http://schemas.openxmlformats.org/drawingml/2006/main" noGrp="1"/>
          </p:cNvSpPr>
          <p:nvPr/>
        </p:nvSpPr>
        <p:spPr>
          <a:xfrm xmlns:a="http://schemas.openxmlformats.org/drawingml/2006/main">
            <a:off x="4387901" y="1854079"/>
            <a:ext cx="218811" cy="182671"/>
          </a:xfrm>
          <a:custGeom xmlns:a="http://schemas.openxmlformats.org/drawingml/2006/main">
            <a:pathLst>
              <a:path w="218811" h="182671">
                <a:moveTo>
                  <a:pt x="218811" y="0"/>
                </a:moveTo>
                <a:lnTo>
                  <a:pt x="0" y="182671"/>
                </a:lnTo>
              </a:path>
            </a:pathLst>
          </a:custGeom>
          <a:noFill xmlns:a="http://schemas.openxmlformats.org/drawingml/2006/main"/>
          <a:ln xmlns:a="http://schemas.openxmlformats.org/drawingml/2006/main" w="29075">
            <a:solidFill>
              <a:srgbClr val="000000"/>
            </a:solidFill>
            <a:prstDash val="solid"/>
          </a:ln>
        </p:spPr>
      </p:sp>
      <p:sp>
        <p:nvSpPr>
          <p:cNvPr id="50" name="pdf-path-59">
            <a:extLst xmlns:a="http://schemas.openxmlformats.org/drawingml/2006/main">
              <a:ext uri="{FF2B5EF4-FFF2-40B4-BE49-F238E27FC236}">
                <a16:creationId xmlns:a16="http://schemas.microsoft.com/office/drawing/2014/main" id="{A31759BA-09C6-469B-A86B-A1B685E7B1BA}"/>
              </a:ext>
            </a:extLst>
          </p:cNvPr>
          <p:cNvSpPr>
            <a:spLocks xmlns:a="http://schemas.openxmlformats.org/drawingml/2006/main" noGrp="1"/>
          </p:cNvSpPr>
          <p:nvPr/>
        </p:nvSpPr>
        <p:spPr>
          <a:xfrm xmlns:a="http://schemas.openxmlformats.org/drawingml/2006/main">
            <a:off x="4332095" y="1993946"/>
            <a:ext cx="94912" cy="89378"/>
          </a:xfrm>
          <a:custGeom xmlns:a="http://schemas.openxmlformats.org/drawingml/2006/main">
            <a:pathLst>
              <a:path w="94912" h="89378">
                <a:moveTo>
                  <a:pt x="39010" y="0"/>
                </a:moveTo>
                <a:lnTo>
                  <a:pt x="0" y="89378"/>
                </a:lnTo>
                <a:lnTo>
                  <a:pt x="94912" y="66960"/>
                </a:lnTo>
                <a:lnTo>
                  <a:pt x="39010" y="0"/>
                </a:lnTo>
              </a:path>
            </a:pathLst>
          </a:custGeom>
          <a:solidFill xmlns:a="http://schemas.openxmlformats.org/drawingml/2006/main">
            <a:srgbClr val="000000"/>
          </a:solidFill>
          <a:ln xmlns:a="http://schemas.openxmlformats.org/drawingml/2006/main" w="0">
            <a:noFill/>
            <a:prstDash val="solid"/>
          </a:ln>
        </p:spPr>
      </p:sp>
      <p:sp>
        <p:nvSpPr>
          <p:cNvPr id="51" name="pdf-path-60">
            <a:extLst xmlns:a="http://schemas.openxmlformats.org/drawingml/2006/main">
              <a:ext uri="{FF2B5EF4-FFF2-40B4-BE49-F238E27FC236}">
                <a16:creationId xmlns:a16="http://schemas.microsoft.com/office/drawing/2014/main" id="{A4F372E4-E46C-47AE-BD24-6653082A63B9}"/>
              </a:ext>
            </a:extLst>
          </p:cNvPr>
          <p:cNvSpPr>
            <a:spLocks xmlns:a="http://schemas.openxmlformats.org/drawingml/2006/main" noGrp="1"/>
          </p:cNvSpPr>
          <p:nvPr/>
        </p:nvSpPr>
        <p:spPr>
          <a:xfrm xmlns:a="http://schemas.openxmlformats.org/drawingml/2006/main">
            <a:off x="2403919" y="1835230"/>
            <a:ext cx="190609" cy="184376"/>
          </a:xfrm>
          <a:custGeom xmlns:a="http://schemas.openxmlformats.org/drawingml/2006/main">
            <a:pathLst>
              <a:path w="190609" h="184376">
                <a:moveTo>
                  <a:pt x="0" y="0"/>
                </a:moveTo>
                <a:lnTo>
                  <a:pt x="190609" y="184376"/>
                </a:lnTo>
              </a:path>
            </a:pathLst>
          </a:custGeom>
          <a:noFill xmlns:a="http://schemas.openxmlformats.org/drawingml/2006/main"/>
          <a:ln xmlns:a="http://schemas.openxmlformats.org/drawingml/2006/main" w="29075">
            <a:solidFill>
              <a:srgbClr val="000000"/>
            </a:solidFill>
            <a:prstDash val="solid"/>
          </a:ln>
        </p:spPr>
      </p:sp>
      <p:sp>
        <p:nvSpPr>
          <p:cNvPr id="52" name="pdf-path-61">
            <a:extLst xmlns:a="http://schemas.openxmlformats.org/drawingml/2006/main">
              <a:ext uri="{FF2B5EF4-FFF2-40B4-BE49-F238E27FC236}">
                <a16:creationId xmlns:a16="http://schemas.microsoft.com/office/drawing/2014/main" id="{4F802636-CB82-48EB-87B9-9166AAACD21D}"/>
              </a:ext>
            </a:extLst>
          </p:cNvPr>
          <p:cNvSpPr>
            <a:spLocks xmlns:a="http://schemas.openxmlformats.org/drawingml/2006/main" noGrp="1"/>
          </p:cNvSpPr>
          <p:nvPr/>
        </p:nvSpPr>
        <p:spPr>
          <a:xfrm xmlns:a="http://schemas.openxmlformats.org/drawingml/2006/main">
            <a:off x="2553755" y="1978153"/>
            <a:ext cx="93021" cy="91994"/>
          </a:xfrm>
          <a:custGeom xmlns:a="http://schemas.openxmlformats.org/drawingml/2006/main">
            <a:pathLst>
              <a:path w="93021" h="91994">
                <a:moveTo>
                  <a:pt x="60651" y="0"/>
                </a:moveTo>
                <a:lnTo>
                  <a:pt x="93021" y="91994"/>
                </a:lnTo>
                <a:lnTo>
                  <a:pt x="0" y="62696"/>
                </a:lnTo>
                <a:lnTo>
                  <a:pt x="60651" y="0"/>
                </a:lnTo>
              </a:path>
            </a:pathLst>
          </a:custGeom>
          <a:solidFill xmlns:a="http://schemas.openxmlformats.org/drawingml/2006/main">
            <a:srgbClr val="000000"/>
          </a:solidFill>
          <a:ln xmlns:a="http://schemas.openxmlformats.org/drawingml/2006/main" w="0">
            <a:noFill/>
            <a:prstDash val="solid"/>
          </a:ln>
        </p:spPr>
      </p:sp>
      <p:sp>
        <p:nvSpPr>
          <p:cNvPr id="53" name="pdf-path-62">
            <a:extLst xmlns:a="http://schemas.openxmlformats.org/drawingml/2006/main">
              <a:ext uri="{FF2B5EF4-FFF2-40B4-BE49-F238E27FC236}">
                <a16:creationId xmlns:a16="http://schemas.microsoft.com/office/drawing/2014/main" id="{F10D7155-757A-4248-A185-1197E860FF71}"/>
              </a:ext>
            </a:extLst>
          </p:cNvPr>
          <p:cNvSpPr>
            <a:spLocks xmlns:a="http://schemas.openxmlformats.org/drawingml/2006/main" noGrp="1"/>
          </p:cNvSpPr>
          <p:nvPr/>
        </p:nvSpPr>
        <p:spPr>
          <a:xfrm xmlns:a="http://schemas.openxmlformats.org/drawingml/2006/main">
            <a:off x="2773565" y="2765945"/>
            <a:ext cx="93642" cy="176168"/>
          </a:xfrm>
          <a:custGeom xmlns:a="http://schemas.openxmlformats.org/drawingml/2006/main">
            <a:pathLst>
              <a:path w="93642" h="176168">
                <a:moveTo>
                  <a:pt x="93642" y="176168"/>
                </a:moveTo>
                <a:lnTo>
                  <a:pt x="0" y="0"/>
                </a:lnTo>
              </a:path>
            </a:pathLst>
          </a:custGeom>
          <a:noFill xmlns:a="http://schemas.openxmlformats.org/drawingml/2006/main"/>
          <a:ln xmlns:a="http://schemas.openxmlformats.org/drawingml/2006/main" w="29075">
            <a:solidFill>
              <a:srgbClr val="000000"/>
            </a:solidFill>
            <a:prstDash val="solid"/>
          </a:ln>
        </p:spPr>
      </p:sp>
      <p:sp>
        <p:nvSpPr>
          <p:cNvPr id="54" name="pdf-path-63">
            <a:extLst xmlns:a="http://schemas.openxmlformats.org/drawingml/2006/main">
              <a:ext uri="{FF2B5EF4-FFF2-40B4-BE49-F238E27FC236}">
                <a16:creationId xmlns:a16="http://schemas.microsoft.com/office/drawing/2014/main" id="{6C860AF0-E182-43DF-AB55-DBD3C50ACDA1}"/>
              </a:ext>
            </a:extLst>
          </p:cNvPr>
          <p:cNvSpPr>
            <a:spLocks xmlns:a="http://schemas.openxmlformats.org/drawingml/2006/main" noGrp="1"/>
          </p:cNvSpPr>
          <p:nvPr/>
        </p:nvSpPr>
        <p:spPr>
          <a:xfrm xmlns:a="http://schemas.openxmlformats.org/drawingml/2006/main">
            <a:off x="2739453" y="2701765"/>
            <a:ext cx="79443" cy="97490"/>
          </a:xfrm>
          <a:custGeom xmlns:a="http://schemas.openxmlformats.org/drawingml/2006/main">
            <a:pathLst>
              <a:path w="79443" h="97490">
                <a:moveTo>
                  <a:pt x="2423" y="97490"/>
                </a:moveTo>
                <a:lnTo>
                  <a:pt x="0" y="0"/>
                </a:lnTo>
                <a:lnTo>
                  <a:pt x="79443" y="56552"/>
                </a:lnTo>
                <a:lnTo>
                  <a:pt x="2423" y="97490"/>
                </a:lnTo>
              </a:path>
            </a:pathLst>
          </a:custGeom>
          <a:solidFill xmlns:a="http://schemas.openxmlformats.org/drawingml/2006/main">
            <a:srgbClr val="000000"/>
          </a:solidFill>
          <a:ln xmlns:a="http://schemas.openxmlformats.org/drawingml/2006/main" w="0">
            <a:noFill/>
            <a:prstDash val="solid"/>
          </a:ln>
        </p:spPr>
      </p:sp>
      <p:sp>
        <p:nvSpPr>
          <p:cNvPr id="55" name="pdf-path-64">
            <a:extLst xmlns:a="http://schemas.openxmlformats.org/drawingml/2006/main">
              <a:ext uri="{FF2B5EF4-FFF2-40B4-BE49-F238E27FC236}">
                <a16:creationId xmlns:a16="http://schemas.microsoft.com/office/drawing/2014/main" id="{DC5B68F9-5FD6-454B-91E8-4C776AC2ED32}"/>
              </a:ext>
            </a:extLst>
          </p:cNvPr>
          <p:cNvSpPr>
            <a:spLocks xmlns:a="http://schemas.openxmlformats.org/drawingml/2006/main" noGrp="1"/>
          </p:cNvSpPr>
          <p:nvPr/>
        </p:nvSpPr>
        <p:spPr>
          <a:xfrm xmlns:a="http://schemas.openxmlformats.org/drawingml/2006/main">
            <a:off x="1410186" y="2231368"/>
            <a:ext cx="572348" cy="264944"/>
          </a:xfrm>
          <a:custGeom xmlns:a="http://schemas.openxmlformats.org/drawingml/2006/main">
            <a:pathLst>
              <a:path w="572348" h="264944">
                <a:moveTo>
                  <a:pt x="0" y="66234"/>
                </a:moveTo>
                <a:lnTo>
                  <a:pt x="317619" y="66234"/>
                </a:lnTo>
                <a:lnTo>
                  <a:pt x="317619" y="0"/>
                </a:lnTo>
                <a:lnTo>
                  <a:pt x="572348" y="132467"/>
                </a:lnTo>
                <a:lnTo>
                  <a:pt x="317619" y="264944"/>
                </a:lnTo>
                <a:lnTo>
                  <a:pt x="317619" y="198710"/>
                </a:lnTo>
                <a:lnTo>
                  <a:pt x="0" y="198710"/>
                </a:lnTo>
                <a:lnTo>
                  <a:pt x="0" y="66234"/>
                </a:lnTo>
              </a:path>
            </a:pathLst>
          </a:custGeom>
          <a:solidFill xmlns:a="http://schemas.openxmlformats.org/drawingml/2006/main">
            <a:srgbClr val="FFFFFF"/>
          </a:solidFill>
          <a:ln xmlns:a="http://schemas.openxmlformats.org/drawingml/2006/main" w="14538">
            <a:solidFill>
              <a:srgbClr val="000000"/>
            </a:solidFill>
            <a:prstDash val="solid"/>
          </a:ln>
        </p:spPr>
      </p:sp>
      <p:sp>
        <p:nvSpPr>
          <p:cNvPr id="56" name="pdf-path-66">
            <a:extLst xmlns:a="http://schemas.openxmlformats.org/drawingml/2006/main">
              <a:ext uri="{FF2B5EF4-FFF2-40B4-BE49-F238E27FC236}">
                <a16:creationId xmlns:a16="http://schemas.microsoft.com/office/drawing/2014/main" id="{FF55FFE0-4C89-4526-AEE5-547BDA93D52A}"/>
              </a:ext>
            </a:extLst>
          </p:cNvPr>
          <p:cNvSpPr>
            <a:spLocks xmlns:a="http://schemas.openxmlformats.org/drawingml/2006/main" noGrp="1"/>
          </p:cNvSpPr>
          <p:nvPr/>
        </p:nvSpPr>
        <p:spPr>
          <a:xfrm xmlns:a="http://schemas.openxmlformats.org/drawingml/2006/main">
            <a:off x="5002402" y="2231368"/>
            <a:ext cx="572348" cy="264944"/>
          </a:xfrm>
          <a:custGeom xmlns:a="http://schemas.openxmlformats.org/drawingml/2006/main">
            <a:pathLst>
              <a:path w="572348" h="264944">
                <a:moveTo>
                  <a:pt x="0" y="66234"/>
                </a:moveTo>
                <a:lnTo>
                  <a:pt x="317619" y="66234"/>
                </a:lnTo>
                <a:lnTo>
                  <a:pt x="317619" y="0"/>
                </a:lnTo>
                <a:lnTo>
                  <a:pt x="572348" y="132467"/>
                </a:lnTo>
                <a:lnTo>
                  <a:pt x="317619" y="264944"/>
                </a:lnTo>
                <a:lnTo>
                  <a:pt x="317619" y="198710"/>
                </a:lnTo>
                <a:lnTo>
                  <a:pt x="0" y="198710"/>
                </a:lnTo>
                <a:lnTo>
                  <a:pt x="0" y="66234"/>
                </a:lnTo>
              </a:path>
            </a:pathLst>
          </a:custGeom>
          <a:solidFill xmlns:a="http://schemas.openxmlformats.org/drawingml/2006/main">
            <a:srgbClr val="FFFFFF"/>
          </a:solidFill>
          <a:ln xmlns:a="http://schemas.openxmlformats.org/drawingml/2006/main" w="14538">
            <a:solidFill>
              <a:srgbClr val="000000"/>
            </a:solidFill>
            <a:prstDash val="solid"/>
          </a:ln>
        </p:spPr>
      </p:sp>
      <p:sp>
        <p:nvSpPr>
          <p:cNvPr id="57" name="pdf-path-68">
            <a:extLst xmlns:a="http://schemas.openxmlformats.org/drawingml/2006/main">
              <a:ext uri="{FF2B5EF4-FFF2-40B4-BE49-F238E27FC236}">
                <a16:creationId xmlns:a16="http://schemas.microsoft.com/office/drawing/2014/main" id="{7636D91B-A14D-4F9D-87B6-4FC62847663D}"/>
              </a:ext>
            </a:extLst>
          </p:cNvPr>
          <p:cNvSpPr>
            <a:spLocks xmlns:a="http://schemas.openxmlformats.org/drawingml/2006/main" noGrp="1"/>
          </p:cNvSpPr>
          <p:nvPr/>
        </p:nvSpPr>
        <p:spPr>
          <a:xfrm xmlns:a="http://schemas.openxmlformats.org/drawingml/2006/main">
            <a:off x="3305684" y="427291"/>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0">
            <a:noFill/>
            <a:prstDash val="solid"/>
          </a:ln>
        </p:spPr>
      </p:sp>
      <p:sp>
        <p:nvSpPr>
          <p:cNvPr id="58" name="pdf-path-69">
            <a:extLst xmlns:a="http://schemas.openxmlformats.org/drawingml/2006/main">
              <a:ext uri="{FF2B5EF4-FFF2-40B4-BE49-F238E27FC236}">
                <a16:creationId xmlns:a16="http://schemas.microsoft.com/office/drawing/2014/main" id="{B74FCD91-E2A1-4D95-A8A1-80ECAB5E9643}"/>
              </a:ext>
            </a:extLst>
          </p:cNvPr>
          <p:cNvSpPr>
            <a:spLocks xmlns:a="http://schemas.openxmlformats.org/drawingml/2006/main" noGrp="1"/>
          </p:cNvSpPr>
          <p:nvPr/>
        </p:nvSpPr>
        <p:spPr>
          <a:xfrm xmlns:a="http://schemas.openxmlformats.org/drawingml/2006/main">
            <a:off x="3305684" y="427290"/>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noFill xmlns:a="http://schemas.openxmlformats.org/drawingml/2006/main"/>
          <a:ln xmlns:a="http://schemas.openxmlformats.org/drawingml/2006/main" w="21807">
            <a:solidFill>
              <a:srgbClr val="000000"/>
            </a:solidFill>
            <a:prstDash val="solid"/>
          </a:ln>
        </p:spPr>
      </p:sp>
      <p:sp>
        <p:nvSpPr>
          <p:cNvPr id="59" name="pdf-path-70">
            <a:extLst xmlns:a="http://schemas.openxmlformats.org/drawingml/2006/main">
              <a:ext uri="{FF2B5EF4-FFF2-40B4-BE49-F238E27FC236}">
                <a16:creationId xmlns:a16="http://schemas.microsoft.com/office/drawing/2014/main" id="{0A78CAFB-FBF0-4DBA-BEA1-CC4C538B7983}"/>
              </a:ext>
            </a:extLst>
          </p:cNvPr>
          <p:cNvSpPr>
            <a:spLocks xmlns:a="http://schemas.openxmlformats.org/drawingml/2006/main" noGrp="1"/>
          </p:cNvSpPr>
          <p:nvPr/>
        </p:nvSpPr>
        <p:spPr>
          <a:xfrm xmlns:a="http://schemas.openxmlformats.org/drawingml/2006/main">
            <a:off x="2915515" y="1338675"/>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21807">
            <a:solidFill>
              <a:srgbClr val="000000"/>
            </a:solidFill>
            <a:prstDash val="solid"/>
          </a:ln>
        </p:spPr>
      </p:sp>
      <p:sp>
        <p:nvSpPr>
          <p:cNvPr id="60" name="pdf-path-72">
            <a:extLst xmlns:a="http://schemas.openxmlformats.org/drawingml/2006/main">
              <a:ext uri="{FF2B5EF4-FFF2-40B4-BE49-F238E27FC236}">
                <a16:creationId xmlns:a16="http://schemas.microsoft.com/office/drawing/2014/main" id="{0B57E11E-B888-4827-B01D-20702370A2CC}"/>
              </a:ext>
            </a:extLst>
          </p:cNvPr>
          <p:cNvSpPr>
            <a:spLocks xmlns:a="http://schemas.openxmlformats.org/drawingml/2006/main" noGrp="1"/>
          </p:cNvSpPr>
          <p:nvPr/>
        </p:nvSpPr>
        <p:spPr>
          <a:xfrm xmlns:a="http://schemas.openxmlformats.org/drawingml/2006/main">
            <a:off x="3695852" y="1338675"/>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21807">
            <a:solidFill>
              <a:srgbClr val="000000"/>
            </a:solidFill>
            <a:prstDash val="solid"/>
          </a:ln>
        </p:spPr>
      </p:sp>
      <p:sp>
        <p:nvSpPr>
          <p:cNvPr id="61" name="pdf-path-74">
            <a:extLst xmlns:a="http://schemas.openxmlformats.org/drawingml/2006/main">
              <a:ext uri="{FF2B5EF4-FFF2-40B4-BE49-F238E27FC236}">
                <a16:creationId xmlns:a16="http://schemas.microsoft.com/office/drawing/2014/main" id="{4E9FCF27-C740-45C1-BC4E-E370FC1CB2FB}"/>
              </a:ext>
            </a:extLst>
          </p:cNvPr>
          <p:cNvSpPr>
            <a:spLocks xmlns:a="http://schemas.openxmlformats.org/drawingml/2006/main" noGrp="1"/>
          </p:cNvSpPr>
          <p:nvPr/>
        </p:nvSpPr>
        <p:spPr>
          <a:xfrm xmlns:a="http://schemas.openxmlformats.org/drawingml/2006/main">
            <a:off x="3470521" y="756970"/>
            <a:ext cx="95" cy="154584"/>
          </a:xfrm>
          <a:custGeom xmlns:a="http://schemas.openxmlformats.org/drawingml/2006/main">
            <a:pathLst>
              <a:path w="95" h="154584">
                <a:moveTo>
                  <a:pt x="0" y="154584"/>
                </a:moveTo>
                <a:lnTo>
                  <a:pt x="0" y="0"/>
                </a:lnTo>
              </a:path>
            </a:pathLst>
          </a:custGeom>
          <a:noFill xmlns:a="http://schemas.openxmlformats.org/drawingml/2006/main"/>
          <a:ln xmlns:a="http://schemas.openxmlformats.org/drawingml/2006/main" w="21807">
            <a:solidFill>
              <a:srgbClr val="000000"/>
            </a:solidFill>
            <a:prstDash val="solid"/>
          </a:ln>
        </p:spPr>
      </p:sp>
      <p:sp>
        <p:nvSpPr>
          <p:cNvPr id="62" name="pdf-path-75">
            <a:extLst xmlns:a="http://schemas.openxmlformats.org/drawingml/2006/main">
              <a:ext uri="{FF2B5EF4-FFF2-40B4-BE49-F238E27FC236}">
                <a16:creationId xmlns:a16="http://schemas.microsoft.com/office/drawing/2014/main" id="{6AE5208C-DEDA-4DF9-BA3D-EFD37EF20462}"/>
              </a:ext>
            </a:extLst>
          </p:cNvPr>
          <p:cNvSpPr>
            <a:spLocks xmlns:a="http://schemas.openxmlformats.org/drawingml/2006/main" noGrp="1"/>
          </p:cNvSpPr>
          <p:nvPr/>
        </p:nvSpPr>
        <p:spPr>
          <a:xfrm xmlns:a="http://schemas.openxmlformats.org/drawingml/2006/main">
            <a:off x="3080352" y="911550"/>
            <a:ext cx="390172" cy="427127"/>
          </a:xfrm>
          <a:custGeom xmlns:a="http://schemas.openxmlformats.org/drawingml/2006/main">
            <a:pathLst>
              <a:path w="390172" h="427127">
                <a:moveTo>
                  <a:pt x="0" y="427127"/>
                </a:moveTo>
                <a:lnTo>
                  <a:pt x="390172" y="0"/>
                </a:lnTo>
              </a:path>
            </a:pathLst>
          </a:custGeom>
          <a:noFill xmlns:a="http://schemas.openxmlformats.org/drawingml/2006/main"/>
          <a:ln xmlns:a="http://schemas.openxmlformats.org/drawingml/2006/main" w="21807">
            <a:solidFill>
              <a:srgbClr val="000000"/>
            </a:solidFill>
            <a:prstDash val="solid"/>
          </a:ln>
        </p:spPr>
      </p:sp>
      <p:sp>
        <p:nvSpPr>
          <p:cNvPr id="63" name="pdf-path-76">
            <a:extLst xmlns:a="http://schemas.openxmlformats.org/drawingml/2006/main">
              <a:ext uri="{FF2B5EF4-FFF2-40B4-BE49-F238E27FC236}">
                <a16:creationId xmlns:a16="http://schemas.microsoft.com/office/drawing/2014/main" id="{4D21D65B-2786-464E-BDC8-5D049CE7E948}"/>
              </a:ext>
            </a:extLst>
          </p:cNvPr>
          <p:cNvSpPr>
            <a:spLocks xmlns:a="http://schemas.openxmlformats.org/drawingml/2006/main" noGrp="1"/>
          </p:cNvSpPr>
          <p:nvPr/>
        </p:nvSpPr>
        <p:spPr>
          <a:xfrm xmlns:a="http://schemas.openxmlformats.org/drawingml/2006/main">
            <a:off x="3470518" y="911550"/>
            <a:ext cx="390172" cy="427127"/>
          </a:xfrm>
          <a:custGeom xmlns:a="http://schemas.openxmlformats.org/drawingml/2006/main">
            <a:pathLst>
              <a:path w="390172" h="427127">
                <a:moveTo>
                  <a:pt x="390172" y="427127"/>
                </a:moveTo>
                <a:lnTo>
                  <a:pt x="0" y="0"/>
                </a:lnTo>
              </a:path>
            </a:pathLst>
          </a:custGeom>
          <a:noFill xmlns:a="http://schemas.openxmlformats.org/drawingml/2006/main"/>
          <a:ln xmlns:a="http://schemas.openxmlformats.org/drawingml/2006/main" w="21807">
            <a:solidFill>
              <a:srgbClr val="000000"/>
            </a:solidFill>
            <a:prstDash val="solid"/>
          </a:ln>
        </p:spPr>
      </p:sp>
      <p:sp>
        <p:nvSpPr>
          <p:cNvPr id="64" name="pdf-path-77">
            <a:extLst xmlns:a="http://schemas.openxmlformats.org/drawingml/2006/main">
              <a:ext uri="{FF2B5EF4-FFF2-40B4-BE49-F238E27FC236}">
                <a16:creationId xmlns:a16="http://schemas.microsoft.com/office/drawing/2014/main" id="{E4FB2CA7-D30D-4815-90EE-714A4F598777}"/>
              </a:ext>
            </a:extLst>
          </p:cNvPr>
          <p:cNvSpPr>
            <a:spLocks xmlns:a="http://schemas.openxmlformats.org/drawingml/2006/main" noGrp="1"/>
          </p:cNvSpPr>
          <p:nvPr/>
        </p:nvSpPr>
        <p:spPr>
          <a:xfrm xmlns:a="http://schemas.openxmlformats.org/drawingml/2006/main">
            <a:off x="2525346" y="2250060"/>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21807">
            <a:solidFill>
              <a:srgbClr val="000000"/>
            </a:solidFill>
            <a:prstDash val="solid"/>
          </a:ln>
        </p:spPr>
      </p:sp>
      <p:sp>
        <p:nvSpPr>
          <p:cNvPr id="65" name="pdf-path-79">
            <a:extLst xmlns:a="http://schemas.openxmlformats.org/drawingml/2006/main">
              <a:ext uri="{FF2B5EF4-FFF2-40B4-BE49-F238E27FC236}">
                <a16:creationId xmlns:a16="http://schemas.microsoft.com/office/drawing/2014/main" id="{C5FBB607-EDA6-411F-BB25-59A5DFBEFBD6}"/>
              </a:ext>
            </a:extLst>
          </p:cNvPr>
          <p:cNvSpPr>
            <a:spLocks xmlns:a="http://schemas.openxmlformats.org/drawingml/2006/main" noGrp="1"/>
          </p:cNvSpPr>
          <p:nvPr/>
        </p:nvSpPr>
        <p:spPr>
          <a:xfrm xmlns:a="http://schemas.openxmlformats.org/drawingml/2006/main">
            <a:off x="3305683" y="2250060"/>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21807">
            <a:solidFill>
              <a:srgbClr val="000000"/>
            </a:solidFill>
            <a:prstDash val="solid"/>
          </a:ln>
        </p:spPr>
      </p:sp>
      <p:sp>
        <p:nvSpPr>
          <p:cNvPr id="66" name="pdf-path-81">
            <a:extLst xmlns:a="http://schemas.openxmlformats.org/drawingml/2006/main">
              <a:ext uri="{FF2B5EF4-FFF2-40B4-BE49-F238E27FC236}">
                <a16:creationId xmlns:a16="http://schemas.microsoft.com/office/drawing/2014/main" id="{33E6091C-AAA7-4FDC-8381-05FDC79BEABF}"/>
              </a:ext>
            </a:extLst>
          </p:cNvPr>
          <p:cNvSpPr>
            <a:spLocks xmlns:a="http://schemas.openxmlformats.org/drawingml/2006/main" noGrp="1"/>
          </p:cNvSpPr>
          <p:nvPr/>
        </p:nvSpPr>
        <p:spPr>
          <a:xfrm xmlns:a="http://schemas.openxmlformats.org/drawingml/2006/main">
            <a:off x="3080352" y="1668354"/>
            <a:ext cx="95" cy="154584"/>
          </a:xfrm>
          <a:custGeom xmlns:a="http://schemas.openxmlformats.org/drawingml/2006/main">
            <a:pathLst>
              <a:path w="95" h="154584">
                <a:moveTo>
                  <a:pt x="0" y="154584"/>
                </a:moveTo>
                <a:lnTo>
                  <a:pt x="0" y="0"/>
                </a:lnTo>
              </a:path>
            </a:pathLst>
          </a:custGeom>
          <a:noFill xmlns:a="http://schemas.openxmlformats.org/drawingml/2006/main"/>
          <a:ln xmlns:a="http://schemas.openxmlformats.org/drawingml/2006/main" w="21807">
            <a:solidFill>
              <a:srgbClr val="000000"/>
            </a:solidFill>
            <a:prstDash val="solid"/>
          </a:ln>
        </p:spPr>
      </p:sp>
      <p:sp>
        <p:nvSpPr>
          <p:cNvPr id="67" name="pdf-path-82">
            <a:extLst xmlns:a="http://schemas.openxmlformats.org/drawingml/2006/main">
              <a:ext uri="{FF2B5EF4-FFF2-40B4-BE49-F238E27FC236}">
                <a16:creationId xmlns:a16="http://schemas.microsoft.com/office/drawing/2014/main" id="{62A2A587-1510-4A42-A405-E7EFA7707841}"/>
              </a:ext>
            </a:extLst>
          </p:cNvPr>
          <p:cNvSpPr>
            <a:spLocks xmlns:a="http://schemas.openxmlformats.org/drawingml/2006/main" noGrp="1"/>
          </p:cNvSpPr>
          <p:nvPr/>
        </p:nvSpPr>
        <p:spPr>
          <a:xfrm xmlns:a="http://schemas.openxmlformats.org/drawingml/2006/main">
            <a:off x="2690183" y="1822935"/>
            <a:ext cx="390172" cy="427127"/>
          </a:xfrm>
          <a:custGeom xmlns:a="http://schemas.openxmlformats.org/drawingml/2006/main">
            <a:pathLst>
              <a:path w="390172" h="427127">
                <a:moveTo>
                  <a:pt x="0" y="427127"/>
                </a:moveTo>
                <a:lnTo>
                  <a:pt x="390172" y="0"/>
                </a:lnTo>
              </a:path>
            </a:pathLst>
          </a:custGeom>
          <a:noFill xmlns:a="http://schemas.openxmlformats.org/drawingml/2006/main"/>
          <a:ln xmlns:a="http://schemas.openxmlformats.org/drawingml/2006/main" w="21807">
            <a:solidFill>
              <a:srgbClr val="000000"/>
            </a:solidFill>
            <a:prstDash val="solid"/>
          </a:ln>
        </p:spPr>
      </p:sp>
      <p:sp>
        <p:nvSpPr>
          <p:cNvPr id="68" name="pdf-path-83">
            <a:extLst xmlns:a="http://schemas.openxmlformats.org/drawingml/2006/main">
              <a:ext uri="{FF2B5EF4-FFF2-40B4-BE49-F238E27FC236}">
                <a16:creationId xmlns:a16="http://schemas.microsoft.com/office/drawing/2014/main" id="{0BDB8E05-CCCF-427D-AE99-E946FA8BB6EE}"/>
              </a:ext>
            </a:extLst>
          </p:cNvPr>
          <p:cNvSpPr>
            <a:spLocks xmlns:a="http://schemas.openxmlformats.org/drawingml/2006/main" noGrp="1"/>
          </p:cNvSpPr>
          <p:nvPr/>
        </p:nvSpPr>
        <p:spPr>
          <a:xfrm xmlns:a="http://schemas.openxmlformats.org/drawingml/2006/main">
            <a:off x="3080348" y="1822935"/>
            <a:ext cx="390172" cy="427127"/>
          </a:xfrm>
          <a:custGeom xmlns:a="http://schemas.openxmlformats.org/drawingml/2006/main">
            <a:pathLst>
              <a:path w="390172" h="427127">
                <a:moveTo>
                  <a:pt x="390172" y="427127"/>
                </a:moveTo>
                <a:lnTo>
                  <a:pt x="0" y="0"/>
                </a:lnTo>
              </a:path>
            </a:pathLst>
          </a:custGeom>
          <a:noFill xmlns:a="http://schemas.openxmlformats.org/drawingml/2006/main"/>
          <a:ln xmlns:a="http://schemas.openxmlformats.org/drawingml/2006/main" w="21807">
            <a:solidFill>
              <a:srgbClr val="000000"/>
            </a:solidFill>
            <a:prstDash val="solid"/>
          </a:ln>
        </p:spPr>
      </p:sp>
      <p:sp>
        <p:nvSpPr>
          <p:cNvPr id="69" name="pdf-path-84">
            <a:extLst xmlns:a="http://schemas.openxmlformats.org/drawingml/2006/main">
              <a:ext uri="{FF2B5EF4-FFF2-40B4-BE49-F238E27FC236}">
                <a16:creationId xmlns:a16="http://schemas.microsoft.com/office/drawing/2014/main" id="{E8D81BC3-144B-4277-9EA2-9B0CEE6D094B}"/>
              </a:ext>
            </a:extLst>
          </p:cNvPr>
          <p:cNvSpPr>
            <a:spLocks xmlns:a="http://schemas.openxmlformats.org/drawingml/2006/main" noGrp="1"/>
          </p:cNvSpPr>
          <p:nvPr/>
        </p:nvSpPr>
        <p:spPr>
          <a:xfrm xmlns:a="http://schemas.openxmlformats.org/drawingml/2006/main">
            <a:off x="4083264" y="2250060"/>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21807">
            <a:solidFill>
              <a:srgbClr val="000000"/>
            </a:solidFill>
            <a:prstDash val="solid"/>
          </a:ln>
        </p:spPr>
      </p:sp>
      <p:sp>
        <p:nvSpPr>
          <p:cNvPr id="70" name="pdf-path-86">
            <a:extLst xmlns:a="http://schemas.openxmlformats.org/drawingml/2006/main">
              <a:ext uri="{FF2B5EF4-FFF2-40B4-BE49-F238E27FC236}">
                <a16:creationId xmlns:a16="http://schemas.microsoft.com/office/drawing/2014/main" id="{7BDFC537-069A-433D-923E-0E586177F9FD}"/>
              </a:ext>
            </a:extLst>
          </p:cNvPr>
          <p:cNvSpPr>
            <a:spLocks xmlns:a="http://schemas.openxmlformats.org/drawingml/2006/main" noGrp="1"/>
          </p:cNvSpPr>
          <p:nvPr/>
        </p:nvSpPr>
        <p:spPr>
          <a:xfrm xmlns:a="http://schemas.openxmlformats.org/drawingml/2006/main">
            <a:off x="3857932" y="1668354"/>
            <a:ext cx="2752" cy="154584"/>
          </a:xfrm>
          <a:custGeom xmlns:a="http://schemas.openxmlformats.org/drawingml/2006/main">
            <a:pathLst>
              <a:path w="2752" h="154584">
                <a:moveTo>
                  <a:pt x="0" y="154584"/>
                </a:moveTo>
                <a:lnTo>
                  <a:pt x="2752" y="0"/>
                </a:lnTo>
              </a:path>
            </a:pathLst>
          </a:custGeom>
          <a:noFill xmlns:a="http://schemas.openxmlformats.org/drawingml/2006/main"/>
          <a:ln xmlns:a="http://schemas.openxmlformats.org/drawingml/2006/main" w="21807">
            <a:solidFill>
              <a:srgbClr val="000000"/>
            </a:solidFill>
            <a:prstDash val="solid"/>
          </a:ln>
        </p:spPr>
      </p:sp>
      <p:sp>
        <p:nvSpPr>
          <p:cNvPr id="71" name="pdf-path-87">
            <a:extLst xmlns:a="http://schemas.openxmlformats.org/drawingml/2006/main">
              <a:ext uri="{FF2B5EF4-FFF2-40B4-BE49-F238E27FC236}">
                <a16:creationId xmlns:a16="http://schemas.microsoft.com/office/drawing/2014/main" id="{484B11A7-67C4-4A79-8E28-B51A19786ED4}"/>
              </a:ext>
            </a:extLst>
          </p:cNvPr>
          <p:cNvSpPr>
            <a:spLocks xmlns:a="http://schemas.openxmlformats.org/drawingml/2006/main" noGrp="1"/>
          </p:cNvSpPr>
          <p:nvPr/>
        </p:nvSpPr>
        <p:spPr>
          <a:xfrm xmlns:a="http://schemas.openxmlformats.org/drawingml/2006/main">
            <a:off x="3857928" y="1822935"/>
            <a:ext cx="390172" cy="427127"/>
          </a:xfrm>
          <a:custGeom xmlns:a="http://schemas.openxmlformats.org/drawingml/2006/main">
            <a:pathLst>
              <a:path w="390172" h="427127">
                <a:moveTo>
                  <a:pt x="390172" y="427127"/>
                </a:moveTo>
                <a:lnTo>
                  <a:pt x="0" y="0"/>
                </a:lnTo>
              </a:path>
            </a:pathLst>
          </a:custGeom>
          <a:noFill xmlns:a="http://schemas.openxmlformats.org/drawingml/2006/main"/>
          <a:ln xmlns:a="http://schemas.openxmlformats.org/drawingml/2006/main" w="21807">
            <a:solidFill>
              <a:srgbClr val="000000"/>
            </a:solidFill>
            <a:prstDash val="solid"/>
          </a:ln>
        </p:spPr>
      </p:sp>
      <p:sp>
        <p:nvSpPr>
          <p:cNvPr id="72" name="pdf-path-88">
            <a:extLst xmlns:a="http://schemas.openxmlformats.org/drawingml/2006/main">
              <a:ext uri="{FF2B5EF4-FFF2-40B4-BE49-F238E27FC236}">
                <a16:creationId xmlns:a16="http://schemas.microsoft.com/office/drawing/2014/main" id="{B2A5F54F-8F8F-4C62-91C9-9062DB608F15}"/>
              </a:ext>
            </a:extLst>
          </p:cNvPr>
          <p:cNvSpPr>
            <a:spLocks xmlns:a="http://schemas.openxmlformats.org/drawingml/2006/main" noGrp="1"/>
          </p:cNvSpPr>
          <p:nvPr/>
        </p:nvSpPr>
        <p:spPr>
          <a:xfrm xmlns:a="http://schemas.openxmlformats.org/drawingml/2006/main">
            <a:off x="3304593" y="3553160"/>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0">
            <a:noFill/>
            <a:prstDash val="solid"/>
          </a:ln>
        </p:spPr>
      </p:sp>
      <p:sp>
        <p:nvSpPr>
          <p:cNvPr id="73" name="pdf-path-89">
            <a:extLst xmlns:a="http://schemas.openxmlformats.org/drawingml/2006/main">
              <a:ext uri="{FF2B5EF4-FFF2-40B4-BE49-F238E27FC236}">
                <a16:creationId xmlns:a16="http://schemas.microsoft.com/office/drawing/2014/main" id="{BEBBC081-0615-49DE-801D-2EB6720B120A}"/>
              </a:ext>
            </a:extLst>
          </p:cNvPr>
          <p:cNvSpPr>
            <a:spLocks xmlns:a="http://schemas.openxmlformats.org/drawingml/2006/main" noGrp="1"/>
          </p:cNvSpPr>
          <p:nvPr/>
        </p:nvSpPr>
        <p:spPr>
          <a:xfrm xmlns:a="http://schemas.openxmlformats.org/drawingml/2006/main">
            <a:off x="3304592" y="3553160"/>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noFill xmlns:a="http://schemas.openxmlformats.org/drawingml/2006/main"/>
          <a:ln xmlns:a="http://schemas.openxmlformats.org/drawingml/2006/main" w="21807">
            <a:solidFill>
              <a:srgbClr val="000000"/>
            </a:solidFill>
            <a:prstDash val="solid"/>
          </a:ln>
        </p:spPr>
      </p:sp>
      <p:sp>
        <p:nvSpPr>
          <p:cNvPr id="74" name="pdf-path-90">
            <a:extLst xmlns:a="http://schemas.openxmlformats.org/drawingml/2006/main">
              <a:ext uri="{FF2B5EF4-FFF2-40B4-BE49-F238E27FC236}">
                <a16:creationId xmlns:a16="http://schemas.microsoft.com/office/drawing/2014/main" id="{363BF89C-5E56-4E85-A6D6-78E0495693C4}"/>
              </a:ext>
            </a:extLst>
          </p:cNvPr>
          <p:cNvSpPr>
            <a:spLocks xmlns:a="http://schemas.openxmlformats.org/drawingml/2006/main" noGrp="1"/>
          </p:cNvSpPr>
          <p:nvPr/>
        </p:nvSpPr>
        <p:spPr>
          <a:xfrm xmlns:a="http://schemas.openxmlformats.org/drawingml/2006/main">
            <a:off x="3694761" y="3161445"/>
            <a:ext cx="329676" cy="329676"/>
          </a:xfrm>
          <a:custGeom xmlns:a="http://schemas.openxmlformats.org/drawingml/2006/main">
            <a:pathLst>
              <a:path w="329676" h="329676">
                <a:moveTo>
                  <a:pt x="0" y="164838"/>
                </a:moveTo>
                <a:cubicBezTo>
                  <a:pt x="0" y="73803"/>
                  <a:pt x="73803" y="0"/>
                  <a:pt x="164838" y="0"/>
                </a:cubicBezTo>
                <a:cubicBezTo>
                  <a:pt x="255873" y="0"/>
                  <a:pt x="329676" y="73803"/>
                  <a:pt x="329676" y="164838"/>
                </a:cubicBezTo>
                <a:cubicBezTo>
                  <a:pt x="329676" y="255873"/>
                  <a:pt x="255873" y="329676"/>
                  <a:pt x="164838" y="329676"/>
                </a:cubicBezTo>
                <a:cubicBezTo>
                  <a:pt x="73803" y="329676"/>
                  <a:pt x="0" y="255873"/>
                  <a:pt x="0" y="164838"/>
                </a:cubicBezTo>
              </a:path>
            </a:pathLst>
          </a:custGeom>
          <a:solidFill xmlns:a="http://schemas.openxmlformats.org/drawingml/2006/main">
            <a:srgbClr val="EDEEEF"/>
          </a:solidFill>
          <a:ln xmlns:a="http://schemas.openxmlformats.org/drawingml/2006/main" w="21807">
            <a:solidFill>
              <a:srgbClr val="000000"/>
            </a:solidFill>
            <a:prstDash val="solid"/>
          </a:ln>
        </p:spPr>
      </p:sp>
      <p:sp>
        <p:nvSpPr>
          <p:cNvPr id="75" name="pdf-path-92">
            <a:extLst xmlns:a="http://schemas.openxmlformats.org/drawingml/2006/main">
              <a:ext uri="{FF2B5EF4-FFF2-40B4-BE49-F238E27FC236}">
                <a16:creationId xmlns:a16="http://schemas.microsoft.com/office/drawing/2014/main" id="{4E6F1EA2-8F64-48B3-A054-27C22AA539C2}"/>
              </a:ext>
            </a:extLst>
          </p:cNvPr>
          <p:cNvSpPr>
            <a:spLocks xmlns:a="http://schemas.openxmlformats.org/drawingml/2006/main" noGrp="1"/>
          </p:cNvSpPr>
          <p:nvPr/>
        </p:nvSpPr>
        <p:spPr>
          <a:xfrm xmlns:a="http://schemas.openxmlformats.org/drawingml/2006/main">
            <a:off x="3469430" y="2579740"/>
            <a:ext cx="1095" cy="154584"/>
          </a:xfrm>
          <a:custGeom xmlns:a="http://schemas.openxmlformats.org/drawingml/2006/main">
            <a:pathLst>
              <a:path w="1095" h="154584">
                <a:moveTo>
                  <a:pt x="0" y="154584"/>
                </a:moveTo>
                <a:lnTo>
                  <a:pt x="1095" y="0"/>
                </a:lnTo>
              </a:path>
            </a:pathLst>
          </a:custGeom>
          <a:noFill xmlns:a="http://schemas.openxmlformats.org/drawingml/2006/main"/>
          <a:ln xmlns:a="http://schemas.openxmlformats.org/drawingml/2006/main" w="21807">
            <a:solidFill>
              <a:srgbClr val="000000"/>
            </a:solidFill>
            <a:prstDash val="solid"/>
          </a:ln>
        </p:spPr>
      </p:sp>
      <p:sp>
        <p:nvSpPr>
          <p:cNvPr id="76" name="pdf-path-93">
            <a:extLst xmlns:a="http://schemas.openxmlformats.org/drawingml/2006/main">
              <a:ext uri="{FF2B5EF4-FFF2-40B4-BE49-F238E27FC236}">
                <a16:creationId xmlns:a16="http://schemas.microsoft.com/office/drawing/2014/main" id="{C96C8018-A561-4948-A873-EB5468BE72D9}"/>
              </a:ext>
            </a:extLst>
          </p:cNvPr>
          <p:cNvSpPr>
            <a:spLocks xmlns:a="http://schemas.openxmlformats.org/drawingml/2006/main" noGrp="1"/>
          </p:cNvSpPr>
          <p:nvPr/>
        </p:nvSpPr>
        <p:spPr>
          <a:xfrm xmlns:a="http://schemas.openxmlformats.org/drawingml/2006/main">
            <a:off x="3469430" y="2579739"/>
            <a:ext cx="1095" cy="973423"/>
          </a:xfrm>
          <a:custGeom xmlns:a="http://schemas.openxmlformats.org/drawingml/2006/main">
            <a:pathLst>
              <a:path w="1095" h="973423">
                <a:moveTo>
                  <a:pt x="0" y="973423"/>
                </a:moveTo>
                <a:lnTo>
                  <a:pt x="1095" y="0"/>
                </a:lnTo>
              </a:path>
            </a:pathLst>
          </a:custGeom>
          <a:noFill xmlns:a="http://schemas.openxmlformats.org/drawingml/2006/main"/>
          <a:ln xmlns:a="http://schemas.openxmlformats.org/drawingml/2006/main" w="21807">
            <a:solidFill>
              <a:srgbClr val="000000"/>
            </a:solidFill>
            <a:prstDash val="solid"/>
          </a:ln>
        </p:spPr>
      </p:sp>
      <p:sp>
        <p:nvSpPr>
          <p:cNvPr id="77" name="pdf-path-94">
            <a:extLst xmlns:a="http://schemas.openxmlformats.org/drawingml/2006/main">
              <a:ext uri="{FF2B5EF4-FFF2-40B4-BE49-F238E27FC236}">
                <a16:creationId xmlns:a16="http://schemas.microsoft.com/office/drawing/2014/main" id="{DFE822A7-2134-46F8-84B3-D4E51E1F6912}"/>
              </a:ext>
            </a:extLst>
          </p:cNvPr>
          <p:cNvSpPr>
            <a:spLocks xmlns:a="http://schemas.openxmlformats.org/drawingml/2006/main" noGrp="1"/>
          </p:cNvSpPr>
          <p:nvPr/>
        </p:nvSpPr>
        <p:spPr>
          <a:xfrm xmlns:a="http://schemas.openxmlformats.org/drawingml/2006/main">
            <a:off x="3469426" y="2734320"/>
            <a:ext cx="390172" cy="427126"/>
          </a:xfrm>
          <a:custGeom xmlns:a="http://schemas.openxmlformats.org/drawingml/2006/main">
            <a:pathLst>
              <a:path w="390172" h="427126">
                <a:moveTo>
                  <a:pt x="390172" y="427126"/>
                </a:moveTo>
                <a:lnTo>
                  <a:pt x="0" y="0"/>
                </a:lnTo>
              </a:path>
            </a:pathLst>
          </a:custGeom>
          <a:noFill xmlns:a="http://schemas.openxmlformats.org/drawingml/2006/main"/>
          <a:ln xmlns:a="http://schemas.openxmlformats.org/drawingml/2006/main" w="21807">
            <a:solidFill>
              <a:srgbClr val="000000"/>
            </a:solidFill>
            <a:prstDash val="solid"/>
          </a:ln>
        </p:spPr>
      </p:sp>
      <p:sp>
        <p:nvSpPr>
          <p:cNvPr id="78" name="pdf-path-95">
            <a:extLst xmlns:a="http://schemas.openxmlformats.org/drawingml/2006/main">
              <a:ext uri="{FF2B5EF4-FFF2-40B4-BE49-F238E27FC236}">
                <a16:creationId xmlns:a16="http://schemas.microsoft.com/office/drawing/2014/main" id="{8B10411C-C1F3-48BC-A875-C6C5C361E7BC}"/>
              </a:ext>
            </a:extLst>
          </p:cNvPr>
          <p:cNvSpPr>
            <a:spLocks xmlns:a="http://schemas.openxmlformats.org/drawingml/2006/main" noGrp="1"/>
          </p:cNvSpPr>
          <p:nvPr/>
        </p:nvSpPr>
        <p:spPr>
          <a:xfrm xmlns:a="http://schemas.openxmlformats.org/drawingml/2006/main">
            <a:off x="2690183" y="2579734"/>
            <a:ext cx="95" cy="97451"/>
          </a:xfrm>
          <a:custGeom xmlns:a="http://schemas.openxmlformats.org/drawingml/2006/main">
            <a:pathLst>
              <a:path w="95" h="97451">
                <a:moveTo>
                  <a:pt x="0" y="97451"/>
                </a:moveTo>
                <a:lnTo>
                  <a:pt x="0" y="0"/>
                </a:lnTo>
              </a:path>
            </a:pathLst>
          </a:custGeom>
          <a:noFill xmlns:a="http://schemas.openxmlformats.org/drawingml/2006/main"/>
          <a:ln xmlns:a="http://schemas.openxmlformats.org/drawingml/2006/main" w="21807">
            <a:solidFill>
              <a:srgbClr val="000000"/>
            </a:solidFill>
            <a:prstDash val="solid"/>
          </a:ln>
        </p:spPr>
      </p:sp>
      <p:sp>
        <p:nvSpPr>
          <p:cNvPr id="79" name="pdf-path-96">
            <a:extLst xmlns:a="http://schemas.openxmlformats.org/drawingml/2006/main">
              <a:ext uri="{FF2B5EF4-FFF2-40B4-BE49-F238E27FC236}">
                <a16:creationId xmlns:a16="http://schemas.microsoft.com/office/drawing/2014/main" id="{CE78E363-3701-47D8-AFD1-4903AF137AB5}"/>
              </a:ext>
            </a:extLst>
          </p:cNvPr>
          <p:cNvSpPr>
            <a:spLocks xmlns:a="http://schemas.openxmlformats.org/drawingml/2006/main" noGrp="1"/>
          </p:cNvSpPr>
          <p:nvPr/>
        </p:nvSpPr>
        <p:spPr>
          <a:xfrm xmlns:a="http://schemas.openxmlformats.org/drawingml/2006/main">
            <a:off x="2429839" y="2675351"/>
            <a:ext cx="261717" cy="234056"/>
          </a:xfrm>
          <a:custGeom xmlns:a="http://schemas.openxmlformats.org/drawingml/2006/main">
            <a:pathLst>
              <a:path w="261717" h="234056">
                <a:moveTo>
                  <a:pt x="0" y="234056"/>
                </a:moveTo>
                <a:lnTo>
                  <a:pt x="261717" y="0"/>
                </a:lnTo>
              </a:path>
            </a:pathLst>
          </a:custGeom>
          <a:noFill xmlns:a="http://schemas.openxmlformats.org/drawingml/2006/main"/>
          <a:ln xmlns:a="http://schemas.openxmlformats.org/drawingml/2006/main" w="21807">
            <a:solidFill>
              <a:srgbClr val="000000"/>
            </a:solidFill>
            <a:prstDash val="solid"/>
          </a:ln>
        </p:spPr>
      </p:sp>
    </p:spTree>
    <p:extLst>
      <p:ext uri="{BB962C8B-B14F-4D97-AF65-F5344CB8AC3E}">
        <p14:creationId xmlns:p14="http://schemas.microsoft.com/office/powerpoint/2010/main" val="1040698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2026-10-09T20:37:34.0210000Z</dcterms:created>
  <dcterms:modified xsi:type="dcterms:W3CDTF">2026-10-09T20:37:34.0210000Z</dcterms:modified>
</coreProperties>
</file>