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07c2e4b60648de" /><Relationship Type="http://schemas.openxmlformats.org/officeDocument/2006/relationships/extended-properties" Target="/docProps/app.xml" Id="R1e2efd9d9cc3450c" /><Relationship Type="http://schemas.openxmlformats.org/officeDocument/2006/relationships/officeDocument" Target="/ppt/presentation.xml" Id="Rfbd606b043a84a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24a9da6366443e"/>
  </p:sldMasterIdLst>
  <p:notesMasterIdLst>
    <p:notesMasterId xmlns:r="http://schemas.openxmlformats.org/officeDocument/2006/relationships" r:id="R96d710fdccd54e48"/>
  </p:notesMasterIdLst>
  <p:sldIdLst>
    <p:sldId xmlns:r="http://schemas.openxmlformats.org/officeDocument/2006/relationships" id="256" r:id="R37c6662d4a4d4d77"/>
  </p:sldIdLst>
  <p:sldSz cx="11344275" cy="5057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f6741795844ddf" /><Relationship Type="http://schemas.openxmlformats.org/officeDocument/2006/relationships/slideMaster" Target="/ppt/slideMasters/slideMaster1.xml" Id="Ra424a9da6366443e" /><Relationship Type="http://schemas.openxmlformats.org/officeDocument/2006/relationships/notesMaster" Target="/ppt/notesMasters/notesMaster1.xml" Id="R96d710fdccd54e48" /><Relationship Type="http://schemas.openxmlformats.org/officeDocument/2006/relationships/presProps" Target="/ppt/presProps.xml" Id="Rb8f4fd2289cb4d53" /><Relationship Type="http://schemas.openxmlformats.org/officeDocument/2006/relationships/tableStyles" Target="/ppt/tableStyles.xml" Id="Rb4944f7762db4773" /><Relationship Type="http://schemas.openxmlformats.org/officeDocument/2006/relationships/slide" Target="/ppt/slides/slide1.xml" Id="R37c6662d4a4d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1313b4f9dd40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3803708e0c4833" /><Relationship Type="http://schemas.openxmlformats.org/officeDocument/2006/relationships/notesMaster" Target="/ppt/notesMasters/notesMaster1.xml" Id="R8590354e247542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"VLBiMan: Vision-Language Anchored One-Shot Demonstration Enables Generalizable Bimanual Robotic Manipulation",</a:t>
            </a:r>
          </a:p>
          <a:p xmlns:a="http://schemas.openxmlformats.org/drawingml/2006/main">
            <a:r>
              <a:t>  "paper_url": "https://arxiv.org/abs/2509.21723v4",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"http://arxiv.org/licenses/nonexclusive-distrib/1.0/; private user-requested adaptation only.",</a:t>
            </a:r>
          </a:p>
          <a:p xmlns:a="http://schemas.openxmlformats.org/drawingml/2006/main">
            <a:r>
              <a:t>  "notes": "Faithful native extraction from independently inspected original source figure. Ordinary labels remain live editable text; source photo details are separate raster assets. Source Arial Narrow is approximated with source-width-fitted native Arial to avoid application font substitution overflow; all text remains live. Original raster assets isolated with their exact original alpha, clipping and affine transforms; no full-figure raster backdrop.",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"6ecb5efd8c040508243e477990fdad996ca6315102ce18e0f884418f69e4561e",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108,</a:t>
            </a:r>
          </a:p>
          <a:p xmlns:a="http://schemas.openxmlformats.org/drawingml/2006/main">
            <a:r>
              <a:t>    83,</a:t>
            </a:r>
          </a:p>
          <a:p xmlns:a="http://schemas.openxmlformats.org/drawingml/2006/main">
            <a:r>
              <a:t>    505,</a:t>
            </a:r>
          </a:p>
          <a:p xmlns:a="http://schemas.openxmlformats.org/drawingml/2006/main">
            <a:r>
              <a:t>    260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"2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"path crosses crop boundary: 5",</a:t>
            </a:r>
          </a:p>
          <a:p xmlns:a="http://schemas.openxmlformats.org/drawingml/2006/main">
            <a:r>
              <a:t>    "path partially intersects raster inset: 102",</a:t>
            </a:r>
          </a:p>
          <a:p xmlns:a="http://schemas.openxmlformats.org/drawingml/2006/main">
            <a:r>
              <a:t>    "path partially intersects raster inset: 103"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"original_extraction_warnings": [</a:t>
            </a:r>
          </a:p>
          <a:p xmlns:a="http://schemas.openxmlformats.org/drawingml/2006/main">
            <a:r>
              <a:t>    "2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"path crosses crop boundary: 5",</a:t>
            </a:r>
          </a:p>
          <a:p xmlns:a="http://schemas.openxmlformats.org/drawingml/2006/main">
            <a:r>
              <a:t>    "path partially intersects raster inset: 102",</a:t>
            </a:r>
          </a:p>
          <a:p xmlns:a="http://schemas.openxmlformats.org/drawingml/2006/main">
            <a:r>
              <a:t>    "path partially intersects raster inset: 103",</a:t>
            </a:r>
          </a:p>
          <a:p xmlns:a="http://schemas.openxmlformats.org/drawingml/2006/main">
            <a:r>
              <a:t>    "unhandled image/shading at seq 7: [111.68695831298828, 100.2965087890625, 206.57388305664062, 149.6182403564453]; requires reviewed raster region",</a:t>
            </a:r>
          </a:p>
          <a:p xmlns:a="http://schemas.openxmlformats.org/drawingml/2006/main">
            <a:r>
              <a:t>    "unhandled image/shading at seq 8: [111.68695831298828, 100.2965087890625, 206.57388305664062, 149.6182403564453]; requires reviewed raster region",</a:t>
            </a:r>
          </a:p>
          <a:p xmlns:a="http://schemas.openxmlformats.org/drawingml/2006/main">
            <a:r>
              <a:t>    "unhandled image/shading at seq 9: [111.68695831298828, 100.2965087890625, 206.57388305664062, 149.6182403564453]; requires reviewed raster region",</a:t>
            </a:r>
          </a:p>
          <a:p xmlns:a="http://schemas.openxmlformats.org/drawingml/2006/main">
            <a:r>
              <a:t>    "unhandled image/shading at seq 12: [209.70431518554688, 100.2965087890625, 304.59124755859375, 149.6182403564453]; requires reviewed raster region",</a:t>
            </a:r>
          </a:p>
          <a:p xmlns:a="http://schemas.openxmlformats.org/drawingml/2006/main">
            <a:r>
              <a:t>    "unhandled image/shading at seq 13: [209.70431518554688, 100.2965087890625, 304.59124755859375, 149.6182403564453]; requires reviewed raster region",</a:t>
            </a:r>
          </a:p>
          <a:p xmlns:a="http://schemas.openxmlformats.org/drawingml/2006/main">
            <a:r>
              <a:t>    "unhandled image/shading at seq 14: [209.70431518554688, 100.2965087890625, 304.59124755859375, 149.6182403564453]; requires reviewed raster region",</a:t>
            </a:r>
          </a:p>
          <a:p xmlns:a="http://schemas.openxmlformats.org/drawingml/2006/main">
            <a:r>
              <a:t>    "unhandled image/shading at seq 17: [209.70431518554688, 153.37477111816406, 304.59124755859375, 202.69650268554688]; requires reviewed raster region",</a:t>
            </a:r>
          </a:p>
          <a:p xmlns:a="http://schemas.openxmlformats.org/drawingml/2006/main">
            <a:r>
              <a:t>    "unhandled image/shading at seq 18: [209.70431518554688, 153.37477111816406, 304.59124755859375, 202.69650268554688]; requires reviewed raster region",</a:t>
            </a:r>
          </a:p>
          <a:p xmlns:a="http://schemas.openxmlformats.org/drawingml/2006/main">
            <a:r>
              <a:t>    "unhandled image/shading at seq 19: [209.70431518554688, 153.37477111816406, 304.59124755859375, 202.69650268554688]; requires reviewed raster region",</a:t>
            </a:r>
          </a:p>
          <a:p xmlns:a="http://schemas.openxmlformats.org/drawingml/2006/main">
            <a:r>
              <a:t>    "unhandled image/shading at seq 22: [307.86083984375, 206.38345336914062, 402.7477722167969, 255.70518493652344]; requires reviewed raster region",</a:t>
            </a:r>
          </a:p>
          <a:p xmlns:a="http://schemas.openxmlformats.org/drawingml/2006/main">
            <a:r>
              <a:t>    "unhandled image/shading at seq 23: [307.86083984375, 206.38345336914062, 402.7477722167969, 255.70518493652344]; requires reviewed raster region",</a:t>
            </a:r>
          </a:p>
          <a:p xmlns:a="http://schemas.openxmlformats.org/drawingml/2006/main">
            <a:r>
              <a:t>    "unhandled image/shading at seq 24: [307.86083984375, 206.38345336914062, 402.7477722167969, 255.70518493652344]; requires reviewed raster region",</a:t>
            </a:r>
          </a:p>
          <a:p xmlns:a="http://schemas.openxmlformats.org/drawingml/2006/main">
            <a:r>
              <a:t>    "unhandled image/shading at seq 27: [111.68695831298828, 206.38345336914062, 206.57388305664062, 255.70518493652344]; requires reviewed raster region",</a:t>
            </a:r>
          </a:p>
          <a:p xmlns:a="http://schemas.openxmlformats.org/drawingml/2006/main">
            <a:r>
              <a:t>    "unhandled image/shading at seq 40: [193.9825897216797, 186.55735778808594, 205.46084594726562, 198.03561401367188]; requires reviewed raster region",</a:t>
            </a:r>
          </a:p>
          <a:p xmlns:a="http://schemas.openxmlformats.org/drawingml/2006/main">
            <a:r>
              <a:t>    "unhandled image/shading at seq 44: [140.97216796875, 87.09536743164062, 153.216796875, 94.78927612304688]; requires reviewed raster region",</a:t>
            </a:r>
          </a:p>
          <a:p xmlns:a="http://schemas.openxmlformats.org/drawingml/2006/main">
            <a:r>
              <a:t>    "unhandled image/shading at seq 45: [151.34896850585938, 87.12434387207031, 275.5356140136719, 96.26753234863281]; requires reviewed raster region",</a:t>
            </a:r>
          </a:p>
          <a:p xmlns:a="http://schemas.openxmlformats.org/drawingml/2006/main">
            <a:r>
              <a:t>    "unhandled image/shading at seq 52: [405.94775390625, 206.38345336914062, 500.8346862792969, 255.70518493652344]; requires reviewed raster region",</a:t>
            </a:r>
          </a:p>
          <a:p xmlns:a="http://schemas.openxmlformats.org/drawingml/2006/main">
            <a:r>
              <a:t>    "unhandled image/shading at seq 53: [405.94775390625, 206.38345336914062, 500.8346862792969, 255.70518493652344]; requires reviewed raster region",</a:t>
            </a:r>
          </a:p>
          <a:p xmlns:a="http://schemas.openxmlformats.org/drawingml/2006/main">
            <a:r>
              <a:t>    "unhandled image/shading at seq 54: [405.94775390625, 206.38345336914062, 500.8346862792969, 255.70518493652344]; requires reviewed raster region",</a:t>
            </a:r>
          </a:p>
          <a:p xmlns:a="http://schemas.openxmlformats.org/drawingml/2006/main">
            <a:r>
              <a:t>    "unhandled image/shading at seq 67: [117.94202423095703, 141.68780517578125, 169.04345703125, 194.70228576660156]; requires reviewed raster region",</a:t>
            </a:r>
          </a:p>
          <a:p xmlns:a="http://schemas.openxmlformats.org/drawingml/2006/main">
            <a:r>
              <a:t>    "unhandled image/shading at seq 68: [168.23187255859375, 141.68780517578125, 219.44924926757812, 194.70228576660156]; requires reviewed raster region",</a:t>
            </a:r>
          </a:p>
          <a:p xmlns:a="http://schemas.openxmlformats.org/drawingml/2006/main">
            <a:r>
              <a:t>    "unhandled image/shading at seq 71: [209.70431518554688, 206.38345336914062, 304.59124755859375, 255.70518493652344]; requires reviewed raster region",</a:t>
            </a:r>
          </a:p>
          <a:p xmlns:a="http://schemas.openxmlformats.org/drawingml/2006/main">
            <a:r>
              <a:t>    "unhandled image/shading at seq 72: [209.70431518554688, 206.38345336914062, 304.59124755859375, 255.70518493652344]; requires reviewed raster region",</a:t>
            </a:r>
          </a:p>
          <a:p xmlns:a="http://schemas.openxmlformats.org/drawingml/2006/main">
            <a:r>
              <a:t>    "unhandled image/shading at seq 73: [209.70431518554688, 206.38345336914062, 304.59124755859375, 255.70518493652344]; requires reviewed raster region",</a:t>
            </a:r>
          </a:p>
          <a:p xmlns:a="http://schemas.openxmlformats.org/drawingml/2006/main">
            <a:r>
              <a:t>    "unhandled image/shading at seq 81: [307.86083984375, 100.2965087890625, 402.7477722167969, 149.6182403564453]; requires reviewed raster region",</a:t>
            </a:r>
          </a:p>
          <a:p xmlns:a="http://schemas.openxmlformats.org/drawingml/2006/main">
            <a:r>
              <a:t>    "unhandled image/shading at seq 82: [305.970947265625, 94.26753234863281, 357.0723876953125, 147.28201293945312]; requires reviewed raster region",</a:t>
            </a:r>
          </a:p>
          <a:p xmlns:a="http://schemas.openxmlformats.org/drawingml/2006/main">
            <a:r>
              <a:t>    "unhandled image/shading at seq 83: [353.36224365234375, 94.26753234863281, 404.5796203613281, 147.28201293945312]; requires reviewed raster region",</a:t>
            </a:r>
          </a:p>
          <a:p xmlns:a="http://schemas.openxmlformats.org/drawingml/2006/main">
            <a:r>
              <a:t>    "unhandled image/shading at seq 84: [307.86083984375, 100.2965087890625, 402.7477722167969, 149.6182403564453]; requires reviewed raster region",</a:t>
            </a:r>
          </a:p>
          <a:p xmlns:a="http://schemas.openxmlformats.org/drawingml/2006/main">
            <a:r>
              <a:t>    "unhandled image/shading at seq 85: [307.86083984375, 153.37477111816406, 402.7477722167969, 202.69650268554688]; requires reviewed raster region",</a:t>
            </a:r>
          </a:p>
          <a:p xmlns:a="http://schemas.openxmlformats.org/drawingml/2006/main">
            <a:r>
              <a:t>    "unhandled image/shading at seq 86: [305.970947265625, 147.3689727783203, 357.0723876953125, 200.38345336914062]; requires reviewed raster region",</a:t>
            </a:r>
          </a:p>
          <a:p xmlns:a="http://schemas.openxmlformats.org/drawingml/2006/main">
            <a:r>
              <a:t>    "unhandled image/shading at seq 87: [353.36224365234375, 147.3689727783203, 404.5796203613281, 200.38345336914062]; requires reviewed raster region",</a:t>
            </a:r>
          </a:p>
          <a:p xmlns:a="http://schemas.openxmlformats.org/drawingml/2006/main">
            <a:r>
              <a:t>    "unhandled image/shading at seq 88: [307.86083984375, 153.37477111816406, 402.7477722167969, 202.69650268554688]; requires reviewed raster region",</a:t>
            </a:r>
          </a:p>
          <a:p xmlns:a="http://schemas.openxmlformats.org/drawingml/2006/main">
            <a:r>
              <a:t>    "unhandled image/shading at seq 89: [318.015625, 87.58811950683594, 341.9124450683594, 95.28202819824219]; requires reviewed raster region",</a:t>
            </a:r>
          </a:p>
          <a:p xmlns:a="http://schemas.openxmlformats.org/drawingml/2006/main">
            <a:r>
              <a:t>    "unhandled image/shading at seq 90: [340.2764892578125, 87.61709594726562, 393.33270263671875, 96.76028442382812]; requires reviewed raster region",</a:t>
            </a:r>
          </a:p>
          <a:p xmlns:a="http://schemas.openxmlformats.org/drawingml/2006/main">
            <a:r>
              <a:t>    "unhandled image/shading at seq 119: [415.11700439453125, 87.50115966796875, 492.6080017089844, 96.8182601928711]; requires reviewed raster region",</a:t>
            </a:r>
          </a:p>
          <a:p xmlns:a="http://schemas.openxmlformats.org/drawingml/2006/main">
            <a:r>
              <a:t>    "unhandled image/shading at seq 232: [114.2608642578125, 178.83563232421875, 125.73912048339844, 190.3138885498047];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"raster_boundaries":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"alpha-photo-30",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736.0867309570312,</a:t>
            </a:r>
          </a:p>
          <a:p xmlns:a="http://schemas.openxmlformats.org/drawingml/2006/main">
            <a:r>
              <a:t>        193.10691833496094,</a:t>
            </a:r>
          </a:p>
          <a:p xmlns:a="http://schemas.openxmlformats.org/drawingml/2006/main">
            <a:r>
              <a:t>        153.65213012695312,</a:t>
            </a:r>
          </a:p>
          <a:p xmlns:a="http://schemas.openxmlformats.org/drawingml/2006/main">
            <a:r>
              <a:t>        159.04344177246094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masked bottle/cup photo; original PDF image and its own alpha recombined"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"alpha-photo-29",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593.912841796875,</a:t>
            </a:r>
          </a:p>
          <a:p xmlns:a="http://schemas.openxmlformats.org/drawingml/2006/main">
            <a:r>
              <a:t>        193.10691833496094,</a:t>
            </a:r>
          </a:p>
          <a:p xmlns:a="http://schemas.openxmlformats.org/drawingml/2006/main">
            <a:r>
              <a:t>        153.3043212890625,</a:t>
            </a:r>
          </a:p>
          <a:p xmlns:a="http://schemas.openxmlformats.org/drawingml/2006/main">
            <a:r>
              <a:t>        159.04344177246094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masked bottle/cup photo; original PDF image and its own alpha recombined"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"alpha-photo-26",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736.0867309570312,</a:t>
            </a:r>
          </a:p>
          <a:p xmlns:a="http://schemas.openxmlformats.org/drawingml/2006/main">
            <a:r>
              <a:t>        33.80259704589844,</a:t>
            </a:r>
          </a:p>
          <a:p xmlns:a="http://schemas.openxmlformats.org/drawingml/2006/main">
            <a:r>
              <a:t>        153.65213012695312,</a:t>
            </a:r>
          </a:p>
          <a:p xmlns:a="http://schemas.openxmlformats.org/drawingml/2006/main">
            <a:r>
              <a:t>        159.04344177246094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masked bottle/cup photo; original PDF image and its own alpha recombined"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"alpha-photo-25",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593.912841796875,</a:t>
            </a:r>
          </a:p>
          <a:p xmlns:a="http://schemas.openxmlformats.org/drawingml/2006/main">
            <a:r>
              <a:t>        33.80259704589844,</a:t>
            </a:r>
          </a:p>
          <a:p xmlns:a="http://schemas.openxmlformats.org/drawingml/2006/main">
            <a:r>
              <a:t>        153.3043212890625,</a:t>
            </a:r>
          </a:p>
          <a:p xmlns:a="http://schemas.openxmlformats.org/drawingml/2006/main">
            <a:r>
              <a:t>        159.04344177246094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isolated masked bottle/cup photo; original PDF image and its own alpha recombined"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11,</a:t>
            </a:r>
          </a:p>
          <a:p xmlns:a="http://schemas.openxmlformats.org/drawingml/2006/main">
            <a:r>
              <a:t>        78,</a:t>
            </a:r>
          </a:p>
          <a:p xmlns:a="http://schemas.openxmlformats.org/drawingml/2006/main">
            <a:r>
              <a:t>        285,</a:t>
            </a:r>
          </a:p>
          <a:p xmlns:a="http://schemas.openxmlformats.org/drawingml/2006/main">
            <a:r>
              <a:t>        122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11,</a:t>
            </a:r>
          </a:p>
          <a:p xmlns:a="http://schemas.openxmlformats.org/drawingml/2006/main">
            <a:r>
              <a:t>        69,</a:t>
            </a:r>
          </a:p>
          <a:p xmlns:a="http://schemas.openxmlformats.org/drawingml/2006/main">
            <a:r>
              <a:t>        285,</a:t>
            </a:r>
          </a:p>
          <a:p xmlns:a="http://schemas.openxmlformats.org/drawingml/2006/main">
            <a:r>
              <a:t>        108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11,</a:t>
            </a:r>
          </a:p>
          <a:p xmlns:a="http://schemas.openxmlformats.org/drawingml/2006/main">
            <a:r>
              <a:t>        61,</a:t>
            </a:r>
          </a:p>
          <a:p xmlns:a="http://schemas.openxmlformats.org/drawingml/2006/main">
            <a:r>
              <a:t>        285,</a:t>
            </a:r>
          </a:p>
          <a:p xmlns:a="http://schemas.openxmlformats.org/drawingml/2006/main">
            <a:r>
              <a:t>        125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61,</a:t>
            </a:r>
          </a:p>
          <a:p xmlns:a="http://schemas.openxmlformats.org/drawingml/2006/main">
            <a:r>
              <a:t>        285,</a:t>
            </a:r>
          </a:p>
          <a:p xmlns:a="http://schemas.openxmlformats.org/drawingml/2006/main">
            <a:r>
              <a:t>        125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51,</a:t>
            </a:r>
          </a:p>
          <a:p xmlns:a="http://schemas.openxmlformats.org/drawingml/2006/main">
            <a:r>
              <a:t>        285,</a:t>
            </a:r>
          </a:p>
          <a:p xmlns:a="http://schemas.openxmlformats.org/drawingml/2006/main">
            <a:r>
              <a:t>        128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211,</a:t>
            </a:r>
          </a:p>
          <a:p xmlns:a="http://schemas.openxmlformats.org/drawingml/2006/main">
            <a:r>
              <a:t>        285,</a:t>
            </a:r>
          </a:p>
          <a:p xmlns:a="http://schemas.openxmlformats.org/drawingml/2006/main">
            <a:r>
              <a:t>        125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211,</a:t>
            </a:r>
          </a:p>
          <a:p xmlns:a="http://schemas.openxmlformats.org/drawingml/2006/main">
            <a:r>
              <a:t>        285,</a:t>
            </a:r>
          </a:p>
          <a:p xmlns:a="http://schemas.openxmlformats.org/drawingml/2006/main">
            <a:r>
              <a:t>        129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603,</a:t>
            </a:r>
          </a:p>
          <a:p xmlns:a="http://schemas.openxmlformats.org/drawingml/2006/main">
            <a:r>
              <a:t>        370,</a:t>
            </a:r>
          </a:p>
          <a:p xmlns:a="http://schemas.openxmlformats.org/drawingml/2006/main">
            <a:r>
              <a:t>        282,</a:t>
            </a:r>
          </a:p>
          <a:p xmlns:a="http://schemas.openxmlformats.org/drawingml/2006/main">
            <a:r>
              <a:t>        129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599,</a:t>
            </a:r>
          </a:p>
          <a:p xmlns:a="http://schemas.openxmlformats.org/drawingml/2006/main">
            <a:r>
              <a:t>        370,</a:t>
            </a:r>
          </a:p>
          <a:p xmlns:a="http://schemas.openxmlformats.org/drawingml/2006/main">
            <a:r>
              <a:t>        286,</a:t>
            </a:r>
          </a:p>
          <a:p xmlns:a="http://schemas.openxmlformats.org/drawingml/2006/main">
            <a:r>
              <a:t>        127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11,</a:t>
            </a:r>
          </a:p>
          <a:p xmlns:a="http://schemas.openxmlformats.org/drawingml/2006/main">
            <a:r>
              <a:t>        397,</a:t>
            </a:r>
          </a:p>
          <a:p xmlns:a="http://schemas.openxmlformats.org/drawingml/2006/main">
            <a:r>
              <a:t>        285,</a:t>
            </a:r>
          </a:p>
          <a:p xmlns:a="http://schemas.openxmlformats.org/drawingml/2006/main">
            <a:r>
              <a:t>        122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258,</a:t>
            </a:r>
          </a:p>
          <a:p xmlns:a="http://schemas.openxmlformats.org/drawingml/2006/main">
            <a:r>
              <a:t>        312,</a:t>
            </a:r>
          </a:p>
          <a:p xmlns:a="http://schemas.openxmlformats.org/drawingml/2006/main">
            <a:r>
              <a:t>        35,</a:t>
            </a:r>
          </a:p>
          <a:p xmlns:a="http://schemas.openxmlformats.org/drawingml/2006/main">
            <a:r>
              <a:t>        32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893,</a:t>
            </a:r>
          </a:p>
          <a:p xmlns:a="http://schemas.openxmlformats.org/drawingml/2006/main">
            <a:r>
              <a:t>        370,</a:t>
            </a:r>
          </a:p>
          <a:p xmlns:a="http://schemas.openxmlformats.org/drawingml/2006/main">
            <a:r>
              <a:t>        286,</a:t>
            </a:r>
          </a:p>
          <a:p xmlns:a="http://schemas.openxmlformats.org/drawingml/2006/main">
            <a:r>
              <a:t>        127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893,</a:t>
            </a:r>
          </a:p>
          <a:p xmlns:a="http://schemas.openxmlformats.org/drawingml/2006/main">
            <a:r>
              <a:t>        370,</a:t>
            </a:r>
          </a:p>
          <a:p xmlns:a="http://schemas.openxmlformats.org/drawingml/2006/main">
            <a:r>
              <a:t>        286,</a:t>
            </a:r>
          </a:p>
          <a:p xmlns:a="http://schemas.openxmlformats.org/drawingml/2006/main">
            <a:r>
              <a:t>        133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111,</a:t>
            </a:r>
          </a:p>
          <a:p xmlns:a="http://schemas.openxmlformats.org/drawingml/2006/main">
            <a:r>
              <a:t>        251,</a:t>
            </a:r>
          </a:p>
          <a:p xmlns:a="http://schemas.openxmlformats.org/drawingml/2006/main">
            <a:r>
              <a:t>        36,</a:t>
            </a:r>
          </a:p>
          <a:p xmlns:a="http://schemas.openxmlformats.org/drawingml/2006/main">
            <a:r>
              <a:t>        57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209,</a:t>
            </a:r>
          </a:p>
          <a:p xmlns:a="http://schemas.openxmlformats.org/drawingml/2006/main">
            <a:r>
              <a:t>        269,</a:t>
            </a:r>
          </a:p>
          <a:p xmlns:a="http://schemas.openxmlformats.org/drawingml/2006/main">
            <a:r>
              <a:t>        40,</a:t>
            </a:r>
          </a:p>
          <a:p xmlns:a="http://schemas.openxmlformats.org/drawingml/2006/main">
            <a:r>
              <a:t>        40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305,</a:t>
            </a:r>
          </a:p>
          <a:p xmlns:a="http://schemas.openxmlformats.org/drawingml/2006/main">
            <a:r>
              <a:t>        370,</a:t>
            </a:r>
          </a:p>
          <a:p xmlns:a="http://schemas.openxmlformats.org/drawingml/2006/main">
            <a:r>
              <a:t>        285,</a:t>
            </a:r>
          </a:p>
          <a:p xmlns:a="http://schemas.openxmlformats.org/drawingml/2006/main">
            <a:r>
              <a:t>        129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321,</a:t>
            </a:r>
          </a:p>
          <a:p xmlns:a="http://schemas.openxmlformats.org/drawingml/2006/main">
            <a:r>
              <a:t>        370,</a:t>
            </a:r>
          </a:p>
          <a:p xmlns:a="http://schemas.openxmlformats.org/drawingml/2006/main">
            <a:r>
              <a:t>        269,</a:t>
            </a:r>
          </a:p>
          <a:p xmlns:a="http://schemas.openxmlformats.org/drawingml/2006/main">
            <a:r>
              <a:t>        129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599,</a:t>
            </a:r>
          </a:p>
          <a:p xmlns:a="http://schemas.openxmlformats.org/drawingml/2006/main">
            <a:r>
              <a:t>        63,</a:t>
            </a:r>
          </a:p>
          <a:p xmlns:a="http://schemas.openxmlformats.org/drawingml/2006/main">
            <a:r>
              <a:t>        286,</a:t>
            </a:r>
          </a:p>
          <a:p xmlns:a="http://schemas.openxmlformats.org/drawingml/2006/main">
            <a:r>
              <a:t>        137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599,</a:t>
            </a:r>
          </a:p>
          <a:p xmlns:a="http://schemas.openxmlformats.org/drawingml/2006/main">
            <a:r>
              <a:t>        80,</a:t>
            </a:r>
          </a:p>
          <a:p xmlns:a="http://schemas.openxmlformats.org/drawingml/2006/main">
            <a:r>
              <a:t>        286,</a:t>
            </a:r>
          </a:p>
          <a:p xmlns:a="http://schemas.openxmlformats.org/drawingml/2006/main">
            <a:r>
              <a:t>        120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599,</a:t>
            </a:r>
          </a:p>
          <a:p xmlns:a="http://schemas.openxmlformats.org/drawingml/2006/main">
            <a:r>
              <a:t>        211,</a:t>
            </a:r>
          </a:p>
          <a:p xmlns:a="http://schemas.openxmlformats.org/drawingml/2006/main">
            <a:r>
              <a:t>        286,</a:t>
            </a:r>
          </a:p>
          <a:p xmlns:a="http://schemas.openxmlformats.org/drawingml/2006/main">
            <a:r>
              <a:t>        147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20,</a:t>
            </a:r>
          </a:p>
          <a:p xmlns:a="http://schemas.openxmlformats.org/drawingml/2006/main">
            <a:r>
              <a:t>        289,</a:t>
            </a:r>
          </a:p>
          <a:p xmlns:a="http://schemas.openxmlformats.org/drawingml/2006/main">
            <a:r>
              <a:t>        32,</a:t>
            </a:r>
          </a:p>
          <a:p xmlns:a="http://schemas.openxmlformats.org/drawingml/2006/main">
            <a:r>
              <a:t>        31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716.0999999999999,</a:t>
            </a:r>
          </a:p>
          <a:p xmlns:a="http://schemas.openxmlformats.org/drawingml/2006/main">
            <a:r>
              <a:t>        84,</a:t>
            </a:r>
          </a:p>
          <a:p xmlns:a="http://schemas.openxmlformats.org/drawingml/2006/main">
            <a:r>
              <a:t>        81.90000000000003,</a:t>
            </a:r>
          </a:p>
          <a:p xmlns:a="http://schemas.openxmlformats.org/drawingml/2006/main">
            <a:r>
              <a:t>        33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source relative-motion mathematical expression; PDF contains invalid Unicode surrogate mappings so original math pixels retained"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"pdf-raster-1",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716.0999999999999,</a:t>
            </a:r>
          </a:p>
          <a:p xmlns:a="http://schemas.openxmlformats.org/drawingml/2006/main">
            <a:r>
              <a:t>        226.5,</a:t>
            </a:r>
          </a:p>
          <a:p xmlns:a="http://schemas.openxmlformats.org/drawingml/2006/main">
            <a:r>
              <a:t>        114.90000000000003,</a:t>
            </a:r>
          </a:p>
          <a:p xmlns:a="http://schemas.openxmlformats.org/drawingml/2006/main">
            <a:r>
              <a:t>        33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"Discrete source relative-motion mathematical expression; source equation glyphs retained exactly"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"final_photo_background_repair": "All31 non-header original photo/icon paint instances use original PDF image pixels and own alpha masks in source paint order, reversing source JPEG soft-mask Matte premultiplication to restore pale-gray table surface color/texture omitted by SVG isolated-raster fallback. The long panel2 instances/geometries label is width-fitted at16.5px; all ordinary labels and source arrows remain native."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4b6801ebe49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00a94ea7c47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07f706f694b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8158ede7041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428dad9fc44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2493340764d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905487-E5BE-4A97-8DD3-0180FFFDFA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4428" y="1910715"/>
            <a:ext cx="9075420" cy="730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4F1BCA-B1AE-4554-9FAC-4341B23E7F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01641" y="2781776"/>
            <a:ext cx="7940992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1AC13A-B343-49B8-8269-49EDD5A6F1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4428" y="2107406"/>
            <a:ext cx="9075420" cy="842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9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2F204A-F955-42B3-AFD6-710FE844E0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8115" y="393383"/>
            <a:ext cx="10068044" cy="618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3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833CDD8-5535-4067-81BD-CA917DD6C2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8115" y="1404938"/>
            <a:ext cx="10068044" cy="3147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859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1pPr>
            <a:lvl2pPr marL="39338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2pPr>
            <a:lvl3pPr marL="61817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3pPr>
            <a:lvl4pPr marL="84296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4pPr>
            <a:lvl5pPr marL="106775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5pPr>
            <a:lvl6pPr marL="129254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6pPr>
            <a:lvl7pPr marL="151733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7pPr>
            <a:lvl8pPr marL="174212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8pPr>
            <a:lvl9pPr marL="196691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DBCE13-7371-45A1-871E-131098A7F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8115" y="393383"/>
            <a:ext cx="10068044" cy="618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3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72F019-E7B4-4C2F-BAEB-38651A22E5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8115" y="1404938"/>
            <a:ext cx="4679513" cy="3147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859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1pPr>
            <a:lvl2pPr marL="39338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2pPr>
            <a:lvl3pPr marL="61817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3pPr>
            <a:lvl4pPr marL="84296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4pPr>
            <a:lvl5pPr marL="106775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5pPr>
            <a:lvl6pPr marL="129254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6pPr>
            <a:lvl7pPr marL="151733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7pPr>
            <a:lvl8pPr marL="174212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8pPr>
            <a:lvl9pPr marL="196691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BAAEA-B3E2-401B-B93F-E6E6DFD452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26646" y="1404938"/>
            <a:ext cx="4679513" cy="3147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859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1pPr>
            <a:lvl2pPr marL="39338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2pPr>
            <a:lvl3pPr marL="61817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3pPr>
            <a:lvl4pPr marL="84296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4pPr>
            <a:lvl5pPr marL="106775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5pPr>
            <a:lvl6pPr marL="129254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6pPr>
            <a:lvl7pPr marL="151733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7pPr>
            <a:lvl8pPr marL="174212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8pPr>
            <a:lvl9pPr marL="196691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A67A37-906A-4FA6-9401-B439BD46D3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8115" y="393383"/>
            <a:ext cx="10068044" cy="618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3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945B59-E081-4B21-B74D-470D251987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8115" y="1404938"/>
            <a:ext cx="4679513" cy="3147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859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1pPr>
            <a:lvl2pPr marL="39338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2pPr>
            <a:lvl3pPr marL="61817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3pPr>
            <a:lvl4pPr marL="84296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4pPr>
            <a:lvl5pPr marL="106775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5pPr>
            <a:lvl6pPr marL="129254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6pPr>
            <a:lvl7pPr marL="151733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7pPr>
            <a:lvl8pPr marL="174212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8pPr>
            <a:lvl9pPr marL="1966913" indent="-168593">
              <a:lnSpc>
                <a:spcPct val="110000"/>
              </a:lnSpc>
              <a:spcBef>
                <a:spcPts val="0"/>
              </a:spcBef>
              <a:spcAft>
                <a:spcPts val="88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3ecb5eb1a9410d" /><Relationship Type="http://schemas.openxmlformats.org/officeDocument/2006/relationships/slideLayout" Target="/ppt/slideLayouts/slideLayout1.xml" Id="R381392d0ffcd44af" /><Relationship Type="http://schemas.openxmlformats.org/officeDocument/2006/relationships/slideLayout" Target="/ppt/slideLayouts/slideLayout2.xml" Id="R9cce270cb893432b" /><Relationship Type="http://schemas.openxmlformats.org/officeDocument/2006/relationships/slideLayout" Target="/ppt/slideLayouts/slideLayout3.xml" Id="R5aacb06c3b964a96" /><Relationship Type="http://schemas.openxmlformats.org/officeDocument/2006/relationships/slideLayout" Target="/ppt/slideLayouts/slideLayout4.xml" Id="R8c48a0244da54245" /><Relationship Type="http://schemas.openxmlformats.org/officeDocument/2006/relationships/slideLayout" Target="/ppt/slideLayouts/slideLayout5.xml" Id="R7376e3ed0b354275" /><Relationship Type="http://schemas.openxmlformats.org/officeDocument/2006/relationships/slideLayout" Target="/ppt/slideLayouts/slideLayout6.xml" Id="R1649b29c39f343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1392d0ffcd44af"/>
    <p:sldLayoutId xmlns:r="http://schemas.openxmlformats.org/officeDocument/2006/relationships" id="2147483650" r:id="R9cce270cb893432b"/>
    <p:sldLayoutId xmlns:r="http://schemas.openxmlformats.org/officeDocument/2006/relationships" id="2147483651" r:id="R5aacb06c3b964a96"/>
    <p:sldLayoutId xmlns:r="http://schemas.openxmlformats.org/officeDocument/2006/relationships" id="2147483652" r:id="R8c48a0244da54245"/>
    <p:sldLayoutId xmlns:r="http://schemas.openxmlformats.org/officeDocument/2006/relationships" id="2147483653" r:id="R7376e3ed0b354275"/>
    <p:sldLayoutId xmlns:r="http://schemas.openxmlformats.org/officeDocument/2006/relationships" id="2147483654" r:id="R1649b29c39f343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5703856c444e59" /><Relationship Type="http://schemas.openxmlformats.org/officeDocument/2006/relationships/image" Target="/ppt/media/image.png" Id="R20433a7591f24692" /><Relationship Type="http://schemas.openxmlformats.org/officeDocument/2006/relationships/image" Target="/ppt/media/image2.png" Id="R4791d1b01c734b76" /><Relationship Type="http://schemas.openxmlformats.org/officeDocument/2006/relationships/image" Target="/ppt/media/image3.png" Id="Rcc33bbb05d9149be" /><Relationship Type="http://schemas.openxmlformats.org/officeDocument/2006/relationships/image" Target="/ppt/media/image4.png" Id="R122c31caea564b67" /><Relationship Type="http://schemas.openxmlformats.org/officeDocument/2006/relationships/image" Target="/ppt/media/image5.png" Id="Rfb68cfbb57a5445b" /><Relationship Type="http://schemas.openxmlformats.org/officeDocument/2006/relationships/image" Target="/ppt/media/image6.png" Id="R73c9135f8e054583" /><Relationship Type="http://schemas.openxmlformats.org/officeDocument/2006/relationships/image" Target="/ppt/media/image7.png" Id="R1dec4650a3904b04" /><Relationship Type="http://schemas.openxmlformats.org/officeDocument/2006/relationships/image" Target="/ppt/media/image8.png" Id="Rf4a786b2404c45eb" /><Relationship Type="http://schemas.openxmlformats.org/officeDocument/2006/relationships/image" Target="/ppt/media/image9.png" Id="R9eed44a5bc1b4bf1" /><Relationship Type="http://schemas.openxmlformats.org/officeDocument/2006/relationships/image" Target="/ppt/media/image10.png" Id="R5d94821faf0c45e9" /><Relationship Type="http://schemas.openxmlformats.org/officeDocument/2006/relationships/image" Target="/ppt/media/image11.png" Id="R541c0e2ca5df41a7" /><Relationship Type="http://schemas.openxmlformats.org/officeDocument/2006/relationships/image" Target="/ppt/media/image12.png" Id="Rd822b8b97d904ed4" /><Relationship Type="http://schemas.openxmlformats.org/officeDocument/2006/relationships/image" Target="/ppt/media/image13.png" Id="Rc6a892820a714261" /><Relationship Type="http://schemas.openxmlformats.org/officeDocument/2006/relationships/image" Target="/ppt/media/image14.png" Id="Rd36a6e7d539845e7" /><Relationship Type="http://schemas.openxmlformats.org/officeDocument/2006/relationships/image" Target="/ppt/media/image15.png" Id="R1ca49bdda77a45c5" /><Relationship Type="http://schemas.openxmlformats.org/officeDocument/2006/relationships/image" Target="/ppt/media/image16.png" Id="Rf92b5ef0b9d84a5c" /><Relationship Type="http://schemas.openxmlformats.org/officeDocument/2006/relationships/image" Target="/ppt/media/image17.png" Id="R70b9d817df214b86" /><Relationship Type="http://schemas.openxmlformats.org/officeDocument/2006/relationships/image" Target="/ppt/media/image18.png" Id="R759441e3e1f44f67" /><Relationship Type="http://schemas.openxmlformats.org/officeDocument/2006/relationships/image" Target="/ppt/media/image19.png" Id="Ra6dd65fa540649c3" /><Relationship Type="http://schemas.openxmlformats.org/officeDocument/2006/relationships/image" Target="/ppt/media/image20.png" Id="R345ffb43af974f54" /><Relationship Type="http://schemas.openxmlformats.org/officeDocument/2006/relationships/image" Target="/ppt/media/image21.png" Id="R1b36c7734c3c4415" /><Relationship Type="http://schemas.openxmlformats.org/officeDocument/2006/relationships/image" Target="/ppt/media/image22.png" Id="Rca3c165edf5e46d2" /><Relationship Type="http://schemas.openxmlformats.org/officeDocument/2006/relationships/image" Target="/ppt/media/image23.png" Id="R5e2ed653e05f4735" /><Relationship Type="http://schemas.openxmlformats.org/officeDocument/2006/relationships/image" Target="/ppt/media/image24.png" Id="R1d4fe6dc27c6485b" /><Relationship Type="http://schemas.openxmlformats.org/officeDocument/2006/relationships/image" Target="/ppt/media/image25.png" Id="Rc4c181d675a44ac3" /><Relationship Type="http://schemas.openxmlformats.org/officeDocument/2006/relationships/image" Target="/ppt/media/image26.png" Id="Rba2d97efc0e2443d" /><Relationship Type="http://schemas.openxmlformats.org/officeDocument/2006/relationships/image" Target="/ppt/media/image27.png" Id="Rce29f50cedcd4f17" /><Relationship Type="http://schemas.openxmlformats.org/officeDocument/2006/relationships/image" Target="/ppt/media/image28.png" Id="Rd28e1f353221454b" /><Relationship Type="http://schemas.openxmlformats.org/officeDocument/2006/relationships/image" Target="/ppt/media/image29.png" Id="R46eb7d490cc04ba3" /><Relationship Type="http://schemas.openxmlformats.org/officeDocument/2006/relationships/image" Target="/ppt/media/image30.png" Id="Rad1fa7ecba8c47cf" /><Relationship Type="http://schemas.openxmlformats.org/officeDocument/2006/relationships/image" Target="/ppt/media/image31.png" Id="Ra16b3312369d4c81" /><Relationship Type="http://schemas.openxmlformats.org/officeDocument/2006/relationships/image" Target="/ppt/media/image32.png" Id="Rc1ce1b0f088e44a2" /><Relationship Type="http://schemas.openxmlformats.org/officeDocument/2006/relationships/image" Target="/ppt/media/image33.png" Id="R788cc2f2895b41bb" /><Relationship Type="http://schemas.openxmlformats.org/officeDocument/2006/relationships/notesSlide" Target="/ppt/notesSlides/notesSlide1.xml" Id="R21763a765c5249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9" name="pdf-path-3">
            <a:extLst xmlns:a="http://schemas.openxmlformats.org/drawingml/2006/main">
              <a:ext uri="{FF2B5EF4-FFF2-40B4-BE49-F238E27FC236}">
                <a16:creationId xmlns:a16="http://schemas.microsoft.com/office/drawing/2014/main" id="{8910FF9F-8B75-4079-BD60-5F6E2D3F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5933" y="2304826"/>
            <a:ext cx="2627242" cy="511865"/>
          </a:xfrm>
          <a:custGeom xmlns:a="http://schemas.openxmlformats.org/drawingml/2006/main">
            <a:pathLst>
              <a:path w="2627242" h="511865">
                <a:moveTo>
                  <a:pt x="2627242" y="511865"/>
                </a:moveTo>
                <a:lnTo>
                  <a:pt x="0" y="511865"/>
                </a:lnTo>
                <a:lnTo>
                  <a:pt x="100219" y="2485"/>
                </a:lnTo>
                <a:lnTo>
                  <a:pt x="2524539" y="0"/>
                </a:lnTo>
                <a:lnTo>
                  <a:pt x="2627242" y="511865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4">
            <a:extLst xmlns:a="http://schemas.openxmlformats.org/drawingml/2006/main">
              <a:ext uri="{FF2B5EF4-FFF2-40B4-BE49-F238E27FC236}">
                <a16:creationId xmlns:a16="http://schemas.microsoft.com/office/drawing/2014/main" id="{03A74C03-660D-4843-9A52-CE90B9EC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5933" y="1129524"/>
            <a:ext cx="2627242" cy="511865"/>
          </a:xfrm>
          <a:custGeom xmlns:a="http://schemas.openxmlformats.org/drawingml/2006/main">
            <a:pathLst>
              <a:path w="2627242" h="511865">
                <a:moveTo>
                  <a:pt x="2627242" y="511865"/>
                </a:moveTo>
                <a:lnTo>
                  <a:pt x="0" y="511865"/>
                </a:lnTo>
                <a:lnTo>
                  <a:pt x="100219" y="2485"/>
                </a:lnTo>
                <a:lnTo>
                  <a:pt x="2524539" y="0"/>
                </a:lnTo>
                <a:lnTo>
                  <a:pt x="2627242" y="511865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6">
            <a:extLst xmlns:a="http://schemas.openxmlformats.org/drawingml/2006/main">
              <a:ext uri="{FF2B5EF4-FFF2-40B4-BE49-F238E27FC236}">
                <a16:creationId xmlns:a16="http://schemas.microsoft.com/office/drawing/2014/main" id="{9840A897-3D9D-4E07-A24D-79A796A7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060" y="488450"/>
            <a:ext cx="2722493" cy="2936184"/>
          </a:xfrm>
          <a:custGeom xmlns:a="http://schemas.openxmlformats.org/drawingml/2006/main">
            <a:pathLst>
              <a:path w="2722493" h="2936184">
                <a:moveTo>
                  <a:pt x="99" y="76200"/>
                </a:moveTo>
                <a:lnTo>
                  <a:pt x="414" y="72125"/>
                </a:lnTo>
                <a:lnTo>
                  <a:pt x="927" y="68100"/>
                </a:lnTo>
                <a:lnTo>
                  <a:pt x="1640" y="64074"/>
                </a:lnTo>
                <a:lnTo>
                  <a:pt x="3611" y="56438"/>
                </a:lnTo>
                <a:lnTo>
                  <a:pt x="6311" y="49050"/>
                </a:lnTo>
                <a:lnTo>
                  <a:pt x="9690" y="42026"/>
                </a:lnTo>
                <a:lnTo>
                  <a:pt x="13716" y="35416"/>
                </a:lnTo>
                <a:lnTo>
                  <a:pt x="18337" y="29221"/>
                </a:lnTo>
                <a:lnTo>
                  <a:pt x="23522" y="23523"/>
                </a:lnTo>
                <a:lnTo>
                  <a:pt x="29221" y="18338"/>
                </a:lnTo>
                <a:lnTo>
                  <a:pt x="35400" y="13716"/>
                </a:lnTo>
                <a:lnTo>
                  <a:pt x="42026" y="9691"/>
                </a:lnTo>
                <a:lnTo>
                  <a:pt x="49050" y="6311"/>
                </a:lnTo>
                <a:lnTo>
                  <a:pt x="56438" y="3611"/>
                </a:lnTo>
                <a:lnTo>
                  <a:pt x="64075" y="1640"/>
                </a:lnTo>
                <a:lnTo>
                  <a:pt x="68099" y="928"/>
                </a:lnTo>
                <a:lnTo>
                  <a:pt x="72125" y="414"/>
                </a:lnTo>
                <a:lnTo>
                  <a:pt x="76200" y="99"/>
                </a:lnTo>
                <a:lnTo>
                  <a:pt x="80258" y="0"/>
                </a:lnTo>
                <a:lnTo>
                  <a:pt x="2642234" y="0"/>
                </a:lnTo>
                <a:lnTo>
                  <a:pt x="2646293" y="99"/>
                </a:lnTo>
                <a:lnTo>
                  <a:pt x="2650368" y="414"/>
                </a:lnTo>
                <a:lnTo>
                  <a:pt x="2654393" y="928"/>
                </a:lnTo>
                <a:lnTo>
                  <a:pt x="2658419" y="1640"/>
                </a:lnTo>
                <a:lnTo>
                  <a:pt x="2666055" y="3611"/>
                </a:lnTo>
                <a:lnTo>
                  <a:pt x="2673443" y="6311"/>
                </a:lnTo>
                <a:lnTo>
                  <a:pt x="2680467" y="9691"/>
                </a:lnTo>
                <a:lnTo>
                  <a:pt x="2687076" y="13716"/>
                </a:lnTo>
                <a:lnTo>
                  <a:pt x="2693271" y="18338"/>
                </a:lnTo>
                <a:lnTo>
                  <a:pt x="2698970" y="23523"/>
                </a:lnTo>
                <a:lnTo>
                  <a:pt x="2704155" y="29221"/>
                </a:lnTo>
                <a:lnTo>
                  <a:pt x="2708777" y="35416"/>
                </a:lnTo>
                <a:lnTo>
                  <a:pt x="2712802" y="42026"/>
                </a:lnTo>
                <a:lnTo>
                  <a:pt x="2716182" y="49050"/>
                </a:lnTo>
                <a:lnTo>
                  <a:pt x="2718881" y="56438"/>
                </a:lnTo>
                <a:lnTo>
                  <a:pt x="2720853" y="64074"/>
                </a:lnTo>
                <a:lnTo>
                  <a:pt x="2721565" y="68100"/>
                </a:lnTo>
                <a:lnTo>
                  <a:pt x="2722078" y="72125"/>
                </a:lnTo>
                <a:lnTo>
                  <a:pt x="2722393" y="76200"/>
                </a:lnTo>
                <a:lnTo>
                  <a:pt x="2722493" y="80258"/>
                </a:lnTo>
                <a:lnTo>
                  <a:pt x="2722493" y="2855925"/>
                </a:lnTo>
                <a:lnTo>
                  <a:pt x="2722393" y="2859984"/>
                </a:lnTo>
                <a:lnTo>
                  <a:pt x="2722078" y="2864059"/>
                </a:lnTo>
                <a:lnTo>
                  <a:pt x="2721565" y="2868085"/>
                </a:lnTo>
                <a:lnTo>
                  <a:pt x="2720853" y="2872110"/>
                </a:lnTo>
                <a:lnTo>
                  <a:pt x="2718881" y="2879746"/>
                </a:lnTo>
                <a:lnTo>
                  <a:pt x="2716182" y="2887135"/>
                </a:lnTo>
                <a:lnTo>
                  <a:pt x="2712802" y="2894158"/>
                </a:lnTo>
                <a:lnTo>
                  <a:pt x="2708777" y="2900767"/>
                </a:lnTo>
                <a:lnTo>
                  <a:pt x="2704155" y="2906963"/>
                </a:lnTo>
                <a:lnTo>
                  <a:pt x="2698970" y="2912662"/>
                </a:lnTo>
                <a:lnTo>
                  <a:pt x="2693271" y="2917846"/>
                </a:lnTo>
                <a:lnTo>
                  <a:pt x="2687076" y="2922468"/>
                </a:lnTo>
                <a:lnTo>
                  <a:pt x="2680467" y="2926493"/>
                </a:lnTo>
                <a:lnTo>
                  <a:pt x="2673443" y="2929873"/>
                </a:lnTo>
                <a:lnTo>
                  <a:pt x="2666055" y="2932573"/>
                </a:lnTo>
                <a:lnTo>
                  <a:pt x="2658419" y="2934544"/>
                </a:lnTo>
                <a:lnTo>
                  <a:pt x="2654393" y="2935257"/>
                </a:lnTo>
                <a:lnTo>
                  <a:pt x="2650368" y="2935770"/>
                </a:lnTo>
                <a:lnTo>
                  <a:pt x="2646293" y="2936085"/>
                </a:lnTo>
                <a:lnTo>
                  <a:pt x="2642234" y="2936184"/>
                </a:lnTo>
                <a:lnTo>
                  <a:pt x="80258" y="2936184"/>
                </a:lnTo>
                <a:lnTo>
                  <a:pt x="76200" y="2936085"/>
                </a:lnTo>
                <a:lnTo>
                  <a:pt x="72125" y="2935770"/>
                </a:lnTo>
                <a:lnTo>
                  <a:pt x="68099" y="2935257"/>
                </a:lnTo>
                <a:lnTo>
                  <a:pt x="64075" y="2934544"/>
                </a:lnTo>
                <a:lnTo>
                  <a:pt x="56438" y="2932573"/>
                </a:lnTo>
                <a:lnTo>
                  <a:pt x="49050" y="2929873"/>
                </a:lnTo>
                <a:lnTo>
                  <a:pt x="42026" y="2926493"/>
                </a:lnTo>
                <a:lnTo>
                  <a:pt x="35400" y="2922468"/>
                </a:lnTo>
                <a:lnTo>
                  <a:pt x="29221" y="2917846"/>
                </a:lnTo>
                <a:lnTo>
                  <a:pt x="23522" y="2912662"/>
                </a:lnTo>
                <a:lnTo>
                  <a:pt x="18337" y="2906963"/>
                </a:lnTo>
                <a:lnTo>
                  <a:pt x="13716" y="2900767"/>
                </a:lnTo>
                <a:lnTo>
                  <a:pt x="9690" y="2894158"/>
                </a:lnTo>
                <a:lnTo>
                  <a:pt x="6311" y="2887135"/>
                </a:lnTo>
                <a:lnTo>
                  <a:pt x="3611" y="2879746"/>
                </a:lnTo>
                <a:lnTo>
                  <a:pt x="1640" y="2872110"/>
                </a:lnTo>
                <a:lnTo>
                  <a:pt x="927" y="2868085"/>
                </a:lnTo>
                <a:lnTo>
                  <a:pt x="414" y="2864059"/>
                </a:lnTo>
                <a:lnTo>
                  <a:pt x="99" y="2859984"/>
                </a:lnTo>
                <a:lnTo>
                  <a:pt x="0" y="2855925"/>
                </a:lnTo>
                <a:lnTo>
                  <a:pt x="0" y="80258"/>
                </a:lnTo>
                <a:lnTo>
                  <a:pt x="99" y="76200"/>
                </a:lnTo>
                <a:moveTo>
                  <a:pt x="9939" y="80457"/>
                </a:moveTo>
                <a:lnTo>
                  <a:pt x="9939" y="80325"/>
                </a:lnTo>
                <a:lnTo>
                  <a:pt x="9939" y="2855859"/>
                </a:lnTo>
                <a:lnTo>
                  <a:pt x="9939" y="2855727"/>
                </a:lnTo>
                <a:lnTo>
                  <a:pt x="10038" y="2859620"/>
                </a:lnTo>
                <a:lnTo>
                  <a:pt x="10022" y="2859355"/>
                </a:lnTo>
                <a:lnTo>
                  <a:pt x="10321" y="2863181"/>
                </a:lnTo>
                <a:lnTo>
                  <a:pt x="10287" y="2862933"/>
                </a:lnTo>
                <a:lnTo>
                  <a:pt x="10767" y="2866710"/>
                </a:lnTo>
                <a:lnTo>
                  <a:pt x="10734" y="2866461"/>
                </a:lnTo>
                <a:lnTo>
                  <a:pt x="11397" y="2870172"/>
                </a:lnTo>
                <a:lnTo>
                  <a:pt x="11314" y="2869807"/>
                </a:lnTo>
                <a:lnTo>
                  <a:pt x="13170" y="2877030"/>
                </a:lnTo>
                <a:lnTo>
                  <a:pt x="13020" y="2876566"/>
                </a:lnTo>
                <a:lnTo>
                  <a:pt x="15555" y="2883490"/>
                </a:lnTo>
                <a:lnTo>
                  <a:pt x="15372" y="2883027"/>
                </a:lnTo>
                <a:lnTo>
                  <a:pt x="18537" y="2889619"/>
                </a:lnTo>
                <a:lnTo>
                  <a:pt x="18305" y="2889205"/>
                </a:lnTo>
                <a:lnTo>
                  <a:pt x="22081" y="2895417"/>
                </a:lnTo>
                <a:lnTo>
                  <a:pt x="21816" y="2895020"/>
                </a:lnTo>
                <a:lnTo>
                  <a:pt x="26157" y="2900817"/>
                </a:lnTo>
                <a:lnTo>
                  <a:pt x="25859" y="2900453"/>
                </a:lnTo>
                <a:lnTo>
                  <a:pt x="30712" y="2905803"/>
                </a:lnTo>
                <a:lnTo>
                  <a:pt x="30381" y="2905472"/>
                </a:lnTo>
                <a:lnTo>
                  <a:pt x="35731" y="2910326"/>
                </a:lnTo>
                <a:lnTo>
                  <a:pt x="35367" y="2910028"/>
                </a:lnTo>
                <a:lnTo>
                  <a:pt x="41165" y="2914368"/>
                </a:lnTo>
                <a:lnTo>
                  <a:pt x="40767" y="2914103"/>
                </a:lnTo>
                <a:lnTo>
                  <a:pt x="46979" y="2917879"/>
                </a:lnTo>
                <a:lnTo>
                  <a:pt x="46564" y="2917647"/>
                </a:lnTo>
                <a:lnTo>
                  <a:pt x="53141" y="2920812"/>
                </a:lnTo>
                <a:lnTo>
                  <a:pt x="52694" y="2920629"/>
                </a:lnTo>
                <a:lnTo>
                  <a:pt x="59618" y="2923164"/>
                </a:lnTo>
                <a:lnTo>
                  <a:pt x="59155" y="2923015"/>
                </a:lnTo>
                <a:lnTo>
                  <a:pt x="66377" y="2924870"/>
                </a:lnTo>
                <a:lnTo>
                  <a:pt x="66013" y="2924787"/>
                </a:lnTo>
                <a:lnTo>
                  <a:pt x="69723" y="2925450"/>
                </a:lnTo>
                <a:lnTo>
                  <a:pt x="69475" y="2925416"/>
                </a:lnTo>
                <a:lnTo>
                  <a:pt x="73250" y="2925897"/>
                </a:lnTo>
                <a:lnTo>
                  <a:pt x="73003" y="2925864"/>
                </a:lnTo>
                <a:lnTo>
                  <a:pt x="76829" y="2926162"/>
                </a:lnTo>
                <a:lnTo>
                  <a:pt x="76564" y="2926145"/>
                </a:lnTo>
                <a:lnTo>
                  <a:pt x="80457" y="2926245"/>
                </a:lnTo>
                <a:lnTo>
                  <a:pt x="80324" y="2926245"/>
                </a:lnTo>
                <a:lnTo>
                  <a:pt x="2642168" y="2926245"/>
                </a:lnTo>
                <a:lnTo>
                  <a:pt x="2642036" y="2926245"/>
                </a:lnTo>
                <a:lnTo>
                  <a:pt x="2645928" y="2926145"/>
                </a:lnTo>
                <a:lnTo>
                  <a:pt x="2645663" y="2926162"/>
                </a:lnTo>
                <a:lnTo>
                  <a:pt x="2649490" y="2925864"/>
                </a:lnTo>
                <a:lnTo>
                  <a:pt x="2649241" y="2925897"/>
                </a:lnTo>
                <a:lnTo>
                  <a:pt x="2653018" y="2925416"/>
                </a:lnTo>
                <a:lnTo>
                  <a:pt x="2652769" y="2925450"/>
                </a:lnTo>
                <a:lnTo>
                  <a:pt x="2656481" y="2924787"/>
                </a:lnTo>
                <a:lnTo>
                  <a:pt x="2656116" y="2924870"/>
                </a:lnTo>
                <a:lnTo>
                  <a:pt x="2663338" y="2923015"/>
                </a:lnTo>
                <a:lnTo>
                  <a:pt x="2662875" y="2923164"/>
                </a:lnTo>
                <a:lnTo>
                  <a:pt x="2669799" y="2920629"/>
                </a:lnTo>
                <a:lnTo>
                  <a:pt x="2669335" y="2920812"/>
                </a:lnTo>
                <a:lnTo>
                  <a:pt x="2675928" y="2917647"/>
                </a:lnTo>
                <a:lnTo>
                  <a:pt x="2675514" y="2917879"/>
                </a:lnTo>
                <a:lnTo>
                  <a:pt x="2681726" y="2914103"/>
                </a:lnTo>
                <a:lnTo>
                  <a:pt x="2681329" y="2914368"/>
                </a:lnTo>
                <a:lnTo>
                  <a:pt x="2687126" y="2910028"/>
                </a:lnTo>
                <a:lnTo>
                  <a:pt x="2686762" y="2910326"/>
                </a:lnTo>
                <a:lnTo>
                  <a:pt x="2692112" y="2905472"/>
                </a:lnTo>
                <a:lnTo>
                  <a:pt x="2691781" y="2905803"/>
                </a:lnTo>
                <a:lnTo>
                  <a:pt x="2696634" y="2900453"/>
                </a:lnTo>
                <a:lnTo>
                  <a:pt x="2696336" y="2900817"/>
                </a:lnTo>
                <a:lnTo>
                  <a:pt x="2700677" y="2895020"/>
                </a:lnTo>
                <a:lnTo>
                  <a:pt x="2700411" y="2895417"/>
                </a:lnTo>
                <a:lnTo>
                  <a:pt x="2704188" y="2889205"/>
                </a:lnTo>
                <a:lnTo>
                  <a:pt x="2703956" y="2889619"/>
                </a:lnTo>
                <a:lnTo>
                  <a:pt x="2707120" y="2883027"/>
                </a:lnTo>
                <a:lnTo>
                  <a:pt x="2706938" y="2883490"/>
                </a:lnTo>
                <a:lnTo>
                  <a:pt x="2709472" y="2876566"/>
                </a:lnTo>
                <a:lnTo>
                  <a:pt x="2709323" y="2877030"/>
                </a:lnTo>
                <a:lnTo>
                  <a:pt x="2711179" y="2869807"/>
                </a:lnTo>
                <a:lnTo>
                  <a:pt x="2711096" y="2870172"/>
                </a:lnTo>
                <a:lnTo>
                  <a:pt x="2711759" y="2866461"/>
                </a:lnTo>
                <a:lnTo>
                  <a:pt x="2711725" y="2866710"/>
                </a:lnTo>
                <a:lnTo>
                  <a:pt x="2712206" y="2862933"/>
                </a:lnTo>
                <a:lnTo>
                  <a:pt x="2712173" y="2863181"/>
                </a:lnTo>
                <a:lnTo>
                  <a:pt x="2712470" y="2859355"/>
                </a:lnTo>
                <a:lnTo>
                  <a:pt x="2712454" y="2859620"/>
                </a:lnTo>
                <a:lnTo>
                  <a:pt x="2712554" y="2855727"/>
                </a:lnTo>
                <a:lnTo>
                  <a:pt x="2712554" y="2855859"/>
                </a:lnTo>
                <a:lnTo>
                  <a:pt x="2712554" y="80325"/>
                </a:lnTo>
                <a:lnTo>
                  <a:pt x="2712554" y="80457"/>
                </a:lnTo>
                <a:lnTo>
                  <a:pt x="2712454" y="76564"/>
                </a:lnTo>
                <a:lnTo>
                  <a:pt x="2712470" y="76830"/>
                </a:lnTo>
                <a:lnTo>
                  <a:pt x="2712173" y="73003"/>
                </a:lnTo>
                <a:lnTo>
                  <a:pt x="2712206" y="73251"/>
                </a:lnTo>
                <a:lnTo>
                  <a:pt x="2711725" y="69475"/>
                </a:lnTo>
                <a:lnTo>
                  <a:pt x="2711759" y="69723"/>
                </a:lnTo>
                <a:lnTo>
                  <a:pt x="2711096" y="66012"/>
                </a:lnTo>
                <a:lnTo>
                  <a:pt x="2711179" y="66377"/>
                </a:lnTo>
                <a:lnTo>
                  <a:pt x="2709323" y="59154"/>
                </a:lnTo>
                <a:lnTo>
                  <a:pt x="2709472" y="59618"/>
                </a:lnTo>
                <a:lnTo>
                  <a:pt x="2706938" y="52694"/>
                </a:lnTo>
                <a:lnTo>
                  <a:pt x="2707120" y="53158"/>
                </a:lnTo>
                <a:lnTo>
                  <a:pt x="2703956" y="46565"/>
                </a:lnTo>
                <a:lnTo>
                  <a:pt x="2704188" y="46979"/>
                </a:lnTo>
                <a:lnTo>
                  <a:pt x="2700411" y="40767"/>
                </a:lnTo>
                <a:lnTo>
                  <a:pt x="2700677" y="41165"/>
                </a:lnTo>
                <a:lnTo>
                  <a:pt x="2696336" y="35367"/>
                </a:lnTo>
                <a:lnTo>
                  <a:pt x="2696634" y="35731"/>
                </a:lnTo>
                <a:lnTo>
                  <a:pt x="2691781" y="30381"/>
                </a:lnTo>
                <a:lnTo>
                  <a:pt x="2692112" y="30712"/>
                </a:lnTo>
                <a:lnTo>
                  <a:pt x="2686762" y="25858"/>
                </a:lnTo>
                <a:lnTo>
                  <a:pt x="2687126" y="26156"/>
                </a:lnTo>
                <a:lnTo>
                  <a:pt x="2681329" y="21816"/>
                </a:lnTo>
                <a:lnTo>
                  <a:pt x="2681726" y="22081"/>
                </a:lnTo>
                <a:lnTo>
                  <a:pt x="2675514" y="18305"/>
                </a:lnTo>
                <a:lnTo>
                  <a:pt x="2675928" y="18537"/>
                </a:lnTo>
                <a:lnTo>
                  <a:pt x="2669335" y="15373"/>
                </a:lnTo>
                <a:lnTo>
                  <a:pt x="2669799" y="15555"/>
                </a:lnTo>
                <a:lnTo>
                  <a:pt x="2662875" y="13020"/>
                </a:lnTo>
                <a:lnTo>
                  <a:pt x="2663338" y="13169"/>
                </a:lnTo>
                <a:lnTo>
                  <a:pt x="2656116" y="11314"/>
                </a:lnTo>
                <a:lnTo>
                  <a:pt x="2656481" y="11397"/>
                </a:lnTo>
                <a:lnTo>
                  <a:pt x="2652769" y="10734"/>
                </a:lnTo>
                <a:lnTo>
                  <a:pt x="2653018" y="10767"/>
                </a:lnTo>
                <a:lnTo>
                  <a:pt x="2649241" y="10287"/>
                </a:lnTo>
                <a:lnTo>
                  <a:pt x="2649490" y="10320"/>
                </a:lnTo>
                <a:lnTo>
                  <a:pt x="2645663" y="10022"/>
                </a:lnTo>
                <a:lnTo>
                  <a:pt x="2645928" y="10038"/>
                </a:lnTo>
                <a:lnTo>
                  <a:pt x="2642036" y="9939"/>
                </a:lnTo>
                <a:lnTo>
                  <a:pt x="2642168" y="9939"/>
                </a:lnTo>
                <a:lnTo>
                  <a:pt x="80324" y="9939"/>
                </a:lnTo>
                <a:lnTo>
                  <a:pt x="80457" y="9939"/>
                </a:lnTo>
                <a:lnTo>
                  <a:pt x="76564" y="10038"/>
                </a:lnTo>
                <a:lnTo>
                  <a:pt x="76829" y="10022"/>
                </a:lnTo>
                <a:lnTo>
                  <a:pt x="73003" y="10320"/>
                </a:lnTo>
                <a:lnTo>
                  <a:pt x="73250" y="10287"/>
                </a:lnTo>
                <a:lnTo>
                  <a:pt x="69475" y="10767"/>
                </a:lnTo>
                <a:lnTo>
                  <a:pt x="69723" y="10734"/>
                </a:lnTo>
                <a:lnTo>
                  <a:pt x="66013" y="11397"/>
                </a:lnTo>
                <a:lnTo>
                  <a:pt x="66377" y="11314"/>
                </a:lnTo>
                <a:lnTo>
                  <a:pt x="59155" y="13169"/>
                </a:lnTo>
                <a:lnTo>
                  <a:pt x="59618" y="13020"/>
                </a:lnTo>
                <a:lnTo>
                  <a:pt x="52694" y="15555"/>
                </a:lnTo>
                <a:lnTo>
                  <a:pt x="53141" y="15373"/>
                </a:lnTo>
                <a:lnTo>
                  <a:pt x="46564" y="18537"/>
                </a:lnTo>
                <a:lnTo>
                  <a:pt x="46979" y="18305"/>
                </a:lnTo>
                <a:lnTo>
                  <a:pt x="40767" y="22081"/>
                </a:lnTo>
                <a:lnTo>
                  <a:pt x="41165" y="21816"/>
                </a:lnTo>
                <a:lnTo>
                  <a:pt x="35367" y="26156"/>
                </a:lnTo>
                <a:lnTo>
                  <a:pt x="35731" y="25858"/>
                </a:lnTo>
                <a:lnTo>
                  <a:pt x="30381" y="30712"/>
                </a:lnTo>
                <a:lnTo>
                  <a:pt x="30712" y="30381"/>
                </a:lnTo>
                <a:lnTo>
                  <a:pt x="25859" y="35731"/>
                </a:lnTo>
                <a:lnTo>
                  <a:pt x="26157" y="35367"/>
                </a:lnTo>
                <a:lnTo>
                  <a:pt x="21816" y="41165"/>
                </a:lnTo>
                <a:lnTo>
                  <a:pt x="22081" y="40767"/>
                </a:lnTo>
                <a:lnTo>
                  <a:pt x="18305" y="46979"/>
                </a:lnTo>
                <a:lnTo>
                  <a:pt x="18537" y="46565"/>
                </a:lnTo>
                <a:lnTo>
                  <a:pt x="15372" y="53158"/>
                </a:lnTo>
                <a:lnTo>
                  <a:pt x="15555" y="52694"/>
                </a:lnTo>
                <a:lnTo>
                  <a:pt x="13020" y="59618"/>
                </a:lnTo>
                <a:lnTo>
                  <a:pt x="13170" y="59154"/>
                </a:lnTo>
                <a:lnTo>
                  <a:pt x="11314" y="66377"/>
                </a:lnTo>
                <a:lnTo>
                  <a:pt x="11397" y="66012"/>
                </a:lnTo>
                <a:lnTo>
                  <a:pt x="10734" y="69723"/>
                </a:lnTo>
                <a:lnTo>
                  <a:pt x="10767" y="69475"/>
                </a:lnTo>
                <a:lnTo>
                  <a:pt x="10287" y="73251"/>
                </a:lnTo>
                <a:lnTo>
                  <a:pt x="10321" y="73003"/>
                </a:lnTo>
                <a:lnTo>
                  <a:pt x="10022" y="76830"/>
                </a:lnTo>
                <a:lnTo>
                  <a:pt x="10038" y="76564"/>
                </a:lnTo>
                <a:lnTo>
                  <a:pt x="9939" y="80457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F915A-9FD0-4D22-B4E2-5986E99942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33a7591f24692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355" y="494248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5" name="source-pdf-photo-0">
            <a:extLst xmlns:a="http://schemas.openxmlformats.org/drawingml/2006/main">
              <a:ext uri="{FF2B5EF4-FFF2-40B4-BE49-F238E27FC236}">
                <a16:creationId xmlns:a16="http://schemas.microsoft.com/office/drawing/2014/main" id="{32769C69-F84E-4A42-9675-65DE9BFA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55" y="494248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3F22B-19D2-4A8C-88BF-9D78F64D1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1d1b01c734b76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355" y="494248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7" name="source-pdf-photo-1">
            <a:extLst xmlns:a="http://schemas.openxmlformats.org/drawingml/2006/main">
              <a:ext uri="{FF2B5EF4-FFF2-40B4-BE49-F238E27FC236}">
                <a16:creationId xmlns:a16="http://schemas.microsoft.com/office/drawing/2014/main" id="{E886670A-E79D-4678-8E0A-F9FAE935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55" y="494248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C09CD-2F28-4703-A2BB-ADAC4FF7E3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3bbb05d9149be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355" y="494248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9" name="source-pdf-photo-2">
            <a:extLst xmlns:a="http://schemas.openxmlformats.org/drawingml/2006/main">
              <a:ext uri="{FF2B5EF4-FFF2-40B4-BE49-F238E27FC236}">
                <a16:creationId xmlns:a16="http://schemas.microsoft.com/office/drawing/2014/main" id="{7E01C1F8-A487-4A90-854D-58DC7B96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55" y="494248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pdf-path-10">
            <a:extLst xmlns:a="http://schemas.openxmlformats.org/drawingml/2006/main">
              <a:ext uri="{FF2B5EF4-FFF2-40B4-BE49-F238E27FC236}">
                <a16:creationId xmlns:a16="http://schemas.microsoft.com/office/drawing/2014/main" id="{7B49E529-0899-44A4-9C30-3B6B7ED6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52" y="968046"/>
            <a:ext cx="964046" cy="404158"/>
          </a:xfrm>
          <a:custGeom xmlns:a="http://schemas.openxmlformats.org/drawingml/2006/main">
            <a:pathLst>
              <a:path w="964046" h="404158">
                <a:moveTo>
                  <a:pt x="808118" y="304220"/>
                </a:moveTo>
                <a:lnTo>
                  <a:pt x="921672" y="332994"/>
                </a:lnTo>
                <a:lnTo>
                  <a:pt x="950446" y="219456"/>
                </a:lnTo>
                <a:lnTo>
                  <a:pt x="964046" y="404158"/>
                </a:lnTo>
                <a:lnTo>
                  <a:pt x="808118" y="304220"/>
                </a:lnTo>
                <a:moveTo>
                  <a:pt x="1557" y="0"/>
                </a:moveTo>
                <a:lnTo>
                  <a:pt x="14163" y="795"/>
                </a:lnTo>
                <a:lnTo>
                  <a:pt x="14014" y="779"/>
                </a:lnTo>
                <a:lnTo>
                  <a:pt x="27830" y="1491"/>
                </a:lnTo>
                <a:lnTo>
                  <a:pt x="27681" y="1474"/>
                </a:lnTo>
                <a:lnTo>
                  <a:pt x="58707" y="2667"/>
                </a:lnTo>
                <a:lnTo>
                  <a:pt x="58591" y="2667"/>
                </a:lnTo>
                <a:lnTo>
                  <a:pt x="132257" y="4787"/>
                </a:lnTo>
                <a:lnTo>
                  <a:pt x="173835" y="6030"/>
                </a:lnTo>
                <a:lnTo>
                  <a:pt x="217882" y="7604"/>
                </a:lnTo>
                <a:lnTo>
                  <a:pt x="263801" y="9674"/>
                </a:lnTo>
                <a:lnTo>
                  <a:pt x="287324" y="10950"/>
                </a:lnTo>
                <a:lnTo>
                  <a:pt x="311095" y="12424"/>
                </a:lnTo>
                <a:lnTo>
                  <a:pt x="335081" y="14080"/>
                </a:lnTo>
                <a:lnTo>
                  <a:pt x="359184" y="15969"/>
                </a:lnTo>
                <a:lnTo>
                  <a:pt x="383352" y="18106"/>
                </a:lnTo>
                <a:lnTo>
                  <a:pt x="407521" y="20508"/>
                </a:lnTo>
                <a:lnTo>
                  <a:pt x="431623" y="23208"/>
                </a:lnTo>
                <a:lnTo>
                  <a:pt x="455593" y="26206"/>
                </a:lnTo>
                <a:lnTo>
                  <a:pt x="479348" y="29536"/>
                </a:lnTo>
                <a:lnTo>
                  <a:pt x="502820" y="33213"/>
                </a:lnTo>
                <a:lnTo>
                  <a:pt x="525979" y="37255"/>
                </a:lnTo>
                <a:lnTo>
                  <a:pt x="548723" y="41711"/>
                </a:lnTo>
                <a:lnTo>
                  <a:pt x="570986" y="46565"/>
                </a:lnTo>
                <a:lnTo>
                  <a:pt x="592720" y="51866"/>
                </a:lnTo>
                <a:lnTo>
                  <a:pt x="613857" y="57614"/>
                </a:lnTo>
                <a:lnTo>
                  <a:pt x="634315" y="63859"/>
                </a:lnTo>
                <a:lnTo>
                  <a:pt x="654044" y="70618"/>
                </a:lnTo>
                <a:lnTo>
                  <a:pt x="672978" y="77923"/>
                </a:lnTo>
                <a:lnTo>
                  <a:pt x="691101" y="85775"/>
                </a:lnTo>
                <a:lnTo>
                  <a:pt x="708444" y="94173"/>
                </a:lnTo>
                <a:lnTo>
                  <a:pt x="725026" y="103086"/>
                </a:lnTo>
                <a:lnTo>
                  <a:pt x="740879" y="112445"/>
                </a:lnTo>
                <a:lnTo>
                  <a:pt x="756020" y="122235"/>
                </a:lnTo>
                <a:lnTo>
                  <a:pt x="770465" y="132406"/>
                </a:lnTo>
                <a:lnTo>
                  <a:pt x="784231" y="142925"/>
                </a:lnTo>
                <a:lnTo>
                  <a:pt x="797333" y="153725"/>
                </a:lnTo>
                <a:lnTo>
                  <a:pt x="809824" y="164791"/>
                </a:lnTo>
                <a:lnTo>
                  <a:pt x="821701" y="176072"/>
                </a:lnTo>
                <a:lnTo>
                  <a:pt x="832982" y="187535"/>
                </a:lnTo>
                <a:lnTo>
                  <a:pt x="843699" y="199131"/>
                </a:lnTo>
                <a:lnTo>
                  <a:pt x="853870" y="210809"/>
                </a:lnTo>
                <a:lnTo>
                  <a:pt x="863528" y="222554"/>
                </a:lnTo>
                <a:lnTo>
                  <a:pt x="872689" y="234298"/>
                </a:lnTo>
                <a:lnTo>
                  <a:pt x="881385" y="246027"/>
                </a:lnTo>
                <a:lnTo>
                  <a:pt x="889618" y="257689"/>
                </a:lnTo>
                <a:lnTo>
                  <a:pt x="897437" y="269234"/>
                </a:lnTo>
                <a:lnTo>
                  <a:pt x="904842" y="280648"/>
                </a:lnTo>
                <a:lnTo>
                  <a:pt x="911882" y="291896"/>
                </a:lnTo>
                <a:lnTo>
                  <a:pt x="924819" y="313513"/>
                </a:lnTo>
                <a:lnTo>
                  <a:pt x="942975" y="344507"/>
                </a:lnTo>
                <a:lnTo>
                  <a:pt x="921539" y="357063"/>
                </a:lnTo>
                <a:lnTo>
                  <a:pt x="903417" y="326136"/>
                </a:lnTo>
                <a:lnTo>
                  <a:pt x="903467" y="326235"/>
                </a:lnTo>
                <a:lnTo>
                  <a:pt x="890629" y="304767"/>
                </a:lnTo>
                <a:lnTo>
                  <a:pt x="890761" y="304982"/>
                </a:lnTo>
                <a:lnTo>
                  <a:pt x="883837" y="293917"/>
                </a:lnTo>
                <a:lnTo>
                  <a:pt x="883936" y="294099"/>
                </a:lnTo>
                <a:lnTo>
                  <a:pt x="876648" y="282867"/>
                </a:lnTo>
                <a:lnTo>
                  <a:pt x="876780" y="283066"/>
                </a:lnTo>
                <a:lnTo>
                  <a:pt x="869111" y="271703"/>
                </a:lnTo>
                <a:lnTo>
                  <a:pt x="869260" y="271918"/>
                </a:lnTo>
                <a:lnTo>
                  <a:pt x="861176" y="260488"/>
                </a:lnTo>
                <a:lnTo>
                  <a:pt x="861325" y="260703"/>
                </a:lnTo>
                <a:lnTo>
                  <a:pt x="852810" y="249224"/>
                </a:lnTo>
                <a:lnTo>
                  <a:pt x="853009" y="249456"/>
                </a:lnTo>
                <a:lnTo>
                  <a:pt x="844031" y="237959"/>
                </a:lnTo>
                <a:lnTo>
                  <a:pt x="844230" y="238208"/>
                </a:lnTo>
                <a:lnTo>
                  <a:pt x="834788" y="226728"/>
                </a:lnTo>
                <a:lnTo>
                  <a:pt x="835019" y="226993"/>
                </a:lnTo>
                <a:lnTo>
                  <a:pt x="825080" y="215580"/>
                </a:lnTo>
                <a:lnTo>
                  <a:pt x="825329" y="215861"/>
                </a:lnTo>
                <a:lnTo>
                  <a:pt x="814859" y="204547"/>
                </a:lnTo>
                <a:lnTo>
                  <a:pt x="815141" y="204829"/>
                </a:lnTo>
                <a:lnTo>
                  <a:pt x="804142" y="193664"/>
                </a:lnTo>
                <a:lnTo>
                  <a:pt x="804424" y="193946"/>
                </a:lnTo>
                <a:lnTo>
                  <a:pt x="792861" y="182946"/>
                </a:lnTo>
                <a:lnTo>
                  <a:pt x="793176" y="183244"/>
                </a:lnTo>
                <a:lnTo>
                  <a:pt x="781017" y="172477"/>
                </a:lnTo>
                <a:lnTo>
                  <a:pt x="781365" y="172759"/>
                </a:lnTo>
                <a:lnTo>
                  <a:pt x="768609" y="162240"/>
                </a:lnTo>
                <a:lnTo>
                  <a:pt x="768974" y="162538"/>
                </a:lnTo>
                <a:lnTo>
                  <a:pt x="755573" y="152301"/>
                </a:lnTo>
                <a:lnTo>
                  <a:pt x="755953" y="152582"/>
                </a:lnTo>
                <a:lnTo>
                  <a:pt x="741923" y="142693"/>
                </a:lnTo>
                <a:lnTo>
                  <a:pt x="742320" y="142974"/>
                </a:lnTo>
                <a:lnTo>
                  <a:pt x="727610" y="133450"/>
                </a:lnTo>
                <a:lnTo>
                  <a:pt x="728025" y="133714"/>
                </a:lnTo>
                <a:lnTo>
                  <a:pt x="712619" y="124604"/>
                </a:lnTo>
                <a:lnTo>
                  <a:pt x="713049" y="124852"/>
                </a:lnTo>
                <a:lnTo>
                  <a:pt x="696915" y="116188"/>
                </a:lnTo>
                <a:lnTo>
                  <a:pt x="697379" y="116420"/>
                </a:lnTo>
                <a:lnTo>
                  <a:pt x="680499" y="108254"/>
                </a:lnTo>
                <a:lnTo>
                  <a:pt x="680979" y="108469"/>
                </a:lnTo>
                <a:lnTo>
                  <a:pt x="663338" y="100816"/>
                </a:lnTo>
                <a:lnTo>
                  <a:pt x="663818" y="101015"/>
                </a:lnTo>
                <a:lnTo>
                  <a:pt x="645331" y="93892"/>
                </a:lnTo>
                <a:lnTo>
                  <a:pt x="645778" y="94057"/>
                </a:lnTo>
                <a:lnTo>
                  <a:pt x="626463" y="87448"/>
                </a:lnTo>
                <a:lnTo>
                  <a:pt x="626861" y="87564"/>
                </a:lnTo>
                <a:lnTo>
                  <a:pt x="606784" y="81435"/>
                </a:lnTo>
                <a:lnTo>
                  <a:pt x="607132" y="81551"/>
                </a:lnTo>
                <a:lnTo>
                  <a:pt x="586342" y="75885"/>
                </a:lnTo>
                <a:lnTo>
                  <a:pt x="586673" y="75968"/>
                </a:lnTo>
                <a:lnTo>
                  <a:pt x="565255" y="70734"/>
                </a:lnTo>
                <a:lnTo>
                  <a:pt x="565537" y="70816"/>
                </a:lnTo>
                <a:lnTo>
                  <a:pt x="543555" y="66013"/>
                </a:lnTo>
                <a:lnTo>
                  <a:pt x="543819" y="66062"/>
                </a:lnTo>
                <a:lnTo>
                  <a:pt x="521324" y="61672"/>
                </a:lnTo>
                <a:lnTo>
                  <a:pt x="521572" y="61722"/>
                </a:lnTo>
                <a:lnTo>
                  <a:pt x="498662" y="57713"/>
                </a:lnTo>
                <a:lnTo>
                  <a:pt x="498878" y="57746"/>
                </a:lnTo>
                <a:lnTo>
                  <a:pt x="475604" y="54102"/>
                </a:lnTo>
                <a:lnTo>
                  <a:pt x="475803" y="54135"/>
                </a:lnTo>
                <a:lnTo>
                  <a:pt x="452230" y="50822"/>
                </a:lnTo>
                <a:lnTo>
                  <a:pt x="452413" y="50855"/>
                </a:lnTo>
                <a:lnTo>
                  <a:pt x="428625" y="47874"/>
                </a:lnTo>
                <a:lnTo>
                  <a:pt x="428791" y="47890"/>
                </a:lnTo>
                <a:lnTo>
                  <a:pt x="404837" y="45223"/>
                </a:lnTo>
                <a:lnTo>
                  <a:pt x="404986" y="45240"/>
                </a:lnTo>
                <a:lnTo>
                  <a:pt x="380967" y="42838"/>
                </a:lnTo>
                <a:lnTo>
                  <a:pt x="381099" y="42854"/>
                </a:lnTo>
                <a:lnTo>
                  <a:pt x="357063" y="40734"/>
                </a:lnTo>
                <a:lnTo>
                  <a:pt x="357179" y="40734"/>
                </a:lnTo>
                <a:lnTo>
                  <a:pt x="333193" y="38862"/>
                </a:lnTo>
                <a:lnTo>
                  <a:pt x="333292" y="38862"/>
                </a:lnTo>
                <a:lnTo>
                  <a:pt x="309422" y="37206"/>
                </a:lnTo>
                <a:lnTo>
                  <a:pt x="309521" y="37222"/>
                </a:lnTo>
                <a:lnTo>
                  <a:pt x="285833" y="35765"/>
                </a:lnTo>
                <a:lnTo>
                  <a:pt x="285932" y="35765"/>
                </a:lnTo>
                <a:lnTo>
                  <a:pt x="262509" y="34489"/>
                </a:lnTo>
                <a:lnTo>
                  <a:pt x="262625" y="34505"/>
                </a:lnTo>
                <a:lnTo>
                  <a:pt x="216822" y="32435"/>
                </a:lnTo>
                <a:lnTo>
                  <a:pt x="216938" y="32435"/>
                </a:lnTo>
                <a:lnTo>
                  <a:pt x="172990" y="30861"/>
                </a:lnTo>
                <a:lnTo>
                  <a:pt x="173057" y="30861"/>
                </a:lnTo>
                <a:lnTo>
                  <a:pt x="131528" y="29619"/>
                </a:lnTo>
                <a:lnTo>
                  <a:pt x="131544" y="29619"/>
                </a:lnTo>
                <a:lnTo>
                  <a:pt x="57813" y="27498"/>
                </a:lnTo>
                <a:lnTo>
                  <a:pt x="26653" y="26306"/>
                </a:lnTo>
                <a:lnTo>
                  <a:pt x="12672" y="25593"/>
                </a:lnTo>
                <a:lnTo>
                  <a:pt x="0" y="24782"/>
                </a:lnTo>
                <a:lnTo>
                  <a:pt x="1557" y="0"/>
                </a:ln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11">
            <a:extLst xmlns:a="http://schemas.openxmlformats.org/drawingml/2006/main">
              <a:ext uri="{FF2B5EF4-FFF2-40B4-BE49-F238E27FC236}">
                <a16:creationId xmlns:a16="http://schemas.microsoft.com/office/drawing/2014/main" id="{CB9E55E8-9D8C-4E14-8592-D8E15F3D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8117" y="968046"/>
            <a:ext cx="964046" cy="404158"/>
          </a:xfrm>
          <a:custGeom xmlns:a="http://schemas.openxmlformats.org/drawingml/2006/main">
            <a:pathLst>
              <a:path w="964046" h="404158">
                <a:moveTo>
                  <a:pt x="155928" y="304220"/>
                </a:moveTo>
                <a:lnTo>
                  <a:pt x="42374" y="332994"/>
                </a:lnTo>
                <a:lnTo>
                  <a:pt x="13600" y="219456"/>
                </a:lnTo>
                <a:lnTo>
                  <a:pt x="0" y="404158"/>
                </a:lnTo>
                <a:lnTo>
                  <a:pt x="155928" y="304220"/>
                </a:lnTo>
                <a:moveTo>
                  <a:pt x="962489" y="0"/>
                </a:moveTo>
                <a:lnTo>
                  <a:pt x="949882" y="795"/>
                </a:lnTo>
                <a:lnTo>
                  <a:pt x="950032" y="779"/>
                </a:lnTo>
                <a:lnTo>
                  <a:pt x="936216" y="1491"/>
                </a:lnTo>
                <a:lnTo>
                  <a:pt x="936365" y="1474"/>
                </a:lnTo>
                <a:lnTo>
                  <a:pt x="905339" y="2667"/>
                </a:lnTo>
                <a:lnTo>
                  <a:pt x="905455" y="2667"/>
                </a:lnTo>
                <a:lnTo>
                  <a:pt x="831789" y="4787"/>
                </a:lnTo>
                <a:lnTo>
                  <a:pt x="790210" y="6030"/>
                </a:lnTo>
                <a:lnTo>
                  <a:pt x="746163" y="7604"/>
                </a:lnTo>
                <a:lnTo>
                  <a:pt x="700244" y="9674"/>
                </a:lnTo>
                <a:lnTo>
                  <a:pt x="676722" y="10950"/>
                </a:lnTo>
                <a:lnTo>
                  <a:pt x="652951" y="12424"/>
                </a:lnTo>
                <a:lnTo>
                  <a:pt x="628965" y="14080"/>
                </a:lnTo>
                <a:lnTo>
                  <a:pt x="604862" y="15969"/>
                </a:lnTo>
                <a:lnTo>
                  <a:pt x="580693" y="18106"/>
                </a:lnTo>
                <a:lnTo>
                  <a:pt x="556525" y="20508"/>
                </a:lnTo>
                <a:lnTo>
                  <a:pt x="532423" y="23208"/>
                </a:lnTo>
                <a:lnTo>
                  <a:pt x="508452" y="26206"/>
                </a:lnTo>
                <a:lnTo>
                  <a:pt x="484698" y="29536"/>
                </a:lnTo>
                <a:lnTo>
                  <a:pt x="461209" y="33213"/>
                </a:lnTo>
                <a:lnTo>
                  <a:pt x="438067" y="37255"/>
                </a:lnTo>
                <a:lnTo>
                  <a:pt x="415323" y="41711"/>
                </a:lnTo>
                <a:lnTo>
                  <a:pt x="393059" y="46565"/>
                </a:lnTo>
                <a:lnTo>
                  <a:pt x="371326" y="51866"/>
                </a:lnTo>
                <a:lnTo>
                  <a:pt x="350189" y="57614"/>
                </a:lnTo>
                <a:lnTo>
                  <a:pt x="329730" y="63859"/>
                </a:lnTo>
                <a:lnTo>
                  <a:pt x="310001" y="70618"/>
                </a:lnTo>
                <a:lnTo>
                  <a:pt x="291067" y="77923"/>
                </a:lnTo>
                <a:lnTo>
                  <a:pt x="272945" y="85775"/>
                </a:lnTo>
                <a:lnTo>
                  <a:pt x="255601" y="94173"/>
                </a:lnTo>
                <a:lnTo>
                  <a:pt x="239019" y="103086"/>
                </a:lnTo>
                <a:lnTo>
                  <a:pt x="223166" y="112445"/>
                </a:lnTo>
                <a:lnTo>
                  <a:pt x="208026" y="122235"/>
                </a:lnTo>
                <a:lnTo>
                  <a:pt x="193581" y="132406"/>
                </a:lnTo>
                <a:lnTo>
                  <a:pt x="179815" y="142925"/>
                </a:lnTo>
                <a:lnTo>
                  <a:pt x="166712" y="153725"/>
                </a:lnTo>
                <a:lnTo>
                  <a:pt x="154222" y="164791"/>
                </a:lnTo>
                <a:lnTo>
                  <a:pt x="142345" y="176072"/>
                </a:lnTo>
                <a:lnTo>
                  <a:pt x="131064" y="187535"/>
                </a:lnTo>
                <a:lnTo>
                  <a:pt x="120346" y="199131"/>
                </a:lnTo>
                <a:lnTo>
                  <a:pt x="110175" y="210809"/>
                </a:lnTo>
                <a:lnTo>
                  <a:pt x="100517" y="222554"/>
                </a:lnTo>
                <a:lnTo>
                  <a:pt x="91357" y="234298"/>
                </a:lnTo>
                <a:lnTo>
                  <a:pt x="82660" y="246027"/>
                </a:lnTo>
                <a:lnTo>
                  <a:pt x="74427" y="257689"/>
                </a:lnTo>
                <a:lnTo>
                  <a:pt x="66609" y="269234"/>
                </a:lnTo>
                <a:lnTo>
                  <a:pt x="59204" y="280648"/>
                </a:lnTo>
                <a:lnTo>
                  <a:pt x="52164" y="291896"/>
                </a:lnTo>
                <a:lnTo>
                  <a:pt x="39226" y="313513"/>
                </a:lnTo>
                <a:lnTo>
                  <a:pt x="21071" y="344507"/>
                </a:lnTo>
                <a:lnTo>
                  <a:pt x="42506" y="357063"/>
                </a:lnTo>
                <a:lnTo>
                  <a:pt x="60629" y="326136"/>
                </a:lnTo>
                <a:lnTo>
                  <a:pt x="60579" y="326235"/>
                </a:lnTo>
                <a:lnTo>
                  <a:pt x="73417" y="304767"/>
                </a:lnTo>
                <a:lnTo>
                  <a:pt x="73284" y="304982"/>
                </a:lnTo>
                <a:lnTo>
                  <a:pt x="80208" y="293917"/>
                </a:lnTo>
                <a:lnTo>
                  <a:pt x="80109" y="294099"/>
                </a:lnTo>
                <a:lnTo>
                  <a:pt x="87398" y="282867"/>
                </a:lnTo>
                <a:lnTo>
                  <a:pt x="87265" y="283066"/>
                </a:lnTo>
                <a:lnTo>
                  <a:pt x="94935" y="271703"/>
                </a:lnTo>
                <a:lnTo>
                  <a:pt x="94786" y="271918"/>
                </a:lnTo>
                <a:lnTo>
                  <a:pt x="102870" y="260488"/>
                </a:lnTo>
                <a:lnTo>
                  <a:pt x="102721" y="260703"/>
                </a:lnTo>
                <a:lnTo>
                  <a:pt x="111235" y="249224"/>
                </a:lnTo>
                <a:lnTo>
                  <a:pt x="111036" y="249456"/>
                </a:lnTo>
                <a:lnTo>
                  <a:pt x="120015" y="237959"/>
                </a:lnTo>
                <a:lnTo>
                  <a:pt x="119800" y="238208"/>
                </a:lnTo>
                <a:lnTo>
                  <a:pt x="129258" y="226728"/>
                </a:lnTo>
                <a:lnTo>
                  <a:pt x="129026" y="226993"/>
                </a:lnTo>
                <a:lnTo>
                  <a:pt x="138966" y="215580"/>
                </a:lnTo>
                <a:lnTo>
                  <a:pt x="138717" y="215861"/>
                </a:lnTo>
                <a:lnTo>
                  <a:pt x="149186" y="204547"/>
                </a:lnTo>
                <a:lnTo>
                  <a:pt x="148905" y="204829"/>
                </a:lnTo>
                <a:lnTo>
                  <a:pt x="159904" y="193664"/>
                </a:lnTo>
                <a:lnTo>
                  <a:pt x="159623" y="193946"/>
                </a:lnTo>
                <a:lnTo>
                  <a:pt x="171185" y="182946"/>
                </a:lnTo>
                <a:lnTo>
                  <a:pt x="170870" y="183244"/>
                </a:lnTo>
                <a:lnTo>
                  <a:pt x="183029" y="172477"/>
                </a:lnTo>
                <a:lnTo>
                  <a:pt x="182681" y="172759"/>
                </a:lnTo>
                <a:lnTo>
                  <a:pt x="195436" y="162240"/>
                </a:lnTo>
                <a:lnTo>
                  <a:pt x="195072" y="162538"/>
                </a:lnTo>
                <a:lnTo>
                  <a:pt x="208473" y="152301"/>
                </a:lnTo>
                <a:lnTo>
                  <a:pt x="208092" y="152582"/>
                </a:lnTo>
                <a:lnTo>
                  <a:pt x="222123" y="142693"/>
                </a:lnTo>
                <a:lnTo>
                  <a:pt x="221725" y="142974"/>
                </a:lnTo>
                <a:lnTo>
                  <a:pt x="236435" y="133450"/>
                </a:lnTo>
                <a:lnTo>
                  <a:pt x="236021" y="133714"/>
                </a:lnTo>
                <a:lnTo>
                  <a:pt x="251427" y="124604"/>
                </a:lnTo>
                <a:lnTo>
                  <a:pt x="250996" y="124852"/>
                </a:lnTo>
                <a:lnTo>
                  <a:pt x="267130" y="116188"/>
                </a:lnTo>
                <a:lnTo>
                  <a:pt x="266667" y="116420"/>
                </a:lnTo>
                <a:lnTo>
                  <a:pt x="283547" y="108254"/>
                </a:lnTo>
                <a:lnTo>
                  <a:pt x="283066" y="108469"/>
                </a:lnTo>
                <a:lnTo>
                  <a:pt x="300708" y="100816"/>
                </a:lnTo>
                <a:lnTo>
                  <a:pt x="300228" y="101015"/>
                </a:lnTo>
                <a:lnTo>
                  <a:pt x="318715" y="93892"/>
                </a:lnTo>
                <a:lnTo>
                  <a:pt x="318267" y="94057"/>
                </a:lnTo>
                <a:lnTo>
                  <a:pt x="337582" y="87448"/>
                </a:lnTo>
                <a:lnTo>
                  <a:pt x="337185" y="87564"/>
                </a:lnTo>
                <a:lnTo>
                  <a:pt x="357262" y="81435"/>
                </a:lnTo>
                <a:lnTo>
                  <a:pt x="356914" y="81551"/>
                </a:lnTo>
                <a:lnTo>
                  <a:pt x="377703" y="75885"/>
                </a:lnTo>
                <a:lnTo>
                  <a:pt x="377372" y="75968"/>
                </a:lnTo>
                <a:lnTo>
                  <a:pt x="398791" y="70734"/>
                </a:lnTo>
                <a:lnTo>
                  <a:pt x="398509" y="70816"/>
                </a:lnTo>
                <a:lnTo>
                  <a:pt x="420491" y="66013"/>
                </a:lnTo>
                <a:lnTo>
                  <a:pt x="420226" y="66062"/>
                </a:lnTo>
                <a:lnTo>
                  <a:pt x="442722" y="61672"/>
                </a:lnTo>
                <a:lnTo>
                  <a:pt x="442473" y="61722"/>
                </a:lnTo>
                <a:lnTo>
                  <a:pt x="465383" y="57713"/>
                </a:lnTo>
                <a:lnTo>
                  <a:pt x="465168" y="57746"/>
                </a:lnTo>
                <a:lnTo>
                  <a:pt x="488442" y="54102"/>
                </a:lnTo>
                <a:lnTo>
                  <a:pt x="488243" y="54135"/>
                </a:lnTo>
                <a:lnTo>
                  <a:pt x="511815" y="50822"/>
                </a:lnTo>
                <a:lnTo>
                  <a:pt x="511633" y="50855"/>
                </a:lnTo>
                <a:lnTo>
                  <a:pt x="535421" y="47874"/>
                </a:lnTo>
                <a:lnTo>
                  <a:pt x="535255" y="47890"/>
                </a:lnTo>
                <a:lnTo>
                  <a:pt x="559208" y="45223"/>
                </a:lnTo>
                <a:lnTo>
                  <a:pt x="559059" y="45240"/>
                </a:lnTo>
                <a:lnTo>
                  <a:pt x="583079" y="42838"/>
                </a:lnTo>
                <a:lnTo>
                  <a:pt x="582946" y="42854"/>
                </a:lnTo>
                <a:lnTo>
                  <a:pt x="606982" y="40734"/>
                </a:lnTo>
                <a:lnTo>
                  <a:pt x="606866" y="40734"/>
                </a:lnTo>
                <a:lnTo>
                  <a:pt x="630853" y="38862"/>
                </a:lnTo>
                <a:lnTo>
                  <a:pt x="630753" y="38862"/>
                </a:lnTo>
                <a:lnTo>
                  <a:pt x="654624" y="37206"/>
                </a:lnTo>
                <a:lnTo>
                  <a:pt x="654525" y="37222"/>
                </a:lnTo>
                <a:lnTo>
                  <a:pt x="678213" y="35765"/>
                </a:lnTo>
                <a:lnTo>
                  <a:pt x="678114" y="35765"/>
                </a:lnTo>
                <a:lnTo>
                  <a:pt x="701537" y="34489"/>
                </a:lnTo>
                <a:lnTo>
                  <a:pt x="701421" y="34505"/>
                </a:lnTo>
                <a:lnTo>
                  <a:pt x="747224" y="32435"/>
                </a:lnTo>
                <a:lnTo>
                  <a:pt x="747107" y="32435"/>
                </a:lnTo>
                <a:lnTo>
                  <a:pt x="791055" y="30861"/>
                </a:lnTo>
                <a:lnTo>
                  <a:pt x="790989" y="30861"/>
                </a:lnTo>
                <a:lnTo>
                  <a:pt x="832518" y="29619"/>
                </a:lnTo>
                <a:lnTo>
                  <a:pt x="832501" y="29619"/>
                </a:lnTo>
                <a:lnTo>
                  <a:pt x="906233" y="27498"/>
                </a:lnTo>
                <a:lnTo>
                  <a:pt x="937392" y="26306"/>
                </a:lnTo>
                <a:lnTo>
                  <a:pt x="951374" y="25593"/>
                </a:lnTo>
                <a:lnTo>
                  <a:pt x="964046" y="24782"/>
                </a:lnTo>
                <a:lnTo>
                  <a:pt x="962489" y="0"/>
                </a:ln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D8358-8956-4D01-8D8E-B564E72E29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c31caea564b67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6201" y="494248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13" name="source-pdf-photo-3">
            <a:extLst xmlns:a="http://schemas.openxmlformats.org/drawingml/2006/main">
              <a:ext uri="{FF2B5EF4-FFF2-40B4-BE49-F238E27FC236}">
                <a16:creationId xmlns:a16="http://schemas.microsoft.com/office/drawing/2014/main" id="{A410628D-79D3-4BF4-9B50-A26BA2DB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6201" y="494248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6612A-6219-4349-890C-162AE45B8A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8cfbb57a5445b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6201" y="494248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15" name="source-pdf-photo-4">
            <a:extLst xmlns:a="http://schemas.openxmlformats.org/drawingml/2006/main">
              <a:ext uri="{FF2B5EF4-FFF2-40B4-BE49-F238E27FC236}">
                <a16:creationId xmlns:a16="http://schemas.microsoft.com/office/drawing/2014/main" id="{B1AFD478-086E-4034-A724-9130BDA1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6201" y="494248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9221F-E451-4B48-967A-D0AC27817B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9135f8e054583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6201" y="494248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17" name="source-pdf-photo-5">
            <a:extLst xmlns:a="http://schemas.openxmlformats.org/drawingml/2006/main">
              <a:ext uri="{FF2B5EF4-FFF2-40B4-BE49-F238E27FC236}">
                <a16:creationId xmlns:a16="http://schemas.microsoft.com/office/drawing/2014/main" id="{FFA3381B-B926-482E-9FD0-7DDAE6BB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6201" y="494248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pdf-path-15">
            <a:extLst xmlns:a="http://schemas.openxmlformats.org/drawingml/2006/main">
              <a:ext uri="{FF2B5EF4-FFF2-40B4-BE49-F238E27FC236}">
                <a16:creationId xmlns:a16="http://schemas.microsoft.com/office/drawing/2014/main" id="{BC217D85-EAB1-4669-9B53-64DD8FC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2692" y="1289378"/>
            <a:ext cx="165652" cy="352077"/>
          </a:xfrm>
          <a:custGeom xmlns:a="http://schemas.openxmlformats.org/drawingml/2006/main">
            <a:pathLst>
              <a:path w="165652" h="352077">
                <a:moveTo>
                  <a:pt x="0" y="165255"/>
                </a:moveTo>
                <a:lnTo>
                  <a:pt x="83207" y="82826"/>
                </a:lnTo>
                <a:lnTo>
                  <a:pt x="165652" y="166033"/>
                </a:lnTo>
                <a:lnTo>
                  <a:pt x="83605" y="0"/>
                </a:lnTo>
                <a:lnTo>
                  <a:pt x="0" y="165255"/>
                </a:lnTo>
                <a:moveTo>
                  <a:pt x="94372" y="352077"/>
                </a:moveTo>
                <a:lnTo>
                  <a:pt x="95730" y="62169"/>
                </a:lnTo>
                <a:lnTo>
                  <a:pt x="70882" y="62053"/>
                </a:lnTo>
                <a:lnTo>
                  <a:pt x="69524" y="351944"/>
                </a:lnTo>
                <a:lnTo>
                  <a:pt x="94372" y="352077"/>
                </a:ln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16">
            <a:extLst xmlns:a="http://schemas.openxmlformats.org/drawingml/2006/main">
              <a:ext uri="{FF2B5EF4-FFF2-40B4-BE49-F238E27FC236}">
                <a16:creationId xmlns:a16="http://schemas.microsoft.com/office/drawing/2014/main" id="{63F06587-52E9-461E-91BF-AB9060F6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8297" y="1289378"/>
            <a:ext cx="165652" cy="352077"/>
          </a:xfrm>
          <a:custGeom xmlns:a="http://schemas.openxmlformats.org/drawingml/2006/main">
            <a:pathLst>
              <a:path w="165652" h="352077">
                <a:moveTo>
                  <a:pt x="0" y="165255"/>
                </a:moveTo>
                <a:lnTo>
                  <a:pt x="83207" y="82826"/>
                </a:lnTo>
                <a:lnTo>
                  <a:pt x="165652" y="166033"/>
                </a:lnTo>
                <a:lnTo>
                  <a:pt x="83604" y="0"/>
                </a:lnTo>
                <a:lnTo>
                  <a:pt x="0" y="165255"/>
                </a:lnTo>
                <a:moveTo>
                  <a:pt x="94372" y="352077"/>
                </a:moveTo>
                <a:lnTo>
                  <a:pt x="95730" y="62169"/>
                </a:lnTo>
                <a:lnTo>
                  <a:pt x="70882" y="62053"/>
                </a:lnTo>
                <a:lnTo>
                  <a:pt x="69524" y="351944"/>
                </a:lnTo>
                <a:lnTo>
                  <a:pt x="94372" y="352077"/>
                </a:ln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A37FB-9339-4AF6-8E01-D619249167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c4650a3904b04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6201" y="2010959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21" name="source-pdf-photo-6">
            <a:extLst xmlns:a="http://schemas.openxmlformats.org/drawingml/2006/main">
              <a:ext uri="{FF2B5EF4-FFF2-40B4-BE49-F238E27FC236}">
                <a16:creationId xmlns:a16="http://schemas.microsoft.com/office/drawing/2014/main" id="{E64429C0-B141-43D7-869D-8D77C3F2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6201" y="2010959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D2FA2-1F12-400C-A0A1-6772609E8C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786b2404c45eb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6201" y="2010959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23" name="source-pdf-photo-7">
            <a:extLst xmlns:a="http://schemas.openxmlformats.org/drawingml/2006/main">
              <a:ext uri="{FF2B5EF4-FFF2-40B4-BE49-F238E27FC236}">
                <a16:creationId xmlns:a16="http://schemas.microsoft.com/office/drawing/2014/main" id="{FF0C5D2E-940D-4AFC-B9E3-6F879C71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6201" y="2010959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04EB0B-8ECB-44D3-B79D-639B813811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d44a5bc1b4bf1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6201" y="2010959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25" name="source-pdf-photo-8">
            <a:extLst xmlns:a="http://schemas.openxmlformats.org/drawingml/2006/main">
              <a:ext uri="{FF2B5EF4-FFF2-40B4-BE49-F238E27FC236}">
                <a16:creationId xmlns:a16="http://schemas.microsoft.com/office/drawing/2014/main" id="{1497F3DE-F1B2-432A-A824-8BCEBF52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6201" y="2010959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pdf-path-20">
            <a:extLst xmlns:a="http://schemas.openxmlformats.org/drawingml/2006/main">
              <a:ext uri="{FF2B5EF4-FFF2-40B4-BE49-F238E27FC236}">
                <a16:creationId xmlns:a16="http://schemas.microsoft.com/office/drawing/2014/main" id="{A0434F2D-51DB-4818-B7ED-51271BBE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7272" y="3162440"/>
            <a:ext cx="352077" cy="165652"/>
          </a:xfrm>
          <a:custGeom xmlns:a="http://schemas.openxmlformats.org/drawingml/2006/main">
            <a:pathLst>
              <a:path w="352077" h="165652">
                <a:moveTo>
                  <a:pt x="165255" y="165652"/>
                </a:moveTo>
                <a:lnTo>
                  <a:pt x="82826" y="82445"/>
                </a:lnTo>
                <a:lnTo>
                  <a:pt x="166033" y="0"/>
                </a:lnTo>
                <a:lnTo>
                  <a:pt x="0" y="82048"/>
                </a:lnTo>
                <a:lnTo>
                  <a:pt x="165255" y="165652"/>
                </a:lnTo>
                <a:moveTo>
                  <a:pt x="352077" y="71280"/>
                </a:moveTo>
                <a:lnTo>
                  <a:pt x="62169" y="69922"/>
                </a:lnTo>
                <a:lnTo>
                  <a:pt x="62053" y="94770"/>
                </a:lnTo>
                <a:lnTo>
                  <a:pt x="351945" y="96128"/>
                </a:lnTo>
                <a:lnTo>
                  <a:pt x="352077" y="71280"/>
                </a:ln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21">
            <a:extLst xmlns:a="http://schemas.openxmlformats.org/drawingml/2006/main">
              <a:ext uri="{FF2B5EF4-FFF2-40B4-BE49-F238E27FC236}">
                <a16:creationId xmlns:a16="http://schemas.microsoft.com/office/drawing/2014/main" id="{EDB5E89A-2C71-45EC-92E2-A5AE3A78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49" y="2626191"/>
            <a:ext cx="199114" cy="230041"/>
          </a:xfrm>
          <a:custGeom xmlns:a="http://schemas.openxmlformats.org/drawingml/2006/main">
            <a:pathLst>
              <a:path w="199114" h="230041">
                <a:moveTo>
                  <a:pt x="170572" y="72125"/>
                </a:moveTo>
                <a:lnTo>
                  <a:pt x="53804" y="62964"/>
                </a:lnTo>
                <a:lnTo>
                  <a:pt x="44643" y="179749"/>
                </a:lnTo>
                <a:lnTo>
                  <a:pt x="0" y="0"/>
                </a:lnTo>
                <a:lnTo>
                  <a:pt x="170572" y="72125"/>
                </a:lnTo>
                <a:moveTo>
                  <a:pt x="180229" y="230041"/>
                </a:moveTo>
                <a:lnTo>
                  <a:pt x="30911" y="55295"/>
                </a:lnTo>
                <a:lnTo>
                  <a:pt x="49795" y="39160"/>
                </a:lnTo>
                <a:lnTo>
                  <a:pt x="199114" y="213907"/>
                </a:lnTo>
                <a:lnTo>
                  <a:pt x="180229" y="230041"/>
                </a:ln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C77AD5-BBF4-42FB-AB47-71BA96A9F8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4821faf0c45e9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1023" y="3525682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29" name="source-pdf-photo-9">
            <a:extLst xmlns:a="http://schemas.openxmlformats.org/drawingml/2006/main">
              <a:ext uri="{FF2B5EF4-FFF2-40B4-BE49-F238E27FC236}">
                <a16:creationId xmlns:a16="http://schemas.microsoft.com/office/drawing/2014/main" id="{29C90D4B-0918-4518-9F6E-BDB5B94A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023" y="3525682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14A16C-C965-4CE9-9E91-18CF4E7949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c0e2ca5df41a7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1023" y="3525682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31" name="source-pdf-photo-10">
            <a:extLst xmlns:a="http://schemas.openxmlformats.org/drawingml/2006/main">
              <a:ext uri="{FF2B5EF4-FFF2-40B4-BE49-F238E27FC236}">
                <a16:creationId xmlns:a16="http://schemas.microsoft.com/office/drawing/2014/main" id="{5A909961-1F01-484E-93E8-A84F3F08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023" y="3525682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87CF57-81C4-4695-B719-62929F847F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2b8b97d904ed4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1023" y="3525682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33" name="source-pdf-photo-11">
            <a:extLst xmlns:a="http://schemas.openxmlformats.org/drawingml/2006/main">
              <a:ext uri="{FF2B5EF4-FFF2-40B4-BE49-F238E27FC236}">
                <a16:creationId xmlns:a16="http://schemas.microsoft.com/office/drawing/2014/main" id="{B9BA83BA-E6DD-416B-8F58-CE853E1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023" y="3525682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pdf-path-25">
            <a:extLst xmlns:a="http://schemas.openxmlformats.org/drawingml/2006/main">
              <a:ext uri="{FF2B5EF4-FFF2-40B4-BE49-F238E27FC236}">
                <a16:creationId xmlns:a16="http://schemas.microsoft.com/office/drawing/2014/main" id="{EEEEF1B2-77F5-494C-9F4E-4442D3FA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8765" y="4028320"/>
            <a:ext cx="689560" cy="622968"/>
          </a:xfrm>
          <a:custGeom xmlns:a="http://schemas.openxmlformats.org/drawingml/2006/main">
            <a:pathLst>
              <a:path w="689560" h="622968">
                <a:moveTo>
                  <a:pt x="165603" y="459238"/>
                </a:moveTo>
                <a:lnTo>
                  <a:pt x="80921" y="540159"/>
                </a:lnTo>
                <a:lnTo>
                  <a:pt x="0" y="455477"/>
                </a:lnTo>
                <a:lnTo>
                  <a:pt x="79050" y="622968"/>
                </a:lnTo>
                <a:lnTo>
                  <a:pt x="165603" y="459238"/>
                </a:lnTo>
                <a:moveTo>
                  <a:pt x="689560" y="116"/>
                </a:moveTo>
                <a:lnTo>
                  <a:pt x="670162" y="0"/>
                </a:lnTo>
                <a:lnTo>
                  <a:pt x="647651" y="83"/>
                </a:lnTo>
                <a:lnTo>
                  <a:pt x="622404" y="596"/>
                </a:lnTo>
                <a:lnTo>
                  <a:pt x="594857" y="1756"/>
                </a:lnTo>
                <a:lnTo>
                  <a:pt x="580247" y="2634"/>
                </a:lnTo>
                <a:lnTo>
                  <a:pt x="565222" y="3760"/>
                </a:lnTo>
                <a:lnTo>
                  <a:pt x="549799" y="5135"/>
                </a:lnTo>
                <a:lnTo>
                  <a:pt x="533996" y="6825"/>
                </a:lnTo>
                <a:lnTo>
                  <a:pt x="517895" y="8829"/>
                </a:lnTo>
                <a:lnTo>
                  <a:pt x="501512" y="11165"/>
                </a:lnTo>
                <a:lnTo>
                  <a:pt x="484897" y="13898"/>
                </a:lnTo>
                <a:lnTo>
                  <a:pt x="468100" y="17013"/>
                </a:lnTo>
                <a:lnTo>
                  <a:pt x="451154" y="20574"/>
                </a:lnTo>
                <a:lnTo>
                  <a:pt x="434125" y="24583"/>
                </a:lnTo>
                <a:lnTo>
                  <a:pt x="417029" y="29089"/>
                </a:lnTo>
                <a:lnTo>
                  <a:pt x="399934" y="34092"/>
                </a:lnTo>
                <a:lnTo>
                  <a:pt x="382872" y="39657"/>
                </a:lnTo>
                <a:lnTo>
                  <a:pt x="365909" y="45770"/>
                </a:lnTo>
                <a:lnTo>
                  <a:pt x="349062" y="52495"/>
                </a:lnTo>
                <a:lnTo>
                  <a:pt x="332381" y="59850"/>
                </a:lnTo>
                <a:lnTo>
                  <a:pt x="315932" y="67868"/>
                </a:lnTo>
                <a:lnTo>
                  <a:pt x="299747" y="76565"/>
                </a:lnTo>
                <a:lnTo>
                  <a:pt x="283862" y="85974"/>
                </a:lnTo>
                <a:lnTo>
                  <a:pt x="268357" y="96128"/>
                </a:lnTo>
                <a:lnTo>
                  <a:pt x="253314" y="107011"/>
                </a:lnTo>
                <a:lnTo>
                  <a:pt x="245861" y="112809"/>
                </a:lnTo>
                <a:lnTo>
                  <a:pt x="238605" y="118773"/>
                </a:lnTo>
                <a:lnTo>
                  <a:pt x="231466" y="124952"/>
                </a:lnTo>
                <a:lnTo>
                  <a:pt x="224459" y="131329"/>
                </a:lnTo>
                <a:lnTo>
                  <a:pt x="217601" y="137922"/>
                </a:lnTo>
                <a:lnTo>
                  <a:pt x="210842" y="144780"/>
                </a:lnTo>
                <a:lnTo>
                  <a:pt x="198071" y="158744"/>
                </a:lnTo>
                <a:lnTo>
                  <a:pt x="186028" y="173190"/>
                </a:lnTo>
                <a:lnTo>
                  <a:pt x="174747" y="188015"/>
                </a:lnTo>
                <a:lnTo>
                  <a:pt x="164211" y="203206"/>
                </a:lnTo>
                <a:lnTo>
                  <a:pt x="154388" y="218694"/>
                </a:lnTo>
                <a:lnTo>
                  <a:pt x="145244" y="234481"/>
                </a:lnTo>
                <a:lnTo>
                  <a:pt x="136763" y="250483"/>
                </a:lnTo>
                <a:lnTo>
                  <a:pt x="128927" y="266700"/>
                </a:lnTo>
                <a:lnTo>
                  <a:pt x="121688" y="283083"/>
                </a:lnTo>
                <a:lnTo>
                  <a:pt x="115046" y="299582"/>
                </a:lnTo>
                <a:lnTo>
                  <a:pt x="108949" y="316181"/>
                </a:lnTo>
                <a:lnTo>
                  <a:pt x="103400" y="332828"/>
                </a:lnTo>
                <a:lnTo>
                  <a:pt x="98363" y="349493"/>
                </a:lnTo>
                <a:lnTo>
                  <a:pt x="93809" y="366141"/>
                </a:lnTo>
                <a:lnTo>
                  <a:pt x="89701" y="382756"/>
                </a:lnTo>
                <a:lnTo>
                  <a:pt x="86040" y="399271"/>
                </a:lnTo>
                <a:lnTo>
                  <a:pt x="82793" y="415671"/>
                </a:lnTo>
                <a:lnTo>
                  <a:pt x="79927" y="431905"/>
                </a:lnTo>
                <a:lnTo>
                  <a:pt x="77409" y="447956"/>
                </a:lnTo>
                <a:lnTo>
                  <a:pt x="75239" y="463760"/>
                </a:lnTo>
                <a:lnTo>
                  <a:pt x="73384" y="479331"/>
                </a:lnTo>
                <a:lnTo>
                  <a:pt x="71810" y="494588"/>
                </a:lnTo>
                <a:lnTo>
                  <a:pt x="70502" y="509513"/>
                </a:lnTo>
                <a:lnTo>
                  <a:pt x="69441" y="524074"/>
                </a:lnTo>
                <a:lnTo>
                  <a:pt x="68580" y="538369"/>
                </a:lnTo>
                <a:lnTo>
                  <a:pt x="68033" y="560567"/>
                </a:lnTo>
                <a:lnTo>
                  <a:pt x="92881" y="561163"/>
                </a:lnTo>
                <a:lnTo>
                  <a:pt x="93411" y="539197"/>
                </a:lnTo>
                <a:lnTo>
                  <a:pt x="93395" y="539645"/>
                </a:lnTo>
                <a:lnTo>
                  <a:pt x="94239" y="525647"/>
                </a:lnTo>
                <a:lnTo>
                  <a:pt x="94223" y="525813"/>
                </a:lnTo>
                <a:lnTo>
                  <a:pt x="95283" y="511418"/>
                </a:lnTo>
                <a:lnTo>
                  <a:pt x="95266" y="511600"/>
                </a:lnTo>
                <a:lnTo>
                  <a:pt x="96558" y="496840"/>
                </a:lnTo>
                <a:lnTo>
                  <a:pt x="96543" y="497040"/>
                </a:lnTo>
                <a:lnTo>
                  <a:pt x="98083" y="481965"/>
                </a:lnTo>
                <a:lnTo>
                  <a:pt x="98066" y="482180"/>
                </a:lnTo>
                <a:lnTo>
                  <a:pt x="99905" y="466824"/>
                </a:lnTo>
                <a:lnTo>
                  <a:pt x="99872" y="467040"/>
                </a:lnTo>
                <a:lnTo>
                  <a:pt x="102009" y="451435"/>
                </a:lnTo>
                <a:lnTo>
                  <a:pt x="101975" y="451667"/>
                </a:lnTo>
                <a:lnTo>
                  <a:pt x="104461" y="435864"/>
                </a:lnTo>
                <a:lnTo>
                  <a:pt x="104410" y="436096"/>
                </a:lnTo>
                <a:lnTo>
                  <a:pt x="107243" y="420110"/>
                </a:lnTo>
                <a:lnTo>
                  <a:pt x="107194" y="420376"/>
                </a:lnTo>
                <a:lnTo>
                  <a:pt x="110391" y="404241"/>
                </a:lnTo>
                <a:lnTo>
                  <a:pt x="110324" y="404506"/>
                </a:lnTo>
                <a:lnTo>
                  <a:pt x="113935" y="388272"/>
                </a:lnTo>
                <a:lnTo>
                  <a:pt x="113869" y="388570"/>
                </a:lnTo>
                <a:lnTo>
                  <a:pt x="117895" y="372253"/>
                </a:lnTo>
                <a:lnTo>
                  <a:pt x="117812" y="372552"/>
                </a:lnTo>
                <a:lnTo>
                  <a:pt x="122284" y="356219"/>
                </a:lnTo>
                <a:lnTo>
                  <a:pt x="122202" y="356533"/>
                </a:lnTo>
                <a:lnTo>
                  <a:pt x="127138" y="340183"/>
                </a:lnTo>
                <a:lnTo>
                  <a:pt x="127039" y="340515"/>
                </a:lnTo>
                <a:lnTo>
                  <a:pt x="132472" y="324214"/>
                </a:lnTo>
                <a:lnTo>
                  <a:pt x="132340" y="324562"/>
                </a:lnTo>
                <a:lnTo>
                  <a:pt x="138303" y="308312"/>
                </a:lnTo>
                <a:lnTo>
                  <a:pt x="138170" y="308676"/>
                </a:lnTo>
                <a:lnTo>
                  <a:pt x="144664" y="292542"/>
                </a:lnTo>
                <a:lnTo>
                  <a:pt x="144498" y="292923"/>
                </a:lnTo>
                <a:lnTo>
                  <a:pt x="151555" y="276937"/>
                </a:lnTo>
                <a:lnTo>
                  <a:pt x="151390" y="277318"/>
                </a:lnTo>
                <a:lnTo>
                  <a:pt x="159026" y="261515"/>
                </a:lnTo>
                <a:lnTo>
                  <a:pt x="158827" y="261913"/>
                </a:lnTo>
                <a:lnTo>
                  <a:pt x="167093" y="246308"/>
                </a:lnTo>
                <a:lnTo>
                  <a:pt x="166861" y="246722"/>
                </a:lnTo>
                <a:lnTo>
                  <a:pt x="175757" y="231383"/>
                </a:lnTo>
                <a:lnTo>
                  <a:pt x="175508" y="231797"/>
                </a:lnTo>
                <a:lnTo>
                  <a:pt x="185049" y="216739"/>
                </a:lnTo>
                <a:lnTo>
                  <a:pt x="184769" y="217170"/>
                </a:lnTo>
                <a:lnTo>
                  <a:pt x="195006" y="202410"/>
                </a:lnTo>
                <a:lnTo>
                  <a:pt x="194691" y="202841"/>
                </a:lnTo>
                <a:lnTo>
                  <a:pt x="205640" y="188446"/>
                </a:lnTo>
                <a:lnTo>
                  <a:pt x="205293" y="188893"/>
                </a:lnTo>
                <a:lnTo>
                  <a:pt x="216971" y="174879"/>
                </a:lnTo>
                <a:lnTo>
                  <a:pt x="216590" y="175310"/>
                </a:lnTo>
                <a:lnTo>
                  <a:pt x="229014" y="161726"/>
                </a:lnTo>
                <a:lnTo>
                  <a:pt x="228699" y="162074"/>
                </a:lnTo>
                <a:lnTo>
                  <a:pt x="235176" y="155498"/>
                </a:lnTo>
                <a:lnTo>
                  <a:pt x="234944" y="155730"/>
                </a:lnTo>
                <a:lnTo>
                  <a:pt x="241571" y="149369"/>
                </a:lnTo>
                <a:lnTo>
                  <a:pt x="241322" y="149584"/>
                </a:lnTo>
                <a:lnTo>
                  <a:pt x="248080" y="143422"/>
                </a:lnTo>
                <a:lnTo>
                  <a:pt x="247849" y="143637"/>
                </a:lnTo>
                <a:lnTo>
                  <a:pt x="254739" y="137673"/>
                </a:lnTo>
                <a:lnTo>
                  <a:pt x="254492" y="137873"/>
                </a:lnTo>
                <a:lnTo>
                  <a:pt x="261515" y="132107"/>
                </a:lnTo>
                <a:lnTo>
                  <a:pt x="261283" y="132307"/>
                </a:lnTo>
                <a:lnTo>
                  <a:pt x="268423" y="126724"/>
                </a:lnTo>
                <a:lnTo>
                  <a:pt x="268059" y="127006"/>
                </a:lnTo>
                <a:lnTo>
                  <a:pt x="282685" y="116420"/>
                </a:lnTo>
                <a:lnTo>
                  <a:pt x="282205" y="116752"/>
                </a:lnTo>
                <a:lnTo>
                  <a:pt x="297246" y="106912"/>
                </a:lnTo>
                <a:lnTo>
                  <a:pt x="296766" y="107194"/>
                </a:lnTo>
                <a:lnTo>
                  <a:pt x="312188" y="98066"/>
                </a:lnTo>
                <a:lnTo>
                  <a:pt x="311724" y="98331"/>
                </a:lnTo>
                <a:lnTo>
                  <a:pt x="327461" y="89866"/>
                </a:lnTo>
                <a:lnTo>
                  <a:pt x="327031" y="90098"/>
                </a:lnTo>
                <a:lnTo>
                  <a:pt x="343049" y="82296"/>
                </a:lnTo>
                <a:lnTo>
                  <a:pt x="342618" y="82495"/>
                </a:lnTo>
                <a:lnTo>
                  <a:pt x="358885" y="75322"/>
                </a:lnTo>
                <a:lnTo>
                  <a:pt x="358472" y="75504"/>
                </a:lnTo>
                <a:lnTo>
                  <a:pt x="374920" y="68928"/>
                </a:lnTo>
                <a:lnTo>
                  <a:pt x="374523" y="69077"/>
                </a:lnTo>
                <a:lnTo>
                  <a:pt x="391121" y="63097"/>
                </a:lnTo>
                <a:lnTo>
                  <a:pt x="390757" y="63213"/>
                </a:lnTo>
                <a:lnTo>
                  <a:pt x="407454" y="57780"/>
                </a:lnTo>
                <a:lnTo>
                  <a:pt x="407107" y="57896"/>
                </a:lnTo>
                <a:lnTo>
                  <a:pt x="423854" y="52976"/>
                </a:lnTo>
                <a:lnTo>
                  <a:pt x="423523" y="53075"/>
                </a:lnTo>
                <a:lnTo>
                  <a:pt x="440287" y="48652"/>
                </a:lnTo>
                <a:lnTo>
                  <a:pt x="439972" y="48735"/>
                </a:lnTo>
                <a:lnTo>
                  <a:pt x="456703" y="44792"/>
                </a:lnTo>
                <a:lnTo>
                  <a:pt x="456405" y="44859"/>
                </a:lnTo>
                <a:lnTo>
                  <a:pt x="473053" y="41363"/>
                </a:lnTo>
                <a:lnTo>
                  <a:pt x="472771" y="41430"/>
                </a:lnTo>
                <a:lnTo>
                  <a:pt x="489303" y="38348"/>
                </a:lnTo>
                <a:lnTo>
                  <a:pt x="489038" y="38398"/>
                </a:lnTo>
                <a:lnTo>
                  <a:pt x="505405" y="35715"/>
                </a:lnTo>
                <a:lnTo>
                  <a:pt x="505156" y="35748"/>
                </a:lnTo>
                <a:lnTo>
                  <a:pt x="521307" y="33429"/>
                </a:lnTo>
                <a:lnTo>
                  <a:pt x="521075" y="33462"/>
                </a:lnTo>
                <a:lnTo>
                  <a:pt x="536961" y="31491"/>
                </a:lnTo>
                <a:lnTo>
                  <a:pt x="536747" y="31524"/>
                </a:lnTo>
                <a:lnTo>
                  <a:pt x="552318" y="29867"/>
                </a:lnTo>
                <a:lnTo>
                  <a:pt x="552119" y="29884"/>
                </a:lnTo>
                <a:lnTo>
                  <a:pt x="567359" y="28509"/>
                </a:lnTo>
                <a:lnTo>
                  <a:pt x="567160" y="28525"/>
                </a:lnTo>
                <a:lnTo>
                  <a:pt x="582002" y="27416"/>
                </a:lnTo>
                <a:lnTo>
                  <a:pt x="581836" y="27432"/>
                </a:lnTo>
                <a:lnTo>
                  <a:pt x="596232" y="26554"/>
                </a:lnTo>
                <a:lnTo>
                  <a:pt x="596000" y="26571"/>
                </a:lnTo>
                <a:lnTo>
                  <a:pt x="623300" y="25428"/>
                </a:lnTo>
                <a:lnTo>
                  <a:pt x="623034" y="25444"/>
                </a:lnTo>
                <a:lnTo>
                  <a:pt x="648048" y="24931"/>
                </a:lnTo>
                <a:lnTo>
                  <a:pt x="647849" y="24931"/>
                </a:lnTo>
                <a:lnTo>
                  <a:pt x="670195" y="24848"/>
                </a:lnTo>
                <a:lnTo>
                  <a:pt x="670063" y="24848"/>
                </a:lnTo>
                <a:lnTo>
                  <a:pt x="689395" y="24964"/>
                </a:lnTo>
                <a:lnTo>
                  <a:pt x="689560" y="116"/>
                </a:ln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path-26">
            <a:extLst xmlns:a="http://schemas.openxmlformats.org/drawingml/2006/main">
              <a:ext uri="{FF2B5EF4-FFF2-40B4-BE49-F238E27FC236}">
                <a16:creationId xmlns:a16="http://schemas.microsoft.com/office/drawing/2014/main" id="{041D910E-DD20-4452-B9FD-AF34137F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1514" y="4660764"/>
            <a:ext cx="352077" cy="165652"/>
          </a:xfrm>
          <a:custGeom xmlns:a="http://schemas.openxmlformats.org/drawingml/2006/main">
            <a:pathLst>
              <a:path w="352077" h="165652">
                <a:moveTo>
                  <a:pt x="186822" y="165652"/>
                </a:moveTo>
                <a:lnTo>
                  <a:pt x="269251" y="82445"/>
                </a:lnTo>
                <a:lnTo>
                  <a:pt x="186044" y="0"/>
                </a:lnTo>
                <a:lnTo>
                  <a:pt x="352077" y="82048"/>
                </a:lnTo>
                <a:lnTo>
                  <a:pt x="186822" y="165652"/>
                </a:lnTo>
                <a:moveTo>
                  <a:pt x="0" y="71280"/>
                </a:moveTo>
                <a:lnTo>
                  <a:pt x="289908" y="69922"/>
                </a:lnTo>
                <a:lnTo>
                  <a:pt x="290024" y="94769"/>
                </a:lnTo>
                <a:lnTo>
                  <a:pt x="133" y="96128"/>
                </a:lnTo>
                <a:lnTo>
                  <a:pt x="0" y="71280"/>
                </a:ln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01D8D3-50A3-4ECB-A679-5D9FCE3524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892820a714261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355" y="3525682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37" name="source-pdf-photo-12">
            <a:extLst xmlns:a="http://schemas.openxmlformats.org/drawingml/2006/main">
              <a:ext uri="{FF2B5EF4-FFF2-40B4-BE49-F238E27FC236}">
                <a16:creationId xmlns:a16="http://schemas.microsoft.com/office/drawing/2014/main" id="{D4512F05-0707-4456-B666-C2FC122F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55" y="3525682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pdf-path-31">
            <a:extLst xmlns:a="http://schemas.openxmlformats.org/drawingml/2006/main">
              <a:ext uri="{FF2B5EF4-FFF2-40B4-BE49-F238E27FC236}">
                <a16:creationId xmlns:a16="http://schemas.microsoft.com/office/drawing/2014/main" id="{2B0968E7-E0DF-4B45-AF9B-1BED7D8E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484" y="3630871"/>
            <a:ext cx="709505" cy="433578"/>
          </a:xfrm>
          <a:custGeom xmlns:a="http://schemas.openxmlformats.org/drawingml/2006/main">
            <a:pathLst>
              <a:path w="709505" h="433578">
                <a:moveTo>
                  <a:pt x="676705" y="366919"/>
                </a:moveTo>
                <a:cubicBezTo>
                  <a:pt x="694993" y="367334"/>
                  <a:pt x="709505" y="382491"/>
                  <a:pt x="709107" y="400779"/>
                </a:cubicBezTo>
                <a:cubicBezTo>
                  <a:pt x="708693" y="419067"/>
                  <a:pt x="693536" y="433578"/>
                  <a:pt x="675248" y="433164"/>
                </a:cubicBezTo>
                <a:cubicBezTo>
                  <a:pt x="656960" y="432766"/>
                  <a:pt x="642449" y="417609"/>
                  <a:pt x="642846" y="399321"/>
                </a:cubicBezTo>
                <a:cubicBezTo>
                  <a:pt x="643261" y="381033"/>
                  <a:pt x="658418" y="366522"/>
                  <a:pt x="676705" y="366919"/>
                </a:cubicBezTo>
                <a:moveTo>
                  <a:pt x="98580" y="92202"/>
                </a:moveTo>
                <a:lnTo>
                  <a:pt x="42920" y="49282"/>
                </a:lnTo>
                <a:lnTo>
                  <a:pt x="0" y="104941"/>
                </a:lnTo>
                <a:lnTo>
                  <a:pt x="36559" y="0"/>
                </a:lnTo>
                <a:lnTo>
                  <a:pt x="98580" y="92202"/>
                </a:lnTo>
                <a:moveTo>
                  <a:pt x="675745" y="408333"/>
                </a:moveTo>
                <a:lnTo>
                  <a:pt x="630654" y="407024"/>
                </a:lnTo>
                <a:lnTo>
                  <a:pt x="615480" y="406013"/>
                </a:lnTo>
                <a:lnTo>
                  <a:pt x="600423" y="404722"/>
                </a:lnTo>
                <a:lnTo>
                  <a:pt x="585398" y="403164"/>
                </a:lnTo>
                <a:lnTo>
                  <a:pt x="570423" y="401342"/>
                </a:lnTo>
                <a:lnTo>
                  <a:pt x="555498" y="399255"/>
                </a:lnTo>
                <a:lnTo>
                  <a:pt x="540622" y="396903"/>
                </a:lnTo>
                <a:lnTo>
                  <a:pt x="525830" y="394302"/>
                </a:lnTo>
                <a:lnTo>
                  <a:pt x="511103" y="391453"/>
                </a:lnTo>
                <a:lnTo>
                  <a:pt x="496460" y="388355"/>
                </a:lnTo>
                <a:lnTo>
                  <a:pt x="481915" y="385026"/>
                </a:lnTo>
                <a:lnTo>
                  <a:pt x="467454" y="381447"/>
                </a:lnTo>
                <a:lnTo>
                  <a:pt x="453108" y="377654"/>
                </a:lnTo>
                <a:lnTo>
                  <a:pt x="438862" y="373629"/>
                </a:lnTo>
                <a:lnTo>
                  <a:pt x="424749" y="369371"/>
                </a:lnTo>
                <a:lnTo>
                  <a:pt x="410751" y="364899"/>
                </a:lnTo>
                <a:lnTo>
                  <a:pt x="396886" y="360227"/>
                </a:lnTo>
                <a:lnTo>
                  <a:pt x="383170" y="355324"/>
                </a:lnTo>
                <a:lnTo>
                  <a:pt x="369587" y="350238"/>
                </a:lnTo>
                <a:lnTo>
                  <a:pt x="356169" y="344954"/>
                </a:lnTo>
                <a:lnTo>
                  <a:pt x="342900" y="339455"/>
                </a:lnTo>
                <a:lnTo>
                  <a:pt x="329797" y="333789"/>
                </a:lnTo>
                <a:lnTo>
                  <a:pt x="316893" y="327925"/>
                </a:lnTo>
                <a:lnTo>
                  <a:pt x="304154" y="321879"/>
                </a:lnTo>
                <a:lnTo>
                  <a:pt x="291614" y="315650"/>
                </a:lnTo>
                <a:lnTo>
                  <a:pt x="279256" y="309256"/>
                </a:lnTo>
                <a:lnTo>
                  <a:pt x="267114" y="302696"/>
                </a:lnTo>
                <a:lnTo>
                  <a:pt x="255187" y="295971"/>
                </a:lnTo>
                <a:lnTo>
                  <a:pt x="243476" y="289096"/>
                </a:lnTo>
                <a:lnTo>
                  <a:pt x="231979" y="282056"/>
                </a:lnTo>
                <a:lnTo>
                  <a:pt x="220732" y="274867"/>
                </a:lnTo>
                <a:lnTo>
                  <a:pt x="209716" y="267528"/>
                </a:lnTo>
                <a:lnTo>
                  <a:pt x="198948" y="260058"/>
                </a:lnTo>
                <a:lnTo>
                  <a:pt x="188446" y="252438"/>
                </a:lnTo>
                <a:lnTo>
                  <a:pt x="178192" y="244685"/>
                </a:lnTo>
                <a:lnTo>
                  <a:pt x="168220" y="236816"/>
                </a:lnTo>
                <a:lnTo>
                  <a:pt x="158512" y="228815"/>
                </a:lnTo>
                <a:lnTo>
                  <a:pt x="149104" y="220698"/>
                </a:lnTo>
                <a:lnTo>
                  <a:pt x="139976" y="212449"/>
                </a:lnTo>
                <a:lnTo>
                  <a:pt x="131147" y="204100"/>
                </a:lnTo>
                <a:lnTo>
                  <a:pt x="122616" y="195635"/>
                </a:lnTo>
                <a:lnTo>
                  <a:pt x="114416" y="187071"/>
                </a:lnTo>
                <a:lnTo>
                  <a:pt x="106531" y="178408"/>
                </a:lnTo>
                <a:lnTo>
                  <a:pt x="98960" y="169644"/>
                </a:lnTo>
                <a:lnTo>
                  <a:pt x="91755" y="160782"/>
                </a:lnTo>
                <a:lnTo>
                  <a:pt x="84864" y="151837"/>
                </a:lnTo>
                <a:lnTo>
                  <a:pt x="78337" y="142809"/>
                </a:lnTo>
                <a:lnTo>
                  <a:pt x="72175" y="133698"/>
                </a:lnTo>
                <a:lnTo>
                  <a:pt x="66377" y="124521"/>
                </a:lnTo>
                <a:lnTo>
                  <a:pt x="60960" y="115261"/>
                </a:lnTo>
                <a:lnTo>
                  <a:pt x="55908" y="105935"/>
                </a:lnTo>
                <a:lnTo>
                  <a:pt x="51269" y="96526"/>
                </a:lnTo>
                <a:lnTo>
                  <a:pt x="47012" y="87083"/>
                </a:lnTo>
                <a:lnTo>
                  <a:pt x="43186" y="77558"/>
                </a:lnTo>
                <a:lnTo>
                  <a:pt x="39757" y="68000"/>
                </a:lnTo>
                <a:lnTo>
                  <a:pt x="36659" y="58061"/>
                </a:lnTo>
                <a:lnTo>
                  <a:pt x="33180" y="38415"/>
                </a:lnTo>
                <a:lnTo>
                  <a:pt x="49480" y="35516"/>
                </a:lnTo>
                <a:lnTo>
                  <a:pt x="52876" y="54649"/>
                </a:lnTo>
                <a:lnTo>
                  <a:pt x="52628" y="53622"/>
                </a:lnTo>
                <a:lnTo>
                  <a:pt x="55527" y="62915"/>
                </a:lnTo>
                <a:lnTo>
                  <a:pt x="55411" y="62583"/>
                </a:lnTo>
                <a:lnTo>
                  <a:pt x="58724" y="71827"/>
                </a:lnTo>
                <a:lnTo>
                  <a:pt x="58608" y="71512"/>
                </a:lnTo>
                <a:lnTo>
                  <a:pt x="62318" y="80722"/>
                </a:lnTo>
                <a:lnTo>
                  <a:pt x="62186" y="80441"/>
                </a:lnTo>
                <a:lnTo>
                  <a:pt x="66311" y="89601"/>
                </a:lnTo>
                <a:lnTo>
                  <a:pt x="66178" y="89320"/>
                </a:lnTo>
                <a:lnTo>
                  <a:pt x="70700" y="98447"/>
                </a:lnTo>
                <a:lnTo>
                  <a:pt x="70551" y="98182"/>
                </a:lnTo>
                <a:lnTo>
                  <a:pt x="75455" y="107260"/>
                </a:lnTo>
                <a:lnTo>
                  <a:pt x="75322" y="107011"/>
                </a:lnTo>
                <a:lnTo>
                  <a:pt x="80607" y="116023"/>
                </a:lnTo>
                <a:lnTo>
                  <a:pt x="80457" y="115791"/>
                </a:lnTo>
                <a:lnTo>
                  <a:pt x="86106" y="124753"/>
                </a:lnTo>
                <a:lnTo>
                  <a:pt x="85974" y="124537"/>
                </a:lnTo>
                <a:lnTo>
                  <a:pt x="91987" y="133416"/>
                </a:lnTo>
                <a:lnTo>
                  <a:pt x="91838" y="133218"/>
                </a:lnTo>
                <a:lnTo>
                  <a:pt x="98215" y="142047"/>
                </a:lnTo>
                <a:lnTo>
                  <a:pt x="98083" y="141848"/>
                </a:lnTo>
                <a:lnTo>
                  <a:pt x="104808" y="150594"/>
                </a:lnTo>
                <a:lnTo>
                  <a:pt x="104659" y="150412"/>
                </a:lnTo>
                <a:lnTo>
                  <a:pt x="111732" y="159092"/>
                </a:lnTo>
                <a:lnTo>
                  <a:pt x="111583" y="158910"/>
                </a:lnTo>
                <a:lnTo>
                  <a:pt x="119005" y="167508"/>
                </a:lnTo>
                <a:lnTo>
                  <a:pt x="118856" y="167342"/>
                </a:lnTo>
                <a:lnTo>
                  <a:pt x="126591" y="175840"/>
                </a:lnTo>
                <a:lnTo>
                  <a:pt x="126442" y="175691"/>
                </a:lnTo>
                <a:lnTo>
                  <a:pt x="134510" y="184106"/>
                </a:lnTo>
                <a:lnTo>
                  <a:pt x="134360" y="183957"/>
                </a:lnTo>
                <a:lnTo>
                  <a:pt x="142742" y="192273"/>
                </a:lnTo>
                <a:lnTo>
                  <a:pt x="142593" y="192140"/>
                </a:lnTo>
                <a:lnTo>
                  <a:pt x="151290" y="200356"/>
                </a:lnTo>
                <a:lnTo>
                  <a:pt x="151141" y="200224"/>
                </a:lnTo>
                <a:lnTo>
                  <a:pt x="160119" y="208324"/>
                </a:lnTo>
                <a:lnTo>
                  <a:pt x="159987" y="208208"/>
                </a:lnTo>
                <a:lnTo>
                  <a:pt x="169263" y="216209"/>
                </a:lnTo>
                <a:lnTo>
                  <a:pt x="169131" y="216093"/>
                </a:lnTo>
                <a:lnTo>
                  <a:pt x="178689" y="223978"/>
                </a:lnTo>
                <a:lnTo>
                  <a:pt x="178556" y="223862"/>
                </a:lnTo>
                <a:lnTo>
                  <a:pt x="188396" y="231631"/>
                </a:lnTo>
                <a:lnTo>
                  <a:pt x="188247" y="231532"/>
                </a:lnTo>
                <a:lnTo>
                  <a:pt x="198369" y="239169"/>
                </a:lnTo>
                <a:lnTo>
                  <a:pt x="198236" y="239069"/>
                </a:lnTo>
                <a:lnTo>
                  <a:pt x="208606" y="246590"/>
                </a:lnTo>
                <a:lnTo>
                  <a:pt x="208473" y="246490"/>
                </a:lnTo>
                <a:lnTo>
                  <a:pt x="219108" y="253879"/>
                </a:lnTo>
                <a:lnTo>
                  <a:pt x="218959" y="253795"/>
                </a:lnTo>
                <a:lnTo>
                  <a:pt x="229842" y="261035"/>
                </a:lnTo>
                <a:lnTo>
                  <a:pt x="229710" y="260952"/>
                </a:lnTo>
                <a:lnTo>
                  <a:pt x="240842" y="268058"/>
                </a:lnTo>
                <a:lnTo>
                  <a:pt x="240709" y="267976"/>
                </a:lnTo>
                <a:lnTo>
                  <a:pt x="252056" y="274933"/>
                </a:lnTo>
                <a:lnTo>
                  <a:pt x="251924" y="274850"/>
                </a:lnTo>
                <a:lnTo>
                  <a:pt x="263520" y="281658"/>
                </a:lnTo>
                <a:lnTo>
                  <a:pt x="263387" y="281576"/>
                </a:lnTo>
                <a:lnTo>
                  <a:pt x="275181" y="288235"/>
                </a:lnTo>
                <a:lnTo>
                  <a:pt x="275049" y="288169"/>
                </a:lnTo>
                <a:lnTo>
                  <a:pt x="287075" y="294662"/>
                </a:lnTo>
                <a:lnTo>
                  <a:pt x="286943" y="294579"/>
                </a:lnTo>
                <a:lnTo>
                  <a:pt x="299151" y="300907"/>
                </a:lnTo>
                <a:lnTo>
                  <a:pt x="299035" y="300841"/>
                </a:lnTo>
                <a:lnTo>
                  <a:pt x="311442" y="307003"/>
                </a:lnTo>
                <a:lnTo>
                  <a:pt x="311326" y="306937"/>
                </a:lnTo>
                <a:lnTo>
                  <a:pt x="323933" y="312934"/>
                </a:lnTo>
                <a:lnTo>
                  <a:pt x="323800" y="312867"/>
                </a:lnTo>
                <a:lnTo>
                  <a:pt x="336589" y="318665"/>
                </a:lnTo>
                <a:lnTo>
                  <a:pt x="336456" y="318615"/>
                </a:lnTo>
                <a:lnTo>
                  <a:pt x="349427" y="324231"/>
                </a:lnTo>
                <a:lnTo>
                  <a:pt x="349294" y="324181"/>
                </a:lnTo>
                <a:lnTo>
                  <a:pt x="362430" y="329615"/>
                </a:lnTo>
                <a:lnTo>
                  <a:pt x="362298" y="329565"/>
                </a:lnTo>
                <a:lnTo>
                  <a:pt x="375600" y="334800"/>
                </a:lnTo>
                <a:lnTo>
                  <a:pt x="375467" y="334750"/>
                </a:lnTo>
                <a:lnTo>
                  <a:pt x="388918" y="339802"/>
                </a:lnTo>
                <a:lnTo>
                  <a:pt x="388785" y="339753"/>
                </a:lnTo>
                <a:lnTo>
                  <a:pt x="402386" y="344590"/>
                </a:lnTo>
                <a:lnTo>
                  <a:pt x="402253" y="344556"/>
                </a:lnTo>
                <a:lnTo>
                  <a:pt x="415986" y="349178"/>
                </a:lnTo>
                <a:lnTo>
                  <a:pt x="415853" y="349145"/>
                </a:lnTo>
                <a:lnTo>
                  <a:pt x="429718" y="353568"/>
                </a:lnTo>
                <a:lnTo>
                  <a:pt x="429586" y="353535"/>
                </a:lnTo>
                <a:lnTo>
                  <a:pt x="443584" y="357743"/>
                </a:lnTo>
                <a:lnTo>
                  <a:pt x="443451" y="357693"/>
                </a:lnTo>
                <a:lnTo>
                  <a:pt x="457548" y="361685"/>
                </a:lnTo>
                <a:lnTo>
                  <a:pt x="457415" y="361652"/>
                </a:lnTo>
                <a:lnTo>
                  <a:pt x="471628" y="365429"/>
                </a:lnTo>
                <a:lnTo>
                  <a:pt x="471496" y="365396"/>
                </a:lnTo>
                <a:lnTo>
                  <a:pt x="485825" y="368924"/>
                </a:lnTo>
                <a:lnTo>
                  <a:pt x="485692" y="368891"/>
                </a:lnTo>
                <a:lnTo>
                  <a:pt x="500104" y="372204"/>
                </a:lnTo>
                <a:lnTo>
                  <a:pt x="499955" y="372171"/>
                </a:lnTo>
                <a:lnTo>
                  <a:pt x="514466" y="375235"/>
                </a:lnTo>
                <a:lnTo>
                  <a:pt x="514317" y="375202"/>
                </a:lnTo>
                <a:lnTo>
                  <a:pt x="528911" y="378034"/>
                </a:lnTo>
                <a:lnTo>
                  <a:pt x="528762" y="378002"/>
                </a:lnTo>
                <a:lnTo>
                  <a:pt x="543422" y="380586"/>
                </a:lnTo>
                <a:lnTo>
                  <a:pt x="543273" y="380553"/>
                </a:lnTo>
                <a:lnTo>
                  <a:pt x="557999" y="382889"/>
                </a:lnTo>
                <a:lnTo>
                  <a:pt x="557850" y="382855"/>
                </a:lnTo>
                <a:lnTo>
                  <a:pt x="572643" y="384926"/>
                </a:lnTo>
                <a:lnTo>
                  <a:pt x="572494" y="384909"/>
                </a:lnTo>
                <a:lnTo>
                  <a:pt x="587320" y="386715"/>
                </a:lnTo>
                <a:lnTo>
                  <a:pt x="587171" y="386699"/>
                </a:lnTo>
                <a:lnTo>
                  <a:pt x="602046" y="388239"/>
                </a:lnTo>
                <a:lnTo>
                  <a:pt x="601897" y="388223"/>
                </a:lnTo>
                <a:lnTo>
                  <a:pt x="616806" y="389498"/>
                </a:lnTo>
                <a:lnTo>
                  <a:pt x="616656" y="389498"/>
                </a:lnTo>
                <a:lnTo>
                  <a:pt x="631598" y="390492"/>
                </a:lnTo>
                <a:lnTo>
                  <a:pt x="631284" y="390475"/>
                </a:lnTo>
                <a:lnTo>
                  <a:pt x="676208" y="391767"/>
                </a:lnTo>
                <a:lnTo>
                  <a:pt x="675745" y="4083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32">
            <a:extLst xmlns:a="http://schemas.openxmlformats.org/drawingml/2006/main">
              <a:ext uri="{FF2B5EF4-FFF2-40B4-BE49-F238E27FC236}">
                <a16:creationId xmlns:a16="http://schemas.microsoft.com/office/drawing/2014/main" id="{4C87EB6E-CF1C-426F-BEB1-F54C854C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8445" y="3286315"/>
            <a:ext cx="1334328" cy="469955"/>
          </a:xfrm>
          <a:custGeom xmlns:a="http://schemas.openxmlformats.org/drawingml/2006/main">
            <a:pathLst>
              <a:path w="1334328" h="469955">
                <a:moveTo>
                  <a:pt x="497" y="52512"/>
                </a:moveTo>
                <a:cubicBezTo>
                  <a:pt x="0" y="23456"/>
                  <a:pt x="23456" y="0"/>
                  <a:pt x="52180" y="828"/>
                </a:cubicBezTo>
                <a:lnTo>
                  <a:pt x="1280656" y="828"/>
                </a:lnTo>
                <a:cubicBezTo>
                  <a:pt x="1310043" y="0"/>
                  <a:pt x="1333500" y="23456"/>
                  <a:pt x="1334328" y="52512"/>
                </a:cubicBezTo>
                <a:lnTo>
                  <a:pt x="1334328" y="416283"/>
                </a:lnTo>
                <a:cubicBezTo>
                  <a:pt x="1333500" y="446167"/>
                  <a:pt x="1310043" y="469624"/>
                  <a:pt x="1280656" y="469955"/>
                </a:cubicBezTo>
                <a:lnTo>
                  <a:pt x="52180" y="469955"/>
                </a:lnTo>
                <a:cubicBezTo>
                  <a:pt x="23456" y="469624"/>
                  <a:pt x="0" y="446167"/>
                  <a:pt x="497" y="416283"/>
                </a:cubicBezTo>
                <a:lnTo>
                  <a:pt x="497" y="52512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34">
            <a:extLst xmlns:a="http://schemas.openxmlformats.org/drawingml/2006/main">
              <a:ext uri="{FF2B5EF4-FFF2-40B4-BE49-F238E27FC236}">
                <a16:creationId xmlns:a16="http://schemas.microsoft.com/office/drawing/2014/main" id="{B24E6352-EB05-4DCA-B4D3-D19220C5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41" y="3515345"/>
            <a:ext cx="376859" cy="218661"/>
          </a:xfrm>
          <a:custGeom xmlns:a="http://schemas.openxmlformats.org/drawingml/2006/main">
            <a:pathLst>
              <a:path w="376859" h="218661">
                <a:moveTo>
                  <a:pt x="0" y="0"/>
                </a:moveTo>
                <a:lnTo>
                  <a:pt x="376859" y="0"/>
                </a:lnTo>
                <a:lnTo>
                  <a:pt x="376859" y="218661"/>
                </a:lnTo>
                <a:lnTo>
                  <a:pt x="0" y="218661"/>
                </a:lnTo>
                <a:close/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37">
            <a:extLst xmlns:a="http://schemas.openxmlformats.org/drawingml/2006/main">
              <a:ext uri="{FF2B5EF4-FFF2-40B4-BE49-F238E27FC236}">
                <a16:creationId xmlns:a16="http://schemas.microsoft.com/office/drawing/2014/main" id="{8BA00920-D104-42B8-8568-ED8A3EED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5297" y="3515345"/>
            <a:ext cx="252619" cy="218661"/>
          </a:xfrm>
          <a:custGeom xmlns:a="http://schemas.openxmlformats.org/drawingml/2006/main">
            <a:pathLst>
              <a:path w="252619" h="218661">
                <a:moveTo>
                  <a:pt x="0" y="0"/>
                </a:moveTo>
                <a:lnTo>
                  <a:pt x="252619" y="0"/>
                </a:lnTo>
                <a:lnTo>
                  <a:pt x="252619" y="218661"/>
                </a:lnTo>
                <a:lnTo>
                  <a:pt x="0" y="218661"/>
                </a:lnTo>
                <a:close/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E02C21-9825-4908-94B8-81B0CFA543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a6e7d539845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56953" y="2959151"/>
            <a:ext cx="327991" cy="327991"/>
          </a:xfrm>
          <a:prstGeom xmlns:a="http://schemas.openxmlformats.org/drawingml/2006/main" prst="rect">
            <a:avLst/>
          </a:prstGeom>
        </p:spPr>
      </p:pic>
      <p:sp>
        <p:nvSpPr>
          <p:cNvPr id="43" name="source-pdf-photo-13">
            <a:extLst xmlns:a="http://schemas.openxmlformats.org/drawingml/2006/main">
              <a:ext uri="{FF2B5EF4-FFF2-40B4-BE49-F238E27FC236}">
                <a16:creationId xmlns:a16="http://schemas.microsoft.com/office/drawing/2014/main" id="{EB1FBF55-926C-4C6A-839B-8DF8D955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6953" y="2959151"/>
            <a:ext cx="327991" cy="32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pdf-path-41">
            <a:extLst xmlns:a="http://schemas.openxmlformats.org/drawingml/2006/main">
              <a:ext uri="{FF2B5EF4-FFF2-40B4-BE49-F238E27FC236}">
                <a16:creationId xmlns:a16="http://schemas.microsoft.com/office/drawing/2014/main" id="{2DBA932D-16F6-40B0-8446-85CFB09A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667" y="3308761"/>
            <a:ext cx="396886" cy="246888"/>
          </a:xfrm>
          <a:custGeom xmlns:a="http://schemas.openxmlformats.org/drawingml/2006/main">
            <a:pathLst>
              <a:path w="396886" h="246888">
                <a:moveTo>
                  <a:pt x="364633" y="179699"/>
                </a:moveTo>
                <a:cubicBezTo>
                  <a:pt x="382905" y="180727"/>
                  <a:pt x="396886" y="196364"/>
                  <a:pt x="395859" y="214636"/>
                </a:cubicBezTo>
                <a:cubicBezTo>
                  <a:pt x="394832" y="232907"/>
                  <a:pt x="379194" y="246888"/>
                  <a:pt x="360923" y="245861"/>
                </a:cubicBezTo>
                <a:cubicBezTo>
                  <a:pt x="342651" y="244834"/>
                  <a:pt x="328670" y="229196"/>
                  <a:pt x="329697" y="210925"/>
                </a:cubicBezTo>
                <a:cubicBezTo>
                  <a:pt x="330725" y="192654"/>
                  <a:pt x="346362" y="178672"/>
                  <a:pt x="364633" y="179699"/>
                </a:cubicBezTo>
                <a:moveTo>
                  <a:pt x="103151" y="0"/>
                </a:moveTo>
                <a:lnTo>
                  <a:pt x="49530" y="45439"/>
                </a:lnTo>
                <a:lnTo>
                  <a:pt x="94952" y="99060"/>
                </a:lnTo>
                <a:lnTo>
                  <a:pt x="0" y="41330"/>
                </a:lnTo>
                <a:lnTo>
                  <a:pt x="103151" y="0"/>
                </a:lnTo>
                <a:moveTo>
                  <a:pt x="362314" y="221046"/>
                </a:moveTo>
                <a:lnTo>
                  <a:pt x="328190" y="219108"/>
                </a:lnTo>
                <a:lnTo>
                  <a:pt x="319460" y="218015"/>
                </a:lnTo>
                <a:lnTo>
                  <a:pt x="310995" y="216706"/>
                </a:lnTo>
                <a:lnTo>
                  <a:pt x="302630" y="215215"/>
                </a:lnTo>
                <a:lnTo>
                  <a:pt x="294397" y="213509"/>
                </a:lnTo>
                <a:lnTo>
                  <a:pt x="286280" y="211604"/>
                </a:lnTo>
                <a:lnTo>
                  <a:pt x="278312" y="209517"/>
                </a:lnTo>
                <a:lnTo>
                  <a:pt x="270510" y="207247"/>
                </a:lnTo>
                <a:lnTo>
                  <a:pt x="262890" y="204812"/>
                </a:lnTo>
                <a:lnTo>
                  <a:pt x="255469" y="202212"/>
                </a:lnTo>
                <a:lnTo>
                  <a:pt x="248263" y="199445"/>
                </a:lnTo>
                <a:lnTo>
                  <a:pt x="241272" y="196530"/>
                </a:lnTo>
                <a:lnTo>
                  <a:pt x="234530" y="193482"/>
                </a:lnTo>
                <a:lnTo>
                  <a:pt x="228037" y="190285"/>
                </a:lnTo>
                <a:lnTo>
                  <a:pt x="221825" y="186955"/>
                </a:lnTo>
                <a:lnTo>
                  <a:pt x="215894" y="183493"/>
                </a:lnTo>
                <a:lnTo>
                  <a:pt x="210262" y="179915"/>
                </a:lnTo>
                <a:lnTo>
                  <a:pt x="204961" y="176204"/>
                </a:lnTo>
                <a:lnTo>
                  <a:pt x="199975" y="172378"/>
                </a:lnTo>
                <a:lnTo>
                  <a:pt x="195337" y="168419"/>
                </a:lnTo>
                <a:lnTo>
                  <a:pt x="191080" y="164344"/>
                </a:lnTo>
                <a:lnTo>
                  <a:pt x="187187" y="160153"/>
                </a:lnTo>
                <a:lnTo>
                  <a:pt x="183708" y="155829"/>
                </a:lnTo>
                <a:lnTo>
                  <a:pt x="180643" y="151373"/>
                </a:lnTo>
                <a:lnTo>
                  <a:pt x="178060" y="146768"/>
                </a:lnTo>
                <a:lnTo>
                  <a:pt x="175955" y="142013"/>
                </a:lnTo>
                <a:lnTo>
                  <a:pt x="174398" y="137143"/>
                </a:lnTo>
                <a:lnTo>
                  <a:pt x="173421" y="132141"/>
                </a:lnTo>
                <a:lnTo>
                  <a:pt x="173123" y="127602"/>
                </a:lnTo>
                <a:lnTo>
                  <a:pt x="172858" y="123577"/>
                </a:lnTo>
                <a:lnTo>
                  <a:pt x="172990" y="124620"/>
                </a:lnTo>
                <a:lnTo>
                  <a:pt x="172212" y="120611"/>
                </a:lnTo>
                <a:lnTo>
                  <a:pt x="172460" y="121555"/>
                </a:lnTo>
                <a:lnTo>
                  <a:pt x="171185" y="117563"/>
                </a:lnTo>
                <a:lnTo>
                  <a:pt x="171500" y="118392"/>
                </a:lnTo>
                <a:lnTo>
                  <a:pt x="169744" y="114416"/>
                </a:lnTo>
                <a:lnTo>
                  <a:pt x="170108" y="115128"/>
                </a:lnTo>
                <a:lnTo>
                  <a:pt x="167872" y="111203"/>
                </a:lnTo>
                <a:lnTo>
                  <a:pt x="168253" y="111816"/>
                </a:lnTo>
                <a:lnTo>
                  <a:pt x="165586" y="107906"/>
                </a:lnTo>
                <a:lnTo>
                  <a:pt x="165967" y="108419"/>
                </a:lnTo>
                <a:lnTo>
                  <a:pt x="162869" y="104576"/>
                </a:lnTo>
                <a:lnTo>
                  <a:pt x="163250" y="105007"/>
                </a:lnTo>
                <a:lnTo>
                  <a:pt x="159722" y="101213"/>
                </a:lnTo>
                <a:lnTo>
                  <a:pt x="160086" y="101578"/>
                </a:lnTo>
                <a:lnTo>
                  <a:pt x="156177" y="97834"/>
                </a:lnTo>
                <a:lnTo>
                  <a:pt x="156508" y="98149"/>
                </a:lnTo>
                <a:lnTo>
                  <a:pt x="152218" y="94488"/>
                </a:lnTo>
                <a:lnTo>
                  <a:pt x="152532" y="94753"/>
                </a:lnTo>
                <a:lnTo>
                  <a:pt x="147877" y="91158"/>
                </a:lnTo>
                <a:lnTo>
                  <a:pt x="148176" y="91391"/>
                </a:lnTo>
                <a:lnTo>
                  <a:pt x="143173" y="87879"/>
                </a:lnTo>
                <a:lnTo>
                  <a:pt x="143454" y="88077"/>
                </a:lnTo>
                <a:lnTo>
                  <a:pt x="138121" y="84681"/>
                </a:lnTo>
                <a:lnTo>
                  <a:pt x="138386" y="84847"/>
                </a:lnTo>
                <a:lnTo>
                  <a:pt x="132737" y="81534"/>
                </a:lnTo>
                <a:lnTo>
                  <a:pt x="132986" y="81683"/>
                </a:lnTo>
                <a:lnTo>
                  <a:pt x="127038" y="78503"/>
                </a:lnTo>
                <a:lnTo>
                  <a:pt x="127287" y="78619"/>
                </a:lnTo>
                <a:lnTo>
                  <a:pt x="121042" y="75554"/>
                </a:lnTo>
                <a:lnTo>
                  <a:pt x="121290" y="75670"/>
                </a:lnTo>
                <a:lnTo>
                  <a:pt x="114780" y="72721"/>
                </a:lnTo>
                <a:lnTo>
                  <a:pt x="115012" y="72821"/>
                </a:lnTo>
                <a:lnTo>
                  <a:pt x="108254" y="70005"/>
                </a:lnTo>
                <a:lnTo>
                  <a:pt x="108486" y="70088"/>
                </a:lnTo>
                <a:lnTo>
                  <a:pt x="101495" y="67420"/>
                </a:lnTo>
                <a:lnTo>
                  <a:pt x="101710" y="67487"/>
                </a:lnTo>
                <a:lnTo>
                  <a:pt x="94504" y="64969"/>
                </a:lnTo>
                <a:lnTo>
                  <a:pt x="94720" y="65035"/>
                </a:lnTo>
                <a:lnTo>
                  <a:pt x="87315" y="62667"/>
                </a:lnTo>
                <a:lnTo>
                  <a:pt x="87531" y="62733"/>
                </a:lnTo>
                <a:lnTo>
                  <a:pt x="79944" y="60529"/>
                </a:lnTo>
                <a:lnTo>
                  <a:pt x="80159" y="60595"/>
                </a:lnTo>
                <a:lnTo>
                  <a:pt x="72406" y="58558"/>
                </a:lnTo>
                <a:lnTo>
                  <a:pt x="72622" y="58608"/>
                </a:lnTo>
                <a:lnTo>
                  <a:pt x="64720" y="56769"/>
                </a:lnTo>
                <a:lnTo>
                  <a:pt x="64919" y="56802"/>
                </a:lnTo>
                <a:lnTo>
                  <a:pt x="56885" y="55146"/>
                </a:lnTo>
                <a:lnTo>
                  <a:pt x="57100" y="55179"/>
                </a:lnTo>
                <a:lnTo>
                  <a:pt x="48950" y="53721"/>
                </a:lnTo>
                <a:lnTo>
                  <a:pt x="49695" y="53821"/>
                </a:lnTo>
                <a:lnTo>
                  <a:pt x="36427" y="52661"/>
                </a:lnTo>
                <a:lnTo>
                  <a:pt x="37868" y="36162"/>
                </a:lnTo>
                <a:lnTo>
                  <a:pt x="51518" y="37355"/>
                </a:lnTo>
                <a:lnTo>
                  <a:pt x="60149" y="38895"/>
                </a:lnTo>
                <a:lnTo>
                  <a:pt x="68381" y="40601"/>
                </a:lnTo>
                <a:lnTo>
                  <a:pt x="76498" y="42506"/>
                </a:lnTo>
                <a:lnTo>
                  <a:pt x="84466" y="44593"/>
                </a:lnTo>
                <a:lnTo>
                  <a:pt x="92268" y="46863"/>
                </a:lnTo>
                <a:lnTo>
                  <a:pt x="99888" y="49298"/>
                </a:lnTo>
                <a:lnTo>
                  <a:pt x="107309" y="51899"/>
                </a:lnTo>
                <a:lnTo>
                  <a:pt x="114515" y="54666"/>
                </a:lnTo>
                <a:lnTo>
                  <a:pt x="121506" y="57581"/>
                </a:lnTo>
                <a:lnTo>
                  <a:pt x="128248" y="60629"/>
                </a:lnTo>
                <a:lnTo>
                  <a:pt x="134741" y="63826"/>
                </a:lnTo>
                <a:lnTo>
                  <a:pt x="140953" y="67156"/>
                </a:lnTo>
                <a:lnTo>
                  <a:pt x="146884" y="70618"/>
                </a:lnTo>
                <a:lnTo>
                  <a:pt x="152516" y="74196"/>
                </a:lnTo>
                <a:lnTo>
                  <a:pt x="157817" y="77906"/>
                </a:lnTo>
                <a:lnTo>
                  <a:pt x="162803" y="81733"/>
                </a:lnTo>
                <a:lnTo>
                  <a:pt x="167441" y="85692"/>
                </a:lnTo>
                <a:lnTo>
                  <a:pt x="171698" y="89767"/>
                </a:lnTo>
                <a:lnTo>
                  <a:pt x="175591" y="93958"/>
                </a:lnTo>
                <a:lnTo>
                  <a:pt x="179070" y="98282"/>
                </a:lnTo>
                <a:lnTo>
                  <a:pt x="182135" y="102738"/>
                </a:lnTo>
                <a:lnTo>
                  <a:pt x="184719" y="107343"/>
                </a:lnTo>
                <a:lnTo>
                  <a:pt x="186822" y="112097"/>
                </a:lnTo>
                <a:lnTo>
                  <a:pt x="188379" y="116967"/>
                </a:lnTo>
                <a:lnTo>
                  <a:pt x="189357" y="121970"/>
                </a:lnTo>
                <a:lnTo>
                  <a:pt x="189655" y="126509"/>
                </a:lnTo>
                <a:lnTo>
                  <a:pt x="189920" y="130534"/>
                </a:lnTo>
                <a:lnTo>
                  <a:pt x="189788" y="129490"/>
                </a:lnTo>
                <a:lnTo>
                  <a:pt x="190566" y="133499"/>
                </a:lnTo>
                <a:lnTo>
                  <a:pt x="190317" y="132555"/>
                </a:lnTo>
                <a:lnTo>
                  <a:pt x="191593" y="136547"/>
                </a:lnTo>
                <a:lnTo>
                  <a:pt x="191278" y="135719"/>
                </a:lnTo>
                <a:lnTo>
                  <a:pt x="193034" y="139695"/>
                </a:lnTo>
                <a:lnTo>
                  <a:pt x="192670" y="138982"/>
                </a:lnTo>
                <a:lnTo>
                  <a:pt x="194906" y="142908"/>
                </a:lnTo>
                <a:lnTo>
                  <a:pt x="194525" y="142295"/>
                </a:lnTo>
                <a:lnTo>
                  <a:pt x="197192" y="146204"/>
                </a:lnTo>
                <a:lnTo>
                  <a:pt x="196811" y="145691"/>
                </a:lnTo>
                <a:lnTo>
                  <a:pt x="199909" y="149534"/>
                </a:lnTo>
                <a:lnTo>
                  <a:pt x="199528" y="149104"/>
                </a:lnTo>
                <a:lnTo>
                  <a:pt x="203056" y="152897"/>
                </a:lnTo>
                <a:lnTo>
                  <a:pt x="202692" y="152532"/>
                </a:lnTo>
                <a:lnTo>
                  <a:pt x="206601" y="156277"/>
                </a:lnTo>
                <a:lnTo>
                  <a:pt x="206270" y="155962"/>
                </a:lnTo>
                <a:lnTo>
                  <a:pt x="210561" y="159623"/>
                </a:lnTo>
                <a:lnTo>
                  <a:pt x="210246" y="159357"/>
                </a:lnTo>
                <a:lnTo>
                  <a:pt x="214900" y="162952"/>
                </a:lnTo>
                <a:lnTo>
                  <a:pt x="214602" y="162720"/>
                </a:lnTo>
                <a:lnTo>
                  <a:pt x="219605" y="166215"/>
                </a:lnTo>
                <a:lnTo>
                  <a:pt x="219323" y="166033"/>
                </a:lnTo>
                <a:lnTo>
                  <a:pt x="224658" y="169429"/>
                </a:lnTo>
                <a:lnTo>
                  <a:pt x="224392" y="169264"/>
                </a:lnTo>
                <a:lnTo>
                  <a:pt x="230041" y="172577"/>
                </a:lnTo>
                <a:lnTo>
                  <a:pt x="229793" y="172428"/>
                </a:lnTo>
                <a:lnTo>
                  <a:pt x="235739" y="175608"/>
                </a:lnTo>
                <a:lnTo>
                  <a:pt x="235491" y="175492"/>
                </a:lnTo>
                <a:lnTo>
                  <a:pt x="241736" y="178556"/>
                </a:lnTo>
                <a:lnTo>
                  <a:pt x="241487" y="178441"/>
                </a:lnTo>
                <a:lnTo>
                  <a:pt x="247998" y="181389"/>
                </a:lnTo>
                <a:lnTo>
                  <a:pt x="247766" y="181290"/>
                </a:lnTo>
                <a:lnTo>
                  <a:pt x="254524" y="184106"/>
                </a:lnTo>
                <a:lnTo>
                  <a:pt x="254292" y="184023"/>
                </a:lnTo>
                <a:lnTo>
                  <a:pt x="261283" y="186690"/>
                </a:lnTo>
                <a:lnTo>
                  <a:pt x="261068" y="186623"/>
                </a:lnTo>
                <a:lnTo>
                  <a:pt x="268273" y="189142"/>
                </a:lnTo>
                <a:lnTo>
                  <a:pt x="268058" y="189076"/>
                </a:lnTo>
                <a:lnTo>
                  <a:pt x="275463" y="191444"/>
                </a:lnTo>
                <a:lnTo>
                  <a:pt x="275248" y="191378"/>
                </a:lnTo>
                <a:lnTo>
                  <a:pt x="282834" y="193581"/>
                </a:lnTo>
                <a:lnTo>
                  <a:pt x="282619" y="193515"/>
                </a:lnTo>
                <a:lnTo>
                  <a:pt x="290371" y="195552"/>
                </a:lnTo>
                <a:lnTo>
                  <a:pt x="290156" y="195503"/>
                </a:lnTo>
                <a:lnTo>
                  <a:pt x="298058" y="197341"/>
                </a:lnTo>
                <a:lnTo>
                  <a:pt x="297859" y="197309"/>
                </a:lnTo>
                <a:lnTo>
                  <a:pt x="305893" y="198965"/>
                </a:lnTo>
                <a:lnTo>
                  <a:pt x="305678" y="198931"/>
                </a:lnTo>
                <a:lnTo>
                  <a:pt x="313828" y="200390"/>
                </a:lnTo>
                <a:lnTo>
                  <a:pt x="313613" y="200356"/>
                </a:lnTo>
                <a:lnTo>
                  <a:pt x="321862" y="201616"/>
                </a:lnTo>
                <a:lnTo>
                  <a:pt x="321647" y="201582"/>
                </a:lnTo>
                <a:lnTo>
                  <a:pt x="329979" y="202642"/>
                </a:lnTo>
                <a:lnTo>
                  <a:pt x="329416" y="202592"/>
                </a:lnTo>
                <a:lnTo>
                  <a:pt x="363242" y="204514"/>
                </a:lnTo>
                <a:lnTo>
                  <a:pt x="362314" y="2210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42">
            <a:extLst xmlns:a="http://schemas.openxmlformats.org/drawingml/2006/main">
              <a:ext uri="{FF2B5EF4-FFF2-40B4-BE49-F238E27FC236}">
                <a16:creationId xmlns:a16="http://schemas.microsoft.com/office/drawing/2014/main" id="{7FCD9841-0705-4ACF-8E8F-89DC5994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98" y="1950330"/>
            <a:ext cx="2201517" cy="1008822"/>
          </a:xfrm>
          <a:custGeom xmlns:a="http://schemas.openxmlformats.org/drawingml/2006/main">
            <a:pathLst>
              <a:path w="2201517" h="1008822">
                <a:moveTo>
                  <a:pt x="828" y="167971"/>
                </a:moveTo>
                <a:cubicBezTo>
                  <a:pt x="0" y="75273"/>
                  <a:pt x="75272" y="0"/>
                  <a:pt x="167806" y="994"/>
                </a:cubicBezTo>
                <a:lnTo>
                  <a:pt x="2032386" y="994"/>
                </a:lnTo>
                <a:cubicBezTo>
                  <a:pt x="2126244" y="0"/>
                  <a:pt x="2201517" y="75273"/>
                  <a:pt x="2201351" y="167971"/>
                </a:cubicBezTo>
                <a:lnTo>
                  <a:pt x="2201351" y="839856"/>
                </a:lnTo>
                <a:cubicBezTo>
                  <a:pt x="2201517" y="933549"/>
                  <a:pt x="2126244" y="1008822"/>
                  <a:pt x="2032386" y="1008822"/>
                </a:cubicBezTo>
                <a:lnTo>
                  <a:pt x="167806" y="1008822"/>
                </a:lnTo>
                <a:cubicBezTo>
                  <a:pt x="75272" y="1008822"/>
                  <a:pt x="0" y="933549"/>
                  <a:pt x="828" y="839856"/>
                </a:cubicBezTo>
                <a:lnTo>
                  <a:pt x="828" y="167971"/>
                </a:ln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43">
            <a:extLst xmlns:a="http://schemas.openxmlformats.org/drawingml/2006/main">
              <a:ext uri="{FF2B5EF4-FFF2-40B4-BE49-F238E27FC236}">
                <a16:creationId xmlns:a16="http://schemas.microsoft.com/office/drawing/2014/main" id="{526C32CF-35C4-41C2-8AD6-46FD1DDE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115" y="1942047"/>
            <a:ext cx="2218082" cy="1025387"/>
          </a:xfrm>
          <a:custGeom xmlns:a="http://schemas.openxmlformats.org/drawingml/2006/main">
            <a:pathLst>
              <a:path w="2218082" h="1025387">
                <a:moveTo>
                  <a:pt x="232" y="167358"/>
                </a:moveTo>
                <a:lnTo>
                  <a:pt x="911" y="158396"/>
                </a:lnTo>
                <a:lnTo>
                  <a:pt x="2038" y="149568"/>
                </a:lnTo>
                <a:lnTo>
                  <a:pt x="3578" y="140871"/>
                </a:lnTo>
                <a:lnTo>
                  <a:pt x="5550" y="132340"/>
                </a:lnTo>
                <a:lnTo>
                  <a:pt x="7935" y="123958"/>
                </a:lnTo>
                <a:lnTo>
                  <a:pt x="10701" y="115758"/>
                </a:lnTo>
                <a:lnTo>
                  <a:pt x="13865" y="107741"/>
                </a:lnTo>
                <a:lnTo>
                  <a:pt x="17394" y="99938"/>
                </a:lnTo>
                <a:lnTo>
                  <a:pt x="21303" y="92318"/>
                </a:lnTo>
                <a:lnTo>
                  <a:pt x="25544" y="84930"/>
                </a:lnTo>
                <a:lnTo>
                  <a:pt x="30132" y="77774"/>
                </a:lnTo>
                <a:lnTo>
                  <a:pt x="35052" y="70866"/>
                </a:lnTo>
                <a:lnTo>
                  <a:pt x="40286" y="64190"/>
                </a:lnTo>
                <a:lnTo>
                  <a:pt x="45836" y="57796"/>
                </a:lnTo>
                <a:lnTo>
                  <a:pt x="51667" y="51667"/>
                </a:lnTo>
                <a:lnTo>
                  <a:pt x="57796" y="45836"/>
                </a:lnTo>
                <a:lnTo>
                  <a:pt x="64190" y="40287"/>
                </a:lnTo>
                <a:lnTo>
                  <a:pt x="70866" y="35053"/>
                </a:lnTo>
                <a:lnTo>
                  <a:pt x="77774" y="30132"/>
                </a:lnTo>
                <a:lnTo>
                  <a:pt x="84930" y="25544"/>
                </a:lnTo>
                <a:lnTo>
                  <a:pt x="92318" y="21303"/>
                </a:lnTo>
                <a:lnTo>
                  <a:pt x="99938" y="17394"/>
                </a:lnTo>
                <a:lnTo>
                  <a:pt x="107740" y="13865"/>
                </a:lnTo>
                <a:lnTo>
                  <a:pt x="115758" y="10702"/>
                </a:lnTo>
                <a:lnTo>
                  <a:pt x="123957" y="7935"/>
                </a:lnTo>
                <a:lnTo>
                  <a:pt x="132339" y="5550"/>
                </a:lnTo>
                <a:lnTo>
                  <a:pt x="140871" y="3578"/>
                </a:lnTo>
                <a:lnTo>
                  <a:pt x="149567" y="2038"/>
                </a:lnTo>
                <a:lnTo>
                  <a:pt x="158397" y="911"/>
                </a:lnTo>
                <a:lnTo>
                  <a:pt x="167358" y="232"/>
                </a:lnTo>
                <a:lnTo>
                  <a:pt x="176320" y="0"/>
                </a:lnTo>
                <a:lnTo>
                  <a:pt x="2041762" y="0"/>
                </a:lnTo>
                <a:lnTo>
                  <a:pt x="2050724" y="232"/>
                </a:lnTo>
                <a:lnTo>
                  <a:pt x="2059686" y="911"/>
                </a:lnTo>
                <a:lnTo>
                  <a:pt x="2068515" y="2038"/>
                </a:lnTo>
                <a:lnTo>
                  <a:pt x="2077212" y="3578"/>
                </a:lnTo>
                <a:lnTo>
                  <a:pt x="2085743" y="5550"/>
                </a:lnTo>
                <a:lnTo>
                  <a:pt x="2094125" y="7935"/>
                </a:lnTo>
                <a:lnTo>
                  <a:pt x="2102324" y="10702"/>
                </a:lnTo>
                <a:lnTo>
                  <a:pt x="2110342" y="13865"/>
                </a:lnTo>
                <a:lnTo>
                  <a:pt x="2118144" y="17394"/>
                </a:lnTo>
                <a:lnTo>
                  <a:pt x="2125764" y="21303"/>
                </a:lnTo>
                <a:lnTo>
                  <a:pt x="2133152" y="25544"/>
                </a:lnTo>
                <a:lnTo>
                  <a:pt x="2140308" y="30132"/>
                </a:lnTo>
                <a:lnTo>
                  <a:pt x="2147216" y="35053"/>
                </a:lnTo>
                <a:lnTo>
                  <a:pt x="2153892" y="40287"/>
                </a:lnTo>
                <a:lnTo>
                  <a:pt x="2160286" y="45836"/>
                </a:lnTo>
                <a:lnTo>
                  <a:pt x="2166415" y="51667"/>
                </a:lnTo>
                <a:lnTo>
                  <a:pt x="2172246" y="57796"/>
                </a:lnTo>
                <a:lnTo>
                  <a:pt x="2177796" y="64190"/>
                </a:lnTo>
                <a:lnTo>
                  <a:pt x="2183030" y="70866"/>
                </a:lnTo>
                <a:lnTo>
                  <a:pt x="2187950" y="77774"/>
                </a:lnTo>
                <a:lnTo>
                  <a:pt x="2192538" y="84930"/>
                </a:lnTo>
                <a:lnTo>
                  <a:pt x="2196779" y="92318"/>
                </a:lnTo>
                <a:lnTo>
                  <a:pt x="2200689" y="99938"/>
                </a:lnTo>
                <a:lnTo>
                  <a:pt x="2204217" y="107741"/>
                </a:lnTo>
                <a:lnTo>
                  <a:pt x="2207381" y="115758"/>
                </a:lnTo>
                <a:lnTo>
                  <a:pt x="2210147" y="123958"/>
                </a:lnTo>
                <a:lnTo>
                  <a:pt x="2212533" y="132340"/>
                </a:lnTo>
                <a:lnTo>
                  <a:pt x="2214504" y="140871"/>
                </a:lnTo>
                <a:lnTo>
                  <a:pt x="2216045" y="149568"/>
                </a:lnTo>
                <a:lnTo>
                  <a:pt x="2217171" y="158396"/>
                </a:lnTo>
                <a:lnTo>
                  <a:pt x="2217850" y="167358"/>
                </a:lnTo>
                <a:lnTo>
                  <a:pt x="2218082" y="176320"/>
                </a:lnTo>
                <a:lnTo>
                  <a:pt x="2218082" y="849067"/>
                </a:lnTo>
                <a:lnTo>
                  <a:pt x="2217850" y="858029"/>
                </a:lnTo>
                <a:lnTo>
                  <a:pt x="2217171" y="866990"/>
                </a:lnTo>
                <a:lnTo>
                  <a:pt x="2216045" y="875820"/>
                </a:lnTo>
                <a:lnTo>
                  <a:pt x="2214504" y="884516"/>
                </a:lnTo>
                <a:lnTo>
                  <a:pt x="2212533" y="893047"/>
                </a:lnTo>
                <a:lnTo>
                  <a:pt x="2210147" y="901429"/>
                </a:lnTo>
                <a:lnTo>
                  <a:pt x="2207381" y="909629"/>
                </a:lnTo>
                <a:lnTo>
                  <a:pt x="2204217" y="917647"/>
                </a:lnTo>
                <a:lnTo>
                  <a:pt x="2200689" y="925449"/>
                </a:lnTo>
                <a:lnTo>
                  <a:pt x="2196779" y="933069"/>
                </a:lnTo>
                <a:lnTo>
                  <a:pt x="2192538" y="940457"/>
                </a:lnTo>
                <a:lnTo>
                  <a:pt x="2187950" y="947613"/>
                </a:lnTo>
                <a:lnTo>
                  <a:pt x="2183030" y="954521"/>
                </a:lnTo>
                <a:lnTo>
                  <a:pt x="2177796" y="961197"/>
                </a:lnTo>
                <a:lnTo>
                  <a:pt x="2172246" y="967591"/>
                </a:lnTo>
                <a:lnTo>
                  <a:pt x="2166415" y="973720"/>
                </a:lnTo>
                <a:lnTo>
                  <a:pt x="2160286" y="979551"/>
                </a:lnTo>
                <a:lnTo>
                  <a:pt x="2153892" y="985101"/>
                </a:lnTo>
                <a:lnTo>
                  <a:pt x="2147216" y="990335"/>
                </a:lnTo>
                <a:lnTo>
                  <a:pt x="2140308" y="995255"/>
                </a:lnTo>
                <a:lnTo>
                  <a:pt x="2133152" y="999843"/>
                </a:lnTo>
                <a:lnTo>
                  <a:pt x="2125764" y="1004084"/>
                </a:lnTo>
                <a:lnTo>
                  <a:pt x="2118144" y="1007993"/>
                </a:lnTo>
                <a:lnTo>
                  <a:pt x="2110342" y="1011522"/>
                </a:lnTo>
                <a:lnTo>
                  <a:pt x="2102324" y="1014685"/>
                </a:lnTo>
                <a:lnTo>
                  <a:pt x="2094125" y="1017452"/>
                </a:lnTo>
                <a:lnTo>
                  <a:pt x="2085743" y="1019837"/>
                </a:lnTo>
                <a:lnTo>
                  <a:pt x="2077212" y="1021809"/>
                </a:lnTo>
                <a:lnTo>
                  <a:pt x="2068515" y="1023350"/>
                </a:lnTo>
                <a:lnTo>
                  <a:pt x="2059686" y="1024476"/>
                </a:lnTo>
                <a:lnTo>
                  <a:pt x="2050724" y="1025155"/>
                </a:lnTo>
                <a:lnTo>
                  <a:pt x="2041762" y="1025387"/>
                </a:lnTo>
                <a:lnTo>
                  <a:pt x="176320" y="1025387"/>
                </a:lnTo>
                <a:lnTo>
                  <a:pt x="167358" y="1025155"/>
                </a:lnTo>
                <a:lnTo>
                  <a:pt x="158397" y="1024476"/>
                </a:lnTo>
                <a:lnTo>
                  <a:pt x="149567" y="1023350"/>
                </a:lnTo>
                <a:lnTo>
                  <a:pt x="140871" y="1021809"/>
                </a:lnTo>
                <a:lnTo>
                  <a:pt x="132339" y="1019837"/>
                </a:lnTo>
                <a:lnTo>
                  <a:pt x="123957" y="1017452"/>
                </a:lnTo>
                <a:lnTo>
                  <a:pt x="115758" y="1014685"/>
                </a:lnTo>
                <a:lnTo>
                  <a:pt x="107740" y="1011522"/>
                </a:lnTo>
                <a:lnTo>
                  <a:pt x="99938" y="1007993"/>
                </a:lnTo>
                <a:lnTo>
                  <a:pt x="92318" y="1004084"/>
                </a:lnTo>
                <a:lnTo>
                  <a:pt x="84930" y="999843"/>
                </a:lnTo>
                <a:lnTo>
                  <a:pt x="77774" y="995255"/>
                </a:lnTo>
                <a:lnTo>
                  <a:pt x="70866" y="990335"/>
                </a:lnTo>
                <a:lnTo>
                  <a:pt x="64190" y="985101"/>
                </a:lnTo>
                <a:lnTo>
                  <a:pt x="57796" y="979551"/>
                </a:lnTo>
                <a:lnTo>
                  <a:pt x="51667" y="973720"/>
                </a:lnTo>
                <a:lnTo>
                  <a:pt x="45836" y="967591"/>
                </a:lnTo>
                <a:lnTo>
                  <a:pt x="40286" y="961197"/>
                </a:lnTo>
                <a:lnTo>
                  <a:pt x="35052" y="954521"/>
                </a:lnTo>
                <a:lnTo>
                  <a:pt x="30132" y="947613"/>
                </a:lnTo>
                <a:lnTo>
                  <a:pt x="25544" y="940457"/>
                </a:lnTo>
                <a:lnTo>
                  <a:pt x="21303" y="933069"/>
                </a:lnTo>
                <a:lnTo>
                  <a:pt x="17394" y="925449"/>
                </a:lnTo>
                <a:lnTo>
                  <a:pt x="13865" y="917647"/>
                </a:lnTo>
                <a:lnTo>
                  <a:pt x="10701" y="909629"/>
                </a:lnTo>
                <a:lnTo>
                  <a:pt x="7935" y="901429"/>
                </a:lnTo>
                <a:lnTo>
                  <a:pt x="5550" y="893047"/>
                </a:lnTo>
                <a:lnTo>
                  <a:pt x="3578" y="884516"/>
                </a:lnTo>
                <a:lnTo>
                  <a:pt x="2038" y="875820"/>
                </a:lnTo>
                <a:lnTo>
                  <a:pt x="911" y="866990"/>
                </a:lnTo>
                <a:lnTo>
                  <a:pt x="232" y="858029"/>
                </a:lnTo>
                <a:lnTo>
                  <a:pt x="0" y="849067"/>
                </a:lnTo>
                <a:lnTo>
                  <a:pt x="0" y="176320"/>
                </a:lnTo>
                <a:lnTo>
                  <a:pt x="232" y="167358"/>
                </a:lnTo>
                <a:moveTo>
                  <a:pt x="16565" y="176635"/>
                </a:moveTo>
                <a:lnTo>
                  <a:pt x="16565" y="176420"/>
                </a:lnTo>
                <a:lnTo>
                  <a:pt x="16565" y="848967"/>
                </a:lnTo>
                <a:lnTo>
                  <a:pt x="16565" y="848752"/>
                </a:lnTo>
                <a:lnTo>
                  <a:pt x="16781" y="857399"/>
                </a:lnTo>
                <a:lnTo>
                  <a:pt x="16764" y="856985"/>
                </a:lnTo>
                <a:lnTo>
                  <a:pt x="17410" y="865533"/>
                </a:lnTo>
                <a:lnTo>
                  <a:pt x="17361" y="865118"/>
                </a:lnTo>
                <a:lnTo>
                  <a:pt x="18437" y="873534"/>
                </a:lnTo>
                <a:lnTo>
                  <a:pt x="18371" y="873119"/>
                </a:lnTo>
                <a:lnTo>
                  <a:pt x="19845" y="881402"/>
                </a:lnTo>
                <a:lnTo>
                  <a:pt x="19762" y="880988"/>
                </a:lnTo>
                <a:lnTo>
                  <a:pt x="21651" y="889121"/>
                </a:lnTo>
                <a:lnTo>
                  <a:pt x="21552" y="888724"/>
                </a:lnTo>
                <a:lnTo>
                  <a:pt x="23805" y="896708"/>
                </a:lnTo>
                <a:lnTo>
                  <a:pt x="23689" y="896311"/>
                </a:lnTo>
                <a:lnTo>
                  <a:pt x="26339" y="904130"/>
                </a:lnTo>
                <a:lnTo>
                  <a:pt x="26190" y="903732"/>
                </a:lnTo>
                <a:lnTo>
                  <a:pt x="29205" y="911369"/>
                </a:lnTo>
                <a:lnTo>
                  <a:pt x="29039" y="911004"/>
                </a:lnTo>
                <a:lnTo>
                  <a:pt x="32418" y="918442"/>
                </a:lnTo>
                <a:lnTo>
                  <a:pt x="32236" y="918077"/>
                </a:lnTo>
                <a:lnTo>
                  <a:pt x="35947" y="925333"/>
                </a:lnTo>
                <a:lnTo>
                  <a:pt x="35765" y="924985"/>
                </a:lnTo>
                <a:lnTo>
                  <a:pt x="39806" y="932026"/>
                </a:lnTo>
                <a:lnTo>
                  <a:pt x="39591" y="931678"/>
                </a:lnTo>
                <a:lnTo>
                  <a:pt x="43964" y="938502"/>
                </a:lnTo>
                <a:lnTo>
                  <a:pt x="43749" y="938171"/>
                </a:lnTo>
                <a:lnTo>
                  <a:pt x="48437" y="944764"/>
                </a:lnTo>
                <a:lnTo>
                  <a:pt x="48205" y="944450"/>
                </a:lnTo>
                <a:lnTo>
                  <a:pt x="53191" y="950794"/>
                </a:lnTo>
                <a:lnTo>
                  <a:pt x="52942" y="950495"/>
                </a:lnTo>
                <a:lnTo>
                  <a:pt x="58227" y="956592"/>
                </a:lnTo>
                <a:lnTo>
                  <a:pt x="57962" y="956310"/>
                </a:lnTo>
                <a:lnTo>
                  <a:pt x="63528" y="962141"/>
                </a:lnTo>
                <a:lnTo>
                  <a:pt x="63246" y="961859"/>
                </a:lnTo>
                <a:lnTo>
                  <a:pt x="69077" y="967425"/>
                </a:lnTo>
                <a:lnTo>
                  <a:pt x="68795" y="967160"/>
                </a:lnTo>
                <a:lnTo>
                  <a:pt x="74892" y="972445"/>
                </a:lnTo>
                <a:lnTo>
                  <a:pt x="74593" y="972196"/>
                </a:lnTo>
                <a:lnTo>
                  <a:pt x="80938" y="977183"/>
                </a:lnTo>
                <a:lnTo>
                  <a:pt x="80623" y="976950"/>
                </a:lnTo>
                <a:lnTo>
                  <a:pt x="87216" y="981638"/>
                </a:lnTo>
                <a:lnTo>
                  <a:pt x="86885" y="981423"/>
                </a:lnTo>
                <a:lnTo>
                  <a:pt x="93709" y="985796"/>
                </a:lnTo>
                <a:lnTo>
                  <a:pt x="93361" y="985581"/>
                </a:lnTo>
                <a:lnTo>
                  <a:pt x="100402" y="989623"/>
                </a:lnTo>
                <a:lnTo>
                  <a:pt x="100054" y="989440"/>
                </a:lnTo>
                <a:lnTo>
                  <a:pt x="107310" y="993151"/>
                </a:lnTo>
                <a:lnTo>
                  <a:pt x="106945" y="992969"/>
                </a:lnTo>
                <a:lnTo>
                  <a:pt x="114383" y="996348"/>
                </a:lnTo>
                <a:lnTo>
                  <a:pt x="114018" y="996183"/>
                </a:lnTo>
                <a:lnTo>
                  <a:pt x="121655" y="999197"/>
                </a:lnTo>
                <a:lnTo>
                  <a:pt x="121258" y="999048"/>
                </a:lnTo>
                <a:lnTo>
                  <a:pt x="129076" y="1001699"/>
                </a:lnTo>
                <a:lnTo>
                  <a:pt x="128679" y="1001583"/>
                </a:lnTo>
                <a:lnTo>
                  <a:pt x="136663" y="1003836"/>
                </a:lnTo>
                <a:lnTo>
                  <a:pt x="136265" y="1003736"/>
                </a:lnTo>
                <a:lnTo>
                  <a:pt x="144399" y="1005625"/>
                </a:lnTo>
                <a:lnTo>
                  <a:pt x="143985" y="1005542"/>
                </a:lnTo>
                <a:lnTo>
                  <a:pt x="152268" y="1007016"/>
                </a:lnTo>
                <a:lnTo>
                  <a:pt x="151854" y="1006950"/>
                </a:lnTo>
                <a:lnTo>
                  <a:pt x="160269" y="1008027"/>
                </a:lnTo>
                <a:lnTo>
                  <a:pt x="159854" y="1007977"/>
                </a:lnTo>
                <a:lnTo>
                  <a:pt x="168402" y="1008623"/>
                </a:lnTo>
                <a:lnTo>
                  <a:pt x="167988" y="1008606"/>
                </a:lnTo>
                <a:lnTo>
                  <a:pt x="176635" y="1008822"/>
                </a:lnTo>
                <a:lnTo>
                  <a:pt x="176420" y="1008822"/>
                </a:lnTo>
                <a:lnTo>
                  <a:pt x="2041662" y="1008822"/>
                </a:lnTo>
                <a:lnTo>
                  <a:pt x="2041447" y="1008822"/>
                </a:lnTo>
                <a:lnTo>
                  <a:pt x="2050094" y="1008606"/>
                </a:lnTo>
                <a:lnTo>
                  <a:pt x="2049680" y="1008623"/>
                </a:lnTo>
                <a:lnTo>
                  <a:pt x="2058228" y="1007977"/>
                </a:lnTo>
                <a:lnTo>
                  <a:pt x="2057814" y="1008027"/>
                </a:lnTo>
                <a:lnTo>
                  <a:pt x="2066229" y="1006950"/>
                </a:lnTo>
                <a:lnTo>
                  <a:pt x="2065815" y="1007016"/>
                </a:lnTo>
                <a:lnTo>
                  <a:pt x="2074097" y="1005542"/>
                </a:lnTo>
                <a:lnTo>
                  <a:pt x="2073683" y="1005625"/>
                </a:lnTo>
                <a:lnTo>
                  <a:pt x="2081817" y="1003736"/>
                </a:lnTo>
                <a:lnTo>
                  <a:pt x="2081419" y="1003836"/>
                </a:lnTo>
                <a:lnTo>
                  <a:pt x="2089404" y="1001583"/>
                </a:lnTo>
                <a:lnTo>
                  <a:pt x="2089006" y="1001699"/>
                </a:lnTo>
                <a:lnTo>
                  <a:pt x="2096825" y="999048"/>
                </a:lnTo>
                <a:lnTo>
                  <a:pt x="2096427" y="999197"/>
                </a:lnTo>
                <a:lnTo>
                  <a:pt x="2104064" y="996183"/>
                </a:lnTo>
                <a:lnTo>
                  <a:pt x="2103699" y="996348"/>
                </a:lnTo>
                <a:lnTo>
                  <a:pt x="2111137" y="992969"/>
                </a:lnTo>
                <a:lnTo>
                  <a:pt x="2110773" y="993151"/>
                </a:lnTo>
                <a:lnTo>
                  <a:pt x="2118028" y="989440"/>
                </a:lnTo>
                <a:lnTo>
                  <a:pt x="2117681" y="989623"/>
                </a:lnTo>
                <a:lnTo>
                  <a:pt x="2124721" y="985581"/>
                </a:lnTo>
                <a:lnTo>
                  <a:pt x="2124373" y="985796"/>
                </a:lnTo>
                <a:lnTo>
                  <a:pt x="2131197" y="981423"/>
                </a:lnTo>
                <a:lnTo>
                  <a:pt x="2130866" y="981638"/>
                </a:lnTo>
                <a:lnTo>
                  <a:pt x="2137459" y="976950"/>
                </a:lnTo>
                <a:lnTo>
                  <a:pt x="2137145" y="977183"/>
                </a:lnTo>
                <a:lnTo>
                  <a:pt x="2143489" y="972196"/>
                </a:lnTo>
                <a:lnTo>
                  <a:pt x="2143191" y="972445"/>
                </a:lnTo>
                <a:lnTo>
                  <a:pt x="2149287" y="967160"/>
                </a:lnTo>
                <a:lnTo>
                  <a:pt x="2149005" y="967425"/>
                </a:lnTo>
                <a:lnTo>
                  <a:pt x="2154836" y="961859"/>
                </a:lnTo>
                <a:lnTo>
                  <a:pt x="2154555" y="962141"/>
                </a:lnTo>
                <a:lnTo>
                  <a:pt x="2160120" y="956310"/>
                </a:lnTo>
                <a:lnTo>
                  <a:pt x="2159856" y="956592"/>
                </a:lnTo>
                <a:lnTo>
                  <a:pt x="2165140" y="950495"/>
                </a:lnTo>
                <a:lnTo>
                  <a:pt x="2164891" y="950794"/>
                </a:lnTo>
                <a:lnTo>
                  <a:pt x="2169877" y="944450"/>
                </a:lnTo>
                <a:lnTo>
                  <a:pt x="2169645" y="944764"/>
                </a:lnTo>
                <a:lnTo>
                  <a:pt x="2174334" y="938171"/>
                </a:lnTo>
                <a:lnTo>
                  <a:pt x="2174118" y="938502"/>
                </a:lnTo>
                <a:lnTo>
                  <a:pt x="2178491" y="931678"/>
                </a:lnTo>
                <a:lnTo>
                  <a:pt x="2178276" y="932026"/>
                </a:lnTo>
                <a:lnTo>
                  <a:pt x="2182318" y="924985"/>
                </a:lnTo>
                <a:lnTo>
                  <a:pt x="2182136" y="925333"/>
                </a:lnTo>
                <a:lnTo>
                  <a:pt x="2185846" y="918077"/>
                </a:lnTo>
                <a:lnTo>
                  <a:pt x="2185664" y="918442"/>
                </a:lnTo>
                <a:lnTo>
                  <a:pt x="2189043" y="911004"/>
                </a:lnTo>
                <a:lnTo>
                  <a:pt x="2188877" y="911369"/>
                </a:lnTo>
                <a:lnTo>
                  <a:pt x="2191893" y="903732"/>
                </a:lnTo>
                <a:lnTo>
                  <a:pt x="2191744" y="904130"/>
                </a:lnTo>
                <a:lnTo>
                  <a:pt x="2194394" y="896311"/>
                </a:lnTo>
                <a:lnTo>
                  <a:pt x="2194278" y="896708"/>
                </a:lnTo>
                <a:lnTo>
                  <a:pt x="2196530" y="888724"/>
                </a:lnTo>
                <a:lnTo>
                  <a:pt x="2196431" y="889121"/>
                </a:lnTo>
                <a:lnTo>
                  <a:pt x="2198320" y="880988"/>
                </a:lnTo>
                <a:lnTo>
                  <a:pt x="2198237" y="881402"/>
                </a:lnTo>
                <a:lnTo>
                  <a:pt x="2199711" y="873119"/>
                </a:lnTo>
                <a:lnTo>
                  <a:pt x="2199645" y="873534"/>
                </a:lnTo>
                <a:lnTo>
                  <a:pt x="2200722" y="865118"/>
                </a:lnTo>
                <a:lnTo>
                  <a:pt x="2200672" y="865533"/>
                </a:lnTo>
                <a:lnTo>
                  <a:pt x="2201318" y="856985"/>
                </a:lnTo>
                <a:lnTo>
                  <a:pt x="2201301" y="857399"/>
                </a:lnTo>
                <a:lnTo>
                  <a:pt x="2201517" y="848752"/>
                </a:lnTo>
                <a:lnTo>
                  <a:pt x="2201517" y="848967"/>
                </a:lnTo>
                <a:lnTo>
                  <a:pt x="2201517" y="176420"/>
                </a:lnTo>
                <a:lnTo>
                  <a:pt x="2201517" y="176635"/>
                </a:lnTo>
                <a:lnTo>
                  <a:pt x="2201301" y="167988"/>
                </a:lnTo>
                <a:lnTo>
                  <a:pt x="2201318" y="168402"/>
                </a:lnTo>
                <a:lnTo>
                  <a:pt x="2200672" y="159854"/>
                </a:lnTo>
                <a:lnTo>
                  <a:pt x="2200722" y="160269"/>
                </a:lnTo>
                <a:lnTo>
                  <a:pt x="2199645" y="151854"/>
                </a:lnTo>
                <a:lnTo>
                  <a:pt x="2199711" y="152268"/>
                </a:lnTo>
                <a:lnTo>
                  <a:pt x="2198237" y="143985"/>
                </a:lnTo>
                <a:lnTo>
                  <a:pt x="2198320" y="144399"/>
                </a:lnTo>
                <a:lnTo>
                  <a:pt x="2196431" y="136266"/>
                </a:lnTo>
                <a:lnTo>
                  <a:pt x="2196530" y="136663"/>
                </a:lnTo>
                <a:lnTo>
                  <a:pt x="2194278" y="128679"/>
                </a:lnTo>
                <a:lnTo>
                  <a:pt x="2194394" y="129076"/>
                </a:lnTo>
                <a:lnTo>
                  <a:pt x="2191744" y="121258"/>
                </a:lnTo>
                <a:lnTo>
                  <a:pt x="2191893" y="121655"/>
                </a:lnTo>
                <a:lnTo>
                  <a:pt x="2188877" y="114018"/>
                </a:lnTo>
                <a:lnTo>
                  <a:pt x="2189043" y="114383"/>
                </a:lnTo>
                <a:lnTo>
                  <a:pt x="2185664" y="106945"/>
                </a:lnTo>
                <a:lnTo>
                  <a:pt x="2185846" y="107310"/>
                </a:lnTo>
                <a:lnTo>
                  <a:pt x="2182136" y="100054"/>
                </a:lnTo>
                <a:lnTo>
                  <a:pt x="2182318" y="100402"/>
                </a:lnTo>
                <a:lnTo>
                  <a:pt x="2178276" y="93361"/>
                </a:lnTo>
                <a:lnTo>
                  <a:pt x="2178491" y="93709"/>
                </a:lnTo>
                <a:lnTo>
                  <a:pt x="2174118" y="86885"/>
                </a:lnTo>
                <a:lnTo>
                  <a:pt x="2174334" y="87216"/>
                </a:lnTo>
                <a:lnTo>
                  <a:pt x="2169645" y="80623"/>
                </a:lnTo>
                <a:lnTo>
                  <a:pt x="2169877" y="80938"/>
                </a:lnTo>
                <a:lnTo>
                  <a:pt x="2164891" y="74593"/>
                </a:lnTo>
                <a:lnTo>
                  <a:pt x="2165140" y="74892"/>
                </a:lnTo>
                <a:lnTo>
                  <a:pt x="2159856" y="68795"/>
                </a:lnTo>
                <a:lnTo>
                  <a:pt x="2160120" y="69077"/>
                </a:lnTo>
                <a:lnTo>
                  <a:pt x="2154555" y="63246"/>
                </a:lnTo>
                <a:lnTo>
                  <a:pt x="2154836" y="63528"/>
                </a:lnTo>
                <a:lnTo>
                  <a:pt x="2149005" y="57962"/>
                </a:lnTo>
                <a:lnTo>
                  <a:pt x="2149287" y="58227"/>
                </a:lnTo>
                <a:lnTo>
                  <a:pt x="2143191" y="52942"/>
                </a:lnTo>
                <a:lnTo>
                  <a:pt x="2143489" y="53191"/>
                </a:lnTo>
                <a:lnTo>
                  <a:pt x="2137145" y="48205"/>
                </a:lnTo>
                <a:lnTo>
                  <a:pt x="2137459" y="48437"/>
                </a:lnTo>
                <a:lnTo>
                  <a:pt x="2130866" y="43749"/>
                </a:lnTo>
                <a:lnTo>
                  <a:pt x="2131197" y="43964"/>
                </a:lnTo>
                <a:lnTo>
                  <a:pt x="2124373" y="39591"/>
                </a:lnTo>
                <a:lnTo>
                  <a:pt x="2124721" y="39806"/>
                </a:lnTo>
                <a:lnTo>
                  <a:pt x="2117681" y="35765"/>
                </a:lnTo>
                <a:lnTo>
                  <a:pt x="2118028" y="35947"/>
                </a:lnTo>
                <a:lnTo>
                  <a:pt x="2110773" y="32236"/>
                </a:lnTo>
                <a:lnTo>
                  <a:pt x="2111137" y="32418"/>
                </a:lnTo>
                <a:lnTo>
                  <a:pt x="2103699" y="29039"/>
                </a:lnTo>
                <a:lnTo>
                  <a:pt x="2104064" y="29205"/>
                </a:lnTo>
                <a:lnTo>
                  <a:pt x="2096427" y="26190"/>
                </a:lnTo>
                <a:lnTo>
                  <a:pt x="2096825" y="26339"/>
                </a:lnTo>
                <a:lnTo>
                  <a:pt x="2089006" y="23689"/>
                </a:lnTo>
                <a:lnTo>
                  <a:pt x="2089404" y="23805"/>
                </a:lnTo>
                <a:lnTo>
                  <a:pt x="2081419" y="21552"/>
                </a:lnTo>
                <a:lnTo>
                  <a:pt x="2081817" y="21651"/>
                </a:lnTo>
                <a:lnTo>
                  <a:pt x="2073683" y="19762"/>
                </a:lnTo>
                <a:lnTo>
                  <a:pt x="2074097" y="19845"/>
                </a:lnTo>
                <a:lnTo>
                  <a:pt x="2065815" y="18371"/>
                </a:lnTo>
                <a:lnTo>
                  <a:pt x="2066229" y="18438"/>
                </a:lnTo>
                <a:lnTo>
                  <a:pt x="2057814" y="17361"/>
                </a:lnTo>
                <a:lnTo>
                  <a:pt x="2058228" y="17410"/>
                </a:lnTo>
                <a:lnTo>
                  <a:pt x="2049680" y="16764"/>
                </a:lnTo>
                <a:lnTo>
                  <a:pt x="2050094" y="16781"/>
                </a:lnTo>
                <a:lnTo>
                  <a:pt x="2041447" y="16565"/>
                </a:lnTo>
                <a:lnTo>
                  <a:pt x="2041662" y="16565"/>
                </a:lnTo>
                <a:lnTo>
                  <a:pt x="176420" y="16565"/>
                </a:lnTo>
                <a:lnTo>
                  <a:pt x="176635" y="16565"/>
                </a:lnTo>
                <a:lnTo>
                  <a:pt x="167988" y="16781"/>
                </a:lnTo>
                <a:lnTo>
                  <a:pt x="168402" y="16764"/>
                </a:lnTo>
                <a:lnTo>
                  <a:pt x="159854" y="17410"/>
                </a:lnTo>
                <a:lnTo>
                  <a:pt x="160269" y="17361"/>
                </a:lnTo>
                <a:lnTo>
                  <a:pt x="151854" y="18438"/>
                </a:lnTo>
                <a:lnTo>
                  <a:pt x="152268" y="18371"/>
                </a:lnTo>
                <a:lnTo>
                  <a:pt x="143985" y="19845"/>
                </a:lnTo>
                <a:lnTo>
                  <a:pt x="144399" y="19762"/>
                </a:lnTo>
                <a:lnTo>
                  <a:pt x="136265" y="21651"/>
                </a:lnTo>
                <a:lnTo>
                  <a:pt x="136663" y="21552"/>
                </a:lnTo>
                <a:lnTo>
                  <a:pt x="128679" y="23805"/>
                </a:lnTo>
                <a:lnTo>
                  <a:pt x="129076" y="23689"/>
                </a:lnTo>
                <a:lnTo>
                  <a:pt x="121258" y="26339"/>
                </a:lnTo>
                <a:lnTo>
                  <a:pt x="121655" y="26190"/>
                </a:lnTo>
                <a:lnTo>
                  <a:pt x="114018" y="29205"/>
                </a:lnTo>
                <a:lnTo>
                  <a:pt x="114383" y="29039"/>
                </a:lnTo>
                <a:lnTo>
                  <a:pt x="106945" y="32418"/>
                </a:lnTo>
                <a:lnTo>
                  <a:pt x="107310" y="32236"/>
                </a:lnTo>
                <a:lnTo>
                  <a:pt x="100054" y="35947"/>
                </a:lnTo>
                <a:lnTo>
                  <a:pt x="100402" y="35765"/>
                </a:lnTo>
                <a:lnTo>
                  <a:pt x="93361" y="39806"/>
                </a:lnTo>
                <a:lnTo>
                  <a:pt x="93709" y="39591"/>
                </a:lnTo>
                <a:lnTo>
                  <a:pt x="86885" y="43964"/>
                </a:lnTo>
                <a:lnTo>
                  <a:pt x="87216" y="43749"/>
                </a:lnTo>
                <a:lnTo>
                  <a:pt x="80623" y="48437"/>
                </a:lnTo>
                <a:lnTo>
                  <a:pt x="80938" y="48205"/>
                </a:lnTo>
                <a:lnTo>
                  <a:pt x="74593" y="53191"/>
                </a:lnTo>
                <a:lnTo>
                  <a:pt x="74892" y="52942"/>
                </a:lnTo>
                <a:lnTo>
                  <a:pt x="68795" y="58227"/>
                </a:lnTo>
                <a:lnTo>
                  <a:pt x="69077" y="57962"/>
                </a:lnTo>
                <a:lnTo>
                  <a:pt x="63246" y="63528"/>
                </a:lnTo>
                <a:lnTo>
                  <a:pt x="63528" y="63246"/>
                </a:lnTo>
                <a:lnTo>
                  <a:pt x="57962" y="69077"/>
                </a:lnTo>
                <a:lnTo>
                  <a:pt x="58227" y="68795"/>
                </a:lnTo>
                <a:lnTo>
                  <a:pt x="52942" y="74892"/>
                </a:lnTo>
                <a:lnTo>
                  <a:pt x="53191" y="74593"/>
                </a:lnTo>
                <a:lnTo>
                  <a:pt x="48205" y="80938"/>
                </a:lnTo>
                <a:lnTo>
                  <a:pt x="48437" y="80623"/>
                </a:lnTo>
                <a:lnTo>
                  <a:pt x="43749" y="87216"/>
                </a:lnTo>
                <a:lnTo>
                  <a:pt x="43964" y="86885"/>
                </a:lnTo>
                <a:lnTo>
                  <a:pt x="39591" y="93709"/>
                </a:lnTo>
                <a:lnTo>
                  <a:pt x="39806" y="93361"/>
                </a:lnTo>
                <a:lnTo>
                  <a:pt x="35765" y="100402"/>
                </a:lnTo>
                <a:lnTo>
                  <a:pt x="35947" y="100054"/>
                </a:lnTo>
                <a:lnTo>
                  <a:pt x="32236" y="107310"/>
                </a:lnTo>
                <a:lnTo>
                  <a:pt x="32418" y="106945"/>
                </a:lnTo>
                <a:lnTo>
                  <a:pt x="29039" y="114383"/>
                </a:lnTo>
                <a:lnTo>
                  <a:pt x="29205" y="114018"/>
                </a:lnTo>
                <a:lnTo>
                  <a:pt x="26190" y="121655"/>
                </a:lnTo>
                <a:lnTo>
                  <a:pt x="26339" y="121258"/>
                </a:lnTo>
                <a:lnTo>
                  <a:pt x="23689" y="129076"/>
                </a:lnTo>
                <a:lnTo>
                  <a:pt x="23805" y="128679"/>
                </a:lnTo>
                <a:lnTo>
                  <a:pt x="21552" y="136663"/>
                </a:lnTo>
                <a:lnTo>
                  <a:pt x="21651" y="136266"/>
                </a:lnTo>
                <a:lnTo>
                  <a:pt x="19762" y="144399"/>
                </a:lnTo>
                <a:lnTo>
                  <a:pt x="19845" y="143985"/>
                </a:lnTo>
                <a:lnTo>
                  <a:pt x="18371" y="152268"/>
                </a:lnTo>
                <a:lnTo>
                  <a:pt x="18437" y="151854"/>
                </a:lnTo>
                <a:lnTo>
                  <a:pt x="17361" y="160269"/>
                </a:lnTo>
                <a:lnTo>
                  <a:pt x="17410" y="159854"/>
                </a:lnTo>
                <a:lnTo>
                  <a:pt x="16764" y="168402"/>
                </a:lnTo>
                <a:lnTo>
                  <a:pt x="16781" y="167988"/>
                </a:lnTo>
                <a:lnTo>
                  <a:pt x="16565" y="17663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path-46">
            <a:extLst xmlns:a="http://schemas.openxmlformats.org/drawingml/2006/main">
              <a:ext uri="{FF2B5EF4-FFF2-40B4-BE49-F238E27FC236}">
                <a16:creationId xmlns:a16="http://schemas.microsoft.com/office/drawing/2014/main" id="{E7A11989-F1DC-4EB8-AFEF-6F4F227A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953" y="4201543"/>
            <a:ext cx="234895" cy="234398"/>
          </a:xfrm>
          <a:custGeom xmlns:a="http://schemas.openxmlformats.org/drawingml/2006/main">
            <a:pathLst>
              <a:path w="234895" h="234398">
                <a:moveTo>
                  <a:pt x="0" y="117282"/>
                </a:moveTo>
                <a:cubicBezTo>
                  <a:pt x="497" y="52479"/>
                  <a:pt x="52976" y="0"/>
                  <a:pt x="117696" y="0"/>
                </a:cubicBezTo>
                <a:cubicBezTo>
                  <a:pt x="182416" y="0"/>
                  <a:pt x="234895" y="52479"/>
                  <a:pt x="234895" y="117199"/>
                </a:cubicBezTo>
                <a:cubicBezTo>
                  <a:pt x="234895" y="181919"/>
                  <a:pt x="182416" y="234398"/>
                  <a:pt x="117696" y="234398"/>
                </a:cubicBezTo>
                <a:cubicBezTo>
                  <a:pt x="52976" y="234398"/>
                  <a:pt x="497" y="181919"/>
                  <a:pt x="0" y="117282"/>
                </a:cubicBez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47">
            <a:extLst xmlns:a="http://schemas.openxmlformats.org/drawingml/2006/main">
              <a:ext uri="{FF2B5EF4-FFF2-40B4-BE49-F238E27FC236}">
                <a16:creationId xmlns:a16="http://schemas.microsoft.com/office/drawing/2014/main" id="{9DEC1EAA-55C9-4B2F-9770-02618BCE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480" y="4196573"/>
            <a:ext cx="244337" cy="244336"/>
          </a:xfrm>
          <a:custGeom xmlns:a="http://schemas.openxmlformats.org/drawingml/2006/main">
            <a:pathLst>
              <a:path w="244337" h="244336">
                <a:moveTo>
                  <a:pt x="149" y="115890"/>
                </a:moveTo>
                <a:lnTo>
                  <a:pt x="629" y="109678"/>
                </a:lnTo>
                <a:lnTo>
                  <a:pt x="1408" y="103566"/>
                </a:lnTo>
                <a:lnTo>
                  <a:pt x="2485" y="97552"/>
                </a:lnTo>
                <a:lnTo>
                  <a:pt x="3843" y="91639"/>
                </a:lnTo>
                <a:lnTo>
                  <a:pt x="5500" y="85841"/>
                </a:lnTo>
                <a:lnTo>
                  <a:pt x="7421" y="80159"/>
                </a:lnTo>
                <a:lnTo>
                  <a:pt x="9608" y="74610"/>
                </a:lnTo>
                <a:lnTo>
                  <a:pt x="12043" y="69192"/>
                </a:lnTo>
                <a:lnTo>
                  <a:pt x="14743" y="63925"/>
                </a:lnTo>
                <a:lnTo>
                  <a:pt x="17692" y="58823"/>
                </a:lnTo>
                <a:lnTo>
                  <a:pt x="20872" y="53853"/>
                </a:lnTo>
                <a:lnTo>
                  <a:pt x="24268" y="49066"/>
                </a:lnTo>
                <a:lnTo>
                  <a:pt x="27896" y="44461"/>
                </a:lnTo>
                <a:lnTo>
                  <a:pt x="31739" y="40021"/>
                </a:lnTo>
                <a:lnTo>
                  <a:pt x="35781" y="35781"/>
                </a:lnTo>
                <a:lnTo>
                  <a:pt x="40021" y="31739"/>
                </a:lnTo>
                <a:lnTo>
                  <a:pt x="44461" y="27896"/>
                </a:lnTo>
                <a:lnTo>
                  <a:pt x="49066" y="24268"/>
                </a:lnTo>
                <a:lnTo>
                  <a:pt x="53853" y="20872"/>
                </a:lnTo>
                <a:lnTo>
                  <a:pt x="58823" y="17692"/>
                </a:lnTo>
                <a:lnTo>
                  <a:pt x="63925" y="14743"/>
                </a:lnTo>
                <a:lnTo>
                  <a:pt x="69193" y="12043"/>
                </a:lnTo>
                <a:lnTo>
                  <a:pt x="74610" y="9608"/>
                </a:lnTo>
                <a:lnTo>
                  <a:pt x="80159" y="7404"/>
                </a:lnTo>
                <a:lnTo>
                  <a:pt x="85841" y="5500"/>
                </a:lnTo>
                <a:lnTo>
                  <a:pt x="91639" y="3843"/>
                </a:lnTo>
                <a:lnTo>
                  <a:pt x="97552" y="2484"/>
                </a:lnTo>
                <a:lnTo>
                  <a:pt x="103566" y="1408"/>
                </a:lnTo>
                <a:lnTo>
                  <a:pt x="109678" y="629"/>
                </a:lnTo>
                <a:lnTo>
                  <a:pt x="115890" y="149"/>
                </a:lnTo>
                <a:lnTo>
                  <a:pt x="122168" y="0"/>
                </a:lnTo>
                <a:lnTo>
                  <a:pt x="128447" y="149"/>
                </a:lnTo>
                <a:lnTo>
                  <a:pt x="134659" y="629"/>
                </a:lnTo>
                <a:lnTo>
                  <a:pt x="140771" y="1408"/>
                </a:lnTo>
                <a:lnTo>
                  <a:pt x="146784" y="2484"/>
                </a:lnTo>
                <a:lnTo>
                  <a:pt x="152698" y="3843"/>
                </a:lnTo>
                <a:lnTo>
                  <a:pt x="158496" y="5500"/>
                </a:lnTo>
                <a:lnTo>
                  <a:pt x="164178" y="7404"/>
                </a:lnTo>
                <a:lnTo>
                  <a:pt x="169727" y="9608"/>
                </a:lnTo>
                <a:lnTo>
                  <a:pt x="175144" y="12043"/>
                </a:lnTo>
                <a:lnTo>
                  <a:pt x="180412" y="14743"/>
                </a:lnTo>
                <a:lnTo>
                  <a:pt x="185514" y="17692"/>
                </a:lnTo>
                <a:lnTo>
                  <a:pt x="190483" y="20872"/>
                </a:lnTo>
                <a:lnTo>
                  <a:pt x="195271" y="24268"/>
                </a:lnTo>
                <a:lnTo>
                  <a:pt x="199876" y="27896"/>
                </a:lnTo>
                <a:lnTo>
                  <a:pt x="204315" y="31739"/>
                </a:lnTo>
                <a:lnTo>
                  <a:pt x="208556" y="35781"/>
                </a:lnTo>
                <a:lnTo>
                  <a:pt x="212598" y="40021"/>
                </a:lnTo>
                <a:lnTo>
                  <a:pt x="216441" y="44461"/>
                </a:lnTo>
                <a:lnTo>
                  <a:pt x="220069" y="49066"/>
                </a:lnTo>
                <a:lnTo>
                  <a:pt x="223465" y="53853"/>
                </a:lnTo>
                <a:lnTo>
                  <a:pt x="226645" y="58823"/>
                </a:lnTo>
                <a:lnTo>
                  <a:pt x="229594" y="63925"/>
                </a:lnTo>
                <a:lnTo>
                  <a:pt x="232294" y="69192"/>
                </a:lnTo>
                <a:lnTo>
                  <a:pt x="234729" y="74610"/>
                </a:lnTo>
                <a:lnTo>
                  <a:pt x="236916" y="80159"/>
                </a:lnTo>
                <a:lnTo>
                  <a:pt x="238837" y="85841"/>
                </a:lnTo>
                <a:lnTo>
                  <a:pt x="240494" y="91639"/>
                </a:lnTo>
                <a:lnTo>
                  <a:pt x="241852" y="97552"/>
                </a:lnTo>
                <a:lnTo>
                  <a:pt x="242929" y="103566"/>
                </a:lnTo>
                <a:lnTo>
                  <a:pt x="243707" y="109678"/>
                </a:lnTo>
                <a:lnTo>
                  <a:pt x="244188" y="115890"/>
                </a:lnTo>
                <a:lnTo>
                  <a:pt x="244337" y="122168"/>
                </a:lnTo>
                <a:lnTo>
                  <a:pt x="244188" y="128446"/>
                </a:lnTo>
                <a:lnTo>
                  <a:pt x="243707" y="134658"/>
                </a:lnTo>
                <a:lnTo>
                  <a:pt x="242929" y="140771"/>
                </a:lnTo>
                <a:lnTo>
                  <a:pt x="241852" y="146784"/>
                </a:lnTo>
                <a:lnTo>
                  <a:pt x="240494" y="152698"/>
                </a:lnTo>
                <a:lnTo>
                  <a:pt x="238837" y="158496"/>
                </a:lnTo>
                <a:lnTo>
                  <a:pt x="236916" y="164178"/>
                </a:lnTo>
                <a:lnTo>
                  <a:pt x="234729" y="169727"/>
                </a:lnTo>
                <a:lnTo>
                  <a:pt x="232294" y="175144"/>
                </a:lnTo>
                <a:lnTo>
                  <a:pt x="229594" y="180412"/>
                </a:lnTo>
                <a:lnTo>
                  <a:pt x="226645" y="185513"/>
                </a:lnTo>
                <a:lnTo>
                  <a:pt x="223465" y="190484"/>
                </a:lnTo>
                <a:lnTo>
                  <a:pt x="220069" y="195271"/>
                </a:lnTo>
                <a:lnTo>
                  <a:pt x="216441" y="199876"/>
                </a:lnTo>
                <a:lnTo>
                  <a:pt x="212598" y="204315"/>
                </a:lnTo>
                <a:lnTo>
                  <a:pt x="208556" y="208556"/>
                </a:lnTo>
                <a:lnTo>
                  <a:pt x="204315" y="212598"/>
                </a:lnTo>
                <a:lnTo>
                  <a:pt x="199876" y="216441"/>
                </a:lnTo>
                <a:lnTo>
                  <a:pt x="195271" y="220068"/>
                </a:lnTo>
                <a:lnTo>
                  <a:pt x="190483" y="223465"/>
                </a:lnTo>
                <a:lnTo>
                  <a:pt x="185514" y="226645"/>
                </a:lnTo>
                <a:lnTo>
                  <a:pt x="180412" y="229594"/>
                </a:lnTo>
                <a:lnTo>
                  <a:pt x="175144" y="232294"/>
                </a:lnTo>
                <a:lnTo>
                  <a:pt x="169727" y="234729"/>
                </a:lnTo>
                <a:lnTo>
                  <a:pt x="164178" y="236915"/>
                </a:lnTo>
                <a:lnTo>
                  <a:pt x="158496" y="238837"/>
                </a:lnTo>
                <a:lnTo>
                  <a:pt x="152698" y="240493"/>
                </a:lnTo>
                <a:lnTo>
                  <a:pt x="146784" y="241852"/>
                </a:lnTo>
                <a:lnTo>
                  <a:pt x="140771" y="242928"/>
                </a:lnTo>
                <a:lnTo>
                  <a:pt x="134659" y="243707"/>
                </a:lnTo>
                <a:lnTo>
                  <a:pt x="128447" y="244171"/>
                </a:lnTo>
                <a:lnTo>
                  <a:pt x="122168" y="244336"/>
                </a:lnTo>
                <a:lnTo>
                  <a:pt x="115890" y="244171"/>
                </a:lnTo>
                <a:lnTo>
                  <a:pt x="109678" y="243707"/>
                </a:lnTo>
                <a:lnTo>
                  <a:pt x="103566" y="242928"/>
                </a:lnTo>
                <a:lnTo>
                  <a:pt x="97552" y="241852"/>
                </a:lnTo>
                <a:lnTo>
                  <a:pt x="91639" y="240493"/>
                </a:lnTo>
                <a:lnTo>
                  <a:pt x="85841" y="238837"/>
                </a:lnTo>
                <a:lnTo>
                  <a:pt x="80159" y="236915"/>
                </a:lnTo>
                <a:lnTo>
                  <a:pt x="74610" y="234729"/>
                </a:lnTo>
                <a:lnTo>
                  <a:pt x="69193" y="232294"/>
                </a:lnTo>
                <a:lnTo>
                  <a:pt x="63925" y="229594"/>
                </a:lnTo>
                <a:lnTo>
                  <a:pt x="58823" y="226645"/>
                </a:lnTo>
                <a:lnTo>
                  <a:pt x="53853" y="223465"/>
                </a:lnTo>
                <a:lnTo>
                  <a:pt x="49066" y="220068"/>
                </a:lnTo>
                <a:lnTo>
                  <a:pt x="44461" y="216441"/>
                </a:lnTo>
                <a:lnTo>
                  <a:pt x="40021" y="212598"/>
                </a:lnTo>
                <a:lnTo>
                  <a:pt x="35781" y="208556"/>
                </a:lnTo>
                <a:lnTo>
                  <a:pt x="31739" y="204315"/>
                </a:lnTo>
                <a:lnTo>
                  <a:pt x="27896" y="199876"/>
                </a:lnTo>
                <a:lnTo>
                  <a:pt x="24268" y="195271"/>
                </a:lnTo>
                <a:lnTo>
                  <a:pt x="20872" y="190484"/>
                </a:lnTo>
                <a:lnTo>
                  <a:pt x="17692" y="185513"/>
                </a:lnTo>
                <a:lnTo>
                  <a:pt x="14743" y="180412"/>
                </a:lnTo>
                <a:lnTo>
                  <a:pt x="12043" y="175144"/>
                </a:lnTo>
                <a:lnTo>
                  <a:pt x="9608" y="169727"/>
                </a:lnTo>
                <a:lnTo>
                  <a:pt x="7421" y="164178"/>
                </a:lnTo>
                <a:lnTo>
                  <a:pt x="5500" y="158496"/>
                </a:lnTo>
                <a:lnTo>
                  <a:pt x="3843" y="152698"/>
                </a:lnTo>
                <a:lnTo>
                  <a:pt x="2485" y="146784"/>
                </a:lnTo>
                <a:lnTo>
                  <a:pt x="1408" y="140771"/>
                </a:lnTo>
                <a:lnTo>
                  <a:pt x="629" y="134658"/>
                </a:lnTo>
                <a:lnTo>
                  <a:pt x="149" y="128446"/>
                </a:lnTo>
                <a:lnTo>
                  <a:pt x="0" y="122168"/>
                </a:lnTo>
                <a:lnTo>
                  <a:pt x="149" y="115890"/>
                </a:lnTo>
                <a:moveTo>
                  <a:pt x="9939" y="122301"/>
                </a:moveTo>
                <a:lnTo>
                  <a:pt x="9939" y="122036"/>
                </a:lnTo>
                <a:lnTo>
                  <a:pt x="10088" y="128066"/>
                </a:lnTo>
                <a:lnTo>
                  <a:pt x="10072" y="127817"/>
                </a:lnTo>
                <a:lnTo>
                  <a:pt x="10535" y="133780"/>
                </a:lnTo>
                <a:lnTo>
                  <a:pt x="10502" y="133532"/>
                </a:lnTo>
                <a:lnTo>
                  <a:pt x="11248" y="139396"/>
                </a:lnTo>
                <a:lnTo>
                  <a:pt x="11215" y="139148"/>
                </a:lnTo>
                <a:lnTo>
                  <a:pt x="12242" y="144913"/>
                </a:lnTo>
                <a:lnTo>
                  <a:pt x="12192" y="144664"/>
                </a:lnTo>
                <a:lnTo>
                  <a:pt x="13500" y="150346"/>
                </a:lnTo>
                <a:lnTo>
                  <a:pt x="13434" y="150097"/>
                </a:lnTo>
                <a:lnTo>
                  <a:pt x="15025" y="155663"/>
                </a:lnTo>
                <a:lnTo>
                  <a:pt x="14942" y="155432"/>
                </a:lnTo>
                <a:lnTo>
                  <a:pt x="16780" y="160864"/>
                </a:lnTo>
                <a:lnTo>
                  <a:pt x="16698" y="160649"/>
                </a:lnTo>
                <a:lnTo>
                  <a:pt x="18801" y="165967"/>
                </a:lnTo>
                <a:lnTo>
                  <a:pt x="18702" y="165735"/>
                </a:lnTo>
                <a:lnTo>
                  <a:pt x="21054" y="170936"/>
                </a:lnTo>
                <a:lnTo>
                  <a:pt x="20955" y="170721"/>
                </a:lnTo>
                <a:lnTo>
                  <a:pt x="23539" y="175774"/>
                </a:lnTo>
                <a:lnTo>
                  <a:pt x="23423" y="175558"/>
                </a:lnTo>
                <a:lnTo>
                  <a:pt x="26239" y="180461"/>
                </a:lnTo>
                <a:lnTo>
                  <a:pt x="26123" y="180263"/>
                </a:lnTo>
                <a:lnTo>
                  <a:pt x="29171" y="185017"/>
                </a:lnTo>
                <a:lnTo>
                  <a:pt x="29039" y="184818"/>
                </a:lnTo>
                <a:lnTo>
                  <a:pt x="32302" y="189407"/>
                </a:lnTo>
                <a:lnTo>
                  <a:pt x="32153" y="189224"/>
                </a:lnTo>
                <a:lnTo>
                  <a:pt x="35632" y="193647"/>
                </a:lnTo>
                <a:lnTo>
                  <a:pt x="35483" y="193465"/>
                </a:lnTo>
                <a:lnTo>
                  <a:pt x="39177" y="197722"/>
                </a:lnTo>
                <a:lnTo>
                  <a:pt x="39011" y="197540"/>
                </a:lnTo>
                <a:lnTo>
                  <a:pt x="42887" y="201615"/>
                </a:lnTo>
                <a:lnTo>
                  <a:pt x="42722" y="201449"/>
                </a:lnTo>
                <a:lnTo>
                  <a:pt x="46797" y="205326"/>
                </a:lnTo>
                <a:lnTo>
                  <a:pt x="46614" y="205160"/>
                </a:lnTo>
                <a:lnTo>
                  <a:pt x="50872" y="208854"/>
                </a:lnTo>
                <a:lnTo>
                  <a:pt x="50689" y="208705"/>
                </a:lnTo>
                <a:lnTo>
                  <a:pt x="55112" y="212184"/>
                </a:lnTo>
                <a:lnTo>
                  <a:pt x="54930" y="212035"/>
                </a:lnTo>
                <a:lnTo>
                  <a:pt x="59519" y="215298"/>
                </a:lnTo>
                <a:lnTo>
                  <a:pt x="59320" y="215165"/>
                </a:lnTo>
                <a:lnTo>
                  <a:pt x="64074" y="218213"/>
                </a:lnTo>
                <a:lnTo>
                  <a:pt x="63875" y="218098"/>
                </a:lnTo>
                <a:lnTo>
                  <a:pt x="68779" y="220913"/>
                </a:lnTo>
                <a:lnTo>
                  <a:pt x="68563" y="220797"/>
                </a:lnTo>
                <a:lnTo>
                  <a:pt x="73616" y="223382"/>
                </a:lnTo>
                <a:lnTo>
                  <a:pt x="73400" y="223282"/>
                </a:lnTo>
                <a:lnTo>
                  <a:pt x="78602" y="225635"/>
                </a:lnTo>
                <a:lnTo>
                  <a:pt x="78370" y="225535"/>
                </a:lnTo>
                <a:lnTo>
                  <a:pt x="83687" y="227639"/>
                </a:lnTo>
                <a:lnTo>
                  <a:pt x="83472" y="227540"/>
                </a:lnTo>
                <a:lnTo>
                  <a:pt x="88906" y="229395"/>
                </a:lnTo>
                <a:lnTo>
                  <a:pt x="88674" y="229312"/>
                </a:lnTo>
                <a:lnTo>
                  <a:pt x="94239" y="230903"/>
                </a:lnTo>
                <a:lnTo>
                  <a:pt x="93991" y="230836"/>
                </a:lnTo>
                <a:lnTo>
                  <a:pt x="99673" y="232145"/>
                </a:lnTo>
                <a:lnTo>
                  <a:pt x="99424" y="232095"/>
                </a:lnTo>
                <a:lnTo>
                  <a:pt x="105189" y="233122"/>
                </a:lnTo>
                <a:lnTo>
                  <a:pt x="104941" y="233089"/>
                </a:lnTo>
                <a:lnTo>
                  <a:pt x="110805" y="233834"/>
                </a:lnTo>
                <a:lnTo>
                  <a:pt x="110556" y="233801"/>
                </a:lnTo>
                <a:lnTo>
                  <a:pt x="116520" y="234265"/>
                </a:lnTo>
                <a:lnTo>
                  <a:pt x="116271" y="234249"/>
                </a:lnTo>
                <a:lnTo>
                  <a:pt x="122301" y="234398"/>
                </a:lnTo>
                <a:lnTo>
                  <a:pt x="122036" y="234398"/>
                </a:lnTo>
                <a:lnTo>
                  <a:pt x="128066" y="234249"/>
                </a:lnTo>
                <a:lnTo>
                  <a:pt x="127817" y="234265"/>
                </a:lnTo>
                <a:lnTo>
                  <a:pt x="133780" y="233801"/>
                </a:lnTo>
                <a:lnTo>
                  <a:pt x="133532" y="233834"/>
                </a:lnTo>
                <a:lnTo>
                  <a:pt x="139396" y="233089"/>
                </a:lnTo>
                <a:lnTo>
                  <a:pt x="139148" y="233122"/>
                </a:lnTo>
                <a:lnTo>
                  <a:pt x="144912" y="232095"/>
                </a:lnTo>
                <a:lnTo>
                  <a:pt x="144664" y="232145"/>
                </a:lnTo>
                <a:lnTo>
                  <a:pt x="150346" y="230836"/>
                </a:lnTo>
                <a:lnTo>
                  <a:pt x="150097" y="230903"/>
                </a:lnTo>
                <a:lnTo>
                  <a:pt x="155663" y="229312"/>
                </a:lnTo>
                <a:lnTo>
                  <a:pt x="155431" y="229395"/>
                </a:lnTo>
                <a:lnTo>
                  <a:pt x="160865" y="227540"/>
                </a:lnTo>
                <a:lnTo>
                  <a:pt x="160649" y="227639"/>
                </a:lnTo>
                <a:lnTo>
                  <a:pt x="165967" y="225535"/>
                </a:lnTo>
                <a:lnTo>
                  <a:pt x="165735" y="225635"/>
                </a:lnTo>
                <a:lnTo>
                  <a:pt x="170936" y="223282"/>
                </a:lnTo>
                <a:lnTo>
                  <a:pt x="170721" y="223382"/>
                </a:lnTo>
                <a:lnTo>
                  <a:pt x="175773" y="220797"/>
                </a:lnTo>
                <a:lnTo>
                  <a:pt x="175558" y="220913"/>
                </a:lnTo>
                <a:lnTo>
                  <a:pt x="180461" y="218098"/>
                </a:lnTo>
                <a:lnTo>
                  <a:pt x="180263" y="218213"/>
                </a:lnTo>
                <a:lnTo>
                  <a:pt x="185017" y="215165"/>
                </a:lnTo>
                <a:lnTo>
                  <a:pt x="184818" y="215298"/>
                </a:lnTo>
                <a:lnTo>
                  <a:pt x="189407" y="212035"/>
                </a:lnTo>
                <a:lnTo>
                  <a:pt x="189224" y="212184"/>
                </a:lnTo>
                <a:lnTo>
                  <a:pt x="193647" y="208705"/>
                </a:lnTo>
                <a:lnTo>
                  <a:pt x="193465" y="208854"/>
                </a:lnTo>
                <a:lnTo>
                  <a:pt x="197722" y="205160"/>
                </a:lnTo>
                <a:lnTo>
                  <a:pt x="197540" y="205326"/>
                </a:lnTo>
                <a:lnTo>
                  <a:pt x="201615" y="201449"/>
                </a:lnTo>
                <a:lnTo>
                  <a:pt x="201449" y="201615"/>
                </a:lnTo>
                <a:lnTo>
                  <a:pt x="205326" y="197540"/>
                </a:lnTo>
                <a:lnTo>
                  <a:pt x="205160" y="197722"/>
                </a:lnTo>
                <a:lnTo>
                  <a:pt x="208854" y="193465"/>
                </a:lnTo>
                <a:lnTo>
                  <a:pt x="208705" y="193647"/>
                </a:lnTo>
                <a:lnTo>
                  <a:pt x="212184" y="189224"/>
                </a:lnTo>
                <a:lnTo>
                  <a:pt x="212035" y="189407"/>
                </a:lnTo>
                <a:lnTo>
                  <a:pt x="215298" y="184818"/>
                </a:lnTo>
                <a:lnTo>
                  <a:pt x="215166" y="185017"/>
                </a:lnTo>
                <a:lnTo>
                  <a:pt x="218214" y="180263"/>
                </a:lnTo>
                <a:lnTo>
                  <a:pt x="218098" y="180461"/>
                </a:lnTo>
                <a:lnTo>
                  <a:pt x="220914" y="175558"/>
                </a:lnTo>
                <a:lnTo>
                  <a:pt x="220798" y="175774"/>
                </a:lnTo>
                <a:lnTo>
                  <a:pt x="223382" y="170721"/>
                </a:lnTo>
                <a:lnTo>
                  <a:pt x="223283" y="170936"/>
                </a:lnTo>
                <a:lnTo>
                  <a:pt x="225635" y="165735"/>
                </a:lnTo>
                <a:lnTo>
                  <a:pt x="225535" y="165967"/>
                </a:lnTo>
                <a:lnTo>
                  <a:pt x="227639" y="160649"/>
                </a:lnTo>
                <a:lnTo>
                  <a:pt x="227556" y="160864"/>
                </a:lnTo>
                <a:lnTo>
                  <a:pt x="229395" y="155432"/>
                </a:lnTo>
                <a:lnTo>
                  <a:pt x="229312" y="155663"/>
                </a:lnTo>
                <a:lnTo>
                  <a:pt x="230902" y="150097"/>
                </a:lnTo>
                <a:lnTo>
                  <a:pt x="230836" y="150346"/>
                </a:lnTo>
                <a:lnTo>
                  <a:pt x="232145" y="144664"/>
                </a:lnTo>
                <a:lnTo>
                  <a:pt x="232095" y="144913"/>
                </a:lnTo>
                <a:lnTo>
                  <a:pt x="233122" y="139148"/>
                </a:lnTo>
                <a:lnTo>
                  <a:pt x="233089" y="139396"/>
                </a:lnTo>
                <a:lnTo>
                  <a:pt x="233834" y="133532"/>
                </a:lnTo>
                <a:lnTo>
                  <a:pt x="233801" y="133780"/>
                </a:lnTo>
                <a:lnTo>
                  <a:pt x="234265" y="127817"/>
                </a:lnTo>
                <a:lnTo>
                  <a:pt x="234249" y="128066"/>
                </a:lnTo>
                <a:lnTo>
                  <a:pt x="234398" y="122036"/>
                </a:lnTo>
                <a:lnTo>
                  <a:pt x="234398" y="122301"/>
                </a:lnTo>
                <a:lnTo>
                  <a:pt x="234249" y="116254"/>
                </a:lnTo>
                <a:lnTo>
                  <a:pt x="234265" y="116520"/>
                </a:lnTo>
                <a:lnTo>
                  <a:pt x="233801" y="110556"/>
                </a:lnTo>
                <a:lnTo>
                  <a:pt x="233834" y="110805"/>
                </a:lnTo>
                <a:lnTo>
                  <a:pt x="233089" y="104941"/>
                </a:lnTo>
                <a:lnTo>
                  <a:pt x="233122" y="105189"/>
                </a:lnTo>
                <a:lnTo>
                  <a:pt x="232095" y="99424"/>
                </a:lnTo>
                <a:lnTo>
                  <a:pt x="232145" y="99672"/>
                </a:lnTo>
                <a:lnTo>
                  <a:pt x="230836" y="93991"/>
                </a:lnTo>
                <a:lnTo>
                  <a:pt x="230902" y="94240"/>
                </a:lnTo>
                <a:lnTo>
                  <a:pt x="229312" y="88674"/>
                </a:lnTo>
                <a:lnTo>
                  <a:pt x="229395" y="88905"/>
                </a:lnTo>
                <a:lnTo>
                  <a:pt x="227556" y="83472"/>
                </a:lnTo>
                <a:lnTo>
                  <a:pt x="227639" y="83687"/>
                </a:lnTo>
                <a:lnTo>
                  <a:pt x="225535" y="78370"/>
                </a:lnTo>
                <a:lnTo>
                  <a:pt x="225635" y="78602"/>
                </a:lnTo>
                <a:lnTo>
                  <a:pt x="223283" y="73400"/>
                </a:lnTo>
                <a:lnTo>
                  <a:pt x="223382" y="73615"/>
                </a:lnTo>
                <a:lnTo>
                  <a:pt x="220798" y="68563"/>
                </a:lnTo>
                <a:lnTo>
                  <a:pt x="220914" y="68779"/>
                </a:lnTo>
                <a:lnTo>
                  <a:pt x="218098" y="63876"/>
                </a:lnTo>
                <a:lnTo>
                  <a:pt x="218214" y="64074"/>
                </a:lnTo>
                <a:lnTo>
                  <a:pt x="215166" y="59320"/>
                </a:lnTo>
                <a:lnTo>
                  <a:pt x="215298" y="59519"/>
                </a:lnTo>
                <a:lnTo>
                  <a:pt x="212035" y="54930"/>
                </a:lnTo>
                <a:lnTo>
                  <a:pt x="212184" y="55112"/>
                </a:lnTo>
                <a:lnTo>
                  <a:pt x="208705" y="50689"/>
                </a:lnTo>
                <a:lnTo>
                  <a:pt x="208854" y="50872"/>
                </a:lnTo>
                <a:lnTo>
                  <a:pt x="205160" y="46614"/>
                </a:lnTo>
                <a:lnTo>
                  <a:pt x="205326" y="46797"/>
                </a:lnTo>
                <a:lnTo>
                  <a:pt x="201449" y="42722"/>
                </a:lnTo>
                <a:lnTo>
                  <a:pt x="201615" y="42887"/>
                </a:lnTo>
                <a:lnTo>
                  <a:pt x="197540" y="39011"/>
                </a:lnTo>
                <a:lnTo>
                  <a:pt x="197722" y="39177"/>
                </a:lnTo>
                <a:lnTo>
                  <a:pt x="193465" y="35482"/>
                </a:lnTo>
                <a:lnTo>
                  <a:pt x="193647" y="35632"/>
                </a:lnTo>
                <a:lnTo>
                  <a:pt x="189224" y="32153"/>
                </a:lnTo>
                <a:lnTo>
                  <a:pt x="189407" y="32302"/>
                </a:lnTo>
                <a:lnTo>
                  <a:pt x="184818" y="29039"/>
                </a:lnTo>
                <a:lnTo>
                  <a:pt x="185017" y="29171"/>
                </a:lnTo>
                <a:lnTo>
                  <a:pt x="180263" y="26123"/>
                </a:lnTo>
                <a:lnTo>
                  <a:pt x="180461" y="26239"/>
                </a:lnTo>
                <a:lnTo>
                  <a:pt x="175558" y="23423"/>
                </a:lnTo>
                <a:lnTo>
                  <a:pt x="175773" y="23539"/>
                </a:lnTo>
                <a:lnTo>
                  <a:pt x="170721" y="20955"/>
                </a:lnTo>
                <a:lnTo>
                  <a:pt x="170936" y="21055"/>
                </a:lnTo>
                <a:lnTo>
                  <a:pt x="165735" y="18702"/>
                </a:lnTo>
                <a:lnTo>
                  <a:pt x="165967" y="18801"/>
                </a:lnTo>
                <a:lnTo>
                  <a:pt x="160649" y="16698"/>
                </a:lnTo>
                <a:lnTo>
                  <a:pt x="160865" y="16780"/>
                </a:lnTo>
                <a:lnTo>
                  <a:pt x="155431" y="14942"/>
                </a:lnTo>
                <a:lnTo>
                  <a:pt x="155663" y="15024"/>
                </a:lnTo>
                <a:lnTo>
                  <a:pt x="150097" y="13434"/>
                </a:lnTo>
                <a:lnTo>
                  <a:pt x="150346" y="13500"/>
                </a:lnTo>
                <a:lnTo>
                  <a:pt x="144664" y="12192"/>
                </a:lnTo>
                <a:lnTo>
                  <a:pt x="144912" y="12242"/>
                </a:lnTo>
                <a:lnTo>
                  <a:pt x="139148" y="11214"/>
                </a:lnTo>
                <a:lnTo>
                  <a:pt x="139396" y="11248"/>
                </a:lnTo>
                <a:lnTo>
                  <a:pt x="133532" y="10502"/>
                </a:lnTo>
                <a:lnTo>
                  <a:pt x="133780" y="10536"/>
                </a:lnTo>
                <a:lnTo>
                  <a:pt x="127817" y="10072"/>
                </a:lnTo>
                <a:lnTo>
                  <a:pt x="128066" y="10088"/>
                </a:lnTo>
                <a:lnTo>
                  <a:pt x="122036" y="9939"/>
                </a:lnTo>
                <a:lnTo>
                  <a:pt x="122301" y="9939"/>
                </a:lnTo>
                <a:lnTo>
                  <a:pt x="116271" y="10088"/>
                </a:lnTo>
                <a:lnTo>
                  <a:pt x="116520" y="10072"/>
                </a:lnTo>
                <a:lnTo>
                  <a:pt x="110556" y="10536"/>
                </a:lnTo>
                <a:lnTo>
                  <a:pt x="110805" y="10502"/>
                </a:lnTo>
                <a:lnTo>
                  <a:pt x="104941" y="11248"/>
                </a:lnTo>
                <a:lnTo>
                  <a:pt x="105189" y="11214"/>
                </a:lnTo>
                <a:lnTo>
                  <a:pt x="99424" y="12242"/>
                </a:lnTo>
                <a:lnTo>
                  <a:pt x="99673" y="12192"/>
                </a:lnTo>
                <a:lnTo>
                  <a:pt x="93991" y="13500"/>
                </a:lnTo>
                <a:lnTo>
                  <a:pt x="94239" y="13434"/>
                </a:lnTo>
                <a:lnTo>
                  <a:pt x="88674" y="15024"/>
                </a:lnTo>
                <a:lnTo>
                  <a:pt x="88906" y="14942"/>
                </a:lnTo>
                <a:lnTo>
                  <a:pt x="83472" y="16780"/>
                </a:lnTo>
                <a:lnTo>
                  <a:pt x="83687" y="16698"/>
                </a:lnTo>
                <a:lnTo>
                  <a:pt x="78370" y="18801"/>
                </a:lnTo>
                <a:lnTo>
                  <a:pt x="78602" y="18702"/>
                </a:lnTo>
                <a:lnTo>
                  <a:pt x="73400" y="21055"/>
                </a:lnTo>
                <a:lnTo>
                  <a:pt x="73616" y="20955"/>
                </a:lnTo>
                <a:lnTo>
                  <a:pt x="68563" y="23539"/>
                </a:lnTo>
                <a:lnTo>
                  <a:pt x="68779" y="23423"/>
                </a:lnTo>
                <a:lnTo>
                  <a:pt x="63875" y="26239"/>
                </a:lnTo>
                <a:lnTo>
                  <a:pt x="64074" y="26123"/>
                </a:lnTo>
                <a:lnTo>
                  <a:pt x="59320" y="29171"/>
                </a:lnTo>
                <a:lnTo>
                  <a:pt x="59519" y="29039"/>
                </a:lnTo>
                <a:lnTo>
                  <a:pt x="54930" y="32302"/>
                </a:lnTo>
                <a:lnTo>
                  <a:pt x="55112" y="32153"/>
                </a:lnTo>
                <a:lnTo>
                  <a:pt x="50689" y="35632"/>
                </a:lnTo>
                <a:lnTo>
                  <a:pt x="50872" y="35482"/>
                </a:lnTo>
                <a:lnTo>
                  <a:pt x="46614" y="39177"/>
                </a:lnTo>
                <a:lnTo>
                  <a:pt x="46797" y="39011"/>
                </a:lnTo>
                <a:lnTo>
                  <a:pt x="42722" y="42887"/>
                </a:lnTo>
                <a:lnTo>
                  <a:pt x="42887" y="42722"/>
                </a:lnTo>
                <a:lnTo>
                  <a:pt x="39011" y="46797"/>
                </a:lnTo>
                <a:lnTo>
                  <a:pt x="39177" y="46614"/>
                </a:lnTo>
                <a:lnTo>
                  <a:pt x="35483" y="50872"/>
                </a:lnTo>
                <a:lnTo>
                  <a:pt x="35632" y="50689"/>
                </a:lnTo>
                <a:lnTo>
                  <a:pt x="32153" y="55112"/>
                </a:lnTo>
                <a:lnTo>
                  <a:pt x="32302" y="54930"/>
                </a:lnTo>
                <a:lnTo>
                  <a:pt x="29039" y="59519"/>
                </a:lnTo>
                <a:lnTo>
                  <a:pt x="29171" y="59320"/>
                </a:lnTo>
                <a:lnTo>
                  <a:pt x="26123" y="64074"/>
                </a:lnTo>
                <a:lnTo>
                  <a:pt x="26239" y="63876"/>
                </a:lnTo>
                <a:lnTo>
                  <a:pt x="23423" y="68779"/>
                </a:lnTo>
                <a:lnTo>
                  <a:pt x="23539" y="68563"/>
                </a:lnTo>
                <a:lnTo>
                  <a:pt x="20955" y="73615"/>
                </a:lnTo>
                <a:lnTo>
                  <a:pt x="21054" y="73400"/>
                </a:lnTo>
                <a:lnTo>
                  <a:pt x="18702" y="78602"/>
                </a:lnTo>
                <a:lnTo>
                  <a:pt x="18801" y="78370"/>
                </a:lnTo>
                <a:lnTo>
                  <a:pt x="16698" y="83687"/>
                </a:lnTo>
                <a:lnTo>
                  <a:pt x="16780" y="83472"/>
                </a:lnTo>
                <a:lnTo>
                  <a:pt x="14942" y="88905"/>
                </a:lnTo>
                <a:lnTo>
                  <a:pt x="15025" y="88674"/>
                </a:lnTo>
                <a:lnTo>
                  <a:pt x="13434" y="94240"/>
                </a:lnTo>
                <a:lnTo>
                  <a:pt x="13500" y="93991"/>
                </a:lnTo>
                <a:lnTo>
                  <a:pt x="12192" y="99672"/>
                </a:lnTo>
                <a:lnTo>
                  <a:pt x="12242" y="99424"/>
                </a:lnTo>
                <a:lnTo>
                  <a:pt x="11215" y="105189"/>
                </a:lnTo>
                <a:lnTo>
                  <a:pt x="11248" y="104941"/>
                </a:lnTo>
                <a:lnTo>
                  <a:pt x="10502" y="110805"/>
                </a:lnTo>
                <a:lnTo>
                  <a:pt x="10535" y="110556"/>
                </a:lnTo>
                <a:lnTo>
                  <a:pt x="10072" y="116520"/>
                </a:lnTo>
                <a:lnTo>
                  <a:pt x="10088" y="116254"/>
                </a:lnTo>
                <a:lnTo>
                  <a:pt x="9939" y="122301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98840DFE-D4D8-43DA-9991-51C4F7CA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377" y="4257362"/>
            <a:ext cx="74689" cy="149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50" name="pdf-path-49">
            <a:extLst xmlns:a="http://schemas.openxmlformats.org/drawingml/2006/main">
              <a:ext uri="{FF2B5EF4-FFF2-40B4-BE49-F238E27FC236}">
                <a16:creationId xmlns:a16="http://schemas.microsoft.com/office/drawing/2014/main" id="{84462327-EED9-440D-83A0-1653EAD1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7912" y="4201543"/>
            <a:ext cx="234398" cy="234398"/>
          </a:xfrm>
          <a:custGeom xmlns:a="http://schemas.openxmlformats.org/drawingml/2006/main">
            <a:pathLst>
              <a:path w="234398" h="234398">
                <a:moveTo>
                  <a:pt x="662" y="117282"/>
                </a:moveTo>
                <a:cubicBezTo>
                  <a:pt x="0" y="52479"/>
                  <a:pt x="52478" y="0"/>
                  <a:pt x="117199" y="0"/>
                </a:cubicBezTo>
                <a:cubicBezTo>
                  <a:pt x="181919" y="0"/>
                  <a:pt x="234398" y="52479"/>
                  <a:pt x="234398" y="117199"/>
                </a:cubicBezTo>
                <a:cubicBezTo>
                  <a:pt x="234398" y="181919"/>
                  <a:pt x="181919" y="234398"/>
                  <a:pt x="117199" y="234398"/>
                </a:cubicBezTo>
                <a:cubicBezTo>
                  <a:pt x="52478" y="234398"/>
                  <a:pt x="0" y="181919"/>
                  <a:pt x="662" y="117282"/>
                </a:cubicBez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50">
            <a:extLst xmlns:a="http://schemas.openxmlformats.org/drawingml/2006/main">
              <a:ext uri="{FF2B5EF4-FFF2-40B4-BE49-F238E27FC236}">
                <a16:creationId xmlns:a16="http://schemas.microsoft.com/office/drawing/2014/main" id="{2720DC00-6DB4-4994-AD21-B6EBB7A1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2943" y="4196573"/>
            <a:ext cx="244337" cy="244336"/>
          </a:xfrm>
          <a:custGeom xmlns:a="http://schemas.openxmlformats.org/drawingml/2006/main">
            <a:pathLst>
              <a:path w="244337" h="244336">
                <a:moveTo>
                  <a:pt x="149" y="115890"/>
                </a:moveTo>
                <a:lnTo>
                  <a:pt x="630" y="109678"/>
                </a:lnTo>
                <a:lnTo>
                  <a:pt x="1408" y="103566"/>
                </a:lnTo>
                <a:lnTo>
                  <a:pt x="2484" y="97552"/>
                </a:lnTo>
                <a:lnTo>
                  <a:pt x="3843" y="91639"/>
                </a:lnTo>
                <a:lnTo>
                  <a:pt x="5499" y="85841"/>
                </a:lnTo>
                <a:lnTo>
                  <a:pt x="7404" y="80159"/>
                </a:lnTo>
                <a:lnTo>
                  <a:pt x="9607" y="74610"/>
                </a:lnTo>
                <a:lnTo>
                  <a:pt x="12043" y="69192"/>
                </a:lnTo>
                <a:lnTo>
                  <a:pt x="14743" y="63925"/>
                </a:lnTo>
                <a:lnTo>
                  <a:pt x="17692" y="58823"/>
                </a:lnTo>
                <a:lnTo>
                  <a:pt x="20872" y="53853"/>
                </a:lnTo>
                <a:lnTo>
                  <a:pt x="24268" y="49066"/>
                </a:lnTo>
                <a:lnTo>
                  <a:pt x="27896" y="44461"/>
                </a:lnTo>
                <a:lnTo>
                  <a:pt x="31739" y="40021"/>
                </a:lnTo>
                <a:lnTo>
                  <a:pt x="35781" y="35781"/>
                </a:lnTo>
                <a:lnTo>
                  <a:pt x="40021" y="31739"/>
                </a:lnTo>
                <a:lnTo>
                  <a:pt x="44461" y="27896"/>
                </a:lnTo>
                <a:lnTo>
                  <a:pt x="49066" y="24268"/>
                </a:lnTo>
                <a:lnTo>
                  <a:pt x="53853" y="20872"/>
                </a:lnTo>
                <a:lnTo>
                  <a:pt x="58823" y="17692"/>
                </a:lnTo>
                <a:lnTo>
                  <a:pt x="63925" y="14743"/>
                </a:lnTo>
                <a:lnTo>
                  <a:pt x="69193" y="12043"/>
                </a:lnTo>
                <a:lnTo>
                  <a:pt x="74609" y="9608"/>
                </a:lnTo>
                <a:lnTo>
                  <a:pt x="80159" y="7404"/>
                </a:lnTo>
                <a:lnTo>
                  <a:pt x="85841" y="5500"/>
                </a:lnTo>
                <a:lnTo>
                  <a:pt x="91638" y="3843"/>
                </a:lnTo>
                <a:lnTo>
                  <a:pt x="97552" y="2484"/>
                </a:lnTo>
                <a:lnTo>
                  <a:pt x="103565" y="1408"/>
                </a:lnTo>
                <a:lnTo>
                  <a:pt x="109678" y="629"/>
                </a:lnTo>
                <a:lnTo>
                  <a:pt x="115890" y="149"/>
                </a:lnTo>
                <a:lnTo>
                  <a:pt x="122168" y="0"/>
                </a:lnTo>
                <a:lnTo>
                  <a:pt x="128446" y="149"/>
                </a:lnTo>
                <a:lnTo>
                  <a:pt x="134658" y="629"/>
                </a:lnTo>
                <a:lnTo>
                  <a:pt x="140771" y="1408"/>
                </a:lnTo>
                <a:lnTo>
                  <a:pt x="146784" y="2484"/>
                </a:lnTo>
                <a:lnTo>
                  <a:pt x="152698" y="3843"/>
                </a:lnTo>
                <a:lnTo>
                  <a:pt x="158496" y="5500"/>
                </a:lnTo>
                <a:lnTo>
                  <a:pt x="164177" y="7404"/>
                </a:lnTo>
                <a:lnTo>
                  <a:pt x="169727" y="9608"/>
                </a:lnTo>
                <a:lnTo>
                  <a:pt x="175144" y="12043"/>
                </a:lnTo>
                <a:lnTo>
                  <a:pt x="180412" y="14743"/>
                </a:lnTo>
                <a:lnTo>
                  <a:pt x="185513" y="17692"/>
                </a:lnTo>
                <a:lnTo>
                  <a:pt x="190483" y="20872"/>
                </a:lnTo>
                <a:lnTo>
                  <a:pt x="195271" y="24268"/>
                </a:lnTo>
                <a:lnTo>
                  <a:pt x="199876" y="27896"/>
                </a:lnTo>
                <a:lnTo>
                  <a:pt x="204315" y="31739"/>
                </a:lnTo>
                <a:lnTo>
                  <a:pt x="208556" y="35781"/>
                </a:lnTo>
                <a:lnTo>
                  <a:pt x="212598" y="40021"/>
                </a:lnTo>
                <a:lnTo>
                  <a:pt x="216441" y="44461"/>
                </a:lnTo>
                <a:lnTo>
                  <a:pt x="220069" y="49066"/>
                </a:lnTo>
                <a:lnTo>
                  <a:pt x="223465" y="53853"/>
                </a:lnTo>
                <a:lnTo>
                  <a:pt x="226645" y="58823"/>
                </a:lnTo>
                <a:lnTo>
                  <a:pt x="229593" y="63925"/>
                </a:lnTo>
                <a:lnTo>
                  <a:pt x="232294" y="69192"/>
                </a:lnTo>
                <a:lnTo>
                  <a:pt x="234729" y="74610"/>
                </a:lnTo>
                <a:lnTo>
                  <a:pt x="236915" y="80159"/>
                </a:lnTo>
                <a:lnTo>
                  <a:pt x="238837" y="85841"/>
                </a:lnTo>
                <a:lnTo>
                  <a:pt x="240494" y="91639"/>
                </a:lnTo>
                <a:lnTo>
                  <a:pt x="241852" y="97552"/>
                </a:lnTo>
                <a:lnTo>
                  <a:pt x="242928" y="103566"/>
                </a:lnTo>
                <a:lnTo>
                  <a:pt x="243707" y="109678"/>
                </a:lnTo>
                <a:lnTo>
                  <a:pt x="244171" y="115890"/>
                </a:lnTo>
                <a:lnTo>
                  <a:pt x="244337" y="122168"/>
                </a:lnTo>
                <a:lnTo>
                  <a:pt x="244171" y="128446"/>
                </a:lnTo>
                <a:lnTo>
                  <a:pt x="243707" y="134658"/>
                </a:lnTo>
                <a:lnTo>
                  <a:pt x="242928" y="140771"/>
                </a:lnTo>
                <a:lnTo>
                  <a:pt x="241852" y="146784"/>
                </a:lnTo>
                <a:lnTo>
                  <a:pt x="240494" y="152698"/>
                </a:lnTo>
                <a:lnTo>
                  <a:pt x="238837" y="158496"/>
                </a:lnTo>
                <a:lnTo>
                  <a:pt x="236915" y="164178"/>
                </a:lnTo>
                <a:lnTo>
                  <a:pt x="234729" y="169727"/>
                </a:lnTo>
                <a:lnTo>
                  <a:pt x="232294" y="175144"/>
                </a:lnTo>
                <a:lnTo>
                  <a:pt x="229593" y="180412"/>
                </a:lnTo>
                <a:lnTo>
                  <a:pt x="226645" y="185513"/>
                </a:lnTo>
                <a:lnTo>
                  <a:pt x="223465" y="190484"/>
                </a:lnTo>
                <a:lnTo>
                  <a:pt x="220069" y="195271"/>
                </a:lnTo>
                <a:lnTo>
                  <a:pt x="216441" y="199876"/>
                </a:lnTo>
                <a:lnTo>
                  <a:pt x="212598" y="204315"/>
                </a:lnTo>
                <a:lnTo>
                  <a:pt x="208556" y="208556"/>
                </a:lnTo>
                <a:lnTo>
                  <a:pt x="204315" y="212598"/>
                </a:lnTo>
                <a:lnTo>
                  <a:pt x="199876" y="216441"/>
                </a:lnTo>
                <a:lnTo>
                  <a:pt x="195271" y="220068"/>
                </a:lnTo>
                <a:lnTo>
                  <a:pt x="190483" y="223465"/>
                </a:lnTo>
                <a:lnTo>
                  <a:pt x="185513" y="226645"/>
                </a:lnTo>
                <a:lnTo>
                  <a:pt x="180412" y="229594"/>
                </a:lnTo>
                <a:lnTo>
                  <a:pt x="175144" y="232294"/>
                </a:lnTo>
                <a:lnTo>
                  <a:pt x="169727" y="234729"/>
                </a:lnTo>
                <a:lnTo>
                  <a:pt x="164177" y="236915"/>
                </a:lnTo>
                <a:lnTo>
                  <a:pt x="158496" y="238837"/>
                </a:lnTo>
                <a:lnTo>
                  <a:pt x="152698" y="240493"/>
                </a:lnTo>
                <a:lnTo>
                  <a:pt x="146784" y="241852"/>
                </a:lnTo>
                <a:lnTo>
                  <a:pt x="140771" y="242928"/>
                </a:lnTo>
                <a:lnTo>
                  <a:pt x="134658" y="243707"/>
                </a:lnTo>
                <a:lnTo>
                  <a:pt x="128446" y="244171"/>
                </a:lnTo>
                <a:lnTo>
                  <a:pt x="122168" y="244336"/>
                </a:lnTo>
                <a:lnTo>
                  <a:pt x="115890" y="244171"/>
                </a:lnTo>
                <a:lnTo>
                  <a:pt x="109678" y="243707"/>
                </a:lnTo>
                <a:lnTo>
                  <a:pt x="103565" y="242928"/>
                </a:lnTo>
                <a:lnTo>
                  <a:pt x="97552" y="241852"/>
                </a:lnTo>
                <a:lnTo>
                  <a:pt x="91638" y="240493"/>
                </a:lnTo>
                <a:lnTo>
                  <a:pt x="85841" y="238837"/>
                </a:lnTo>
                <a:lnTo>
                  <a:pt x="80159" y="236915"/>
                </a:lnTo>
                <a:lnTo>
                  <a:pt x="74609" y="234729"/>
                </a:lnTo>
                <a:lnTo>
                  <a:pt x="69193" y="232294"/>
                </a:lnTo>
                <a:lnTo>
                  <a:pt x="63925" y="229594"/>
                </a:lnTo>
                <a:lnTo>
                  <a:pt x="58823" y="226645"/>
                </a:lnTo>
                <a:lnTo>
                  <a:pt x="53853" y="223465"/>
                </a:lnTo>
                <a:lnTo>
                  <a:pt x="49066" y="220068"/>
                </a:lnTo>
                <a:lnTo>
                  <a:pt x="44461" y="216441"/>
                </a:lnTo>
                <a:lnTo>
                  <a:pt x="40021" y="212598"/>
                </a:lnTo>
                <a:lnTo>
                  <a:pt x="35781" y="208556"/>
                </a:lnTo>
                <a:lnTo>
                  <a:pt x="31739" y="204315"/>
                </a:lnTo>
                <a:lnTo>
                  <a:pt x="27896" y="199876"/>
                </a:lnTo>
                <a:lnTo>
                  <a:pt x="24268" y="195271"/>
                </a:lnTo>
                <a:lnTo>
                  <a:pt x="20872" y="190484"/>
                </a:lnTo>
                <a:lnTo>
                  <a:pt x="17692" y="185513"/>
                </a:lnTo>
                <a:lnTo>
                  <a:pt x="14743" y="180412"/>
                </a:lnTo>
                <a:lnTo>
                  <a:pt x="12043" y="175144"/>
                </a:lnTo>
                <a:lnTo>
                  <a:pt x="9607" y="169727"/>
                </a:lnTo>
                <a:lnTo>
                  <a:pt x="7404" y="164178"/>
                </a:lnTo>
                <a:lnTo>
                  <a:pt x="5499" y="158496"/>
                </a:lnTo>
                <a:lnTo>
                  <a:pt x="3843" y="152698"/>
                </a:lnTo>
                <a:lnTo>
                  <a:pt x="2484" y="146784"/>
                </a:lnTo>
                <a:lnTo>
                  <a:pt x="1408" y="140771"/>
                </a:lnTo>
                <a:lnTo>
                  <a:pt x="630" y="134658"/>
                </a:lnTo>
                <a:lnTo>
                  <a:pt x="149" y="128446"/>
                </a:lnTo>
                <a:lnTo>
                  <a:pt x="0" y="122168"/>
                </a:lnTo>
                <a:lnTo>
                  <a:pt x="149" y="115890"/>
                </a:lnTo>
                <a:moveTo>
                  <a:pt x="9939" y="122301"/>
                </a:moveTo>
                <a:lnTo>
                  <a:pt x="9939" y="122036"/>
                </a:lnTo>
                <a:lnTo>
                  <a:pt x="10088" y="128066"/>
                </a:lnTo>
                <a:lnTo>
                  <a:pt x="10071" y="127817"/>
                </a:lnTo>
                <a:lnTo>
                  <a:pt x="10535" y="133780"/>
                </a:lnTo>
                <a:lnTo>
                  <a:pt x="10502" y="133532"/>
                </a:lnTo>
                <a:lnTo>
                  <a:pt x="11248" y="139396"/>
                </a:lnTo>
                <a:lnTo>
                  <a:pt x="11214" y="139148"/>
                </a:lnTo>
                <a:lnTo>
                  <a:pt x="12242" y="144913"/>
                </a:lnTo>
                <a:lnTo>
                  <a:pt x="12192" y="144664"/>
                </a:lnTo>
                <a:lnTo>
                  <a:pt x="13500" y="150346"/>
                </a:lnTo>
                <a:lnTo>
                  <a:pt x="13434" y="150097"/>
                </a:lnTo>
                <a:lnTo>
                  <a:pt x="15024" y="155663"/>
                </a:lnTo>
                <a:lnTo>
                  <a:pt x="14942" y="155432"/>
                </a:lnTo>
                <a:lnTo>
                  <a:pt x="16780" y="160864"/>
                </a:lnTo>
                <a:lnTo>
                  <a:pt x="16697" y="160649"/>
                </a:lnTo>
                <a:lnTo>
                  <a:pt x="18801" y="165967"/>
                </a:lnTo>
                <a:lnTo>
                  <a:pt x="18702" y="165735"/>
                </a:lnTo>
                <a:lnTo>
                  <a:pt x="21054" y="170936"/>
                </a:lnTo>
                <a:lnTo>
                  <a:pt x="20955" y="170721"/>
                </a:lnTo>
                <a:lnTo>
                  <a:pt x="23539" y="175774"/>
                </a:lnTo>
                <a:lnTo>
                  <a:pt x="23423" y="175558"/>
                </a:lnTo>
                <a:lnTo>
                  <a:pt x="26239" y="180461"/>
                </a:lnTo>
                <a:lnTo>
                  <a:pt x="26123" y="180263"/>
                </a:lnTo>
                <a:lnTo>
                  <a:pt x="29171" y="185017"/>
                </a:lnTo>
                <a:lnTo>
                  <a:pt x="29039" y="184818"/>
                </a:lnTo>
                <a:lnTo>
                  <a:pt x="32302" y="189407"/>
                </a:lnTo>
                <a:lnTo>
                  <a:pt x="32153" y="189224"/>
                </a:lnTo>
                <a:lnTo>
                  <a:pt x="35632" y="193647"/>
                </a:lnTo>
                <a:lnTo>
                  <a:pt x="35482" y="193465"/>
                </a:lnTo>
                <a:lnTo>
                  <a:pt x="39176" y="197722"/>
                </a:lnTo>
                <a:lnTo>
                  <a:pt x="39011" y="197540"/>
                </a:lnTo>
                <a:lnTo>
                  <a:pt x="42887" y="201615"/>
                </a:lnTo>
                <a:lnTo>
                  <a:pt x="42721" y="201449"/>
                </a:lnTo>
                <a:lnTo>
                  <a:pt x="46796" y="205326"/>
                </a:lnTo>
                <a:lnTo>
                  <a:pt x="46614" y="205160"/>
                </a:lnTo>
                <a:lnTo>
                  <a:pt x="50871" y="208854"/>
                </a:lnTo>
                <a:lnTo>
                  <a:pt x="50689" y="208705"/>
                </a:lnTo>
                <a:lnTo>
                  <a:pt x="55112" y="212184"/>
                </a:lnTo>
                <a:lnTo>
                  <a:pt x="54930" y="212035"/>
                </a:lnTo>
                <a:lnTo>
                  <a:pt x="59518" y="215298"/>
                </a:lnTo>
                <a:lnTo>
                  <a:pt x="59320" y="215165"/>
                </a:lnTo>
                <a:lnTo>
                  <a:pt x="64074" y="218213"/>
                </a:lnTo>
                <a:lnTo>
                  <a:pt x="63875" y="218098"/>
                </a:lnTo>
                <a:lnTo>
                  <a:pt x="68779" y="220913"/>
                </a:lnTo>
                <a:lnTo>
                  <a:pt x="68563" y="220797"/>
                </a:lnTo>
                <a:lnTo>
                  <a:pt x="73615" y="223382"/>
                </a:lnTo>
                <a:lnTo>
                  <a:pt x="73400" y="223282"/>
                </a:lnTo>
                <a:lnTo>
                  <a:pt x="78602" y="225635"/>
                </a:lnTo>
                <a:lnTo>
                  <a:pt x="78370" y="225535"/>
                </a:lnTo>
                <a:lnTo>
                  <a:pt x="83687" y="227639"/>
                </a:lnTo>
                <a:lnTo>
                  <a:pt x="83472" y="227540"/>
                </a:lnTo>
                <a:lnTo>
                  <a:pt x="88905" y="229395"/>
                </a:lnTo>
                <a:lnTo>
                  <a:pt x="88673" y="229312"/>
                </a:lnTo>
                <a:lnTo>
                  <a:pt x="94240" y="230903"/>
                </a:lnTo>
                <a:lnTo>
                  <a:pt x="93991" y="230836"/>
                </a:lnTo>
                <a:lnTo>
                  <a:pt x="99672" y="232145"/>
                </a:lnTo>
                <a:lnTo>
                  <a:pt x="99424" y="232095"/>
                </a:lnTo>
                <a:lnTo>
                  <a:pt x="105189" y="233122"/>
                </a:lnTo>
                <a:lnTo>
                  <a:pt x="104940" y="233089"/>
                </a:lnTo>
                <a:lnTo>
                  <a:pt x="110805" y="233834"/>
                </a:lnTo>
                <a:lnTo>
                  <a:pt x="110556" y="233801"/>
                </a:lnTo>
                <a:lnTo>
                  <a:pt x="116519" y="234265"/>
                </a:lnTo>
                <a:lnTo>
                  <a:pt x="116254" y="234249"/>
                </a:lnTo>
                <a:lnTo>
                  <a:pt x="122301" y="234398"/>
                </a:lnTo>
                <a:lnTo>
                  <a:pt x="122036" y="234398"/>
                </a:lnTo>
                <a:lnTo>
                  <a:pt x="128065" y="234249"/>
                </a:lnTo>
                <a:lnTo>
                  <a:pt x="127817" y="234265"/>
                </a:lnTo>
                <a:lnTo>
                  <a:pt x="133780" y="233801"/>
                </a:lnTo>
                <a:lnTo>
                  <a:pt x="133532" y="233834"/>
                </a:lnTo>
                <a:lnTo>
                  <a:pt x="139396" y="233089"/>
                </a:lnTo>
                <a:lnTo>
                  <a:pt x="139148" y="233122"/>
                </a:lnTo>
                <a:lnTo>
                  <a:pt x="144912" y="232095"/>
                </a:lnTo>
                <a:lnTo>
                  <a:pt x="144664" y="232145"/>
                </a:lnTo>
                <a:lnTo>
                  <a:pt x="150346" y="230836"/>
                </a:lnTo>
                <a:lnTo>
                  <a:pt x="150097" y="230903"/>
                </a:lnTo>
                <a:lnTo>
                  <a:pt x="155663" y="229312"/>
                </a:lnTo>
                <a:lnTo>
                  <a:pt x="155431" y="229395"/>
                </a:lnTo>
                <a:lnTo>
                  <a:pt x="160864" y="227540"/>
                </a:lnTo>
                <a:lnTo>
                  <a:pt x="160649" y="227639"/>
                </a:lnTo>
                <a:lnTo>
                  <a:pt x="165967" y="225535"/>
                </a:lnTo>
                <a:lnTo>
                  <a:pt x="165735" y="225635"/>
                </a:lnTo>
                <a:lnTo>
                  <a:pt x="170936" y="223282"/>
                </a:lnTo>
                <a:lnTo>
                  <a:pt x="170721" y="223382"/>
                </a:lnTo>
                <a:lnTo>
                  <a:pt x="175774" y="220797"/>
                </a:lnTo>
                <a:lnTo>
                  <a:pt x="175558" y="220913"/>
                </a:lnTo>
                <a:lnTo>
                  <a:pt x="180461" y="218098"/>
                </a:lnTo>
                <a:lnTo>
                  <a:pt x="180262" y="218213"/>
                </a:lnTo>
                <a:lnTo>
                  <a:pt x="185017" y="215165"/>
                </a:lnTo>
                <a:lnTo>
                  <a:pt x="184817" y="215298"/>
                </a:lnTo>
                <a:lnTo>
                  <a:pt x="189406" y="212035"/>
                </a:lnTo>
                <a:lnTo>
                  <a:pt x="189224" y="212184"/>
                </a:lnTo>
                <a:lnTo>
                  <a:pt x="193647" y="208705"/>
                </a:lnTo>
                <a:lnTo>
                  <a:pt x="193465" y="208854"/>
                </a:lnTo>
                <a:lnTo>
                  <a:pt x="197722" y="205160"/>
                </a:lnTo>
                <a:lnTo>
                  <a:pt x="197540" y="205326"/>
                </a:lnTo>
                <a:lnTo>
                  <a:pt x="201615" y="201449"/>
                </a:lnTo>
                <a:lnTo>
                  <a:pt x="201449" y="201615"/>
                </a:lnTo>
                <a:lnTo>
                  <a:pt x="205326" y="197540"/>
                </a:lnTo>
                <a:lnTo>
                  <a:pt x="205160" y="197722"/>
                </a:lnTo>
                <a:lnTo>
                  <a:pt x="208854" y="193465"/>
                </a:lnTo>
                <a:lnTo>
                  <a:pt x="208705" y="193647"/>
                </a:lnTo>
                <a:lnTo>
                  <a:pt x="212184" y="189224"/>
                </a:lnTo>
                <a:lnTo>
                  <a:pt x="212035" y="189407"/>
                </a:lnTo>
                <a:lnTo>
                  <a:pt x="215298" y="184818"/>
                </a:lnTo>
                <a:lnTo>
                  <a:pt x="215165" y="185017"/>
                </a:lnTo>
                <a:lnTo>
                  <a:pt x="218213" y="180263"/>
                </a:lnTo>
                <a:lnTo>
                  <a:pt x="218097" y="180461"/>
                </a:lnTo>
                <a:lnTo>
                  <a:pt x="220913" y="175558"/>
                </a:lnTo>
                <a:lnTo>
                  <a:pt x="220798" y="175774"/>
                </a:lnTo>
                <a:lnTo>
                  <a:pt x="223382" y="170721"/>
                </a:lnTo>
                <a:lnTo>
                  <a:pt x="223282" y="170936"/>
                </a:lnTo>
                <a:lnTo>
                  <a:pt x="225634" y="165735"/>
                </a:lnTo>
                <a:lnTo>
                  <a:pt x="225535" y="165967"/>
                </a:lnTo>
                <a:lnTo>
                  <a:pt x="227639" y="160649"/>
                </a:lnTo>
                <a:lnTo>
                  <a:pt x="227556" y="160864"/>
                </a:lnTo>
                <a:lnTo>
                  <a:pt x="229395" y="155432"/>
                </a:lnTo>
                <a:lnTo>
                  <a:pt x="229312" y="155663"/>
                </a:lnTo>
                <a:lnTo>
                  <a:pt x="230902" y="150097"/>
                </a:lnTo>
                <a:lnTo>
                  <a:pt x="230836" y="150346"/>
                </a:lnTo>
                <a:lnTo>
                  <a:pt x="232145" y="144664"/>
                </a:lnTo>
                <a:lnTo>
                  <a:pt x="232095" y="144913"/>
                </a:lnTo>
                <a:lnTo>
                  <a:pt x="233122" y="139148"/>
                </a:lnTo>
                <a:lnTo>
                  <a:pt x="233089" y="139396"/>
                </a:lnTo>
                <a:lnTo>
                  <a:pt x="233834" y="133532"/>
                </a:lnTo>
                <a:lnTo>
                  <a:pt x="233801" y="133780"/>
                </a:lnTo>
                <a:lnTo>
                  <a:pt x="234265" y="127817"/>
                </a:lnTo>
                <a:lnTo>
                  <a:pt x="234248" y="128066"/>
                </a:lnTo>
                <a:lnTo>
                  <a:pt x="234397" y="122036"/>
                </a:lnTo>
                <a:lnTo>
                  <a:pt x="234397" y="122301"/>
                </a:lnTo>
                <a:lnTo>
                  <a:pt x="234248" y="116254"/>
                </a:lnTo>
                <a:lnTo>
                  <a:pt x="234265" y="116520"/>
                </a:lnTo>
                <a:lnTo>
                  <a:pt x="233801" y="110556"/>
                </a:lnTo>
                <a:lnTo>
                  <a:pt x="233834" y="110805"/>
                </a:lnTo>
                <a:lnTo>
                  <a:pt x="233089" y="104941"/>
                </a:lnTo>
                <a:lnTo>
                  <a:pt x="233122" y="105189"/>
                </a:lnTo>
                <a:lnTo>
                  <a:pt x="232095" y="99424"/>
                </a:lnTo>
                <a:lnTo>
                  <a:pt x="232145" y="99672"/>
                </a:lnTo>
                <a:lnTo>
                  <a:pt x="230836" y="93991"/>
                </a:lnTo>
                <a:lnTo>
                  <a:pt x="230902" y="94240"/>
                </a:lnTo>
                <a:lnTo>
                  <a:pt x="229312" y="88674"/>
                </a:lnTo>
                <a:lnTo>
                  <a:pt x="229395" y="88905"/>
                </a:lnTo>
                <a:lnTo>
                  <a:pt x="227556" y="83472"/>
                </a:lnTo>
                <a:lnTo>
                  <a:pt x="227639" y="83687"/>
                </a:lnTo>
                <a:lnTo>
                  <a:pt x="225535" y="78370"/>
                </a:lnTo>
                <a:lnTo>
                  <a:pt x="225634" y="78602"/>
                </a:lnTo>
                <a:lnTo>
                  <a:pt x="223282" y="73400"/>
                </a:lnTo>
                <a:lnTo>
                  <a:pt x="223382" y="73615"/>
                </a:lnTo>
                <a:lnTo>
                  <a:pt x="220798" y="68563"/>
                </a:lnTo>
                <a:lnTo>
                  <a:pt x="220913" y="68779"/>
                </a:lnTo>
                <a:lnTo>
                  <a:pt x="218097" y="63876"/>
                </a:lnTo>
                <a:lnTo>
                  <a:pt x="218213" y="64074"/>
                </a:lnTo>
                <a:lnTo>
                  <a:pt x="215165" y="59320"/>
                </a:lnTo>
                <a:lnTo>
                  <a:pt x="215298" y="59519"/>
                </a:lnTo>
                <a:lnTo>
                  <a:pt x="212035" y="54930"/>
                </a:lnTo>
                <a:lnTo>
                  <a:pt x="212184" y="55112"/>
                </a:lnTo>
                <a:lnTo>
                  <a:pt x="208705" y="50689"/>
                </a:lnTo>
                <a:lnTo>
                  <a:pt x="208854" y="50872"/>
                </a:lnTo>
                <a:lnTo>
                  <a:pt x="205160" y="46614"/>
                </a:lnTo>
                <a:lnTo>
                  <a:pt x="205326" y="46797"/>
                </a:lnTo>
                <a:lnTo>
                  <a:pt x="201449" y="42722"/>
                </a:lnTo>
                <a:lnTo>
                  <a:pt x="201615" y="42887"/>
                </a:lnTo>
                <a:lnTo>
                  <a:pt x="197540" y="39011"/>
                </a:lnTo>
                <a:lnTo>
                  <a:pt x="197722" y="39177"/>
                </a:lnTo>
                <a:lnTo>
                  <a:pt x="193465" y="35482"/>
                </a:lnTo>
                <a:lnTo>
                  <a:pt x="193647" y="35632"/>
                </a:lnTo>
                <a:lnTo>
                  <a:pt x="189224" y="32153"/>
                </a:lnTo>
                <a:lnTo>
                  <a:pt x="189406" y="32302"/>
                </a:lnTo>
                <a:lnTo>
                  <a:pt x="184817" y="29039"/>
                </a:lnTo>
                <a:lnTo>
                  <a:pt x="185017" y="29171"/>
                </a:lnTo>
                <a:lnTo>
                  <a:pt x="180262" y="26123"/>
                </a:lnTo>
                <a:lnTo>
                  <a:pt x="180461" y="26239"/>
                </a:lnTo>
                <a:lnTo>
                  <a:pt x="175558" y="23423"/>
                </a:lnTo>
                <a:lnTo>
                  <a:pt x="175774" y="23539"/>
                </a:lnTo>
                <a:lnTo>
                  <a:pt x="170721" y="20955"/>
                </a:lnTo>
                <a:lnTo>
                  <a:pt x="170936" y="21055"/>
                </a:lnTo>
                <a:lnTo>
                  <a:pt x="165735" y="18702"/>
                </a:lnTo>
                <a:lnTo>
                  <a:pt x="165967" y="18801"/>
                </a:lnTo>
                <a:lnTo>
                  <a:pt x="160649" y="16698"/>
                </a:lnTo>
                <a:lnTo>
                  <a:pt x="160864" y="16780"/>
                </a:lnTo>
                <a:lnTo>
                  <a:pt x="155431" y="14942"/>
                </a:lnTo>
                <a:lnTo>
                  <a:pt x="155663" y="15024"/>
                </a:lnTo>
                <a:lnTo>
                  <a:pt x="150097" y="13434"/>
                </a:lnTo>
                <a:lnTo>
                  <a:pt x="150346" y="13500"/>
                </a:lnTo>
                <a:lnTo>
                  <a:pt x="144664" y="12192"/>
                </a:lnTo>
                <a:lnTo>
                  <a:pt x="144912" y="12242"/>
                </a:lnTo>
                <a:lnTo>
                  <a:pt x="139148" y="11214"/>
                </a:lnTo>
                <a:lnTo>
                  <a:pt x="139396" y="11248"/>
                </a:lnTo>
                <a:lnTo>
                  <a:pt x="133532" y="10502"/>
                </a:lnTo>
                <a:lnTo>
                  <a:pt x="133780" y="10536"/>
                </a:lnTo>
                <a:lnTo>
                  <a:pt x="127817" y="10072"/>
                </a:lnTo>
                <a:lnTo>
                  <a:pt x="128065" y="10088"/>
                </a:lnTo>
                <a:lnTo>
                  <a:pt x="122036" y="9939"/>
                </a:lnTo>
                <a:lnTo>
                  <a:pt x="122301" y="9939"/>
                </a:lnTo>
                <a:lnTo>
                  <a:pt x="116254" y="10088"/>
                </a:lnTo>
                <a:lnTo>
                  <a:pt x="116519" y="10072"/>
                </a:lnTo>
                <a:lnTo>
                  <a:pt x="110556" y="10536"/>
                </a:lnTo>
                <a:lnTo>
                  <a:pt x="110805" y="10502"/>
                </a:lnTo>
                <a:lnTo>
                  <a:pt x="104940" y="11248"/>
                </a:lnTo>
                <a:lnTo>
                  <a:pt x="105189" y="11214"/>
                </a:lnTo>
                <a:lnTo>
                  <a:pt x="99424" y="12242"/>
                </a:lnTo>
                <a:lnTo>
                  <a:pt x="99672" y="12192"/>
                </a:lnTo>
                <a:lnTo>
                  <a:pt x="93991" y="13500"/>
                </a:lnTo>
                <a:lnTo>
                  <a:pt x="94240" y="13434"/>
                </a:lnTo>
                <a:lnTo>
                  <a:pt x="88673" y="15024"/>
                </a:lnTo>
                <a:lnTo>
                  <a:pt x="88905" y="14942"/>
                </a:lnTo>
                <a:lnTo>
                  <a:pt x="83472" y="16780"/>
                </a:lnTo>
                <a:lnTo>
                  <a:pt x="83687" y="16698"/>
                </a:lnTo>
                <a:lnTo>
                  <a:pt x="78370" y="18801"/>
                </a:lnTo>
                <a:lnTo>
                  <a:pt x="78602" y="18702"/>
                </a:lnTo>
                <a:lnTo>
                  <a:pt x="73400" y="21055"/>
                </a:lnTo>
                <a:lnTo>
                  <a:pt x="73615" y="20955"/>
                </a:lnTo>
                <a:lnTo>
                  <a:pt x="68563" y="23539"/>
                </a:lnTo>
                <a:lnTo>
                  <a:pt x="68779" y="23423"/>
                </a:lnTo>
                <a:lnTo>
                  <a:pt x="63875" y="26239"/>
                </a:lnTo>
                <a:lnTo>
                  <a:pt x="64074" y="26123"/>
                </a:lnTo>
                <a:lnTo>
                  <a:pt x="59320" y="29171"/>
                </a:lnTo>
                <a:lnTo>
                  <a:pt x="59518" y="29039"/>
                </a:lnTo>
                <a:lnTo>
                  <a:pt x="54930" y="32302"/>
                </a:lnTo>
                <a:lnTo>
                  <a:pt x="55112" y="32153"/>
                </a:lnTo>
                <a:lnTo>
                  <a:pt x="50689" y="35632"/>
                </a:lnTo>
                <a:lnTo>
                  <a:pt x="50871" y="35482"/>
                </a:lnTo>
                <a:lnTo>
                  <a:pt x="46614" y="39177"/>
                </a:lnTo>
                <a:lnTo>
                  <a:pt x="46796" y="39011"/>
                </a:lnTo>
                <a:lnTo>
                  <a:pt x="42721" y="42887"/>
                </a:lnTo>
                <a:lnTo>
                  <a:pt x="42887" y="42722"/>
                </a:lnTo>
                <a:lnTo>
                  <a:pt x="39011" y="46797"/>
                </a:lnTo>
                <a:lnTo>
                  <a:pt x="39176" y="46614"/>
                </a:lnTo>
                <a:lnTo>
                  <a:pt x="35482" y="50872"/>
                </a:lnTo>
                <a:lnTo>
                  <a:pt x="35632" y="50689"/>
                </a:lnTo>
                <a:lnTo>
                  <a:pt x="32153" y="55112"/>
                </a:lnTo>
                <a:lnTo>
                  <a:pt x="32302" y="54930"/>
                </a:lnTo>
                <a:lnTo>
                  <a:pt x="29039" y="59519"/>
                </a:lnTo>
                <a:lnTo>
                  <a:pt x="29171" y="59320"/>
                </a:lnTo>
                <a:lnTo>
                  <a:pt x="26123" y="64074"/>
                </a:lnTo>
                <a:lnTo>
                  <a:pt x="26239" y="63876"/>
                </a:lnTo>
                <a:lnTo>
                  <a:pt x="23423" y="68779"/>
                </a:lnTo>
                <a:lnTo>
                  <a:pt x="23539" y="68563"/>
                </a:lnTo>
                <a:lnTo>
                  <a:pt x="20955" y="73615"/>
                </a:lnTo>
                <a:lnTo>
                  <a:pt x="21054" y="73400"/>
                </a:lnTo>
                <a:lnTo>
                  <a:pt x="18702" y="78602"/>
                </a:lnTo>
                <a:lnTo>
                  <a:pt x="18801" y="78370"/>
                </a:lnTo>
                <a:lnTo>
                  <a:pt x="16697" y="83687"/>
                </a:lnTo>
                <a:lnTo>
                  <a:pt x="16780" y="83472"/>
                </a:lnTo>
                <a:lnTo>
                  <a:pt x="14942" y="88905"/>
                </a:lnTo>
                <a:lnTo>
                  <a:pt x="15024" y="88674"/>
                </a:lnTo>
                <a:lnTo>
                  <a:pt x="13434" y="94240"/>
                </a:lnTo>
                <a:lnTo>
                  <a:pt x="13500" y="93991"/>
                </a:lnTo>
                <a:lnTo>
                  <a:pt x="12192" y="99672"/>
                </a:lnTo>
                <a:lnTo>
                  <a:pt x="12242" y="99424"/>
                </a:lnTo>
                <a:lnTo>
                  <a:pt x="11214" y="105189"/>
                </a:lnTo>
                <a:lnTo>
                  <a:pt x="11248" y="104941"/>
                </a:lnTo>
                <a:lnTo>
                  <a:pt x="10502" y="110805"/>
                </a:lnTo>
                <a:lnTo>
                  <a:pt x="10535" y="110556"/>
                </a:lnTo>
                <a:lnTo>
                  <a:pt x="10071" y="116520"/>
                </a:lnTo>
                <a:lnTo>
                  <a:pt x="10088" y="116254"/>
                </a:lnTo>
                <a:lnTo>
                  <a:pt x="9939" y="122301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2B0F9AD1-3BC4-4956-BCD2-9722113D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385" y="4257362"/>
            <a:ext cx="88229" cy="149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474670-5CCF-43B1-8CD8-845241694F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49bdda77a45c5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13857" y="3525682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54" name="source-pdf-photo-16">
            <a:extLst xmlns:a="http://schemas.openxmlformats.org/drawingml/2006/main">
              <a:ext uri="{FF2B5EF4-FFF2-40B4-BE49-F238E27FC236}">
                <a16:creationId xmlns:a16="http://schemas.microsoft.com/office/drawing/2014/main" id="{CF50F262-8347-427B-B388-0672B1C9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3857" y="3525682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B6E106-72BB-458C-BF5F-00BEC30D77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b5ef0b9d84a5c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13857" y="3525682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56" name="source-pdf-photo-17">
            <a:extLst xmlns:a="http://schemas.openxmlformats.org/drawingml/2006/main">
              <a:ext uri="{FF2B5EF4-FFF2-40B4-BE49-F238E27FC236}">
                <a16:creationId xmlns:a16="http://schemas.microsoft.com/office/drawing/2014/main" id="{4A807A35-0769-416D-ADE0-66013D70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3857" y="3525682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F212CC-E2D1-43A6-AD13-F4B738F3F2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9d817df214b86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13857" y="3525682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58" name="source-pdf-photo-18">
            <a:extLst xmlns:a="http://schemas.openxmlformats.org/drawingml/2006/main">
              <a:ext uri="{FF2B5EF4-FFF2-40B4-BE49-F238E27FC236}">
                <a16:creationId xmlns:a16="http://schemas.microsoft.com/office/drawing/2014/main" id="{5DC49AEF-C05C-4821-A545-DCE21ED1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3857" y="3525682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pdf-path-55">
            <a:extLst xmlns:a="http://schemas.openxmlformats.org/drawingml/2006/main">
              <a:ext uri="{FF2B5EF4-FFF2-40B4-BE49-F238E27FC236}">
                <a16:creationId xmlns:a16="http://schemas.microsoft.com/office/drawing/2014/main" id="{C328DDAA-07E5-411D-87DF-4A8C9A7C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727" y="4608219"/>
            <a:ext cx="310796" cy="179020"/>
          </a:xfrm>
          <a:custGeom xmlns:a="http://schemas.openxmlformats.org/drawingml/2006/main">
            <a:pathLst>
              <a:path w="310796" h="179020">
                <a:moveTo>
                  <a:pt x="125746" y="7487"/>
                </a:moveTo>
                <a:lnTo>
                  <a:pt x="238274" y="40005"/>
                </a:lnTo>
                <a:lnTo>
                  <a:pt x="205756" y="152532"/>
                </a:lnTo>
                <a:lnTo>
                  <a:pt x="310796" y="0"/>
                </a:lnTo>
                <a:lnTo>
                  <a:pt x="125746" y="7487"/>
                </a:lnTo>
                <a:moveTo>
                  <a:pt x="11993" y="179020"/>
                </a:moveTo>
                <a:lnTo>
                  <a:pt x="262410" y="40883"/>
                </a:lnTo>
                <a:lnTo>
                  <a:pt x="250399" y="19133"/>
                </a:lnTo>
                <a:lnTo>
                  <a:pt x="0" y="157254"/>
                </a:lnTo>
                <a:lnTo>
                  <a:pt x="11993" y="179020"/>
                </a:ln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56">
            <a:extLst xmlns:a="http://schemas.openxmlformats.org/drawingml/2006/main">
              <a:ext uri="{FF2B5EF4-FFF2-40B4-BE49-F238E27FC236}">
                <a16:creationId xmlns:a16="http://schemas.microsoft.com/office/drawing/2014/main" id="{07476638-602A-43C6-91A7-FA49AEB1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3214" y="4339730"/>
            <a:ext cx="165156" cy="355457"/>
          </a:xfrm>
          <a:custGeom xmlns:a="http://schemas.openxmlformats.org/drawingml/2006/main">
            <a:pathLst>
              <a:path w="165156" h="355457">
                <a:moveTo>
                  <a:pt x="0" y="196662"/>
                </a:moveTo>
                <a:lnTo>
                  <a:pt x="88956" y="272879"/>
                </a:lnTo>
                <a:lnTo>
                  <a:pt x="165156" y="183924"/>
                </a:lnTo>
                <a:lnTo>
                  <a:pt x="95317" y="355457"/>
                </a:lnTo>
                <a:lnTo>
                  <a:pt x="0" y="196662"/>
                </a:lnTo>
                <a:moveTo>
                  <a:pt x="80375" y="0"/>
                </a:moveTo>
                <a:lnTo>
                  <a:pt x="102920" y="292558"/>
                </a:lnTo>
                <a:lnTo>
                  <a:pt x="78155" y="294480"/>
                </a:lnTo>
                <a:lnTo>
                  <a:pt x="55593" y="1922"/>
                </a:lnTo>
                <a:lnTo>
                  <a:pt x="80375" y="0"/>
                </a:ln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57">
            <a:extLst xmlns:a="http://schemas.openxmlformats.org/drawingml/2006/main">
              <a:ext uri="{FF2B5EF4-FFF2-40B4-BE49-F238E27FC236}">
                <a16:creationId xmlns:a16="http://schemas.microsoft.com/office/drawing/2014/main" id="{770CCC55-AF8F-461F-AA63-2758C3FC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233" y="573761"/>
            <a:ext cx="463594" cy="234563"/>
          </a:xfrm>
          <a:custGeom xmlns:a="http://schemas.openxmlformats.org/drawingml/2006/main">
            <a:pathLst>
              <a:path w="463594" h="234563">
                <a:moveTo>
                  <a:pt x="0" y="39757"/>
                </a:moveTo>
                <a:cubicBezTo>
                  <a:pt x="878" y="17443"/>
                  <a:pt x="18321" y="0"/>
                  <a:pt x="39756" y="0"/>
                </a:cubicBezTo>
                <a:lnTo>
                  <a:pt x="425395" y="0"/>
                </a:lnTo>
                <a:cubicBezTo>
                  <a:pt x="446167" y="0"/>
                  <a:pt x="463594" y="17443"/>
                  <a:pt x="463163" y="39757"/>
                </a:cubicBezTo>
                <a:lnTo>
                  <a:pt x="463163" y="194807"/>
                </a:lnTo>
                <a:cubicBezTo>
                  <a:pt x="463594" y="216259"/>
                  <a:pt x="446167" y="233686"/>
                  <a:pt x="425395" y="234563"/>
                </a:cubicBezTo>
                <a:lnTo>
                  <a:pt x="39756" y="234563"/>
                </a:lnTo>
                <a:cubicBezTo>
                  <a:pt x="18321" y="233686"/>
                  <a:pt x="878" y="216259"/>
                  <a:pt x="0" y="194807"/>
                </a:cubicBezTo>
                <a:lnTo>
                  <a:pt x="0" y="39757"/>
                </a:lnTo>
              </a:path>
            </a:pathLst>
          </a:custGeom>
          <a:solidFill xmlns:a="http://schemas.openxmlformats.org/drawingml/2006/main">
            <a:srgbClr val="80C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DDF02C43-F8B9-4F04-85F7-B19A9A31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167" y="594150"/>
            <a:ext cx="373370" cy="183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grasp</a:t>
            </a:r>
          </a:p>
        </p:txBody>
      </p:sp>
      <p:sp>
        <p:nvSpPr>
          <p:cNvPr id="63" name="pdf-path-59">
            <a:extLst xmlns:a="http://schemas.openxmlformats.org/drawingml/2006/main">
              <a:ext uri="{FF2B5EF4-FFF2-40B4-BE49-F238E27FC236}">
                <a16:creationId xmlns:a16="http://schemas.microsoft.com/office/drawing/2014/main" id="{D9844937-08B3-4B17-A9BC-5015A0D2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9925" y="3601054"/>
            <a:ext cx="471115" cy="234778"/>
          </a:xfrm>
          <a:custGeom xmlns:a="http://schemas.openxmlformats.org/drawingml/2006/main">
            <a:pathLst>
              <a:path w="471115" h="234778">
                <a:moveTo>
                  <a:pt x="0" y="39922"/>
                </a:moveTo>
                <a:cubicBezTo>
                  <a:pt x="497" y="17526"/>
                  <a:pt x="18023" y="0"/>
                  <a:pt x="39757" y="165"/>
                </a:cubicBezTo>
                <a:lnTo>
                  <a:pt x="431359" y="165"/>
                </a:lnTo>
                <a:cubicBezTo>
                  <a:pt x="453539" y="0"/>
                  <a:pt x="471065" y="17526"/>
                  <a:pt x="471115" y="39922"/>
                </a:cubicBezTo>
                <a:lnTo>
                  <a:pt x="471115" y="194972"/>
                </a:lnTo>
                <a:cubicBezTo>
                  <a:pt x="471065" y="217269"/>
                  <a:pt x="453539" y="234778"/>
                  <a:pt x="431359" y="234729"/>
                </a:cubicBezTo>
                <a:lnTo>
                  <a:pt x="39757" y="234729"/>
                </a:lnTo>
                <a:cubicBezTo>
                  <a:pt x="18023" y="234778"/>
                  <a:pt x="497" y="217269"/>
                  <a:pt x="0" y="194972"/>
                </a:cubicBezTo>
                <a:lnTo>
                  <a:pt x="0" y="39922"/>
                </a:lnTo>
              </a:path>
            </a:pathLst>
          </a:custGeom>
          <a:solidFill xmlns:a="http://schemas.openxmlformats.org/drawingml/2006/main">
            <a:srgbClr val="80C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FAAE5243-E63D-4E5B-A916-90AE7A81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904" y="3621443"/>
            <a:ext cx="356805" cy="183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sp>
        <p:nvSpPr>
          <p:cNvPr id="65" name="pdf-path-61">
            <a:extLst xmlns:a="http://schemas.openxmlformats.org/drawingml/2006/main">
              <a:ext uri="{FF2B5EF4-FFF2-40B4-BE49-F238E27FC236}">
                <a16:creationId xmlns:a16="http://schemas.microsoft.com/office/drawing/2014/main" id="{498E4CA6-376C-4BEE-892D-D76700ED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8477" y="2094448"/>
            <a:ext cx="470552" cy="234563"/>
          </a:xfrm>
          <a:custGeom xmlns:a="http://schemas.openxmlformats.org/drawingml/2006/main">
            <a:pathLst>
              <a:path w="470552" h="234563">
                <a:moveTo>
                  <a:pt x="663" y="39756"/>
                </a:moveTo>
                <a:cubicBezTo>
                  <a:pt x="0" y="17708"/>
                  <a:pt x="17443" y="265"/>
                  <a:pt x="38432" y="0"/>
                </a:cubicBezTo>
                <a:lnTo>
                  <a:pt x="432020" y="0"/>
                </a:lnTo>
                <a:cubicBezTo>
                  <a:pt x="453125" y="265"/>
                  <a:pt x="470552" y="17708"/>
                  <a:pt x="469789" y="39756"/>
                </a:cubicBezTo>
                <a:lnTo>
                  <a:pt x="469789" y="194807"/>
                </a:lnTo>
                <a:cubicBezTo>
                  <a:pt x="470552" y="216524"/>
                  <a:pt x="453125" y="233950"/>
                  <a:pt x="432020" y="234563"/>
                </a:cubicBezTo>
                <a:lnTo>
                  <a:pt x="38432" y="234563"/>
                </a:lnTo>
                <a:cubicBezTo>
                  <a:pt x="17443" y="233950"/>
                  <a:pt x="0" y="216524"/>
                  <a:pt x="663" y="194807"/>
                </a:cubicBezTo>
                <a:lnTo>
                  <a:pt x="663" y="39756"/>
                </a:lnTo>
              </a:path>
            </a:pathLst>
          </a:custGeom>
          <a:solidFill xmlns:a="http://schemas.openxmlformats.org/drawingml/2006/main">
            <a:srgbClr val="C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90604698-AC96-400F-AF37-56F8BE19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8382" y="2114008"/>
            <a:ext cx="331838" cy="183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carry</a:t>
            </a:r>
          </a:p>
        </p:txBody>
      </p:sp>
      <p:sp>
        <p:nvSpPr>
          <p:cNvPr id="67" name="pdf-path-63">
            <a:extLst xmlns:a="http://schemas.openxmlformats.org/drawingml/2006/main">
              <a:ext uri="{FF2B5EF4-FFF2-40B4-BE49-F238E27FC236}">
                <a16:creationId xmlns:a16="http://schemas.microsoft.com/office/drawing/2014/main" id="{51543DC5-36A7-47D5-A382-7CB6A480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6821" y="574854"/>
            <a:ext cx="433794" cy="233686"/>
          </a:xfrm>
          <a:custGeom xmlns:a="http://schemas.openxmlformats.org/drawingml/2006/main">
            <a:pathLst>
              <a:path w="433794" h="233686">
                <a:moveTo>
                  <a:pt x="331" y="38663"/>
                </a:moveTo>
                <a:cubicBezTo>
                  <a:pt x="0" y="17443"/>
                  <a:pt x="17443" y="0"/>
                  <a:pt x="38100" y="895"/>
                </a:cubicBezTo>
                <a:lnTo>
                  <a:pt x="393920" y="895"/>
                </a:lnTo>
                <a:cubicBezTo>
                  <a:pt x="416367" y="0"/>
                  <a:pt x="433794" y="17443"/>
                  <a:pt x="433677" y="38663"/>
                </a:cubicBezTo>
                <a:lnTo>
                  <a:pt x="433677" y="195701"/>
                </a:lnTo>
                <a:cubicBezTo>
                  <a:pt x="433794" y="216259"/>
                  <a:pt x="416367" y="233686"/>
                  <a:pt x="393920" y="233470"/>
                </a:cubicBezTo>
                <a:lnTo>
                  <a:pt x="38100" y="233470"/>
                </a:lnTo>
                <a:cubicBezTo>
                  <a:pt x="17443" y="233686"/>
                  <a:pt x="0" y="216259"/>
                  <a:pt x="331" y="195701"/>
                </a:cubicBezTo>
                <a:lnTo>
                  <a:pt x="331" y="38663"/>
                </a:lnTo>
              </a:path>
            </a:pathLst>
          </a:custGeom>
          <a:solidFill xmlns:a="http://schemas.openxmlformats.org/drawingml/2006/main">
            <a:srgbClr val="C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3C725B77-02BE-47D4-85ED-FBD5033C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153" y="594150"/>
            <a:ext cx="356805" cy="183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lift up</a:t>
            </a:r>
          </a:p>
        </p:txBody>
      </p:sp>
      <p:sp>
        <p:nvSpPr>
          <p:cNvPr id="69" name="pdf-path-65">
            <a:extLst xmlns:a="http://schemas.openxmlformats.org/drawingml/2006/main">
              <a:ext uri="{FF2B5EF4-FFF2-40B4-BE49-F238E27FC236}">
                <a16:creationId xmlns:a16="http://schemas.microsoft.com/office/drawing/2014/main" id="{4843D967-5119-4B70-B6F4-DFF1FF17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4747" y="3606852"/>
            <a:ext cx="471114" cy="234895"/>
          </a:xfrm>
          <a:custGeom xmlns:a="http://schemas.openxmlformats.org/drawingml/2006/main">
            <a:pathLst>
              <a:path w="471114" h="234895">
                <a:moveTo>
                  <a:pt x="0" y="40088"/>
                </a:moveTo>
                <a:cubicBezTo>
                  <a:pt x="166" y="17526"/>
                  <a:pt x="17691" y="0"/>
                  <a:pt x="39757" y="331"/>
                </a:cubicBezTo>
                <a:lnTo>
                  <a:pt x="431359" y="331"/>
                </a:lnTo>
                <a:cubicBezTo>
                  <a:pt x="453208" y="0"/>
                  <a:pt x="470717" y="17526"/>
                  <a:pt x="471114" y="40088"/>
                </a:cubicBezTo>
                <a:lnTo>
                  <a:pt x="471114" y="195138"/>
                </a:lnTo>
                <a:cubicBezTo>
                  <a:pt x="470717" y="217269"/>
                  <a:pt x="453208" y="234779"/>
                  <a:pt x="431359" y="234895"/>
                </a:cubicBezTo>
                <a:lnTo>
                  <a:pt x="39757" y="234895"/>
                </a:lnTo>
                <a:cubicBezTo>
                  <a:pt x="17691" y="234779"/>
                  <a:pt x="166" y="217269"/>
                  <a:pt x="0" y="195138"/>
                </a:cubicBezTo>
                <a:lnTo>
                  <a:pt x="0" y="40088"/>
                </a:lnTo>
              </a:path>
            </a:pathLst>
          </a:custGeom>
          <a:solidFill xmlns:a="http://schemas.openxmlformats.org/drawingml/2006/main">
            <a:srgbClr val="80C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9ECF8A57-101A-4586-ADE5-6BFC16E5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2395" y="3627241"/>
            <a:ext cx="356805" cy="183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07C5D62-C97D-479F-B2AE-C624B5A841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441e3e1f44f67"/>
          <a:srcRect xmlns:a="http://schemas.openxmlformats.org/drawingml/2006/main" l="13" t="0" r="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4093" y="1677004"/>
            <a:ext cx="1460223" cy="1514889"/>
          </a:xfrm>
          <a:prstGeom xmlns:a="http://schemas.openxmlformats.org/drawingml/2006/main" prst="rect">
            <a:avLst/>
          </a:prstGeom>
        </p:spPr>
      </p:pic>
      <p:sp>
        <p:nvSpPr>
          <p:cNvPr id="72" name="source-pdf-photo-19">
            <a:extLst xmlns:a="http://schemas.openxmlformats.org/drawingml/2006/main">
              <a:ext uri="{FF2B5EF4-FFF2-40B4-BE49-F238E27FC236}">
                <a16:creationId xmlns:a16="http://schemas.microsoft.com/office/drawing/2014/main" id="{274390F8-B87A-4BC8-9447-CC6B1ED0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093" y="1677004"/>
            <a:ext cx="1460223" cy="1514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D14B78B-8B93-4679-BF9C-C786A34754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d65fa540649c3"/>
          <a:srcRect xmlns:a="http://schemas.openxmlformats.org/drawingml/2006/main" l="0" t="101" r="0" b="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1126" y="1677004"/>
            <a:ext cx="1463537" cy="1514889"/>
          </a:xfrm>
          <a:prstGeom xmlns:a="http://schemas.openxmlformats.org/drawingml/2006/main" prst="rect">
            <a:avLst/>
          </a:prstGeom>
        </p:spPr>
      </p:pic>
      <p:sp>
        <p:nvSpPr>
          <p:cNvPr id="74" name="source-pdf-photo-20">
            <a:extLst xmlns:a="http://schemas.openxmlformats.org/drawingml/2006/main">
              <a:ext uri="{FF2B5EF4-FFF2-40B4-BE49-F238E27FC236}">
                <a16:creationId xmlns:a16="http://schemas.microsoft.com/office/drawing/2014/main" id="{EFC39C56-777C-46A2-9D20-D1CE1AAA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126" y="1677004"/>
            <a:ext cx="1463537" cy="1514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2210FFB7-2403-4264-86C5-36FB90C2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72" y="2007311"/>
            <a:ext cx="2136686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initial masks of traget objects </a:t>
            </a:r>
          </a:p>
        </p:txBody>
      </p:sp>
      <p:sp>
        <p:nvSpPr>
          <p:cNvPr id="76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9B5DD073-73B9-4377-BC96-2B77AFD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080" y="2197811"/>
            <a:ext cx="1909516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the given demonstration</a:t>
            </a:r>
          </a:p>
        </p:txBody>
      </p:sp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0FAFE18-2156-4B04-89AD-378E1E7F7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ffb43af974f54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6201" y="3525682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78" name="source-pdf-photo-21">
            <a:extLst xmlns:a="http://schemas.openxmlformats.org/drawingml/2006/main">
              <a:ext uri="{FF2B5EF4-FFF2-40B4-BE49-F238E27FC236}">
                <a16:creationId xmlns:a16="http://schemas.microsoft.com/office/drawing/2014/main" id="{77B266A5-2E10-4E98-8D7A-EE563579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6201" y="3525682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DDAA73D-2F9E-42C6-BEDB-2AF35BD73B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6c7734c3c4415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6201" y="3525682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80" name="source-pdf-photo-22">
            <a:extLst xmlns:a="http://schemas.openxmlformats.org/drawingml/2006/main">
              <a:ext uri="{FF2B5EF4-FFF2-40B4-BE49-F238E27FC236}">
                <a16:creationId xmlns:a16="http://schemas.microsoft.com/office/drawing/2014/main" id="{A2A6E6C6-3F50-4E3B-8174-51087D6E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6201" y="3525682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6DDC70D-94E6-452A-A3DE-53F78A6FB5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c165edf5e46d2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6201" y="3525682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82" name="source-pdf-photo-23">
            <a:extLst xmlns:a="http://schemas.openxmlformats.org/drawingml/2006/main">
              <a:ext uri="{FF2B5EF4-FFF2-40B4-BE49-F238E27FC236}">
                <a16:creationId xmlns:a16="http://schemas.microsoft.com/office/drawing/2014/main" id="{9276CAB7-A303-4572-B9A1-B9F9F5A5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6201" y="3525682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pdf-path-74">
            <a:extLst xmlns:a="http://schemas.openxmlformats.org/drawingml/2006/main">
              <a:ext uri="{FF2B5EF4-FFF2-40B4-BE49-F238E27FC236}">
                <a16:creationId xmlns:a16="http://schemas.microsoft.com/office/drawing/2014/main" id="{103ED848-6B65-4B06-AC7C-C2B58B6E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2379" y="3965124"/>
            <a:ext cx="622968" cy="689560"/>
          </a:xfrm>
          <a:custGeom xmlns:a="http://schemas.openxmlformats.org/drawingml/2006/main">
            <a:pathLst>
              <a:path w="622968" h="689560">
                <a:moveTo>
                  <a:pt x="459237" y="165603"/>
                </a:moveTo>
                <a:lnTo>
                  <a:pt x="540158" y="80921"/>
                </a:lnTo>
                <a:lnTo>
                  <a:pt x="455477" y="0"/>
                </a:lnTo>
                <a:lnTo>
                  <a:pt x="622968" y="79050"/>
                </a:lnTo>
                <a:lnTo>
                  <a:pt x="459237" y="165603"/>
                </a:lnTo>
                <a:moveTo>
                  <a:pt x="116" y="689560"/>
                </a:moveTo>
                <a:lnTo>
                  <a:pt x="0" y="670162"/>
                </a:lnTo>
                <a:lnTo>
                  <a:pt x="82" y="647650"/>
                </a:lnTo>
                <a:lnTo>
                  <a:pt x="596" y="622405"/>
                </a:lnTo>
                <a:lnTo>
                  <a:pt x="1755" y="594840"/>
                </a:lnTo>
                <a:lnTo>
                  <a:pt x="2634" y="580246"/>
                </a:lnTo>
                <a:lnTo>
                  <a:pt x="3760" y="565222"/>
                </a:lnTo>
                <a:lnTo>
                  <a:pt x="5135" y="549800"/>
                </a:lnTo>
                <a:lnTo>
                  <a:pt x="6825" y="533996"/>
                </a:lnTo>
                <a:lnTo>
                  <a:pt x="8829" y="517895"/>
                </a:lnTo>
                <a:lnTo>
                  <a:pt x="11165" y="501512"/>
                </a:lnTo>
                <a:lnTo>
                  <a:pt x="13898" y="484897"/>
                </a:lnTo>
                <a:lnTo>
                  <a:pt x="17012" y="468100"/>
                </a:lnTo>
                <a:lnTo>
                  <a:pt x="20574" y="451153"/>
                </a:lnTo>
                <a:lnTo>
                  <a:pt x="24582" y="434125"/>
                </a:lnTo>
                <a:lnTo>
                  <a:pt x="29088" y="417029"/>
                </a:lnTo>
                <a:lnTo>
                  <a:pt x="34091" y="399934"/>
                </a:lnTo>
                <a:lnTo>
                  <a:pt x="39657" y="382872"/>
                </a:lnTo>
                <a:lnTo>
                  <a:pt x="45769" y="365909"/>
                </a:lnTo>
                <a:lnTo>
                  <a:pt x="52495" y="349062"/>
                </a:lnTo>
                <a:lnTo>
                  <a:pt x="59850" y="332381"/>
                </a:lnTo>
                <a:lnTo>
                  <a:pt x="67867" y="315932"/>
                </a:lnTo>
                <a:lnTo>
                  <a:pt x="76564" y="299748"/>
                </a:lnTo>
                <a:lnTo>
                  <a:pt x="85973" y="283862"/>
                </a:lnTo>
                <a:lnTo>
                  <a:pt x="96128" y="268357"/>
                </a:lnTo>
                <a:lnTo>
                  <a:pt x="107011" y="253315"/>
                </a:lnTo>
                <a:lnTo>
                  <a:pt x="112809" y="245861"/>
                </a:lnTo>
                <a:lnTo>
                  <a:pt x="118772" y="238605"/>
                </a:lnTo>
                <a:lnTo>
                  <a:pt x="124951" y="231466"/>
                </a:lnTo>
                <a:lnTo>
                  <a:pt x="131328" y="224459"/>
                </a:lnTo>
                <a:lnTo>
                  <a:pt x="137922" y="217601"/>
                </a:lnTo>
                <a:lnTo>
                  <a:pt x="144780" y="210842"/>
                </a:lnTo>
                <a:lnTo>
                  <a:pt x="158744" y="198070"/>
                </a:lnTo>
                <a:lnTo>
                  <a:pt x="173189" y="186027"/>
                </a:lnTo>
                <a:lnTo>
                  <a:pt x="188015" y="174746"/>
                </a:lnTo>
                <a:lnTo>
                  <a:pt x="203205" y="164211"/>
                </a:lnTo>
                <a:lnTo>
                  <a:pt x="218694" y="154388"/>
                </a:lnTo>
                <a:lnTo>
                  <a:pt x="234480" y="145244"/>
                </a:lnTo>
                <a:lnTo>
                  <a:pt x="250482" y="136762"/>
                </a:lnTo>
                <a:lnTo>
                  <a:pt x="266699" y="128927"/>
                </a:lnTo>
                <a:lnTo>
                  <a:pt x="283066" y="121688"/>
                </a:lnTo>
                <a:lnTo>
                  <a:pt x="299581" y="115046"/>
                </a:lnTo>
                <a:lnTo>
                  <a:pt x="316180" y="108950"/>
                </a:lnTo>
                <a:lnTo>
                  <a:pt x="332828" y="103400"/>
                </a:lnTo>
                <a:lnTo>
                  <a:pt x="349493" y="98364"/>
                </a:lnTo>
                <a:lnTo>
                  <a:pt x="366141" y="93809"/>
                </a:lnTo>
                <a:lnTo>
                  <a:pt x="382755" y="89701"/>
                </a:lnTo>
                <a:lnTo>
                  <a:pt x="399271" y="86040"/>
                </a:lnTo>
                <a:lnTo>
                  <a:pt x="415670" y="82793"/>
                </a:lnTo>
                <a:lnTo>
                  <a:pt x="431904" y="79927"/>
                </a:lnTo>
                <a:lnTo>
                  <a:pt x="447940" y="77410"/>
                </a:lnTo>
                <a:lnTo>
                  <a:pt x="463759" y="75239"/>
                </a:lnTo>
                <a:lnTo>
                  <a:pt x="479331" y="73384"/>
                </a:lnTo>
                <a:lnTo>
                  <a:pt x="494587" y="71810"/>
                </a:lnTo>
                <a:lnTo>
                  <a:pt x="509512" y="70502"/>
                </a:lnTo>
                <a:lnTo>
                  <a:pt x="524073" y="69441"/>
                </a:lnTo>
                <a:lnTo>
                  <a:pt x="538369" y="68580"/>
                </a:lnTo>
                <a:lnTo>
                  <a:pt x="560566" y="68033"/>
                </a:lnTo>
                <a:lnTo>
                  <a:pt x="561163" y="92881"/>
                </a:lnTo>
                <a:lnTo>
                  <a:pt x="539197" y="93411"/>
                </a:lnTo>
                <a:lnTo>
                  <a:pt x="539645" y="93395"/>
                </a:lnTo>
                <a:lnTo>
                  <a:pt x="525647" y="94240"/>
                </a:lnTo>
                <a:lnTo>
                  <a:pt x="525813" y="94223"/>
                </a:lnTo>
                <a:lnTo>
                  <a:pt x="511418" y="95283"/>
                </a:lnTo>
                <a:lnTo>
                  <a:pt x="511600" y="95266"/>
                </a:lnTo>
                <a:lnTo>
                  <a:pt x="496840" y="96559"/>
                </a:lnTo>
                <a:lnTo>
                  <a:pt x="497039" y="96542"/>
                </a:lnTo>
                <a:lnTo>
                  <a:pt x="481965" y="98083"/>
                </a:lnTo>
                <a:lnTo>
                  <a:pt x="482180" y="98066"/>
                </a:lnTo>
                <a:lnTo>
                  <a:pt x="466824" y="99905"/>
                </a:lnTo>
                <a:lnTo>
                  <a:pt x="467039" y="99872"/>
                </a:lnTo>
                <a:lnTo>
                  <a:pt x="451435" y="102009"/>
                </a:lnTo>
                <a:lnTo>
                  <a:pt x="451667" y="101975"/>
                </a:lnTo>
                <a:lnTo>
                  <a:pt x="435863" y="104460"/>
                </a:lnTo>
                <a:lnTo>
                  <a:pt x="436095" y="104411"/>
                </a:lnTo>
                <a:lnTo>
                  <a:pt x="420110" y="107243"/>
                </a:lnTo>
                <a:lnTo>
                  <a:pt x="420375" y="107193"/>
                </a:lnTo>
                <a:lnTo>
                  <a:pt x="404241" y="110391"/>
                </a:lnTo>
                <a:lnTo>
                  <a:pt x="404506" y="110324"/>
                </a:lnTo>
                <a:lnTo>
                  <a:pt x="388272" y="113935"/>
                </a:lnTo>
                <a:lnTo>
                  <a:pt x="388570" y="113869"/>
                </a:lnTo>
                <a:lnTo>
                  <a:pt x="372253" y="117895"/>
                </a:lnTo>
                <a:lnTo>
                  <a:pt x="372551" y="117812"/>
                </a:lnTo>
                <a:lnTo>
                  <a:pt x="356218" y="122284"/>
                </a:lnTo>
                <a:lnTo>
                  <a:pt x="356533" y="122202"/>
                </a:lnTo>
                <a:lnTo>
                  <a:pt x="340183" y="127138"/>
                </a:lnTo>
                <a:lnTo>
                  <a:pt x="340514" y="127039"/>
                </a:lnTo>
                <a:lnTo>
                  <a:pt x="324214" y="132472"/>
                </a:lnTo>
                <a:lnTo>
                  <a:pt x="324562" y="132339"/>
                </a:lnTo>
                <a:lnTo>
                  <a:pt x="308311" y="138303"/>
                </a:lnTo>
                <a:lnTo>
                  <a:pt x="308676" y="138171"/>
                </a:lnTo>
                <a:lnTo>
                  <a:pt x="292541" y="144664"/>
                </a:lnTo>
                <a:lnTo>
                  <a:pt x="292923" y="144498"/>
                </a:lnTo>
                <a:lnTo>
                  <a:pt x="276937" y="151555"/>
                </a:lnTo>
                <a:lnTo>
                  <a:pt x="277318" y="151390"/>
                </a:lnTo>
                <a:lnTo>
                  <a:pt x="261515" y="159026"/>
                </a:lnTo>
                <a:lnTo>
                  <a:pt x="261912" y="158827"/>
                </a:lnTo>
                <a:lnTo>
                  <a:pt x="246308" y="167093"/>
                </a:lnTo>
                <a:lnTo>
                  <a:pt x="246722" y="166861"/>
                </a:lnTo>
                <a:lnTo>
                  <a:pt x="231383" y="175757"/>
                </a:lnTo>
                <a:lnTo>
                  <a:pt x="231797" y="175508"/>
                </a:lnTo>
                <a:lnTo>
                  <a:pt x="216722" y="185050"/>
                </a:lnTo>
                <a:lnTo>
                  <a:pt x="217153" y="184768"/>
                </a:lnTo>
                <a:lnTo>
                  <a:pt x="202410" y="195006"/>
                </a:lnTo>
                <a:lnTo>
                  <a:pt x="202841" y="194691"/>
                </a:lnTo>
                <a:lnTo>
                  <a:pt x="188445" y="205641"/>
                </a:lnTo>
                <a:lnTo>
                  <a:pt x="188893" y="205293"/>
                </a:lnTo>
                <a:lnTo>
                  <a:pt x="174879" y="216971"/>
                </a:lnTo>
                <a:lnTo>
                  <a:pt x="175309" y="216590"/>
                </a:lnTo>
                <a:lnTo>
                  <a:pt x="161726" y="229014"/>
                </a:lnTo>
                <a:lnTo>
                  <a:pt x="162057" y="228699"/>
                </a:lnTo>
                <a:lnTo>
                  <a:pt x="155497" y="235176"/>
                </a:lnTo>
                <a:lnTo>
                  <a:pt x="155729" y="234945"/>
                </a:lnTo>
                <a:lnTo>
                  <a:pt x="149368" y="241571"/>
                </a:lnTo>
                <a:lnTo>
                  <a:pt x="149584" y="241322"/>
                </a:lnTo>
                <a:lnTo>
                  <a:pt x="143421" y="248080"/>
                </a:lnTo>
                <a:lnTo>
                  <a:pt x="143636" y="247849"/>
                </a:lnTo>
                <a:lnTo>
                  <a:pt x="137673" y="254740"/>
                </a:lnTo>
                <a:lnTo>
                  <a:pt x="137872" y="254492"/>
                </a:lnTo>
                <a:lnTo>
                  <a:pt x="132107" y="261515"/>
                </a:lnTo>
                <a:lnTo>
                  <a:pt x="132306" y="261284"/>
                </a:lnTo>
                <a:lnTo>
                  <a:pt x="126724" y="268423"/>
                </a:lnTo>
                <a:lnTo>
                  <a:pt x="127005" y="268058"/>
                </a:lnTo>
                <a:lnTo>
                  <a:pt x="116420" y="282686"/>
                </a:lnTo>
                <a:lnTo>
                  <a:pt x="116751" y="282205"/>
                </a:lnTo>
                <a:lnTo>
                  <a:pt x="106911" y="297247"/>
                </a:lnTo>
                <a:lnTo>
                  <a:pt x="107193" y="296766"/>
                </a:lnTo>
                <a:lnTo>
                  <a:pt x="98066" y="312189"/>
                </a:lnTo>
                <a:lnTo>
                  <a:pt x="98331" y="311724"/>
                </a:lnTo>
                <a:lnTo>
                  <a:pt x="89866" y="327461"/>
                </a:lnTo>
                <a:lnTo>
                  <a:pt x="90098" y="327031"/>
                </a:lnTo>
                <a:lnTo>
                  <a:pt x="82295" y="343049"/>
                </a:lnTo>
                <a:lnTo>
                  <a:pt x="82495" y="342618"/>
                </a:lnTo>
                <a:lnTo>
                  <a:pt x="75322" y="358886"/>
                </a:lnTo>
                <a:lnTo>
                  <a:pt x="75504" y="358471"/>
                </a:lnTo>
                <a:lnTo>
                  <a:pt x="68928" y="374920"/>
                </a:lnTo>
                <a:lnTo>
                  <a:pt x="69077" y="374523"/>
                </a:lnTo>
                <a:lnTo>
                  <a:pt x="63096" y="391121"/>
                </a:lnTo>
                <a:lnTo>
                  <a:pt x="63212" y="390757"/>
                </a:lnTo>
                <a:lnTo>
                  <a:pt x="57779" y="407454"/>
                </a:lnTo>
                <a:lnTo>
                  <a:pt x="57895" y="407107"/>
                </a:lnTo>
                <a:lnTo>
                  <a:pt x="52976" y="423855"/>
                </a:lnTo>
                <a:lnTo>
                  <a:pt x="53075" y="423523"/>
                </a:lnTo>
                <a:lnTo>
                  <a:pt x="48652" y="440287"/>
                </a:lnTo>
                <a:lnTo>
                  <a:pt x="48735" y="439972"/>
                </a:lnTo>
                <a:lnTo>
                  <a:pt x="44792" y="456703"/>
                </a:lnTo>
                <a:lnTo>
                  <a:pt x="44858" y="456405"/>
                </a:lnTo>
                <a:lnTo>
                  <a:pt x="41363" y="473053"/>
                </a:lnTo>
                <a:lnTo>
                  <a:pt x="41429" y="472772"/>
                </a:lnTo>
                <a:lnTo>
                  <a:pt x="38348" y="489303"/>
                </a:lnTo>
                <a:lnTo>
                  <a:pt x="38398" y="489039"/>
                </a:lnTo>
                <a:lnTo>
                  <a:pt x="35714" y="505405"/>
                </a:lnTo>
                <a:lnTo>
                  <a:pt x="35748" y="505156"/>
                </a:lnTo>
                <a:lnTo>
                  <a:pt x="33428" y="521308"/>
                </a:lnTo>
                <a:lnTo>
                  <a:pt x="33461" y="521076"/>
                </a:lnTo>
                <a:lnTo>
                  <a:pt x="31490" y="536962"/>
                </a:lnTo>
                <a:lnTo>
                  <a:pt x="31523" y="536746"/>
                </a:lnTo>
                <a:lnTo>
                  <a:pt x="29866" y="552318"/>
                </a:lnTo>
                <a:lnTo>
                  <a:pt x="29883" y="552118"/>
                </a:lnTo>
                <a:lnTo>
                  <a:pt x="28508" y="567359"/>
                </a:lnTo>
                <a:lnTo>
                  <a:pt x="28525" y="567160"/>
                </a:lnTo>
                <a:lnTo>
                  <a:pt x="27415" y="582002"/>
                </a:lnTo>
                <a:lnTo>
                  <a:pt x="27432" y="581837"/>
                </a:lnTo>
                <a:lnTo>
                  <a:pt x="26554" y="596232"/>
                </a:lnTo>
                <a:lnTo>
                  <a:pt x="26570" y="596000"/>
                </a:lnTo>
                <a:lnTo>
                  <a:pt x="25427" y="623299"/>
                </a:lnTo>
                <a:lnTo>
                  <a:pt x="25444" y="623034"/>
                </a:lnTo>
                <a:lnTo>
                  <a:pt x="24930" y="648048"/>
                </a:lnTo>
                <a:lnTo>
                  <a:pt x="24930" y="647849"/>
                </a:lnTo>
                <a:lnTo>
                  <a:pt x="24847" y="670196"/>
                </a:lnTo>
                <a:lnTo>
                  <a:pt x="24847" y="670063"/>
                </a:lnTo>
                <a:lnTo>
                  <a:pt x="24963" y="689395"/>
                </a:lnTo>
                <a:lnTo>
                  <a:pt x="116" y="689560"/>
                </a:ln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75">
            <a:extLst xmlns:a="http://schemas.openxmlformats.org/drawingml/2006/main">
              <a:ext uri="{FF2B5EF4-FFF2-40B4-BE49-F238E27FC236}">
                <a16:creationId xmlns:a16="http://schemas.microsoft.com/office/drawing/2014/main" id="{160E385C-BCF0-4654-BFDE-4FD83ADC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0026" y="4529534"/>
            <a:ext cx="259245" cy="259246"/>
          </a:xfrm>
          <a:custGeom xmlns:a="http://schemas.openxmlformats.org/drawingml/2006/main">
            <a:pathLst>
              <a:path w="259245" h="259246">
                <a:moveTo>
                  <a:pt x="165" y="122964"/>
                </a:moveTo>
                <a:lnTo>
                  <a:pt x="663" y="116387"/>
                </a:lnTo>
                <a:lnTo>
                  <a:pt x="1490" y="109894"/>
                </a:lnTo>
                <a:lnTo>
                  <a:pt x="2634" y="103516"/>
                </a:lnTo>
                <a:lnTo>
                  <a:pt x="4074" y="97238"/>
                </a:lnTo>
                <a:lnTo>
                  <a:pt x="5830" y="91076"/>
                </a:lnTo>
                <a:lnTo>
                  <a:pt x="7868" y="85046"/>
                </a:lnTo>
                <a:lnTo>
                  <a:pt x="10187" y="79165"/>
                </a:lnTo>
                <a:lnTo>
                  <a:pt x="12788" y="73417"/>
                </a:lnTo>
                <a:lnTo>
                  <a:pt x="15653" y="67835"/>
                </a:lnTo>
                <a:lnTo>
                  <a:pt x="18768" y="62401"/>
                </a:lnTo>
                <a:lnTo>
                  <a:pt x="22147" y="57133"/>
                </a:lnTo>
                <a:lnTo>
                  <a:pt x="25758" y="52065"/>
                </a:lnTo>
                <a:lnTo>
                  <a:pt x="29601" y="47162"/>
                </a:lnTo>
                <a:lnTo>
                  <a:pt x="33676" y="42457"/>
                </a:lnTo>
                <a:lnTo>
                  <a:pt x="37967" y="37967"/>
                </a:lnTo>
                <a:lnTo>
                  <a:pt x="42456" y="33677"/>
                </a:lnTo>
                <a:lnTo>
                  <a:pt x="47160" y="29602"/>
                </a:lnTo>
                <a:lnTo>
                  <a:pt x="52064" y="25759"/>
                </a:lnTo>
                <a:lnTo>
                  <a:pt x="57133" y="22148"/>
                </a:lnTo>
                <a:lnTo>
                  <a:pt x="62401" y="18768"/>
                </a:lnTo>
                <a:lnTo>
                  <a:pt x="67834" y="15654"/>
                </a:lnTo>
                <a:lnTo>
                  <a:pt x="73417" y="12788"/>
                </a:lnTo>
                <a:lnTo>
                  <a:pt x="79164" y="10188"/>
                </a:lnTo>
                <a:lnTo>
                  <a:pt x="85045" y="7869"/>
                </a:lnTo>
                <a:lnTo>
                  <a:pt x="91074" y="5831"/>
                </a:lnTo>
                <a:lnTo>
                  <a:pt x="97238" y="4075"/>
                </a:lnTo>
                <a:lnTo>
                  <a:pt x="103515" y="2634"/>
                </a:lnTo>
                <a:lnTo>
                  <a:pt x="109893" y="1491"/>
                </a:lnTo>
                <a:lnTo>
                  <a:pt x="116387" y="663"/>
                </a:lnTo>
                <a:lnTo>
                  <a:pt x="122963" y="166"/>
                </a:lnTo>
                <a:lnTo>
                  <a:pt x="129622" y="0"/>
                </a:lnTo>
                <a:lnTo>
                  <a:pt x="136281" y="166"/>
                </a:lnTo>
                <a:lnTo>
                  <a:pt x="142858" y="663"/>
                </a:lnTo>
                <a:lnTo>
                  <a:pt x="149351" y="1491"/>
                </a:lnTo>
                <a:lnTo>
                  <a:pt x="155729" y="2634"/>
                </a:lnTo>
                <a:lnTo>
                  <a:pt x="162008" y="4075"/>
                </a:lnTo>
                <a:lnTo>
                  <a:pt x="168169" y="5831"/>
                </a:lnTo>
                <a:lnTo>
                  <a:pt x="174199" y="7869"/>
                </a:lnTo>
                <a:lnTo>
                  <a:pt x="180080" y="10188"/>
                </a:lnTo>
                <a:lnTo>
                  <a:pt x="185828" y="12788"/>
                </a:lnTo>
                <a:lnTo>
                  <a:pt x="191410" y="15654"/>
                </a:lnTo>
                <a:lnTo>
                  <a:pt x="196844" y="18768"/>
                </a:lnTo>
                <a:lnTo>
                  <a:pt x="202111" y="22148"/>
                </a:lnTo>
                <a:lnTo>
                  <a:pt x="207181" y="25759"/>
                </a:lnTo>
                <a:lnTo>
                  <a:pt x="212084" y="29602"/>
                </a:lnTo>
                <a:lnTo>
                  <a:pt x="216788" y="33677"/>
                </a:lnTo>
                <a:lnTo>
                  <a:pt x="221277" y="37967"/>
                </a:lnTo>
                <a:lnTo>
                  <a:pt x="225568" y="42457"/>
                </a:lnTo>
                <a:lnTo>
                  <a:pt x="229643" y="47162"/>
                </a:lnTo>
                <a:lnTo>
                  <a:pt x="233486" y="52065"/>
                </a:lnTo>
                <a:lnTo>
                  <a:pt x="237097" y="57133"/>
                </a:lnTo>
                <a:lnTo>
                  <a:pt x="240477" y="62401"/>
                </a:lnTo>
                <a:lnTo>
                  <a:pt x="243590" y="67835"/>
                </a:lnTo>
                <a:lnTo>
                  <a:pt x="246456" y="73417"/>
                </a:lnTo>
                <a:lnTo>
                  <a:pt x="249058" y="79165"/>
                </a:lnTo>
                <a:lnTo>
                  <a:pt x="251376" y="85046"/>
                </a:lnTo>
                <a:lnTo>
                  <a:pt x="253414" y="91076"/>
                </a:lnTo>
                <a:lnTo>
                  <a:pt x="255169" y="97238"/>
                </a:lnTo>
                <a:lnTo>
                  <a:pt x="256612" y="103516"/>
                </a:lnTo>
                <a:lnTo>
                  <a:pt x="257754" y="109894"/>
                </a:lnTo>
                <a:lnTo>
                  <a:pt x="258582" y="116387"/>
                </a:lnTo>
                <a:lnTo>
                  <a:pt x="259080" y="122964"/>
                </a:lnTo>
                <a:lnTo>
                  <a:pt x="259245" y="129623"/>
                </a:lnTo>
                <a:lnTo>
                  <a:pt x="259080" y="136282"/>
                </a:lnTo>
                <a:lnTo>
                  <a:pt x="258582" y="142858"/>
                </a:lnTo>
                <a:lnTo>
                  <a:pt x="257754" y="149352"/>
                </a:lnTo>
                <a:lnTo>
                  <a:pt x="256612" y="155730"/>
                </a:lnTo>
                <a:lnTo>
                  <a:pt x="255169" y="162008"/>
                </a:lnTo>
                <a:lnTo>
                  <a:pt x="253414" y="168170"/>
                </a:lnTo>
                <a:lnTo>
                  <a:pt x="251376" y="174200"/>
                </a:lnTo>
                <a:lnTo>
                  <a:pt x="249058" y="180081"/>
                </a:lnTo>
                <a:lnTo>
                  <a:pt x="246456" y="185829"/>
                </a:lnTo>
                <a:lnTo>
                  <a:pt x="243590" y="191411"/>
                </a:lnTo>
                <a:lnTo>
                  <a:pt x="240477" y="196844"/>
                </a:lnTo>
                <a:lnTo>
                  <a:pt x="237097" y="202113"/>
                </a:lnTo>
                <a:lnTo>
                  <a:pt x="233486" y="207181"/>
                </a:lnTo>
                <a:lnTo>
                  <a:pt x="229643" y="212084"/>
                </a:lnTo>
                <a:lnTo>
                  <a:pt x="225568" y="216789"/>
                </a:lnTo>
                <a:lnTo>
                  <a:pt x="221277" y="221278"/>
                </a:lnTo>
                <a:lnTo>
                  <a:pt x="216788" y="225569"/>
                </a:lnTo>
                <a:lnTo>
                  <a:pt x="212084" y="229644"/>
                </a:lnTo>
                <a:lnTo>
                  <a:pt x="207181" y="233487"/>
                </a:lnTo>
                <a:lnTo>
                  <a:pt x="202111" y="237098"/>
                </a:lnTo>
                <a:lnTo>
                  <a:pt x="196844" y="240477"/>
                </a:lnTo>
                <a:lnTo>
                  <a:pt x="191410" y="243592"/>
                </a:lnTo>
                <a:lnTo>
                  <a:pt x="185828" y="246458"/>
                </a:lnTo>
                <a:lnTo>
                  <a:pt x="180080" y="249058"/>
                </a:lnTo>
                <a:lnTo>
                  <a:pt x="174199" y="251378"/>
                </a:lnTo>
                <a:lnTo>
                  <a:pt x="168169" y="253415"/>
                </a:lnTo>
                <a:lnTo>
                  <a:pt x="162008" y="255171"/>
                </a:lnTo>
                <a:lnTo>
                  <a:pt x="155729" y="256612"/>
                </a:lnTo>
                <a:lnTo>
                  <a:pt x="149351" y="257755"/>
                </a:lnTo>
                <a:lnTo>
                  <a:pt x="142858" y="258583"/>
                </a:lnTo>
                <a:lnTo>
                  <a:pt x="136281" y="259080"/>
                </a:lnTo>
                <a:lnTo>
                  <a:pt x="129622" y="259246"/>
                </a:lnTo>
                <a:lnTo>
                  <a:pt x="122963" y="259080"/>
                </a:lnTo>
                <a:lnTo>
                  <a:pt x="116387" y="258583"/>
                </a:lnTo>
                <a:lnTo>
                  <a:pt x="109893" y="257755"/>
                </a:lnTo>
                <a:lnTo>
                  <a:pt x="103515" y="256612"/>
                </a:lnTo>
                <a:lnTo>
                  <a:pt x="97238" y="255171"/>
                </a:lnTo>
                <a:lnTo>
                  <a:pt x="91074" y="253415"/>
                </a:lnTo>
                <a:lnTo>
                  <a:pt x="85045" y="251378"/>
                </a:lnTo>
                <a:lnTo>
                  <a:pt x="79164" y="249058"/>
                </a:lnTo>
                <a:lnTo>
                  <a:pt x="73417" y="246458"/>
                </a:lnTo>
                <a:lnTo>
                  <a:pt x="67834" y="243592"/>
                </a:lnTo>
                <a:lnTo>
                  <a:pt x="62401" y="240477"/>
                </a:lnTo>
                <a:lnTo>
                  <a:pt x="57133" y="237098"/>
                </a:lnTo>
                <a:lnTo>
                  <a:pt x="52064" y="233487"/>
                </a:lnTo>
                <a:lnTo>
                  <a:pt x="47160" y="229644"/>
                </a:lnTo>
                <a:lnTo>
                  <a:pt x="42456" y="225569"/>
                </a:lnTo>
                <a:lnTo>
                  <a:pt x="37967" y="221278"/>
                </a:lnTo>
                <a:lnTo>
                  <a:pt x="33676" y="216789"/>
                </a:lnTo>
                <a:lnTo>
                  <a:pt x="29601" y="212084"/>
                </a:lnTo>
                <a:lnTo>
                  <a:pt x="25758" y="207181"/>
                </a:lnTo>
                <a:lnTo>
                  <a:pt x="22147" y="202113"/>
                </a:lnTo>
                <a:lnTo>
                  <a:pt x="18768" y="196844"/>
                </a:lnTo>
                <a:lnTo>
                  <a:pt x="15653" y="191411"/>
                </a:lnTo>
                <a:lnTo>
                  <a:pt x="12788" y="185829"/>
                </a:lnTo>
                <a:lnTo>
                  <a:pt x="10187" y="180081"/>
                </a:lnTo>
                <a:lnTo>
                  <a:pt x="7868" y="174200"/>
                </a:lnTo>
                <a:lnTo>
                  <a:pt x="5830" y="168170"/>
                </a:lnTo>
                <a:lnTo>
                  <a:pt x="4074" y="162008"/>
                </a:lnTo>
                <a:lnTo>
                  <a:pt x="2634" y="155730"/>
                </a:lnTo>
                <a:lnTo>
                  <a:pt x="1490" y="149352"/>
                </a:lnTo>
                <a:lnTo>
                  <a:pt x="663" y="142858"/>
                </a:lnTo>
                <a:lnTo>
                  <a:pt x="165" y="136282"/>
                </a:lnTo>
                <a:lnTo>
                  <a:pt x="0" y="129623"/>
                </a:lnTo>
                <a:lnTo>
                  <a:pt x="165" y="122964"/>
                </a:lnTo>
                <a:moveTo>
                  <a:pt x="24847" y="129937"/>
                </a:moveTo>
                <a:lnTo>
                  <a:pt x="24847" y="129308"/>
                </a:lnTo>
                <a:lnTo>
                  <a:pt x="24996" y="135338"/>
                </a:lnTo>
                <a:lnTo>
                  <a:pt x="24963" y="134709"/>
                </a:lnTo>
                <a:lnTo>
                  <a:pt x="25410" y="140672"/>
                </a:lnTo>
                <a:lnTo>
                  <a:pt x="25361" y="140043"/>
                </a:lnTo>
                <a:lnTo>
                  <a:pt x="26105" y="145907"/>
                </a:lnTo>
                <a:lnTo>
                  <a:pt x="26007" y="145294"/>
                </a:lnTo>
                <a:lnTo>
                  <a:pt x="27033" y="151059"/>
                </a:lnTo>
                <a:lnTo>
                  <a:pt x="26918" y="150445"/>
                </a:lnTo>
                <a:lnTo>
                  <a:pt x="28210" y="156111"/>
                </a:lnTo>
                <a:lnTo>
                  <a:pt x="28060" y="155514"/>
                </a:lnTo>
                <a:lnTo>
                  <a:pt x="29651" y="161080"/>
                </a:lnTo>
                <a:lnTo>
                  <a:pt x="29452" y="160500"/>
                </a:lnTo>
                <a:lnTo>
                  <a:pt x="31308" y="165934"/>
                </a:lnTo>
                <a:lnTo>
                  <a:pt x="31092" y="165371"/>
                </a:lnTo>
                <a:lnTo>
                  <a:pt x="33196" y="170688"/>
                </a:lnTo>
                <a:lnTo>
                  <a:pt x="32947" y="170125"/>
                </a:lnTo>
                <a:lnTo>
                  <a:pt x="35300" y="175310"/>
                </a:lnTo>
                <a:lnTo>
                  <a:pt x="35035" y="174763"/>
                </a:lnTo>
                <a:lnTo>
                  <a:pt x="37619" y="179815"/>
                </a:lnTo>
                <a:lnTo>
                  <a:pt x="37337" y="179302"/>
                </a:lnTo>
                <a:lnTo>
                  <a:pt x="40153" y="184205"/>
                </a:lnTo>
                <a:lnTo>
                  <a:pt x="39856" y="183692"/>
                </a:lnTo>
                <a:lnTo>
                  <a:pt x="42903" y="188446"/>
                </a:lnTo>
                <a:lnTo>
                  <a:pt x="42556" y="187949"/>
                </a:lnTo>
                <a:lnTo>
                  <a:pt x="45835" y="192538"/>
                </a:lnTo>
                <a:lnTo>
                  <a:pt x="45471" y="192074"/>
                </a:lnTo>
                <a:lnTo>
                  <a:pt x="48949" y="196497"/>
                </a:lnTo>
                <a:lnTo>
                  <a:pt x="48569" y="196033"/>
                </a:lnTo>
                <a:lnTo>
                  <a:pt x="52263" y="200290"/>
                </a:lnTo>
                <a:lnTo>
                  <a:pt x="51865" y="199859"/>
                </a:lnTo>
                <a:lnTo>
                  <a:pt x="55741" y="203918"/>
                </a:lnTo>
                <a:lnTo>
                  <a:pt x="55327" y="203504"/>
                </a:lnTo>
                <a:lnTo>
                  <a:pt x="59386" y="207380"/>
                </a:lnTo>
                <a:lnTo>
                  <a:pt x="58955" y="206982"/>
                </a:lnTo>
                <a:lnTo>
                  <a:pt x="63212" y="210677"/>
                </a:lnTo>
                <a:lnTo>
                  <a:pt x="62748" y="210295"/>
                </a:lnTo>
                <a:lnTo>
                  <a:pt x="67171" y="213774"/>
                </a:lnTo>
                <a:lnTo>
                  <a:pt x="66708" y="213410"/>
                </a:lnTo>
                <a:lnTo>
                  <a:pt x="71296" y="216674"/>
                </a:lnTo>
                <a:lnTo>
                  <a:pt x="70799" y="216342"/>
                </a:lnTo>
                <a:lnTo>
                  <a:pt x="75554" y="219390"/>
                </a:lnTo>
                <a:lnTo>
                  <a:pt x="75040" y="219092"/>
                </a:lnTo>
                <a:lnTo>
                  <a:pt x="79943" y="221908"/>
                </a:lnTo>
                <a:lnTo>
                  <a:pt x="79429" y="221626"/>
                </a:lnTo>
                <a:lnTo>
                  <a:pt x="84481" y="224210"/>
                </a:lnTo>
                <a:lnTo>
                  <a:pt x="83936" y="223945"/>
                </a:lnTo>
                <a:lnTo>
                  <a:pt x="89121" y="226298"/>
                </a:lnTo>
                <a:lnTo>
                  <a:pt x="88557" y="226049"/>
                </a:lnTo>
                <a:lnTo>
                  <a:pt x="93874" y="228153"/>
                </a:lnTo>
                <a:lnTo>
                  <a:pt x="93312" y="227938"/>
                </a:lnTo>
                <a:lnTo>
                  <a:pt x="98745" y="229776"/>
                </a:lnTo>
                <a:lnTo>
                  <a:pt x="98165" y="229594"/>
                </a:lnTo>
                <a:lnTo>
                  <a:pt x="103731" y="231184"/>
                </a:lnTo>
                <a:lnTo>
                  <a:pt x="103134" y="231019"/>
                </a:lnTo>
                <a:lnTo>
                  <a:pt x="108799" y="232327"/>
                </a:lnTo>
                <a:lnTo>
                  <a:pt x="108187" y="232211"/>
                </a:lnTo>
                <a:lnTo>
                  <a:pt x="113951" y="233238"/>
                </a:lnTo>
                <a:lnTo>
                  <a:pt x="113338" y="233139"/>
                </a:lnTo>
                <a:lnTo>
                  <a:pt x="119203" y="233885"/>
                </a:lnTo>
                <a:lnTo>
                  <a:pt x="118573" y="233834"/>
                </a:lnTo>
                <a:lnTo>
                  <a:pt x="124537" y="234282"/>
                </a:lnTo>
                <a:lnTo>
                  <a:pt x="123906" y="234249"/>
                </a:lnTo>
                <a:lnTo>
                  <a:pt x="129937" y="234398"/>
                </a:lnTo>
                <a:lnTo>
                  <a:pt x="129308" y="234398"/>
                </a:lnTo>
                <a:lnTo>
                  <a:pt x="135337" y="234249"/>
                </a:lnTo>
                <a:lnTo>
                  <a:pt x="134707" y="234282"/>
                </a:lnTo>
                <a:lnTo>
                  <a:pt x="140655" y="233834"/>
                </a:lnTo>
                <a:lnTo>
                  <a:pt x="140041" y="233885"/>
                </a:lnTo>
                <a:lnTo>
                  <a:pt x="145905" y="233139"/>
                </a:lnTo>
                <a:lnTo>
                  <a:pt x="145292" y="233238"/>
                </a:lnTo>
                <a:lnTo>
                  <a:pt x="151057" y="232211"/>
                </a:lnTo>
                <a:lnTo>
                  <a:pt x="150444" y="232327"/>
                </a:lnTo>
                <a:lnTo>
                  <a:pt x="156109" y="231019"/>
                </a:lnTo>
                <a:lnTo>
                  <a:pt x="155513" y="231184"/>
                </a:lnTo>
                <a:lnTo>
                  <a:pt x="161080" y="229594"/>
                </a:lnTo>
                <a:lnTo>
                  <a:pt x="160483" y="229776"/>
                </a:lnTo>
                <a:lnTo>
                  <a:pt x="165933" y="227938"/>
                </a:lnTo>
                <a:lnTo>
                  <a:pt x="165353" y="228153"/>
                </a:lnTo>
                <a:lnTo>
                  <a:pt x="170687" y="226049"/>
                </a:lnTo>
                <a:lnTo>
                  <a:pt x="170124" y="226298"/>
                </a:lnTo>
                <a:lnTo>
                  <a:pt x="175310" y="223945"/>
                </a:lnTo>
                <a:lnTo>
                  <a:pt x="174762" y="224210"/>
                </a:lnTo>
                <a:lnTo>
                  <a:pt x="179815" y="221626"/>
                </a:lnTo>
                <a:lnTo>
                  <a:pt x="179284" y="221908"/>
                </a:lnTo>
                <a:lnTo>
                  <a:pt x="184204" y="219092"/>
                </a:lnTo>
                <a:lnTo>
                  <a:pt x="183691" y="219390"/>
                </a:lnTo>
                <a:lnTo>
                  <a:pt x="188445" y="216342"/>
                </a:lnTo>
                <a:lnTo>
                  <a:pt x="187949" y="216674"/>
                </a:lnTo>
                <a:lnTo>
                  <a:pt x="192537" y="213410"/>
                </a:lnTo>
                <a:lnTo>
                  <a:pt x="192073" y="213774"/>
                </a:lnTo>
                <a:lnTo>
                  <a:pt x="196496" y="210295"/>
                </a:lnTo>
                <a:lnTo>
                  <a:pt x="196032" y="210677"/>
                </a:lnTo>
                <a:lnTo>
                  <a:pt x="200289" y="206982"/>
                </a:lnTo>
                <a:lnTo>
                  <a:pt x="199859" y="207380"/>
                </a:lnTo>
                <a:lnTo>
                  <a:pt x="203917" y="203504"/>
                </a:lnTo>
                <a:lnTo>
                  <a:pt x="203503" y="203918"/>
                </a:lnTo>
                <a:lnTo>
                  <a:pt x="207379" y="199859"/>
                </a:lnTo>
                <a:lnTo>
                  <a:pt x="206982" y="200290"/>
                </a:lnTo>
                <a:lnTo>
                  <a:pt x="210676" y="196033"/>
                </a:lnTo>
                <a:lnTo>
                  <a:pt x="210295" y="196497"/>
                </a:lnTo>
                <a:lnTo>
                  <a:pt x="213774" y="192074"/>
                </a:lnTo>
                <a:lnTo>
                  <a:pt x="213409" y="192538"/>
                </a:lnTo>
                <a:lnTo>
                  <a:pt x="216672" y="187949"/>
                </a:lnTo>
                <a:lnTo>
                  <a:pt x="216341" y="188446"/>
                </a:lnTo>
                <a:lnTo>
                  <a:pt x="219390" y="183692"/>
                </a:lnTo>
                <a:lnTo>
                  <a:pt x="219090" y="184205"/>
                </a:lnTo>
                <a:lnTo>
                  <a:pt x="221907" y="179302"/>
                </a:lnTo>
                <a:lnTo>
                  <a:pt x="221625" y="179815"/>
                </a:lnTo>
                <a:lnTo>
                  <a:pt x="224210" y="174763"/>
                </a:lnTo>
                <a:lnTo>
                  <a:pt x="223944" y="175310"/>
                </a:lnTo>
                <a:lnTo>
                  <a:pt x="226296" y="170125"/>
                </a:lnTo>
                <a:lnTo>
                  <a:pt x="226048" y="170688"/>
                </a:lnTo>
                <a:lnTo>
                  <a:pt x="228152" y="165371"/>
                </a:lnTo>
                <a:lnTo>
                  <a:pt x="227936" y="165934"/>
                </a:lnTo>
                <a:lnTo>
                  <a:pt x="229776" y="160500"/>
                </a:lnTo>
                <a:lnTo>
                  <a:pt x="229592" y="161080"/>
                </a:lnTo>
                <a:lnTo>
                  <a:pt x="231183" y="155514"/>
                </a:lnTo>
                <a:lnTo>
                  <a:pt x="231017" y="156111"/>
                </a:lnTo>
                <a:lnTo>
                  <a:pt x="232326" y="150445"/>
                </a:lnTo>
                <a:lnTo>
                  <a:pt x="232210" y="151059"/>
                </a:lnTo>
                <a:lnTo>
                  <a:pt x="233238" y="145294"/>
                </a:lnTo>
                <a:lnTo>
                  <a:pt x="233138" y="145907"/>
                </a:lnTo>
                <a:lnTo>
                  <a:pt x="233883" y="140043"/>
                </a:lnTo>
                <a:lnTo>
                  <a:pt x="233834" y="140672"/>
                </a:lnTo>
                <a:lnTo>
                  <a:pt x="234281" y="134709"/>
                </a:lnTo>
                <a:lnTo>
                  <a:pt x="234247" y="135338"/>
                </a:lnTo>
                <a:lnTo>
                  <a:pt x="234397" y="129308"/>
                </a:lnTo>
                <a:lnTo>
                  <a:pt x="234397" y="129937"/>
                </a:lnTo>
                <a:lnTo>
                  <a:pt x="234247" y="123908"/>
                </a:lnTo>
                <a:lnTo>
                  <a:pt x="234281" y="124537"/>
                </a:lnTo>
                <a:lnTo>
                  <a:pt x="233834" y="118574"/>
                </a:lnTo>
                <a:lnTo>
                  <a:pt x="233883" y="119203"/>
                </a:lnTo>
                <a:lnTo>
                  <a:pt x="233138" y="113339"/>
                </a:lnTo>
                <a:lnTo>
                  <a:pt x="233238" y="113952"/>
                </a:lnTo>
                <a:lnTo>
                  <a:pt x="232210" y="108187"/>
                </a:lnTo>
                <a:lnTo>
                  <a:pt x="232326" y="108800"/>
                </a:lnTo>
                <a:lnTo>
                  <a:pt x="231017" y="103135"/>
                </a:lnTo>
                <a:lnTo>
                  <a:pt x="231183" y="103731"/>
                </a:lnTo>
                <a:lnTo>
                  <a:pt x="229592" y="98166"/>
                </a:lnTo>
                <a:lnTo>
                  <a:pt x="229776" y="98745"/>
                </a:lnTo>
                <a:lnTo>
                  <a:pt x="227936" y="93312"/>
                </a:lnTo>
                <a:lnTo>
                  <a:pt x="228152" y="93875"/>
                </a:lnTo>
                <a:lnTo>
                  <a:pt x="226048" y="88558"/>
                </a:lnTo>
                <a:lnTo>
                  <a:pt x="226296" y="89121"/>
                </a:lnTo>
                <a:lnTo>
                  <a:pt x="223944" y="83936"/>
                </a:lnTo>
                <a:lnTo>
                  <a:pt x="224210" y="84483"/>
                </a:lnTo>
                <a:lnTo>
                  <a:pt x="221625" y="79431"/>
                </a:lnTo>
                <a:lnTo>
                  <a:pt x="221907" y="79944"/>
                </a:lnTo>
                <a:lnTo>
                  <a:pt x="219090" y="75040"/>
                </a:lnTo>
                <a:lnTo>
                  <a:pt x="219390" y="75554"/>
                </a:lnTo>
                <a:lnTo>
                  <a:pt x="216341" y="70800"/>
                </a:lnTo>
                <a:lnTo>
                  <a:pt x="216672" y="71297"/>
                </a:lnTo>
                <a:lnTo>
                  <a:pt x="213409" y="66708"/>
                </a:lnTo>
                <a:lnTo>
                  <a:pt x="213774" y="67172"/>
                </a:lnTo>
                <a:lnTo>
                  <a:pt x="210295" y="62749"/>
                </a:lnTo>
                <a:lnTo>
                  <a:pt x="210676" y="63213"/>
                </a:lnTo>
                <a:lnTo>
                  <a:pt x="206982" y="58956"/>
                </a:lnTo>
                <a:lnTo>
                  <a:pt x="207379" y="59386"/>
                </a:lnTo>
                <a:lnTo>
                  <a:pt x="203503" y="55328"/>
                </a:lnTo>
                <a:lnTo>
                  <a:pt x="203917" y="55743"/>
                </a:lnTo>
                <a:lnTo>
                  <a:pt x="199859" y="51866"/>
                </a:lnTo>
                <a:lnTo>
                  <a:pt x="200289" y="52263"/>
                </a:lnTo>
                <a:lnTo>
                  <a:pt x="196032" y="48570"/>
                </a:lnTo>
                <a:lnTo>
                  <a:pt x="196496" y="48951"/>
                </a:lnTo>
                <a:lnTo>
                  <a:pt x="192073" y="45472"/>
                </a:lnTo>
                <a:lnTo>
                  <a:pt x="192537" y="45836"/>
                </a:lnTo>
                <a:lnTo>
                  <a:pt x="187949" y="42573"/>
                </a:lnTo>
                <a:lnTo>
                  <a:pt x="188445" y="42904"/>
                </a:lnTo>
                <a:lnTo>
                  <a:pt x="183691" y="39856"/>
                </a:lnTo>
                <a:lnTo>
                  <a:pt x="184204" y="40154"/>
                </a:lnTo>
                <a:lnTo>
                  <a:pt x="179284" y="37338"/>
                </a:lnTo>
                <a:lnTo>
                  <a:pt x="179815" y="37620"/>
                </a:lnTo>
                <a:lnTo>
                  <a:pt x="174762" y="35036"/>
                </a:lnTo>
                <a:lnTo>
                  <a:pt x="175310" y="35301"/>
                </a:lnTo>
                <a:lnTo>
                  <a:pt x="170124" y="32949"/>
                </a:lnTo>
                <a:lnTo>
                  <a:pt x="170687" y="33197"/>
                </a:lnTo>
                <a:lnTo>
                  <a:pt x="165353" y="31093"/>
                </a:lnTo>
                <a:lnTo>
                  <a:pt x="165933" y="31308"/>
                </a:lnTo>
                <a:lnTo>
                  <a:pt x="160483" y="29453"/>
                </a:lnTo>
                <a:lnTo>
                  <a:pt x="161080" y="29652"/>
                </a:lnTo>
                <a:lnTo>
                  <a:pt x="155513" y="28061"/>
                </a:lnTo>
                <a:lnTo>
                  <a:pt x="156109" y="28227"/>
                </a:lnTo>
                <a:lnTo>
                  <a:pt x="150444" y="26919"/>
                </a:lnTo>
                <a:lnTo>
                  <a:pt x="151057" y="27035"/>
                </a:lnTo>
                <a:lnTo>
                  <a:pt x="145292" y="26008"/>
                </a:lnTo>
                <a:lnTo>
                  <a:pt x="145905" y="26107"/>
                </a:lnTo>
                <a:lnTo>
                  <a:pt x="140041" y="25362"/>
                </a:lnTo>
                <a:lnTo>
                  <a:pt x="140655" y="25411"/>
                </a:lnTo>
                <a:lnTo>
                  <a:pt x="134707" y="24964"/>
                </a:lnTo>
                <a:lnTo>
                  <a:pt x="135337" y="24997"/>
                </a:lnTo>
                <a:lnTo>
                  <a:pt x="129308" y="24848"/>
                </a:lnTo>
                <a:lnTo>
                  <a:pt x="129937" y="24848"/>
                </a:lnTo>
                <a:lnTo>
                  <a:pt x="123906" y="24997"/>
                </a:lnTo>
                <a:lnTo>
                  <a:pt x="124537" y="24964"/>
                </a:lnTo>
                <a:lnTo>
                  <a:pt x="118573" y="25411"/>
                </a:lnTo>
                <a:lnTo>
                  <a:pt x="119203" y="25362"/>
                </a:lnTo>
                <a:lnTo>
                  <a:pt x="113338" y="26107"/>
                </a:lnTo>
                <a:lnTo>
                  <a:pt x="113951" y="26008"/>
                </a:lnTo>
                <a:lnTo>
                  <a:pt x="108187" y="27035"/>
                </a:lnTo>
                <a:lnTo>
                  <a:pt x="108799" y="26919"/>
                </a:lnTo>
                <a:lnTo>
                  <a:pt x="103134" y="28227"/>
                </a:lnTo>
                <a:lnTo>
                  <a:pt x="103731" y="28061"/>
                </a:lnTo>
                <a:lnTo>
                  <a:pt x="98165" y="29652"/>
                </a:lnTo>
                <a:lnTo>
                  <a:pt x="98745" y="29453"/>
                </a:lnTo>
                <a:lnTo>
                  <a:pt x="93312" y="31308"/>
                </a:lnTo>
                <a:lnTo>
                  <a:pt x="93874" y="31093"/>
                </a:lnTo>
                <a:lnTo>
                  <a:pt x="88557" y="33197"/>
                </a:lnTo>
                <a:lnTo>
                  <a:pt x="89121" y="32949"/>
                </a:lnTo>
                <a:lnTo>
                  <a:pt x="83936" y="35301"/>
                </a:lnTo>
                <a:lnTo>
                  <a:pt x="84481" y="35036"/>
                </a:lnTo>
                <a:lnTo>
                  <a:pt x="79429" y="37620"/>
                </a:lnTo>
                <a:lnTo>
                  <a:pt x="79943" y="37338"/>
                </a:lnTo>
                <a:lnTo>
                  <a:pt x="75040" y="40154"/>
                </a:lnTo>
                <a:lnTo>
                  <a:pt x="75554" y="39856"/>
                </a:lnTo>
                <a:lnTo>
                  <a:pt x="70799" y="42904"/>
                </a:lnTo>
                <a:lnTo>
                  <a:pt x="71296" y="42573"/>
                </a:lnTo>
                <a:lnTo>
                  <a:pt x="66708" y="45836"/>
                </a:lnTo>
                <a:lnTo>
                  <a:pt x="67171" y="45472"/>
                </a:lnTo>
                <a:lnTo>
                  <a:pt x="62748" y="48951"/>
                </a:lnTo>
                <a:lnTo>
                  <a:pt x="63212" y="48570"/>
                </a:lnTo>
                <a:lnTo>
                  <a:pt x="58955" y="52263"/>
                </a:lnTo>
                <a:lnTo>
                  <a:pt x="59386" y="51866"/>
                </a:lnTo>
                <a:lnTo>
                  <a:pt x="55327" y="55743"/>
                </a:lnTo>
                <a:lnTo>
                  <a:pt x="55741" y="55328"/>
                </a:lnTo>
                <a:lnTo>
                  <a:pt x="51865" y="59386"/>
                </a:lnTo>
                <a:lnTo>
                  <a:pt x="52263" y="58956"/>
                </a:lnTo>
                <a:lnTo>
                  <a:pt x="48569" y="63213"/>
                </a:lnTo>
                <a:lnTo>
                  <a:pt x="48949" y="62749"/>
                </a:lnTo>
                <a:lnTo>
                  <a:pt x="45471" y="67172"/>
                </a:lnTo>
                <a:lnTo>
                  <a:pt x="45835" y="66708"/>
                </a:lnTo>
                <a:lnTo>
                  <a:pt x="42556" y="71297"/>
                </a:lnTo>
                <a:lnTo>
                  <a:pt x="42903" y="70800"/>
                </a:lnTo>
                <a:lnTo>
                  <a:pt x="39856" y="75554"/>
                </a:lnTo>
                <a:lnTo>
                  <a:pt x="40153" y="75040"/>
                </a:lnTo>
                <a:lnTo>
                  <a:pt x="37337" y="79944"/>
                </a:lnTo>
                <a:lnTo>
                  <a:pt x="37619" y="79431"/>
                </a:lnTo>
                <a:lnTo>
                  <a:pt x="35035" y="84483"/>
                </a:lnTo>
                <a:lnTo>
                  <a:pt x="35300" y="83936"/>
                </a:lnTo>
                <a:lnTo>
                  <a:pt x="32947" y="89121"/>
                </a:lnTo>
                <a:lnTo>
                  <a:pt x="33196" y="88558"/>
                </a:lnTo>
                <a:lnTo>
                  <a:pt x="31092" y="93875"/>
                </a:lnTo>
                <a:lnTo>
                  <a:pt x="31308" y="93312"/>
                </a:lnTo>
                <a:lnTo>
                  <a:pt x="29452" y="98745"/>
                </a:lnTo>
                <a:lnTo>
                  <a:pt x="29651" y="98166"/>
                </a:lnTo>
                <a:lnTo>
                  <a:pt x="28060" y="103731"/>
                </a:lnTo>
                <a:lnTo>
                  <a:pt x="28210" y="103135"/>
                </a:lnTo>
                <a:lnTo>
                  <a:pt x="26918" y="108800"/>
                </a:lnTo>
                <a:lnTo>
                  <a:pt x="27033" y="108187"/>
                </a:lnTo>
                <a:lnTo>
                  <a:pt x="26007" y="113952"/>
                </a:lnTo>
                <a:lnTo>
                  <a:pt x="26105" y="113339"/>
                </a:lnTo>
                <a:lnTo>
                  <a:pt x="25361" y="119203"/>
                </a:lnTo>
                <a:lnTo>
                  <a:pt x="25410" y="118574"/>
                </a:lnTo>
                <a:lnTo>
                  <a:pt x="24963" y="124537"/>
                </a:lnTo>
                <a:lnTo>
                  <a:pt x="24996" y="123908"/>
                </a:lnTo>
                <a:lnTo>
                  <a:pt x="24847" y="129937"/>
                </a:ln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76">
            <a:extLst xmlns:a="http://schemas.openxmlformats.org/drawingml/2006/main">
              <a:ext uri="{FF2B5EF4-FFF2-40B4-BE49-F238E27FC236}">
                <a16:creationId xmlns:a16="http://schemas.microsoft.com/office/drawing/2014/main" id="{5E26DFD6-699B-4ECB-91A7-0E5BDB5A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8457" y="4567966"/>
            <a:ext cx="184039" cy="184039"/>
          </a:xfrm>
          <a:custGeom xmlns:a="http://schemas.openxmlformats.org/drawingml/2006/main">
            <a:pathLst>
              <a:path w="184039" h="184039">
                <a:moveTo>
                  <a:pt x="17559" y="0"/>
                </a:moveTo>
                <a:lnTo>
                  <a:pt x="184039" y="166480"/>
                </a:lnTo>
                <a:lnTo>
                  <a:pt x="166480" y="184039"/>
                </a:lnTo>
                <a:lnTo>
                  <a:pt x="0" y="17559"/>
                </a:lnTo>
                <a:lnTo>
                  <a:pt x="17559" y="0"/>
                </a:ln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77">
            <a:extLst xmlns:a="http://schemas.openxmlformats.org/drawingml/2006/main">
              <a:ext uri="{FF2B5EF4-FFF2-40B4-BE49-F238E27FC236}">
                <a16:creationId xmlns:a16="http://schemas.microsoft.com/office/drawing/2014/main" id="{DD8F1310-A74D-4307-84A9-3F90F35A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1128" y="3601219"/>
            <a:ext cx="471231" cy="235442"/>
          </a:xfrm>
          <a:custGeom xmlns:a="http://schemas.openxmlformats.org/drawingml/2006/main">
            <a:pathLst>
              <a:path w="471231" h="235442">
                <a:moveTo>
                  <a:pt x="0" y="39757"/>
                </a:moveTo>
                <a:cubicBezTo>
                  <a:pt x="663" y="18189"/>
                  <a:pt x="18189" y="663"/>
                  <a:pt x="39756" y="0"/>
                </a:cubicBezTo>
                <a:lnTo>
                  <a:pt x="431358" y="0"/>
                </a:lnTo>
                <a:cubicBezTo>
                  <a:pt x="453705" y="663"/>
                  <a:pt x="471231" y="18189"/>
                  <a:pt x="471114" y="39757"/>
                </a:cubicBezTo>
                <a:lnTo>
                  <a:pt x="471114" y="196795"/>
                </a:lnTo>
                <a:cubicBezTo>
                  <a:pt x="471231" y="217932"/>
                  <a:pt x="453705" y="235442"/>
                  <a:pt x="431358" y="234564"/>
                </a:cubicBezTo>
                <a:lnTo>
                  <a:pt x="39756" y="234564"/>
                </a:lnTo>
                <a:cubicBezTo>
                  <a:pt x="18189" y="235442"/>
                  <a:pt x="663" y="217932"/>
                  <a:pt x="0" y="196795"/>
                </a:cubicBezTo>
                <a:lnTo>
                  <a:pt x="0" y="39757"/>
                </a:lnTo>
              </a:path>
            </a:pathLst>
          </a:custGeom>
          <a:solidFill xmlns:a="http://schemas.openxmlformats.org/drawingml/2006/main">
            <a:srgbClr val="C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C7D129AC-77D9-4B1F-9FC6-4B19CE0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6273" y="3622271"/>
            <a:ext cx="298440" cy="183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pour</a:t>
            </a:r>
          </a:p>
        </p:txBody>
      </p:sp>
      <p:sp>
        <p:nvSpPr>
          <p:cNvPr id="88" name="pdf-path-79">
            <a:extLst xmlns:a="http://schemas.openxmlformats.org/drawingml/2006/main">
              <a:ext uri="{FF2B5EF4-FFF2-40B4-BE49-F238E27FC236}">
                <a16:creationId xmlns:a16="http://schemas.microsoft.com/office/drawing/2014/main" id="{A847DB54-EADC-43B3-B317-C7F75291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2618" y="3859637"/>
            <a:ext cx="470569" cy="235442"/>
          </a:xfrm>
          <a:custGeom xmlns:a="http://schemas.openxmlformats.org/drawingml/2006/main">
            <a:pathLst>
              <a:path w="470569" h="235442">
                <a:moveTo>
                  <a:pt x="497" y="39756"/>
                </a:moveTo>
                <a:cubicBezTo>
                  <a:pt x="0" y="18189"/>
                  <a:pt x="17526" y="663"/>
                  <a:pt x="38266" y="0"/>
                </a:cubicBezTo>
                <a:lnTo>
                  <a:pt x="431855" y="0"/>
                </a:lnTo>
                <a:cubicBezTo>
                  <a:pt x="453043" y="663"/>
                  <a:pt x="470569" y="18189"/>
                  <a:pt x="469624" y="39756"/>
                </a:cubicBezTo>
                <a:lnTo>
                  <a:pt x="469624" y="196795"/>
                </a:lnTo>
                <a:cubicBezTo>
                  <a:pt x="470569" y="217932"/>
                  <a:pt x="453043" y="235442"/>
                  <a:pt x="431855" y="234563"/>
                </a:cubicBezTo>
                <a:lnTo>
                  <a:pt x="38266" y="234563"/>
                </a:lnTo>
                <a:cubicBezTo>
                  <a:pt x="17526" y="235442"/>
                  <a:pt x="0" y="217932"/>
                  <a:pt x="497" y="196795"/>
                </a:cubicBezTo>
                <a:lnTo>
                  <a:pt x="497" y="39756"/>
                </a:lnTo>
              </a:path>
            </a:pathLst>
          </a:custGeom>
          <a:solidFill xmlns:a="http://schemas.openxmlformats.org/drawingml/2006/main">
            <a:srgbClr val="80C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8F46F8DB-3E38-4969-AFD5-FD902681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0806" y="3880689"/>
            <a:ext cx="315392" cy="183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align</a:t>
            </a:r>
          </a:p>
        </p:txBody>
      </p:sp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7AF311B-BF62-4764-8D1D-29E65F343C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ed653e05f4735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1023" y="494248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91" name="source-pdf-photo-24">
            <a:extLst xmlns:a="http://schemas.openxmlformats.org/drawingml/2006/main">
              <a:ext uri="{FF2B5EF4-FFF2-40B4-BE49-F238E27FC236}">
                <a16:creationId xmlns:a16="http://schemas.microsoft.com/office/drawing/2014/main" id="{3E408CDE-E972-458C-8997-EE236013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023" y="494248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EF7FCF7-8D0F-4B38-97AE-8CB206A808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fe6dc27c6485b"/>
          <a:srcRect xmlns:a="http://schemas.openxmlformats.org/drawingml/2006/main" l="13" t="0" r="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7020" y="321970"/>
            <a:ext cx="1460224" cy="1514889"/>
          </a:xfrm>
          <a:prstGeom xmlns:a="http://schemas.openxmlformats.org/drawingml/2006/main" prst="rect">
            <a:avLst/>
          </a:prstGeom>
        </p:spPr>
      </p:pic>
      <p:sp>
        <p:nvSpPr>
          <p:cNvPr id="93" name="source-pdf-photo-25">
            <a:extLst xmlns:a="http://schemas.openxmlformats.org/drawingml/2006/main">
              <a:ext uri="{FF2B5EF4-FFF2-40B4-BE49-F238E27FC236}">
                <a16:creationId xmlns:a16="http://schemas.microsoft.com/office/drawing/2014/main" id="{3EC3E3E5-FEDB-42D5-A95C-C4617B45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020" y="321970"/>
            <a:ext cx="1460224" cy="1514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849FDFE-A68D-4397-BEE9-DD0E6DFC3B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181d675a44ac3"/>
          <a:srcRect xmlns:a="http://schemas.openxmlformats.org/drawingml/2006/main" l="0" t="101" r="0" b="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1226" y="321970"/>
            <a:ext cx="1463537" cy="1514889"/>
          </a:xfrm>
          <a:prstGeom xmlns:a="http://schemas.openxmlformats.org/drawingml/2006/main" prst="rect">
            <a:avLst/>
          </a:prstGeom>
        </p:spPr>
      </p:pic>
      <p:sp>
        <p:nvSpPr>
          <p:cNvPr id="95" name="source-pdf-photo-26">
            <a:extLst xmlns:a="http://schemas.openxmlformats.org/drawingml/2006/main">
              <a:ext uri="{FF2B5EF4-FFF2-40B4-BE49-F238E27FC236}">
                <a16:creationId xmlns:a16="http://schemas.microsoft.com/office/drawing/2014/main" id="{7E5CC2F5-B4AE-4E17-8A6B-5EFA2B6E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1226" y="321970"/>
            <a:ext cx="1463537" cy="1514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845DCA2-1D3D-4D30-825D-9A5A7876A0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d97efc0e2443d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1023" y="494248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97" name="source-pdf-photo-27">
            <a:extLst xmlns:a="http://schemas.openxmlformats.org/drawingml/2006/main">
              <a:ext uri="{FF2B5EF4-FFF2-40B4-BE49-F238E27FC236}">
                <a16:creationId xmlns:a16="http://schemas.microsoft.com/office/drawing/2014/main" id="{4EACEDAF-5A9E-4A68-8391-ACD9A649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023" y="494248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1400DE4-03D8-48FF-A26A-8655D72BF9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9f50cedcd4f17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1023" y="2010959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99" name="source-pdf-photo-28">
            <a:extLst xmlns:a="http://schemas.openxmlformats.org/drawingml/2006/main">
              <a:ext uri="{FF2B5EF4-FFF2-40B4-BE49-F238E27FC236}">
                <a16:creationId xmlns:a16="http://schemas.microsoft.com/office/drawing/2014/main" id="{F79BF136-4409-4B32-8F8F-FDAF9BC8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023" y="2010959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4FEA5F6-8F6F-49C1-8001-55BDF42C7B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e1f353221454b"/>
          <a:srcRect xmlns:a="http://schemas.openxmlformats.org/drawingml/2006/main" l="13" t="0" r="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7020" y="1839343"/>
            <a:ext cx="1460224" cy="1514889"/>
          </a:xfrm>
          <a:prstGeom xmlns:a="http://schemas.openxmlformats.org/drawingml/2006/main" prst="rect">
            <a:avLst/>
          </a:prstGeom>
        </p:spPr>
      </p:pic>
      <p:sp>
        <p:nvSpPr>
          <p:cNvPr id="101" name="source-pdf-photo-29">
            <a:extLst xmlns:a="http://schemas.openxmlformats.org/drawingml/2006/main">
              <a:ext uri="{FF2B5EF4-FFF2-40B4-BE49-F238E27FC236}">
                <a16:creationId xmlns:a16="http://schemas.microsoft.com/office/drawing/2014/main" id="{C7B7E732-C47C-4924-A47B-D2FAF262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020" y="1839343"/>
            <a:ext cx="1460224" cy="1514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86CDC45-169E-4C0C-A7CB-E62E85EE83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b7d490cc04ba3"/>
          <a:srcRect xmlns:a="http://schemas.openxmlformats.org/drawingml/2006/main" l="0" t="101" r="0" b="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1226" y="1839343"/>
            <a:ext cx="1463537" cy="1514889"/>
          </a:xfrm>
          <a:prstGeom xmlns:a="http://schemas.openxmlformats.org/drawingml/2006/main" prst="rect">
            <a:avLst/>
          </a:prstGeom>
        </p:spPr>
      </p:pic>
      <p:sp>
        <p:nvSpPr>
          <p:cNvPr id="103" name="source-pdf-photo-30">
            <a:extLst xmlns:a="http://schemas.openxmlformats.org/drawingml/2006/main">
              <a:ext uri="{FF2B5EF4-FFF2-40B4-BE49-F238E27FC236}">
                <a16:creationId xmlns:a16="http://schemas.microsoft.com/office/drawing/2014/main" id="{B12EEB94-BE83-49AA-BF7E-FCB538BA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1226" y="1839343"/>
            <a:ext cx="1463537" cy="1514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3567954-DCB6-4190-A772-3E07DB10A9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fa7ecba8c47cf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1023" y="2010959"/>
            <a:ext cx="2711394" cy="1409368"/>
          </a:xfrm>
          <a:prstGeom xmlns:a="http://schemas.openxmlformats.org/drawingml/2006/main" prst="rect">
            <a:avLst/>
          </a:prstGeom>
        </p:spPr>
      </p:pic>
      <p:sp>
        <p:nvSpPr>
          <p:cNvPr id="105" name="source-pdf-photo-31">
            <a:extLst xmlns:a="http://schemas.openxmlformats.org/drawingml/2006/main">
              <a:ext uri="{FF2B5EF4-FFF2-40B4-BE49-F238E27FC236}">
                <a16:creationId xmlns:a16="http://schemas.microsoft.com/office/drawing/2014/main" id="{9DF845E0-6FCB-43F5-8CFC-C313E324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1023" y="2010959"/>
            <a:ext cx="2711394" cy="1409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pdf-path-91">
            <a:extLst xmlns:a="http://schemas.openxmlformats.org/drawingml/2006/main">
              <a:ext uri="{FF2B5EF4-FFF2-40B4-BE49-F238E27FC236}">
                <a16:creationId xmlns:a16="http://schemas.microsoft.com/office/drawing/2014/main" id="{03C3A1F6-B5B9-44E1-B6E8-DAC53C94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91" y="4956088"/>
            <a:ext cx="11064735" cy="9940"/>
          </a:xfrm>
          <a:custGeom xmlns:a="http://schemas.openxmlformats.org/drawingml/2006/main">
            <a:pathLst>
              <a:path w="11064735" h="9940">
                <a:moveTo>
                  <a:pt x="0" y="0"/>
                </a:moveTo>
                <a:lnTo>
                  <a:pt x="11064735" y="0"/>
                </a:lnTo>
                <a:lnTo>
                  <a:pt x="11064735" y="9940"/>
                </a:lnTo>
                <a:lnTo>
                  <a:pt x="0" y="994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92">
            <a:extLst xmlns:a="http://schemas.openxmlformats.org/drawingml/2006/main">
              <a:ext uri="{FF2B5EF4-FFF2-40B4-BE49-F238E27FC236}">
                <a16:creationId xmlns:a16="http://schemas.microsoft.com/office/drawing/2014/main" id="{00462F28-CBAE-446E-B9A8-4493E667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3" y="529035"/>
            <a:ext cx="165652" cy="4372388"/>
          </a:xfrm>
          <a:custGeom xmlns:a="http://schemas.openxmlformats.org/drawingml/2006/main">
            <a:pathLst>
              <a:path w="165652" h="4372388">
                <a:moveTo>
                  <a:pt x="0" y="165652"/>
                </a:moveTo>
                <a:lnTo>
                  <a:pt x="82826" y="82826"/>
                </a:lnTo>
                <a:lnTo>
                  <a:pt x="165652" y="165652"/>
                </a:lnTo>
                <a:lnTo>
                  <a:pt x="82826" y="0"/>
                </a:lnTo>
                <a:lnTo>
                  <a:pt x="0" y="165652"/>
                </a:lnTo>
                <a:moveTo>
                  <a:pt x="99391" y="4372388"/>
                </a:moveTo>
                <a:lnTo>
                  <a:pt x="99391" y="62120"/>
                </a:lnTo>
                <a:lnTo>
                  <a:pt x="66261" y="62120"/>
                </a:lnTo>
                <a:lnTo>
                  <a:pt x="66261" y="4372388"/>
                </a:lnTo>
                <a:lnTo>
                  <a:pt x="99391" y="4372388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93">
            <a:extLst xmlns:a="http://schemas.openxmlformats.org/drawingml/2006/main">
              <a:ext uri="{FF2B5EF4-FFF2-40B4-BE49-F238E27FC236}">
                <a16:creationId xmlns:a16="http://schemas.microsoft.com/office/drawing/2014/main" id="{E88D9FF0-FE38-43D3-A568-D9B6975E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4467" y="3560469"/>
            <a:ext cx="9940" cy="1353378"/>
          </a:xfrm>
          <a:custGeom xmlns:a="http://schemas.openxmlformats.org/drawingml/2006/main">
            <a:pathLst>
              <a:path w="9940" h="1353378">
                <a:moveTo>
                  <a:pt x="9940" y="0"/>
                </a:moveTo>
                <a:lnTo>
                  <a:pt x="9940" y="1353378"/>
                </a:lnTo>
                <a:lnTo>
                  <a:pt x="0" y="1353378"/>
                </a:lnTo>
                <a:lnTo>
                  <a:pt x="0" y="0"/>
                </a:lnTo>
                <a:lnTo>
                  <a:pt x="9940" y="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C0C29ED3-D3CD-4DA5-B42A-D2ABDD21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8115" y="1483191"/>
            <a:ext cx="137060" cy="333789"/>
          </a:xfrm>
          <a:custGeom xmlns:a="http://schemas.openxmlformats.org/drawingml/2006/main">
            <a:pathLst>
              <a:path w="137060" h="333789">
                <a:moveTo>
                  <a:pt x="53904" y="76465"/>
                </a:moveTo>
                <a:lnTo>
                  <a:pt x="109015" y="21071"/>
                </a:lnTo>
                <a:lnTo>
                  <a:pt x="95333" y="17957"/>
                </a:lnTo>
                <a:lnTo>
                  <a:pt x="120960" y="91771"/>
                </a:lnTo>
                <a:lnTo>
                  <a:pt x="122185" y="94057"/>
                </a:lnTo>
                <a:lnTo>
                  <a:pt x="124041" y="95846"/>
                </a:lnTo>
                <a:lnTo>
                  <a:pt x="126376" y="96973"/>
                </a:lnTo>
                <a:lnTo>
                  <a:pt x="128944" y="97337"/>
                </a:lnTo>
                <a:lnTo>
                  <a:pt x="131495" y="96873"/>
                </a:lnTo>
                <a:lnTo>
                  <a:pt x="133781" y="95648"/>
                </a:lnTo>
                <a:lnTo>
                  <a:pt x="135570" y="93792"/>
                </a:lnTo>
                <a:lnTo>
                  <a:pt x="136713" y="91456"/>
                </a:lnTo>
                <a:lnTo>
                  <a:pt x="137060" y="88889"/>
                </a:lnTo>
                <a:lnTo>
                  <a:pt x="136597" y="86338"/>
                </a:lnTo>
                <a:lnTo>
                  <a:pt x="106631" y="0"/>
                </a:lnTo>
                <a:lnTo>
                  <a:pt x="42160" y="64770"/>
                </a:lnTo>
                <a:lnTo>
                  <a:pt x="40635" y="66874"/>
                </a:lnTo>
                <a:lnTo>
                  <a:pt x="39840" y="69342"/>
                </a:lnTo>
                <a:lnTo>
                  <a:pt x="39857" y="71926"/>
                </a:lnTo>
                <a:lnTo>
                  <a:pt x="40652" y="74394"/>
                </a:lnTo>
                <a:lnTo>
                  <a:pt x="42192" y="76481"/>
                </a:lnTo>
                <a:lnTo>
                  <a:pt x="44296" y="78005"/>
                </a:lnTo>
                <a:lnTo>
                  <a:pt x="46747" y="78801"/>
                </a:lnTo>
                <a:lnTo>
                  <a:pt x="49349" y="78801"/>
                </a:lnTo>
                <a:lnTo>
                  <a:pt x="51817" y="77989"/>
                </a:lnTo>
                <a:lnTo>
                  <a:pt x="53904" y="76465"/>
                </a:lnTo>
                <a:moveTo>
                  <a:pt x="83158" y="257324"/>
                </a:moveTo>
                <a:lnTo>
                  <a:pt x="28045" y="312718"/>
                </a:lnTo>
                <a:lnTo>
                  <a:pt x="41729" y="315832"/>
                </a:lnTo>
                <a:lnTo>
                  <a:pt x="16101" y="242018"/>
                </a:lnTo>
                <a:lnTo>
                  <a:pt x="14876" y="239732"/>
                </a:lnTo>
                <a:lnTo>
                  <a:pt x="13021" y="237943"/>
                </a:lnTo>
                <a:lnTo>
                  <a:pt x="10684" y="236816"/>
                </a:lnTo>
                <a:lnTo>
                  <a:pt x="8117" y="236452"/>
                </a:lnTo>
                <a:lnTo>
                  <a:pt x="5566" y="236916"/>
                </a:lnTo>
                <a:lnTo>
                  <a:pt x="3281" y="238141"/>
                </a:lnTo>
                <a:lnTo>
                  <a:pt x="1491" y="239997"/>
                </a:lnTo>
                <a:lnTo>
                  <a:pt x="349" y="242332"/>
                </a:lnTo>
                <a:lnTo>
                  <a:pt x="0" y="244900"/>
                </a:lnTo>
                <a:lnTo>
                  <a:pt x="464" y="247451"/>
                </a:lnTo>
                <a:lnTo>
                  <a:pt x="30431" y="333789"/>
                </a:lnTo>
                <a:lnTo>
                  <a:pt x="94902" y="269019"/>
                </a:lnTo>
                <a:lnTo>
                  <a:pt x="96427" y="266915"/>
                </a:lnTo>
                <a:lnTo>
                  <a:pt x="97222" y="264447"/>
                </a:lnTo>
                <a:lnTo>
                  <a:pt x="97205" y="261863"/>
                </a:lnTo>
                <a:lnTo>
                  <a:pt x="96394" y="259394"/>
                </a:lnTo>
                <a:lnTo>
                  <a:pt x="94869" y="257307"/>
                </a:lnTo>
                <a:lnTo>
                  <a:pt x="92766" y="255783"/>
                </a:lnTo>
                <a:lnTo>
                  <a:pt x="90314" y="254988"/>
                </a:lnTo>
                <a:lnTo>
                  <a:pt x="87713" y="254988"/>
                </a:lnTo>
                <a:lnTo>
                  <a:pt x="85245" y="255800"/>
                </a:lnTo>
                <a:lnTo>
                  <a:pt x="83158" y="257324"/>
                </a:lnTo>
                <a:moveTo>
                  <a:pt x="95085" y="13385"/>
                </a:moveTo>
                <a:lnTo>
                  <a:pt x="25825" y="316710"/>
                </a:lnTo>
                <a:lnTo>
                  <a:pt x="41977" y="320404"/>
                </a:lnTo>
                <a:lnTo>
                  <a:pt x="111219" y="17078"/>
                </a:lnTo>
                <a:lnTo>
                  <a:pt x="95085" y="13385"/>
                </a:ln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3A6A69D6-FE51-4C83-955B-EA990C1D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0692" y="1087813"/>
            <a:ext cx="507723" cy="111583"/>
          </a:xfrm>
          <a:custGeom xmlns:a="http://schemas.openxmlformats.org/drawingml/2006/main">
            <a:pathLst>
              <a:path w="507723" h="111583">
                <a:moveTo>
                  <a:pt x="420259" y="15405"/>
                </a:moveTo>
                <a:lnTo>
                  <a:pt x="487978" y="54417"/>
                </a:lnTo>
                <a:lnTo>
                  <a:pt x="487464" y="40386"/>
                </a:lnTo>
                <a:lnTo>
                  <a:pt x="422727" y="84134"/>
                </a:lnTo>
                <a:lnTo>
                  <a:pt x="420839" y="85907"/>
                </a:lnTo>
                <a:lnTo>
                  <a:pt x="419579" y="88176"/>
                </a:lnTo>
                <a:lnTo>
                  <a:pt x="419100" y="90727"/>
                </a:lnTo>
                <a:lnTo>
                  <a:pt x="419415" y="93295"/>
                </a:lnTo>
                <a:lnTo>
                  <a:pt x="420507" y="95647"/>
                </a:lnTo>
                <a:lnTo>
                  <a:pt x="422280" y="97536"/>
                </a:lnTo>
                <a:lnTo>
                  <a:pt x="424549" y="98795"/>
                </a:lnTo>
                <a:lnTo>
                  <a:pt x="427101" y="99275"/>
                </a:lnTo>
                <a:lnTo>
                  <a:pt x="429668" y="98960"/>
                </a:lnTo>
                <a:lnTo>
                  <a:pt x="432003" y="97867"/>
                </a:lnTo>
                <a:lnTo>
                  <a:pt x="507723" y="46681"/>
                </a:lnTo>
                <a:lnTo>
                  <a:pt x="428541" y="1060"/>
                </a:lnTo>
                <a:lnTo>
                  <a:pt x="426123" y="132"/>
                </a:lnTo>
                <a:lnTo>
                  <a:pt x="423522" y="0"/>
                </a:lnTo>
                <a:lnTo>
                  <a:pt x="421021" y="662"/>
                </a:lnTo>
                <a:lnTo>
                  <a:pt x="418850" y="2087"/>
                </a:lnTo>
                <a:lnTo>
                  <a:pt x="417227" y="4091"/>
                </a:lnTo>
                <a:lnTo>
                  <a:pt x="416300" y="6510"/>
                </a:lnTo>
                <a:lnTo>
                  <a:pt x="416167" y="9111"/>
                </a:lnTo>
                <a:lnTo>
                  <a:pt x="416830" y="11612"/>
                </a:lnTo>
                <a:lnTo>
                  <a:pt x="418255" y="13782"/>
                </a:lnTo>
                <a:lnTo>
                  <a:pt x="420259" y="15405"/>
                </a:lnTo>
                <a:moveTo>
                  <a:pt x="87447" y="96177"/>
                </a:moveTo>
                <a:lnTo>
                  <a:pt x="19746" y="57166"/>
                </a:lnTo>
                <a:lnTo>
                  <a:pt x="20259" y="71197"/>
                </a:lnTo>
                <a:lnTo>
                  <a:pt x="84995" y="27448"/>
                </a:lnTo>
                <a:lnTo>
                  <a:pt x="86884" y="25676"/>
                </a:lnTo>
                <a:lnTo>
                  <a:pt x="88143" y="23406"/>
                </a:lnTo>
                <a:lnTo>
                  <a:pt x="88623" y="20855"/>
                </a:lnTo>
                <a:lnTo>
                  <a:pt x="88309" y="18288"/>
                </a:lnTo>
                <a:lnTo>
                  <a:pt x="87215" y="15936"/>
                </a:lnTo>
                <a:lnTo>
                  <a:pt x="85442" y="14047"/>
                </a:lnTo>
                <a:lnTo>
                  <a:pt x="83173" y="12788"/>
                </a:lnTo>
                <a:lnTo>
                  <a:pt x="80622" y="12308"/>
                </a:lnTo>
                <a:lnTo>
                  <a:pt x="78055" y="12622"/>
                </a:lnTo>
                <a:lnTo>
                  <a:pt x="75719" y="13716"/>
                </a:lnTo>
                <a:lnTo>
                  <a:pt x="0" y="64902"/>
                </a:lnTo>
                <a:lnTo>
                  <a:pt x="79181" y="110523"/>
                </a:lnTo>
                <a:lnTo>
                  <a:pt x="81600" y="111451"/>
                </a:lnTo>
                <a:lnTo>
                  <a:pt x="84201" y="111583"/>
                </a:lnTo>
                <a:lnTo>
                  <a:pt x="86702" y="110920"/>
                </a:lnTo>
                <a:lnTo>
                  <a:pt x="88872" y="109496"/>
                </a:lnTo>
                <a:lnTo>
                  <a:pt x="90495" y="107492"/>
                </a:lnTo>
                <a:lnTo>
                  <a:pt x="91423" y="105073"/>
                </a:lnTo>
                <a:lnTo>
                  <a:pt x="91555" y="102472"/>
                </a:lnTo>
                <a:lnTo>
                  <a:pt x="90876" y="99971"/>
                </a:lnTo>
                <a:lnTo>
                  <a:pt x="89469" y="97801"/>
                </a:lnTo>
                <a:lnTo>
                  <a:pt x="87447" y="96177"/>
                </a:lnTo>
                <a:moveTo>
                  <a:pt x="491804" y="38961"/>
                </a:moveTo>
                <a:lnTo>
                  <a:pt x="15323" y="56056"/>
                </a:lnTo>
                <a:lnTo>
                  <a:pt x="15919" y="72622"/>
                </a:lnTo>
                <a:lnTo>
                  <a:pt x="492400" y="55526"/>
                </a:lnTo>
                <a:lnTo>
                  <a:pt x="491804" y="38961"/>
                </a:ln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15D2B925-7D4C-4CB1-AEAE-685905DB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5866" y="2452985"/>
            <a:ext cx="472108" cy="116983"/>
          </a:xfrm>
          <a:custGeom xmlns:a="http://schemas.openxmlformats.org/drawingml/2006/main">
            <a:pathLst>
              <a:path w="472108" h="116983">
                <a:moveTo>
                  <a:pt x="383982" y="101495"/>
                </a:moveTo>
                <a:lnTo>
                  <a:pt x="452528" y="63991"/>
                </a:lnTo>
                <a:lnTo>
                  <a:pt x="451717" y="78006"/>
                </a:lnTo>
                <a:lnTo>
                  <a:pt x="387957" y="32832"/>
                </a:lnTo>
                <a:lnTo>
                  <a:pt x="386102" y="31027"/>
                </a:lnTo>
                <a:lnTo>
                  <a:pt x="384910" y="28741"/>
                </a:lnTo>
                <a:lnTo>
                  <a:pt x="384461" y="26173"/>
                </a:lnTo>
                <a:lnTo>
                  <a:pt x="384843" y="23622"/>
                </a:lnTo>
                <a:lnTo>
                  <a:pt x="385986" y="21286"/>
                </a:lnTo>
                <a:lnTo>
                  <a:pt x="387808" y="19431"/>
                </a:lnTo>
                <a:lnTo>
                  <a:pt x="390094" y="18238"/>
                </a:lnTo>
                <a:lnTo>
                  <a:pt x="392645" y="17791"/>
                </a:lnTo>
                <a:lnTo>
                  <a:pt x="395213" y="18172"/>
                </a:lnTo>
                <a:lnTo>
                  <a:pt x="397532" y="19315"/>
                </a:lnTo>
                <a:lnTo>
                  <a:pt x="472108" y="72158"/>
                </a:lnTo>
                <a:lnTo>
                  <a:pt x="391932" y="116039"/>
                </a:lnTo>
                <a:lnTo>
                  <a:pt x="389498" y="116900"/>
                </a:lnTo>
                <a:lnTo>
                  <a:pt x="386914" y="116983"/>
                </a:lnTo>
                <a:lnTo>
                  <a:pt x="384428" y="116254"/>
                </a:lnTo>
                <a:lnTo>
                  <a:pt x="382275" y="114797"/>
                </a:lnTo>
                <a:lnTo>
                  <a:pt x="380701" y="112743"/>
                </a:lnTo>
                <a:lnTo>
                  <a:pt x="379824" y="110308"/>
                </a:lnTo>
                <a:lnTo>
                  <a:pt x="379740" y="107707"/>
                </a:lnTo>
                <a:lnTo>
                  <a:pt x="380469" y="105222"/>
                </a:lnTo>
                <a:lnTo>
                  <a:pt x="381943" y="103086"/>
                </a:lnTo>
                <a:lnTo>
                  <a:pt x="383982" y="101495"/>
                </a:lnTo>
                <a:moveTo>
                  <a:pt x="88127" y="15488"/>
                </a:moveTo>
                <a:lnTo>
                  <a:pt x="19579" y="52992"/>
                </a:lnTo>
                <a:lnTo>
                  <a:pt x="20392" y="38978"/>
                </a:lnTo>
                <a:lnTo>
                  <a:pt x="84151" y="84151"/>
                </a:lnTo>
                <a:lnTo>
                  <a:pt x="86006" y="85957"/>
                </a:lnTo>
                <a:lnTo>
                  <a:pt x="87199" y="88243"/>
                </a:lnTo>
                <a:lnTo>
                  <a:pt x="87646" y="90811"/>
                </a:lnTo>
                <a:lnTo>
                  <a:pt x="87265" y="93361"/>
                </a:lnTo>
                <a:lnTo>
                  <a:pt x="86122" y="95697"/>
                </a:lnTo>
                <a:lnTo>
                  <a:pt x="84300" y="97552"/>
                </a:lnTo>
                <a:lnTo>
                  <a:pt x="82014" y="98745"/>
                </a:lnTo>
                <a:lnTo>
                  <a:pt x="79464" y="99176"/>
                </a:lnTo>
                <a:lnTo>
                  <a:pt x="76896" y="98812"/>
                </a:lnTo>
                <a:lnTo>
                  <a:pt x="74576" y="97668"/>
                </a:lnTo>
                <a:lnTo>
                  <a:pt x="0" y="44825"/>
                </a:lnTo>
                <a:lnTo>
                  <a:pt x="80175" y="944"/>
                </a:lnTo>
                <a:lnTo>
                  <a:pt x="82610" y="83"/>
                </a:lnTo>
                <a:lnTo>
                  <a:pt x="85195" y="0"/>
                </a:lnTo>
                <a:lnTo>
                  <a:pt x="87680" y="729"/>
                </a:lnTo>
                <a:lnTo>
                  <a:pt x="89832" y="2186"/>
                </a:lnTo>
                <a:lnTo>
                  <a:pt x="91406" y="4241"/>
                </a:lnTo>
                <a:lnTo>
                  <a:pt x="92284" y="6676"/>
                </a:lnTo>
                <a:lnTo>
                  <a:pt x="92367" y="9277"/>
                </a:lnTo>
                <a:lnTo>
                  <a:pt x="91638" y="11761"/>
                </a:lnTo>
                <a:lnTo>
                  <a:pt x="90164" y="13898"/>
                </a:lnTo>
                <a:lnTo>
                  <a:pt x="88127" y="15488"/>
                </a:lnTo>
                <a:moveTo>
                  <a:pt x="456024" y="79530"/>
                </a:moveTo>
                <a:lnTo>
                  <a:pt x="15124" y="54003"/>
                </a:lnTo>
                <a:lnTo>
                  <a:pt x="16084" y="37454"/>
                </a:lnTo>
                <a:lnTo>
                  <a:pt x="456984" y="62980"/>
                </a:lnTo>
                <a:lnTo>
                  <a:pt x="456024" y="79530"/>
                </a:ln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5B55A7C8-8384-44BC-8632-7C9837BF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4429" y="2748773"/>
            <a:ext cx="162173" cy="332133"/>
          </a:xfrm>
          <a:custGeom xmlns:a="http://schemas.openxmlformats.org/drawingml/2006/main">
            <a:pathLst>
              <a:path w="162173" h="332133">
                <a:moveTo>
                  <a:pt x="81566" y="68349"/>
                </a:moveTo>
                <a:lnTo>
                  <a:pt x="143868" y="21204"/>
                </a:lnTo>
                <a:lnTo>
                  <a:pt x="130748" y="16201"/>
                </a:lnTo>
                <a:lnTo>
                  <a:pt x="145822" y="92865"/>
                </a:lnTo>
                <a:lnTo>
                  <a:pt x="146717" y="95300"/>
                </a:lnTo>
                <a:lnTo>
                  <a:pt x="148308" y="97338"/>
                </a:lnTo>
                <a:lnTo>
                  <a:pt x="150461" y="98779"/>
                </a:lnTo>
                <a:lnTo>
                  <a:pt x="152963" y="99491"/>
                </a:lnTo>
                <a:lnTo>
                  <a:pt x="155547" y="99392"/>
                </a:lnTo>
                <a:lnTo>
                  <a:pt x="157982" y="98513"/>
                </a:lnTo>
                <a:lnTo>
                  <a:pt x="160019" y="96907"/>
                </a:lnTo>
                <a:lnTo>
                  <a:pt x="161460" y="94753"/>
                </a:lnTo>
                <a:lnTo>
                  <a:pt x="162173" y="92269"/>
                </a:lnTo>
                <a:lnTo>
                  <a:pt x="162074" y="89668"/>
                </a:lnTo>
                <a:lnTo>
                  <a:pt x="144448" y="0"/>
                </a:lnTo>
                <a:lnTo>
                  <a:pt x="71561" y="55146"/>
                </a:lnTo>
                <a:lnTo>
                  <a:pt x="69772" y="57001"/>
                </a:lnTo>
                <a:lnTo>
                  <a:pt x="68645" y="59337"/>
                </a:lnTo>
                <a:lnTo>
                  <a:pt x="68281" y="61904"/>
                </a:lnTo>
                <a:lnTo>
                  <a:pt x="68745" y="64456"/>
                </a:lnTo>
                <a:lnTo>
                  <a:pt x="69954" y="66742"/>
                </a:lnTo>
                <a:lnTo>
                  <a:pt x="71826" y="68547"/>
                </a:lnTo>
                <a:lnTo>
                  <a:pt x="74162" y="69673"/>
                </a:lnTo>
                <a:lnTo>
                  <a:pt x="76729" y="70021"/>
                </a:lnTo>
                <a:lnTo>
                  <a:pt x="79281" y="69574"/>
                </a:lnTo>
                <a:lnTo>
                  <a:pt x="81566" y="68349"/>
                </a:lnTo>
                <a:moveTo>
                  <a:pt x="80606" y="263785"/>
                </a:moveTo>
                <a:lnTo>
                  <a:pt x="18304" y="310929"/>
                </a:lnTo>
                <a:lnTo>
                  <a:pt x="31424" y="315932"/>
                </a:lnTo>
                <a:lnTo>
                  <a:pt x="16349" y="239268"/>
                </a:lnTo>
                <a:lnTo>
                  <a:pt x="15454" y="236833"/>
                </a:lnTo>
                <a:lnTo>
                  <a:pt x="13864" y="234796"/>
                </a:lnTo>
                <a:lnTo>
                  <a:pt x="11711" y="233354"/>
                </a:lnTo>
                <a:lnTo>
                  <a:pt x="9210" y="232642"/>
                </a:lnTo>
                <a:lnTo>
                  <a:pt x="6626" y="232741"/>
                </a:lnTo>
                <a:lnTo>
                  <a:pt x="4190" y="233619"/>
                </a:lnTo>
                <a:lnTo>
                  <a:pt x="2152" y="235227"/>
                </a:lnTo>
                <a:lnTo>
                  <a:pt x="712" y="237380"/>
                </a:lnTo>
                <a:lnTo>
                  <a:pt x="0" y="239865"/>
                </a:lnTo>
                <a:lnTo>
                  <a:pt x="99" y="242465"/>
                </a:lnTo>
                <a:lnTo>
                  <a:pt x="17723" y="332133"/>
                </a:lnTo>
                <a:lnTo>
                  <a:pt x="90611" y="276987"/>
                </a:lnTo>
                <a:lnTo>
                  <a:pt x="92400" y="275132"/>
                </a:lnTo>
                <a:lnTo>
                  <a:pt x="93526" y="272796"/>
                </a:lnTo>
                <a:lnTo>
                  <a:pt x="93891" y="270229"/>
                </a:lnTo>
                <a:lnTo>
                  <a:pt x="93427" y="267678"/>
                </a:lnTo>
                <a:lnTo>
                  <a:pt x="92218" y="265392"/>
                </a:lnTo>
                <a:lnTo>
                  <a:pt x="90346" y="263586"/>
                </a:lnTo>
                <a:lnTo>
                  <a:pt x="88010" y="262460"/>
                </a:lnTo>
                <a:lnTo>
                  <a:pt x="85442" y="262112"/>
                </a:lnTo>
                <a:lnTo>
                  <a:pt x="82892" y="262559"/>
                </a:lnTo>
                <a:lnTo>
                  <a:pt x="80606" y="263785"/>
                </a:lnTo>
                <a:moveTo>
                  <a:pt x="131146" y="11646"/>
                </a:moveTo>
                <a:lnTo>
                  <a:pt x="15554" y="314574"/>
                </a:lnTo>
                <a:lnTo>
                  <a:pt x="31025" y="320488"/>
                </a:lnTo>
                <a:lnTo>
                  <a:pt x="146618" y="17559"/>
                </a:lnTo>
                <a:lnTo>
                  <a:pt x="131146" y="11646"/>
                </a:ln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5355193F-46DB-4CA3-AF95-95497D9E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1761" y="2237140"/>
            <a:ext cx="272272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rel. </a:t>
            </a:r>
          </a:p>
        </p:txBody>
      </p:sp>
      <p:sp>
        <p:nvSpPr>
          <p:cNvPr id="114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C04913D3-CEBD-41A3-999E-035984F2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6913" y="884590"/>
            <a:ext cx="272272" cy="19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rel. </a:t>
            </a:r>
          </a:p>
        </p:txBody>
      </p:sp>
      <p:sp>
        <p:nvSpPr>
          <p:cNvPr id="115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3BCAF1ED-4201-4971-82A3-0970048D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397" y="4913847"/>
            <a:ext cx="94422" cy="93594"/>
          </a:xfrm>
          <a:custGeom xmlns:a="http://schemas.openxmlformats.org/drawingml/2006/main">
            <a:pathLst>
              <a:path w="94422" h="93594">
                <a:moveTo>
                  <a:pt x="0" y="47045"/>
                </a:moveTo>
                <a:cubicBezTo>
                  <a:pt x="828" y="20955"/>
                  <a:pt x="21784" y="0"/>
                  <a:pt x="47625" y="0"/>
                </a:cubicBezTo>
                <a:cubicBezTo>
                  <a:pt x="73467" y="0"/>
                  <a:pt x="94422" y="20955"/>
                  <a:pt x="94422" y="46797"/>
                </a:cubicBezTo>
                <a:cubicBezTo>
                  <a:pt x="94422" y="72639"/>
                  <a:pt x="73467" y="93594"/>
                  <a:pt x="47625" y="93594"/>
                </a:cubicBezTo>
                <a:cubicBezTo>
                  <a:pt x="21784" y="93594"/>
                  <a:pt x="828" y="72639"/>
                  <a:pt x="0" y="47045"/>
                </a:cubicBez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F53C8BF9-32A1-41D2-B89E-77EE9E3A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9785" y="4901406"/>
            <a:ext cx="118474" cy="118475"/>
          </a:xfrm>
          <a:custGeom xmlns:a="http://schemas.openxmlformats.org/drawingml/2006/main">
            <a:pathLst>
              <a:path w="118474" h="118475">
                <a:moveTo>
                  <a:pt x="298" y="53191"/>
                </a:moveTo>
                <a:lnTo>
                  <a:pt x="1210" y="47309"/>
                </a:lnTo>
                <a:lnTo>
                  <a:pt x="2667" y="41629"/>
                </a:lnTo>
                <a:lnTo>
                  <a:pt x="4655" y="36178"/>
                </a:lnTo>
                <a:lnTo>
                  <a:pt x="7157" y="30994"/>
                </a:lnTo>
                <a:lnTo>
                  <a:pt x="10121" y="26107"/>
                </a:lnTo>
                <a:lnTo>
                  <a:pt x="13533" y="21551"/>
                </a:lnTo>
                <a:lnTo>
                  <a:pt x="17344" y="17344"/>
                </a:lnTo>
                <a:lnTo>
                  <a:pt x="21551" y="13534"/>
                </a:lnTo>
                <a:lnTo>
                  <a:pt x="26107" y="10121"/>
                </a:lnTo>
                <a:lnTo>
                  <a:pt x="30993" y="7156"/>
                </a:lnTo>
                <a:lnTo>
                  <a:pt x="36178" y="4655"/>
                </a:lnTo>
                <a:lnTo>
                  <a:pt x="41629" y="2667"/>
                </a:lnTo>
                <a:lnTo>
                  <a:pt x="47310" y="1209"/>
                </a:lnTo>
                <a:lnTo>
                  <a:pt x="53191" y="298"/>
                </a:lnTo>
                <a:lnTo>
                  <a:pt x="59237" y="0"/>
                </a:lnTo>
                <a:lnTo>
                  <a:pt x="65267" y="298"/>
                </a:lnTo>
                <a:lnTo>
                  <a:pt x="71164" y="1209"/>
                </a:lnTo>
                <a:lnTo>
                  <a:pt x="76846" y="2667"/>
                </a:lnTo>
                <a:lnTo>
                  <a:pt x="82295" y="4655"/>
                </a:lnTo>
                <a:lnTo>
                  <a:pt x="87481" y="7156"/>
                </a:lnTo>
                <a:lnTo>
                  <a:pt x="92367" y="10121"/>
                </a:lnTo>
                <a:lnTo>
                  <a:pt x="96923" y="13534"/>
                </a:lnTo>
                <a:lnTo>
                  <a:pt x="101115" y="17344"/>
                </a:lnTo>
                <a:lnTo>
                  <a:pt x="104940" y="21551"/>
                </a:lnTo>
                <a:lnTo>
                  <a:pt x="108353" y="26107"/>
                </a:lnTo>
                <a:lnTo>
                  <a:pt x="111318" y="30994"/>
                </a:lnTo>
                <a:lnTo>
                  <a:pt x="113820" y="36178"/>
                </a:lnTo>
                <a:lnTo>
                  <a:pt x="115807" y="41629"/>
                </a:lnTo>
                <a:lnTo>
                  <a:pt x="117265" y="47309"/>
                </a:lnTo>
                <a:lnTo>
                  <a:pt x="118176" y="53191"/>
                </a:lnTo>
                <a:lnTo>
                  <a:pt x="118474" y="59237"/>
                </a:lnTo>
                <a:lnTo>
                  <a:pt x="118176" y="65267"/>
                </a:lnTo>
                <a:lnTo>
                  <a:pt x="117265" y="71164"/>
                </a:lnTo>
                <a:lnTo>
                  <a:pt x="115807" y="76846"/>
                </a:lnTo>
                <a:lnTo>
                  <a:pt x="113820" y="82296"/>
                </a:lnTo>
                <a:lnTo>
                  <a:pt x="111318" y="87481"/>
                </a:lnTo>
                <a:lnTo>
                  <a:pt x="108353" y="92368"/>
                </a:lnTo>
                <a:lnTo>
                  <a:pt x="104940" y="96923"/>
                </a:lnTo>
                <a:lnTo>
                  <a:pt x="101115" y="101114"/>
                </a:lnTo>
                <a:lnTo>
                  <a:pt x="96923" y="104941"/>
                </a:lnTo>
                <a:lnTo>
                  <a:pt x="92367" y="108353"/>
                </a:lnTo>
                <a:lnTo>
                  <a:pt x="87481" y="111318"/>
                </a:lnTo>
                <a:lnTo>
                  <a:pt x="82295" y="113820"/>
                </a:lnTo>
                <a:lnTo>
                  <a:pt x="76846" y="115807"/>
                </a:lnTo>
                <a:lnTo>
                  <a:pt x="71164" y="117265"/>
                </a:lnTo>
                <a:lnTo>
                  <a:pt x="65267" y="118177"/>
                </a:lnTo>
                <a:lnTo>
                  <a:pt x="59237" y="118475"/>
                </a:lnTo>
                <a:lnTo>
                  <a:pt x="53191" y="118177"/>
                </a:lnTo>
                <a:lnTo>
                  <a:pt x="47310" y="117265"/>
                </a:lnTo>
                <a:lnTo>
                  <a:pt x="41629" y="115807"/>
                </a:lnTo>
                <a:lnTo>
                  <a:pt x="36178" y="113820"/>
                </a:lnTo>
                <a:lnTo>
                  <a:pt x="30993" y="111318"/>
                </a:lnTo>
                <a:lnTo>
                  <a:pt x="26107" y="108353"/>
                </a:lnTo>
                <a:lnTo>
                  <a:pt x="21551" y="104941"/>
                </a:lnTo>
                <a:lnTo>
                  <a:pt x="17344" y="101114"/>
                </a:lnTo>
                <a:lnTo>
                  <a:pt x="13533" y="96923"/>
                </a:lnTo>
                <a:lnTo>
                  <a:pt x="10121" y="92368"/>
                </a:lnTo>
                <a:lnTo>
                  <a:pt x="7157" y="87481"/>
                </a:lnTo>
                <a:lnTo>
                  <a:pt x="4655" y="82296"/>
                </a:lnTo>
                <a:lnTo>
                  <a:pt x="2667" y="76846"/>
                </a:lnTo>
                <a:lnTo>
                  <a:pt x="1210" y="71164"/>
                </a:lnTo>
                <a:lnTo>
                  <a:pt x="298" y="65267"/>
                </a:lnTo>
                <a:lnTo>
                  <a:pt x="0" y="59237"/>
                </a:lnTo>
                <a:lnTo>
                  <a:pt x="298" y="53191"/>
                </a:lnTo>
                <a:moveTo>
                  <a:pt x="24848" y="59867"/>
                </a:moveTo>
                <a:lnTo>
                  <a:pt x="24848" y="58608"/>
                </a:lnTo>
                <a:lnTo>
                  <a:pt x="25096" y="63395"/>
                </a:lnTo>
                <a:lnTo>
                  <a:pt x="24963" y="62153"/>
                </a:lnTo>
                <a:lnTo>
                  <a:pt x="25676" y="66791"/>
                </a:lnTo>
                <a:lnTo>
                  <a:pt x="25427" y="65582"/>
                </a:lnTo>
                <a:lnTo>
                  <a:pt x="26571" y="70054"/>
                </a:lnTo>
                <a:lnTo>
                  <a:pt x="26206" y="68878"/>
                </a:lnTo>
                <a:lnTo>
                  <a:pt x="27780" y="73185"/>
                </a:lnTo>
                <a:lnTo>
                  <a:pt x="27316" y="72059"/>
                </a:lnTo>
                <a:lnTo>
                  <a:pt x="29287" y="76150"/>
                </a:lnTo>
                <a:lnTo>
                  <a:pt x="28708" y="75090"/>
                </a:lnTo>
                <a:lnTo>
                  <a:pt x="31043" y="78950"/>
                </a:lnTo>
                <a:lnTo>
                  <a:pt x="30380" y="77956"/>
                </a:lnTo>
                <a:lnTo>
                  <a:pt x="33080" y="81567"/>
                </a:lnTo>
                <a:lnTo>
                  <a:pt x="32319" y="80640"/>
                </a:lnTo>
                <a:lnTo>
                  <a:pt x="35333" y="83969"/>
                </a:lnTo>
                <a:lnTo>
                  <a:pt x="34505" y="83142"/>
                </a:lnTo>
                <a:lnTo>
                  <a:pt x="37818" y="86155"/>
                </a:lnTo>
                <a:lnTo>
                  <a:pt x="36907" y="85393"/>
                </a:lnTo>
                <a:lnTo>
                  <a:pt x="40518" y="88093"/>
                </a:lnTo>
                <a:lnTo>
                  <a:pt x="39524" y="87432"/>
                </a:lnTo>
                <a:lnTo>
                  <a:pt x="43384" y="89767"/>
                </a:lnTo>
                <a:lnTo>
                  <a:pt x="42324" y="89187"/>
                </a:lnTo>
                <a:lnTo>
                  <a:pt x="46416" y="91158"/>
                </a:lnTo>
                <a:lnTo>
                  <a:pt x="45289" y="90695"/>
                </a:lnTo>
                <a:lnTo>
                  <a:pt x="49596" y="92268"/>
                </a:lnTo>
                <a:lnTo>
                  <a:pt x="48420" y="91904"/>
                </a:lnTo>
                <a:lnTo>
                  <a:pt x="52893" y="93046"/>
                </a:lnTo>
                <a:lnTo>
                  <a:pt x="51683" y="92799"/>
                </a:lnTo>
                <a:lnTo>
                  <a:pt x="56322" y="93510"/>
                </a:lnTo>
                <a:lnTo>
                  <a:pt x="55079" y="93378"/>
                </a:lnTo>
                <a:lnTo>
                  <a:pt x="59866" y="93627"/>
                </a:lnTo>
                <a:lnTo>
                  <a:pt x="58607" y="93627"/>
                </a:lnTo>
                <a:lnTo>
                  <a:pt x="63395" y="93378"/>
                </a:lnTo>
                <a:lnTo>
                  <a:pt x="62152" y="93510"/>
                </a:lnTo>
                <a:lnTo>
                  <a:pt x="66791" y="92799"/>
                </a:lnTo>
                <a:lnTo>
                  <a:pt x="65582" y="93046"/>
                </a:lnTo>
                <a:lnTo>
                  <a:pt x="70054" y="91904"/>
                </a:lnTo>
                <a:lnTo>
                  <a:pt x="68878" y="92268"/>
                </a:lnTo>
                <a:lnTo>
                  <a:pt x="73185" y="90695"/>
                </a:lnTo>
                <a:lnTo>
                  <a:pt x="72058" y="91158"/>
                </a:lnTo>
                <a:lnTo>
                  <a:pt x="76150" y="89187"/>
                </a:lnTo>
                <a:lnTo>
                  <a:pt x="75090" y="89767"/>
                </a:lnTo>
                <a:lnTo>
                  <a:pt x="78950" y="87432"/>
                </a:lnTo>
                <a:lnTo>
                  <a:pt x="77956" y="88093"/>
                </a:lnTo>
                <a:lnTo>
                  <a:pt x="81566" y="85393"/>
                </a:lnTo>
                <a:lnTo>
                  <a:pt x="80639" y="86155"/>
                </a:lnTo>
                <a:lnTo>
                  <a:pt x="83969" y="83142"/>
                </a:lnTo>
                <a:lnTo>
                  <a:pt x="83140" y="83969"/>
                </a:lnTo>
                <a:lnTo>
                  <a:pt x="86156" y="80640"/>
                </a:lnTo>
                <a:lnTo>
                  <a:pt x="85394" y="81567"/>
                </a:lnTo>
                <a:lnTo>
                  <a:pt x="88093" y="77956"/>
                </a:lnTo>
                <a:lnTo>
                  <a:pt x="87414" y="78950"/>
                </a:lnTo>
                <a:lnTo>
                  <a:pt x="89767" y="75090"/>
                </a:lnTo>
                <a:lnTo>
                  <a:pt x="89187" y="76150"/>
                </a:lnTo>
                <a:lnTo>
                  <a:pt x="91159" y="72059"/>
                </a:lnTo>
                <a:lnTo>
                  <a:pt x="90695" y="73185"/>
                </a:lnTo>
                <a:lnTo>
                  <a:pt x="92268" y="68878"/>
                </a:lnTo>
                <a:lnTo>
                  <a:pt x="91903" y="70054"/>
                </a:lnTo>
                <a:lnTo>
                  <a:pt x="93047" y="65582"/>
                </a:lnTo>
                <a:lnTo>
                  <a:pt x="92798" y="66791"/>
                </a:lnTo>
                <a:lnTo>
                  <a:pt x="93511" y="62153"/>
                </a:lnTo>
                <a:lnTo>
                  <a:pt x="93378" y="63395"/>
                </a:lnTo>
                <a:lnTo>
                  <a:pt x="93627" y="58608"/>
                </a:lnTo>
                <a:lnTo>
                  <a:pt x="93627" y="59867"/>
                </a:lnTo>
                <a:lnTo>
                  <a:pt x="93378" y="55079"/>
                </a:lnTo>
                <a:lnTo>
                  <a:pt x="93511" y="56321"/>
                </a:lnTo>
                <a:lnTo>
                  <a:pt x="92798" y="51684"/>
                </a:lnTo>
                <a:lnTo>
                  <a:pt x="93047" y="52892"/>
                </a:lnTo>
                <a:lnTo>
                  <a:pt x="91903" y="48420"/>
                </a:lnTo>
                <a:lnTo>
                  <a:pt x="92268" y="49596"/>
                </a:lnTo>
                <a:lnTo>
                  <a:pt x="90695" y="45290"/>
                </a:lnTo>
                <a:lnTo>
                  <a:pt x="91159" y="46416"/>
                </a:lnTo>
                <a:lnTo>
                  <a:pt x="89187" y="42324"/>
                </a:lnTo>
                <a:lnTo>
                  <a:pt x="89767" y="43384"/>
                </a:lnTo>
                <a:lnTo>
                  <a:pt x="87414" y="39524"/>
                </a:lnTo>
                <a:lnTo>
                  <a:pt x="88093" y="40519"/>
                </a:lnTo>
                <a:lnTo>
                  <a:pt x="85394" y="36907"/>
                </a:lnTo>
                <a:lnTo>
                  <a:pt x="86156" y="37818"/>
                </a:lnTo>
                <a:lnTo>
                  <a:pt x="83140" y="34505"/>
                </a:lnTo>
                <a:lnTo>
                  <a:pt x="83969" y="35333"/>
                </a:lnTo>
                <a:lnTo>
                  <a:pt x="80639" y="32319"/>
                </a:lnTo>
                <a:lnTo>
                  <a:pt x="81566" y="33081"/>
                </a:lnTo>
                <a:lnTo>
                  <a:pt x="77956" y="30381"/>
                </a:lnTo>
                <a:lnTo>
                  <a:pt x="78950" y="31043"/>
                </a:lnTo>
                <a:lnTo>
                  <a:pt x="75090" y="28708"/>
                </a:lnTo>
                <a:lnTo>
                  <a:pt x="76150" y="29287"/>
                </a:lnTo>
                <a:lnTo>
                  <a:pt x="72058" y="27316"/>
                </a:lnTo>
                <a:lnTo>
                  <a:pt x="73185" y="27780"/>
                </a:lnTo>
                <a:lnTo>
                  <a:pt x="68878" y="26206"/>
                </a:lnTo>
                <a:lnTo>
                  <a:pt x="70054" y="26571"/>
                </a:lnTo>
                <a:lnTo>
                  <a:pt x="65582" y="25428"/>
                </a:lnTo>
                <a:lnTo>
                  <a:pt x="66791" y="25676"/>
                </a:lnTo>
                <a:lnTo>
                  <a:pt x="62152" y="24963"/>
                </a:lnTo>
                <a:lnTo>
                  <a:pt x="63395" y="25096"/>
                </a:lnTo>
                <a:lnTo>
                  <a:pt x="58607" y="24848"/>
                </a:lnTo>
                <a:lnTo>
                  <a:pt x="59866" y="24848"/>
                </a:lnTo>
                <a:lnTo>
                  <a:pt x="55079" y="25096"/>
                </a:lnTo>
                <a:lnTo>
                  <a:pt x="56322" y="24963"/>
                </a:lnTo>
                <a:lnTo>
                  <a:pt x="51683" y="25676"/>
                </a:lnTo>
                <a:lnTo>
                  <a:pt x="52893" y="25428"/>
                </a:lnTo>
                <a:lnTo>
                  <a:pt x="48420" y="26571"/>
                </a:lnTo>
                <a:lnTo>
                  <a:pt x="49596" y="26206"/>
                </a:lnTo>
                <a:lnTo>
                  <a:pt x="45289" y="27780"/>
                </a:lnTo>
                <a:lnTo>
                  <a:pt x="46416" y="27316"/>
                </a:lnTo>
                <a:lnTo>
                  <a:pt x="42324" y="29287"/>
                </a:lnTo>
                <a:lnTo>
                  <a:pt x="43384" y="28708"/>
                </a:lnTo>
                <a:lnTo>
                  <a:pt x="39524" y="31043"/>
                </a:lnTo>
                <a:lnTo>
                  <a:pt x="40518" y="30381"/>
                </a:lnTo>
                <a:lnTo>
                  <a:pt x="36907" y="33081"/>
                </a:lnTo>
                <a:lnTo>
                  <a:pt x="37818" y="32319"/>
                </a:lnTo>
                <a:lnTo>
                  <a:pt x="34505" y="35333"/>
                </a:lnTo>
                <a:lnTo>
                  <a:pt x="35333" y="34505"/>
                </a:lnTo>
                <a:lnTo>
                  <a:pt x="32319" y="37818"/>
                </a:lnTo>
                <a:lnTo>
                  <a:pt x="33080" y="36907"/>
                </a:lnTo>
                <a:lnTo>
                  <a:pt x="30380" y="40519"/>
                </a:lnTo>
                <a:lnTo>
                  <a:pt x="31043" y="39524"/>
                </a:lnTo>
                <a:lnTo>
                  <a:pt x="28708" y="43384"/>
                </a:lnTo>
                <a:lnTo>
                  <a:pt x="29287" y="42324"/>
                </a:lnTo>
                <a:lnTo>
                  <a:pt x="27316" y="46416"/>
                </a:lnTo>
                <a:lnTo>
                  <a:pt x="27780" y="45290"/>
                </a:lnTo>
                <a:lnTo>
                  <a:pt x="26206" y="49596"/>
                </a:lnTo>
                <a:lnTo>
                  <a:pt x="26571" y="48420"/>
                </a:lnTo>
                <a:lnTo>
                  <a:pt x="25427" y="52892"/>
                </a:lnTo>
                <a:lnTo>
                  <a:pt x="25676" y="51684"/>
                </a:lnTo>
                <a:lnTo>
                  <a:pt x="24963" y="56321"/>
                </a:lnTo>
                <a:lnTo>
                  <a:pt x="25096" y="55079"/>
                </a:lnTo>
                <a:lnTo>
                  <a:pt x="24848" y="59867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AD471240-1EEF-4D9F-A54D-424BAE66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2781" y="529035"/>
            <a:ext cx="165652" cy="2937840"/>
          </a:xfrm>
          <a:custGeom xmlns:a="http://schemas.openxmlformats.org/drawingml/2006/main">
            <a:pathLst>
              <a:path w="165652" h="2937840">
                <a:moveTo>
                  <a:pt x="0" y="2772189"/>
                </a:moveTo>
                <a:lnTo>
                  <a:pt x="82826" y="2855014"/>
                </a:lnTo>
                <a:lnTo>
                  <a:pt x="165652" y="2772189"/>
                </a:lnTo>
                <a:lnTo>
                  <a:pt x="82826" y="2937840"/>
                </a:lnTo>
                <a:lnTo>
                  <a:pt x="0" y="2772189"/>
                </a:lnTo>
                <a:moveTo>
                  <a:pt x="99392" y="0"/>
                </a:moveTo>
                <a:lnTo>
                  <a:pt x="99392" y="2875721"/>
                </a:lnTo>
                <a:lnTo>
                  <a:pt x="66261" y="2875721"/>
                </a:lnTo>
                <a:lnTo>
                  <a:pt x="66261" y="0"/>
                </a:lnTo>
                <a:lnTo>
                  <a:pt x="99392" y="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92177B15-8161-447E-8FAE-F297258A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1990" y="3431260"/>
            <a:ext cx="5540236" cy="165652"/>
          </a:xfrm>
          <a:custGeom xmlns:a="http://schemas.openxmlformats.org/drawingml/2006/main">
            <a:pathLst>
              <a:path w="5540236" h="165652">
                <a:moveTo>
                  <a:pt x="5374584" y="165652"/>
                </a:moveTo>
                <a:lnTo>
                  <a:pt x="5457410" y="82826"/>
                </a:lnTo>
                <a:lnTo>
                  <a:pt x="5374584" y="0"/>
                </a:lnTo>
                <a:lnTo>
                  <a:pt x="5540236" y="82826"/>
                </a:lnTo>
                <a:lnTo>
                  <a:pt x="5374584" y="165652"/>
                </a:lnTo>
                <a:moveTo>
                  <a:pt x="0" y="66261"/>
                </a:moveTo>
                <a:lnTo>
                  <a:pt x="5478116" y="66261"/>
                </a:lnTo>
                <a:lnTo>
                  <a:pt x="5478116" y="99392"/>
                </a:lnTo>
                <a:lnTo>
                  <a:pt x="0" y="99392"/>
                </a:lnTo>
                <a:lnTo>
                  <a:pt x="0" y="66261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D4C11C7C-7E50-4C6C-84FB-DE252111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32" y="434613"/>
            <a:ext cx="93759" cy="93593"/>
          </a:xfrm>
          <a:custGeom xmlns:a="http://schemas.openxmlformats.org/drawingml/2006/main">
            <a:pathLst>
              <a:path w="93759" h="93593">
                <a:moveTo>
                  <a:pt x="0" y="47708"/>
                </a:moveTo>
                <a:cubicBezTo>
                  <a:pt x="166" y="20955"/>
                  <a:pt x="21121" y="0"/>
                  <a:pt x="46962" y="0"/>
                </a:cubicBezTo>
                <a:cubicBezTo>
                  <a:pt x="72804" y="0"/>
                  <a:pt x="93759" y="20955"/>
                  <a:pt x="93759" y="46797"/>
                </a:cubicBezTo>
                <a:cubicBezTo>
                  <a:pt x="93759" y="72638"/>
                  <a:pt x="72804" y="93593"/>
                  <a:pt x="46962" y="93593"/>
                </a:cubicBezTo>
                <a:cubicBezTo>
                  <a:pt x="21121" y="93593"/>
                  <a:pt x="166" y="72638"/>
                  <a:pt x="0" y="47708"/>
                </a:cubicBez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14709698-1ACC-434B-8564-8B57D6D8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57" y="422173"/>
            <a:ext cx="118474" cy="118474"/>
          </a:xfrm>
          <a:custGeom xmlns:a="http://schemas.openxmlformats.org/drawingml/2006/main">
            <a:pathLst>
              <a:path w="118474" h="118474">
                <a:moveTo>
                  <a:pt x="298" y="53191"/>
                </a:moveTo>
                <a:lnTo>
                  <a:pt x="1209" y="47310"/>
                </a:lnTo>
                <a:lnTo>
                  <a:pt x="2667" y="41628"/>
                </a:lnTo>
                <a:lnTo>
                  <a:pt x="4655" y="36178"/>
                </a:lnTo>
                <a:lnTo>
                  <a:pt x="7156" y="30994"/>
                </a:lnTo>
                <a:lnTo>
                  <a:pt x="10121" y="26107"/>
                </a:lnTo>
                <a:lnTo>
                  <a:pt x="13534" y="21551"/>
                </a:lnTo>
                <a:lnTo>
                  <a:pt x="17344" y="17344"/>
                </a:lnTo>
                <a:lnTo>
                  <a:pt x="21551" y="13534"/>
                </a:lnTo>
                <a:lnTo>
                  <a:pt x="26107" y="10121"/>
                </a:lnTo>
                <a:lnTo>
                  <a:pt x="30994" y="7156"/>
                </a:lnTo>
                <a:lnTo>
                  <a:pt x="36179" y="4655"/>
                </a:lnTo>
                <a:lnTo>
                  <a:pt x="41628" y="2667"/>
                </a:lnTo>
                <a:lnTo>
                  <a:pt x="47310" y="1209"/>
                </a:lnTo>
                <a:lnTo>
                  <a:pt x="53191" y="298"/>
                </a:lnTo>
                <a:lnTo>
                  <a:pt x="59237" y="0"/>
                </a:lnTo>
                <a:lnTo>
                  <a:pt x="65284" y="298"/>
                </a:lnTo>
                <a:lnTo>
                  <a:pt x="71164" y="1209"/>
                </a:lnTo>
                <a:lnTo>
                  <a:pt x="76846" y="2667"/>
                </a:lnTo>
                <a:lnTo>
                  <a:pt x="82296" y="4655"/>
                </a:lnTo>
                <a:lnTo>
                  <a:pt x="87481" y="7156"/>
                </a:lnTo>
                <a:lnTo>
                  <a:pt x="92368" y="10121"/>
                </a:lnTo>
                <a:lnTo>
                  <a:pt x="96923" y="13534"/>
                </a:lnTo>
                <a:lnTo>
                  <a:pt x="101131" y="17344"/>
                </a:lnTo>
                <a:lnTo>
                  <a:pt x="104941" y="21551"/>
                </a:lnTo>
                <a:lnTo>
                  <a:pt x="108353" y="26107"/>
                </a:lnTo>
                <a:lnTo>
                  <a:pt x="111318" y="30994"/>
                </a:lnTo>
                <a:lnTo>
                  <a:pt x="113820" y="36178"/>
                </a:lnTo>
                <a:lnTo>
                  <a:pt x="115808" y="41628"/>
                </a:lnTo>
                <a:lnTo>
                  <a:pt x="117265" y="47310"/>
                </a:lnTo>
                <a:lnTo>
                  <a:pt x="118176" y="53191"/>
                </a:lnTo>
                <a:lnTo>
                  <a:pt x="118474" y="59237"/>
                </a:lnTo>
                <a:lnTo>
                  <a:pt x="118176" y="65284"/>
                </a:lnTo>
                <a:lnTo>
                  <a:pt x="117265" y="71164"/>
                </a:lnTo>
                <a:lnTo>
                  <a:pt x="115808" y="76846"/>
                </a:lnTo>
                <a:lnTo>
                  <a:pt x="113820" y="82296"/>
                </a:lnTo>
                <a:lnTo>
                  <a:pt x="111318" y="87481"/>
                </a:lnTo>
                <a:lnTo>
                  <a:pt x="108353" y="92368"/>
                </a:lnTo>
                <a:lnTo>
                  <a:pt x="104941" y="96923"/>
                </a:lnTo>
                <a:lnTo>
                  <a:pt x="101131" y="101131"/>
                </a:lnTo>
                <a:lnTo>
                  <a:pt x="96923" y="104941"/>
                </a:lnTo>
                <a:lnTo>
                  <a:pt x="92368" y="108353"/>
                </a:lnTo>
                <a:lnTo>
                  <a:pt x="87481" y="111318"/>
                </a:lnTo>
                <a:lnTo>
                  <a:pt x="82296" y="113820"/>
                </a:lnTo>
                <a:lnTo>
                  <a:pt x="76846" y="115807"/>
                </a:lnTo>
                <a:lnTo>
                  <a:pt x="71164" y="117265"/>
                </a:lnTo>
                <a:lnTo>
                  <a:pt x="65284" y="118176"/>
                </a:lnTo>
                <a:lnTo>
                  <a:pt x="59237" y="118474"/>
                </a:lnTo>
                <a:lnTo>
                  <a:pt x="53191" y="118176"/>
                </a:lnTo>
                <a:lnTo>
                  <a:pt x="47310" y="117265"/>
                </a:lnTo>
                <a:lnTo>
                  <a:pt x="41628" y="115807"/>
                </a:lnTo>
                <a:lnTo>
                  <a:pt x="36179" y="113820"/>
                </a:lnTo>
                <a:lnTo>
                  <a:pt x="30994" y="111318"/>
                </a:lnTo>
                <a:lnTo>
                  <a:pt x="26107" y="108353"/>
                </a:lnTo>
                <a:lnTo>
                  <a:pt x="21551" y="104941"/>
                </a:lnTo>
                <a:lnTo>
                  <a:pt x="17344" y="101131"/>
                </a:lnTo>
                <a:lnTo>
                  <a:pt x="13534" y="96923"/>
                </a:lnTo>
                <a:lnTo>
                  <a:pt x="10121" y="92368"/>
                </a:lnTo>
                <a:lnTo>
                  <a:pt x="7156" y="87481"/>
                </a:lnTo>
                <a:lnTo>
                  <a:pt x="4655" y="82296"/>
                </a:lnTo>
                <a:lnTo>
                  <a:pt x="2667" y="76846"/>
                </a:lnTo>
                <a:lnTo>
                  <a:pt x="1209" y="71164"/>
                </a:lnTo>
                <a:lnTo>
                  <a:pt x="298" y="65284"/>
                </a:lnTo>
                <a:lnTo>
                  <a:pt x="0" y="59237"/>
                </a:lnTo>
                <a:lnTo>
                  <a:pt x="298" y="53191"/>
                </a:lnTo>
                <a:moveTo>
                  <a:pt x="24848" y="59867"/>
                </a:moveTo>
                <a:lnTo>
                  <a:pt x="24848" y="58608"/>
                </a:lnTo>
                <a:lnTo>
                  <a:pt x="25096" y="63395"/>
                </a:lnTo>
                <a:lnTo>
                  <a:pt x="24964" y="62153"/>
                </a:lnTo>
                <a:lnTo>
                  <a:pt x="25676" y="66791"/>
                </a:lnTo>
                <a:lnTo>
                  <a:pt x="25428" y="65582"/>
                </a:lnTo>
                <a:lnTo>
                  <a:pt x="26571" y="70054"/>
                </a:lnTo>
                <a:lnTo>
                  <a:pt x="26206" y="68878"/>
                </a:lnTo>
                <a:lnTo>
                  <a:pt x="27780" y="73185"/>
                </a:lnTo>
                <a:lnTo>
                  <a:pt x="27316" y="72059"/>
                </a:lnTo>
                <a:lnTo>
                  <a:pt x="29287" y="76150"/>
                </a:lnTo>
                <a:lnTo>
                  <a:pt x="28708" y="75090"/>
                </a:lnTo>
                <a:lnTo>
                  <a:pt x="31043" y="78950"/>
                </a:lnTo>
                <a:lnTo>
                  <a:pt x="30381" y="77956"/>
                </a:lnTo>
                <a:lnTo>
                  <a:pt x="33081" y="81567"/>
                </a:lnTo>
                <a:lnTo>
                  <a:pt x="32319" y="80656"/>
                </a:lnTo>
                <a:lnTo>
                  <a:pt x="35334" y="83969"/>
                </a:lnTo>
                <a:lnTo>
                  <a:pt x="34505" y="83141"/>
                </a:lnTo>
                <a:lnTo>
                  <a:pt x="37818" y="86156"/>
                </a:lnTo>
                <a:lnTo>
                  <a:pt x="36907" y="85394"/>
                </a:lnTo>
                <a:lnTo>
                  <a:pt x="40518" y="88094"/>
                </a:lnTo>
                <a:lnTo>
                  <a:pt x="39525" y="87431"/>
                </a:lnTo>
                <a:lnTo>
                  <a:pt x="43384" y="89767"/>
                </a:lnTo>
                <a:lnTo>
                  <a:pt x="42324" y="89187"/>
                </a:lnTo>
                <a:lnTo>
                  <a:pt x="46416" y="91158"/>
                </a:lnTo>
                <a:lnTo>
                  <a:pt x="45289" y="90695"/>
                </a:lnTo>
                <a:lnTo>
                  <a:pt x="49596" y="92268"/>
                </a:lnTo>
                <a:lnTo>
                  <a:pt x="48420" y="91904"/>
                </a:lnTo>
                <a:lnTo>
                  <a:pt x="52893" y="93047"/>
                </a:lnTo>
                <a:lnTo>
                  <a:pt x="51683" y="92798"/>
                </a:lnTo>
                <a:lnTo>
                  <a:pt x="56322" y="93511"/>
                </a:lnTo>
                <a:lnTo>
                  <a:pt x="55079" y="93378"/>
                </a:lnTo>
                <a:lnTo>
                  <a:pt x="59867" y="93627"/>
                </a:lnTo>
                <a:lnTo>
                  <a:pt x="58608" y="93627"/>
                </a:lnTo>
                <a:lnTo>
                  <a:pt x="63395" y="93378"/>
                </a:lnTo>
                <a:lnTo>
                  <a:pt x="62153" y="93511"/>
                </a:lnTo>
                <a:lnTo>
                  <a:pt x="66791" y="92798"/>
                </a:lnTo>
                <a:lnTo>
                  <a:pt x="65582" y="93047"/>
                </a:lnTo>
                <a:lnTo>
                  <a:pt x="70054" y="91904"/>
                </a:lnTo>
                <a:lnTo>
                  <a:pt x="68878" y="92268"/>
                </a:lnTo>
                <a:lnTo>
                  <a:pt x="73185" y="90695"/>
                </a:lnTo>
                <a:lnTo>
                  <a:pt x="72059" y="91158"/>
                </a:lnTo>
                <a:lnTo>
                  <a:pt x="76150" y="89187"/>
                </a:lnTo>
                <a:lnTo>
                  <a:pt x="75090" y="89767"/>
                </a:lnTo>
                <a:lnTo>
                  <a:pt x="78950" y="87431"/>
                </a:lnTo>
                <a:lnTo>
                  <a:pt x="77956" y="88094"/>
                </a:lnTo>
                <a:lnTo>
                  <a:pt x="81567" y="85394"/>
                </a:lnTo>
                <a:lnTo>
                  <a:pt x="80656" y="86156"/>
                </a:lnTo>
                <a:lnTo>
                  <a:pt x="83969" y="83141"/>
                </a:lnTo>
                <a:lnTo>
                  <a:pt x="83141" y="83969"/>
                </a:lnTo>
                <a:lnTo>
                  <a:pt x="86156" y="80656"/>
                </a:lnTo>
                <a:lnTo>
                  <a:pt x="85394" y="81567"/>
                </a:lnTo>
                <a:lnTo>
                  <a:pt x="88094" y="77956"/>
                </a:lnTo>
                <a:lnTo>
                  <a:pt x="87431" y="78950"/>
                </a:lnTo>
                <a:lnTo>
                  <a:pt x="89767" y="75090"/>
                </a:lnTo>
                <a:lnTo>
                  <a:pt x="89187" y="76150"/>
                </a:lnTo>
                <a:lnTo>
                  <a:pt x="91158" y="72059"/>
                </a:lnTo>
                <a:lnTo>
                  <a:pt x="90695" y="73185"/>
                </a:lnTo>
                <a:lnTo>
                  <a:pt x="92268" y="68878"/>
                </a:lnTo>
                <a:lnTo>
                  <a:pt x="91904" y="70054"/>
                </a:lnTo>
                <a:lnTo>
                  <a:pt x="93047" y="65582"/>
                </a:lnTo>
                <a:lnTo>
                  <a:pt x="92798" y="66791"/>
                </a:lnTo>
                <a:lnTo>
                  <a:pt x="93511" y="62153"/>
                </a:lnTo>
                <a:lnTo>
                  <a:pt x="93378" y="63395"/>
                </a:lnTo>
                <a:lnTo>
                  <a:pt x="93627" y="58608"/>
                </a:lnTo>
                <a:lnTo>
                  <a:pt x="93627" y="59867"/>
                </a:lnTo>
                <a:lnTo>
                  <a:pt x="93378" y="55079"/>
                </a:lnTo>
                <a:lnTo>
                  <a:pt x="93511" y="56322"/>
                </a:lnTo>
                <a:lnTo>
                  <a:pt x="92798" y="51683"/>
                </a:lnTo>
                <a:lnTo>
                  <a:pt x="93047" y="52893"/>
                </a:lnTo>
                <a:lnTo>
                  <a:pt x="91904" y="48420"/>
                </a:lnTo>
                <a:lnTo>
                  <a:pt x="92268" y="49596"/>
                </a:lnTo>
                <a:lnTo>
                  <a:pt x="90695" y="45289"/>
                </a:lnTo>
                <a:lnTo>
                  <a:pt x="91158" y="46416"/>
                </a:lnTo>
                <a:lnTo>
                  <a:pt x="89187" y="42324"/>
                </a:lnTo>
                <a:lnTo>
                  <a:pt x="89767" y="43384"/>
                </a:lnTo>
                <a:lnTo>
                  <a:pt x="87431" y="39525"/>
                </a:lnTo>
                <a:lnTo>
                  <a:pt x="88094" y="40518"/>
                </a:lnTo>
                <a:lnTo>
                  <a:pt x="85394" y="36907"/>
                </a:lnTo>
                <a:lnTo>
                  <a:pt x="86156" y="37818"/>
                </a:lnTo>
                <a:lnTo>
                  <a:pt x="83141" y="34505"/>
                </a:lnTo>
                <a:lnTo>
                  <a:pt x="83969" y="35334"/>
                </a:lnTo>
                <a:lnTo>
                  <a:pt x="80656" y="32319"/>
                </a:lnTo>
                <a:lnTo>
                  <a:pt x="81567" y="33081"/>
                </a:lnTo>
                <a:lnTo>
                  <a:pt x="77956" y="30381"/>
                </a:lnTo>
                <a:lnTo>
                  <a:pt x="78950" y="31043"/>
                </a:lnTo>
                <a:lnTo>
                  <a:pt x="75090" y="28708"/>
                </a:lnTo>
                <a:lnTo>
                  <a:pt x="76150" y="29287"/>
                </a:lnTo>
                <a:lnTo>
                  <a:pt x="72059" y="27316"/>
                </a:lnTo>
                <a:lnTo>
                  <a:pt x="73185" y="27780"/>
                </a:lnTo>
                <a:lnTo>
                  <a:pt x="68878" y="26206"/>
                </a:lnTo>
                <a:lnTo>
                  <a:pt x="70054" y="26571"/>
                </a:lnTo>
                <a:lnTo>
                  <a:pt x="65582" y="25428"/>
                </a:lnTo>
                <a:lnTo>
                  <a:pt x="66791" y="25676"/>
                </a:lnTo>
                <a:lnTo>
                  <a:pt x="62153" y="24964"/>
                </a:lnTo>
                <a:lnTo>
                  <a:pt x="63395" y="25096"/>
                </a:lnTo>
                <a:lnTo>
                  <a:pt x="58608" y="24848"/>
                </a:lnTo>
                <a:lnTo>
                  <a:pt x="59867" y="24848"/>
                </a:lnTo>
                <a:lnTo>
                  <a:pt x="55079" y="25096"/>
                </a:lnTo>
                <a:lnTo>
                  <a:pt x="56322" y="24964"/>
                </a:lnTo>
                <a:lnTo>
                  <a:pt x="51683" y="25676"/>
                </a:lnTo>
                <a:lnTo>
                  <a:pt x="52893" y="25428"/>
                </a:lnTo>
                <a:lnTo>
                  <a:pt x="48420" y="26571"/>
                </a:lnTo>
                <a:lnTo>
                  <a:pt x="49596" y="26206"/>
                </a:lnTo>
                <a:lnTo>
                  <a:pt x="45289" y="27780"/>
                </a:lnTo>
                <a:lnTo>
                  <a:pt x="46416" y="27316"/>
                </a:lnTo>
                <a:lnTo>
                  <a:pt x="42324" y="29287"/>
                </a:lnTo>
                <a:lnTo>
                  <a:pt x="43384" y="28708"/>
                </a:lnTo>
                <a:lnTo>
                  <a:pt x="39525" y="31043"/>
                </a:lnTo>
                <a:lnTo>
                  <a:pt x="40518" y="30381"/>
                </a:lnTo>
                <a:lnTo>
                  <a:pt x="36907" y="33081"/>
                </a:lnTo>
                <a:lnTo>
                  <a:pt x="37818" y="32319"/>
                </a:lnTo>
                <a:lnTo>
                  <a:pt x="34505" y="35334"/>
                </a:lnTo>
                <a:lnTo>
                  <a:pt x="35334" y="34505"/>
                </a:lnTo>
                <a:lnTo>
                  <a:pt x="32319" y="37818"/>
                </a:lnTo>
                <a:lnTo>
                  <a:pt x="33081" y="36907"/>
                </a:lnTo>
                <a:lnTo>
                  <a:pt x="30381" y="40518"/>
                </a:lnTo>
                <a:lnTo>
                  <a:pt x="31043" y="39525"/>
                </a:lnTo>
                <a:lnTo>
                  <a:pt x="28708" y="43384"/>
                </a:lnTo>
                <a:lnTo>
                  <a:pt x="29287" y="42324"/>
                </a:lnTo>
                <a:lnTo>
                  <a:pt x="27316" y="46416"/>
                </a:lnTo>
                <a:lnTo>
                  <a:pt x="27780" y="45289"/>
                </a:lnTo>
                <a:lnTo>
                  <a:pt x="26206" y="49596"/>
                </a:lnTo>
                <a:lnTo>
                  <a:pt x="26571" y="48420"/>
                </a:lnTo>
                <a:lnTo>
                  <a:pt x="25428" y="52893"/>
                </a:lnTo>
                <a:lnTo>
                  <a:pt x="25676" y="51683"/>
                </a:lnTo>
                <a:lnTo>
                  <a:pt x="24964" y="56322"/>
                </a:lnTo>
                <a:lnTo>
                  <a:pt x="25096" y="55079"/>
                </a:lnTo>
                <a:lnTo>
                  <a:pt x="24848" y="59867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F612EA4B-56CB-400D-9D5C-7A8B050A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32" y="4913847"/>
            <a:ext cx="93759" cy="93594"/>
          </a:xfrm>
          <a:custGeom xmlns:a="http://schemas.openxmlformats.org/drawingml/2006/main">
            <a:pathLst>
              <a:path w="93759" h="93594">
                <a:moveTo>
                  <a:pt x="0" y="47045"/>
                </a:moveTo>
                <a:cubicBezTo>
                  <a:pt x="166" y="20955"/>
                  <a:pt x="21121" y="0"/>
                  <a:pt x="46962" y="0"/>
                </a:cubicBezTo>
                <a:cubicBezTo>
                  <a:pt x="72804" y="0"/>
                  <a:pt x="93759" y="20955"/>
                  <a:pt x="93759" y="46797"/>
                </a:cubicBezTo>
                <a:cubicBezTo>
                  <a:pt x="93759" y="72639"/>
                  <a:pt x="72804" y="93594"/>
                  <a:pt x="46962" y="93594"/>
                </a:cubicBezTo>
                <a:cubicBezTo>
                  <a:pt x="21121" y="93594"/>
                  <a:pt x="166" y="72639"/>
                  <a:pt x="0" y="47045"/>
                </a:cubicBez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BC410717-0C84-4F10-ADE7-09BF3A39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57" y="4901406"/>
            <a:ext cx="118474" cy="118475"/>
          </a:xfrm>
          <a:custGeom xmlns:a="http://schemas.openxmlformats.org/drawingml/2006/main">
            <a:pathLst>
              <a:path w="118474" h="118475">
                <a:moveTo>
                  <a:pt x="298" y="53191"/>
                </a:moveTo>
                <a:lnTo>
                  <a:pt x="1209" y="47309"/>
                </a:lnTo>
                <a:lnTo>
                  <a:pt x="2667" y="41629"/>
                </a:lnTo>
                <a:lnTo>
                  <a:pt x="4655" y="36178"/>
                </a:lnTo>
                <a:lnTo>
                  <a:pt x="7156" y="30994"/>
                </a:lnTo>
                <a:lnTo>
                  <a:pt x="10121" y="26107"/>
                </a:lnTo>
                <a:lnTo>
                  <a:pt x="13534" y="21551"/>
                </a:lnTo>
                <a:lnTo>
                  <a:pt x="17344" y="17344"/>
                </a:lnTo>
                <a:lnTo>
                  <a:pt x="21551" y="13534"/>
                </a:lnTo>
                <a:lnTo>
                  <a:pt x="26107" y="10121"/>
                </a:lnTo>
                <a:lnTo>
                  <a:pt x="30994" y="7156"/>
                </a:lnTo>
                <a:lnTo>
                  <a:pt x="36179" y="4655"/>
                </a:lnTo>
                <a:lnTo>
                  <a:pt x="41628" y="2667"/>
                </a:lnTo>
                <a:lnTo>
                  <a:pt x="47310" y="1209"/>
                </a:lnTo>
                <a:lnTo>
                  <a:pt x="53191" y="298"/>
                </a:lnTo>
                <a:lnTo>
                  <a:pt x="59237" y="0"/>
                </a:lnTo>
                <a:lnTo>
                  <a:pt x="65284" y="298"/>
                </a:lnTo>
                <a:lnTo>
                  <a:pt x="71164" y="1209"/>
                </a:lnTo>
                <a:lnTo>
                  <a:pt x="76846" y="2667"/>
                </a:lnTo>
                <a:lnTo>
                  <a:pt x="82296" y="4655"/>
                </a:lnTo>
                <a:lnTo>
                  <a:pt x="87481" y="7156"/>
                </a:lnTo>
                <a:lnTo>
                  <a:pt x="92368" y="10121"/>
                </a:lnTo>
                <a:lnTo>
                  <a:pt x="96923" y="13534"/>
                </a:lnTo>
                <a:lnTo>
                  <a:pt x="101131" y="17344"/>
                </a:lnTo>
                <a:lnTo>
                  <a:pt x="104941" y="21551"/>
                </a:lnTo>
                <a:lnTo>
                  <a:pt x="108353" y="26107"/>
                </a:lnTo>
                <a:lnTo>
                  <a:pt x="111318" y="30994"/>
                </a:lnTo>
                <a:lnTo>
                  <a:pt x="113820" y="36178"/>
                </a:lnTo>
                <a:lnTo>
                  <a:pt x="115808" y="41629"/>
                </a:lnTo>
                <a:lnTo>
                  <a:pt x="117265" y="47309"/>
                </a:lnTo>
                <a:lnTo>
                  <a:pt x="118176" y="53191"/>
                </a:lnTo>
                <a:lnTo>
                  <a:pt x="118474" y="59237"/>
                </a:lnTo>
                <a:lnTo>
                  <a:pt x="118176" y="65267"/>
                </a:lnTo>
                <a:lnTo>
                  <a:pt x="117265" y="71164"/>
                </a:lnTo>
                <a:lnTo>
                  <a:pt x="115808" y="76846"/>
                </a:lnTo>
                <a:lnTo>
                  <a:pt x="113820" y="82296"/>
                </a:lnTo>
                <a:lnTo>
                  <a:pt x="111318" y="87481"/>
                </a:lnTo>
                <a:lnTo>
                  <a:pt x="108353" y="92368"/>
                </a:lnTo>
                <a:lnTo>
                  <a:pt x="104941" y="96923"/>
                </a:lnTo>
                <a:lnTo>
                  <a:pt x="101131" y="101114"/>
                </a:lnTo>
                <a:lnTo>
                  <a:pt x="96923" y="104941"/>
                </a:lnTo>
                <a:lnTo>
                  <a:pt x="92368" y="108353"/>
                </a:lnTo>
                <a:lnTo>
                  <a:pt x="87481" y="111318"/>
                </a:lnTo>
                <a:lnTo>
                  <a:pt x="82296" y="113820"/>
                </a:lnTo>
                <a:lnTo>
                  <a:pt x="76846" y="115807"/>
                </a:lnTo>
                <a:lnTo>
                  <a:pt x="71164" y="117265"/>
                </a:lnTo>
                <a:lnTo>
                  <a:pt x="65284" y="118177"/>
                </a:lnTo>
                <a:lnTo>
                  <a:pt x="59237" y="118475"/>
                </a:lnTo>
                <a:lnTo>
                  <a:pt x="53191" y="118177"/>
                </a:lnTo>
                <a:lnTo>
                  <a:pt x="47310" y="117265"/>
                </a:lnTo>
                <a:lnTo>
                  <a:pt x="41628" y="115807"/>
                </a:lnTo>
                <a:lnTo>
                  <a:pt x="36179" y="113820"/>
                </a:lnTo>
                <a:lnTo>
                  <a:pt x="30994" y="111318"/>
                </a:lnTo>
                <a:lnTo>
                  <a:pt x="26107" y="108353"/>
                </a:lnTo>
                <a:lnTo>
                  <a:pt x="21551" y="104941"/>
                </a:lnTo>
                <a:lnTo>
                  <a:pt x="17344" y="101114"/>
                </a:lnTo>
                <a:lnTo>
                  <a:pt x="13534" y="96923"/>
                </a:lnTo>
                <a:lnTo>
                  <a:pt x="10121" y="92368"/>
                </a:lnTo>
                <a:lnTo>
                  <a:pt x="7156" y="87481"/>
                </a:lnTo>
                <a:lnTo>
                  <a:pt x="4655" y="82296"/>
                </a:lnTo>
                <a:lnTo>
                  <a:pt x="2667" y="76846"/>
                </a:lnTo>
                <a:lnTo>
                  <a:pt x="1209" y="71164"/>
                </a:lnTo>
                <a:lnTo>
                  <a:pt x="298" y="65267"/>
                </a:lnTo>
                <a:lnTo>
                  <a:pt x="0" y="59237"/>
                </a:lnTo>
                <a:lnTo>
                  <a:pt x="298" y="53191"/>
                </a:lnTo>
                <a:moveTo>
                  <a:pt x="24848" y="59867"/>
                </a:moveTo>
                <a:lnTo>
                  <a:pt x="24848" y="58608"/>
                </a:lnTo>
                <a:lnTo>
                  <a:pt x="25096" y="63395"/>
                </a:lnTo>
                <a:lnTo>
                  <a:pt x="24964" y="62153"/>
                </a:lnTo>
                <a:lnTo>
                  <a:pt x="25676" y="66791"/>
                </a:lnTo>
                <a:lnTo>
                  <a:pt x="25428" y="65582"/>
                </a:lnTo>
                <a:lnTo>
                  <a:pt x="26571" y="70054"/>
                </a:lnTo>
                <a:lnTo>
                  <a:pt x="26206" y="68878"/>
                </a:lnTo>
                <a:lnTo>
                  <a:pt x="27780" y="73185"/>
                </a:lnTo>
                <a:lnTo>
                  <a:pt x="27316" y="72059"/>
                </a:lnTo>
                <a:lnTo>
                  <a:pt x="29287" y="76150"/>
                </a:lnTo>
                <a:lnTo>
                  <a:pt x="28708" y="75090"/>
                </a:lnTo>
                <a:lnTo>
                  <a:pt x="31043" y="78950"/>
                </a:lnTo>
                <a:lnTo>
                  <a:pt x="30381" y="77956"/>
                </a:lnTo>
                <a:lnTo>
                  <a:pt x="33081" y="81567"/>
                </a:lnTo>
                <a:lnTo>
                  <a:pt x="32319" y="80640"/>
                </a:lnTo>
                <a:lnTo>
                  <a:pt x="35334" y="83969"/>
                </a:lnTo>
                <a:lnTo>
                  <a:pt x="34505" y="83142"/>
                </a:lnTo>
                <a:lnTo>
                  <a:pt x="37818" y="86155"/>
                </a:lnTo>
                <a:lnTo>
                  <a:pt x="36907" y="85393"/>
                </a:lnTo>
                <a:lnTo>
                  <a:pt x="40518" y="88093"/>
                </a:lnTo>
                <a:lnTo>
                  <a:pt x="39525" y="87432"/>
                </a:lnTo>
                <a:lnTo>
                  <a:pt x="43384" y="89767"/>
                </a:lnTo>
                <a:lnTo>
                  <a:pt x="42324" y="89187"/>
                </a:lnTo>
                <a:lnTo>
                  <a:pt x="46416" y="91158"/>
                </a:lnTo>
                <a:lnTo>
                  <a:pt x="45289" y="90695"/>
                </a:lnTo>
                <a:lnTo>
                  <a:pt x="49596" y="92268"/>
                </a:lnTo>
                <a:lnTo>
                  <a:pt x="48420" y="91904"/>
                </a:lnTo>
                <a:lnTo>
                  <a:pt x="52893" y="93046"/>
                </a:lnTo>
                <a:lnTo>
                  <a:pt x="51683" y="92799"/>
                </a:lnTo>
                <a:lnTo>
                  <a:pt x="56322" y="93510"/>
                </a:lnTo>
                <a:lnTo>
                  <a:pt x="55079" y="93378"/>
                </a:lnTo>
                <a:lnTo>
                  <a:pt x="59867" y="93627"/>
                </a:lnTo>
                <a:lnTo>
                  <a:pt x="58608" y="93627"/>
                </a:lnTo>
                <a:lnTo>
                  <a:pt x="63395" y="93378"/>
                </a:lnTo>
                <a:lnTo>
                  <a:pt x="62153" y="93510"/>
                </a:lnTo>
                <a:lnTo>
                  <a:pt x="66791" y="92799"/>
                </a:lnTo>
                <a:lnTo>
                  <a:pt x="65582" y="93046"/>
                </a:lnTo>
                <a:lnTo>
                  <a:pt x="70054" y="91904"/>
                </a:lnTo>
                <a:lnTo>
                  <a:pt x="68878" y="92268"/>
                </a:lnTo>
                <a:lnTo>
                  <a:pt x="73185" y="90695"/>
                </a:lnTo>
                <a:lnTo>
                  <a:pt x="72059" y="91158"/>
                </a:lnTo>
                <a:lnTo>
                  <a:pt x="76150" y="89187"/>
                </a:lnTo>
                <a:lnTo>
                  <a:pt x="75090" y="89767"/>
                </a:lnTo>
                <a:lnTo>
                  <a:pt x="78950" y="87432"/>
                </a:lnTo>
                <a:lnTo>
                  <a:pt x="77956" y="88093"/>
                </a:lnTo>
                <a:lnTo>
                  <a:pt x="81567" y="85393"/>
                </a:lnTo>
                <a:lnTo>
                  <a:pt x="80656" y="86155"/>
                </a:lnTo>
                <a:lnTo>
                  <a:pt x="83969" y="83142"/>
                </a:lnTo>
                <a:lnTo>
                  <a:pt x="83141" y="83969"/>
                </a:lnTo>
                <a:lnTo>
                  <a:pt x="86156" y="80640"/>
                </a:lnTo>
                <a:lnTo>
                  <a:pt x="85394" y="81567"/>
                </a:lnTo>
                <a:lnTo>
                  <a:pt x="88094" y="77956"/>
                </a:lnTo>
                <a:lnTo>
                  <a:pt x="87431" y="78950"/>
                </a:lnTo>
                <a:lnTo>
                  <a:pt x="89767" y="75090"/>
                </a:lnTo>
                <a:lnTo>
                  <a:pt x="89187" y="76150"/>
                </a:lnTo>
                <a:lnTo>
                  <a:pt x="91158" y="72059"/>
                </a:lnTo>
                <a:lnTo>
                  <a:pt x="90695" y="73185"/>
                </a:lnTo>
                <a:lnTo>
                  <a:pt x="92268" y="68878"/>
                </a:lnTo>
                <a:lnTo>
                  <a:pt x="91904" y="70054"/>
                </a:lnTo>
                <a:lnTo>
                  <a:pt x="93047" y="65582"/>
                </a:lnTo>
                <a:lnTo>
                  <a:pt x="92798" y="66791"/>
                </a:lnTo>
                <a:lnTo>
                  <a:pt x="93511" y="62153"/>
                </a:lnTo>
                <a:lnTo>
                  <a:pt x="93378" y="63395"/>
                </a:lnTo>
                <a:lnTo>
                  <a:pt x="93627" y="58608"/>
                </a:lnTo>
                <a:lnTo>
                  <a:pt x="93627" y="59867"/>
                </a:lnTo>
                <a:lnTo>
                  <a:pt x="93378" y="55079"/>
                </a:lnTo>
                <a:lnTo>
                  <a:pt x="93511" y="56321"/>
                </a:lnTo>
                <a:lnTo>
                  <a:pt x="92798" y="51684"/>
                </a:lnTo>
                <a:lnTo>
                  <a:pt x="93047" y="52892"/>
                </a:lnTo>
                <a:lnTo>
                  <a:pt x="91904" y="48420"/>
                </a:lnTo>
                <a:lnTo>
                  <a:pt x="92268" y="49596"/>
                </a:lnTo>
                <a:lnTo>
                  <a:pt x="90695" y="45290"/>
                </a:lnTo>
                <a:lnTo>
                  <a:pt x="91158" y="46416"/>
                </a:lnTo>
                <a:lnTo>
                  <a:pt x="89187" y="42324"/>
                </a:lnTo>
                <a:lnTo>
                  <a:pt x="89767" y="43384"/>
                </a:lnTo>
                <a:lnTo>
                  <a:pt x="87431" y="39524"/>
                </a:lnTo>
                <a:lnTo>
                  <a:pt x="88094" y="40519"/>
                </a:lnTo>
                <a:lnTo>
                  <a:pt x="85394" y="36907"/>
                </a:lnTo>
                <a:lnTo>
                  <a:pt x="86156" y="37818"/>
                </a:lnTo>
                <a:lnTo>
                  <a:pt x="83141" y="34505"/>
                </a:lnTo>
                <a:lnTo>
                  <a:pt x="83969" y="35333"/>
                </a:lnTo>
                <a:lnTo>
                  <a:pt x="80656" y="32319"/>
                </a:lnTo>
                <a:lnTo>
                  <a:pt x="81567" y="33081"/>
                </a:lnTo>
                <a:lnTo>
                  <a:pt x="77956" y="30381"/>
                </a:lnTo>
                <a:lnTo>
                  <a:pt x="78950" y="31043"/>
                </a:lnTo>
                <a:lnTo>
                  <a:pt x="75090" y="28708"/>
                </a:lnTo>
                <a:lnTo>
                  <a:pt x="76150" y="29287"/>
                </a:lnTo>
                <a:lnTo>
                  <a:pt x="72059" y="27316"/>
                </a:lnTo>
                <a:lnTo>
                  <a:pt x="73185" y="27780"/>
                </a:lnTo>
                <a:lnTo>
                  <a:pt x="68878" y="26206"/>
                </a:lnTo>
                <a:lnTo>
                  <a:pt x="70054" y="26571"/>
                </a:lnTo>
                <a:lnTo>
                  <a:pt x="65582" y="25428"/>
                </a:lnTo>
                <a:lnTo>
                  <a:pt x="66791" y="25676"/>
                </a:lnTo>
                <a:lnTo>
                  <a:pt x="62153" y="24963"/>
                </a:lnTo>
                <a:lnTo>
                  <a:pt x="63395" y="25096"/>
                </a:lnTo>
                <a:lnTo>
                  <a:pt x="58608" y="24848"/>
                </a:lnTo>
                <a:lnTo>
                  <a:pt x="59867" y="24848"/>
                </a:lnTo>
                <a:lnTo>
                  <a:pt x="55079" y="25096"/>
                </a:lnTo>
                <a:lnTo>
                  <a:pt x="56322" y="24963"/>
                </a:lnTo>
                <a:lnTo>
                  <a:pt x="51683" y="25676"/>
                </a:lnTo>
                <a:lnTo>
                  <a:pt x="52893" y="25428"/>
                </a:lnTo>
                <a:lnTo>
                  <a:pt x="48420" y="26571"/>
                </a:lnTo>
                <a:lnTo>
                  <a:pt x="49596" y="26206"/>
                </a:lnTo>
                <a:lnTo>
                  <a:pt x="45289" y="27780"/>
                </a:lnTo>
                <a:lnTo>
                  <a:pt x="46416" y="27316"/>
                </a:lnTo>
                <a:lnTo>
                  <a:pt x="42324" y="29287"/>
                </a:lnTo>
                <a:lnTo>
                  <a:pt x="43384" y="28708"/>
                </a:lnTo>
                <a:lnTo>
                  <a:pt x="39525" y="31043"/>
                </a:lnTo>
                <a:lnTo>
                  <a:pt x="40518" y="30381"/>
                </a:lnTo>
                <a:lnTo>
                  <a:pt x="36907" y="33081"/>
                </a:lnTo>
                <a:lnTo>
                  <a:pt x="37818" y="32319"/>
                </a:lnTo>
                <a:lnTo>
                  <a:pt x="34505" y="35333"/>
                </a:lnTo>
                <a:lnTo>
                  <a:pt x="35334" y="34505"/>
                </a:lnTo>
                <a:lnTo>
                  <a:pt x="32319" y="37818"/>
                </a:lnTo>
                <a:lnTo>
                  <a:pt x="33081" y="36907"/>
                </a:lnTo>
                <a:lnTo>
                  <a:pt x="30381" y="40519"/>
                </a:lnTo>
                <a:lnTo>
                  <a:pt x="31043" y="39524"/>
                </a:lnTo>
                <a:lnTo>
                  <a:pt x="28708" y="43384"/>
                </a:lnTo>
                <a:lnTo>
                  <a:pt x="29287" y="42324"/>
                </a:lnTo>
                <a:lnTo>
                  <a:pt x="27316" y="46416"/>
                </a:lnTo>
                <a:lnTo>
                  <a:pt x="27780" y="45290"/>
                </a:lnTo>
                <a:lnTo>
                  <a:pt x="26206" y="49596"/>
                </a:lnTo>
                <a:lnTo>
                  <a:pt x="26571" y="48420"/>
                </a:lnTo>
                <a:lnTo>
                  <a:pt x="25428" y="52892"/>
                </a:lnTo>
                <a:lnTo>
                  <a:pt x="25676" y="51684"/>
                </a:lnTo>
                <a:lnTo>
                  <a:pt x="24964" y="56321"/>
                </a:lnTo>
                <a:lnTo>
                  <a:pt x="25096" y="55079"/>
                </a:lnTo>
                <a:lnTo>
                  <a:pt x="24848" y="59867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58985B61-60B0-4357-808F-D06EBFFC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722" y="3466875"/>
            <a:ext cx="93759" cy="93593"/>
          </a:xfrm>
          <a:custGeom xmlns:a="http://schemas.openxmlformats.org/drawingml/2006/main">
            <a:pathLst>
              <a:path w="93759" h="93593">
                <a:moveTo>
                  <a:pt x="0" y="46880"/>
                </a:moveTo>
                <a:cubicBezTo>
                  <a:pt x="166" y="20955"/>
                  <a:pt x="21120" y="0"/>
                  <a:pt x="46962" y="0"/>
                </a:cubicBezTo>
                <a:cubicBezTo>
                  <a:pt x="72804" y="0"/>
                  <a:pt x="93759" y="20955"/>
                  <a:pt x="93759" y="46797"/>
                </a:cubicBezTo>
                <a:cubicBezTo>
                  <a:pt x="93759" y="72639"/>
                  <a:pt x="72804" y="93593"/>
                  <a:pt x="46962" y="93593"/>
                </a:cubicBezTo>
                <a:cubicBezTo>
                  <a:pt x="21120" y="93593"/>
                  <a:pt x="166" y="72639"/>
                  <a:pt x="0" y="46880"/>
                </a:cubicBez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BE972CDB-70B4-46E4-AC25-E5A10A35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0447" y="3454435"/>
            <a:ext cx="118474" cy="118474"/>
          </a:xfrm>
          <a:custGeom xmlns:a="http://schemas.openxmlformats.org/drawingml/2006/main">
            <a:pathLst>
              <a:path w="118474" h="118474">
                <a:moveTo>
                  <a:pt x="298" y="53191"/>
                </a:moveTo>
                <a:lnTo>
                  <a:pt x="1209" y="47311"/>
                </a:lnTo>
                <a:lnTo>
                  <a:pt x="2667" y="41629"/>
                </a:lnTo>
                <a:lnTo>
                  <a:pt x="4655" y="36179"/>
                </a:lnTo>
                <a:lnTo>
                  <a:pt x="7156" y="30994"/>
                </a:lnTo>
                <a:lnTo>
                  <a:pt x="10121" y="26107"/>
                </a:lnTo>
                <a:lnTo>
                  <a:pt x="13533" y="21552"/>
                </a:lnTo>
                <a:lnTo>
                  <a:pt x="17343" y="17344"/>
                </a:lnTo>
                <a:lnTo>
                  <a:pt x="21551" y="13534"/>
                </a:lnTo>
                <a:lnTo>
                  <a:pt x="26106" y="10122"/>
                </a:lnTo>
                <a:lnTo>
                  <a:pt x="30993" y="7156"/>
                </a:lnTo>
                <a:lnTo>
                  <a:pt x="36178" y="4655"/>
                </a:lnTo>
                <a:lnTo>
                  <a:pt x="41629" y="2668"/>
                </a:lnTo>
                <a:lnTo>
                  <a:pt x="47310" y="1210"/>
                </a:lnTo>
                <a:lnTo>
                  <a:pt x="53191" y="298"/>
                </a:lnTo>
                <a:lnTo>
                  <a:pt x="59237" y="0"/>
                </a:lnTo>
                <a:lnTo>
                  <a:pt x="65284" y="298"/>
                </a:lnTo>
                <a:lnTo>
                  <a:pt x="71164" y="1210"/>
                </a:lnTo>
                <a:lnTo>
                  <a:pt x="76846" y="2668"/>
                </a:lnTo>
                <a:lnTo>
                  <a:pt x="82295" y="4655"/>
                </a:lnTo>
                <a:lnTo>
                  <a:pt x="87480" y="7156"/>
                </a:lnTo>
                <a:lnTo>
                  <a:pt x="92367" y="10122"/>
                </a:lnTo>
                <a:lnTo>
                  <a:pt x="96923" y="13534"/>
                </a:lnTo>
                <a:lnTo>
                  <a:pt x="101130" y="17344"/>
                </a:lnTo>
                <a:lnTo>
                  <a:pt x="104940" y="21552"/>
                </a:lnTo>
                <a:lnTo>
                  <a:pt x="108353" y="26107"/>
                </a:lnTo>
                <a:lnTo>
                  <a:pt x="111318" y="30994"/>
                </a:lnTo>
                <a:lnTo>
                  <a:pt x="113820" y="36179"/>
                </a:lnTo>
                <a:lnTo>
                  <a:pt x="115807" y="41629"/>
                </a:lnTo>
                <a:lnTo>
                  <a:pt x="117265" y="47311"/>
                </a:lnTo>
                <a:lnTo>
                  <a:pt x="118176" y="53191"/>
                </a:lnTo>
                <a:lnTo>
                  <a:pt x="118474" y="59238"/>
                </a:lnTo>
                <a:lnTo>
                  <a:pt x="118176" y="65267"/>
                </a:lnTo>
                <a:lnTo>
                  <a:pt x="117265" y="71165"/>
                </a:lnTo>
                <a:lnTo>
                  <a:pt x="115807" y="76846"/>
                </a:lnTo>
                <a:lnTo>
                  <a:pt x="113820" y="82296"/>
                </a:lnTo>
                <a:lnTo>
                  <a:pt x="111318" y="87481"/>
                </a:lnTo>
                <a:lnTo>
                  <a:pt x="108353" y="92368"/>
                </a:lnTo>
                <a:lnTo>
                  <a:pt x="104940" y="96924"/>
                </a:lnTo>
                <a:lnTo>
                  <a:pt x="101130" y="101131"/>
                </a:lnTo>
                <a:lnTo>
                  <a:pt x="96923" y="104941"/>
                </a:lnTo>
                <a:lnTo>
                  <a:pt x="92367" y="108354"/>
                </a:lnTo>
                <a:lnTo>
                  <a:pt x="87480" y="111318"/>
                </a:lnTo>
                <a:lnTo>
                  <a:pt x="82295" y="113820"/>
                </a:lnTo>
                <a:lnTo>
                  <a:pt x="76846" y="115808"/>
                </a:lnTo>
                <a:lnTo>
                  <a:pt x="71164" y="117266"/>
                </a:lnTo>
                <a:lnTo>
                  <a:pt x="65284" y="118176"/>
                </a:lnTo>
                <a:lnTo>
                  <a:pt x="59237" y="118474"/>
                </a:lnTo>
                <a:lnTo>
                  <a:pt x="53191" y="118176"/>
                </a:lnTo>
                <a:lnTo>
                  <a:pt x="47310" y="117266"/>
                </a:lnTo>
                <a:lnTo>
                  <a:pt x="41629" y="115808"/>
                </a:lnTo>
                <a:lnTo>
                  <a:pt x="36178" y="113820"/>
                </a:lnTo>
                <a:lnTo>
                  <a:pt x="30993" y="111318"/>
                </a:lnTo>
                <a:lnTo>
                  <a:pt x="26106" y="108354"/>
                </a:lnTo>
                <a:lnTo>
                  <a:pt x="21551" y="104941"/>
                </a:lnTo>
                <a:lnTo>
                  <a:pt x="17343" y="101131"/>
                </a:lnTo>
                <a:lnTo>
                  <a:pt x="13533" y="96924"/>
                </a:lnTo>
                <a:lnTo>
                  <a:pt x="10121" y="92368"/>
                </a:lnTo>
                <a:lnTo>
                  <a:pt x="7156" y="87481"/>
                </a:lnTo>
                <a:lnTo>
                  <a:pt x="4655" y="82296"/>
                </a:lnTo>
                <a:lnTo>
                  <a:pt x="2667" y="76846"/>
                </a:lnTo>
                <a:lnTo>
                  <a:pt x="1209" y="71165"/>
                </a:lnTo>
                <a:lnTo>
                  <a:pt x="298" y="65267"/>
                </a:lnTo>
                <a:lnTo>
                  <a:pt x="0" y="59238"/>
                </a:lnTo>
                <a:lnTo>
                  <a:pt x="298" y="53191"/>
                </a:lnTo>
                <a:moveTo>
                  <a:pt x="24848" y="59867"/>
                </a:moveTo>
                <a:lnTo>
                  <a:pt x="24848" y="58608"/>
                </a:lnTo>
                <a:lnTo>
                  <a:pt x="25096" y="63396"/>
                </a:lnTo>
                <a:lnTo>
                  <a:pt x="24963" y="62153"/>
                </a:lnTo>
                <a:lnTo>
                  <a:pt x="25675" y="66791"/>
                </a:lnTo>
                <a:lnTo>
                  <a:pt x="25428" y="65582"/>
                </a:lnTo>
                <a:lnTo>
                  <a:pt x="26570" y="70054"/>
                </a:lnTo>
                <a:lnTo>
                  <a:pt x="26206" y="68878"/>
                </a:lnTo>
                <a:lnTo>
                  <a:pt x="27780" y="73186"/>
                </a:lnTo>
                <a:lnTo>
                  <a:pt x="27316" y="72059"/>
                </a:lnTo>
                <a:lnTo>
                  <a:pt x="29287" y="76150"/>
                </a:lnTo>
                <a:lnTo>
                  <a:pt x="28708" y="75090"/>
                </a:lnTo>
                <a:lnTo>
                  <a:pt x="31043" y="78950"/>
                </a:lnTo>
                <a:lnTo>
                  <a:pt x="30380" y="77956"/>
                </a:lnTo>
                <a:lnTo>
                  <a:pt x="33081" y="81568"/>
                </a:lnTo>
                <a:lnTo>
                  <a:pt x="32319" y="80656"/>
                </a:lnTo>
                <a:lnTo>
                  <a:pt x="35333" y="83970"/>
                </a:lnTo>
                <a:lnTo>
                  <a:pt x="34505" y="83141"/>
                </a:lnTo>
                <a:lnTo>
                  <a:pt x="37818" y="86156"/>
                </a:lnTo>
                <a:lnTo>
                  <a:pt x="36907" y="85394"/>
                </a:lnTo>
                <a:lnTo>
                  <a:pt x="40518" y="88094"/>
                </a:lnTo>
                <a:lnTo>
                  <a:pt x="39524" y="87432"/>
                </a:lnTo>
                <a:lnTo>
                  <a:pt x="43384" y="89767"/>
                </a:lnTo>
                <a:lnTo>
                  <a:pt x="42324" y="89187"/>
                </a:lnTo>
                <a:lnTo>
                  <a:pt x="46415" y="91159"/>
                </a:lnTo>
                <a:lnTo>
                  <a:pt x="45289" y="90695"/>
                </a:lnTo>
                <a:lnTo>
                  <a:pt x="49596" y="92269"/>
                </a:lnTo>
                <a:lnTo>
                  <a:pt x="48420" y="91904"/>
                </a:lnTo>
                <a:lnTo>
                  <a:pt x="52893" y="93047"/>
                </a:lnTo>
                <a:lnTo>
                  <a:pt x="51683" y="92799"/>
                </a:lnTo>
                <a:lnTo>
                  <a:pt x="56322" y="93511"/>
                </a:lnTo>
                <a:lnTo>
                  <a:pt x="55079" y="93378"/>
                </a:lnTo>
                <a:lnTo>
                  <a:pt x="59866" y="93627"/>
                </a:lnTo>
                <a:lnTo>
                  <a:pt x="58607" y="93627"/>
                </a:lnTo>
                <a:lnTo>
                  <a:pt x="63395" y="93378"/>
                </a:lnTo>
                <a:lnTo>
                  <a:pt x="62152" y="93511"/>
                </a:lnTo>
                <a:lnTo>
                  <a:pt x="66790" y="92799"/>
                </a:lnTo>
                <a:lnTo>
                  <a:pt x="65581" y="93047"/>
                </a:lnTo>
                <a:lnTo>
                  <a:pt x="70054" y="91904"/>
                </a:lnTo>
                <a:lnTo>
                  <a:pt x="68878" y="92269"/>
                </a:lnTo>
                <a:lnTo>
                  <a:pt x="73185" y="90695"/>
                </a:lnTo>
                <a:lnTo>
                  <a:pt x="72058" y="91159"/>
                </a:lnTo>
                <a:lnTo>
                  <a:pt x="76150" y="89187"/>
                </a:lnTo>
                <a:lnTo>
                  <a:pt x="75090" y="89767"/>
                </a:lnTo>
                <a:lnTo>
                  <a:pt x="78949" y="87432"/>
                </a:lnTo>
                <a:lnTo>
                  <a:pt x="77956" y="88094"/>
                </a:lnTo>
                <a:lnTo>
                  <a:pt x="81566" y="85394"/>
                </a:lnTo>
                <a:lnTo>
                  <a:pt x="80656" y="86156"/>
                </a:lnTo>
                <a:lnTo>
                  <a:pt x="83969" y="83141"/>
                </a:lnTo>
                <a:lnTo>
                  <a:pt x="83140" y="83970"/>
                </a:lnTo>
                <a:lnTo>
                  <a:pt x="86155" y="80656"/>
                </a:lnTo>
                <a:lnTo>
                  <a:pt x="85394" y="81568"/>
                </a:lnTo>
                <a:lnTo>
                  <a:pt x="88093" y="77956"/>
                </a:lnTo>
                <a:lnTo>
                  <a:pt x="87431" y="78950"/>
                </a:lnTo>
                <a:lnTo>
                  <a:pt x="89767" y="75090"/>
                </a:lnTo>
                <a:lnTo>
                  <a:pt x="89187" y="76150"/>
                </a:lnTo>
                <a:lnTo>
                  <a:pt x="91158" y="72059"/>
                </a:lnTo>
                <a:lnTo>
                  <a:pt x="90695" y="73186"/>
                </a:lnTo>
                <a:lnTo>
                  <a:pt x="92268" y="68878"/>
                </a:lnTo>
                <a:lnTo>
                  <a:pt x="91903" y="70054"/>
                </a:lnTo>
                <a:lnTo>
                  <a:pt x="93047" y="65582"/>
                </a:lnTo>
                <a:lnTo>
                  <a:pt x="92798" y="66791"/>
                </a:lnTo>
                <a:lnTo>
                  <a:pt x="93511" y="62153"/>
                </a:lnTo>
                <a:lnTo>
                  <a:pt x="93378" y="63396"/>
                </a:lnTo>
                <a:lnTo>
                  <a:pt x="93627" y="58608"/>
                </a:lnTo>
                <a:lnTo>
                  <a:pt x="93627" y="59867"/>
                </a:lnTo>
                <a:lnTo>
                  <a:pt x="93378" y="55080"/>
                </a:lnTo>
                <a:lnTo>
                  <a:pt x="93511" y="56322"/>
                </a:lnTo>
                <a:lnTo>
                  <a:pt x="92798" y="51684"/>
                </a:lnTo>
                <a:lnTo>
                  <a:pt x="93047" y="52893"/>
                </a:lnTo>
                <a:lnTo>
                  <a:pt x="91903" y="48420"/>
                </a:lnTo>
                <a:lnTo>
                  <a:pt x="92268" y="49596"/>
                </a:lnTo>
                <a:lnTo>
                  <a:pt x="90695" y="45289"/>
                </a:lnTo>
                <a:lnTo>
                  <a:pt x="91158" y="46416"/>
                </a:lnTo>
                <a:lnTo>
                  <a:pt x="89187" y="42324"/>
                </a:lnTo>
                <a:lnTo>
                  <a:pt x="89767" y="43385"/>
                </a:lnTo>
                <a:lnTo>
                  <a:pt x="87431" y="39525"/>
                </a:lnTo>
                <a:lnTo>
                  <a:pt x="88093" y="40519"/>
                </a:lnTo>
                <a:lnTo>
                  <a:pt x="85394" y="36908"/>
                </a:lnTo>
                <a:lnTo>
                  <a:pt x="86155" y="37819"/>
                </a:lnTo>
                <a:lnTo>
                  <a:pt x="83140" y="34506"/>
                </a:lnTo>
                <a:lnTo>
                  <a:pt x="83969" y="35334"/>
                </a:lnTo>
                <a:lnTo>
                  <a:pt x="80656" y="32319"/>
                </a:lnTo>
                <a:lnTo>
                  <a:pt x="81566" y="33081"/>
                </a:lnTo>
                <a:lnTo>
                  <a:pt x="77956" y="30381"/>
                </a:lnTo>
                <a:lnTo>
                  <a:pt x="78949" y="31044"/>
                </a:lnTo>
                <a:lnTo>
                  <a:pt x="75090" y="28708"/>
                </a:lnTo>
                <a:lnTo>
                  <a:pt x="76150" y="29287"/>
                </a:lnTo>
                <a:lnTo>
                  <a:pt x="72058" y="27316"/>
                </a:lnTo>
                <a:lnTo>
                  <a:pt x="73185" y="27780"/>
                </a:lnTo>
                <a:lnTo>
                  <a:pt x="68878" y="26207"/>
                </a:lnTo>
                <a:lnTo>
                  <a:pt x="70054" y="26571"/>
                </a:lnTo>
                <a:lnTo>
                  <a:pt x="65581" y="25428"/>
                </a:lnTo>
                <a:lnTo>
                  <a:pt x="66790" y="25676"/>
                </a:lnTo>
                <a:lnTo>
                  <a:pt x="62152" y="24964"/>
                </a:lnTo>
                <a:lnTo>
                  <a:pt x="63395" y="25096"/>
                </a:lnTo>
                <a:lnTo>
                  <a:pt x="58607" y="24848"/>
                </a:lnTo>
                <a:lnTo>
                  <a:pt x="59866" y="24848"/>
                </a:lnTo>
                <a:lnTo>
                  <a:pt x="55079" y="25096"/>
                </a:lnTo>
                <a:lnTo>
                  <a:pt x="56322" y="24964"/>
                </a:lnTo>
                <a:lnTo>
                  <a:pt x="51683" y="25676"/>
                </a:lnTo>
                <a:lnTo>
                  <a:pt x="52893" y="25428"/>
                </a:lnTo>
                <a:lnTo>
                  <a:pt x="48420" y="26571"/>
                </a:lnTo>
                <a:lnTo>
                  <a:pt x="49596" y="26207"/>
                </a:lnTo>
                <a:lnTo>
                  <a:pt x="45289" y="27780"/>
                </a:lnTo>
                <a:lnTo>
                  <a:pt x="46415" y="27316"/>
                </a:lnTo>
                <a:lnTo>
                  <a:pt x="42324" y="29287"/>
                </a:lnTo>
                <a:lnTo>
                  <a:pt x="43384" y="28708"/>
                </a:lnTo>
                <a:lnTo>
                  <a:pt x="39524" y="31044"/>
                </a:lnTo>
                <a:lnTo>
                  <a:pt x="40518" y="30381"/>
                </a:lnTo>
                <a:lnTo>
                  <a:pt x="36907" y="33081"/>
                </a:lnTo>
                <a:lnTo>
                  <a:pt x="37818" y="32319"/>
                </a:lnTo>
                <a:lnTo>
                  <a:pt x="34505" y="35334"/>
                </a:lnTo>
                <a:lnTo>
                  <a:pt x="35333" y="34506"/>
                </a:lnTo>
                <a:lnTo>
                  <a:pt x="32319" y="37819"/>
                </a:lnTo>
                <a:lnTo>
                  <a:pt x="33081" y="36908"/>
                </a:lnTo>
                <a:lnTo>
                  <a:pt x="30380" y="40519"/>
                </a:lnTo>
                <a:lnTo>
                  <a:pt x="31043" y="39525"/>
                </a:lnTo>
                <a:lnTo>
                  <a:pt x="28708" y="43385"/>
                </a:lnTo>
                <a:lnTo>
                  <a:pt x="29287" y="42324"/>
                </a:lnTo>
                <a:lnTo>
                  <a:pt x="27316" y="46416"/>
                </a:lnTo>
                <a:lnTo>
                  <a:pt x="27780" y="45289"/>
                </a:lnTo>
                <a:lnTo>
                  <a:pt x="26206" y="49596"/>
                </a:lnTo>
                <a:lnTo>
                  <a:pt x="26570" y="48420"/>
                </a:lnTo>
                <a:lnTo>
                  <a:pt x="25428" y="52893"/>
                </a:lnTo>
                <a:lnTo>
                  <a:pt x="25675" y="51684"/>
                </a:lnTo>
                <a:lnTo>
                  <a:pt x="24963" y="56322"/>
                </a:lnTo>
                <a:lnTo>
                  <a:pt x="25096" y="55080"/>
                </a:lnTo>
                <a:lnTo>
                  <a:pt x="24848" y="59867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885F36A2-101D-4F9B-B72E-6876B31D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7899" y="3466875"/>
            <a:ext cx="94090" cy="93593"/>
          </a:xfrm>
          <a:custGeom xmlns:a="http://schemas.openxmlformats.org/drawingml/2006/main">
            <a:pathLst>
              <a:path w="94090" h="93593">
                <a:moveTo>
                  <a:pt x="0" y="46880"/>
                </a:moveTo>
                <a:cubicBezTo>
                  <a:pt x="497" y="20955"/>
                  <a:pt x="21452" y="0"/>
                  <a:pt x="47294" y="0"/>
                </a:cubicBezTo>
                <a:cubicBezTo>
                  <a:pt x="73136" y="0"/>
                  <a:pt x="94090" y="20955"/>
                  <a:pt x="94090" y="46797"/>
                </a:cubicBezTo>
                <a:cubicBezTo>
                  <a:pt x="94090" y="72639"/>
                  <a:pt x="73136" y="93593"/>
                  <a:pt x="47294" y="93593"/>
                </a:cubicBezTo>
                <a:cubicBezTo>
                  <a:pt x="21452" y="93593"/>
                  <a:pt x="497" y="72639"/>
                  <a:pt x="0" y="46880"/>
                </a:cubicBez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FD19E02F-6D04-4BE0-8536-00FF0567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956" y="3454435"/>
            <a:ext cx="118475" cy="118474"/>
          </a:xfrm>
          <a:custGeom xmlns:a="http://schemas.openxmlformats.org/drawingml/2006/main">
            <a:pathLst>
              <a:path w="118475" h="118474">
                <a:moveTo>
                  <a:pt x="298" y="53191"/>
                </a:moveTo>
                <a:lnTo>
                  <a:pt x="1210" y="47311"/>
                </a:lnTo>
                <a:lnTo>
                  <a:pt x="2667" y="41629"/>
                </a:lnTo>
                <a:lnTo>
                  <a:pt x="4655" y="36179"/>
                </a:lnTo>
                <a:lnTo>
                  <a:pt x="7156" y="30994"/>
                </a:lnTo>
                <a:lnTo>
                  <a:pt x="10122" y="26107"/>
                </a:lnTo>
                <a:lnTo>
                  <a:pt x="13534" y="21552"/>
                </a:lnTo>
                <a:lnTo>
                  <a:pt x="17345" y="17344"/>
                </a:lnTo>
                <a:lnTo>
                  <a:pt x="21552" y="13534"/>
                </a:lnTo>
                <a:lnTo>
                  <a:pt x="26107" y="10122"/>
                </a:lnTo>
                <a:lnTo>
                  <a:pt x="30994" y="7156"/>
                </a:lnTo>
                <a:lnTo>
                  <a:pt x="36179" y="4655"/>
                </a:lnTo>
                <a:lnTo>
                  <a:pt x="41629" y="2668"/>
                </a:lnTo>
                <a:lnTo>
                  <a:pt x="47311" y="1210"/>
                </a:lnTo>
                <a:lnTo>
                  <a:pt x="53191" y="298"/>
                </a:lnTo>
                <a:lnTo>
                  <a:pt x="59238" y="0"/>
                </a:lnTo>
                <a:lnTo>
                  <a:pt x="65284" y="298"/>
                </a:lnTo>
                <a:lnTo>
                  <a:pt x="71165" y="1210"/>
                </a:lnTo>
                <a:lnTo>
                  <a:pt x="76846" y="2668"/>
                </a:lnTo>
                <a:lnTo>
                  <a:pt x="82296" y="4655"/>
                </a:lnTo>
                <a:lnTo>
                  <a:pt x="87481" y="7156"/>
                </a:lnTo>
                <a:lnTo>
                  <a:pt x="92368" y="10122"/>
                </a:lnTo>
                <a:lnTo>
                  <a:pt x="96924" y="13534"/>
                </a:lnTo>
                <a:lnTo>
                  <a:pt x="101130" y="17344"/>
                </a:lnTo>
                <a:lnTo>
                  <a:pt x="104941" y="21552"/>
                </a:lnTo>
                <a:lnTo>
                  <a:pt x="108354" y="26107"/>
                </a:lnTo>
                <a:lnTo>
                  <a:pt x="111318" y="30994"/>
                </a:lnTo>
                <a:lnTo>
                  <a:pt x="113820" y="36179"/>
                </a:lnTo>
                <a:lnTo>
                  <a:pt x="115809" y="41629"/>
                </a:lnTo>
                <a:lnTo>
                  <a:pt x="117265" y="47311"/>
                </a:lnTo>
                <a:lnTo>
                  <a:pt x="118177" y="53191"/>
                </a:lnTo>
                <a:lnTo>
                  <a:pt x="118475" y="59238"/>
                </a:lnTo>
                <a:lnTo>
                  <a:pt x="118177" y="65267"/>
                </a:lnTo>
                <a:lnTo>
                  <a:pt x="117265" y="71165"/>
                </a:lnTo>
                <a:lnTo>
                  <a:pt x="115809" y="76846"/>
                </a:lnTo>
                <a:lnTo>
                  <a:pt x="113820" y="82296"/>
                </a:lnTo>
                <a:lnTo>
                  <a:pt x="111318" y="87481"/>
                </a:lnTo>
                <a:lnTo>
                  <a:pt x="108354" y="92368"/>
                </a:lnTo>
                <a:lnTo>
                  <a:pt x="104941" y="96924"/>
                </a:lnTo>
                <a:lnTo>
                  <a:pt x="101130" y="101131"/>
                </a:lnTo>
                <a:lnTo>
                  <a:pt x="96924" y="104941"/>
                </a:lnTo>
                <a:lnTo>
                  <a:pt x="92368" y="108354"/>
                </a:lnTo>
                <a:lnTo>
                  <a:pt x="87481" y="111318"/>
                </a:lnTo>
                <a:lnTo>
                  <a:pt x="82296" y="113820"/>
                </a:lnTo>
                <a:lnTo>
                  <a:pt x="76846" y="115808"/>
                </a:lnTo>
                <a:lnTo>
                  <a:pt x="71165" y="117266"/>
                </a:lnTo>
                <a:lnTo>
                  <a:pt x="65284" y="118176"/>
                </a:lnTo>
                <a:lnTo>
                  <a:pt x="59238" y="118474"/>
                </a:lnTo>
                <a:lnTo>
                  <a:pt x="53191" y="118176"/>
                </a:lnTo>
                <a:lnTo>
                  <a:pt x="47311" y="117266"/>
                </a:lnTo>
                <a:lnTo>
                  <a:pt x="41629" y="115808"/>
                </a:lnTo>
                <a:lnTo>
                  <a:pt x="36179" y="113820"/>
                </a:lnTo>
                <a:lnTo>
                  <a:pt x="30994" y="111318"/>
                </a:lnTo>
                <a:lnTo>
                  <a:pt x="26107" y="108354"/>
                </a:lnTo>
                <a:lnTo>
                  <a:pt x="21552" y="104941"/>
                </a:lnTo>
                <a:lnTo>
                  <a:pt x="17345" y="101131"/>
                </a:lnTo>
                <a:lnTo>
                  <a:pt x="13534" y="96924"/>
                </a:lnTo>
                <a:lnTo>
                  <a:pt x="10122" y="92368"/>
                </a:lnTo>
                <a:lnTo>
                  <a:pt x="7156" y="87481"/>
                </a:lnTo>
                <a:lnTo>
                  <a:pt x="4655" y="82296"/>
                </a:lnTo>
                <a:lnTo>
                  <a:pt x="2667" y="76846"/>
                </a:lnTo>
                <a:lnTo>
                  <a:pt x="1210" y="71165"/>
                </a:lnTo>
                <a:lnTo>
                  <a:pt x="298" y="65267"/>
                </a:lnTo>
                <a:lnTo>
                  <a:pt x="0" y="59238"/>
                </a:lnTo>
                <a:lnTo>
                  <a:pt x="298" y="53191"/>
                </a:lnTo>
                <a:moveTo>
                  <a:pt x="24848" y="59867"/>
                </a:moveTo>
                <a:lnTo>
                  <a:pt x="24848" y="58608"/>
                </a:lnTo>
                <a:lnTo>
                  <a:pt x="25097" y="63396"/>
                </a:lnTo>
                <a:lnTo>
                  <a:pt x="24965" y="62153"/>
                </a:lnTo>
                <a:lnTo>
                  <a:pt x="25676" y="66791"/>
                </a:lnTo>
                <a:lnTo>
                  <a:pt x="25428" y="65582"/>
                </a:lnTo>
                <a:lnTo>
                  <a:pt x="26571" y="70054"/>
                </a:lnTo>
                <a:lnTo>
                  <a:pt x="26207" y="68878"/>
                </a:lnTo>
                <a:lnTo>
                  <a:pt x="27780" y="73186"/>
                </a:lnTo>
                <a:lnTo>
                  <a:pt x="27317" y="72059"/>
                </a:lnTo>
                <a:lnTo>
                  <a:pt x="29287" y="76150"/>
                </a:lnTo>
                <a:lnTo>
                  <a:pt x="28708" y="75090"/>
                </a:lnTo>
                <a:lnTo>
                  <a:pt x="31044" y="78950"/>
                </a:lnTo>
                <a:lnTo>
                  <a:pt x="30381" y="77956"/>
                </a:lnTo>
                <a:lnTo>
                  <a:pt x="33082" y="81568"/>
                </a:lnTo>
                <a:lnTo>
                  <a:pt x="32320" y="80656"/>
                </a:lnTo>
                <a:lnTo>
                  <a:pt x="35334" y="83970"/>
                </a:lnTo>
                <a:lnTo>
                  <a:pt x="34506" y="83141"/>
                </a:lnTo>
                <a:lnTo>
                  <a:pt x="37819" y="86156"/>
                </a:lnTo>
                <a:lnTo>
                  <a:pt x="36908" y="85394"/>
                </a:lnTo>
                <a:lnTo>
                  <a:pt x="40518" y="88094"/>
                </a:lnTo>
                <a:lnTo>
                  <a:pt x="39525" y="87432"/>
                </a:lnTo>
                <a:lnTo>
                  <a:pt x="43385" y="89767"/>
                </a:lnTo>
                <a:lnTo>
                  <a:pt x="42325" y="89187"/>
                </a:lnTo>
                <a:lnTo>
                  <a:pt x="46416" y="91159"/>
                </a:lnTo>
                <a:lnTo>
                  <a:pt x="45290" y="90695"/>
                </a:lnTo>
                <a:lnTo>
                  <a:pt x="49596" y="92269"/>
                </a:lnTo>
                <a:lnTo>
                  <a:pt x="48421" y="91904"/>
                </a:lnTo>
                <a:lnTo>
                  <a:pt x="52893" y="93047"/>
                </a:lnTo>
                <a:lnTo>
                  <a:pt x="51684" y="92799"/>
                </a:lnTo>
                <a:lnTo>
                  <a:pt x="56322" y="93511"/>
                </a:lnTo>
                <a:lnTo>
                  <a:pt x="55080" y="93378"/>
                </a:lnTo>
                <a:lnTo>
                  <a:pt x="59867" y="93627"/>
                </a:lnTo>
                <a:lnTo>
                  <a:pt x="58608" y="93627"/>
                </a:lnTo>
                <a:lnTo>
                  <a:pt x="63396" y="93378"/>
                </a:lnTo>
                <a:lnTo>
                  <a:pt x="62153" y="93511"/>
                </a:lnTo>
                <a:lnTo>
                  <a:pt x="66791" y="92799"/>
                </a:lnTo>
                <a:lnTo>
                  <a:pt x="65583" y="93047"/>
                </a:lnTo>
                <a:lnTo>
                  <a:pt x="70054" y="91904"/>
                </a:lnTo>
                <a:lnTo>
                  <a:pt x="68879" y="92269"/>
                </a:lnTo>
                <a:lnTo>
                  <a:pt x="73185" y="90695"/>
                </a:lnTo>
                <a:lnTo>
                  <a:pt x="72058" y="91159"/>
                </a:lnTo>
                <a:lnTo>
                  <a:pt x="76151" y="89187"/>
                </a:lnTo>
                <a:lnTo>
                  <a:pt x="75090" y="89767"/>
                </a:lnTo>
                <a:lnTo>
                  <a:pt x="78950" y="87432"/>
                </a:lnTo>
                <a:lnTo>
                  <a:pt x="77957" y="88094"/>
                </a:lnTo>
                <a:lnTo>
                  <a:pt x="81567" y="85394"/>
                </a:lnTo>
                <a:lnTo>
                  <a:pt x="80657" y="86156"/>
                </a:lnTo>
                <a:lnTo>
                  <a:pt x="83969" y="83141"/>
                </a:lnTo>
                <a:lnTo>
                  <a:pt x="83141" y="83970"/>
                </a:lnTo>
                <a:lnTo>
                  <a:pt x="86156" y="80656"/>
                </a:lnTo>
                <a:lnTo>
                  <a:pt x="85394" y="81568"/>
                </a:lnTo>
                <a:lnTo>
                  <a:pt x="88094" y="77956"/>
                </a:lnTo>
                <a:lnTo>
                  <a:pt x="87432" y="78950"/>
                </a:lnTo>
                <a:lnTo>
                  <a:pt x="89768" y="75090"/>
                </a:lnTo>
                <a:lnTo>
                  <a:pt x="89187" y="76150"/>
                </a:lnTo>
                <a:lnTo>
                  <a:pt x="91159" y="72059"/>
                </a:lnTo>
                <a:lnTo>
                  <a:pt x="90695" y="73186"/>
                </a:lnTo>
                <a:lnTo>
                  <a:pt x="92269" y="68878"/>
                </a:lnTo>
                <a:lnTo>
                  <a:pt x="91904" y="70054"/>
                </a:lnTo>
                <a:lnTo>
                  <a:pt x="93047" y="65582"/>
                </a:lnTo>
                <a:lnTo>
                  <a:pt x="92799" y="66791"/>
                </a:lnTo>
                <a:lnTo>
                  <a:pt x="93511" y="62153"/>
                </a:lnTo>
                <a:lnTo>
                  <a:pt x="93378" y="63396"/>
                </a:lnTo>
                <a:lnTo>
                  <a:pt x="93627" y="58608"/>
                </a:lnTo>
                <a:lnTo>
                  <a:pt x="93627" y="59867"/>
                </a:lnTo>
                <a:lnTo>
                  <a:pt x="93378" y="55080"/>
                </a:lnTo>
                <a:lnTo>
                  <a:pt x="93511" y="56322"/>
                </a:lnTo>
                <a:lnTo>
                  <a:pt x="92799" y="51684"/>
                </a:lnTo>
                <a:lnTo>
                  <a:pt x="93047" y="52893"/>
                </a:lnTo>
                <a:lnTo>
                  <a:pt x="91904" y="48420"/>
                </a:lnTo>
                <a:lnTo>
                  <a:pt x="92269" y="49596"/>
                </a:lnTo>
                <a:lnTo>
                  <a:pt x="90695" y="45289"/>
                </a:lnTo>
                <a:lnTo>
                  <a:pt x="91159" y="46416"/>
                </a:lnTo>
                <a:lnTo>
                  <a:pt x="89187" y="42324"/>
                </a:lnTo>
                <a:lnTo>
                  <a:pt x="89768" y="43385"/>
                </a:lnTo>
                <a:lnTo>
                  <a:pt x="87432" y="39525"/>
                </a:lnTo>
                <a:lnTo>
                  <a:pt x="88094" y="40519"/>
                </a:lnTo>
                <a:lnTo>
                  <a:pt x="85394" y="36908"/>
                </a:lnTo>
                <a:lnTo>
                  <a:pt x="86156" y="37819"/>
                </a:lnTo>
                <a:lnTo>
                  <a:pt x="83141" y="34506"/>
                </a:lnTo>
                <a:lnTo>
                  <a:pt x="83969" y="35334"/>
                </a:lnTo>
                <a:lnTo>
                  <a:pt x="80657" y="32319"/>
                </a:lnTo>
                <a:lnTo>
                  <a:pt x="81567" y="33081"/>
                </a:lnTo>
                <a:lnTo>
                  <a:pt x="77957" y="30381"/>
                </a:lnTo>
                <a:lnTo>
                  <a:pt x="78950" y="31044"/>
                </a:lnTo>
                <a:lnTo>
                  <a:pt x="75090" y="28708"/>
                </a:lnTo>
                <a:lnTo>
                  <a:pt x="76151" y="29287"/>
                </a:lnTo>
                <a:lnTo>
                  <a:pt x="72058" y="27316"/>
                </a:lnTo>
                <a:lnTo>
                  <a:pt x="73185" y="27780"/>
                </a:lnTo>
                <a:lnTo>
                  <a:pt x="68879" y="26207"/>
                </a:lnTo>
                <a:lnTo>
                  <a:pt x="70054" y="26571"/>
                </a:lnTo>
                <a:lnTo>
                  <a:pt x="65583" y="25428"/>
                </a:lnTo>
                <a:lnTo>
                  <a:pt x="66791" y="25676"/>
                </a:lnTo>
                <a:lnTo>
                  <a:pt x="62153" y="24964"/>
                </a:lnTo>
                <a:lnTo>
                  <a:pt x="63396" y="25096"/>
                </a:lnTo>
                <a:lnTo>
                  <a:pt x="58608" y="24848"/>
                </a:lnTo>
                <a:lnTo>
                  <a:pt x="59867" y="24848"/>
                </a:lnTo>
                <a:lnTo>
                  <a:pt x="55080" y="25096"/>
                </a:lnTo>
                <a:lnTo>
                  <a:pt x="56322" y="24964"/>
                </a:lnTo>
                <a:lnTo>
                  <a:pt x="51684" y="25676"/>
                </a:lnTo>
                <a:lnTo>
                  <a:pt x="52893" y="25428"/>
                </a:lnTo>
                <a:lnTo>
                  <a:pt x="48421" y="26571"/>
                </a:lnTo>
                <a:lnTo>
                  <a:pt x="49596" y="26207"/>
                </a:lnTo>
                <a:lnTo>
                  <a:pt x="45290" y="27780"/>
                </a:lnTo>
                <a:lnTo>
                  <a:pt x="46416" y="27316"/>
                </a:lnTo>
                <a:lnTo>
                  <a:pt x="42325" y="29287"/>
                </a:lnTo>
                <a:lnTo>
                  <a:pt x="43385" y="28708"/>
                </a:lnTo>
                <a:lnTo>
                  <a:pt x="39525" y="31044"/>
                </a:lnTo>
                <a:lnTo>
                  <a:pt x="40518" y="30381"/>
                </a:lnTo>
                <a:lnTo>
                  <a:pt x="36908" y="33081"/>
                </a:lnTo>
                <a:lnTo>
                  <a:pt x="37819" y="32319"/>
                </a:lnTo>
                <a:lnTo>
                  <a:pt x="34506" y="35334"/>
                </a:lnTo>
                <a:lnTo>
                  <a:pt x="35334" y="34506"/>
                </a:lnTo>
                <a:lnTo>
                  <a:pt x="32320" y="37819"/>
                </a:lnTo>
                <a:lnTo>
                  <a:pt x="33082" y="36908"/>
                </a:lnTo>
                <a:lnTo>
                  <a:pt x="30381" y="40519"/>
                </a:lnTo>
                <a:lnTo>
                  <a:pt x="31044" y="39525"/>
                </a:lnTo>
                <a:lnTo>
                  <a:pt x="28708" y="43385"/>
                </a:lnTo>
                <a:lnTo>
                  <a:pt x="29287" y="42324"/>
                </a:lnTo>
                <a:lnTo>
                  <a:pt x="27317" y="46416"/>
                </a:lnTo>
                <a:lnTo>
                  <a:pt x="27780" y="45289"/>
                </a:lnTo>
                <a:lnTo>
                  <a:pt x="26207" y="49596"/>
                </a:lnTo>
                <a:lnTo>
                  <a:pt x="26571" y="48420"/>
                </a:lnTo>
                <a:lnTo>
                  <a:pt x="25428" y="52893"/>
                </a:lnTo>
                <a:lnTo>
                  <a:pt x="25676" y="51684"/>
                </a:lnTo>
                <a:lnTo>
                  <a:pt x="24965" y="56322"/>
                </a:lnTo>
                <a:lnTo>
                  <a:pt x="25097" y="55080"/>
                </a:lnTo>
                <a:lnTo>
                  <a:pt x="24848" y="59867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0EA915C9-0FFD-423B-A649-7CA2D30F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397" y="3466875"/>
            <a:ext cx="94422" cy="93593"/>
          </a:xfrm>
          <a:custGeom xmlns:a="http://schemas.openxmlformats.org/drawingml/2006/main">
            <a:pathLst>
              <a:path w="94422" h="93593">
                <a:moveTo>
                  <a:pt x="0" y="46880"/>
                </a:moveTo>
                <a:cubicBezTo>
                  <a:pt x="828" y="20955"/>
                  <a:pt x="21784" y="0"/>
                  <a:pt x="47625" y="0"/>
                </a:cubicBezTo>
                <a:cubicBezTo>
                  <a:pt x="73467" y="0"/>
                  <a:pt x="94422" y="20955"/>
                  <a:pt x="94422" y="46797"/>
                </a:cubicBezTo>
                <a:cubicBezTo>
                  <a:pt x="94422" y="72639"/>
                  <a:pt x="73467" y="93593"/>
                  <a:pt x="47625" y="93593"/>
                </a:cubicBezTo>
                <a:cubicBezTo>
                  <a:pt x="21784" y="93593"/>
                  <a:pt x="828" y="72639"/>
                  <a:pt x="0" y="46880"/>
                </a:cubicBez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9C3BC6CA-D2CC-42BD-A60F-560DDF9C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9785" y="3454435"/>
            <a:ext cx="118474" cy="118474"/>
          </a:xfrm>
          <a:custGeom xmlns:a="http://schemas.openxmlformats.org/drawingml/2006/main">
            <a:pathLst>
              <a:path w="118474" h="118474">
                <a:moveTo>
                  <a:pt x="298" y="53191"/>
                </a:moveTo>
                <a:lnTo>
                  <a:pt x="1210" y="47311"/>
                </a:lnTo>
                <a:lnTo>
                  <a:pt x="2667" y="41629"/>
                </a:lnTo>
                <a:lnTo>
                  <a:pt x="4655" y="36179"/>
                </a:lnTo>
                <a:lnTo>
                  <a:pt x="7157" y="30994"/>
                </a:lnTo>
                <a:lnTo>
                  <a:pt x="10121" y="26107"/>
                </a:lnTo>
                <a:lnTo>
                  <a:pt x="13533" y="21552"/>
                </a:lnTo>
                <a:lnTo>
                  <a:pt x="17344" y="17344"/>
                </a:lnTo>
                <a:lnTo>
                  <a:pt x="21551" y="13534"/>
                </a:lnTo>
                <a:lnTo>
                  <a:pt x="26107" y="10122"/>
                </a:lnTo>
                <a:lnTo>
                  <a:pt x="30993" y="7156"/>
                </a:lnTo>
                <a:lnTo>
                  <a:pt x="36178" y="4655"/>
                </a:lnTo>
                <a:lnTo>
                  <a:pt x="41629" y="2668"/>
                </a:lnTo>
                <a:lnTo>
                  <a:pt x="47310" y="1210"/>
                </a:lnTo>
                <a:lnTo>
                  <a:pt x="53191" y="298"/>
                </a:lnTo>
                <a:lnTo>
                  <a:pt x="59237" y="0"/>
                </a:lnTo>
                <a:lnTo>
                  <a:pt x="65267" y="298"/>
                </a:lnTo>
                <a:lnTo>
                  <a:pt x="71164" y="1210"/>
                </a:lnTo>
                <a:lnTo>
                  <a:pt x="76846" y="2668"/>
                </a:lnTo>
                <a:lnTo>
                  <a:pt x="82295" y="4655"/>
                </a:lnTo>
                <a:lnTo>
                  <a:pt x="87481" y="7156"/>
                </a:lnTo>
                <a:lnTo>
                  <a:pt x="92367" y="10122"/>
                </a:lnTo>
                <a:lnTo>
                  <a:pt x="96923" y="13534"/>
                </a:lnTo>
                <a:lnTo>
                  <a:pt x="101115" y="17344"/>
                </a:lnTo>
                <a:lnTo>
                  <a:pt x="104940" y="21552"/>
                </a:lnTo>
                <a:lnTo>
                  <a:pt x="108353" y="26107"/>
                </a:lnTo>
                <a:lnTo>
                  <a:pt x="111318" y="30994"/>
                </a:lnTo>
                <a:lnTo>
                  <a:pt x="113820" y="36179"/>
                </a:lnTo>
                <a:lnTo>
                  <a:pt x="115807" y="41629"/>
                </a:lnTo>
                <a:lnTo>
                  <a:pt x="117265" y="47311"/>
                </a:lnTo>
                <a:lnTo>
                  <a:pt x="118176" y="53191"/>
                </a:lnTo>
                <a:lnTo>
                  <a:pt x="118474" y="59238"/>
                </a:lnTo>
                <a:lnTo>
                  <a:pt x="118176" y="65267"/>
                </a:lnTo>
                <a:lnTo>
                  <a:pt x="117265" y="71165"/>
                </a:lnTo>
                <a:lnTo>
                  <a:pt x="115807" y="76846"/>
                </a:lnTo>
                <a:lnTo>
                  <a:pt x="113820" y="82296"/>
                </a:lnTo>
                <a:lnTo>
                  <a:pt x="111318" y="87481"/>
                </a:lnTo>
                <a:lnTo>
                  <a:pt x="108353" y="92368"/>
                </a:lnTo>
                <a:lnTo>
                  <a:pt x="104940" y="96924"/>
                </a:lnTo>
                <a:lnTo>
                  <a:pt x="101115" y="101131"/>
                </a:lnTo>
                <a:lnTo>
                  <a:pt x="96923" y="104941"/>
                </a:lnTo>
                <a:lnTo>
                  <a:pt x="92367" y="108354"/>
                </a:lnTo>
                <a:lnTo>
                  <a:pt x="87481" y="111318"/>
                </a:lnTo>
                <a:lnTo>
                  <a:pt x="82295" y="113820"/>
                </a:lnTo>
                <a:lnTo>
                  <a:pt x="76846" y="115808"/>
                </a:lnTo>
                <a:lnTo>
                  <a:pt x="71164" y="117266"/>
                </a:lnTo>
                <a:lnTo>
                  <a:pt x="65267" y="118176"/>
                </a:lnTo>
                <a:lnTo>
                  <a:pt x="59237" y="118474"/>
                </a:lnTo>
                <a:lnTo>
                  <a:pt x="53191" y="118176"/>
                </a:lnTo>
                <a:lnTo>
                  <a:pt x="47310" y="117266"/>
                </a:lnTo>
                <a:lnTo>
                  <a:pt x="41629" y="115808"/>
                </a:lnTo>
                <a:lnTo>
                  <a:pt x="36178" y="113820"/>
                </a:lnTo>
                <a:lnTo>
                  <a:pt x="30993" y="111318"/>
                </a:lnTo>
                <a:lnTo>
                  <a:pt x="26107" y="108354"/>
                </a:lnTo>
                <a:lnTo>
                  <a:pt x="21551" y="104941"/>
                </a:lnTo>
                <a:lnTo>
                  <a:pt x="17344" y="101131"/>
                </a:lnTo>
                <a:lnTo>
                  <a:pt x="13533" y="96924"/>
                </a:lnTo>
                <a:lnTo>
                  <a:pt x="10121" y="92368"/>
                </a:lnTo>
                <a:lnTo>
                  <a:pt x="7157" y="87481"/>
                </a:lnTo>
                <a:lnTo>
                  <a:pt x="4655" y="82296"/>
                </a:lnTo>
                <a:lnTo>
                  <a:pt x="2667" y="76846"/>
                </a:lnTo>
                <a:lnTo>
                  <a:pt x="1210" y="71165"/>
                </a:lnTo>
                <a:lnTo>
                  <a:pt x="298" y="65267"/>
                </a:lnTo>
                <a:lnTo>
                  <a:pt x="0" y="59238"/>
                </a:lnTo>
                <a:lnTo>
                  <a:pt x="298" y="53191"/>
                </a:lnTo>
                <a:moveTo>
                  <a:pt x="24848" y="59867"/>
                </a:moveTo>
                <a:lnTo>
                  <a:pt x="24848" y="58608"/>
                </a:lnTo>
                <a:lnTo>
                  <a:pt x="25096" y="63396"/>
                </a:lnTo>
                <a:lnTo>
                  <a:pt x="24963" y="62153"/>
                </a:lnTo>
                <a:lnTo>
                  <a:pt x="25676" y="66791"/>
                </a:lnTo>
                <a:lnTo>
                  <a:pt x="25427" y="65582"/>
                </a:lnTo>
                <a:lnTo>
                  <a:pt x="26571" y="70054"/>
                </a:lnTo>
                <a:lnTo>
                  <a:pt x="26206" y="68878"/>
                </a:lnTo>
                <a:lnTo>
                  <a:pt x="27780" y="73186"/>
                </a:lnTo>
                <a:lnTo>
                  <a:pt x="27316" y="72059"/>
                </a:lnTo>
                <a:lnTo>
                  <a:pt x="29287" y="76150"/>
                </a:lnTo>
                <a:lnTo>
                  <a:pt x="28708" y="75090"/>
                </a:lnTo>
                <a:lnTo>
                  <a:pt x="31043" y="78950"/>
                </a:lnTo>
                <a:lnTo>
                  <a:pt x="30380" y="77956"/>
                </a:lnTo>
                <a:lnTo>
                  <a:pt x="33080" y="81568"/>
                </a:lnTo>
                <a:lnTo>
                  <a:pt x="32319" y="80656"/>
                </a:lnTo>
                <a:lnTo>
                  <a:pt x="35333" y="83970"/>
                </a:lnTo>
                <a:lnTo>
                  <a:pt x="34505" y="83141"/>
                </a:lnTo>
                <a:lnTo>
                  <a:pt x="37818" y="86156"/>
                </a:lnTo>
                <a:lnTo>
                  <a:pt x="36907" y="85394"/>
                </a:lnTo>
                <a:lnTo>
                  <a:pt x="40518" y="88094"/>
                </a:lnTo>
                <a:lnTo>
                  <a:pt x="39524" y="87432"/>
                </a:lnTo>
                <a:lnTo>
                  <a:pt x="43384" y="89767"/>
                </a:lnTo>
                <a:lnTo>
                  <a:pt x="42324" y="89187"/>
                </a:lnTo>
                <a:lnTo>
                  <a:pt x="46416" y="91159"/>
                </a:lnTo>
                <a:lnTo>
                  <a:pt x="45289" y="90695"/>
                </a:lnTo>
                <a:lnTo>
                  <a:pt x="49596" y="92269"/>
                </a:lnTo>
                <a:lnTo>
                  <a:pt x="48420" y="91904"/>
                </a:lnTo>
                <a:lnTo>
                  <a:pt x="52893" y="93047"/>
                </a:lnTo>
                <a:lnTo>
                  <a:pt x="51683" y="92799"/>
                </a:lnTo>
                <a:lnTo>
                  <a:pt x="56322" y="93511"/>
                </a:lnTo>
                <a:lnTo>
                  <a:pt x="55079" y="93378"/>
                </a:lnTo>
                <a:lnTo>
                  <a:pt x="59866" y="93627"/>
                </a:lnTo>
                <a:lnTo>
                  <a:pt x="58607" y="93627"/>
                </a:lnTo>
                <a:lnTo>
                  <a:pt x="63395" y="93378"/>
                </a:lnTo>
                <a:lnTo>
                  <a:pt x="62152" y="93511"/>
                </a:lnTo>
                <a:lnTo>
                  <a:pt x="66791" y="92799"/>
                </a:lnTo>
                <a:lnTo>
                  <a:pt x="65582" y="93047"/>
                </a:lnTo>
                <a:lnTo>
                  <a:pt x="70054" y="91904"/>
                </a:lnTo>
                <a:lnTo>
                  <a:pt x="68878" y="92269"/>
                </a:lnTo>
                <a:lnTo>
                  <a:pt x="73185" y="90695"/>
                </a:lnTo>
                <a:lnTo>
                  <a:pt x="72058" y="91159"/>
                </a:lnTo>
                <a:lnTo>
                  <a:pt x="76150" y="89187"/>
                </a:lnTo>
                <a:lnTo>
                  <a:pt x="75090" y="89767"/>
                </a:lnTo>
                <a:lnTo>
                  <a:pt x="78950" y="87432"/>
                </a:lnTo>
                <a:lnTo>
                  <a:pt x="77956" y="88094"/>
                </a:lnTo>
                <a:lnTo>
                  <a:pt x="81566" y="85394"/>
                </a:lnTo>
                <a:lnTo>
                  <a:pt x="80639" y="86156"/>
                </a:lnTo>
                <a:lnTo>
                  <a:pt x="83969" y="83141"/>
                </a:lnTo>
                <a:lnTo>
                  <a:pt x="83140" y="83970"/>
                </a:lnTo>
                <a:lnTo>
                  <a:pt x="86156" y="80656"/>
                </a:lnTo>
                <a:lnTo>
                  <a:pt x="85394" y="81568"/>
                </a:lnTo>
                <a:lnTo>
                  <a:pt x="88093" y="77956"/>
                </a:lnTo>
                <a:lnTo>
                  <a:pt x="87414" y="78950"/>
                </a:lnTo>
                <a:lnTo>
                  <a:pt x="89767" y="75090"/>
                </a:lnTo>
                <a:lnTo>
                  <a:pt x="89187" y="76150"/>
                </a:lnTo>
                <a:lnTo>
                  <a:pt x="91159" y="72059"/>
                </a:lnTo>
                <a:lnTo>
                  <a:pt x="90695" y="73186"/>
                </a:lnTo>
                <a:lnTo>
                  <a:pt x="92268" y="68878"/>
                </a:lnTo>
                <a:lnTo>
                  <a:pt x="91903" y="70054"/>
                </a:lnTo>
                <a:lnTo>
                  <a:pt x="93047" y="65582"/>
                </a:lnTo>
                <a:lnTo>
                  <a:pt x="92798" y="66791"/>
                </a:lnTo>
                <a:lnTo>
                  <a:pt x="93511" y="62153"/>
                </a:lnTo>
                <a:lnTo>
                  <a:pt x="93378" y="63396"/>
                </a:lnTo>
                <a:lnTo>
                  <a:pt x="93627" y="58608"/>
                </a:lnTo>
                <a:lnTo>
                  <a:pt x="93627" y="59867"/>
                </a:lnTo>
                <a:lnTo>
                  <a:pt x="93378" y="55080"/>
                </a:lnTo>
                <a:lnTo>
                  <a:pt x="93511" y="56322"/>
                </a:lnTo>
                <a:lnTo>
                  <a:pt x="92798" y="51684"/>
                </a:lnTo>
                <a:lnTo>
                  <a:pt x="93047" y="52893"/>
                </a:lnTo>
                <a:lnTo>
                  <a:pt x="91903" y="48420"/>
                </a:lnTo>
                <a:lnTo>
                  <a:pt x="92268" y="49596"/>
                </a:lnTo>
                <a:lnTo>
                  <a:pt x="90695" y="45289"/>
                </a:lnTo>
                <a:lnTo>
                  <a:pt x="91159" y="46416"/>
                </a:lnTo>
                <a:lnTo>
                  <a:pt x="89187" y="42324"/>
                </a:lnTo>
                <a:lnTo>
                  <a:pt x="89767" y="43385"/>
                </a:lnTo>
                <a:lnTo>
                  <a:pt x="87414" y="39525"/>
                </a:lnTo>
                <a:lnTo>
                  <a:pt x="88093" y="40519"/>
                </a:lnTo>
                <a:lnTo>
                  <a:pt x="85394" y="36908"/>
                </a:lnTo>
                <a:lnTo>
                  <a:pt x="86156" y="37819"/>
                </a:lnTo>
                <a:lnTo>
                  <a:pt x="83140" y="34506"/>
                </a:lnTo>
                <a:lnTo>
                  <a:pt x="83969" y="35334"/>
                </a:lnTo>
                <a:lnTo>
                  <a:pt x="80639" y="32319"/>
                </a:lnTo>
                <a:lnTo>
                  <a:pt x="81566" y="33081"/>
                </a:lnTo>
                <a:lnTo>
                  <a:pt x="77956" y="30381"/>
                </a:lnTo>
                <a:lnTo>
                  <a:pt x="78950" y="31044"/>
                </a:lnTo>
                <a:lnTo>
                  <a:pt x="75090" y="28708"/>
                </a:lnTo>
                <a:lnTo>
                  <a:pt x="76150" y="29287"/>
                </a:lnTo>
                <a:lnTo>
                  <a:pt x="72058" y="27316"/>
                </a:lnTo>
                <a:lnTo>
                  <a:pt x="73185" y="27780"/>
                </a:lnTo>
                <a:lnTo>
                  <a:pt x="68878" y="26207"/>
                </a:lnTo>
                <a:lnTo>
                  <a:pt x="70054" y="26571"/>
                </a:lnTo>
                <a:lnTo>
                  <a:pt x="65582" y="25428"/>
                </a:lnTo>
                <a:lnTo>
                  <a:pt x="66791" y="25676"/>
                </a:lnTo>
                <a:lnTo>
                  <a:pt x="62152" y="24964"/>
                </a:lnTo>
                <a:lnTo>
                  <a:pt x="63395" y="25096"/>
                </a:lnTo>
                <a:lnTo>
                  <a:pt x="58607" y="24848"/>
                </a:lnTo>
                <a:lnTo>
                  <a:pt x="59866" y="24848"/>
                </a:lnTo>
                <a:lnTo>
                  <a:pt x="55079" y="25096"/>
                </a:lnTo>
                <a:lnTo>
                  <a:pt x="56322" y="24964"/>
                </a:lnTo>
                <a:lnTo>
                  <a:pt x="51683" y="25676"/>
                </a:lnTo>
                <a:lnTo>
                  <a:pt x="52893" y="25428"/>
                </a:lnTo>
                <a:lnTo>
                  <a:pt x="48420" y="26571"/>
                </a:lnTo>
                <a:lnTo>
                  <a:pt x="49596" y="26207"/>
                </a:lnTo>
                <a:lnTo>
                  <a:pt x="45289" y="27780"/>
                </a:lnTo>
                <a:lnTo>
                  <a:pt x="46416" y="27316"/>
                </a:lnTo>
                <a:lnTo>
                  <a:pt x="42324" y="29287"/>
                </a:lnTo>
                <a:lnTo>
                  <a:pt x="43384" y="28708"/>
                </a:lnTo>
                <a:lnTo>
                  <a:pt x="39524" y="31044"/>
                </a:lnTo>
                <a:lnTo>
                  <a:pt x="40518" y="30381"/>
                </a:lnTo>
                <a:lnTo>
                  <a:pt x="36907" y="33081"/>
                </a:lnTo>
                <a:lnTo>
                  <a:pt x="37818" y="32319"/>
                </a:lnTo>
                <a:lnTo>
                  <a:pt x="34505" y="35334"/>
                </a:lnTo>
                <a:lnTo>
                  <a:pt x="35333" y="34506"/>
                </a:lnTo>
                <a:lnTo>
                  <a:pt x="32319" y="37819"/>
                </a:lnTo>
                <a:lnTo>
                  <a:pt x="33080" y="36908"/>
                </a:lnTo>
                <a:lnTo>
                  <a:pt x="30380" y="40519"/>
                </a:lnTo>
                <a:lnTo>
                  <a:pt x="31043" y="39525"/>
                </a:lnTo>
                <a:lnTo>
                  <a:pt x="28708" y="43385"/>
                </a:lnTo>
                <a:lnTo>
                  <a:pt x="29287" y="42324"/>
                </a:lnTo>
                <a:lnTo>
                  <a:pt x="27316" y="46416"/>
                </a:lnTo>
                <a:lnTo>
                  <a:pt x="27780" y="45289"/>
                </a:lnTo>
                <a:lnTo>
                  <a:pt x="26206" y="49596"/>
                </a:lnTo>
                <a:lnTo>
                  <a:pt x="26571" y="48420"/>
                </a:lnTo>
                <a:lnTo>
                  <a:pt x="25427" y="52893"/>
                </a:lnTo>
                <a:lnTo>
                  <a:pt x="25676" y="51684"/>
                </a:lnTo>
                <a:lnTo>
                  <a:pt x="24963" y="56322"/>
                </a:lnTo>
                <a:lnTo>
                  <a:pt x="25096" y="55080"/>
                </a:lnTo>
                <a:lnTo>
                  <a:pt x="24848" y="59867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C9830CD7-952B-4112-BA2D-B9438019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7899" y="434613"/>
            <a:ext cx="94090" cy="93593"/>
          </a:xfrm>
          <a:custGeom xmlns:a="http://schemas.openxmlformats.org/drawingml/2006/main">
            <a:pathLst>
              <a:path w="94090" h="93593">
                <a:moveTo>
                  <a:pt x="0" y="47708"/>
                </a:moveTo>
                <a:cubicBezTo>
                  <a:pt x="497" y="20955"/>
                  <a:pt x="21452" y="0"/>
                  <a:pt x="47294" y="0"/>
                </a:cubicBezTo>
                <a:cubicBezTo>
                  <a:pt x="73136" y="0"/>
                  <a:pt x="94090" y="20955"/>
                  <a:pt x="94090" y="46797"/>
                </a:cubicBezTo>
                <a:cubicBezTo>
                  <a:pt x="94090" y="72638"/>
                  <a:pt x="73136" y="93593"/>
                  <a:pt x="47294" y="93593"/>
                </a:cubicBezTo>
                <a:cubicBezTo>
                  <a:pt x="21452" y="93593"/>
                  <a:pt x="497" y="72638"/>
                  <a:pt x="0" y="47708"/>
                </a:cubicBez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3198BF7C-7D7F-4E2F-92B2-91038463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956" y="422173"/>
            <a:ext cx="118475" cy="118474"/>
          </a:xfrm>
          <a:custGeom xmlns:a="http://schemas.openxmlformats.org/drawingml/2006/main">
            <a:pathLst>
              <a:path w="118475" h="118474">
                <a:moveTo>
                  <a:pt x="298" y="53191"/>
                </a:moveTo>
                <a:lnTo>
                  <a:pt x="1210" y="47310"/>
                </a:lnTo>
                <a:lnTo>
                  <a:pt x="2667" y="41628"/>
                </a:lnTo>
                <a:lnTo>
                  <a:pt x="4655" y="36178"/>
                </a:lnTo>
                <a:lnTo>
                  <a:pt x="7156" y="30994"/>
                </a:lnTo>
                <a:lnTo>
                  <a:pt x="10122" y="26107"/>
                </a:lnTo>
                <a:lnTo>
                  <a:pt x="13534" y="21551"/>
                </a:lnTo>
                <a:lnTo>
                  <a:pt x="17345" y="17344"/>
                </a:lnTo>
                <a:lnTo>
                  <a:pt x="21552" y="13534"/>
                </a:lnTo>
                <a:lnTo>
                  <a:pt x="26107" y="10121"/>
                </a:lnTo>
                <a:lnTo>
                  <a:pt x="30994" y="7156"/>
                </a:lnTo>
                <a:lnTo>
                  <a:pt x="36179" y="4655"/>
                </a:lnTo>
                <a:lnTo>
                  <a:pt x="41629" y="2667"/>
                </a:lnTo>
                <a:lnTo>
                  <a:pt x="47311" y="1209"/>
                </a:lnTo>
                <a:lnTo>
                  <a:pt x="53191" y="298"/>
                </a:lnTo>
                <a:lnTo>
                  <a:pt x="59238" y="0"/>
                </a:lnTo>
                <a:lnTo>
                  <a:pt x="65284" y="298"/>
                </a:lnTo>
                <a:lnTo>
                  <a:pt x="71165" y="1209"/>
                </a:lnTo>
                <a:lnTo>
                  <a:pt x="76846" y="2667"/>
                </a:lnTo>
                <a:lnTo>
                  <a:pt x="82296" y="4655"/>
                </a:lnTo>
                <a:lnTo>
                  <a:pt x="87481" y="7156"/>
                </a:lnTo>
                <a:lnTo>
                  <a:pt x="92368" y="10121"/>
                </a:lnTo>
                <a:lnTo>
                  <a:pt x="96924" y="13534"/>
                </a:lnTo>
                <a:lnTo>
                  <a:pt x="101130" y="17344"/>
                </a:lnTo>
                <a:lnTo>
                  <a:pt x="104941" y="21551"/>
                </a:lnTo>
                <a:lnTo>
                  <a:pt x="108354" y="26107"/>
                </a:lnTo>
                <a:lnTo>
                  <a:pt x="111318" y="30994"/>
                </a:lnTo>
                <a:lnTo>
                  <a:pt x="113820" y="36178"/>
                </a:lnTo>
                <a:lnTo>
                  <a:pt x="115809" y="41628"/>
                </a:lnTo>
                <a:lnTo>
                  <a:pt x="117265" y="47310"/>
                </a:lnTo>
                <a:lnTo>
                  <a:pt x="118177" y="53191"/>
                </a:lnTo>
                <a:lnTo>
                  <a:pt x="118475" y="59237"/>
                </a:lnTo>
                <a:lnTo>
                  <a:pt x="118177" y="65284"/>
                </a:lnTo>
                <a:lnTo>
                  <a:pt x="117265" y="71164"/>
                </a:lnTo>
                <a:lnTo>
                  <a:pt x="115809" y="76846"/>
                </a:lnTo>
                <a:lnTo>
                  <a:pt x="113820" y="82296"/>
                </a:lnTo>
                <a:lnTo>
                  <a:pt x="111318" y="87481"/>
                </a:lnTo>
                <a:lnTo>
                  <a:pt x="108354" y="92368"/>
                </a:lnTo>
                <a:lnTo>
                  <a:pt x="104941" y="96923"/>
                </a:lnTo>
                <a:lnTo>
                  <a:pt x="101130" y="101131"/>
                </a:lnTo>
                <a:lnTo>
                  <a:pt x="96924" y="104941"/>
                </a:lnTo>
                <a:lnTo>
                  <a:pt x="92368" y="108353"/>
                </a:lnTo>
                <a:lnTo>
                  <a:pt x="87481" y="111318"/>
                </a:lnTo>
                <a:lnTo>
                  <a:pt x="82296" y="113820"/>
                </a:lnTo>
                <a:lnTo>
                  <a:pt x="76846" y="115807"/>
                </a:lnTo>
                <a:lnTo>
                  <a:pt x="71165" y="117265"/>
                </a:lnTo>
                <a:lnTo>
                  <a:pt x="65284" y="118176"/>
                </a:lnTo>
                <a:lnTo>
                  <a:pt x="59238" y="118474"/>
                </a:lnTo>
                <a:lnTo>
                  <a:pt x="53191" y="118176"/>
                </a:lnTo>
                <a:lnTo>
                  <a:pt x="47311" y="117265"/>
                </a:lnTo>
                <a:lnTo>
                  <a:pt x="41629" y="115807"/>
                </a:lnTo>
                <a:lnTo>
                  <a:pt x="36179" y="113820"/>
                </a:lnTo>
                <a:lnTo>
                  <a:pt x="30994" y="111318"/>
                </a:lnTo>
                <a:lnTo>
                  <a:pt x="26107" y="108353"/>
                </a:lnTo>
                <a:lnTo>
                  <a:pt x="21552" y="104941"/>
                </a:lnTo>
                <a:lnTo>
                  <a:pt x="17345" y="101131"/>
                </a:lnTo>
                <a:lnTo>
                  <a:pt x="13534" y="96923"/>
                </a:lnTo>
                <a:lnTo>
                  <a:pt x="10122" y="92368"/>
                </a:lnTo>
                <a:lnTo>
                  <a:pt x="7156" y="87481"/>
                </a:lnTo>
                <a:lnTo>
                  <a:pt x="4655" y="82296"/>
                </a:lnTo>
                <a:lnTo>
                  <a:pt x="2667" y="76846"/>
                </a:lnTo>
                <a:lnTo>
                  <a:pt x="1210" y="71164"/>
                </a:lnTo>
                <a:lnTo>
                  <a:pt x="298" y="65284"/>
                </a:lnTo>
                <a:lnTo>
                  <a:pt x="0" y="59237"/>
                </a:lnTo>
                <a:lnTo>
                  <a:pt x="298" y="53191"/>
                </a:lnTo>
                <a:moveTo>
                  <a:pt x="24848" y="59867"/>
                </a:moveTo>
                <a:lnTo>
                  <a:pt x="24848" y="58608"/>
                </a:lnTo>
                <a:lnTo>
                  <a:pt x="25097" y="63395"/>
                </a:lnTo>
                <a:lnTo>
                  <a:pt x="24965" y="62153"/>
                </a:lnTo>
                <a:lnTo>
                  <a:pt x="25676" y="66791"/>
                </a:lnTo>
                <a:lnTo>
                  <a:pt x="25428" y="65582"/>
                </a:lnTo>
                <a:lnTo>
                  <a:pt x="26571" y="70054"/>
                </a:lnTo>
                <a:lnTo>
                  <a:pt x="26207" y="68878"/>
                </a:lnTo>
                <a:lnTo>
                  <a:pt x="27780" y="73185"/>
                </a:lnTo>
                <a:lnTo>
                  <a:pt x="27317" y="72059"/>
                </a:lnTo>
                <a:lnTo>
                  <a:pt x="29287" y="76150"/>
                </a:lnTo>
                <a:lnTo>
                  <a:pt x="28708" y="75090"/>
                </a:lnTo>
                <a:lnTo>
                  <a:pt x="31044" y="78950"/>
                </a:lnTo>
                <a:lnTo>
                  <a:pt x="30381" y="77956"/>
                </a:lnTo>
                <a:lnTo>
                  <a:pt x="33082" y="81567"/>
                </a:lnTo>
                <a:lnTo>
                  <a:pt x="32320" y="80656"/>
                </a:lnTo>
                <a:lnTo>
                  <a:pt x="35334" y="83969"/>
                </a:lnTo>
                <a:lnTo>
                  <a:pt x="34506" y="83141"/>
                </a:lnTo>
                <a:lnTo>
                  <a:pt x="37819" y="86156"/>
                </a:lnTo>
                <a:lnTo>
                  <a:pt x="36908" y="85394"/>
                </a:lnTo>
                <a:lnTo>
                  <a:pt x="40518" y="88094"/>
                </a:lnTo>
                <a:lnTo>
                  <a:pt x="39525" y="87431"/>
                </a:lnTo>
                <a:lnTo>
                  <a:pt x="43385" y="89767"/>
                </a:lnTo>
                <a:lnTo>
                  <a:pt x="42325" y="89187"/>
                </a:lnTo>
                <a:lnTo>
                  <a:pt x="46416" y="91158"/>
                </a:lnTo>
                <a:lnTo>
                  <a:pt x="45290" y="90695"/>
                </a:lnTo>
                <a:lnTo>
                  <a:pt x="49596" y="92268"/>
                </a:lnTo>
                <a:lnTo>
                  <a:pt x="48421" y="91904"/>
                </a:lnTo>
                <a:lnTo>
                  <a:pt x="52893" y="93047"/>
                </a:lnTo>
                <a:lnTo>
                  <a:pt x="51684" y="92798"/>
                </a:lnTo>
                <a:lnTo>
                  <a:pt x="56322" y="93511"/>
                </a:lnTo>
                <a:lnTo>
                  <a:pt x="55080" y="93378"/>
                </a:lnTo>
                <a:lnTo>
                  <a:pt x="59867" y="93627"/>
                </a:lnTo>
                <a:lnTo>
                  <a:pt x="58608" y="93627"/>
                </a:lnTo>
                <a:lnTo>
                  <a:pt x="63396" y="93378"/>
                </a:lnTo>
                <a:lnTo>
                  <a:pt x="62153" y="93511"/>
                </a:lnTo>
                <a:lnTo>
                  <a:pt x="66791" y="92798"/>
                </a:lnTo>
                <a:lnTo>
                  <a:pt x="65583" y="93047"/>
                </a:lnTo>
                <a:lnTo>
                  <a:pt x="70054" y="91904"/>
                </a:lnTo>
                <a:lnTo>
                  <a:pt x="68879" y="92268"/>
                </a:lnTo>
                <a:lnTo>
                  <a:pt x="73185" y="90695"/>
                </a:lnTo>
                <a:lnTo>
                  <a:pt x="72058" y="91158"/>
                </a:lnTo>
                <a:lnTo>
                  <a:pt x="76151" y="89187"/>
                </a:lnTo>
                <a:lnTo>
                  <a:pt x="75090" y="89767"/>
                </a:lnTo>
                <a:lnTo>
                  <a:pt x="78950" y="87431"/>
                </a:lnTo>
                <a:lnTo>
                  <a:pt x="77957" y="88094"/>
                </a:lnTo>
                <a:lnTo>
                  <a:pt x="81567" y="85394"/>
                </a:lnTo>
                <a:lnTo>
                  <a:pt x="80657" y="86156"/>
                </a:lnTo>
                <a:lnTo>
                  <a:pt x="83969" y="83141"/>
                </a:lnTo>
                <a:lnTo>
                  <a:pt x="83141" y="83969"/>
                </a:lnTo>
                <a:lnTo>
                  <a:pt x="86156" y="80656"/>
                </a:lnTo>
                <a:lnTo>
                  <a:pt x="85394" y="81567"/>
                </a:lnTo>
                <a:lnTo>
                  <a:pt x="88094" y="77956"/>
                </a:lnTo>
                <a:lnTo>
                  <a:pt x="87432" y="78950"/>
                </a:lnTo>
                <a:lnTo>
                  <a:pt x="89768" y="75090"/>
                </a:lnTo>
                <a:lnTo>
                  <a:pt x="89187" y="76150"/>
                </a:lnTo>
                <a:lnTo>
                  <a:pt x="91159" y="72059"/>
                </a:lnTo>
                <a:lnTo>
                  <a:pt x="90695" y="73185"/>
                </a:lnTo>
                <a:lnTo>
                  <a:pt x="92269" y="68878"/>
                </a:lnTo>
                <a:lnTo>
                  <a:pt x="91904" y="70054"/>
                </a:lnTo>
                <a:lnTo>
                  <a:pt x="93047" y="65582"/>
                </a:lnTo>
                <a:lnTo>
                  <a:pt x="92799" y="66791"/>
                </a:lnTo>
                <a:lnTo>
                  <a:pt x="93511" y="62153"/>
                </a:lnTo>
                <a:lnTo>
                  <a:pt x="93378" y="63395"/>
                </a:lnTo>
                <a:lnTo>
                  <a:pt x="93627" y="58608"/>
                </a:lnTo>
                <a:lnTo>
                  <a:pt x="93627" y="59867"/>
                </a:lnTo>
                <a:lnTo>
                  <a:pt x="93378" y="55079"/>
                </a:lnTo>
                <a:lnTo>
                  <a:pt x="93511" y="56322"/>
                </a:lnTo>
                <a:lnTo>
                  <a:pt x="92799" y="51683"/>
                </a:lnTo>
                <a:lnTo>
                  <a:pt x="93047" y="52893"/>
                </a:lnTo>
                <a:lnTo>
                  <a:pt x="91904" y="48420"/>
                </a:lnTo>
                <a:lnTo>
                  <a:pt x="92269" y="49596"/>
                </a:lnTo>
                <a:lnTo>
                  <a:pt x="90695" y="45289"/>
                </a:lnTo>
                <a:lnTo>
                  <a:pt x="91159" y="46416"/>
                </a:lnTo>
                <a:lnTo>
                  <a:pt x="89187" y="42324"/>
                </a:lnTo>
                <a:lnTo>
                  <a:pt x="89768" y="43384"/>
                </a:lnTo>
                <a:lnTo>
                  <a:pt x="87432" y="39525"/>
                </a:lnTo>
                <a:lnTo>
                  <a:pt x="88094" y="40518"/>
                </a:lnTo>
                <a:lnTo>
                  <a:pt x="85394" y="36907"/>
                </a:lnTo>
                <a:lnTo>
                  <a:pt x="86156" y="37818"/>
                </a:lnTo>
                <a:lnTo>
                  <a:pt x="83141" y="34505"/>
                </a:lnTo>
                <a:lnTo>
                  <a:pt x="83969" y="35334"/>
                </a:lnTo>
                <a:lnTo>
                  <a:pt x="80657" y="32319"/>
                </a:lnTo>
                <a:lnTo>
                  <a:pt x="81567" y="33081"/>
                </a:lnTo>
                <a:lnTo>
                  <a:pt x="77957" y="30381"/>
                </a:lnTo>
                <a:lnTo>
                  <a:pt x="78950" y="31043"/>
                </a:lnTo>
                <a:lnTo>
                  <a:pt x="75090" y="28708"/>
                </a:lnTo>
                <a:lnTo>
                  <a:pt x="76151" y="29287"/>
                </a:lnTo>
                <a:lnTo>
                  <a:pt x="72058" y="27316"/>
                </a:lnTo>
                <a:lnTo>
                  <a:pt x="73185" y="27780"/>
                </a:lnTo>
                <a:lnTo>
                  <a:pt x="68879" y="26206"/>
                </a:lnTo>
                <a:lnTo>
                  <a:pt x="70054" y="26571"/>
                </a:lnTo>
                <a:lnTo>
                  <a:pt x="65583" y="25428"/>
                </a:lnTo>
                <a:lnTo>
                  <a:pt x="66791" y="25676"/>
                </a:lnTo>
                <a:lnTo>
                  <a:pt x="62153" y="24964"/>
                </a:lnTo>
                <a:lnTo>
                  <a:pt x="63396" y="25096"/>
                </a:lnTo>
                <a:lnTo>
                  <a:pt x="58608" y="24848"/>
                </a:lnTo>
                <a:lnTo>
                  <a:pt x="59867" y="24848"/>
                </a:lnTo>
                <a:lnTo>
                  <a:pt x="55080" y="25096"/>
                </a:lnTo>
                <a:lnTo>
                  <a:pt x="56322" y="24964"/>
                </a:lnTo>
                <a:lnTo>
                  <a:pt x="51684" y="25676"/>
                </a:lnTo>
                <a:lnTo>
                  <a:pt x="52893" y="25428"/>
                </a:lnTo>
                <a:lnTo>
                  <a:pt x="48421" y="26571"/>
                </a:lnTo>
                <a:lnTo>
                  <a:pt x="49596" y="26206"/>
                </a:lnTo>
                <a:lnTo>
                  <a:pt x="45290" y="27780"/>
                </a:lnTo>
                <a:lnTo>
                  <a:pt x="46416" y="27316"/>
                </a:lnTo>
                <a:lnTo>
                  <a:pt x="42325" y="29287"/>
                </a:lnTo>
                <a:lnTo>
                  <a:pt x="43385" y="28708"/>
                </a:lnTo>
                <a:lnTo>
                  <a:pt x="39525" y="31043"/>
                </a:lnTo>
                <a:lnTo>
                  <a:pt x="40518" y="30381"/>
                </a:lnTo>
                <a:lnTo>
                  <a:pt x="36908" y="33081"/>
                </a:lnTo>
                <a:lnTo>
                  <a:pt x="37819" y="32319"/>
                </a:lnTo>
                <a:lnTo>
                  <a:pt x="34506" y="35334"/>
                </a:lnTo>
                <a:lnTo>
                  <a:pt x="35334" y="34505"/>
                </a:lnTo>
                <a:lnTo>
                  <a:pt x="32320" y="37818"/>
                </a:lnTo>
                <a:lnTo>
                  <a:pt x="33082" y="36907"/>
                </a:lnTo>
                <a:lnTo>
                  <a:pt x="30381" y="40518"/>
                </a:lnTo>
                <a:lnTo>
                  <a:pt x="31044" y="39525"/>
                </a:lnTo>
                <a:lnTo>
                  <a:pt x="28708" y="43384"/>
                </a:lnTo>
                <a:lnTo>
                  <a:pt x="29287" y="42324"/>
                </a:lnTo>
                <a:lnTo>
                  <a:pt x="27317" y="46416"/>
                </a:lnTo>
                <a:lnTo>
                  <a:pt x="27780" y="45289"/>
                </a:lnTo>
                <a:lnTo>
                  <a:pt x="26207" y="49596"/>
                </a:lnTo>
                <a:lnTo>
                  <a:pt x="26571" y="48420"/>
                </a:lnTo>
                <a:lnTo>
                  <a:pt x="25428" y="52893"/>
                </a:lnTo>
                <a:lnTo>
                  <a:pt x="25676" y="51683"/>
                </a:lnTo>
                <a:lnTo>
                  <a:pt x="24965" y="56322"/>
                </a:lnTo>
                <a:lnTo>
                  <a:pt x="25097" y="55079"/>
                </a:lnTo>
                <a:lnTo>
                  <a:pt x="24848" y="59867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1034D8BC-FE48-48BB-9613-D379DFCB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7899" y="1951159"/>
            <a:ext cx="94090" cy="93593"/>
          </a:xfrm>
          <a:custGeom xmlns:a="http://schemas.openxmlformats.org/drawingml/2006/main">
            <a:pathLst>
              <a:path w="94090" h="93593">
                <a:moveTo>
                  <a:pt x="0" y="45886"/>
                </a:moveTo>
                <a:cubicBezTo>
                  <a:pt x="497" y="20955"/>
                  <a:pt x="21452" y="0"/>
                  <a:pt x="47294" y="0"/>
                </a:cubicBezTo>
                <a:cubicBezTo>
                  <a:pt x="73136" y="0"/>
                  <a:pt x="94090" y="20955"/>
                  <a:pt x="94090" y="46797"/>
                </a:cubicBezTo>
                <a:cubicBezTo>
                  <a:pt x="94090" y="72638"/>
                  <a:pt x="73136" y="93593"/>
                  <a:pt x="47294" y="93593"/>
                </a:cubicBezTo>
                <a:cubicBezTo>
                  <a:pt x="21452" y="93593"/>
                  <a:pt x="497" y="72638"/>
                  <a:pt x="0" y="45886"/>
                </a:cubicBez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EFE31835-1344-476E-AA7F-C89E6948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956" y="1938718"/>
            <a:ext cx="118475" cy="118474"/>
          </a:xfrm>
          <a:custGeom xmlns:a="http://schemas.openxmlformats.org/drawingml/2006/main">
            <a:pathLst>
              <a:path w="118475" h="118474">
                <a:moveTo>
                  <a:pt x="298" y="53191"/>
                </a:moveTo>
                <a:lnTo>
                  <a:pt x="1210" y="47310"/>
                </a:lnTo>
                <a:lnTo>
                  <a:pt x="2667" y="41629"/>
                </a:lnTo>
                <a:lnTo>
                  <a:pt x="4655" y="36178"/>
                </a:lnTo>
                <a:lnTo>
                  <a:pt x="7156" y="30994"/>
                </a:lnTo>
                <a:lnTo>
                  <a:pt x="10122" y="26107"/>
                </a:lnTo>
                <a:lnTo>
                  <a:pt x="13534" y="21552"/>
                </a:lnTo>
                <a:lnTo>
                  <a:pt x="17345" y="17344"/>
                </a:lnTo>
                <a:lnTo>
                  <a:pt x="21552" y="13534"/>
                </a:lnTo>
                <a:lnTo>
                  <a:pt x="26107" y="10121"/>
                </a:lnTo>
                <a:lnTo>
                  <a:pt x="30994" y="7156"/>
                </a:lnTo>
                <a:lnTo>
                  <a:pt x="36179" y="4655"/>
                </a:lnTo>
                <a:lnTo>
                  <a:pt x="41629" y="2667"/>
                </a:lnTo>
                <a:lnTo>
                  <a:pt x="47311" y="1210"/>
                </a:lnTo>
                <a:lnTo>
                  <a:pt x="53191" y="298"/>
                </a:lnTo>
                <a:lnTo>
                  <a:pt x="59238" y="0"/>
                </a:lnTo>
                <a:lnTo>
                  <a:pt x="65284" y="298"/>
                </a:lnTo>
                <a:lnTo>
                  <a:pt x="71165" y="1210"/>
                </a:lnTo>
                <a:lnTo>
                  <a:pt x="76846" y="2667"/>
                </a:lnTo>
                <a:lnTo>
                  <a:pt x="82296" y="4655"/>
                </a:lnTo>
                <a:lnTo>
                  <a:pt x="87481" y="7156"/>
                </a:lnTo>
                <a:lnTo>
                  <a:pt x="92368" y="10121"/>
                </a:lnTo>
                <a:lnTo>
                  <a:pt x="96924" y="13534"/>
                </a:lnTo>
                <a:lnTo>
                  <a:pt x="101130" y="17344"/>
                </a:lnTo>
                <a:lnTo>
                  <a:pt x="104941" y="21552"/>
                </a:lnTo>
                <a:lnTo>
                  <a:pt x="108354" y="26107"/>
                </a:lnTo>
                <a:lnTo>
                  <a:pt x="111318" y="30994"/>
                </a:lnTo>
                <a:lnTo>
                  <a:pt x="113820" y="36178"/>
                </a:lnTo>
                <a:lnTo>
                  <a:pt x="115809" y="41629"/>
                </a:lnTo>
                <a:lnTo>
                  <a:pt x="117265" y="47310"/>
                </a:lnTo>
                <a:lnTo>
                  <a:pt x="118177" y="53191"/>
                </a:lnTo>
                <a:lnTo>
                  <a:pt x="118475" y="59237"/>
                </a:lnTo>
                <a:lnTo>
                  <a:pt x="118177" y="65284"/>
                </a:lnTo>
                <a:lnTo>
                  <a:pt x="117265" y="71164"/>
                </a:lnTo>
                <a:lnTo>
                  <a:pt x="115809" y="76846"/>
                </a:lnTo>
                <a:lnTo>
                  <a:pt x="113820" y="82296"/>
                </a:lnTo>
                <a:lnTo>
                  <a:pt x="111318" y="87481"/>
                </a:lnTo>
                <a:lnTo>
                  <a:pt x="108354" y="92367"/>
                </a:lnTo>
                <a:lnTo>
                  <a:pt x="104941" y="96923"/>
                </a:lnTo>
                <a:lnTo>
                  <a:pt x="101130" y="101130"/>
                </a:lnTo>
                <a:lnTo>
                  <a:pt x="96924" y="104940"/>
                </a:lnTo>
                <a:lnTo>
                  <a:pt x="92368" y="108353"/>
                </a:lnTo>
                <a:lnTo>
                  <a:pt x="87481" y="111318"/>
                </a:lnTo>
                <a:lnTo>
                  <a:pt x="82296" y="113820"/>
                </a:lnTo>
                <a:lnTo>
                  <a:pt x="76846" y="115808"/>
                </a:lnTo>
                <a:lnTo>
                  <a:pt x="71165" y="117265"/>
                </a:lnTo>
                <a:lnTo>
                  <a:pt x="65284" y="118176"/>
                </a:lnTo>
                <a:lnTo>
                  <a:pt x="59238" y="118474"/>
                </a:lnTo>
                <a:lnTo>
                  <a:pt x="53191" y="118176"/>
                </a:lnTo>
                <a:lnTo>
                  <a:pt x="47311" y="117265"/>
                </a:lnTo>
                <a:lnTo>
                  <a:pt x="41629" y="115808"/>
                </a:lnTo>
                <a:lnTo>
                  <a:pt x="36179" y="113820"/>
                </a:lnTo>
                <a:lnTo>
                  <a:pt x="30994" y="111318"/>
                </a:lnTo>
                <a:lnTo>
                  <a:pt x="26107" y="108353"/>
                </a:lnTo>
                <a:lnTo>
                  <a:pt x="21552" y="104940"/>
                </a:lnTo>
                <a:lnTo>
                  <a:pt x="17345" y="101130"/>
                </a:lnTo>
                <a:lnTo>
                  <a:pt x="13534" y="96923"/>
                </a:lnTo>
                <a:lnTo>
                  <a:pt x="10122" y="92367"/>
                </a:lnTo>
                <a:lnTo>
                  <a:pt x="7156" y="87481"/>
                </a:lnTo>
                <a:lnTo>
                  <a:pt x="4655" y="82296"/>
                </a:lnTo>
                <a:lnTo>
                  <a:pt x="2667" y="76846"/>
                </a:lnTo>
                <a:lnTo>
                  <a:pt x="1210" y="71164"/>
                </a:lnTo>
                <a:lnTo>
                  <a:pt x="298" y="65284"/>
                </a:lnTo>
                <a:lnTo>
                  <a:pt x="0" y="59237"/>
                </a:lnTo>
                <a:lnTo>
                  <a:pt x="298" y="53191"/>
                </a:lnTo>
                <a:moveTo>
                  <a:pt x="24848" y="59866"/>
                </a:moveTo>
                <a:lnTo>
                  <a:pt x="24848" y="58608"/>
                </a:lnTo>
                <a:lnTo>
                  <a:pt x="25097" y="63395"/>
                </a:lnTo>
                <a:lnTo>
                  <a:pt x="24965" y="62153"/>
                </a:lnTo>
                <a:lnTo>
                  <a:pt x="25676" y="66791"/>
                </a:lnTo>
                <a:lnTo>
                  <a:pt x="25428" y="65582"/>
                </a:lnTo>
                <a:lnTo>
                  <a:pt x="26571" y="70054"/>
                </a:lnTo>
                <a:lnTo>
                  <a:pt x="26207" y="68878"/>
                </a:lnTo>
                <a:lnTo>
                  <a:pt x="27780" y="73185"/>
                </a:lnTo>
                <a:lnTo>
                  <a:pt x="27317" y="72059"/>
                </a:lnTo>
                <a:lnTo>
                  <a:pt x="29287" y="76150"/>
                </a:lnTo>
                <a:lnTo>
                  <a:pt x="28708" y="75090"/>
                </a:lnTo>
                <a:lnTo>
                  <a:pt x="31044" y="78950"/>
                </a:lnTo>
                <a:lnTo>
                  <a:pt x="30381" y="77956"/>
                </a:lnTo>
                <a:lnTo>
                  <a:pt x="33082" y="81567"/>
                </a:lnTo>
                <a:lnTo>
                  <a:pt x="32320" y="80656"/>
                </a:lnTo>
                <a:lnTo>
                  <a:pt x="35334" y="83969"/>
                </a:lnTo>
                <a:lnTo>
                  <a:pt x="34506" y="83141"/>
                </a:lnTo>
                <a:lnTo>
                  <a:pt x="37819" y="86156"/>
                </a:lnTo>
                <a:lnTo>
                  <a:pt x="36908" y="85394"/>
                </a:lnTo>
                <a:lnTo>
                  <a:pt x="40518" y="88094"/>
                </a:lnTo>
                <a:lnTo>
                  <a:pt x="39525" y="87432"/>
                </a:lnTo>
                <a:lnTo>
                  <a:pt x="43385" y="89767"/>
                </a:lnTo>
                <a:lnTo>
                  <a:pt x="42325" y="89187"/>
                </a:lnTo>
                <a:lnTo>
                  <a:pt x="46416" y="91159"/>
                </a:lnTo>
                <a:lnTo>
                  <a:pt x="45290" y="90695"/>
                </a:lnTo>
                <a:lnTo>
                  <a:pt x="49596" y="92268"/>
                </a:lnTo>
                <a:lnTo>
                  <a:pt x="48421" y="91904"/>
                </a:lnTo>
                <a:lnTo>
                  <a:pt x="52893" y="93047"/>
                </a:lnTo>
                <a:lnTo>
                  <a:pt x="51684" y="92798"/>
                </a:lnTo>
                <a:lnTo>
                  <a:pt x="56322" y="93511"/>
                </a:lnTo>
                <a:lnTo>
                  <a:pt x="55080" y="93378"/>
                </a:lnTo>
                <a:lnTo>
                  <a:pt x="59867" y="93627"/>
                </a:lnTo>
                <a:lnTo>
                  <a:pt x="58608" y="93627"/>
                </a:lnTo>
                <a:lnTo>
                  <a:pt x="63396" y="93378"/>
                </a:lnTo>
                <a:lnTo>
                  <a:pt x="62153" y="93511"/>
                </a:lnTo>
                <a:lnTo>
                  <a:pt x="66791" y="92798"/>
                </a:lnTo>
                <a:lnTo>
                  <a:pt x="65583" y="93047"/>
                </a:lnTo>
                <a:lnTo>
                  <a:pt x="70054" y="91904"/>
                </a:lnTo>
                <a:lnTo>
                  <a:pt x="68879" y="92268"/>
                </a:lnTo>
                <a:lnTo>
                  <a:pt x="73185" y="90695"/>
                </a:lnTo>
                <a:lnTo>
                  <a:pt x="72058" y="91159"/>
                </a:lnTo>
                <a:lnTo>
                  <a:pt x="76151" y="89187"/>
                </a:lnTo>
                <a:lnTo>
                  <a:pt x="75090" y="89767"/>
                </a:lnTo>
                <a:lnTo>
                  <a:pt x="78950" y="87432"/>
                </a:lnTo>
                <a:lnTo>
                  <a:pt x="77957" y="88094"/>
                </a:lnTo>
                <a:lnTo>
                  <a:pt x="81567" y="85394"/>
                </a:lnTo>
                <a:lnTo>
                  <a:pt x="80657" y="86156"/>
                </a:lnTo>
                <a:lnTo>
                  <a:pt x="83969" y="83141"/>
                </a:lnTo>
                <a:lnTo>
                  <a:pt x="83141" y="83969"/>
                </a:lnTo>
                <a:lnTo>
                  <a:pt x="86156" y="80656"/>
                </a:lnTo>
                <a:lnTo>
                  <a:pt x="85394" y="81567"/>
                </a:lnTo>
                <a:lnTo>
                  <a:pt x="88094" y="77956"/>
                </a:lnTo>
                <a:lnTo>
                  <a:pt x="87432" y="78950"/>
                </a:lnTo>
                <a:lnTo>
                  <a:pt x="89768" y="75090"/>
                </a:lnTo>
                <a:lnTo>
                  <a:pt x="89187" y="76150"/>
                </a:lnTo>
                <a:lnTo>
                  <a:pt x="91159" y="72059"/>
                </a:lnTo>
                <a:lnTo>
                  <a:pt x="90695" y="73185"/>
                </a:lnTo>
                <a:lnTo>
                  <a:pt x="92269" y="68878"/>
                </a:lnTo>
                <a:lnTo>
                  <a:pt x="91904" y="70054"/>
                </a:lnTo>
                <a:lnTo>
                  <a:pt x="93047" y="65582"/>
                </a:lnTo>
                <a:lnTo>
                  <a:pt x="92799" y="66791"/>
                </a:lnTo>
                <a:lnTo>
                  <a:pt x="93511" y="62153"/>
                </a:lnTo>
                <a:lnTo>
                  <a:pt x="93378" y="63395"/>
                </a:lnTo>
                <a:lnTo>
                  <a:pt x="93627" y="58608"/>
                </a:lnTo>
                <a:lnTo>
                  <a:pt x="93627" y="59866"/>
                </a:lnTo>
                <a:lnTo>
                  <a:pt x="93378" y="55079"/>
                </a:lnTo>
                <a:lnTo>
                  <a:pt x="93511" y="56322"/>
                </a:lnTo>
                <a:lnTo>
                  <a:pt x="92799" y="51684"/>
                </a:lnTo>
                <a:lnTo>
                  <a:pt x="93047" y="52893"/>
                </a:lnTo>
                <a:lnTo>
                  <a:pt x="91904" y="48420"/>
                </a:lnTo>
                <a:lnTo>
                  <a:pt x="92269" y="49596"/>
                </a:lnTo>
                <a:lnTo>
                  <a:pt x="90695" y="45289"/>
                </a:lnTo>
                <a:lnTo>
                  <a:pt x="91159" y="46416"/>
                </a:lnTo>
                <a:lnTo>
                  <a:pt x="89187" y="42324"/>
                </a:lnTo>
                <a:lnTo>
                  <a:pt x="89768" y="43384"/>
                </a:lnTo>
                <a:lnTo>
                  <a:pt x="87432" y="39525"/>
                </a:lnTo>
                <a:lnTo>
                  <a:pt x="88094" y="40518"/>
                </a:lnTo>
                <a:lnTo>
                  <a:pt x="85394" y="36907"/>
                </a:lnTo>
                <a:lnTo>
                  <a:pt x="86156" y="37819"/>
                </a:lnTo>
                <a:lnTo>
                  <a:pt x="83141" y="34505"/>
                </a:lnTo>
                <a:lnTo>
                  <a:pt x="83969" y="35334"/>
                </a:lnTo>
                <a:lnTo>
                  <a:pt x="80657" y="32319"/>
                </a:lnTo>
                <a:lnTo>
                  <a:pt x="81567" y="33081"/>
                </a:lnTo>
                <a:lnTo>
                  <a:pt x="77957" y="30381"/>
                </a:lnTo>
                <a:lnTo>
                  <a:pt x="78950" y="31043"/>
                </a:lnTo>
                <a:lnTo>
                  <a:pt x="75090" y="28708"/>
                </a:lnTo>
                <a:lnTo>
                  <a:pt x="76151" y="29287"/>
                </a:lnTo>
                <a:lnTo>
                  <a:pt x="72058" y="27316"/>
                </a:lnTo>
                <a:lnTo>
                  <a:pt x="73185" y="27780"/>
                </a:lnTo>
                <a:lnTo>
                  <a:pt x="68879" y="26207"/>
                </a:lnTo>
                <a:lnTo>
                  <a:pt x="70054" y="26571"/>
                </a:lnTo>
                <a:lnTo>
                  <a:pt x="65583" y="25428"/>
                </a:lnTo>
                <a:lnTo>
                  <a:pt x="66791" y="25676"/>
                </a:lnTo>
                <a:lnTo>
                  <a:pt x="62153" y="24964"/>
                </a:lnTo>
                <a:lnTo>
                  <a:pt x="63396" y="25096"/>
                </a:lnTo>
                <a:lnTo>
                  <a:pt x="58608" y="24848"/>
                </a:lnTo>
                <a:lnTo>
                  <a:pt x="59867" y="24848"/>
                </a:lnTo>
                <a:lnTo>
                  <a:pt x="55080" y="25096"/>
                </a:lnTo>
                <a:lnTo>
                  <a:pt x="56322" y="24964"/>
                </a:lnTo>
                <a:lnTo>
                  <a:pt x="51684" y="25676"/>
                </a:lnTo>
                <a:lnTo>
                  <a:pt x="52893" y="25428"/>
                </a:lnTo>
                <a:lnTo>
                  <a:pt x="48421" y="26571"/>
                </a:lnTo>
                <a:lnTo>
                  <a:pt x="49596" y="26207"/>
                </a:lnTo>
                <a:lnTo>
                  <a:pt x="45290" y="27780"/>
                </a:lnTo>
                <a:lnTo>
                  <a:pt x="46416" y="27316"/>
                </a:lnTo>
                <a:lnTo>
                  <a:pt x="42325" y="29287"/>
                </a:lnTo>
                <a:lnTo>
                  <a:pt x="43385" y="28708"/>
                </a:lnTo>
                <a:lnTo>
                  <a:pt x="39525" y="31043"/>
                </a:lnTo>
                <a:lnTo>
                  <a:pt x="40518" y="30381"/>
                </a:lnTo>
                <a:lnTo>
                  <a:pt x="36908" y="33081"/>
                </a:lnTo>
                <a:lnTo>
                  <a:pt x="37819" y="32319"/>
                </a:lnTo>
                <a:lnTo>
                  <a:pt x="34506" y="35334"/>
                </a:lnTo>
                <a:lnTo>
                  <a:pt x="35334" y="34505"/>
                </a:lnTo>
                <a:lnTo>
                  <a:pt x="32320" y="37819"/>
                </a:lnTo>
                <a:lnTo>
                  <a:pt x="33082" y="36907"/>
                </a:lnTo>
                <a:lnTo>
                  <a:pt x="30381" y="40518"/>
                </a:lnTo>
                <a:lnTo>
                  <a:pt x="31044" y="39525"/>
                </a:lnTo>
                <a:lnTo>
                  <a:pt x="28708" y="43384"/>
                </a:lnTo>
                <a:lnTo>
                  <a:pt x="29287" y="42324"/>
                </a:lnTo>
                <a:lnTo>
                  <a:pt x="27317" y="46416"/>
                </a:lnTo>
                <a:lnTo>
                  <a:pt x="27780" y="45289"/>
                </a:lnTo>
                <a:lnTo>
                  <a:pt x="26207" y="49596"/>
                </a:lnTo>
                <a:lnTo>
                  <a:pt x="26571" y="48420"/>
                </a:lnTo>
                <a:lnTo>
                  <a:pt x="25428" y="52893"/>
                </a:lnTo>
                <a:lnTo>
                  <a:pt x="25676" y="51684"/>
                </a:lnTo>
                <a:lnTo>
                  <a:pt x="24965" y="56322"/>
                </a:lnTo>
                <a:lnTo>
                  <a:pt x="25097" y="55079"/>
                </a:lnTo>
                <a:lnTo>
                  <a:pt x="24848" y="59866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E901C8DD-853D-4F85-B8B1-18665E22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3414" y="1387991"/>
            <a:ext cx="626249" cy="66261"/>
          </a:xfrm>
          <a:custGeom xmlns:a="http://schemas.openxmlformats.org/drawingml/2006/main">
            <a:pathLst>
              <a:path w="626249" h="66261">
                <a:moveTo>
                  <a:pt x="66294" y="0"/>
                </a:moveTo>
                <a:lnTo>
                  <a:pt x="66261" y="33131"/>
                </a:lnTo>
                <a:lnTo>
                  <a:pt x="66229" y="66261"/>
                </a:lnTo>
                <a:lnTo>
                  <a:pt x="0" y="33081"/>
                </a:lnTo>
                <a:lnTo>
                  <a:pt x="66294" y="0"/>
                </a:lnTo>
                <a:moveTo>
                  <a:pt x="33131" y="24831"/>
                </a:moveTo>
                <a:lnTo>
                  <a:pt x="116504" y="24898"/>
                </a:lnTo>
                <a:lnTo>
                  <a:pt x="229346" y="25146"/>
                </a:lnTo>
                <a:lnTo>
                  <a:pt x="334867" y="25560"/>
                </a:lnTo>
                <a:lnTo>
                  <a:pt x="429404" y="26091"/>
                </a:lnTo>
                <a:lnTo>
                  <a:pt x="509315" y="26720"/>
                </a:lnTo>
                <a:lnTo>
                  <a:pt x="570971" y="27416"/>
                </a:lnTo>
                <a:lnTo>
                  <a:pt x="610710" y="28177"/>
                </a:lnTo>
                <a:lnTo>
                  <a:pt x="621379" y="28558"/>
                </a:lnTo>
                <a:lnTo>
                  <a:pt x="624774" y="28807"/>
                </a:lnTo>
                <a:lnTo>
                  <a:pt x="626249" y="29122"/>
                </a:lnTo>
                <a:lnTo>
                  <a:pt x="622770" y="45323"/>
                </a:lnTo>
                <a:lnTo>
                  <a:pt x="621875" y="45124"/>
                </a:lnTo>
                <a:lnTo>
                  <a:pt x="623002" y="45289"/>
                </a:lnTo>
                <a:lnTo>
                  <a:pt x="620334" y="45091"/>
                </a:lnTo>
                <a:lnTo>
                  <a:pt x="620617" y="45107"/>
                </a:lnTo>
                <a:lnTo>
                  <a:pt x="610180" y="44726"/>
                </a:lnTo>
                <a:lnTo>
                  <a:pt x="610328" y="44726"/>
                </a:lnTo>
                <a:lnTo>
                  <a:pt x="570689" y="43980"/>
                </a:lnTo>
                <a:lnTo>
                  <a:pt x="570739" y="43980"/>
                </a:lnTo>
                <a:lnTo>
                  <a:pt x="509149" y="43285"/>
                </a:lnTo>
                <a:lnTo>
                  <a:pt x="509182" y="43285"/>
                </a:lnTo>
                <a:lnTo>
                  <a:pt x="429289" y="42656"/>
                </a:lnTo>
                <a:lnTo>
                  <a:pt x="429304" y="42656"/>
                </a:lnTo>
                <a:lnTo>
                  <a:pt x="334767" y="42126"/>
                </a:lnTo>
                <a:lnTo>
                  <a:pt x="334784" y="42126"/>
                </a:lnTo>
                <a:lnTo>
                  <a:pt x="229279" y="41711"/>
                </a:lnTo>
                <a:lnTo>
                  <a:pt x="229297" y="41711"/>
                </a:lnTo>
                <a:lnTo>
                  <a:pt x="116471" y="41463"/>
                </a:lnTo>
                <a:lnTo>
                  <a:pt x="116487" y="41463"/>
                </a:lnTo>
                <a:lnTo>
                  <a:pt x="33131" y="41397"/>
                </a:lnTo>
                <a:lnTo>
                  <a:pt x="33131" y="24831"/>
                </a:lnTo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AB0FEAAC-5C2E-4ED1-98D6-A0CC9A6F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210" y="1445389"/>
            <a:ext cx="491971" cy="148193"/>
          </a:xfrm>
          <a:custGeom xmlns:a="http://schemas.openxmlformats.org/drawingml/2006/main">
            <a:pathLst>
              <a:path w="491971" h="148193">
                <a:moveTo>
                  <a:pt x="426439" y="81948"/>
                </a:moveTo>
                <a:lnTo>
                  <a:pt x="425726" y="115062"/>
                </a:lnTo>
                <a:lnTo>
                  <a:pt x="425014" y="148193"/>
                </a:lnTo>
                <a:lnTo>
                  <a:pt x="491971" y="116487"/>
                </a:lnTo>
                <a:lnTo>
                  <a:pt x="426439" y="81948"/>
                </a:lnTo>
                <a:moveTo>
                  <a:pt x="0" y="1060"/>
                </a:moveTo>
                <a:lnTo>
                  <a:pt x="215" y="4307"/>
                </a:lnTo>
                <a:lnTo>
                  <a:pt x="928" y="8018"/>
                </a:lnTo>
                <a:lnTo>
                  <a:pt x="2088" y="11629"/>
                </a:lnTo>
                <a:lnTo>
                  <a:pt x="3644" y="15124"/>
                </a:lnTo>
                <a:lnTo>
                  <a:pt x="5565" y="18503"/>
                </a:lnTo>
                <a:lnTo>
                  <a:pt x="7820" y="21767"/>
                </a:lnTo>
                <a:lnTo>
                  <a:pt x="10386" y="24914"/>
                </a:lnTo>
                <a:lnTo>
                  <a:pt x="13319" y="28078"/>
                </a:lnTo>
                <a:lnTo>
                  <a:pt x="19813" y="33909"/>
                </a:lnTo>
                <a:lnTo>
                  <a:pt x="27499" y="39608"/>
                </a:lnTo>
                <a:lnTo>
                  <a:pt x="36245" y="45107"/>
                </a:lnTo>
                <a:lnTo>
                  <a:pt x="46035" y="50474"/>
                </a:lnTo>
                <a:lnTo>
                  <a:pt x="56835" y="55692"/>
                </a:lnTo>
                <a:lnTo>
                  <a:pt x="68597" y="60778"/>
                </a:lnTo>
                <a:lnTo>
                  <a:pt x="81286" y="65731"/>
                </a:lnTo>
                <a:lnTo>
                  <a:pt x="94886" y="70552"/>
                </a:lnTo>
                <a:lnTo>
                  <a:pt x="109347" y="75223"/>
                </a:lnTo>
                <a:lnTo>
                  <a:pt x="124620" y="79745"/>
                </a:lnTo>
                <a:lnTo>
                  <a:pt x="140689" y="84102"/>
                </a:lnTo>
                <a:lnTo>
                  <a:pt x="157485" y="88309"/>
                </a:lnTo>
                <a:lnTo>
                  <a:pt x="174995" y="92335"/>
                </a:lnTo>
                <a:lnTo>
                  <a:pt x="193151" y="96161"/>
                </a:lnTo>
                <a:lnTo>
                  <a:pt x="211919" y="99805"/>
                </a:lnTo>
                <a:lnTo>
                  <a:pt x="231250" y="103251"/>
                </a:lnTo>
                <a:lnTo>
                  <a:pt x="251112" y="106481"/>
                </a:lnTo>
                <a:lnTo>
                  <a:pt x="271470" y="109479"/>
                </a:lnTo>
                <a:lnTo>
                  <a:pt x="292260" y="112229"/>
                </a:lnTo>
                <a:lnTo>
                  <a:pt x="313430" y="114747"/>
                </a:lnTo>
                <a:lnTo>
                  <a:pt x="334982" y="117016"/>
                </a:lnTo>
                <a:lnTo>
                  <a:pt x="356831" y="119005"/>
                </a:lnTo>
                <a:lnTo>
                  <a:pt x="378946" y="120727"/>
                </a:lnTo>
                <a:lnTo>
                  <a:pt x="401275" y="122152"/>
                </a:lnTo>
                <a:lnTo>
                  <a:pt x="423854" y="123279"/>
                </a:lnTo>
                <a:lnTo>
                  <a:pt x="458658" y="124057"/>
                </a:lnTo>
                <a:lnTo>
                  <a:pt x="459023" y="107492"/>
                </a:lnTo>
                <a:lnTo>
                  <a:pt x="424335" y="106730"/>
                </a:lnTo>
                <a:lnTo>
                  <a:pt x="424567" y="106730"/>
                </a:lnTo>
                <a:lnTo>
                  <a:pt x="402170" y="105603"/>
                </a:lnTo>
                <a:lnTo>
                  <a:pt x="402269" y="105620"/>
                </a:lnTo>
                <a:lnTo>
                  <a:pt x="380055" y="104195"/>
                </a:lnTo>
                <a:lnTo>
                  <a:pt x="380172" y="104195"/>
                </a:lnTo>
                <a:lnTo>
                  <a:pt x="358156" y="102489"/>
                </a:lnTo>
                <a:lnTo>
                  <a:pt x="358273" y="102506"/>
                </a:lnTo>
                <a:lnTo>
                  <a:pt x="336539" y="100518"/>
                </a:lnTo>
                <a:lnTo>
                  <a:pt x="336654" y="100534"/>
                </a:lnTo>
                <a:lnTo>
                  <a:pt x="315220" y="98282"/>
                </a:lnTo>
                <a:lnTo>
                  <a:pt x="315336" y="98298"/>
                </a:lnTo>
                <a:lnTo>
                  <a:pt x="294265" y="95797"/>
                </a:lnTo>
                <a:lnTo>
                  <a:pt x="294380" y="95813"/>
                </a:lnTo>
                <a:lnTo>
                  <a:pt x="273707" y="93063"/>
                </a:lnTo>
                <a:lnTo>
                  <a:pt x="273823" y="93080"/>
                </a:lnTo>
                <a:lnTo>
                  <a:pt x="253597" y="90098"/>
                </a:lnTo>
                <a:lnTo>
                  <a:pt x="253713" y="90115"/>
                </a:lnTo>
                <a:lnTo>
                  <a:pt x="233967" y="86901"/>
                </a:lnTo>
                <a:lnTo>
                  <a:pt x="234083" y="86935"/>
                </a:lnTo>
                <a:lnTo>
                  <a:pt x="214885" y="83505"/>
                </a:lnTo>
                <a:lnTo>
                  <a:pt x="215000" y="83538"/>
                </a:lnTo>
                <a:lnTo>
                  <a:pt x="196364" y="79911"/>
                </a:lnTo>
                <a:lnTo>
                  <a:pt x="196497" y="79944"/>
                </a:lnTo>
                <a:lnTo>
                  <a:pt x="178490" y="76134"/>
                </a:lnTo>
                <a:lnTo>
                  <a:pt x="178623" y="76167"/>
                </a:lnTo>
                <a:lnTo>
                  <a:pt x="161279" y="72174"/>
                </a:lnTo>
                <a:lnTo>
                  <a:pt x="161428" y="72208"/>
                </a:lnTo>
                <a:lnTo>
                  <a:pt x="144780" y="68050"/>
                </a:lnTo>
                <a:lnTo>
                  <a:pt x="144945" y="68100"/>
                </a:lnTo>
                <a:lnTo>
                  <a:pt x="129059" y="63776"/>
                </a:lnTo>
                <a:lnTo>
                  <a:pt x="129242" y="63826"/>
                </a:lnTo>
                <a:lnTo>
                  <a:pt x="114152" y="59370"/>
                </a:lnTo>
                <a:lnTo>
                  <a:pt x="114350" y="59419"/>
                </a:lnTo>
                <a:lnTo>
                  <a:pt x="100087" y="54814"/>
                </a:lnTo>
                <a:lnTo>
                  <a:pt x="100303" y="54897"/>
                </a:lnTo>
                <a:lnTo>
                  <a:pt x="86935" y="50160"/>
                </a:lnTo>
                <a:lnTo>
                  <a:pt x="87182" y="50243"/>
                </a:lnTo>
                <a:lnTo>
                  <a:pt x="74743" y="45405"/>
                </a:lnTo>
                <a:lnTo>
                  <a:pt x="75024" y="45505"/>
                </a:lnTo>
                <a:lnTo>
                  <a:pt x="63561" y="40552"/>
                </a:lnTo>
                <a:lnTo>
                  <a:pt x="63875" y="40701"/>
                </a:lnTo>
                <a:lnTo>
                  <a:pt x="53439" y="35649"/>
                </a:lnTo>
                <a:lnTo>
                  <a:pt x="53804" y="35847"/>
                </a:lnTo>
                <a:lnTo>
                  <a:pt x="44428" y="30712"/>
                </a:lnTo>
                <a:lnTo>
                  <a:pt x="44859" y="30960"/>
                </a:lnTo>
                <a:lnTo>
                  <a:pt x="36593" y="25759"/>
                </a:lnTo>
                <a:lnTo>
                  <a:pt x="37107" y="26107"/>
                </a:lnTo>
                <a:lnTo>
                  <a:pt x="29982" y="20823"/>
                </a:lnTo>
                <a:lnTo>
                  <a:pt x="30596" y="21320"/>
                </a:lnTo>
                <a:lnTo>
                  <a:pt x="24666" y="16002"/>
                </a:lnTo>
                <a:lnTo>
                  <a:pt x="25179" y="16516"/>
                </a:lnTo>
                <a:lnTo>
                  <a:pt x="22677" y="13832"/>
                </a:lnTo>
                <a:lnTo>
                  <a:pt x="23059" y="14263"/>
                </a:lnTo>
                <a:lnTo>
                  <a:pt x="20872" y="11562"/>
                </a:lnTo>
                <a:lnTo>
                  <a:pt x="21253" y="12076"/>
                </a:lnTo>
                <a:lnTo>
                  <a:pt x="19398" y="9376"/>
                </a:lnTo>
                <a:lnTo>
                  <a:pt x="19779" y="9989"/>
                </a:lnTo>
                <a:lnTo>
                  <a:pt x="18238" y="7289"/>
                </a:lnTo>
                <a:lnTo>
                  <a:pt x="18603" y="8018"/>
                </a:lnTo>
                <a:lnTo>
                  <a:pt x="17394" y="5318"/>
                </a:lnTo>
                <a:lnTo>
                  <a:pt x="17724" y="6146"/>
                </a:lnTo>
                <a:lnTo>
                  <a:pt x="16847" y="3445"/>
                </a:lnTo>
                <a:lnTo>
                  <a:pt x="17095" y="4390"/>
                </a:lnTo>
                <a:lnTo>
                  <a:pt x="16565" y="1673"/>
                </a:lnTo>
                <a:lnTo>
                  <a:pt x="16714" y="2717"/>
                </a:lnTo>
                <a:lnTo>
                  <a:pt x="16533" y="0"/>
                </a:lnTo>
                <a:lnTo>
                  <a:pt x="0" y="1060"/>
                </a:lnTo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522A3082-D592-46E6-AE30-75DF0479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5124" y="1181853"/>
            <a:ext cx="337267" cy="247501"/>
          </a:xfrm>
          <a:custGeom xmlns:a="http://schemas.openxmlformats.org/drawingml/2006/main">
            <a:pathLst>
              <a:path w="337267" h="247501">
                <a:moveTo>
                  <a:pt x="266600" y="0"/>
                </a:moveTo>
                <a:lnTo>
                  <a:pt x="271851" y="32716"/>
                </a:lnTo>
                <a:lnTo>
                  <a:pt x="277103" y="65433"/>
                </a:lnTo>
                <a:lnTo>
                  <a:pt x="337267" y="22214"/>
                </a:lnTo>
                <a:lnTo>
                  <a:pt x="266600" y="0"/>
                </a:lnTo>
                <a:moveTo>
                  <a:pt x="331" y="247501"/>
                </a:moveTo>
                <a:lnTo>
                  <a:pt x="8414" y="247335"/>
                </a:lnTo>
                <a:lnTo>
                  <a:pt x="16631" y="246855"/>
                </a:lnTo>
                <a:lnTo>
                  <a:pt x="24814" y="246060"/>
                </a:lnTo>
                <a:lnTo>
                  <a:pt x="32931" y="244966"/>
                </a:lnTo>
                <a:lnTo>
                  <a:pt x="40982" y="243592"/>
                </a:lnTo>
                <a:lnTo>
                  <a:pt x="48950" y="241935"/>
                </a:lnTo>
                <a:lnTo>
                  <a:pt x="56834" y="240014"/>
                </a:lnTo>
                <a:lnTo>
                  <a:pt x="64587" y="237827"/>
                </a:lnTo>
                <a:lnTo>
                  <a:pt x="72208" y="235408"/>
                </a:lnTo>
                <a:lnTo>
                  <a:pt x="79695" y="232741"/>
                </a:lnTo>
                <a:lnTo>
                  <a:pt x="87033" y="229842"/>
                </a:lnTo>
                <a:lnTo>
                  <a:pt x="94189" y="226728"/>
                </a:lnTo>
                <a:lnTo>
                  <a:pt x="101164" y="223415"/>
                </a:lnTo>
                <a:lnTo>
                  <a:pt x="107922" y="219887"/>
                </a:lnTo>
                <a:lnTo>
                  <a:pt x="114482" y="216176"/>
                </a:lnTo>
                <a:lnTo>
                  <a:pt x="120809" y="212283"/>
                </a:lnTo>
                <a:lnTo>
                  <a:pt x="126889" y="208208"/>
                </a:lnTo>
                <a:lnTo>
                  <a:pt x="132704" y="203968"/>
                </a:lnTo>
                <a:lnTo>
                  <a:pt x="138253" y="199578"/>
                </a:lnTo>
                <a:lnTo>
                  <a:pt x="143505" y="195023"/>
                </a:lnTo>
                <a:lnTo>
                  <a:pt x="148457" y="190334"/>
                </a:lnTo>
                <a:lnTo>
                  <a:pt x="153095" y="185497"/>
                </a:lnTo>
                <a:lnTo>
                  <a:pt x="157386" y="180528"/>
                </a:lnTo>
                <a:lnTo>
                  <a:pt x="161312" y="175426"/>
                </a:lnTo>
                <a:lnTo>
                  <a:pt x="164873" y="170208"/>
                </a:lnTo>
                <a:lnTo>
                  <a:pt x="168054" y="164857"/>
                </a:lnTo>
                <a:lnTo>
                  <a:pt x="170803" y="159391"/>
                </a:lnTo>
                <a:lnTo>
                  <a:pt x="173106" y="153825"/>
                </a:lnTo>
                <a:lnTo>
                  <a:pt x="174962" y="148160"/>
                </a:lnTo>
                <a:lnTo>
                  <a:pt x="176303" y="142412"/>
                </a:lnTo>
                <a:lnTo>
                  <a:pt x="177148" y="136580"/>
                </a:lnTo>
                <a:lnTo>
                  <a:pt x="177396" y="131114"/>
                </a:lnTo>
                <a:lnTo>
                  <a:pt x="177645" y="126028"/>
                </a:lnTo>
                <a:lnTo>
                  <a:pt x="177578" y="126790"/>
                </a:lnTo>
                <a:lnTo>
                  <a:pt x="178291" y="121721"/>
                </a:lnTo>
                <a:lnTo>
                  <a:pt x="178159" y="122450"/>
                </a:lnTo>
                <a:lnTo>
                  <a:pt x="179352" y="117398"/>
                </a:lnTo>
                <a:lnTo>
                  <a:pt x="179153" y="118060"/>
                </a:lnTo>
                <a:lnTo>
                  <a:pt x="180792" y="113025"/>
                </a:lnTo>
                <a:lnTo>
                  <a:pt x="180561" y="113638"/>
                </a:lnTo>
                <a:lnTo>
                  <a:pt x="182615" y="108651"/>
                </a:lnTo>
                <a:lnTo>
                  <a:pt x="182365" y="109215"/>
                </a:lnTo>
                <a:lnTo>
                  <a:pt x="184851" y="104278"/>
                </a:lnTo>
                <a:lnTo>
                  <a:pt x="184586" y="104759"/>
                </a:lnTo>
                <a:lnTo>
                  <a:pt x="187451" y="99888"/>
                </a:lnTo>
                <a:lnTo>
                  <a:pt x="187170" y="100336"/>
                </a:lnTo>
                <a:lnTo>
                  <a:pt x="190433" y="95532"/>
                </a:lnTo>
                <a:lnTo>
                  <a:pt x="190152" y="95913"/>
                </a:lnTo>
                <a:lnTo>
                  <a:pt x="193779" y="91192"/>
                </a:lnTo>
                <a:lnTo>
                  <a:pt x="193498" y="91540"/>
                </a:lnTo>
                <a:lnTo>
                  <a:pt x="197474" y="86901"/>
                </a:lnTo>
                <a:lnTo>
                  <a:pt x="197192" y="87233"/>
                </a:lnTo>
                <a:lnTo>
                  <a:pt x="201515" y="82694"/>
                </a:lnTo>
                <a:lnTo>
                  <a:pt x="201234" y="82975"/>
                </a:lnTo>
                <a:lnTo>
                  <a:pt x="205872" y="78536"/>
                </a:lnTo>
                <a:lnTo>
                  <a:pt x="205607" y="78801"/>
                </a:lnTo>
                <a:lnTo>
                  <a:pt x="210560" y="74477"/>
                </a:lnTo>
                <a:lnTo>
                  <a:pt x="210278" y="74709"/>
                </a:lnTo>
                <a:lnTo>
                  <a:pt x="215529" y="70535"/>
                </a:lnTo>
                <a:lnTo>
                  <a:pt x="215248" y="70734"/>
                </a:lnTo>
                <a:lnTo>
                  <a:pt x="220780" y="66692"/>
                </a:lnTo>
                <a:lnTo>
                  <a:pt x="220516" y="66890"/>
                </a:lnTo>
                <a:lnTo>
                  <a:pt x="226297" y="62998"/>
                </a:lnTo>
                <a:lnTo>
                  <a:pt x="226032" y="63163"/>
                </a:lnTo>
                <a:lnTo>
                  <a:pt x="232061" y="59436"/>
                </a:lnTo>
                <a:lnTo>
                  <a:pt x="231796" y="59585"/>
                </a:lnTo>
                <a:lnTo>
                  <a:pt x="238058" y="56024"/>
                </a:lnTo>
                <a:lnTo>
                  <a:pt x="237810" y="56156"/>
                </a:lnTo>
                <a:lnTo>
                  <a:pt x="244287" y="52777"/>
                </a:lnTo>
                <a:lnTo>
                  <a:pt x="244022" y="52909"/>
                </a:lnTo>
                <a:lnTo>
                  <a:pt x="250697" y="49712"/>
                </a:lnTo>
                <a:lnTo>
                  <a:pt x="250432" y="49828"/>
                </a:lnTo>
                <a:lnTo>
                  <a:pt x="257308" y="46830"/>
                </a:lnTo>
                <a:lnTo>
                  <a:pt x="257042" y="46946"/>
                </a:lnTo>
                <a:lnTo>
                  <a:pt x="264065" y="44147"/>
                </a:lnTo>
                <a:lnTo>
                  <a:pt x="263817" y="44246"/>
                </a:lnTo>
                <a:lnTo>
                  <a:pt x="270990" y="41678"/>
                </a:lnTo>
                <a:lnTo>
                  <a:pt x="269649" y="42043"/>
                </a:lnTo>
                <a:lnTo>
                  <a:pt x="305992" y="35615"/>
                </a:lnTo>
                <a:lnTo>
                  <a:pt x="303110" y="19315"/>
                </a:lnTo>
                <a:lnTo>
                  <a:pt x="266071" y="25842"/>
                </a:lnTo>
                <a:lnTo>
                  <a:pt x="258102" y="28708"/>
                </a:lnTo>
                <a:lnTo>
                  <a:pt x="250797" y="31590"/>
                </a:lnTo>
                <a:lnTo>
                  <a:pt x="243674" y="34704"/>
                </a:lnTo>
                <a:lnTo>
                  <a:pt x="236734" y="38034"/>
                </a:lnTo>
                <a:lnTo>
                  <a:pt x="230007" y="41546"/>
                </a:lnTo>
                <a:lnTo>
                  <a:pt x="223481" y="45273"/>
                </a:lnTo>
                <a:lnTo>
                  <a:pt x="217187" y="49166"/>
                </a:lnTo>
                <a:lnTo>
                  <a:pt x="211123" y="53224"/>
                </a:lnTo>
                <a:lnTo>
                  <a:pt x="205342" y="57465"/>
                </a:lnTo>
                <a:lnTo>
                  <a:pt x="199810" y="61871"/>
                </a:lnTo>
                <a:lnTo>
                  <a:pt x="194591" y="66427"/>
                </a:lnTo>
                <a:lnTo>
                  <a:pt x="189655" y="71115"/>
                </a:lnTo>
                <a:lnTo>
                  <a:pt x="185050" y="75952"/>
                </a:lnTo>
                <a:lnTo>
                  <a:pt x="180776" y="80921"/>
                </a:lnTo>
                <a:lnTo>
                  <a:pt x="176866" y="86023"/>
                </a:lnTo>
                <a:lnTo>
                  <a:pt x="173321" y="91242"/>
                </a:lnTo>
                <a:lnTo>
                  <a:pt x="170174" y="96592"/>
                </a:lnTo>
                <a:lnTo>
                  <a:pt x="167424" y="102042"/>
                </a:lnTo>
                <a:lnTo>
                  <a:pt x="165122" y="107608"/>
                </a:lnTo>
                <a:lnTo>
                  <a:pt x="163299" y="113273"/>
                </a:lnTo>
                <a:lnTo>
                  <a:pt x="161941" y="119021"/>
                </a:lnTo>
                <a:lnTo>
                  <a:pt x="161113" y="124852"/>
                </a:lnTo>
                <a:lnTo>
                  <a:pt x="160864" y="130319"/>
                </a:lnTo>
                <a:lnTo>
                  <a:pt x="160616" y="135404"/>
                </a:lnTo>
                <a:lnTo>
                  <a:pt x="160682" y="134626"/>
                </a:lnTo>
                <a:lnTo>
                  <a:pt x="159970" y="139711"/>
                </a:lnTo>
                <a:lnTo>
                  <a:pt x="160102" y="138982"/>
                </a:lnTo>
                <a:lnTo>
                  <a:pt x="158910" y="144035"/>
                </a:lnTo>
                <a:lnTo>
                  <a:pt x="159092" y="143372"/>
                </a:lnTo>
                <a:lnTo>
                  <a:pt x="157469" y="148391"/>
                </a:lnTo>
                <a:lnTo>
                  <a:pt x="157684" y="147778"/>
                </a:lnTo>
                <a:lnTo>
                  <a:pt x="155613" y="152764"/>
                </a:lnTo>
                <a:lnTo>
                  <a:pt x="155861" y="152218"/>
                </a:lnTo>
                <a:lnTo>
                  <a:pt x="153376" y="157154"/>
                </a:lnTo>
                <a:lnTo>
                  <a:pt x="153659" y="156657"/>
                </a:lnTo>
                <a:lnTo>
                  <a:pt x="150760" y="161527"/>
                </a:lnTo>
                <a:lnTo>
                  <a:pt x="151041" y="161080"/>
                </a:lnTo>
                <a:lnTo>
                  <a:pt x="147761" y="165884"/>
                </a:lnTo>
                <a:lnTo>
                  <a:pt x="148059" y="165503"/>
                </a:lnTo>
                <a:lnTo>
                  <a:pt x="144398" y="170224"/>
                </a:lnTo>
                <a:lnTo>
                  <a:pt x="144697" y="169876"/>
                </a:lnTo>
                <a:lnTo>
                  <a:pt x="140688" y="174515"/>
                </a:lnTo>
                <a:lnTo>
                  <a:pt x="140970" y="174200"/>
                </a:lnTo>
                <a:lnTo>
                  <a:pt x="136629" y="178739"/>
                </a:lnTo>
                <a:lnTo>
                  <a:pt x="136911" y="178457"/>
                </a:lnTo>
                <a:lnTo>
                  <a:pt x="132240" y="182880"/>
                </a:lnTo>
                <a:lnTo>
                  <a:pt x="132521" y="182632"/>
                </a:lnTo>
                <a:lnTo>
                  <a:pt x="127552" y="186939"/>
                </a:lnTo>
                <a:lnTo>
                  <a:pt x="127817" y="186707"/>
                </a:lnTo>
                <a:lnTo>
                  <a:pt x="122549" y="190881"/>
                </a:lnTo>
                <a:lnTo>
                  <a:pt x="122814" y="190682"/>
                </a:lnTo>
                <a:lnTo>
                  <a:pt x="117264" y="194724"/>
                </a:lnTo>
                <a:lnTo>
                  <a:pt x="117529" y="194542"/>
                </a:lnTo>
                <a:lnTo>
                  <a:pt x="111716" y="198435"/>
                </a:lnTo>
                <a:lnTo>
                  <a:pt x="111980" y="198253"/>
                </a:lnTo>
                <a:lnTo>
                  <a:pt x="105917" y="201996"/>
                </a:lnTo>
                <a:lnTo>
                  <a:pt x="106182" y="201831"/>
                </a:lnTo>
                <a:lnTo>
                  <a:pt x="99887" y="205409"/>
                </a:lnTo>
                <a:lnTo>
                  <a:pt x="100153" y="205259"/>
                </a:lnTo>
                <a:lnTo>
                  <a:pt x="93643" y="208639"/>
                </a:lnTo>
                <a:lnTo>
                  <a:pt x="93908" y="208523"/>
                </a:lnTo>
                <a:lnTo>
                  <a:pt x="87199" y="211720"/>
                </a:lnTo>
                <a:lnTo>
                  <a:pt x="87447" y="211604"/>
                </a:lnTo>
                <a:lnTo>
                  <a:pt x="80556" y="214602"/>
                </a:lnTo>
                <a:lnTo>
                  <a:pt x="80821" y="214486"/>
                </a:lnTo>
                <a:lnTo>
                  <a:pt x="73748" y="217270"/>
                </a:lnTo>
                <a:lnTo>
                  <a:pt x="74014" y="217170"/>
                </a:lnTo>
                <a:lnTo>
                  <a:pt x="66790" y="219754"/>
                </a:lnTo>
                <a:lnTo>
                  <a:pt x="67056" y="219655"/>
                </a:lnTo>
                <a:lnTo>
                  <a:pt x="59701" y="222007"/>
                </a:lnTo>
                <a:lnTo>
                  <a:pt x="59966" y="221924"/>
                </a:lnTo>
                <a:lnTo>
                  <a:pt x="52478" y="224028"/>
                </a:lnTo>
                <a:lnTo>
                  <a:pt x="52760" y="223945"/>
                </a:lnTo>
                <a:lnTo>
                  <a:pt x="45157" y="225801"/>
                </a:lnTo>
                <a:lnTo>
                  <a:pt x="45438" y="225751"/>
                </a:lnTo>
                <a:lnTo>
                  <a:pt x="37751" y="227341"/>
                </a:lnTo>
                <a:lnTo>
                  <a:pt x="38050" y="227292"/>
                </a:lnTo>
                <a:lnTo>
                  <a:pt x="30281" y="228617"/>
                </a:lnTo>
                <a:lnTo>
                  <a:pt x="30579" y="228567"/>
                </a:lnTo>
                <a:lnTo>
                  <a:pt x="22760" y="229627"/>
                </a:lnTo>
                <a:lnTo>
                  <a:pt x="23058" y="229594"/>
                </a:lnTo>
                <a:lnTo>
                  <a:pt x="15190" y="230356"/>
                </a:lnTo>
                <a:lnTo>
                  <a:pt x="15504" y="230323"/>
                </a:lnTo>
                <a:lnTo>
                  <a:pt x="7602" y="230787"/>
                </a:lnTo>
                <a:lnTo>
                  <a:pt x="7918" y="230787"/>
                </a:lnTo>
                <a:lnTo>
                  <a:pt x="0" y="230936"/>
                </a:lnTo>
                <a:lnTo>
                  <a:pt x="331" y="247501"/>
                </a:lnTo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15066B54-0B43-455A-ACE8-A58AC385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1560" y="1238258"/>
            <a:ext cx="234314" cy="287588"/>
          </a:xfrm>
          <a:custGeom xmlns:a="http://schemas.openxmlformats.org/drawingml/2006/main">
            <a:pathLst>
              <a:path w="234314" h="287588">
                <a:moveTo>
                  <a:pt x="0" y="215977"/>
                </a:moveTo>
                <a:lnTo>
                  <a:pt x="32434" y="222719"/>
                </a:lnTo>
                <a:lnTo>
                  <a:pt x="64868" y="229445"/>
                </a:lnTo>
                <a:lnTo>
                  <a:pt x="18967" y="287588"/>
                </a:lnTo>
                <a:lnTo>
                  <a:pt x="0" y="215977"/>
                </a:lnTo>
                <a:moveTo>
                  <a:pt x="17592" y="253448"/>
                </a:moveTo>
                <a:lnTo>
                  <a:pt x="24633" y="219870"/>
                </a:lnTo>
                <a:lnTo>
                  <a:pt x="27697" y="212913"/>
                </a:lnTo>
                <a:lnTo>
                  <a:pt x="30695" y="206784"/>
                </a:lnTo>
                <a:lnTo>
                  <a:pt x="33892" y="200804"/>
                </a:lnTo>
                <a:lnTo>
                  <a:pt x="37288" y="194989"/>
                </a:lnTo>
                <a:lnTo>
                  <a:pt x="40849" y="189374"/>
                </a:lnTo>
                <a:lnTo>
                  <a:pt x="44593" y="183957"/>
                </a:lnTo>
                <a:lnTo>
                  <a:pt x="48519" y="178739"/>
                </a:lnTo>
                <a:lnTo>
                  <a:pt x="52594" y="173752"/>
                </a:lnTo>
                <a:lnTo>
                  <a:pt x="56819" y="168998"/>
                </a:lnTo>
                <a:lnTo>
                  <a:pt x="61175" y="164509"/>
                </a:lnTo>
                <a:lnTo>
                  <a:pt x="65697" y="160268"/>
                </a:lnTo>
                <a:lnTo>
                  <a:pt x="70335" y="156309"/>
                </a:lnTo>
                <a:lnTo>
                  <a:pt x="75090" y="152632"/>
                </a:lnTo>
                <a:lnTo>
                  <a:pt x="79976" y="149286"/>
                </a:lnTo>
                <a:lnTo>
                  <a:pt x="84979" y="146238"/>
                </a:lnTo>
                <a:lnTo>
                  <a:pt x="90082" y="143538"/>
                </a:lnTo>
                <a:lnTo>
                  <a:pt x="95300" y="141202"/>
                </a:lnTo>
                <a:lnTo>
                  <a:pt x="100584" y="139248"/>
                </a:lnTo>
                <a:lnTo>
                  <a:pt x="105968" y="137674"/>
                </a:lnTo>
                <a:lnTo>
                  <a:pt x="111434" y="136531"/>
                </a:lnTo>
                <a:lnTo>
                  <a:pt x="116950" y="135835"/>
                </a:lnTo>
                <a:lnTo>
                  <a:pt x="122151" y="135603"/>
                </a:lnTo>
                <a:lnTo>
                  <a:pt x="126988" y="135404"/>
                </a:lnTo>
                <a:lnTo>
                  <a:pt x="126310" y="135454"/>
                </a:lnTo>
                <a:lnTo>
                  <a:pt x="131147" y="134841"/>
                </a:lnTo>
                <a:lnTo>
                  <a:pt x="130501" y="134957"/>
                </a:lnTo>
                <a:lnTo>
                  <a:pt x="135321" y="133946"/>
                </a:lnTo>
                <a:lnTo>
                  <a:pt x="134707" y="134096"/>
                </a:lnTo>
                <a:lnTo>
                  <a:pt x="139495" y="132704"/>
                </a:lnTo>
                <a:lnTo>
                  <a:pt x="138932" y="132886"/>
                </a:lnTo>
                <a:lnTo>
                  <a:pt x="143686" y="131130"/>
                </a:lnTo>
                <a:lnTo>
                  <a:pt x="143172" y="131346"/>
                </a:lnTo>
                <a:lnTo>
                  <a:pt x="147877" y="129225"/>
                </a:lnTo>
                <a:lnTo>
                  <a:pt x="147414" y="129457"/>
                </a:lnTo>
                <a:lnTo>
                  <a:pt x="152051" y="127005"/>
                </a:lnTo>
                <a:lnTo>
                  <a:pt x="151621" y="127237"/>
                </a:lnTo>
                <a:lnTo>
                  <a:pt x="156210" y="124454"/>
                </a:lnTo>
                <a:lnTo>
                  <a:pt x="155829" y="124719"/>
                </a:lnTo>
                <a:lnTo>
                  <a:pt x="160334" y="121605"/>
                </a:lnTo>
                <a:lnTo>
                  <a:pt x="159970" y="121870"/>
                </a:lnTo>
                <a:lnTo>
                  <a:pt x="164393" y="118458"/>
                </a:lnTo>
                <a:lnTo>
                  <a:pt x="164078" y="118723"/>
                </a:lnTo>
                <a:lnTo>
                  <a:pt x="168401" y="115029"/>
                </a:lnTo>
                <a:lnTo>
                  <a:pt x="168103" y="115294"/>
                </a:lnTo>
                <a:lnTo>
                  <a:pt x="172327" y="111318"/>
                </a:lnTo>
                <a:lnTo>
                  <a:pt x="172062" y="111600"/>
                </a:lnTo>
                <a:lnTo>
                  <a:pt x="176170" y="107359"/>
                </a:lnTo>
                <a:lnTo>
                  <a:pt x="175923" y="107624"/>
                </a:lnTo>
                <a:lnTo>
                  <a:pt x="179914" y="103135"/>
                </a:lnTo>
                <a:lnTo>
                  <a:pt x="179699" y="103400"/>
                </a:lnTo>
                <a:lnTo>
                  <a:pt x="183542" y="98679"/>
                </a:lnTo>
                <a:lnTo>
                  <a:pt x="183344" y="98944"/>
                </a:lnTo>
                <a:lnTo>
                  <a:pt x="187054" y="94008"/>
                </a:lnTo>
                <a:lnTo>
                  <a:pt x="186871" y="94273"/>
                </a:lnTo>
                <a:lnTo>
                  <a:pt x="190433" y="89121"/>
                </a:lnTo>
                <a:lnTo>
                  <a:pt x="190251" y="89386"/>
                </a:lnTo>
                <a:lnTo>
                  <a:pt x="193647" y="84035"/>
                </a:lnTo>
                <a:lnTo>
                  <a:pt x="193482" y="84300"/>
                </a:lnTo>
                <a:lnTo>
                  <a:pt x="196712" y="78768"/>
                </a:lnTo>
                <a:lnTo>
                  <a:pt x="196562" y="79033"/>
                </a:lnTo>
                <a:lnTo>
                  <a:pt x="199611" y="73318"/>
                </a:lnTo>
                <a:lnTo>
                  <a:pt x="199478" y="73600"/>
                </a:lnTo>
                <a:lnTo>
                  <a:pt x="202344" y="67735"/>
                </a:lnTo>
                <a:lnTo>
                  <a:pt x="202211" y="68000"/>
                </a:lnTo>
                <a:lnTo>
                  <a:pt x="204879" y="62004"/>
                </a:lnTo>
                <a:lnTo>
                  <a:pt x="204762" y="62285"/>
                </a:lnTo>
                <a:lnTo>
                  <a:pt x="207214" y="56140"/>
                </a:lnTo>
                <a:lnTo>
                  <a:pt x="207097" y="56421"/>
                </a:lnTo>
                <a:lnTo>
                  <a:pt x="209334" y="50160"/>
                </a:lnTo>
                <a:lnTo>
                  <a:pt x="209235" y="50458"/>
                </a:lnTo>
                <a:lnTo>
                  <a:pt x="211239" y="44097"/>
                </a:lnTo>
                <a:lnTo>
                  <a:pt x="211156" y="44395"/>
                </a:lnTo>
                <a:lnTo>
                  <a:pt x="212929" y="37934"/>
                </a:lnTo>
                <a:lnTo>
                  <a:pt x="212847" y="38249"/>
                </a:lnTo>
                <a:lnTo>
                  <a:pt x="214370" y="31706"/>
                </a:lnTo>
                <a:lnTo>
                  <a:pt x="214304" y="32021"/>
                </a:lnTo>
                <a:lnTo>
                  <a:pt x="215580" y="25428"/>
                </a:lnTo>
                <a:lnTo>
                  <a:pt x="215512" y="25759"/>
                </a:lnTo>
                <a:lnTo>
                  <a:pt x="216524" y="19100"/>
                </a:lnTo>
                <a:lnTo>
                  <a:pt x="216474" y="19431"/>
                </a:lnTo>
                <a:lnTo>
                  <a:pt x="217203" y="12739"/>
                </a:lnTo>
                <a:lnTo>
                  <a:pt x="217170" y="13086"/>
                </a:lnTo>
                <a:lnTo>
                  <a:pt x="217617" y="6378"/>
                </a:lnTo>
                <a:lnTo>
                  <a:pt x="217601" y="6726"/>
                </a:lnTo>
                <a:lnTo>
                  <a:pt x="217749" y="0"/>
                </a:lnTo>
                <a:lnTo>
                  <a:pt x="234314" y="365"/>
                </a:lnTo>
                <a:lnTo>
                  <a:pt x="234165" y="7289"/>
                </a:lnTo>
                <a:lnTo>
                  <a:pt x="233686" y="14362"/>
                </a:lnTo>
                <a:lnTo>
                  <a:pt x="232924" y="21402"/>
                </a:lnTo>
                <a:lnTo>
                  <a:pt x="231880" y="28393"/>
                </a:lnTo>
                <a:lnTo>
                  <a:pt x="230538" y="35317"/>
                </a:lnTo>
                <a:lnTo>
                  <a:pt x="228948" y="42159"/>
                </a:lnTo>
                <a:lnTo>
                  <a:pt x="227092" y="48917"/>
                </a:lnTo>
                <a:lnTo>
                  <a:pt x="224988" y="55593"/>
                </a:lnTo>
                <a:lnTo>
                  <a:pt x="222653" y="62136"/>
                </a:lnTo>
                <a:lnTo>
                  <a:pt x="220085" y="68563"/>
                </a:lnTo>
                <a:lnTo>
                  <a:pt x="217302" y="74858"/>
                </a:lnTo>
                <a:lnTo>
                  <a:pt x="214304" y="80987"/>
                </a:lnTo>
                <a:lnTo>
                  <a:pt x="211107" y="86967"/>
                </a:lnTo>
                <a:lnTo>
                  <a:pt x="207710" y="92782"/>
                </a:lnTo>
                <a:lnTo>
                  <a:pt x="204150" y="98398"/>
                </a:lnTo>
                <a:lnTo>
                  <a:pt x="200405" y="103814"/>
                </a:lnTo>
                <a:lnTo>
                  <a:pt x="196479" y="109032"/>
                </a:lnTo>
                <a:lnTo>
                  <a:pt x="192405" y="114019"/>
                </a:lnTo>
                <a:lnTo>
                  <a:pt x="188181" y="118773"/>
                </a:lnTo>
                <a:lnTo>
                  <a:pt x="183824" y="123262"/>
                </a:lnTo>
                <a:lnTo>
                  <a:pt x="179302" y="127502"/>
                </a:lnTo>
                <a:lnTo>
                  <a:pt x="174663" y="131462"/>
                </a:lnTo>
                <a:lnTo>
                  <a:pt x="169909" y="135139"/>
                </a:lnTo>
                <a:lnTo>
                  <a:pt x="165022" y="138485"/>
                </a:lnTo>
                <a:lnTo>
                  <a:pt x="160019" y="141533"/>
                </a:lnTo>
                <a:lnTo>
                  <a:pt x="154918" y="144233"/>
                </a:lnTo>
                <a:lnTo>
                  <a:pt x="149700" y="146569"/>
                </a:lnTo>
                <a:lnTo>
                  <a:pt x="144398" y="148524"/>
                </a:lnTo>
                <a:lnTo>
                  <a:pt x="139014" y="150097"/>
                </a:lnTo>
                <a:lnTo>
                  <a:pt x="133565" y="151241"/>
                </a:lnTo>
                <a:lnTo>
                  <a:pt x="128049" y="151936"/>
                </a:lnTo>
                <a:lnTo>
                  <a:pt x="122847" y="152168"/>
                </a:lnTo>
                <a:lnTo>
                  <a:pt x="118010" y="152367"/>
                </a:lnTo>
                <a:lnTo>
                  <a:pt x="118690" y="152317"/>
                </a:lnTo>
                <a:lnTo>
                  <a:pt x="113853" y="152930"/>
                </a:lnTo>
                <a:lnTo>
                  <a:pt x="114499" y="152814"/>
                </a:lnTo>
                <a:lnTo>
                  <a:pt x="109678" y="153825"/>
                </a:lnTo>
                <a:lnTo>
                  <a:pt x="110290" y="153675"/>
                </a:lnTo>
                <a:lnTo>
                  <a:pt x="105503" y="155067"/>
                </a:lnTo>
                <a:lnTo>
                  <a:pt x="106066" y="154885"/>
                </a:lnTo>
                <a:lnTo>
                  <a:pt x="101313" y="156641"/>
                </a:lnTo>
                <a:lnTo>
                  <a:pt x="101826" y="156425"/>
                </a:lnTo>
                <a:lnTo>
                  <a:pt x="97122" y="158546"/>
                </a:lnTo>
                <a:lnTo>
                  <a:pt x="97586" y="158314"/>
                </a:lnTo>
                <a:lnTo>
                  <a:pt x="92947" y="160766"/>
                </a:lnTo>
                <a:lnTo>
                  <a:pt x="93378" y="160534"/>
                </a:lnTo>
                <a:lnTo>
                  <a:pt x="88789" y="163317"/>
                </a:lnTo>
                <a:lnTo>
                  <a:pt x="89170" y="163052"/>
                </a:lnTo>
                <a:lnTo>
                  <a:pt x="84665" y="166166"/>
                </a:lnTo>
                <a:lnTo>
                  <a:pt x="85029" y="165901"/>
                </a:lnTo>
                <a:lnTo>
                  <a:pt x="80606" y="169313"/>
                </a:lnTo>
                <a:lnTo>
                  <a:pt x="80920" y="169048"/>
                </a:lnTo>
                <a:lnTo>
                  <a:pt x="76597" y="172742"/>
                </a:lnTo>
                <a:lnTo>
                  <a:pt x="76896" y="172477"/>
                </a:lnTo>
                <a:lnTo>
                  <a:pt x="72671" y="176453"/>
                </a:lnTo>
                <a:lnTo>
                  <a:pt x="72936" y="176171"/>
                </a:lnTo>
                <a:lnTo>
                  <a:pt x="68828" y="180412"/>
                </a:lnTo>
                <a:lnTo>
                  <a:pt x="69077" y="180147"/>
                </a:lnTo>
                <a:lnTo>
                  <a:pt x="65084" y="184636"/>
                </a:lnTo>
                <a:lnTo>
                  <a:pt x="65299" y="184371"/>
                </a:lnTo>
                <a:lnTo>
                  <a:pt x="61456" y="189092"/>
                </a:lnTo>
                <a:lnTo>
                  <a:pt x="61656" y="188827"/>
                </a:lnTo>
                <a:lnTo>
                  <a:pt x="57945" y="193764"/>
                </a:lnTo>
                <a:lnTo>
                  <a:pt x="58127" y="193498"/>
                </a:lnTo>
                <a:lnTo>
                  <a:pt x="54565" y="198650"/>
                </a:lnTo>
                <a:lnTo>
                  <a:pt x="54748" y="198385"/>
                </a:lnTo>
                <a:lnTo>
                  <a:pt x="51352" y="203736"/>
                </a:lnTo>
                <a:lnTo>
                  <a:pt x="51517" y="203471"/>
                </a:lnTo>
                <a:lnTo>
                  <a:pt x="48287" y="209003"/>
                </a:lnTo>
                <a:lnTo>
                  <a:pt x="48436" y="208739"/>
                </a:lnTo>
                <a:lnTo>
                  <a:pt x="45389" y="214454"/>
                </a:lnTo>
                <a:lnTo>
                  <a:pt x="45521" y="214171"/>
                </a:lnTo>
                <a:lnTo>
                  <a:pt x="42655" y="220036"/>
                </a:lnTo>
                <a:lnTo>
                  <a:pt x="42788" y="219771"/>
                </a:lnTo>
                <a:lnTo>
                  <a:pt x="40121" y="225767"/>
                </a:lnTo>
                <a:lnTo>
                  <a:pt x="40667" y="224111"/>
                </a:lnTo>
                <a:lnTo>
                  <a:pt x="33809" y="256844"/>
                </a:lnTo>
                <a:lnTo>
                  <a:pt x="17592" y="253448"/>
                </a:lnTo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B2C77B68-FCD4-4581-B1F3-A286A189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9154" y="1286065"/>
            <a:ext cx="531809" cy="165520"/>
          </a:xfrm>
          <a:custGeom xmlns:a="http://schemas.openxmlformats.org/drawingml/2006/main">
            <a:pathLst>
              <a:path w="531809" h="165520">
                <a:moveTo>
                  <a:pt x="67503" y="165520"/>
                </a:moveTo>
                <a:lnTo>
                  <a:pt x="66211" y="132422"/>
                </a:lnTo>
                <a:lnTo>
                  <a:pt x="64919" y="99309"/>
                </a:lnTo>
                <a:lnTo>
                  <a:pt x="0" y="135007"/>
                </a:lnTo>
                <a:lnTo>
                  <a:pt x="67503" y="165520"/>
                </a:lnTo>
                <a:moveTo>
                  <a:pt x="33478" y="141980"/>
                </a:moveTo>
                <a:lnTo>
                  <a:pt x="74494" y="140142"/>
                </a:lnTo>
                <a:lnTo>
                  <a:pt x="98547" y="137790"/>
                </a:lnTo>
                <a:lnTo>
                  <a:pt x="121721" y="134891"/>
                </a:lnTo>
                <a:lnTo>
                  <a:pt x="143919" y="131478"/>
                </a:lnTo>
                <a:lnTo>
                  <a:pt x="164990" y="127586"/>
                </a:lnTo>
                <a:lnTo>
                  <a:pt x="184718" y="123262"/>
                </a:lnTo>
                <a:lnTo>
                  <a:pt x="202874" y="118557"/>
                </a:lnTo>
                <a:lnTo>
                  <a:pt x="211405" y="116056"/>
                </a:lnTo>
                <a:lnTo>
                  <a:pt x="219439" y="113472"/>
                </a:lnTo>
                <a:lnTo>
                  <a:pt x="227026" y="110805"/>
                </a:lnTo>
                <a:lnTo>
                  <a:pt x="234116" y="108055"/>
                </a:lnTo>
                <a:lnTo>
                  <a:pt x="240709" y="105205"/>
                </a:lnTo>
                <a:lnTo>
                  <a:pt x="246806" y="102290"/>
                </a:lnTo>
                <a:lnTo>
                  <a:pt x="252354" y="99259"/>
                </a:lnTo>
                <a:lnTo>
                  <a:pt x="257390" y="96111"/>
                </a:lnTo>
                <a:lnTo>
                  <a:pt x="261863" y="92815"/>
                </a:lnTo>
                <a:lnTo>
                  <a:pt x="265789" y="89303"/>
                </a:lnTo>
                <a:lnTo>
                  <a:pt x="269118" y="85510"/>
                </a:lnTo>
                <a:lnTo>
                  <a:pt x="271786" y="81319"/>
                </a:lnTo>
                <a:lnTo>
                  <a:pt x="273475" y="76912"/>
                </a:lnTo>
                <a:lnTo>
                  <a:pt x="274005" y="74196"/>
                </a:lnTo>
                <a:lnTo>
                  <a:pt x="274138" y="72191"/>
                </a:lnTo>
                <a:lnTo>
                  <a:pt x="274237" y="70701"/>
                </a:lnTo>
                <a:lnTo>
                  <a:pt x="274104" y="71744"/>
                </a:lnTo>
                <a:lnTo>
                  <a:pt x="274386" y="70253"/>
                </a:lnTo>
                <a:lnTo>
                  <a:pt x="273989" y="71645"/>
                </a:lnTo>
                <a:lnTo>
                  <a:pt x="275131" y="68680"/>
                </a:lnTo>
                <a:lnTo>
                  <a:pt x="274386" y="70137"/>
                </a:lnTo>
                <a:lnTo>
                  <a:pt x="276258" y="67188"/>
                </a:lnTo>
                <a:lnTo>
                  <a:pt x="275497" y="68232"/>
                </a:lnTo>
                <a:lnTo>
                  <a:pt x="278064" y="65284"/>
                </a:lnTo>
                <a:lnTo>
                  <a:pt x="277368" y="65996"/>
                </a:lnTo>
                <a:lnTo>
                  <a:pt x="280615" y="63097"/>
                </a:lnTo>
                <a:lnTo>
                  <a:pt x="280019" y="63577"/>
                </a:lnTo>
                <a:lnTo>
                  <a:pt x="283927" y="60695"/>
                </a:lnTo>
                <a:lnTo>
                  <a:pt x="283414" y="61059"/>
                </a:lnTo>
                <a:lnTo>
                  <a:pt x="287953" y="58210"/>
                </a:lnTo>
                <a:lnTo>
                  <a:pt x="287522" y="58459"/>
                </a:lnTo>
                <a:lnTo>
                  <a:pt x="292674" y="55659"/>
                </a:lnTo>
                <a:lnTo>
                  <a:pt x="292309" y="55842"/>
                </a:lnTo>
                <a:lnTo>
                  <a:pt x="298041" y="53075"/>
                </a:lnTo>
                <a:lnTo>
                  <a:pt x="297727" y="53224"/>
                </a:lnTo>
                <a:lnTo>
                  <a:pt x="304038" y="50524"/>
                </a:lnTo>
                <a:lnTo>
                  <a:pt x="303757" y="50640"/>
                </a:lnTo>
                <a:lnTo>
                  <a:pt x="310597" y="47990"/>
                </a:lnTo>
                <a:lnTo>
                  <a:pt x="310349" y="48073"/>
                </a:lnTo>
                <a:lnTo>
                  <a:pt x="317688" y="45488"/>
                </a:lnTo>
                <a:lnTo>
                  <a:pt x="317472" y="45554"/>
                </a:lnTo>
                <a:lnTo>
                  <a:pt x="325307" y="43036"/>
                </a:lnTo>
                <a:lnTo>
                  <a:pt x="325110" y="43103"/>
                </a:lnTo>
                <a:lnTo>
                  <a:pt x="333408" y="40668"/>
                </a:lnTo>
                <a:lnTo>
                  <a:pt x="333143" y="40734"/>
                </a:lnTo>
                <a:lnTo>
                  <a:pt x="351034" y="36095"/>
                </a:lnTo>
                <a:lnTo>
                  <a:pt x="350735" y="36178"/>
                </a:lnTo>
                <a:lnTo>
                  <a:pt x="370166" y="31905"/>
                </a:lnTo>
                <a:lnTo>
                  <a:pt x="369901" y="31971"/>
                </a:lnTo>
                <a:lnTo>
                  <a:pt x="390707" y="28128"/>
                </a:lnTo>
                <a:lnTo>
                  <a:pt x="390459" y="28161"/>
                </a:lnTo>
                <a:lnTo>
                  <a:pt x="412424" y="24782"/>
                </a:lnTo>
                <a:lnTo>
                  <a:pt x="412191" y="24815"/>
                </a:lnTo>
                <a:lnTo>
                  <a:pt x="435152" y="21949"/>
                </a:lnTo>
                <a:lnTo>
                  <a:pt x="434919" y="21966"/>
                </a:lnTo>
                <a:lnTo>
                  <a:pt x="458641" y="19663"/>
                </a:lnTo>
                <a:lnTo>
                  <a:pt x="458425" y="19680"/>
                </a:lnTo>
                <a:lnTo>
                  <a:pt x="482727" y="17973"/>
                </a:lnTo>
                <a:lnTo>
                  <a:pt x="482562" y="17973"/>
                </a:lnTo>
                <a:lnTo>
                  <a:pt x="494870" y="17361"/>
                </a:lnTo>
                <a:lnTo>
                  <a:pt x="494770" y="17377"/>
                </a:lnTo>
                <a:lnTo>
                  <a:pt x="507144" y="16930"/>
                </a:lnTo>
                <a:lnTo>
                  <a:pt x="507028" y="16930"/>
                </a:lnTo>
                <a:lnTo>
                  <a:pt x="519468" y="16648"/>
                </a:lnTo>
                <a:lnTo>
                  <a:pt x="519353" y="16665"/>
                </a:lnTo>
                <a:lnTo>
                  <a:pt x="531809" y="16565"/>
                </a:lnTo>
                <a:lnTo>
                  <a:pt x="531677" y="0"/>
                </a:lnTo>
                <a:lnTo>
                  <a:pt x="519170" y="99"/>
                </a:lnTo>
                <a:lnTo>
                  <a:pt x="506614" y="365"/>
                </a:lnTo>
                <a:lnTo>
                  <a:pt x="494106" y="812"/>
                </a:lnTo>
                <a:lnTo>
                  <a:pt x="481650" y="1441"/>
                </a:lnTo>
                <a:lnTo>
                  <a:pt x="457150" y="3164"/>
                </a:lnTo>
                <a:lnTo>
                  <a:pt x="433196" y="5500"/>
                </a:lnTo>
                <a:lnTo>
                  <a:pt x="410022" y="8399"/>
                </a:lnTo>
                <a:lnTo>
                  <a:pt x="387825" y="11811"/>
                </a:lnTo>
                <a:lnTo>
                  <a:pt x="366754" y="15704"/>
                </a:lnTo>
                <a:lnTo>
                  <a:pt x="347025" y="20027"/>
                </a:lnTo>
                <a:lnTo>
                  <a:pt x="328869" y="24732"/>
                </a:lnTo>
                <a:lnTo>
                  <a:pt x="320338" y="27233"/>
                </a:lnTo>
                <a:lnTo>
                  <a:pt x="312304" y="29818"/>
                </a:lnTo>
                <a:lnTo>
                  <a:pt x="304717" y="32484"/>
                </a:lnTo>
                <a:lnTo>
                  <a:pt x="297627" y="35234"/>
                </a:lnTo>
                <a:lnTo>
                  <a:pt x="291035" y="38084"/>
                </a:lnTo>
                <a:lnTo>
                  <a:pt x="284939" y="40999"/>
                </a:lnTo>
                <a:lnTo>
                  <a:pt x="279389" y="44031"/>
                </a:lnTo>
                <a:lnTo>
                  <a:pt x="274353" y="47178"/>
                </a:lnTo>
                <a:lnTo>
                  <a:pt x="269881" y="50475"/>
                </a:lnTo>
                <a:lnTo>
                  <a:pt x="265955" y="53986"/>
                </a:lnTo>
                <a:lnTo>
                  <a:pt x="262609" y="57780"/>
                </a:lnTo>
                <a:lnTo>
                  <a:pt x="259959" y="61971"/>
                </a:lnTo>
                <a:lnTo>
                  <a:pt x="258268" y="66377"/>
                </a:lnTo>
                <a:lnTo>
                  <a:pt x="257738" y="69093"/>
                </a:lnTo>
                <a:lnTo>
                  <a:pt x="257606" y="71098"/>
                </a:lnTo>
                <a:lnTo>
                  <a:pt x="257506" y="72589"/>
                </a:lnTo>
                <a:lnTo>
                  <a:pt x="257639" y="71545"/>
                </a:lnTo>
                <a:lnTo>
                  <a:pt x="257357" y="73036"/>
                </a:lnTo>
                <a:lnTo>
                  <a:pt x="257754" y="71645"/>
                </a:lnTo>
                <a:lnTo>
                  <a:pt x="256612" y="74610"/>
                </a:lnTo>
                <a:lnTo>
                  <a:pt x="257357" y="73152"/>
                </a:lnTo>
                <a:lnTo>
                  <a:pt x="255486" y="76101"/>
                </a:lnTo>
                <a:lnTo>
                  <a:pt x="256247" y="75057"/>
                </a:lnTo>
                <a:lnTo>
                  <a:pt x="253680" y="78006"/>
                </a:lnTo>
                <a:lnTo>
                  <a:pt x="254376" y="77293"/>
                </a:lnTo>
                <a:lnTo>
                  <a:pt x="251129" y="80192"/>
                </a:lnTo>
                <a:lnTo>
                  <a:pt x="251726" y="79712"/>
                </a:lnTo>
                <a:lnTo>
                  <a:pt x="247815" y="82594"/>
                </a:lnTo>
                <a:lnTo>
                  <a:pt x="248329" y="82230"/>
                </a:lnTo>
                <a:lnTo>
                  <a:pt x="243791" y="85079"/>
                </a:lnTo>
                <a:lnTo>
                  <a:pt x="244222" y="84831"/>
                </a:lnTo>
                <a:lnTo>
                  <a:pt x="239069" y="87630"/>
                </a:lnTo>
                <a:lnTo>
                  <a:pt x="239434" y="87448"/>
                </a:lnTo>
                <a:lnTo>
                  <a:pt x="233685" y="90214"/>
                </a:lnTo>
                <a:lnTo>
                  <a:pt x="234016" y="90065"/>
                </a:lnTo>
                <a:lnTo>
                  <a:pt x="227705" y="92765"/>
                </a:lnTo>
                <a:lnTo>
                  <a:pt x="227987" y="92649"/>
                </a:lnTo>
                <a:lnTo>
                  <a:pt x="221146" y="95300"/>
                </a:lnTo>
                <a:lnTo>
                  <a:pt x="221394" y="95217"/>
                </a:lnTo>
                <a:lnTo>
                  <a:pt x="214055" y="97801"/>
                </a:lnTo>
                <a:lnTo>
                  <a:pt x="214271" y="97735"/>
                </a:lnTo>
                <a:lnTo>
                  <a:pt x="206436" y="100253"/>
                </a:lnTo>
                <a:lnTo>
                  <a:pt x="206634" y="100186"/>
                </a:lnTo>
                <a:lnTo>
                  <a:pt x="198335" y="102622"/>
                </a:lnTo>
                <a:lnTo>
                  <a:pt x="198600" y="102555"/>
                </a:lnTo>
                <a:lnTo>
                  <a:pt x="180709" y="107194"/>
                </a:lnTo>
                <a:lnTo>
                  <a:pt x="181008" y="107111"/>
                </a:lnTo>
                <a:lnTo>
                  <a:pt x="161578" y="111385"/>
                </a:lnTo>
                <a:lnTo>
                  <a:pt x="161842" y="111318"/>
                </a:lnTo>
                <a:lnTo>
                  <a:pt x="141037" y="115162"/>
                </a:lnTo>
                <a:lnTo>
                  <a:pt x="141285" y="115128"/>
                </a:lnTo>
                <a:lnTo>
                  <a:pt x="119303" y="118508"/>
                </a:lnTo>
                <a:lnTo>
                  <a:pt x="119534" y="118474"/>
                </a:lnTo>
                <a:lnTo>
                  <a:pt x="96592" y="121340"/>
                </a:lnTo>
                <a:lnTo>
                  <a:pt x="96823" y="121324"/>
                </a:lnTo>
                <a:lnTo>
                  <a:pt x="73102" y="123626"/>
                </a:lnTo>
                <a:lnTo>
                  <a:pt x="73533" y="123593"/>
                </a:lnTo>
                <a:lnTo>
                  <a:pt x="32733" y="125432"/>
                </a:lnTo>
                <a:lnTo>
                  <a:pt x="33478" y="141980"/>
                </a:lnTo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096CC952-C701-469F-9CC0-7CBD300F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9214" y="1431210"/>
            <a:ext cx="465202" cy="69856"/>
          </a:xfrm>
          <a:custGeom xmlns:a="http://schemas.openxmlformats.org/drawingml/2006/main">
            <a:pathLst>
              <a:path w="465202" h="69856">
                <a:moveTo>
                  <a:pt x="55328" y="63975"/>
                </a:moveTo>
                <a:lnTo>
                  <a:pt x="63975" y="31987"/>
                </a:lnTo>
                <a:lnTo>
                  <a:pt x="72606" y="0"/>
                </a:lnTo>
                <a:lnTo>
                  <a:pt x="0" y="14710"/>
                </a:lnTo>
                <a:lnTo>
                  <a:pt x="55328" y="63975"/>
                </a:lnTo>
                <a:moveTo>
                  <a:pt x="30033" y="31391"/>
                </a:moveTo>
                <a:lnTo>
                  <a:pt x="46118" y="35301"/>
                </a:lnTo>
                <a:lnTo>
                  <a:pt x="50044" y="19216"/>
                </a:lnTo>
                <a:lnTo>
                  <a:pt x="33942" y="15306"/>
                </a:lnTo>
                <a:lnTo>
                  <a:pt x="30033" y="31391"/>
                </a:lnTo>
                <a:moveTo>
                  <a:pt x="62219" y="39210"/>
                </a:moveTo>
                <a:lnTo>
                  <a:pt x="70021" y="41115"/>
                </a:lnTo>
                <a:lnTo>
                  <a:pt x="79596" y="42125"/>
                </a:lnTo>
                <a:lnTo>
                  <a:pt x="81353" y="25659"/>
                </a:lnTo>
                <a:lnTo>
                  <a:pt x="72308" y="24699"/>
                </a:lnTo>
                <a:lnTo>
                  <a:pt x="73384" y="24881"/>
                </a:lnTo>
                <a:lnTo>
                  <a:pt x="66129" y="23125"/>
                </a:lnTo>
                <a:lnTo>
                  <a:pt x="62219" y="39210"/>
                </a:lnTo>
                <a:moveTo>
                  <a:pt x="96228" y="43749"/>
                </a:moveTo>
                <a:lnTo>
                  <a:pt x="105355" y="44577"/>
                </a:lnTo>
                <a:lnTo>
                  <a:pt x="112859" y="45140"/>
                </a:lnTo>
                <a:lnTo>
                  <a:pt x="114102" y="28625"/>
                </a:lnTo>
                <a:lnTo>
                  <a:pt x="106664" y="28061"/>
                </a:lnTo>
                <a:lnTo>
                  <a:pt x="106780" y="28078"/>
                </a:lnTo>
                <a:lnTo>
                  <a:pt x="97702" y="27250"/>
                </a:lnTo>
                <a:lnTo>
                  <a:pt x="96228" y="43749"/>
                </a:lnTo>
                <a:moveTo>
                  <a:pt x="129491" y="46316"/>
                </a:moveTo>
                <a:lnTo>
                  <a:pt x="144217" y="47211"/>
                </a:lnTo>
                <a:lnTo>
                  <a:pt x="146139" y="47294"/>
                </a:lnTo>
                <a:lnTo>
                  <a:pt x="146933" y="30745"/>
                </a:lnTo>
                <a:lnTo>
                  <a:pt x="145046" y="30662"/>
                </a:lnTo>
                <a:lnTo>
                  <a:pt x="145161" y="30662"/>
                </a:lnTo>
                <a:lnTo>
                  <a:pt x="130501" y="29784"/>
                </a:lnTo>
                <a:lnTo>
                  <a:pt x="129491" y="46316"/>
                </a:lnTo>
                <a:moveTo>
                  <a:pt x="162687" y="48089"/>
                </a:moveTo>
                <a:lnTo>
                  <a:pt x="164725" y="48171"/>
                </a:lnTo>
                <a:lnTo>
                  <a:pt x="179352" y="48685"/>
                </a:lnTo>
                <a:lnTo>
                  <a:pt x="179916" y="32120"/>
                </a:lnTo>
                <a:lnTo>
                  <a:pt x="165338" y="31623"/>
                </a:lnTo>
                <a:lnTo>
                  <a:pt x="165453" y="31623"/>
                </a:lnTo>
                <a:lnTo>
                  <a:pt x="163466" y="31540"/>
                </a:lnTo>
                <a:lnTo>
                  <a:pt x="162687" y="48089"/>
                </a:lnTo>
                <a:moveTo>
                  <a:pt x="196017" y="49116"/>
                </a:moveTo>
                <a:lnTo>
                  <a:pt x="207082" y="49348"/>
                </a:lnTo>
                <a:lnTo>
                  <a:pt x="212698" y="49381"/>
                </a:lnTo>
                <a:lnTo>
                  <a:pt x="212813" y="32816"/>
                </a:lnTo>
                <a:lnTo>
                  <a:pt x="207247" y="32783"/>
                </a:lnTo>
                <a:lnTo>
                  <a:pt x="207364" y="32783"/>
                </a:lnTo>
                <a:lnTo>
                  <a:pt x="196364" y="32551"/>
                </a:lnTo>
                <a:lnTo>
                  <a:pt x="196017" y="49116"/>
                </a:lnTo>
                <a:moveTo>
                  <a:pt x="229264" y="49497"/>
                </a:moveTo>
                <a:lnTo>
                  <a:pt x="245829" y="49613"/>
                </a:lnTo>
                <a:lnTo>
                  <a:pt x="245944" y="33048"/>
                </a:lnTo>
                <a:lnTo>
                  <a:pt x="229379" y="32932"/>
                </a:lnTo>
                <a:lnTo>
                  <a:pt x="229264" y="49497"/>
                </a:lnTo>
                <a:moveTo>
                  <a:pt x="262277" y="49911"/>
                </a:moveTo>
                <a:lnTo>
                  <a:pt x="271074" y="50093"/>
                </a:lnTo>
                <a:lnTo>
                  <a:pt x="270958" y="50093"/>
                </a:lnTo>
                <a:lnTo>
                  <a:pt x="278727" y="50358"/>
                </a:lnTo>
                <a:lnTo>
                  <a:pt x="279290" y="33793"/>
                </a:lnTo>
                <a:lnTo>
                  <a:pt x="271471" y="33528"/>
                </a:lnTo>
                <a:lnTo>
                  <a:pt x="262625" y="33346"/>
                </a:lnTo>
                <a:lnTo>
                  <a:pt x="262277" y="49911"/>
                </a:lnTo>
                <a:moveTo>
                  <a:pt x="295176" y="50955"/>
                </a:moveTo>
                <a:lnTo>
                  <a:pt x="311725" y="51750"/>
                </a:lnTo>
                <a:lnTo>
                  <a:pt x="312503" y="35201"/>
                </a:lnTo>
                <a:lnTo>
                  <a:pt x="295955" y="34406"/>
                </a:lnTo>
                <a:lnTo>
                  <a:pt x="295176" y="50955"/>
                </a:lnTo>
                <a:moveTo>
                  <a:pt x="328141" y="52744"/>
                </a:moveTo>
                <a:lnTo>
                  <a:pt x="331768" y="52959"/>
                </a:lnTo>
                <a:lnTo>
                  <a:pt x="331652" y="52959"/>
                </a:lnTo>
                <a:lnTo>
                  <a:pt x="344540" y="53920"/>
                </a:lnTo>
                <a:lnTo>
                  <a:pt x="345783" y="37404"/>
                </a:lnTo>
                <a:lnTo>
                  <a:pt x="332828" y="36427"/>
                </a:lnTo>
                <a:lnTo>
                  <a:pt x="329151" y="36211"/>
                </a:lnTo>
                <a:lnTo>
                  <a:pt x="328141" y="52744"/>
                </a:lnTo>
                <a:moveTo>
                  <a:pt x="360923" y="55295"/>
                </a:moveTo>
                <a:lnTo>
                  <a:pt x="368311" y="55957"/>
                </a:lnTo>
                <a:lnTo>
                  <a:pt x="368162" y="55957"/>
                </a:lnTo>
                <a:lnTo>
                  <a:pt x="377273" y="56918"/>
                </a:lnTo>
                <a:lnTo>
                  <a:pt x="379029" y="40452"/>
                </a:lnTo>
                <a:lnTo>
                  <a:pt x="369852" y="39475"/>
                </a:lnTo>
                <a:lnTo>
                  <a:pt x="362414" y="38796"/>
                </a:lnTo>
                <a:lnTo>
                  <a:pt x="360923" y="55295"/>
                </a:lnTo>
                <a:moveTo>
                  <a:pt x="393572" y="58823"/>
                </a:moveTo>
                <a:lnTo>
                  <a:pt x="400101" y="59651"/>
                </a:lnTo>
                <a:lnTo>
                  <a:pt x="399918" y="59618"/>
                </a:lnTo>
                <a:lnTo>
                  <a:pt x="409791" y="61109"/>
                </a:lnTo>
                <a:lnTo>
                  <a:pt x="412242" y="44726"/>
                </a:lnTo>
                <a:lnTo>
                  <a:pt x="402270" y="43235"/>
                </a:lnTo>
                <a:lnTo>
                  <a:pt x="395644" y="42390"/>
                </a:lnTo>
                <a:lnTo>
                  <a:pt x="393572" y="58823"/>
                </a:lnTo>
                <a:moveTo>
                  <a:pt x="425545" y="63809"/>
                </a:moveTo>
                <a:lnTo>
                  <a:pt x="435765" y="66078"/>
                </a:lnTo>
                <a:lnTo>
                  <a:pt x="435301" y="65963"/>
                </a:lnTo>
                <a:lnTo>
                  <a:pt x="441166" y="67619"/>
                </a:lnTo>
                <a:lnTo>
                  <a:pt x="445688" y="51684"/>
                </a:lnTo>
                <a:lnTo>
                  <a:pt x="439575" y="49944"/>
                </a:lnTo>
                <a:lnTo>
                  <a:pt x="429123" y="47642"/>
                </a:lnTo>
                <a:lnTo>
                  <a:pt x="425545" y="63809"/>
                </a:lnTo>
                <a:moveTo>
                  <a:pt x="449183" y="69789"/>
                </a:moveTo>
                <a:lnTo>
                  <a:pt x="449199" y="69856"/>
                </a:lnTo>
                <a:lnTo>
                  <a:pt x="465202" y="65582"/>
                </a:lnTo>
                <a:lnTo>
                  <a:pt x="465184" y="65515"/>
                </a:lnTo>
                <a:lnTo>
                  <a:pt x="449183" y="69789"/>
                </a:lnTo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AD22D616-3F15-42EB-AAC1-0F6B5B88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2888" y="1438482"/>
            <a:ext cx="342352" cy="61805"/>
          </a:xfrm>
          <a:custGeom xmlns:a="http://schemas.openxmlformats.org/drawingml/2006/main">
            <a:pathLst>
              <a:path w="342352" h="61805">
                <a:moveTo>
                  <a:pt x="292475" y="61805"/>
                </a:moveTo>
                <a:lnTo>
                  <a:pt x="280547" y="30894"/>
                </a:lnTo>
                <a:lnTo>
                  <a:pt x="268604" y="0"/>
                </a:lnTo>
                <a:lnTo>
                  <a:pt x="342352" y="7023"/>
                </a:lnTo>
                <a:lnTo>
                  <a:pt x="292475" y="61805"/>
                </a:lnTo>
                <a:moveTo>
                  <a:pt x="314324" y="26719"/>
                </a:moveTo>
                <a:lnTo>
                  <a:pt x="298803" y="32501"/>
                </a:lnTo>
                <a:lnTo>
                  <a:pt x="293039" y="16962"/>
                </a:lnTo>
                <a:lnTo>
                  <a:pt x="308559" y="11198"/>
                </a:lnTo>
                <a:lnTo>
                  <a:pt x="314324" y="26719"/>
                </a:lnTo>
                <a:moveTo>
                  <a:pt x="283280" y="38266"/>
                </a:moveTo>
                <a:lnTo>
                  <a:pt x="279984" y="39491"/>
                </a:lnTo>
                <a:lnTo>
                  <a:pt x="265557" y="41910"/>
                </a:lnTo>
                <a:lnTo>
                  <a:pt x="262807" y="25576"/>
                </a:lnTo>
                <a:lnTo>
                  <a:pt x="276473" y="23274"/>
                </a:lnTo>
                <a:lnTo>
                  <a:pt x="274948" y="23688"/>
                </a:lnTo>
                <a:lnTo>
                  <a:pt x="277500" y="22727"/>
                </a:lnTo>
                <a:lnTo>
                  <a:pt x="283280" y="38266"/>
                </a:lnTo>
                <a:moveTo>
                  <a:pt x="248974" y="44461"/>
                </a:moveTo>
                <a:lnTo>
                  <a:pt x="234198" y="46548"/>
                </a:lnTo>
                <a:lnTo>
                  <a:pt x="232393" y="46763"/>
                </a:lnTo>
                <a:lnTo>
                  <a:pt x="230422" y="30331"/>
                </a:lnTo>
                <a:lnTo>
                  <a:pt x="232144" y="30115"/>
                </a:lnTo>
                <a:lnTo>
                  <a:pt x="231962" y="30149"/>
                </a:lnTo>
                <a:lnTo>
                  <a:pt x="246655" y="28061"/>
                </a:lnTo>
                <a:lnTo>
                  <a:pt x="248974" y="44461"/>
                </a:lnTo>
                <a:moveTo>
                  <a:pt x="215943" y="48751"/>
                </a:moveTo>
                <a:lnTo>
                  <a:pt x="208472" y="49646"/>
                </a:lnTo>
                <a:lnTo>
                  <a:pt x="199328" y="50557"/>
                </a:lnTo>
                <a:lnTo>
                  <a:pt x="197672" y="34075"/>
                </a:lnTo>
                <a:lnTo>
                  <a:pt x="206733" y="33163"/>
                </a:lnTo>
                <a:lnTo>
                  <a:pt x="206584" y="33180"/>
                </a:lnTo>
                <a:lnTo>
                  <a:pt x="213972" y="32302"/>
                </a:lnTo>
                <a:lnTo>
                  <a:pt x="215943" y="48751"/>
                </a:lnTo>
                <a:moveTo>
                  <a:pt x="182846" y="52230"/>
                </a:moveTo>
                <a:lnTo>
                  <a:pt x="180974" y="52412"/>
                </a:lnTo>
                <a:lnTo>
                  <a:pt x="166198" y="53654"/>
                </a:lnTo>
                <a:lnTo>
                  <a:pt x="164822" y="37155"/>
                </a:lnTo>
                <a:lnTo>
                  <a:pt x="179516" y="35913"/>
                </a:lnTo>
                <a:lnTo>
                  <a:pt x="179384" y="35930"/>
                </a:lnTo>
                <a:lnTo>
                  <a:pt x="181190" y="35748"/>
                </a:lnTo>
                <a:lnTo>
                  <a:pt x="182846" y="52230"/>
                </a:lnTo>
                <a:moveTo>
                  <a:pt x="149567" y="55029"/>
                </a:moveTo>
                <a:lnTo>
                  <a:pt x="133035" y="56156"/>
                </a:lnTo>
                <a:lnTo>
                  <a:pt x="131907" y="39624"/>
                </a:lnTo>
                <a:lnTo>
                  <a:pt x="148440" y="38497"/>
                </a:lnTo>
                <a:lnTo>
                  <a:pt x="149567" y="55029"/>
                </a:lnTo>
                <a:moveTo>
                  <a:pt x="116387" y="57216"/>
                </a:moveTo>
                <a:lnTo>
                  <a:pt x="99838" y="58094"/>
                </a:lnTo>
                <a:lnTo>
                  <a:pt x="98960" y="41545"/>
                </a:lnTo>
                <a:lnTo>
                  <a:pt x="115508" y="40668"/>
                </a:lnTo>
                <a:lnTo>
                  <a:pt x="116387" y="57216"/>
                </a:lnTo>
                <a:moveTo>
                  <a:pt x="83173" y="58873"/>
                </a:moveTo>
                <a:lnTo>
                  <a:pt x="66625" y="59518"/>
                </a:lnTo>
                <a:lnTo>
                  <a:pt x="65979" y="42953"/>
                </a:lnTo>
                <a:lnTo>
                  <a:pt x="82544" y="42324"/>
                </a:lnTo>
                <a:lnTo>
                  <a:pt x="83173" y="58873"/>
                </a:lnTo>
                <a:moveTo>
                  <a:pt x="49943" y="60032"/>
                </a:moveTo>
                <a:lnTo>
                  <a:pt x="33377" y="60413"/>
                </a:lnTo>
                <a:lnTo>
                  <a:pt x="32998" y="43864"/>
                </a:lnTo>
                <a:lnTo>
                  <a:pt x="49546" y="43467"/>
                </a:lnTo>
                <a:lnTo>
                  <a:pt x="49943" y="60032"/>
                </a:lnTo>
                <a:moveTo>
                  <a:pt x="16680" y="60678"/>
                </a:moveTo>
                <a:lnTo>
                  <a:pt x="132" y="60794"/>
                </a:lnTo>
                <a:lnTo>
                  <a:pt x="0" y="44246"/>
                </a:lnTo>
                <a:lnTo>
                  <a:pt x="16564" y="44113"/>
                </a:lnTo>
                <a:lnTo>
                  <a:pt x="16680" y="60678"/>
                </a:lnTo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3C32F76F-D272-4350-ABF6-87581310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6693" y="1307948"/>
            <a:ext cx="428194" cy="143570"/>
          </a:xfrm>
          <a:custGeom xmlns:a="http://schemas.openxmlformats.org/drawingml/2006/main">
            <a:pathLst>
              <a:path w="428194" h="143570">
                <a:moveTo>
                  <a:pt x="362878" y="77343"/>
                </a:moveTo>
                <a:lnTo>
                  <a:pt x="361966" y="110456"/>
                </a:lnTo>
                <a:lnTo>
                  <a:pt x="361038" y="143570"/>
                </a:lnTo>
                <a:lnTo>
                  <a:pt x="428194" y="112295"/>
                </a:lnTo>
                <a:lnTo>
                  <a:pt x="362878" y="77343"/>
                </a:lnTo>
                <a:moveTo>
                  <a:pt x="0" y="961"/>
                </a:moveTo>
                <a:lnTo>
                  <a:pt x="182" y="4058"/>
                </a:lnTo>
                <a:lnTo>
                  <a:pt x="794" y="7587"/>
                </a:lnTo>
                <a:lnTo>
                  <a:pt x="1789" y="11032"/>
                </a:lnTo>
                <a:lnTo>
                  <a:pt x="3131" y="14378"/>
                </a:lnTo>
                <a:lnTo>
                  <a:pt x="4803" y="17642"/>
                </a:lnTo>
                <a:lnTo>
                  <a:pt x="6758" y="20806"/>
                </a:lnTo>
                <a:lnTo>
                  <a:pt x="9012" y="23870"/>
                </a:lnTo>
                <a:lnTo>
                  <a:pt x="11596" y="26935"/>
                </a:lnTo>
                <a:lnTo>
                  <a:pt x="17277" y="32617"/>
                </a:lnTo>
                <a:lnTo>
                  <a:pt x="24019" y="38166"/>
                </a:lnTo>
                <a:lnTo>
                  <a:pt x="31672" y="43517"/>
                </a:lnTo>
                <a:lnTo>
                  <a:pt x="40237" y="48735"/>
                </a:lnTo>
                <a:lnTo>
                  <a:pt x="49663" y="53787"/>
                </a:lnTo>
                <a:lnTo>
                  <a:pt x="59933" y="58724"/>
                </a:lnTo>
                <a:lnTo>
                  <a:pt x="70999" y="63527"/>
                </a:lnTo>
                <a:lnTo>
                  <a:pt x="82859" y="68182"/>
                </a:lnTo>
                <a:lnTo>
                  <a:pt x="95448" y="72705"/>
                </a:lnTo>
                <a:lnTo>
                  <a:pt x="108750" y="77078"/>
                </a:lnTo>
                <a:lnTo>
                  <a:pt x="122732" y="81302"/>
                </a:lnTo>
                <a:lnTo>
                  <a:pt x="137358" y="85360"/>
                </a:lnTo>
                <a:lnTo>
                  <a:pt x="152583" y="89253"/>
                </a:lnTo>
                <a:lnTo>
                  <a:pt x="168385" y="92947"/>
                </a:lnTo>
                <a:lnTo>
                  <a:pt x="184702" y="96476"/>
                </a:lnTo>
                <a:lnTo>
                  <a:pt x="201515" y="99788"/>
                </a:lnTo>
                <a:lnTo>
                  <a:pt x="218793" y="102903"/>
                </a:lnTo>
                <a:lnTo>
                  <a:pt x="236485" y="105802"/>
                </a:lnTo>
                <a:lnTo>
                  <a:pt x="254558" y="108469"/>
                </a:lnTo>
                <a:lnTo>
                  <a:pt x="272978" y="110904"/>
                </a:lnTo>
                <a:lnTo>
                  <a:pt x="291713" y="113090"/>
                </a:lnTo>
                <a:lnTo>
                  <a:pt x="310696" y="115012"/>
                </a:lnTo>
                <a:lnTo>
                  <a:pt x="329929" y="116668"/>
                </a:lnTo>
                <a:lnTo>
                  <a:pt x="349426" y="118060"/>
                </a:lnTo>
                <a:lnTo>
                  <a:pt x="394782" y="119650"/>
                </a:lnTo>
                <a:lnTo>
                  <a:pt x="395362" y="103102"/>
                </a:lnTo>
                <a:lnTo>
                  <a:pt x="350155" y="101512"/>
                </a:lnTo>
                <a:lnTo>
                  <a:pt x="350454" y="101528"/>
                </a:lnTo>
                <a:lnTo>
                  <a:pt x="331154" y="100153"/>
                </a:lnTo>
                <a:lnTo>
                  <a:pt x="331287" y="100169"/>
                </a:lnTo>
                <a:lnTo>
                  <a:pt x="312189" y="98513"/>
                </a:lnTo>
                <a:lnTo>
                  <a:pt x="312304" y="98530"/>
                </a:lnTo>
                <a:lnTo>
                  <a:pt x="293436" y="96608"/>
                </a:lnTo>
                <a:lnTo>
                  <a:pt x="293569" y="96625"/>
                </a:lnTo>
                <a:lnTo>
                  <a:pt x="274966" y="94455"/>
                </a:lnTo>
                <a:lnTo>
                  <a:pt x="275081" y="94471"/>
                </a:lnTo>
                <a:lnTo>
                  <a:pt x="256794" y="92053"/>
                </a:lnTo>
                <a:lnTo>
                  <a:pt x="256909" y="92086"/>
                </a:lnTo>
                <a:lnTo>
                  <a:pt x="238969" y="89436"/>
                </a:lnTo>
                <a:lnTo>
                  <a:pt x="239102" y="89452"/>
                </a:lnTo>
                <a:lnTo>
                  <a:pt x="221526" y="86570"/>
                </a:lnTo>
                <a:lnTo>
                  <a:pt x="221659" y="86603"/>
                </a:lnTo>
                <a:lnTo>
                  <a:pt x="204531" y="83505"/>
                </a:lnTo>
                <a:lnTo>
                  <a:pt x="204663" y="83538"/>
                </a:lnTo>
                <a:lnTo>
                  <a:pt x="187981" y="80242"/>
                </a:lnTo>
                <a:lnTo>
                  <a:pt x="188131" y="80258"/>
                </a:lnTo>
                <a:lnTo>
                  <a:pt x="171947" y="76780"/>
                </a:lnTo>
                <a:lnTo>
                  <a:pt x="172095" y="76813"/>
                </a:lnTo>
                <a:lnTo>
                  <a:pt x="156459" y="73135"/>
                </a:lnTo>
                <a:lnTo>
                  <a:pt x="156607" y="73168"/>
                </a:lnTo>
                <a:lnTo>
                  <a:pt x="141549" y="69325"/>
                </a:lnTo>
                <a:lnTo>
                  <a:pt x="141715" y="69375"/>
                </a:lnTo>
                <a:lnTo>
                  <a:pt x="127254" y="65366"/>
                </a:lnTo>
                <a:lnTo>
                  <a:pt x="127436" y="65416"/>
                </a:lnTo>
                <a:lnTo>
                  <a:pt x="113637" y="61241"/>
                </a:lnTo>
                <a:lnTo>
                  <a:pt x="113836" y="61308"/>
                </a:lnTo>
                <a:lnTo>
                  <a:pt x="100733" y="57001"/>
                </a:lnTo>
                <a:lnTo>
                  <a:pt x="100948" y="57067"/>
                </a:lnTo>
                <a:lnTo>
                  <a:pt x="88574" y="52628"/>
                </a:lnTo>
                <a:lnTo>
                  <a:pt x="88805" y="52727"/>
                </a:lnTo>
                <a:lnTo>
                  <a:pt x="77194" y="48155"/>
                </a:lnTo>
                <a:lnTo>
                  <a:pt x="77458" y="48271"/>
                </a:lnTo>
                <a:lnTo>
                  <a:pt x="66658" y="43583"/>
                </a:lnTo>
                <a:lnTo>
                  <a:pt x="66956" y="43715"/>
                </a:lnTo>
                <a:lnTo>
                  <a:pt x="57001" y="38944"/>
                </a:lnTo>
                <a:lnTo>
                  <a:pt x="57332" y="39110"/>
                </a:lnTo>
                <a:lnTo>
                  <a:pt x="48271" y="34240"/>
                </a:lnTo>
                <a:lnTo>
                  <a:pt x="48652" y="34455"/>
                </a:lnTo>
                <a:lnTo>
                  <a:pt x="40518" y="29502"/>
                </a:lnTo>
                <a:lnTo>
                  <a:pt x="40949" y="29801"/>
                </a:lnTo>
                <a:lnTo>
                  <a:pt x="33777" y="24765"/>
                </a:lnTo>
                <a:lnTo>
                  <a:pt x="34290" y="25162"/>
                </a:lnTo>
                <a:lnTo>
                  <a:pt x="28110" y="20077"/>
                </a:lnTo>
                <a:lnTo>
                  <a:pt x="28691" y="20607"/>
                </a:lnTo>
                <a:lnTo>
                  <a:pt x="23556" y="15472"/>
                </a:lnTo>
                <a:lnTo>
                  <a:pt x="24036" y="16002"/>
                </a:lnTo>
                <a:lnTo>
                  <a:pt x="21866" y="13418"/>
                </a:lnTo>
                <a:lnTo>
                  <a:pt x="22214" y="13865"/>
                </a:lnTo>
                <a:lnTo>
                  <a:pt x="20309" y="11264"/>
                </a:lnTo>
                <a:lnTo>
                  <a:pt x="20657" y="11778"/>
                </a:lnTo>
                <a:lnTo>
                  <a:pt x="19050" y="9177"/>
                </a:lnTo>
                <a:lnTo>
                  <a:pt x="19381" y="9790"/>
                </a:lnTo>
                <a:lnTo>
                  <a:pt x="18039" y="7173"/>
                </a:lnTo>
                <a:lnTo>
                  <a:pt x="18371" y="7868"/>
                </a:lnTo>
                <a:lnTo>
                  <a:pt x="17310" y="5251"/>
                </a:lnTo>
                <a:lnTo>
                  <a:pt x="17593" y="6046"/>
                </a:lnTo>
                <a:lnTo>
                  <a:pt x="16830" y="3429"/>
                </a:lnTo>
                <a:lnTo>
                  <a:pt x="17029" y="4307"/>
                </a:lnTo>
                <a:lnTo>
                  <a:pt x="16581" y="1673"/>
                </a:lnTo>
                <a:lnTo>
                  <a:pt x="16680" y="2617"/>
                </a:lnTo>
                <a:lnTo>
                  <a:pt x="16532" y="0"/>
                </a:lnTo>
                <a:lnTo>
                  <a:pt x="0" y="961"/>
                </a:lnTo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4999784B-0C3A-4480-9923-48CEC4FC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1563" y="1168452"/>
            <a:ext cx="71230" cy="70402"/>
          </a:xfrm>
          <a:custGeom xmlns:a="http://schemas.openxmlformats.org/drawingml/2006/main">
            <a:pathLst>
              <a:path w="71230" h="70402">
                <a:moveTo>
                  <a:pt x="0" y="35450"/>
                </a:moveTo>
                <a:cubicBezTo>
                  <a:pt x="828" y="15753"/>
                  <a:pt x="16581" y="0"/>
                  <a:pt x="36029" y="0"/>
                </a:cubicBezTo>
                <a:cubicBezTo>
                  <a:pt x="55477" y="0"/>
                  <a:pt x="71230" y="15753"/>
                  <a:pt x="71230" y="35201"/>
                </a:cubicBezTo>
                <a:cubicBezTo>
                  <a:pt x="71230" y="54649"/>
                  <a:pt x="55477" y="70402"/>
                  <a:pt x="36029" y="70402"/>
                </a:cubicBezTo>
                <a:cubicBezTo>
                  <a:pt x="16581" y="70402"/>
                  <a:pt x="828" y="54649"/>
                  <a:pt x="0" y="35450"/>
                </a:cubicBez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EC875DAB-F3B8-442C-AF78-ACF757E3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092" y="1160153"/>
            <a:ext cx="87001" cy="87000"/>
          </a:xfrm>
          <a:custGeom xmlns:a="http://schemas.openxmlformats.org/drawingml/2006/main">
            <a:pathLst>
              <a:path w="87001" h="87000">
                <a:moveTo>
                  <a:pt x="232" y="39061"/>
                </a:moveTo>
                <a:lnTo>
                  <a:pt x="895" y="34754"/>
                </a:lnTo>
                <a:lnTo>
                  <a:pt x="1954" y="30579"/>
                </a:lnTo>
                <a:lnTo>
                  <a:pt x="3429" y="26571"/>
                </a:lnTo>
                <a:lnTo>
                  <a:pt x="5268" y="22761"/>
                </a:lnTo>
                <a:lnTo>
                  <a:pt x="7438" y="19182"/>
                </a:lnTo>
                <a:lnTo>
                  <a:pt x="9939" y="15836"/>
                </a:lnTo>
                <a:lnTo>
                  <a:pt x="12739" y="12739"/>
                </a:lnTo>
                <a:lnTo>
                  <a:pt x="15836" y="9939"/>
                </a:lnTo>
                <a:lnTo>
                  <a:pt x="19182" y="7438"/>
                </a:lnTo>
                <a:lnTo>
                  <a:pt x="22760" y="5268"/>
                </a:lnTo>
                <a:lnTo>
                  <a:pt x="26571" y="3429"/>
                </a:lnTo>
                <a:lnTo>
                  <a:pt x="30580" y="1955"/>
                </a:lnTo>
                <a:lnTo>
                  <a:pt x="34737" y="894"/>
                </a:lnTo>
                <a:lnTo>
                  <a:pt x="39060" y="232"/>
                </a:lnTo>
                <a:lnTo>
                  <a:pt x="43500" y="0"/>
                </a:lnTo>
                <a:lnTo>
                  <a:pt x="47940" y="232"/>
                </a:lnTo>
                <a:lnTo>
                  <a:pt x="52247" y="894"/>
                </a:lnTo>
                <a:lnTo>
                  <a:pt x="56421" y="1955"/>
                </a:lnTo>
                <a:lnTo>
                  <a:pt x="60430" y="3429"/>
                </a:lnTo>
                <a:lnTo>
                  <a:pt x="64240" y="5268"/>
                </a:lnTo>
                <a:lnTo>
                  <a:pt x="67818" y="7438"/>
                </a:lnTo>
                <a:lnTo>
                  <a:pt x="71164" y="9939"/>
                </a:lnTo>
                <a:lnTo>
                  <a:pt x="74261" y="12739"/>
                </a:lnTo>
                <a:lnTo>
                  <a:pt x="77061" y="15836"/>
                </a:lnTo>
                <a:lnTo>
                  <a:pt x="79562" y="19182"/>
                </a:lnTo>
                <a:lnTo>
                  <a:pt x="81732" y="22761"/>
                </a:lnTo>
                <a:lnTo>
                  <a:pt x="83571" y="26571"/>
                </a:lnTo>
                <a:lnTo>
                  <a:pt x="85029" y="30579"/>
                </a:lnTo>
                <a:lnTo>
                  <a:pt x="86106" y="34754"/>
                </a:lnTo>
                <a:lnTo>
                  <a:pt x="86768" y="39061"/>
                </a:lnTo>
                <a:lnTo>
                  <a:pt x="87001" y="43500"/>
                </a:lnTo>
                <a:lnTo>
                  <a:pt x="86768" y="47940"/>
                </a:lnTo>
                <a:lnTo>
                  <a:pt x="86106" y="52247"/>
                </a:lnTo>
                <a:lnTo>
                  <a:pt x="85029" y="56421"/>
                </a:lnTo>
                <a:lnTo>
                  <a:pt x="83571" y="60430"/>
                </a:lnTo>
                <a:lnTo>
                  <a:pt x="81732" y="64240"/>
                </a:lnTo>
                <a:lnTo>
                  <a:pt x="79562" y="67818"/>
                </a:lnTo>
                <a:lnTo>
                  <a:pt x="77061" y="71164"/>
                </a:lnTo>
                <a:lnTo>
                  <a:pt x="74261" y="74262"/>
                </a:lnTo>
                <a:lnTo>
                  <a:pt x="71164" y="77061"/>
                </a:lnTo>
                <a:lnTo>
                  <a:pt x="67818" y="79563"/>
                </a:lnTo>
                <a:lnTo>
                  <a:pt x="64240" y="81733"/>
                </a:lnTo>
                <a:lnTo>
                  <a:pt x="60430" y="83571"/>
                </a:lnTo>
                <a:lnTo>
                  <a:pt x="56421" y="85046"/>
                </a:lnTo>
                <a:lnTo>
                  <a:pt x="52247" y="86106"/>
                </a:lnTo>
                <a:lnTo>
                  <a:pt x="47940" y="86769"/>
                </a:lnTo>
                <a:lnTo>
                  <a:pt x="43500" y="87000"/>
                </a:lnTo>
                <a:lnTo>
                  <a:pt x="39060" y="86769"/>
                </a:lnTo>
                <a:lnTo>
                  <a:pt x="34737" y="86106"/>
                </a:lnTo>
                <a:lnTo>
                  <a:pt x="30580" y="85046"/>
                </a:lnTo>
                <a:lnTo>
                  <a:pt x="26571" y="83571"/>
                </a:lnTo>
                <a:lnTo>
                  <a:pt x="22760" y="81733"/>
                </a:lnTo>
                <a:lnTo>
                  <a:pt x="19182" y="79563"/>
                </a:lnTo>
                <a:lnTo>
                  <a:pt x="15836" y="77061"/>
                </a:lnTo>
                <a:lnTo>
                  <a:pt x="12739" y="74262"/>
                </a:lnTo>
                <a:lnTo>
                  <a:pt x="9939" y="71164"/>
                </a:lnTo>
                <a:lnTo>
                  <a:pt x="7438" y="67818"/>
                </a:lnTo>
                <a:lnTo>
                  <a:pt x="5268" y="64240"/>
                </a:lnTo>
                <a:lnTo>
                  <a:pt x="3429" y="60430"/>
                </a:lnTo>
                <a:lnTo>
                  <a:pt x="1954" y="56421"/>
                </a:lnTo>
                <a:lnTo>
                  <a:pt x="895" y="52247"/>
                </a:lnTo>
                <a:lnTo>
                  <a:pt x="232" y="47940"/>
                </a:lnTo>
                <a:lnTo>
                  <a:pt x="0" y="43500"/>
                </a:lnTo>
                <a:lnTo>
                  <a:pt x="232" y="39061"/>
                </a:lnTo>
                <a:moveTo>
                  <a:pt x="16565" y="43914"/>
                </a:moveTo>
                <a:lnTo>
                  <a:pt x="16565" y="43086"/>
                </a:lnTo>
                <a:lnTo>
                  <a:pt x="16748" y="46681"/>
                </a:lnTo>
                <a:lnTo>
                  <a:pt x="16665" y="45853"/>
                </a:lnTo>
                <a:lnTo>
                  <a:pt x="17194" y="49348"/>
                </a:lnTo>
                <a:lnTo>
                  <a:pt x="17029" y="48536"/>
                </a:lnTo>
                <a:lnTo>
                  <a:pt x="17907" y="51899"/>
                </a:lnTo>
                <a:lnTo>
                  <a:pt x="17658" y="51120"/>
                </a:lnTo>
                <a:lnTo>
                  <a:pt x="18851" y="54350"/>
                </a:lnTo>
                <a:lnTo>
                  <a:pt x="18520" y="53605"/>
                </a:lnTo>
                <a:lnTo>
                  <a:pt x="20011" y="56686"/>
                </a:lnTo>
                <a:lnTo>
                  <a:pt x="19630" y="55974"/>
                </a:lnTo>
                <a:lnTo>
                  <a:pt x="21386" y="58889"/>
                </a:lnTo>
                <a:lnTo>
                  <a:pt x="20938" y="58227"/>
                </a:lnTo>
                <a:lnTo>
                  <a:pt x="22976" y="60927"/>
                </a:lnTo>
                <a:lnTo>
                  <a:pt x="22463" y="60314"/>
                </a:lnTo>
                <a:lnTo>
                  <a:pt x="24732" y="62815"/>
                </a:lnTo>
                <a:lnTo>
                  <a:pt x="24184" y="62269"/>
                </a:lnTo>
                <a:lnTo>
                  <a:pt x="26686" y="64538"/>
                </a:lnTo>
                <a:lnTo>
                  <a:pt x="26073" y="64025"/>
                </a:lnTo>
                <a:lnTo>
                  <a:pt x="28774" y="66062"/>
                </a:lnTo>
                <a:lnTo>
                  <a:pt x="28110" y="65615"/>
                </a:lnTo>
                <a:lnTo>
                  <a:pt x="31026" y="67371"/>
                </a:lnTo>
                <a:lnTo>
                  <a:pt x="30315" y="66990"/>
                </a:lnTo>
                <a:lnTo>
                  <a:pt x="33396" y="68481"/>
                </a:lnTo>
                <a:lnTo>
                  <a:pt x="32650" y="68149"/>
                </a:lnTo>
                <a:lnTo>
                  <a:pt x="35881" y="69342"/>
                </a:lnTo>
                <a:lnTo>
                  <a:pt x="35102" y="69093"/>
                </a:lnTo>
                <a:lnTo>
                  <a:pt x="38464" y="69972"/>
                </a:lnTo>
                <a:lnTo>
                  <a:pt x="37653" y="69806"/>
                </a:lnTo>
                <a:lnTo>
                  <a:pt x="41148" y="70336"/>
                </a:lnTo>
                <a:lnTo>
                  <a:pt x="40319" y="70253"/>
                </a:lnTo>
                <a:lnTo>
                  <a:pt x="43914" y="70435"/>
                </a:lnTo>
                <a:lnTo>
                  <a:pt x="43087" y="70435"/>
                </a:lnTo>
                <a:lnTo>
                  <a:pt x="46680" y="70253"/>
                </a:lnTo>
                <a:lnTo>
                  <a:pt x="45853" y="70336"/>
                </a:lnTo>
                <a:lnTo>
                  <a:pt x="49348" y="69806"/>
                </a:lnTo>
                <a:lnTo>
                  <a:pt x="48536" y="69972"/>
                </a:lnTo>
                <a:lnTo>
                  <a:pt x="51899" y="69093"/>
                </a:lnTo>
                <a:lnTo>
                  <a:pt x="51120" y="69342"/>
                </a:lnTo>
                <a:lnTo>
                  <a:pt x="54351" y="68149"/>
                </a:lnTo>
                <a:lnTo>
                  <a:pt x="53604" y="68481"/>
                </a:lnTo>
                <a:lnTo>
                  <a:pt x="56686" y="66990"/>
                </a:lnTo>
                <a:lnTo>
                  <a:pt x="55974" y="67371"/>
                </a:lnTo>
                <a:lnTo>
                  <a:pt x="58889" y="65615"/>
                </a:lnTo>
                <a:lnTo>
                  <a:pt x="58227" y="66062"/>
                </a:lnTo>
                <a:lnTo>
                  <a:pt x="60927" y="64025"/>
                </a:lnTo>
                <a:lnTo>
                  <a:pt x="60314" y="64538"/>
                </a:lnTo>
                <a:lnTo>
                  <a:pt x="62815" y="62269"/>
                </a:lnTo>
                <a:lnTo>
                  <a:pt x="62268" y="62815"/>
                </a:lnTo>
                <a:lnTo>
                  <a:pt x="64538" y="60314"/>
                </a:lnTo>
                <a:lnTo>
                  <a:pt x="64024" y="60927"/>
                </a:lnTo>
                <a:lnTo>
                  <a:pt x="66061" y="58227"/>
                </a:lnTo>
                <a:lnTo>
                  <a:pt x="65615" y="58889"/>
                </a:lnTo>
                <a:lnTo>
                  <a:pt x="67371" y="55974"/>
                </a:lnTo>
                <a:lnTo>
                  <a:pt x="66990" y="56686"/>
                </a:lnTo>
                <a:lnTo>
                  <a:pt x="68480" y="53605"/>
                </a:lnTo>
                <a:lnTo>
                  <a:pt x="68150" y="54350"/>
                </a:lnTo>
                <a:lnTo>
                  <a:pt x="69342" y="51120"/>
                </a:lnTo>
                <a:lnTo>
                  <a:pt x="69093" y="51899"/>
                </a:lnTo>
                <a:lnTo>
                  <a:pt x="69972" y="48536"/>
                </a:lnTo>
                <a:lnTo>
                  <a:pt x="69806" y="49348"/>
                </a:lnTo>
                <a:lnTo>
                  <a:pt x="70335" y="45853"/>
                </a:lnTo>
                <a:lnTo>
                  <a:pt x="70252" y="46681"/>
                </a:lnTo>
                <a:lnTo>
                  <a:pt x="70436" y="43086"/>
                </a:lnTo>
                <a:lnTo>
                  <a:pt x="70436" y="43914"/>
                </a:lnTo>
                <a:lnTo>
                  <a:pt x="70252" y="40320"/>
                </a:lnTo>
                <a:lnTo>
                  <a:pt x="70335" y="41148"/>
                </a:lnTo>
                <a:lnTo>
                  <a:pt x="69806" y="37653"/>
                </a:lnTo>
                <a:lnTo>
                  <a:pt x="69972" y="38464"/>
                </a:lnTo>
                <a:lnTo>
                  <a:pt x="69093" y="35102"/>
                </a:lnTo>
                <a:lnTo>
                  <a:pt x="69342" y="35880"/>
                </a:lnTo>
                <a:lnTo>
                  <a:pt x="68150" y="32650"/>
                </a:lnTo>
                <a:lnTo>
                  <a:pt x="68480" y="33395"/>
                </a:lnTo>
                <a:lnTo>
                  <a:pt x="66990" y="30314"/>
                </a:lnTo>
                <a:lnTo>
                  <a:pt x="67371" y="31027"/>
                </a:lnTo>
                <a:lnTo>
                  <a:pt x="65615" y="28111"/>
                </a:lnTo>
                <a:lnTo>
                  <a:pt x="66061" y="28774"/>
                </a:lnTo>
                <a:lnTo>
                  <a:pt x="64024" y="26074"/>
                </a:lnTo>
                <a:lnTo>
                  <a:pt x="64538" y="26687"/>
                </a:lnTo>
                <a:lnTo>
                  <a:pt x="62268" y="24185"/>
                </a:lnTo>
                <a:lnTo>
                  <a:pt x="62815" y="24732"/>
                </a:lnTo>
                <a:lnTo>
                  <a:pt x="60314" y="22462"/>
                </a:lnTo>
                <a:lnTo>
                  <a:pt x="60927" y="22976"/>
                </a:lnTo>
                <a:lnTo>
                  <a:pt x="58227" y="20939"/>
                </a:lnTo>
                <a:lnTo>
                  <a:pt x="58889" y="21386"/>
                </a:lnTo>
                <a:lnTo>
                  <a:pt x="55974" y="19630"/>
                </a:lnTo>
                <a:lnTo>
                  <a:pt x="56686" y="20011"/>
                </a:lnTo>
                <a:lnTo>
                  <a:pt x="53604" y="18520"/>
                </a:lnTo>
                <a:lnTo>
                  <a:pt x="54351" y="18851"/>
                </a:lnTo>
                <a:lnTo>
                  <a:pt x="51120" y="17659"/>
                </a:lnTo>
                <a:lnTo>
                  <a:pt x="51899" y="17907"/>
                </a:lnTo>
                <a:lnTo>
                  <a:pt x="48536" y="17029"/>
                </a:lnTo>
                <a:lnTo>
                  <a:pt x="49348" y="17195"/>
                </a:lnTo>
                <a:lnTo>
                  <a:pt x="45853" y="16665"/>
                </a:lnTo>
                <a:lnTo>
                  <a:pt x="46680" y="16748"/>
                </a:lnTo>
                <a:lnTo>
                  <a:pt x="43087" y="16565"/>
                </a:lnTo>
                <a:lnTo>
                  <a:pt x="43914" y="16565"/>
                </a:lnTo>
                <a:lnTo>
                  <a:pt x="40319" y="16748"/>
                </a:lnTo>
                <a:lnTo>
                  <a:pt x="41148" y="16665"/>
                </a:lnTo>
                <a:lnTo>
                  <a:pt x="37653" y="17195"/>
                </a:lnTo>
                <a:lnTo>
                  <a:pt x="38464" y="17029"/>
                </a:lnTo>
                <a:lnTo>
                  <a:pt x="35102" y="17907"/>
                </a:lnTo>
                <a:lnTo>
                  <a:pt x="35881" y="17659"/>
                </a:lnTo>
                <a:lnTo>
                  <a:pt x="32650" y="18851"/>
                </a:lnTo>
                <a:lnTo>
                  <a:pt x="33396" y="18520"/>
                </a:lnTo>
                <a:lnTo>
                  <a:pt x="30315" y="20011"/>
                </a:lnTo>
                <a:lnTo>
                  <a:pt x="31026" y="19630"/>
                </a:lnTo>
                <a:lnTo>
                  <a:pt x="28110" y="21386"/>
                </a:lnTo>
                <a:lnTo>
                  <a:pt x="28774" y="20939"/>
                </a:lnTo>
                <a:lnTo>
                  <a:pt x="26073" y="22976"/>
                </a:lnTo>
                <a:lnTo>
                  <a:pt x="26686" y="22462"/>
                </a:lnTo>
                <a:lnTo>
                  <a:pt x="24184" y="24732"/>
                </a:lnTo>
                <a:lnTo>
                  <a:pt x="24732" y="24185"/>
                </a:lnTo>
                <a:lnTo>
                  <a:pt x="22463" y="26687"/>
                </a:lnTo>
                <a:lnTo>
                  <a:pt x="22976" y="26074"/>
                </a:lnTo>
                <a:lnTo>
                  <a:pt x="20938" y="28774"/>
                </a:lnTo>
                <a:lnTo>
                  <a:pt x="21386" y="28111"/>
                </a:lnTo>
                <a:lnTo>
                  <a:pt x="19630" y="31027"/>
                </a:lnTo>
                <a:lnTo>
                  <a:pt x="20011" y="30314"/>
                </a:lnTo>
                <a:lnTo>
                  <a:pt x="18520" y="33395"/>
                </a:lnTo>
                <a:lnTo>
                  <a:pt x="18851" y="32650"/>
                </a:lnTo>
                <a:lnTo>
                  <a:pt x="17658" y="35880"/>
                </a:lnTo>
                <a:lnTo>
                  <a:pt x="17907" y="35102"/>
                </a:lnTo>
                <a:lnTo>
                  <a:pt x="17029" y="38464"/>
                </a:lnTo>
                <a:lnTo>
                  <a:pt x="17194" y="37653"/>
                </a:lnTo>
                <a:lnTo>
                  <a:pt x="16665" y="41148"/>
                </a:lnTo>
                <a:lnTo>
                  <a:pt x="16748" y="40320"/>
                </a:lnTo>
                <a:lnTo>
                  <a:pt x="16565" y="4391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1EF70DF1-F437-43D8-8763-46DF585F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829" y="1526261"/>
            <a:ext cx="70899" cy="70402"/>
          </a:xfrm>
          <a:custGeom xmlns:a="http://schemas.openxmlformats.org/drawingml/2006/main">
            <a:pathLst>
              <a:path w="70899" h="70402">
                <a:moveTo>
                  <a:pt x="0" y="35450"/>
                </a:moveTo>
                <a:cubicBezTo>
                  <a:pt x="496" y="15754"/>
                  <a:pt x="16250" y="0"/>
                  <a:pt x="35698" y="0"/>
                </a:cubicBezTo>
                <a:cubicBezTo>
                  <a:pt x="55145" y="0"/>
                  <a:pt x="70899" y="15754"/>
                  <a:pt x="70899" y="35201"/>
                </a:cubicBezTo>
                <a:cubicBezTo>
                  <a:pt x="70899" y="54649"/>
                  <a:pt x="55145" y="70402"/>
                  <a:pt x="35698" y="70402"/>
                </a:cubicBezTo>
                <a:cubicBezTo>
                  <a:pt x="16250" y="70402"/>
                  <a:pt x="496" y="54649"/>
                  <a:pt x="0" y="35450"/>
                </a:cubicBez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596242ED-5D2C-4CAF-ADD2-F7132675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7027" y="1517961"/>
            <a:ext cx="87001" cy="87001"/>
          </a:xfrm>
          <a:custGeom xmlns:a="http://schemas.openxmlformats.org/drawingml/2006/main">
            <a:pathLst>
              <a:path w="87001" h="87001">
                <a:moveTo>
                  <a:pt x="231" y="39061"/>
                </a:moveTo>
                <a:lnTo>
                  <a:pt x="895" y="34754"/>
                </a:lnTo>
                <a:lnTo>
                  <a:pt x="1954" y="30580"/>
                </a:lnTo>
                <a:lnTo>
                  <a:pt x="3428" y="26571"/>
                </a:lnTo>
                <a:lnTo>
                  <a:pt x="5267" y="22761"/>
                </a:lnTo>
                <a:lnTo>
                  <a:pt x="7438" y="19183"/>
                </a:lnTo>
                <a:lnTo>
                  <a:pt x="9939" y="15837"/>
                </a:lnTo>
                <a:lnTo>
                  <a:pt x="12738" y="12739"/>
                </a:lnTo>
                <a:lnTo>
                  <a:pt x="15836" y="9940"/>
                </a:lnTo>
                <a:lnTo>
                  <a:pt x="19181" y="7438"/>
                </a:lnTo>
                <a:lnTo>
                  <a:pt x="22760" y="5268"/>
                </a:lnTo>
                <a:lnTo>
                  <a:pt x="26570" y="3429"/>
                </a:lnTo>
                <a:lnTo>
                  <a:pt x="30579" y="1955"/>
                </a:lnTo>
                <a:lnTo>
                  <a:pt x="34737" y="895"/>
                </a:lnTo>
                <a:lnTo>
                  <a:pt x="39060" y="232"/>
                </a:lnTo>
                <a:lnTo>
                  <a:pt x="43500" y="0"/>
                </a:lnTo>
                <a:lnTo>
                  <a:pt x="47940" y="232"/>
                </a:lnTo>
                <a:lnTo>
                  <a:pt x="52247" y="895"/>
                </a:lnTo>
                <a:lnTo>
                  <a:pt x="56421" y="1955"/>
                </a:lnTo>
                <a:lnTo>
                  <a:pt x="60430" y="3429"/>
                </a:lnTo>
                <a:lnTo>
                  <a:pt x="64240" y="5268"/>
                </a:lnTo>
                <a:lnTo>
                  <a:pt x="67818" y="7438"/>
                </a:lnTo>
                <a:lnTo>
                  <a:pt x="71164" y="9940"/>
                </a:lnTo>
                <a:lnTo>
                  <a:pt x="74261" y="12739"/>
                </a:lnTo>
                <a:lnTo>
                  <a:pt x="77061" y="15837"/>
                </a:lnTo>
                <a:lnTo>
                  <a:pt x="79562" y="19183"/>
                </a:lnTo>
                <a:lnTo>
                  <a:pt x="81732" y="22761"/>
                </a:lnTo>
                <a:lnTo>
                  <a:pt x="83571" y="26571"/>
                </a:lnTo>
                <a:lnTo>
                  <a:pt x="85029" y="30580"/>
                </a:lnTo>
                <a:lnTo>
                  <a:pt x="86106" y="34754"/>
                </a:lnTo>
                <a:lnTo>
                  <a:pt x="86768" y="39061"/>
                </a:lnTo>
                <a:lnTo>
                  <a:pt x="87001" y="43500"/>
                </a:lnTo>
                <a:lnTo>
                  <a:pt x="86768" y="47940"/>
                </a:lnTo>
                <a:lnTo>
                  <a:pt x="86106" y="52247"/>
                </a:lnTo>
                <a:lnTo>
                  <a:pt x="85029" y="56421"/>
                </a:lnTo>
                <a:lnTo>
                  <a:pt x="83571" y="60430"/>
                </a:lnTo>
                <a:lnTo>
                  <a:pt x="81732" y="64240"/>
                </a:lnTo>
                <a:lnTo>
                  <a:pt x="79562" y="67818"/>
                </a:lnTo>
                <a:lnTo>
                  <a:pt x="77061" y="71165"/>
                </a:lnTo>
                <a:lnTo>
                  <a:pt x="74261" y="74262"/>
                </a:lnTo>
                <a:lnTo>
                  <a:pt x="71164" y="77062"/>
                </a:lnTo>
                <a:lnTo>
                  <a:pt x="67818" y="79563"/>
                </a:lnTo>
                <a:lnTo>
                  <a:pt x="64240" y="81733"/>
                </a:lnTo>
                <a:lnTo>
                  <a:pt x="60430" y="83572"/>
                </a:lnTo>
                <a:lnTo>
                  <a:pt x="56421" y="85046"/>
                </a:lnTo>
                <a:lnTo>
                  <a:pt x="52247" y="86106"/>
                </a:lnTo>
                <a:lnTo>
                  <a:pt x="47940" y="86769"/>
                </a:lnTo>
                <a:lnTo>
                  <a:pt x="43500" y="87001"/>
                </a:lnTo>
                <a:lnTo>
                  <a:pt x="39060" y="86769"/>
                </a:lnTo>
                <a:lnTo>
                  <a:pt x="34737" y="86106"/>
                </a:lnTo>
                <a:lnTo>
                  <a:pt x="30579" y="85046"/>
                </a:lnTo>
                <a:lnTo>
                  <a:pt x="26570" y="83572"/>
                </a:lnTo>
                <a:lnTo>
                  <a:pt x="22760" y="81733"/>
                </a:lnTo>
                <a:lnTo>
                  <a:pt x="19181" y="79563"/>
                </a:lnTo>
                <a:lnTo>
                  <a:pt x="15836" y="77062"/>
                </a:lnTo>
                <a:lnTo>
                  <a:pt x="12738" y="74262"/>
                </a:lnTo>
                <a:lnTo>
                  <a:pt x="9939" y="71165"/>
                </a:lnTo>
                <a:lnTo>
                  <a:pt x="7438" y="67818"/>
                </a:lnTo>
                <a:lnTo>
                  <a:pt x="5267" y="64240"/>
                </a:lnTo>
                <a:lnTo>
                  <a:pt x="3428" y="60430"/>
                </a:lnTo>
                <a:lnTo>
                  <a:pt x="1954" y="56421"/>
                </a:lnTo>
                <a:lnTo>
                  <a:pt x="895" y="52247"/>
                </a:lnTo>
                <a:lnTo>
                  <a:pt x="231" y="47940"/>
                </a:lnTo>
                <a:lnTo>
                  <a:pt x="0" y="43500"/>
                </a:lnTo>
                <a:lnTo>
                  <a:pt x="231" y="39061"/>
                </a:lnTo>
                <a:moveTo>
                  <a:pt x="16565" y="43915"/>
                </a:moveTo>
                <a:lnTo>
                  <a:pt x="16565" y="43086"/>
                </a:lnTo>
                <a:lnTo>
                  <a:pt x="16747" y="46681"/>
                </a:lnTo>
                <a:lnTo>
                  <a:pt x="16664" y="45853"/>
                </a:lnTo>
                <a:lnTo>
                  <a:pt x="17194" y="49348"/>
                </a:lnTo>
                <a:lnTo>
                  <a:pt x="17029" y="48536"/>
                </a:lnTo>
                <a:lnTo>
                  <a:pt x="17906" y="51899"/>
                </a:lnTo>
                <a:lnTo>
                  <a:pt x="17658" y="51120"/>
                </a:lnTo>
                <a:lnTo>
                  <a:pt x="18851" y="54351"/>
                </a:lnTo>
                <a:lnTo>
                  <a:pt x="18520" y="53605"/>
                </a:lnTo>
                <a:lnTo>
                  <a:pt x="20011" y="56687"/>
                </a:lnTo>
                <a:lnTo>
                  <a:pt x="19630" y="55974"/>
                </a:lnTo>
                <a:lnTo>
                  <a:pt x="21386" y="58890"/>
                </a:lnTo>
                <a:lnTo>
                  <a:pt x="20938" y="58227"/>
                </a:lnTo>
                <a:lnTo>
                  <a:pt x="22975" y="60927"/>
                </a:lnTo>
                <a:lnTo>
                  <a:pt x="22463" y="60314"/>
                </a:lnTo>
                <a:lnTo>
                  <a:pt x="24731" y="62816"/>
                </a:lnTo>
                <a:lnTo>
                  <a:pt x="24184" y="62269"/>
                </a:lnTo>
                <a:lnTo>
                  <a:pt x="26686" y="64538"/>
                </a:lnTo>
                <a:lnTo>
                  <a:pt x="26073" y="64025"/>
                </a:lnTo>
                <a:lnTo>
                  <a:pt x="28774" y="66062"/>
                </a:lnTo>
                <a:lnTo>
                  <a:pt x="28110" y="65615"/>
                </a:lnTo>
                <a:lnTo>
                  <a:pt x="31026" y="67371"/>
                </a:lnTo>
                <a:lnTo>
                  <a:pt x="30315" y="66990"/>
                </a:lnTo>
                <a:lnTo>
                  <a:pt x="33395" y="68481"/>
                </a:lnTo>
                <a:lnTo>
                  <a:pt x="32650" y="68149"/>
                </a:lnTo>
                <a:lnTo>
                  <a:pt x="35880" y="69342"/>
                </a:lnTo>
                <a:lnTo>
                  <a:pt x="35102" y="69093"/>
                </a:lnTo>
                <a:lnTo>
                  <a:pt x="38464" y="69972"/>
                </a:lnTo>
                <a:lnTo>
                  <a:pt x="37653" y="69806"/>
                </a:lnTo>
                <a:lnTo>
                  <a:pt x="41148" y="70336"/>
                </a:lnTo>
                <a:lnTo>
                  <a:pt x="40319" y="70253"/>
                </a:lnTo>
                <a:lnTo>
                  <a:pt x="43914" y="70436"/>
                </a:lnTo>
                <a:lnTo>
                  <a:pt x="43087" y="70436"/>
                </a:lnTo>
                <a:lnTo>
                  <a:pt x="46680" y="70253"/>
                </a:lnTo>
                <a:lnTo>
                  <a:pt x="45853" y="70336"/>
                </a:lnTo>
                <a:lnTo>
                  <a:pt x="49348" y="69806"/>
                </a:lnTo>
                <a:lnTo>
                  <a:pt x="48536" y="69972"/>
                </a:lnTo>
                <a:lnTo>
                  <a:pt x="51899" y="69093"/>
                </a:lnTo>
                <a:lnTo>
                  <a:pt x="51120" y="69342"/>
                </a:lnTo>
                <a:lnTo>
                  <a:pt x="54351" y="68149"/>
                </a:lnTo>
                <a:lnTo>
                  <a:pt x="53604" y="68481"/>
                </a:lnTo>
                <a:lnTo>
                  <a:pt x="56686" y="66990"/>
                </a:lnTo>
                <a:lnTo>
                  <a:pt x="55973" y="67371"/>
                </a:lnTo>
                <a:lnTo>
                  <a:pt x="58889" y="65615"/>
                </a:lnTo>
                <a:lnTo>
                  <a:pt x="58227" y="66062"/>
                </a:lnTo>
                <a:lnTo>
                  <a:pt x="60926" y="64025"/>
                </a:lnTo>
                <a:lnTo>
                  <a:pt x="60314" y="64538"/>
                </a:lnTo>
                <a:lnTo>
                  <a:pt x="62815" y="62269"/>
                </a:lnTo>
                <a:lnTo>
                  <a:pt x="62268" y="62816"/>
                </a:lnTo>
                <a:lnTo>
                  <a:pt x="64538" y="60314"/>
                </a:lnTo>
                <a:lnTo>
                  <a:pt x="64024" y="60927"/>
                </a:lnTo>
                <a:lnTo>
                  <a:pt x="66061" y="58227"/>
                </a:lnTo>
                <a:lnTo>
                  <a:pt x="65615" y="58890"/>
                </a:lnTo>
                <a:lnTo>
                  <a:pt x="67371" y="55974"/>
                </a:lnTo>
                <a:lnTo>
                  <a:pt x="66990" y="56687"/>
                </a:lnTo>
                <a:lnTo>
                  <a:pt x="68480" y="53605"/>
                </a:lnTo>
                <a:lnTo>
                  <a:pt x="68149" y="54351"/>
                </a:lnTo>
                <a:lnTo>
                  <a:pt x="69341" y="51120"/>
                </a:lnTo>
                <a:lnTo>
                  <a:pt x="69093" y="51899"/>
                </a:lnTo>
                <a:lnTo>
                  <a:pt x="69972" y="48536"/>
                </a:lnTo>
                <a:lnTo>
                  <a:pt x="69806" y="49348"/>
                </a:lnTo>
                <a:lnTo>
                  <a:pt x="70335" y="45853"/>
                </a:lnTo>
                <a:lnTo>
                  <a:pt x="70252" y="46681"/>
                </a:lnTo>
                <a:lnTo>
                  <a:pt x="70436" y="43086"/>
                </a:lnTo>
                <a:lnTo>
                  <a:pt x="70436" y="43915"/>
                </a:lnTo>
                <a:lnTo>
                  <a:pt x="70252" y="40320"/>
                </a:lnTo>
                <a:lnTo>
                  <a:pt x="70335" y="41148"/>
                </a:lnTo>
                <a:lnTo>
                  <a:pt x="69806" y="37653"/>
                </a:lnTo>
                <a:lnTo>
                  <a:pt x="69972" y="38465"/>
                </a:lnTo>
                <a:lnTo>
                  <a:pt x="69093" y="35102"/>
                </a:lnTo>
                <a:lnTo>
                  <a:pt x="69341" y="35881"/>
                </a:lnTo>
                <a:lnTo>
                  <a:pt x="68149" y="32650"/>
                </a:lnTo>
                <a:lnTo>
                  <a:pt x="68480" y="33396"/>
                </a:lnTo>
                <a:lnTo>
                  <a:pt x="66990" y="30315"/>
                </a:lnTo>
                <a:lnTo>
                  <a:pt x="67371" y="31027"/>
                </a:lnTo>
                <a:lnTo>
                  <a:pt x="65615" y="28112"/>
                </a:lnTo>
                <a:lnTo>
                  <a:pt x="66061" y="28774"/>
                </a:lnTo>
                <a:lnTo>
                  <a:pt x="64024" y="26074"/>
                </a:lnTo>
                <a:lnTo>
                  <a:pt x="64538" y="26687"/>
                </a:lnTo>
                <a:lnTo>
                  <a:pt x="62268" y="24185"/>
                </a:lnTo>
                <a:lnTo>
                  <a:pt x="62815" y="24732"/>
                </a:lnTo>
                <a:lnTo>
                  <a:pt x="60314" y="22463"/>
                </a:lnTo>
                <a:lnTo>
                  <a:pt x="60926" y="22976"/>
                </a:lnTo>
                <a:lnTo>
                  <a:pt x="58227" y="20939"/>
                </a:lnTo>
                <a:lnTo>
                  <a:pt x="58889" y="21386"/>
                </a:lnTo>
                <a:lnTo>
                  <a:pt x="55973" y="19630"/>
                </a:lnTo>
                <a:lnTo>
                  <a:pt x="56686" y="20011"/>
                </a:lnTo>
                <a:lnTo>
                  <a:pt x="53604" y="18520"/>
                </a:lnTo>
                <a:lnTo>
                  <a:pt x="54351" y="18851"/>
                </a:lnTo>
                <a:lnTo>
                  <a:pt x="51120" y="17659"/>
                </a:lnTo>
                <a:lnTo>
                  <a:pt x="51899" y="17907"/>
                </a:lnTo>
                <a:lnTo>
                  <a:pt x="48536" y="17029"/>
                </a:lnTo>
                <a:lnTo>
                  <a:pt x="49348" y="17195"/>
                </a:lnTo>
                <a:lnTo>
                  <a:pt x="45853" y="16665"/>
                </a:lnTo>
                <a:lnTo>
                  <a:pt x="46680" y="16748"/>
                </a:lnTo>
                <a:lnTo>
                  <a:pt x="43087" y="16565"/>
                </a:lnTo>
                <a:lnTo>
                  <a:pt x="43914" y="16565"/>
                </a:lnTo>
                <a:lnTo>
                  <a:pt x="40319" y="16748"/>
                </a:lnTo>
                <a:lnTo>
                  <a:pt x="41148" y="16665"/>
                </a:lnTo>
                <a:lnTo>
                  <a:pt x="37653" y="17195"/>
                </a:lnTo>
                <a:lnTo>
                  <a:pt x="38464" y="17029"/>
                </a:lnTo>
                <a:lnTo>
                  <a:pt x="35102" y="17907"/>
                </a:lnTo>
                <a:lnTo>
                  <a:pt x="35880" y="17659"/>
                </a:lnTo>
                <a:lnTo>
                  <a:pt x="32650" y="18851"/>
                </a:lnTo>
                <a:lnTo>
                  <a:pt x="33395" y="18520"/>
                </a:lnTo>
                <a:lnTo>
                  <a:pt x="30315" y="20011"/>
                </a:lnTo>
                <a:lnTo>
                  <a:pt x="31026" y="19630"/>
                </a:lnTo>
                <a:lnTo>
                  <a:pt x="28110" y="21386"/>
                </a:lnTo>
                <a:lnTo>
                  <a:pt x="28774" y="20939"/>
                </a:lnTo>
                <a:lnTo>
                  <a:pt x="26073" y="22976"/>
                </a:lnTo>
                <a:lnTo>
                  <a:pt x="26686" y="22463"/>
                </a:lnTo>
                <a:lnTo>
                  <a:pt x="24184" y="24732"/>
                </a:lnTo>
                <a:lnTo>
                  <a:pt x="24731" y="24185"/>
                </a:lnTo>
                <a:lnTo>
                  <a:pt x="22463" y="26687"/>
                </a:lnTo>
                <a:lnTo>
                  <a:pt x="22975" y="26074"/>
                </a:lnTo>
                <a:lnTo>
                  <a:pt x="20938" y="28774"/>
                </a:lnTo>
                <a:lnTo>
                  <a:pt x="21386" y="28112"/>
                </a:lnTo>
                <a:lnTo>
                  <a:pt x="19630" y="31027"/>
                </a:lnTo>
                <a:lnTo>
                  <a:pt x="20011" y="30315"/>
                </a:lnTo>
                <a:lnTo>
                  <a:pt x="18520" y="33396"/>
                </a:lnTo>
                <a:lnTo>
                  <a:pt x="18851" y="32650"/>
                </a:lnTo>
                <a:lnTo>
                  <a:pt x="17658" y="35881"/>
                </a:lnTo>
                <a:lnTo>
                  <a:pt x="17906" y="35102"/>
                </a:lnTo>
                <a:lnTo>
                  <a:pt x="17029" y="38465"/>
                </a:lnTo>
                <a:lnTo>
                  <a:pt x="17194" y="37653"/>
                </a:lnTo>
                <a:lnTo>
                  <a:pt x="16664" y="41148"/>
                </a:lnTo>
                <a:lnTo>
                  <a:pt x="16747" y="40320"/>
                </a:lnTo>
                <a:lnTo>
                  <a:pt x="16565" y="4391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D31E470F-61C9-418F-8532-FF8F969D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3005" y="1248793"/>
            <a:ext cx="71065" cy="70402"/>
          </a:xfrm>
          <a:custGeom xmlns:a="http://schemas.openxmlformats.org/drawingml/2006/main">
            <a:pathLst>
              <a:path w="71065" h="70402">
                <a:moveTo>
                  <a:pt x="0" y="34622"/>
                </a:moveTo>
                <a:cubicBezTo>
                  <a:pt x="663" y="15754"/>
                  <a:pt x="16416" y="0"/>
                  <a:pt x="35864" y="0"/>
                </a:cubicBezTo>
                <a:cubicBezTo>
                  <a:pt x="55311" y="0"/>
                  <a:pt x="71065" y="15754"/>
                  <a:pt x="71065" y="35201"/>
                </a:cubicBezTo>
                <a:cubicBezTo>
                  <a:pt x="71065" y="54649"/>
                  <a:pt x="55311" y="70402"/>
                  <a:pt x="35864" y="70402"/>
                </a:cubicBezTo>
                <a:cubicBezTo>
                  <a:pt x="16416" y="70402"/>
                  <a:pt x="663" y="54649"/>
                  <a:pt x="0" y="34622"/>
                </a:cubicBez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91C5D94E-758D-4D2E-B77B-67BD947F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5369" y="1240494"/>
            <a:ext cx="87000" cy="87001"/>
          </a:xfrm>
          <a:custGeom xmlns:a="http://schemas.openxmlformats.org/drawingml/2006/main">
            <a:pathLst>
              <a:path w="87000" h="87001">
                <a:moveTo>
                  <a:pt x="232" y="39061"/>
                </a:moveTo>
                <a:lnTo>
                  <a:pt x="895" y="34754"/>
                </a:lnTo>
                <a:lnTo>
                  <a:pt x="1971" y="30579"/>
                </a:lnTo>
                <a:lnTo>
                  <a:pt x="3429" y="26571"/>
                </a:lnTo>
                <a:lnTo>
                  <a:pt x="5267" y="22761"/>
                </a:lnTo>
                <a:lnTo>
                  <a:pt x="7438" y="19182"/>
                </a:lnTo>
                <a:lnTo>
                  <a:pt x="9940" y="15836"/>
                </a:lnTo>
                <a:lnTo>
                  <a:pt x="12739" y="12739"/>
                </a:lnTo>
                <a:lnTo>
                  <a:pt x="15836" y="9939"/>
                </a:lnTo>
                <a:lnTo>
                  <a:pt x="19182" y="7438"/>
                </a:lnTo>
                <a:lnTo>
                  <a:pt x="22760" y="5268"/>
                </a:lnTo>
                <a:lnTo>
                  <a:pt x="26570" y="3429"/>
                </a:lnTo>
                <a:lnTo>
                  <a:pt x="30579" y="1955"/>
                </a:lnTo>
                <a:lnTo>
                  <a:pt x="34753" y="894"/>
                </a:lnTo>
                <a:lnTo>
                  <a:pt x="39061" y="232"/>
                </a:lnTo>
                <a:lnTo>
                  <a:pt x="43501" y="0"/>
                </a:lnTo>
                <a:lnTo>
                  <a:pt x="47940" y="232"/>
                </a:lnTo>
                <a:lnTo>
                  <a:pt x="52263" y="894"/>
                </a:lnTo>
                <a:lnTo>
                  <a:pt x="56421" y="1955"/>
                </a:lnTo>
                <a:lnTo>
                  <a:pt x="60430" y="3429"/>
                </a:lnTo>
                <a:lnTo>
                  <a:pt x="64240" y="5268"/>
                </a:lnTo>
                <a:lnTo>
                  <a:pt x="67818" y="7438"/>
                </a:lnTo>
                <a:lnTo>
                  <a:pt x="71164" y="9939"/>
                </a:lnTo>
                <a:lnTo>
                  <a:pt x="74262" y="12739"/>
                </a:lnTo>
                <a:lnTo>
                  <a:pt x="77061" y="15836"/>
                </a:lnTo>
                <a:lnTo>
                  <a:pt x="79563" y="19182"/>
                </a:lnTo>
                <a:lnTo>
                  <a:pt x="81733" y="22761"/>
                </a:lnTo>
                <a:lnTo>
                  <a:pt x="83571" y="26571"/>
                </a:lnTo>
                <a:lnTo>
                  <a:pt x="85046" y="30579"/>
                </a:lnTo>
                <a:lnTo>
                  <a:pt x="86105" y="34754"/>
                </a:lnTo>
                <a:lnTo>
                  <a:pt x="86769" y="39061"/>
                </a:lnTo>
                <a:lnTo>
                  <a:pt x="87000" y="43500"/>
                </a:lnTo>
                <a:lnTo>
                  <a:pt x="86769" y="47940"/>
                </a:lnTo>
                <a:lnTo>
                  <a:pt x="86105" y="52247"/>
                </a:lnTo>
                <a:lnTo>
                  <a:pt x="85046" y="56421"/>
                </a:lnTo>
                <a:lnTo>
                  <a:pt x="83571" y="60430"/>
                </a:lnTo>
                <a:lnTo>
                  <a:pt x="81733" y="64240"/>
                </a:lnTo>
                <a:lnTo>
                  <a:pt x="79563" y="67818"/>
                </a:lnTo>
                <a:lnTo>
                  <a:pt x="77061" y="71164"/>
                </a:lnTo>
                <a:lnTo>
                  <a:pt x="74262" y="74262"/>
                </a:lnTo>
                <a:lnTo>
                  <a:pt x="71164" y="77062"/>
                </a:lnTo>
                <a:lnTo>
                  <a:pt x="67818" y="79563"/>
                </a:lnTo>
                <a:lnTo>
                  <a:pt x="64240" y="81733"/>
                </a:lnTo>
                <a:lnTo>
                  <a:pt x="60430" y="83572"/>
                </a:lnTo>
                <a:lnTo>
                  <a:pt x="56421" y="85046"/>
                </a:lnTo>
                <a:lnTo>
                  <a:pt x="52263" y="86106"/>
                </a:lnTo>
                <a:lnTo>
                  <a:pt x="47940" y="86769"/>
                </a:lnTo>
                <a:lnTo>
                  <a:pt x="43501" y="87001"/>
                </a:lnTo>
                <a:lnTo>
                  <a:pt x="39061" y="86769"/>
                </a:lnTo>
                <a:lnTo>
                  <a:pt x="34753" y="86106"/>
                </a:lnTo>
                <a:lnTo>
                  <a:pt x="30579" y="85046"/>
                </a:lnTo>
                <a:lnTo>
                  <a:pt x="26570" y="83572"/>
                </a:lnTo>
                <a:lnTo>
                  <a:pt x="22760" y="81733"/>
                </a:lnTo>
                <a:lnTo>
                  <a:pt x="19182" y="79563"/>
                </a:lnTo>
                <a:lnTo>
                  <a:pt x="15836" y="77062"/>
                </a:lnTo>
                <a:lnTo>
                  <a:pt x="12739" y="74262"/>
                </a:lnTo>
                <a:lnTo>
                  <a:pt x="9940" y="71164"/>
                </a:lnTo>
                <a:lnTo>
                  <a:pt x="7438" y="67818"/>
                </a:lnTo>
                <a:lnTo>
                  <a:pt x="5267" y="64240"/>
                </a:lnTo>
                <a:lnTo>
                  <a:pt x="3429" y="60430"/>
                </a:lnTo>
                <a:lnTo>
                  <a:pt x="1971" y="56421"/>
                </a:lnTo>
                <a:lnTo>
                  <a:pt x="895" y="52247"/>
                </a:lnTo>
                <a:lnTo>
                  <a:pt x="232" y="47940"/>
                </a:lnTo>
                <a:lnTo>
                  <a:pt x="0" y="43500"/>
                </a:lnTo>
                <a:lnTo>
                  <a:pt x="232" y="39061"/>
                </a:lnTo>
                <a:moveTo>
                  <a:pt x="16564" y="43914"/>
                </a:moveTo>
                <a:lnTo>
                  <a:pt x="16564" y="43086"/>
                </a:lnTo>
                <a:lnTo>
                  <a:pt x="16747" y="46681"/>
                </a:lnTo>
                <a:lnTo>
                  <a:pt x="16665" y="45853"/>
                </a:lnTo>
                <a:lnTo>
                  <a:pt x="17211" y="49348"/>
                </a:lnTo>
                <a:lnTo>
                  <a:pt x="17029" y="48536"/>
                </a:lnTo>
                <a:lnTo>
                  <a:pt x="17906" y="51899"/>
                </a:lnTo>
                <a:lnTo>
                  <a:pt x="17659" y="51120"/>
                </a:lnTo>
                <a:lnTo>
                  <a:pt x="18851" y="54351"/>
                </a:lnTo>
                <a:lnTo>
                  <a:pt x="18520" y="53605"/>
                </a:lnTo>
                <a:lnTo>
                  <a:pt x="20011" y="56686"/>
                </a:lnTo>
                <a:lnTo>
                  <a:pt x="19630" y="55974"/>
                </a:lnTo>
                <a:lnTo>
                  <a:pt x="21386" y="58890"/>
                </a:lnTo>
                <a:lnTo>
                  <a:pt x="20939" y="58227"/>
                </a:lnTo>
                <a:lnTo>
                  <a:pt x="22976" y="60927"/>
                </a:lnTo>
                <a:lnTo>
                  <a:pt x="22462" y="60314"/>
                </a:lnTo>
                <a:lnTo>
                  <a:pt x="24732" y="62815"/>
                </a:lnTo>
                <a:lnTo>
                  <a:pt x="24185" y="62269"/>
                </a:lnTo>
                <a:lnTo>
                  <a:pt x="26686" y="64538"/>
                </a:lnTo>
                <a:lnTo>
                  <a:pt x="26074" y="64025"/>
                </a:lnTo>
                <a:lnTo>
                  <a:pt x="28773" y="66062"/>
                </a:lnTo>
                <a:lnTo>
                  <a:pt x="28111" y="65615"/>
                </a:lnTo>
                <a:lnTo>
                  <a:pt x="31026" y="67371"/>
                </a:lnTo>
                <a:lnTo>
                  <a:pt x="30314" y="66990"/>
                </a:lnTo>
                <a:lnTo>
                  <a:pt x="33395" y="68481"/>
                </a:lnTo>
                <a:lnTo>
                  <a:pt x="32650" y="68149"/>
                </a:lnTo>
                <a:lnTo>
                  <a:pt x="35880" y="69342"/>
                </a:lnTo>
                <a:lnTo>
                  <a:pt x="35101" y="69093"/>
                </a:lnTo>
                <a:lnTo>
                  <a:pt x="38465" y="69971"/>
                </a:lnTo>
                <a:lnTo>
                  <a:pt x="37652" y="69806"/>
                </a:lnTo>
                <a:lnTo>
                  <a:pt x="41148" y="70336"/>
                </a:lnTo>
                <a:lnTo>
                  <a:pt x="40320" y="70253"/>
                </a:lnTo>
                <a:lnTo>
                  <a:pt x="43914" y="70435"/>
                </a:lnTo>
                <a:lnTo>
                  <a:pt x="43086" y="70435"/>
                </a:lnTo>
                <a:lnTo>
                  <a:pt x="46680" y="70253"/>
                </a:lnTo>
                <a:lnTo>
                  <a:pt x="45852" y="70336"/>
                </a:lnTo>
                <a:lnTo>
                  <a:pt x="49348" y="69806"/>
                </a:lnTo>
                <a:lnTo>
                  <a:pt x="48535" y="69971"/>
                </a:lnTo>
                <a:lnTo>
                  <a:pt x="51899" y="69093"/>
                </a:lnTo>
                <a:lnTo>
                  <a:pt x="51120" y="69342"/>
                </a:lnTo>
                <a:lnTo>
                  <a:pt x="54350" y="68149"/>
                </a:lnTo>
                <a:lnTo>
                  <a:pt x="53605" y="68481"/>
                </a:lnTo>
                <a:lnTo>
                  <a:pt x="56686" y="66990"/>
                </a:lnTo>
                <a:lnTo>
                  <a:pt x="55974" y="67371"/>
                </a:lnTo>
                <a:lnTo>
                  <a:pt x="58889" y="65615"/>
                </a:lnTo>
                <a:lnTo>
                  <a:pt x="58227" y="66062"/>
                </a:lnTo>
                <a:lnTo>
                  <a:pt x="60927" y="64025"/>
                </a:lnTo>
                <a:lnTo>
                  <a:pt x="60314" y="64538"/>
                </a:lnTo>
                <a:lnTo>
                  <a:pt x="62815" y="62269"/>
                </a:lnTo>
                <a:lnTo>
                  <a:pt x="62269" y="62815"/>
                </a:lnTo>
                <a:lnTo>
                  <a:pt x="64538" y="60314"/>
                </a:lnTo>
                <a:lnTo>
                  <a:pt x="64024" y="60927"/>
                </a:lnTo>
                <a:lnTo>
                  <a:pt x="66062" y="58227"/>
                </a:lnTo>
                <a:lnTo>
                  <a:pt x="65614" y="58890"/>
                </a:lnTo>
                <a:lnTo>
                  <a:pt x="67370" y="55974"/>
                </a:lnTo>
                <a:lnTo>
                  <a:pt x="66989" y="56686"/>
                </a:lnTo>
                <a:lnTo>
                  <a:pt x="68480" y="53605"/>
                </a:lnTo>
                <a:lnTo>
                  <a:pt x="68149" y="54351"/>
                </a:lnTo>
                <a:lnTo>
                  <a:pt x="69342" y="51120"/>
                </a:lnTo>
                <a:lnTo>
                  <a:pt x="69093" y="51899"/>
                </a:lnTo>
                <a:lnTo>
                  <a:pt x="69971" y="48536"/>
                </a:lnTo>
                <a:lnTo>
                  <a:pt x="69805" y="49348"/>
                </a:lnTo>
                <a:lnTo>
                  <a:pt x="70336" y="45853"/>
                </a:lnTo>
                <a:lnTo>
                  <a:pt x="70253" y="46681"/>
                </a:lnTo>
                <a:lnTo>
                  <a:pt x="70436" y="43086"/>
                </a:lnTo>
                <a:lnTo>
                  <a:pt x="70436" y="43914"/>
                </a:lnTo>
                <a:lnTo>
                  <a:pt x="70253" y="40320"/>
                </a:lnTo>
                <a:lnTo>
                  <a:pt x="70336" y="41148"/>
                </a:lnTo>
                <a:lnTo>
                  <a:pt x="69805" y="37653"/>
                </a:lnTo>
                <a:lnTo>
                  <a:pt x="69971" y="38465"/>
                </a:lnTo>
                <a:lnTo>
                  <a:pt x="69093" y="35102"/>
                </a:lnTo>
                <a:lnTo>
                  <a:pt x="69342" y="35880"/>
                </a:lnTo>
                <a:lnTo>
                  <a:pt x="68149" y="32650"/>
                </a:lnTo>
                <a:lnTo>
                  <a:pt x="68480" y="33395"/>
                </a:lnTo>
                <a:lnTo>
                  <a:pt x="66989" y="30315"/>
                </a:lnTo>
                <a:lnTo>
                  <a:pt x="67370" y="31027"/>
                </a:lnTo>
                <a:lnTo>
                  <a:pt x="65614" y="28111"/>
                </a:lnTo>
                <a:lnTo>
                  <a:pt x="66062" y="28774"/>
                </a:lnTo>
                <a:lnTo>
                  <a:pt x="64024" y="26074"/>
                </a:lnTo>
                <a:lnTo>
                  <a:pt x="64538" y="26687"/>
                </a:lnTo>
                <a:lnTo>
                  <a:pt x="62269" y="24185"/>
                </a:lnTo>
                <a:lnTo>
                  <a:pt x="62815" y="24732"/>
                </a:lnTo>
                <a:lnTo>
                  <a:pt x="60314" y="22463"/>
                </a:lnTo>
                <a:lnTo>
                  <a:pt x="60927" y="22976"/>
                </a:lnTo>
                <a:lnTo>
                  <a:pt x="58227" y="20938"/>
                </a:lnTo>
                <a:lnTo>
                  <a:pt x="58889" y="21386"/>
                </a:lnTo>
                <a:lnTo>
                  <a:pt x="55974" y="19630"/>
                </a:lnTo>
                <a:lnTo>
                  <a:pt x="56686" y="20011"/>
                </a:lnTo>
                <a:lnTo>
                  <a:pt x="53605" y="18520"/>
                </a:lnTo>
                <a:lnTo>
                  <a:pt x="54350" y="18851"/>
                </a:lnTo>
                <a:lnTo>
                  <a:pt x="51120" y="17659"/>
                </a:lnTo>
                <a:lnTo>
                  <a:pt x="51899" y="17907"/>
                </a:lnTo>
                <a:lnTo>
                  <a:pt x="48535" y="17029"/>
                </a:lnTo>
                <a:lnTo>
                  <a:pt x="49348" y="17195"/>
                </a:lnTo>
                <a:lnTo>
                  <a:pt x="45852" y="16665"/>
                </a:lnTo>
                <a:lnTo>
                  <a:pt x="46680" y="16748"/>
                </a:lnTo>
                <a:lnTo>
                  <a:pt x="43086" y="16565"/>
                </a:lnTo>
                <a:lnTo>
                  <a:pt x="43914" y="16565"/>
                </a:lnTo>
                <a:lnTo>
                  <a:pt x="40320" y="16748"/>
                </a:lnTo>
                <a:lnTo>
                  <a:pt x="41148" y="16665"/>
                </a:lnTo>
                <a:lnTo>
                  <a:pt x="37652" y="17195"/>
                </a:lnTo>
                <a:lnTo>
                  <a:pt x="38465" y="17029"/>
                </a:lnTo>
                <a:lnTo>
                  <a:pt x="35101" y="17907"/>
                </a:lnTo>
                <a:lnTo>
                  <a:pt x="35880" y="17659"/>
                </a:lnTo>
                <a:lnTo>
                  <a:pt x="32650" y="18851"/>
                </a:lnTo>
                <a:lnTo>
                  <a:pt x="33395" y="18520"/>
                </a:lnTo>
                <a:lnTo>
                  <a:pt x="30314" y="20011"/>
                </a:lnTo>
                <a:lnTo>
                  <a:pt x="31026" y="19630"/>
                </a:lnTo>
                <a:lnTo>
                  <a:pt x="28111" y="21386"/>
                </a:lnTo>
                <a:lnTo>
                  <a:pt x="28773" y="20938"/>
                </a:lnTo>
                <a:lnTo>
                  <a:pt x="26074" y="22976"/>
                </a:lnTo>
                <a:lnTo>
                  <a:pt x="26686" y="22463"/>
                </a:lnTo>
                <a:lnTo>
                  <a:pt x="24185" y="24732"/>
                </a:lnTo>
                <a:lnTo>
                  <a:pt x="24732" y="24185"/>
                </a:lnTo>
                <a:lnTo>
                  <a:pt x="22462" y="26687"/>
                </a:lnTo>
                <a:lnTo>
                  <a:pt x="22976" y="26074"/>
                </a:lnTo>
                <a:lnTo>
                  <a:pt x="20939" y="28774"/>
                </a:lnTo>
                <a:lnTo>
                  <a:pt x="21386" y="28111"/>
                </a:lnTo>
                <a:lnTo>
                  <a:pt x="19630" y="31027"/>
                </a:lnTo>
                <a:lnTo>
                  <a:pt x="20011" y="30315"/>
                </a:lnTo>
                <a:lnTo>
                  <a:pt x="18520" y="33395"/>
                </a:lnTo>
                <a:lnTo>
                  <a:pt x="18851" y="32650"/>
                </a:lnTo>
                <a:lnTo>
                  <a:pt x="17659" y="35880"/>
                </a:lnTo>
                <a:lnTo>
                  <a:pt x="17906" y="35102"/>
                </a:lnTo>
                <a:lnTo>
                  <a:pt x="17029" y="38465"/>
                </a:lnTo>
                <a:lnTo>
                  <a:pt x="17211" y="37653"/>
                </a:lnTo>
                <a:lnTo>
                  <a:pt x="16665" y="41148"/>
                </a:lnTo>
                <a:lnTo>
                  <a:pt x="16747" y="40320"/>
                </a:lnTo>
                <a:lnTo>
                  <a:pt x="16564" y="4391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85DB2AA9-6179-461D-969C-227E0111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070" y="1455859"/>
            <a:ext cx="70402" cy="70402"/>
          </a:xfrm>
          <a:custGeom xmlns:a="http://schemas.openxmlformats.org/drawingml/2006/main">
            <a:pathLst>
              <a:path w="70402" h="70402">
                <a:moveTo>
                  <a:pt x="496" y="34290"/>
                </a:moveTo>
                <a:cubicBezTo>
                  <a:pt x="0" y="15753"/>
                  <a:pt x="15753" y="0"/>
                  <a:pt x="35201" y="0"/>
                </a:cubicBezTo>
                <a:cubicBezTo>
                  <a:pt x="54648" y="0"/>
                  <a:pt x="70402" y="15753"/>
                  <a:pt x="70402" y="35201"/>
                </a:cubicBezTo>
                <a:cubicBezTo>
                  <a:pt x="70402" y="54649"/>
                  <a:pt x="54648" y="70402"/>
                  <a:pt x="35201" y="70402"/>
                </a:cubicBezTo>
                <a:cubicBezTo>
                  <a:pt x="15753" y="70402"/>
                  <a:pt x="0" y="54649"/>
                  <a:pt x="496" y="34290"/>
                </a:cubicBez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9A7BE2B8-4AE4-4044-A4AF-12C24EE6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770" y="1448619"/>
            <a:ext cx="87001" cy="85940"/>
          </a:xfrm>
          <a:custGeom xmlns:a="http://schemas.openxmlformats.org/drawingml/2006/main">
            <a:pathLst>
              <a:path w="87001" h="85940">
                <a:moveTo>
                  <a:pt x="215" y="46449"/>
                </a:moveTo>
                <a:lnTo>
                  <a:pt x="0" y="42440"/>
                </a:lnTo>
                <a:lnTo>
                  <a:pt x="233" y="38001"/>
                </a:lnTo>
                <a:lnTo>
                  <a:pt x="895" y="33694"/>
                </a:lnTo>
                <a:lnTo>
                  <a:pt x="1956" y="29519"/>
                </a:lnTo>
                <a:lnTo>
                  <a:pt x="2899" y="26935"/>
                </a:lnTo>
                <a:lnTo>
                  <a:pt x="18471" y="32617"/>
                </a:lnTo>
                <a:lnTo>
                  <a:pt x="17660" y="34821"/>
                </a:lnTo>
                <a:lnTo>
                  <a:pt x="17907" y="34042"/>
                </a:lnTo>
                <a:lnTo>
                  <a:pt x="17029" y="37404"/>
                </a:lnTo>
                <a:lnTo>
                  <a:pt x="17196" y="36593"/>
                </a:lnTo>
                <a:lnTo>
                  <a:pt x="16666" y="40088"/>
                </a:lnTo>
                <a:lnTo>
                  <a:pt x="16748" y="39260"/>
                </a:lnTo>
                <a:lnTo>
                  <a:pt x="16565" y="42855"/>
                </a:lnTo>
                <a:lnTo>
                  <a:pt x="16565" y="42026"/>
                </a:lnTo>
                <a:lnTo>
                  <a:pt x="16748" y="45621"/>
                </a:lnTo>
                <a:lnTo>
                  <a:pt x="215" y="46449"/>
                </a:lnTo>
                <a:moveTo>
                  <a:pt x="14429" y="10155"/>
                </a:moveTo>
                <a:lnTo>
                  <a:pt x="15836" y="8879"/>
                </a:lnTo>
                <a:lnTo>
                  <a:pt x="19183" y="6378"/>
                </a:lnTo>
                <a:lnTo>
                  <a:pt x="22761" y="4208"/>
                </a:lnTo>
                <a:lnTo>
                  <a:pt x="26571" y="2369"/>
                </a:lnTo>
                <a:lnTo>
                  <a:pt x="30580" y="895"/>
                </a:lnTo>
                <a:lnTo>
                  <a:pt x="32352" y="447"/>
                </a:lnTo>
                <a:lnTo>
                  <a:pt x="36493" y="16482"/>
                </a:lnTo>
                <a:lnTo>
                  <a:pt x="35102" y="16847"/>
                </a:lnTo>
                <a:lnTo>
                  <a:pt x="35881" y="16598"/>
                </a:lnTo>
                <a:lnTo>
                  <a:pt x="32650" y="17791"/>
                </a:lnTo>
                <a:lnTo>
                  <a:pt x="33396" y="17460"/>
                </a:lnTo>
                <a:lnTo>
                  <a:pt x="30315" y="18951"/>
                </a:lnTo>
                <a:lnTo>
                  <a:pt x="31026" y="18570"/>
                </a:lnTo>
                <a:lnTo>
                  <a:pt x="28112" y="20326"/>
                </a:lnTo>
                <a:lnTo>
                  <a:pt x="28774" y="19879"/>
                </a:lnTo>
                <a:lnTo>
                  <a:pt x="26075" y="21916"/>
                </a:lnTo>
                <a:lnTo>
                  <a:pt x="26687" y="21402"/>
                </a:lnTo>
                <a:lnTo>
                  <a:pt x="25577" y="22413"/>
                </a:lnTo>
                <a:lnTo>
                  <a:pt x="14429" y="10155"/>
                </a:lnTo>
                <a:moveTo>
                  <a:pt x="52893" y="0"/>
                </a:moveTo>
                <a:lnTo>
                  <a:pt x="56422" y="895"/>
                </a:lnTo>
                <a:lnTo>
                  <a:pt x="60431" y="2369"/>
                </a:lnTo>
                <a:lnTo>
                  <a:pt x="64240" y="4208"/>
                </a:lnTo>
                <a:lnTo>
                  <a:pt x="67819" y="6378"/>
                </a:lnTo>
                <a:lnTo>
                  <a:pt x="70601" y="8448"/>
                </a:lnTo>
                <a:lnTo>
                  <a:pt x="60679" y="21717"/>
                </a:lnTo>
                <a:lnTo>
                  <a:pt x="58227" y="19879"/>
                </a:lnTo>
                <a:lnTo>
                  <a:pt x="58873" y="20326"/>
                </a:lnTo>
                <a:lnTo>
                  <a:pt x="55974" y="18570"/>
                </a:lnTo>
                <a:lnTo>
                  <a:pt x="56686" y="18951"/>
                </a:lnTo>
                <a:lnTo>
                  <a:pt x="53606" y="17460"/>
                </a:lnTo>
                <a:lnTo>
                  <a:pt x="54351" y="17791"/>
                </a:lnTo>
                <a:lnTo>
                  <a:pt x="51121" y="16598"/>
                </a:lnTo>
                <a:lnTo>
                  <a:pt x="51899" y="16847"/>
                </a:lnTo>
                <a:lnTo>
                  <a:pt x="48769" y="16035"/>
                </a:lnTo>
                <a:lnTo>
                  <a:pt x="52893" y="0"/>
                </a:lnTo>
                <a:moveTo>
                  <a:pt x="83091" y="24517"/>
                </a:moveTo>
                <a:lnTo>
                  <a:pt x="83571" y="25511"/>
                </a:lnTo>
                <a:lnTo>
                  <a:pt x="85029" y="29519"/>
                </a:lnTo>
                <a:lnTo>
                  <a:pt x="86106" y="33694"/>
                </a:lnTo>
                <a:lnTo>
                  <a:pt x="86770" y="38001"/>
                </a:lnTo>
                <a:lnTo>
                  <a:pt x="87001" y="42440"/>
                </a:lnTo>
                <a:lnTo>
                  <a:pt x="86885" y="44644"/>
                </a:lnTo>
                <a:lnTo>
                  <a:pt x="70337" y="43815"/>
                </a:lnTo>
                <a:lnTo>
                  <a:pt x="70436" y="42026"/>
                </a:lnTo>
                <a:lnTo>
                  <a:pt x="70436" y="42855"/>
                </a:lnTo>
                <a:lnTo>
                  <a:pt x="70254" y="39260"/>
                </a:lnTo>
                <a:lnTo>
                  <a:pt x="70337" y="40088"/>
                </a:lnTo>
                <a:lnTo>
                  <a:pt x="69789" y="36593"/>
                </a:lnTo>
                <a:lnTo>
                  <a:pt x="69972" y="37404"/>
                </a:lnTo>
                <a:lnTo>
                  <a:pt x="69094" y="34042"/>
                </a:lnTo>
                <a:lnTo>
                  <a:pt x="69343" y="34821"/>
                </a:lnTo>
                <a:lnTo>
                  <a:pt x="68150" y="31590"/>
                </a:lnTo>
                <a:lnTo>
                  <a:pt x="68481" y="32335"/>
                </a:lnTo>
                <a:lnTo>
                  <a:pt x="68166" y="31706"/>
                </a:lnTo>
                <a:lnTo>
                  <a:pt x="83091" y="24517"/>
                </a:lnTo>
                <a:moveTo>
                  <a:pt x="81071" y="64273"/>
                </a:moveTo>
                <a:lnTo>
                  <a:pt x="79564" y="66758"/>
                </a:lnTo>
                <a:lnTo>
                  <a:pt x="77062" y="70104"/>
                </a:lnTo>
                <a:lnTo>
                  <a:pt x="74263" y="73202"/>
                </a:lnTo>
                <a:lnTo>
                  <a:pt x="71165" y="76001"/>
                </a:lnTo>
                <a:lnTo>
                  <a:pt x="67819" y="78503"/>
                </a:lnTo>
                <a:lnTo>
                  <a:pt x="67040" y="78983"/>
                </a:lnTo>
                <a:lnTo>
                  <a:pt x="58427" y="64820"/>
                </a:lnTo>
                <a:lnTo>
                  <a:pt x="58873" y="64555"/>
                </a:lnTo>
                <a:lnTo>
                  <a:pt x="58227" y="65002"/>
                </a:lnTo>
                <a:lnTo>
                  <a:pt x="60928" y="62965"/>
                </a:lnTo>
                <a:lnTo>
                  <a:pt x="60314" y="63478"/>
                </a:lnTo>
                <a:lnTo>
                  <a:pt x="62816" y="61208"/>
                </a:lnTo>
                <a:lnTo>
                  <a:pt x="62270" y="61755"/>
                </a:lnTo>
                <a:lnTo>
                  <a:pt x="64538" y="59254"/>
                </a:lnTo>
                <a:lnTo>
                  <a:pt x="64024" y="59867"/>
                </a:lnTo>
                <a:lnTo>
                  <a:pt x="66063" y="57167"/>
                </a:lnTo>
                <a:lnTo>
                  <a:pt x="65615" y="57829"/>
                </a:lnTo>
                <a:lnTo>
                  <a:pt x="66925" y="55676"/>
                </a:lnTo>
                <a:lnTo>
                  <a:pt x="81071" y="64273"/>
                </a:lnTo>
                <a:moveTo>
                  <a:pt x="48536" y="85626"/>
                </a:moveTo>
                <a:lnTo>
                  <a:pt x="47940" y="85708"/>
                </a:lnTo>
                <a:lnTo>
                  <a:pt x="43501" y="85940"/>
                </a:lnTo>
                <a:lnTo>
                  <a:pt x="39061" y="85708"/>
                </a:lnTo>
                <a:lnTo>
                  <a:pt x="34737" y="85046"/>
                </a:lnTo>
                <a:lnTo>
                  <a:pt x="30580" y="83986"/>
                </a:lnTo>
                <a:lnTo>
                  <a:pt x="28162" y="83091"/>
                </a:lnTo>
                <a:lnTo>
                  <a:pt x="33860" y="67536"/>
                </a:lnTo>
                <a:lnTo>
                  <a:pt x="35881" y="68282"/>
                </a:lnTo>
                <a:lnTo>
                  <a:pt x="35102" y="68033"/>
                </a:lnTo>
                <a:lnTo>
                  <a:pt x="38465" y="68912"/>
                </a:lnTo>
                <a:lnTo>
                  <a:pt x="37653" y="68746"/>
                </a:lnTo>
                <a:lnTo>
                  <a:pt x="41148" y="69276"/>
                </a:lnTo>
                <a:lnTo>
                  <a:pt x="40321" y="69193"/>
                </a:lnTo>
                <a:lnTo>
                  <a:pt x="43915" y="69375"/>
                </a:lnTo>
                <a:lnTo>
                  <a:pt x="43087" y="69375"/>
                </a:lnTo>
                <a:lnTo>
                  <a:pt x="46681" y="69193"/>
                </a:lnTo>
                <a:lnTo>
                  <a:pt x="45853" y="69276"/>
                </a:lnTo>
                <a:lnTo>
                  <a:pt x="46267" y="69210"/>
                </a:lnTo>
                <a:lnTo>
                  <a:pt x="46035" y="69243"/>
                </a:lnTo>
                <a:lnTo>
                  <a:pt x="48536" y="85626"/>
                </a:lnTo>
                <a:moveTo>
                  <a:pt x="11331" y="71645"/>
                </a:moveTo>
                <a:lnTo>
                  <a:pt x="9940" y="70104"/>
                </a:lnTo>
                <a:lnTo>
                  <a:pt x="7438" y="66758"/>
                </a:lnTo>
                <a:lnTo>
                  <a:pt x="5251" y="63180"/>
                </a:lnTo>
                <a:lnTo>
                  <a:pt x="3430" y="59370"/>
                </a:lnTo>
                <a:lnTo>
                  <a:pt x="1956" y="55361"/>
                </a:lnTo>
                <a:lnTo>
                  <a:pt x="1541" y="53754"/>
                </a:lnTo>
                <a:lnTo>
                  <a:pt x="17593" y="49630"/>
                </a:lnTo>
                <a:lnTo>
                  <a:pt x="17907" y="50839"/>
                </a:lnTo>
                <a:lnTo>
                  <a:pt x="17660" y="50060"/>
                </a:lnTo>
                <a:lnTo>
                  <a:pt x="18835" y="53290"/>
                </a:lnTo>
                <a:lnTo>
                  <a:pt x="18521" y="52545"/>
                </a:lnTo>
                <a:lnTo>
                  <a:pt x="20012" y="55627"/>
                </a:lnTo>
                <a:lnTo>
                  <a:pt x="19630" y="54914"/>
                </a:lnTo>
                <a:lnTo>
                  <a:pt x="21386" y="57829"/>
                </a:lnTo>
                <a:lnTo>
                  <a:pt x="20939" y="57167"/>
                </a:lnTo>
                <a:lnTo>
                  <a:pt x="22977" y="59867"/>
                </a:lnTo>
                <a:lnTo>
                  <a:pt x="22463" y="59254"/>
                </a:lnTo>
                <a:lnTo>
                  <a:pt x="23590" y="60496"/>
                </a:lnTo>
                <a:lnTo>
                  <a:pt x="11331" y="7164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CE92E2B6-8820-4C5A-A4F4-C643E6F5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2516" y="1385457"/>
            <a:ext cx="70899" cy="70402"/>
          </a:xfrm>
          <a:custGeom xmlns:a="http://schemas.openxmlformats.org/drawingml/2006/main">
            <a:pathLst>
              <a:path w="70899" h="70402">
                <a:moveTo>
                  <a:pt x="0" y="35118"/>
                </a:moveTo>
                <a:cubicBezTo>
                  <a:pt x="496" y="15753"/>
                  <a:pt x="16251" y="0"/>
                  <a:pt x="35698" y="0"/>
                </a:cubicBezTo>
                <a:cubicBezTo>
                  <a:pt x="55145" y="0"/>
                  <a:pt x="70899" y="15753"/>
                  <a:pt x="70899" y="35201"/>
                </a:cubicBezTo>
                <a:cubicBezTo>
                  <a:pt x="70899" y="54649"/>
                  <a:pt x="55145" y="70402"/>
                  <a:pt x="35698" y="70402"/>
                </a:cubicBezTo>
                <a:cubicBezTo>
                  <a:pt x="16251" y="70402"/>
                  <a:pt x="496" y="54649"/>
                  <a:pt x="0" y="35118"/>
                </a:cubicBez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4B2C1B78-E600-4032-BB40-F6032E18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4714" y="1377158"/>
            <a:ext cx="87001" cy="87000"/>
          </a:xfrm>
          <a:custGeom xmlns:a="http://schemas.openxmlformats.org/drawingml/2006/main">
            <a:pathLst>
              <a:path w="87001" h="87000">
                <a:moveTo>
                  <a:pt x="231" y="39060"/>
                </a:moveTo>
                <a:lnTo>
                  <a:pt x="895" y="34753"/>
                </a:lnTo>
                <a:lnTo>
                  <a:pt x="1954" y="30579"/>
                </a:lnTo>
                <a:lnTo>
                  <a:pt x="3430" y="26571"/>
                </a:lnTo>
                <a:lnTo>
                  <a:pt x="5268" y="22760"/>
                </a:lnTo>
                <a:lnTo>
                  <a:pt x="7438" y="19182"/>
                </a:lnTo>
                <a:lnTo>
                  <a:pt x="9939" y="15836"/>
                </a:lnTo>
                <a:lnTo>
                  <a:pt x="12739" y="12738"/>
                </a:lnTo>
                <a:lnTo>
                  <a:pt x="15836" y="9939"/>
                </a:lnTo>
                <a:lnTo>
                  <a:pt x="19183" y="7438"/>
                </a:lnTo>
                <a:lnTo>
                  <a:pt x="22761" y="5268"/>
                </a:lnTo>
                <a:lnTo>
                  <a:pt x="26571" y="3429"/>
                </a:lnTo>
                <a:lnTo>
                  <a:pt x="30580" y="1955"/>
                </a:lnTo>
                <a:lnTo>
                  <a:pt x="34737" y="894"/>
                </a:lnTo>
                <a:lnTo>
                  <a:pt x="39060" y="232"/>
                </a:lnTo>
                <a:lnTo>
                  <a:pt x="43500" y="0"/>
                </a:lnTo>
                <a:lnTo>
                  <a:pt x="47940" y="232"/>
                </a:lnTo>
                <a:lnTo>
                  <a:pt x="52247" y="894"/>
                </a:lnTo>
                <a:lnTo>
                  <a:pt x="56421" y="1955"/>
                </a:lnTo>
                <a:lnTo>
                  <a:pt x="60430" y="3429"/>
                </a:lnTo>
                <a:lnTo>
                  <a:pt x="64240" y="5268"/>
                </a:lnTo>
                <a:lnTo>
                  <a:pt x="67818" y="7438"/>
                </a:lnTo>
                <a:lnTo>
                  <a:pt x="71165" y="9939"/>
                </a:lnTo>
                <a:lnTo>
                  <a:pt x="74261" y="12738"/>
                </a:lnTo>
                <a:lnTo>
                  <a:pt x="77061" y="15836"/>
                </a:lnTo>
                <a:lnTo>
                  <a:pt x="79562" y="19182"/>
                </a:lnTo>
                <a:lnTo>
                  <a:pt x="81733" y="22760"/>
                </a:lnTo>
                <a:lnTo>
                  <a:pt x="83571" y="26571"/>
                </a:lnTo>
                <a:lnTo>
                  <a:pt x="85029" y="30579"/>
                </a:lnTo>
                <a:lnTo>
                  <a:pt x="86106" y="34753"/>
                </a:lnTo>
                <a:lnTo>
                  <a:pt x="86768" y="39060"/>
                </a:lnTo>
                <a:lnTo>
                  <a:pt x="87001" y="43500"/>
                </a:lnTo>
                <a:lnTo>
                  <a:pt x="86768" y="47940"/>
                </a:lnTo>
                <a:lnTo>
                  <a:pt x="86106" y="52247"/>
                </a:lnTo>
                <a:lnTo>
                  <a:pt x="85029" y="56421"/>
                </a:lnTo>
                <a:lnTo>
                  <a:pt x="83571" y="60430"/>
                </a:lnTo>
                <a:lnTo>
                  <a:pt x="81733" y="64240"/>
                </a:lnTo>
                <a:lnTo>
                  <a:pt x="79562" y="67818"/>
                </a:lnTo>
                <a:lnTo>
                  <a:pt x="77061" y="71164"/>
                </a:lnTo>
                <a:lnTo>
                  <a:pt x="74261" y="74262"/>
                </a:lnTo>
                <a:lnTo>
                  <a:pt x="71165" y="77061"/>
                </a:lnTo>
                <a:lnTo>
                  <a:pt x="67818" y="79562"/>
                </a:lnTo>
                <a:lnTo>
                  <a:pt x="64240" y="81732"/>
                </a:lnTo>
                <a:lnTo>
                  <a:pt x="60430" y="83571"/>
                </a:lnTo>
                <a:lnTo>
                  <a:pt x="56421" y="85046"/>
                </a:lnTo>
                <a:lnTo>
                  <a:pt x="52247" y="86106"/>
                </a:lnTo>
                <a:lnTo>
                  <a:pt x="47940" y="86768"/>
                </a:lnTo>
                <a:lnTo>
                  <a:pt x="43500" y="87000"/>
                </a:lnTo>
                <a:lnTo>
                  <a:pt x="39060" y="86768"/>
                </a:lnTo>
                <a:lnTo>
                  <a:pt x="34737" y="86106"/>
                </a:lnTo>
                <a:lnTo>
                  <a:pt x="30580" y="85046"/>
                </a:lnTo>
                <a:lnTo>
                  <a:pt x="26571" y="83571"/>
                </a:lnTo>
                <a:lnTo>
                  <a:pt x="22761" y="81732"/>
                </a:lnTo>
                <a:lnTo>
                  <a:pt x="19183" y="79562"/>
                </a:lnTo>
                <a:lnTo>
                  <a:pt x="15836" y="77061"/>
                </a:lnTo>
                <a:lnTo>
                  <a:pt x="12739" y="74262"/>
                </a:lnTo>
                <a:lnTo>
                  <a:pt x="9939" y="71164"/>
                </a:lnTo>
                <a:lnTo>
                  <a:pt x="7438" y="67818"/>
                </a:lnTo>
                <a:lnTo>
                  <a:pt x="5268" y="64240"/>
                </a:lnTo>
                <a:lnTo>
                  <a:pt x="3430" y="60430"/>
                </a:lnTo>
                <a:lnTo>
                  <a:pt x="1954" y="56421"/>
                </a:lnTo>
                <a:lnTo>
                  <a:pt x="895" y="52247"/>
                </a:lnTo>
                <a:lnTo>
                  <a:pt x="231" y="47940"/>
                </a:lnTo>
                <a:lnTo>
                  <a:pt x="0" y="43500"/>
                </a:lnTo>
                <a:lnTo>
                  <a:pt x="231" y="39060"/>
                </a:lnTo>
                <a:moveTo>
                  <a:pt x="16565" y="43914"/>
                </a:moveTo>
                <a:lnTo>
                  <a:pt x="16565" y="43086"/>
                </a:lnTo>
                <a:lnTo>
                  <a:pt x="16748" y="46681"/>
                </a:lnTo>
                <a:lnTo>
                  <a:pt x="16665" y="45852"/>
                </a:lnTo>
                <a:lnTo>
                  <a:pt x="17195" y="49348"/>
                </a:lnTo>
                <a:lnTo>
                  <a:pt x="17029" y="48536"/>
                </a:lnTo>
                <a:lnTo>
                  <a:pt x="17906" y="51899"/>
                </a:lnTo>
                <a:lnTo>
                  <a:pt x="17658" y="51120"/>
                </a:lnTo>
                <a:lnTo>
                  <a:pt x="18851" y="54350"/>
                </a:lnTo>
                <a:lnTo>
                  <a:pt x="18520" y="53605"/>
                </a:lnTo>
                <a:lnTo>
                  <a:pt x="20011" y="56686"/>
                </a:lnTo>
                <a:lnTo>
                  <a:pt x="19630" y="55974"/>
                </a:lnTo>
                <a:lnTo>
                  <a:pt x="21386" y="58889"/>
                </a:lnTo>
                <a:lnTo>
                  <a:pt x="20938" y="58227"/>
                </a:lnTo>
                <a:lnTo>
                  <a:pt x="22977" y="60927"/>
                </a:lnTo>
                <a:lnTo>
                  <a:pt x="22463" y="60314"/>
                </a:lnTo>
                <a:lnTo>
                  <a:pt x="24732" y="62815"/>
                </a:lnTo>
                <a:lnTo>
                  <a:pt x="24185" y="62268"/>
                </a:lnTo>
                <a:lnTo>
                  <a:pt x="26687" y="64538"/>
                </a:lnTo>
                <a:lnTo>
                  <a:pt x="26073" y="64024"/>
                </a:lnTo>
                <a:lnTo>
                  <a:pt x="28774" y="66062"/>
                </a:lnTo>
                <a:lnTo>
                  <a:pt x="28111" y="65614"/>
                </a:lnTo>
                <a:lnTo>
                  <a:pt x="31026" y="67370"/>
                </a:lnTo>
                <a:lnTo>
                  <a:pt x="30315" y="66990"/>
                </a:lnTo>
                <a:lnTo>
                  <a:pt x="33396" y="68480"/>
                </a:lnTo>
                <a:lnTo>
                  <a:pt x="32650" y="68149"/>
                </a:lnTo>
                <a:lnTo>
                  <a:pt x="35880" y="69342"/>
                </a:lnTo>
                <a:lnTo>
                  <a:pt x="35102" y="69093"/>
                </a:lnTo>
                <a:lnTo>
                  <a:pt x="38465" y="69971"/>
                </a:lnTo>
                <a:lnTo>
                  <a:pt x="37653" y="69806"/>
                </a:lnTo>
                <a:lnTo>
                  <a:pt x="41148" y="70336"/>
                </a:lnTo>
                <a:lnTo>
                  <a:pt x="40320" y="70253"/>
                </a:lnTo>
                <a:lnTo>
                  <a:pt x="43914" y="70435"/>
                </a:lnTo>
                <a:lnTo>
                  <a:pt x="43087" y="70435"/>
                </a:lnTo>
                <a:lnTo>
                  <a:pt x="46680" y="70253"/>
                </a:lnTo>
                <a:lnTo>
                  <a:pt x="45853" y="70336"/>
                </a:lnTo>
                <a:lnTo>
                  <a:pt x="49348" y="69806"/>
                </a:lnTo>
                <a:lnTo>
                  <a:pt x="48536" y="69971"/>
                </a:lnTo>
                <a:lnTo>
                  <a:pt x="51899" y="69093"/>
                </a:lnTo>
                <a:lnTo>
                  <a:pt x="51120" y="69342"/>
                </a:lnTo>
                <a:lnTo>
                  <a:pt x="54351" y="68149"/>
                </a:lnTo>
                <a:lnTo>
                  <a:pt x="53605" y="68480"/>
                </a:lnTo>
                <a:lnTo>
                  <a:pt x="56686" y="66990"/>
                </a:lnTo>
                <a:lnTo>
                  <a:pt x="55974" y="67370"/>
                </a:lnTo>
                <a:lnTo>
                  <a:pt x="58889" y="65614"/>
                </a:lnTo>
                <a:lnTo>
                  <a:pt x="58227" y="66062"/>
                </a:lnTo>
                <a:lnTo>
                  <a:pt x="60927" y="64024"/>
                </a:lnTo>
                <a:lnTo>
                  <a:pt x="60314" y="64538"/>
                </a:lnTo>
                <a:lnTo>
                  <a:pt x="62815" y="62268"/>
                </a:lnTo>
                <a:lnTo>
                  <a:pt x="62268" y="62815"/>
                </a:lnTo>
                <a:lnTo>
                  <a:pt x="64538" y="60314"/>
                </a:lnTo>
                <a:lnTo>
                  <a:pt x="64024" y="60927"/>
                </a:lnTo>
                <a:lnTo>
                  <a:pt x="66061" y="58227"/>
                </a:lnTo>
                <a:lnTo>
                  <a:pt x="65615" y="58889"/>
                </a:lnTo>
                <a:lnTo>
                  <a:pt x="67371" y="55974"/>
                </a:lnTo>
                <a:lnTo>
                  <a:pt x="66990" y="56686"/>
                </a:lnTo>
                <a:lnTo>
                  <a:pt x="68480" y="53605"/>
                </a:lnTo>
                <a:lnTo>
                  <a:pt x="68150" y="54350"/>
                </a:lnTo>
                <a:lnTo>
                  <a:pt x="69341" y="51120"/>
                </a:lnTo>
                <a:lnTo>
                  <a:pt x="69093" y="51899"/>
                </a:lnTo>
                <a:lnTo>
                  <a:pt x="69972" y="48536"/>
                </a:lnTo>
                <a:lnTo>
                  <a:pt x="69789" y="49348"/>
                </a:lnTo>
                <a:lnTo>
                  <a:pt x="70335" y="45852"/>
                </a:lnTo>
                <a:lnTo>
                  <a:pt x="70253" y="46681"/>
                </a:lnTo>
                <a:lnTo>
                  <a:pt x="70436" y="43086"/>
                </a:lnTo>
                <a:lnTo>
                  <a:pt x="70436" y="43914"/>
                </a:lnTo>
                <a:lnTo>
                  <a:pt x="70253" y="40320"/>
                </a:lnTo>
                <a:lnTo>
                  <a:pt x="70335" y="41148"/>
                </a:lnTo>
                <a:lnTo>
                  <a:pt x="69789" y="37652"/>
                </a:lnTo>
                <a:lnTo>
                  <a:pt x="69972" y="38464"/>
                </a:lnTo>
                <a:lnTo>
                  <a:pt x="69093" y="35101"/>
                </a:lnTo>
                <a:lnTo>
                  <a:pt x="69341" y="35880"/>
                </a:lnTo>
                <a:lnTo>
                  <a:pt x="68150" y="32650"/>
                </a:lnTo>
                <a:lnTo>
                  <a:pt x="68480" y="33395"/>
                </a:lnTo>
                <a:lnTo>
                  <a:pt x="66990" y="30314"/>
                </a:lnTo>
                <a:lnTo>
                  <a:pt x="67371" y="31026"/>
                </a:lnTo>
                <a:lnTo>
                  <a:pt x="65615" y="28111"/>
                </a:lnTo>
                <a:lnTo>
                  <a:pt x="66061" y="28774"/>
                </a:lnTo>
                <a:lnTo>
                  <a:pt x="64024" y="26074"/>
                </a:lnTo>
                <a:lnTo>
                  <a:pt x="64538" y="26686"/>
                </a:lnTo>
                <a:lnTo>
                  <a:pt x="62268" y="24185"/>
                </a:lnTo>
                <a:lnTo>
                  <a:pt x="62815" y="24732"/>
                </a:lnTo>
                <a:lnTo>
                  <a:pt x="60314" y="22462"/>
                </a:lnTo>
                <a:lnTo>
                  <a:pt x="60927" y="22976"/>
                </a:lnTo>
                <a:lnTo>
                  <a:pt x="58227" y="20938"/>
                </a:lnTo>
                <a:lnTo>
                  <a:pt x="58889" y="21385"/>
                </a:lnTo>
                <a:lnTo>
                  <a:pt x="55974" y="19630"/>
                </a:lnTo>
                <a:lnTo>
                  <a:pt x="56686" y="20011"/>
                </a:lnTo>
                <a:lnTo>
                  <a:pt x="53605" y="18520"/>
                </a:lnTo>
                <a:lnTo>
                  <a:pt x="54351" y="18851"/>
                </a:lnTo>
                <a:lnTo>
                  <a:pt x="51120" y="17658"/>
                </a:lnTo>
                <a:lnTo>
                  <a:pt x="51899" y="17907"/>
                </a:lnTo>
                <a:lnTo>
                  <a:pt x="48536" y="17029"/>
                </a:lnTo>
                <a:lnTo>
                  <a:pt x="49348" y="17194"/>
                </a:lnTo>
                <a:lnTo>
                  <a:pt x="45853" y="16665"/>
                </a:lnTo>
                <a:lnTo>
                  <a:pt x="46680" y="16748"/>
                </a:lnTo>
                <a:lnTo>
                  <a:pt x="43087" y="16565"/>
                </a:lnTo>
                <a:lnTo>
                  <a:pt x="43914" y="16565"/>
                </a:lnTo>
                <a:lnTo>
                  <a:pt x="40320" y="16748"/>
                </a:lnTo>
                <a:lnTo>
                  <a:pt x="41148" y="16665"/>
                </a:lnTo>
                <a:lnTo>
                  <a:pt x="37653" y="17194"/>
                </a:lnTo>
                <a:lnTo>
                  <a:pt x="38465" y="17029"/>
                </a:lnTo>
                <a:lnTo>
                  <a:pt x="35102" y="17907"/>
                </a:lnTo>
                <a:lnTo>
                  <a:pt x="35880" y="17658"/>
                </a:lnTo>
                <a:lnTo>
                  <a:pt x="32650" y="18851"/>
                </a:lnTo>
                <a:lnTo>
                  <a:pt x="33396" y="18520"/>
                </a:lnTo>
                <a:lnTo>
                  <a:pt x="30315" y="20011"/>
                </a:lnTo>
                <a:lnTo>
                  <a:pt x="31026" y="19630"/>
                </a:lnTo>
                <a:lnTo>
                  <a:pt x="28111" y="21385"/>
                </a:lnTo>
                <a:lnTo>
                  <a:pt x="28774" y="20938"/>
                </a:lnTo>
                <a:lnTo>
                  <a:pt x="26073" y="22976"/>
                </a:lnTo>
                <a:lnTo>
                  <a:pt x="26687" y="22462"/>
                </a:lnTo>
                <a:lnTo>
                  <a:pt x="24185" y="24732"/>
                </a:lnTo>
                <a:lnTo>
                  <a:pt x="24732" y="24185"/>
                </a:lnTo>
                <a:lnTo>
                  <a:pt x="22463" y="26686"/>
                </a:lnTo>
                <a:lnTo>
                  <a:pt x="22977" y="26074"/>
                </a:lnTo>
                <a:lnTo>
                  <a:pt x="20938" y="28774"/>
                </a:lnTo>
                <a:lnTo>
                  <a:pt x="21386" y="28111"/>
                </a:lnTo>
                <a:lnTo>
                  <a:pt x="19630" y="31026"/>
                </a:lnTo>
                <a:lnTo>
                  <a:pt x="20011" y="30314"/>
                </a:lnTo>
                <a:lnTo>
                  <a:pt x="18520" y="33395"/>
                </a:lnTo>
                <a:lnTo>
                  <a:pt x="18851" y="32650"/>
                </a:lnTo>
                <a:lnTo>
                  <a:pt x="17658" y="35880"/>
                </a:lnTo>
                <a:lnTo>
                  <a:pt x="17906" y="35101"/>
                </a:lnTo>
                <a:lnTo>
                  <a:pt x="17029" y="38464"/>
                </a:lnTo>
                <a:lnTo>
                  <a:pt x="17195" y="37652"/>
                </a:lnTo>
                <a:lnTo>
                  <a:pt x="16665" y="41148"/>
                </a:lnTo>
                <a:lnTo>
                  <a:pt x="16748" y="40320"/>
                </a:lnTo>
                <a:lnTo>
                  <a:pt x="16565" y="4391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D664133F-238E-4E71-8563-EBCC3B10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7181" y="1526261"/>
            <a:ext cx="70402" cy="70402"/>
          </a:xfrm>
          <a:custGeom xmlns:a="http://schemas.openxmlformats.org/drawingml/2006/main">
            <a:pathLst>
              <a:path w="70402" h="70402">
                <a:moveTo>
                  <a:pt x="0" y="35450"/>
                </a:moveTo>
                <a:cubicBezTo>
                  <a:pt x="0" y="15754"/>
                  <a:pt x="15753" y="0"/>
                  <a:pt x="35201" y="0"/>
                </a:cubicBezTo>
                <a:cubicBezTo>
                  <a:pt x="54649" y="0"/>
                  <a:pt x="70402" y="15754"/>
                  <a:pt x="70402" y="35201"/>
                </a:cubicBezTo>
                <a:cubicBezTo>
                  <a:pt x="70402" y="54649"/>
                  <a:pt x="54649" y="70402"/>
                  <a:pt x="35201" y="70402"/>
                </a:cubicBezTo>
                <a:cubicBezTo>
                  <a:pt x="15753" y="70402"/>
                  <a:pt x="0" y="54649"/>
                  <a:pt x="0" y="35450"/>
                </a:cubicBez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B1A0C856-067B-4A2C-89FC-834B5787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881" y="1517961"/>
            <a:ext cx="87001" cy="87001"/>
          </a:xfrm>
          <a:custGeom xmlns:a="http://schemas.openxmlformats.org/drawingml/2006/main">
            <a:pathLst>
              <a:path w="87001" h="87001">
                <a:moveTo>
                  <a:pt x="233" y="39061"/>
                </a:moveTo>
                <a:lnTo>
                  <a:pt x="895" y="34754"/>
                </a:lnTo>
                <a:lnTo>
                  <a:pt x="1972" y="30580"/>
                </a:lnTo>
                <a:lnTo>
                  <a:pt x="3430" y="26571"/>
                </a:lnTo>
                <a:lnTo>
                  <a:pt x="5269" y="22761"/>
                </a:lnTo>
                <a:lnTo>
                  <a:pt x="7438" y="19183"/>
                </a:lnTo>
                <a:lnTo>
                  <a:pt x="9940" y="15837"/>
                </a:lnTo>
                <a:lnTo>
                  <a:pt x="12740" y="12739"/>
                </a:lnTo>
                <a:lnTo>
                  <a:pt x="15837" y="9940"/>
                </a:lnTo>
                <a:lnTo>
                  <a:pt x="19183" y="7438"/>
                </a:lnTo>
                <a:lnTo>
                  <a:pt x="22761" y="5268"/>
                </a:lnTo>
                <a:lnTo>
                  <a:pt x="26571" y="3429"/>
                </a:lnTo>
                <a:lnTo>
                  <a:pt x="30580" y="1955"/>
                </a:lnTo>
                <a:lnTo>
                  <a:pt x="34754" y="895"/>
                </a:lnTo>
                <a:lnTo>
                  <a:pt x="39061" y="232"/>
                </a:lnTo>
                <a:lnTo>
                  <a:pt x="43501" y="0"/>
                </a:lnTo>
                <a:lnTo>
                  <a:pt x="47940" y="232"/>
                </a:lnTo>
                <a:lnTo>
                  <a:pt x="52264" y="895"/>
                </a:lnTo>
                <a:lnTo>
                  <a:pt x="56421" y="1955"/>
                </a:lnTo>
                <a:lnTo>
                  <a:pt x="60430" y="3429"/>
                </a:lnTo>
                <a:lnTo>
                  <a:pt x="64241" y="5268"/>
                </a:lnTo>
                <a:lnTo>
                  <a:pt x="67819" y="7438"/>
                </a:lnTo>
                <a:lnTo>
                  <a:pt x="71165" y="9940"/>
                </a:lnTo>
                <a:lnTo>
                  <a:pt x="74262" y="12739"/>
                </a:lnTo>
                <a:lnTo>
                  <a:pt x="77062" y="15837"/>
                </a:lnTo>
                <a:lnTo>
                  <a:pt x="79563" y="19183"/>
                </a:lnTo>
                <a:lnTo>
                  <a:pt x="81733" y="22761"/>
                </a:lnTo>
                <a:lnTo>
                  <a:pt x="83572" y="26571"/>
                </a:lnTo>
                <a:lnTo>
                  <a:pt x="85047" y="30580"/>
                </a:lnTo>
                <a:lnTo>
                  <a:pt x="86106" y="34754"/>
                </a:lnTo>
                <a:lnTo>
                  <a:pt x="86769" y="39061"/>
                </a:lnTo>
                <a:lnTo>
                  <a:pt x="87001" y="43500"/>
                </a:lnTo>
                <a:lnTo>
                  <a:pt x="86769" y="47940"/>
                </a:lnTo>
                <a:lnTo>
                  <a:pt x="86106" y="52247"/>
                </a:lnTo>
                <a:lnTo>
                  <a:pt x="85047" y="56421"/>
                </a:lnTo>
                <a:lnTo>
                  <a:pt x="83572" y="60430"/>
                </a:lnTo>
                <a:lnTo>
                  <a:pt x="81733" y="64240"/>
                </a:lnTo>
                <a:lnTo>
                  <a:pt x="79563" y="67818"/>
                </a:lnTo>
                <a:lnTo>
                  <a:pt x="77062" y="71165"/>
                </a:lnTo>
                <a:lnTo>
                  <a:pt x="74262" y="74262"/>
                </a:lnTo>
                <a:lnTo>
                  <a:pt x="71165" y="77062"/>
                </a:lnTo>
                <a:lnTo>
                  <a:pt x="67819" y="79563"/>
                </a:lnTo>
                <a:lnTo>
                  <a:pt x="64241" y="81733"/>
                </a:lnTo>
                <a:lnTo>
                  <a:pt x="60430" y="83572"/>
                </a:lnTo>
                <a:lnTo>
                  <a:pt x="56421" y="85046"/>
                </a:lnTo>
                <a:lnTo>
                  <a:pt x="52264" y="86106"/>
                </a:lnTo>
                <a:lnTo>
                  <a:pt x="47940" y="86769"/>
                </a:lnTo>
                <a:lnTo>
                  <a:pt x="43501" y="87001"/>
                </a:lnTo>
                <a:lnTo>
                  <a:pt x="39061" y="86769"/>
                </a:lnTo>
                <a:lnTo>
                  <a:pt x="34754" y="86106"/>
                </a:lnTo>
                <a:lnTo>
                  <a:pt x="30580" y="85046"/>
                </a:lnTo>
                <a:lnTo>
                  <a:pt x="26571" y="83572"/>
                </a:lnTo>
                <a:lnTo>
                  <a:pt x="22761" y="81733"/>
                </a:lnTo>
                <a:lnTo>
                  <a:pt x="19183" y="79563"/>
                </a:lnTo>
                <a:lnTo>
                  <a:pt x="15837" y="77062"/>
                </a:lnTo>
                <a:lnTo>
                  <a:pt x="12740" y="74262"/>
                </a:lnTo>
                <a:lnTo>
                  <a:pt x="9940" y="71165"/>
                </a:lnTo>
                <a:lnTo>
                  <a:pt x="7438" y="67818"/>
                </a:lnTo>
                <a:lnTo>
                  <a:pt x="5269" y="64240"/>
                </a:lnTo>
                <a:lnTo>
                  <a:pt x="3430" y="60430"/>
                </a:lnTo>
                <a:lnTo>
                  <a:pt x="1972" y="56421"/>
                </a:lnTo>
                <a:lnTo>
                  <a:pt x="895" y="52247"/>
                </a:lnTo>
                <a:lnTo>
                  <a:pt x="233" y="47940"/>
                </a:lnTo>
                <a:lnTo>
                  <a:pt x="0" y="43500"/>
                </a:lnTo>
                <a:lnTo>
                  <a:pt x="233" y="39061"/>
                </a:lnTo>
                <a:moveTo>
                  <a:pt x="16565" y="43915"/>
                </a:moveTo>
                <a:lnTo>
                  <a:pt x="16565" y="43086"/>
                </a:lnTo>
                <a:lnTo>
                  <a:pt x="16748" y="46681"/>
                </a:lnTo>
                <a:lnTo>
                  <a:pt x="16666" y="45853"/>
                </a:lnTo>
                <a:lnTo>
                  <a:pt x="17195" y="49348"/>
                </a:lnTo>
                <a:lnTo>
                  <a:pt x="17029" y="48536"/>
                </a:lnTo>
                <a:lnTo>
                  <a:pt x="17908" y="51899"/>
                </a:lnTo>
                <a:lnTo>
                  <a:pt x="17659" y="51120"/>
                </a:lnTo>
                <a:lnTo>
                  <a:pt x="18851" y="54351"/>
                </a:lnTo>
                <a:lnTo>
                  <a:pt x="18520" y="53605"/>
                </a:lnTo>
                <a:lnTo>
                  <a:pt x="20011" y="56687"/>
                </a:lnTo>
                <a:lnTo>
                  <a:pt x="19630" y="55974"/>
                </a:lnTo>
                <a:lnTo>
                  <a:pt x="21386" y="58890"/>
                </a:lnTo>
                <a:lnTo>
                  <a:pt x="20939" y="58227"/>
                </a:lnTo>
                <a:lnTo>
                  <a:pt x="22977" y="60927"/>
                </a:lnTo>
                <a:lnTo>
                  <a:pt x="22463" y="60314"/>
                </a:lnTo>
                <a:lnTo>
                  <a:pt x="24733" y="62816"/>
                </a:lnTo>
                <a:lnTo>
                  <a:pt x="24186" y="62269"/>
                </a:lnTo>
                <a:lnTo>
                  <a:pt x="26687" y="64538"/>
                </a:lnTo>
                <a:lnTo>
                  <a:pt x="26074" y="64025"/>
                </a:lnTo>
                <a:lnTo>
                  <a:pt x="28774" y="66062"/>
                </a:lnTo>
                <a:lnTo>
                  <a:pt x="28112" y="65615"/>
                </a:lnTo>
                <a:lnTo>
                  <a:pt x="31027" y="67371"/>
                </a:lnTo>
                <a:lnTo>
                  <a:pt x="30315" y="66990"/>
                </a:lnTo>
                <a:lnTo>
                  <a:pt x="33397" y="68481"/>
                </a:lnTo>
                <a:lnTo>
                  <a:pt x="32650" y="68149"/>
                </a:lnTo>
                <a:lnTo>
                  <a:pt x="35881" y="69342"/>
                </a:lnTo>
                <a:lnTo>
                  <a:pt x="35102" y="69093"/>
                </a:lnTo>
                <a:lnTo>
                  <a:pt x="38465" y="69972"/>
                </a:lnTo>
                <a:lnTo>
                  <a:pt x="37653" y="69806"/>
                </a:lnTo>
                <a:lnTo>
                  <a:pt x="41148" y="70336"/>
                </a:lnTo>
                <a:lnTo>
                  <a:pt x="40321" y="70253"/>
                </a:lnTo>
                <a:lnTo>
                  <a:pt x="43914" y="70436"/>
                </a:lnTo>
                <a:lnTo>
                  <a:pt x="43087" y="70436"/>
                </a:lnTo>
                <a:lnTo>
                  <a:pt x="46682" y="70253"/>
                </a:lnTo>
                <a:lnTo>
                  <a:pt x="45853" y="70336"/>
                </a:lnTo>
                <a:lnTo>
                  <a:pt x="49348" y="69806"/>
                </a:lnTo>
                <a:lnTo>
                  <a:pt x="48537" y="69972"/>
                </a:lnTo>
                <a:lnTo>
                  <a:pt x="51899" y="69093"/>
                </a:lnTo>
                <a:lnTo>
                  <a:pt x="51120" y="69342"/>
                </a:lnTo>
                <a:lnTo>
                  <a:pt x="54351" y="68149"/>
                </a:lnTo>
                <a:lnTo>
                  <a:pt x="53605" y="68481"/>
                </a:lnTo>
                <a:lnTo>
                  <a:pt x="56686" y="66990"/>
                </a:lnTo>
                <a:lnTo>
                  <a:pt x="55974" y="67371"/>
                </a:lnTo>
                <a:lnTo>
                  <a:pt x="58891" y="65615"/>
                </a:lnTo>
                <a:lnTo>
                  <a:pt x="58227" y="66062"/>
                </a:lnTo>
                <a:lnTo>
                  <a:pt x="60928" y="64025"/>
                </a:lnTo>
                <a:lnTo>
                  <a:pt x="60315" y="64538"/>
                </a:lnTo>
                <a:lnTo>
                  <a:pt x="62817" y="62269"/>
                </a:lnTo>
                <a:lnTo>
                  <a:pt x="62269" y="62816"/>
                </a:lnTo>
                <a:lnTo>
                  <a:pt x="64538" y="60314"/>
                </a:lnTo>
                <a:lnTo>
                  <a:pt x="64025" y="60927"/>
                </a:lnTo>
                <a:lnTo>
                  <a:pt x="66063" y="58227"/>
                </a:lnTo>
                <a:lnTo>
                  <a:pt x="65615" y="58890"/>
                </a:lnTo>
                <a:lnTo>
                  <a:pt x="67371" y="55974"/>
                </a:lnTo>
                <a:lnTo>
                  <a:pt x="66990" y="56687"/>
                </a:lnTo>
                <a:lnTo>
                  <a:pt x="68481" y="53605"/>
                </a:lnTo>
                <a:lnTo>
                  <a:pt x="68150" y="54351"/>
                </a:lnTo>
                <a:lnTo>
                  <a:pt x="69343" y="51120"/>
                </a:lnTo>
                <a:lnTo>
                  <a:pt x="69093" y="51899"/>
                </a:lnTo>
                <a:lnTo>
                  <a:pt x="69972" y="48536"/>
                </a:lnTo>
                <a:lnTo>
                  <a:pt x="69807" y="49348"/>
                </a:lnTo>
                <a:lnTo>
                  <a:pt x="70336" y="45853"/>
                </a:lnTo>
                <a:lnTo>
                  <a:pt x="70253" y="46681"/>
                </a:lnTo>
                <a:lnTo>
                  <a:pt x="70436" y="43086"/>
                </a:lnTo>
                <a:lnTo>
                  <a:pt x="70436" y="43915"/>
                </a:lnTo>
                <a:lnTo>
                  <a:pt x="70253" y="40320"/>
                </a:lnTo>
                <a:lnTo>
                  <a:pt x="70336" y="41148"/>
                </a:lnTo>
                <a:lnTo>
                  <a:pt x="69807" y="37653"/>
                </a:lnTo>
                <a:lnTo>
                  <a:pt x="69972" y="38465"/>
                </a:lnTo>
                <a:lnTo>
                  <a:pt x="69093" y="35102"/>
                </a:lnTo>
                <a:lnTo>
                  <a:pt x="69343" y="35881"/>
                </a:lnTo>
                <a:lnTo>
                  <a:pt x="68150" y="32650"/>
                </a:lnTo>
                <a:lnTo>
                  <a:pt x="68481" y="33396"/>
                </a:lnTo>
                <a:lnTo>
                  <a:pt x="66990" y="30315"/>
                </a:lnTo>
                <a:lnTo>
                  <a:pt x="67371" y="31027"/>
                </a:lnTo>
                <a:lnTo>
                  <a:pt x="65615" y="28112"/>
                </a:lnTo>
                <a:lnTo>
                  <a:pt x="66063" y="28774"/>
                </a:lnTo>
                <a:lnTo>
                  <a:pt x="64025" y="26074"/>
                </a:lnTo>
                <a:lnTo>
                  <a:pt x="64538" y="26687"/>
                </a:lnTo>
                <a:lnTo>
                  <a:pt x="62269" y="24185"/>
                </a:lnTo>
                <a:lnTo>
                  <a:pt x="62817" y="24732"/>
                </a:lnTo>
                <a:lnTo>
                  <a:pt x="60315" y="22463"/>
                </a:lnTo>
                <a:lnTo>
                  <a:pt x="60928" y="22976"/>
                </a:lnTo>
                <a:lnTo>
                  <a:pt x="58227" y="20939"/>
                </a:lnTo>
                <a:lnTo>
                  <a:pt x="58891" y="21386"/>
                </a:lnTo>
                <a:lnTo>
                  <a:pt x="55974" y="19630"/>
                </a:lnTo>
                <a:lnTo>
                  <a:pt x="56686" y="20011"/>
                </a:lnTo>
                <a:lnTo>
                  <a:pt x="53605" y="18520"/>
                </a:lnTo>
                <a:lnTo>
                  <a:pt x="54351" y="18851"/>
                </a:lnTo>
                <a:lnTo>
                  <a:pt x="51120" y="17659"/>
                </a:lnTo>
                <a:lnTo>
                  <a:pt x="51899" y="17907"/>
                </a:lnTo>
                <a:lnTo>
                  <a:pt x="48537" y="17029"/>
                </a:lnTo>
                <a:lnTo>
                  <a:pt x="49348" y="17195"/>
                </a:lnTo>
                <a:lnTo>
                  <a:pt x="45853" y="16665"/>
                </a:lnTo>
                <a:lnTo>
                  <a:pt x="46682" y="16748"/>
                </a:lnTo>
                <a:lnTo>
                  <a:pt x="43087" y="16565"/>
                </a:lnTo>
                <a:lnTo>
                  <a:pt x="43914" y="16565"/>
                </a:lnTo>
                <a:lnTo>
                  <a:pt x="40321" y="16748"/>
                </a:lnTo>
                <a:lnTo>
                  <a:pt x="41148" y="16665"/>
                </a:lnTo>
                <a:lnTo>
                  <a:pt x="37653" y="17195"/>
                </a:lnTo>
                <a:lnTo>
                  <a:pt x="38465" y="17029"/>
                </a:lnTo>
                <a:lnTo>
                  <a:pt x="35102" y="17907"/>
                </a:lnTo>
                <a:lnTo>
                  <a:pt x="35881" y="17659"/>
                </a:lnTo>
                <a:lnTo>
                  <a:pt x="32650" y="18851"/>
                </a:lnTo>
                <a:lnTo>
                  <a:pt x="33397" y="18520"/>
                </a:lnTo>
                <a:lnTo>
                  <a:pt x="30315" y="20011"/>
                </a:lnTo>
                <a:lnTo>
                  <a:pt x="31027" y="19630"/>
                </a:lnTo>
                <a:lnTo>
                  <a:pt x="28112" y="21386"/>
                </a:lnTo>
                <a:lnTo>
                  <a:pt x="28774" y="20939"/>
                </a:lnTo>
                <a:lnTo>
                  <a:pt x="26074" y="22976"/>
                </a:lnTo>
                <a:lnTo>
                  <a:pt x="26687" y="22463"/>
                </a:lnTo>
                <a:lnTo>
                  <a:pt x="24186" y="24732"/>
                </a:lnTo>
                <a:lnTo>
                  <a:pt x="24733" y="24185"/>
                </a:lnTo>
                <a:lnTo>
                  <a:pt x="22463" y="26687"/>
                </a:lnTo>
                <a:lnTo>
                  <a:pt x="22977" y="26074"/>
                </a:lnTo>
                <a:lnTo>
                  <a:pt x="20939" y="28774"/>
                </a:lnTo>
                <a:lnTo>
                  <a:pt x="21386" y="28112"/>
                </a:lnTo>
                <a:lnTo>
                  <a:pt x="19630" y="31027"/>
                </a:lnTo>
                <a:lnTo>
                  <a:pt x="20011" y="30315"/>
                </a:lnTo>
                <a:lnTo>
                  <a:pt x="18520" y="33396"/>
                </a:lnTo>
                <a:lnTo>
                  <a:pt x="18851" y="32650"/>
                </a:lnTo>
                <a:lnTo>
                  <a:pt x="17659" y="35881"/>
                </a:lnTo>
                <a:lnTo>
                  <a:pt x="17908" y="35102"/>
                </a:lnTo>
                <a:lnTo>
                  <a:pt x="17029" y="38465"/>
                </a:lnTo>
                <a:lnTo>
                  <a:pt x="17195" y="37653"/>
                </a:lnTo>
                <a:lnTo>
                  <a:pt x="16666" y="41148"/>
                </a:lnTo>
                <a:lnTo>
                  <a:pt x="16748" y="40320"/>
                </a:lnTo>
                <a:lnTo>
                  <a:pt x="16565" y="4391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8ED6619F-5A22-4477-9DBE-636F47AC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6476" y="1488989"/>
            <a:ext cx="70402" cy="70402"/>
          </a:xfrm>
          <a:custGeom xmlns:a="http://schemas.openxmlformats.org/drawingml/2006/main">
            <a:pathLst>
              <a:path w="70402" h="70402">
                <a:moveTo>
                  <a:pt x="662" y="34953"/>
                </a:moveTo>
                <a:cubicBezTo>
                  <a:pt x="0" y="15753"/>
                  <a:pt x="15753" y="0"/>
                  <a:pt x="35201" y="0"/>
                </a:cubicBezTo>
                <a:cubicBezTo>
                  <a:pt x="54649" y="0"/>
                  <a:pt x="70402" y="15753"/>
                  <a:pt x="70402" y="35201"/>
                </a:cubicBezTo>
                <a:cubicBezTo>
                  <a:pt x="70402" y="54649"/>
                  <a:pt x="54649" y="70402"/>
                  <a:pt x="35201" y="70402"/>
                </a:cubicBezTo>
                <a:cubicBezTo>
                  <a:pt x="15753" y="70402"/>
                  <a:pt x="0" y="54649"/>
                  <a:pt x="662" y="34953"/>
                </a:cubicBez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FB82EA99-AD76-4A45-BCFA-CC550E61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8177" y="1481750"/>
            <a:ext cx="87000" cy="85940"/>
          </a:xfrm>
          <a:custGeom xmlns:a="http://schemas.openxmlformats.org/drawingml/2006/main">
            <a:pathLst>
              <a:path w="87000" h="85940">
                <a:moveTo>
                  <a:pt x="215" y="46449"/>
                </a:moveTo>
                <a:lnTo>
                  <a:pt x="0" y="42440"/>
                </a:lnTo>
                <a:lnTo>
                  <a:pt x="232" y="38001"/>
                </a:lnTo>
                <a:lnTo>
                  <a:pt x="894" y="33694"/>
                </a:lnTo>
                <a:lnTo>
                  <a:pt x="1954" y="29519"/>
                </a:lnTo>
                <a:lnTo>
                  <a:pt x="2899" y="26935"/>
                </a:lnTo>
                <a:lnTo>
                  <a:pt x="18471" y="32617"/>
                </a:lnTo>
                <a:lnTo>
                  <a:pt x="17659" y="34820"/>
                </a:lnTo>
                <a:lnTo>
                  <a:pt x="17907" y="34042"/>
                </a:lnTo>
                <a:lnTo>
                  <a:pt x="17028" y="37404"/>
                </a:lnTo>
                <a:lnTo>
                  <a:pt x="17194" y="36593"/>
                </a:lnTo>
                <a:lnTo>
                  <a:pt x="16665" y="40088"/>
                </a:lnTo>
                <a:lnTo>
                  <a:pt x="16748" y="39260"/>
                </a:lnTo>
                <a:lnTo>
                  <a:pt x="16565" y="42854"/>
                </a:lnTo>
                <a:lnTo>
                  <a:pt x="16565" y="42026"/>
                </a:lnTo>
                <a:lnTo>
                  <a:pt x="16748" y="45621"/>
                </a:lnTo>
                <a:lnTo>
                  <a:pt x="215" y="46449"/>
                </a:lnTo>
                <a:moveTo>
                  <a:pt x="14428" y="10154"/>
                </a:moveTo>
                <a:lnTo>
                  <a:pt x="15836" y="8879"/>
                </a:lnTo>
                <a:lnTo>
                  <a:pt x="19182" y="6378"/>
                </a:lnTo>
                <a:lnTo>
                  <a:pt x="22760" y="4208"/>
                </a:lnTo>
                <a:lnTo>
                  <a:pt x="26571" y="2369"/>
                </a:lnTo>
                <a:lnTo>
                  <a:pt x="30562" y="895"/>
                </a:lnTo>
                <a:lnTo>
                  <a:pt x="32352" y="447"/>
                </a:lnTo>
                <a:lnTo>
                  <a:pt x="36477" y="16482"/>
                </a:lnTo>
                <a:lnTo>
                  <a:pt x="35101" y="16847"/>
                </a:lnTo>
                <a:lnTo>
                  <a:pt x="35880" y="16598"/>
                </a:lnTo>
                <a:lnTo>
                  <a:pt x="32649" y="17791"/>
                </a:lnTo>
                <a:lnTo>
                  <a:pt x="33396" y="17460"/>
                </a:lnTo>
                <a:lnTo>
                  <a:pt x="30314" y="18951"/>
                </a:lnTo>
                <a:lnTo>
                  <a:pt x="31026" y="18570"/>
                </a:lnTo>
                <a:lnTo>
                  <a:pt x="28111" y="20326"/>
                </a:lnTo>
                <a:lnTo>
                  <a:pt x="28774" y="19878"/>
                </a:lnTo>
                <a:lnTo>
                  <a:pt x="26073" y="21916"/>
                </a:lnTo>
                <a:lnTo>
                  <a:pt x="26686" y="21402"/>
                </a:lnTo>
                <a:lnTo>
                  <a:pt x="25577" y="22413"/>
                </a:lnTo>
                <a:lnTo>
                  <a:pt x="14428" y="10154"/>
                </a:lnTo>
                <a:moveTo>
                  <a:pt x="52893" y="0"/>
                </a:moveTo>
                <a:lnTo>
                  <a:pt x="56422" y="895"/>
                </a:lnTo>
                <a:lnTo>
                  <a:pt x="60430" y="2369"/>
                </a:lnTo>
                <a:lnTo>
                  <a:pt x="64240" y="4208"/>
                </a:lnTo>
                <a:lnTo>
                  <a:pt x="67819" y="6378"/>
                </a:lnTo>
                <a:lnTo>
                  <a:pt x="70600" y="8448"/>
                </a:lnTo>
                <a:lnTo>
                  <a:pt x="60678" y="21717"/>
                </a:lnTo>
                <a:lnTo>
                  <a:pt x="58226" y="19878"/>
                </a:lnTo>
                <a:lnTo>
                  <a:pt x="58872" y="20326"/>
                </a:lnTo>
                <a:lnTo>
                  <a:pt x="55974" y="18570"/>
                </a:lnTo>
                <a:lnTo>
                  <a:pt x="56686" y="18951"/>
                </a:lnTo>
                <a:lnTo>
                  <a:pt x="53604" y="17460"/>
                </a:lnTo>
                <a:lnTo>
                  <a:pt x="54351" y="17791"/>
                </a:lnTo>
                <a:lnTo>
                  <a:pt x="51121" y="16598"/>
                </a:lnTo>
                <a:lnTo>
                  <a:pt x="51899" y="16847"/>
                </a:lnTo>
                <a:lnTo>
                  <a:pt x="48768" y="16035"/>
                </a:lnTo>
                <a:lnTo>
                  <a:pt x="52893" y="0"/>
                </a:lnTo>
                <a:moveTo>
                  <a:pt x="83091" y="24517"/>
                </a:moveTo>
                <a:lnTo>
                  <a:pt x="83571" y="25511"/>
                </a:lnTo>
                <a:lnTo>
                  <a:pt x="85029" y="29519"/>
                </a:lnTo>
                <a:lnTo>
                  <a:pt x="86106" y="33694"/>
                </a:lnTo>
                <a:lnTo>
                  <a:pt x="86769" y="38001"/>
                </a:lnTo>
                <a:lnTo>
                  <a:pt x="87000" y="42440"/>
                </a:lnTo>
                <a:lnTo>
                  <a:pt x="86885" y="44643"/>
                </a:lnTo>
                <a:lnTo>
                  <a:pt x="70336" y="43815"/>
                </a:lnTo>
                <a:lnTo>
                  <a:pt x="70435" y="42026"/>
                </a:lnTo>
                <a:lnTo>
                  <a:pt x="70435" y="42854"/>
                </a:lnTo>
                <a:lnTo>
                  <a:pt x="70252" y="39260"/>
                </a:lnTo>
                <a:lnTo>
                  <a:pt x="70336" y="40088"/>
                </a:lnTo>
                <a:lnTo>
                  <a:pt x="69788" y="36593"/>
                </a:lnTo>
                <a:lnTo>
                  <a:pt x="69972" y="37404"/>
                </a:lnTo>
                <a:lnTo>
                  <a:pt x="69093" y="34042"/>
                </a:lnTo>
                <a:lnTo>
                  <a:pt x="69342" y="34820"/>
                </a:lnTo>
                <a:lnTo>
                  <a:pt x="68149" y="31590"/>
                </a:lnTo>
                <a:lnTo>
                  <a:pt x="68480" y="32335"/>
                </a:lnTo>
                <a:lnTo>
                  <a:pt x="68166" y="31706"/>
                </a:lnTo>
                <a:lnTo>
                  <a:pt x="83091" y="24517"/>
                </a:lnTo>
                <a:moveTo>
                  <a:pt x="81070" y="64273"/>
                </a:moveTo>
                <a:lnTo>
                  <a:pt x="79562" y="66758"/>
                </a:lnTo>
                <a:lnTo>
                  <a:pt x="77061" y="70104"/>
                </a:lnTo>
                <a:lnTo>
                  <a:pt x="74262" y="73202"/>
                </a:lnTo>
                <a:lnTo>
                  <a:pt x="71164" y="76001"/>
                </a:lnTo>
                <a:lnTo>
                  <a:pt x="67819" y="78503"/>
                </a:lnTo>
                <a:lnTo>
                  <a:pt x="67040" y="78983"/>
                </a:lnTo>
                <a:lnTo>
                  <a:pt x="58426" y="64820"/>
                </a:lnTo>
                <a:lnTo>
                  <a:pt x="58872" y="64554"/>
                </a:lnTo>
                <a:lnTo>
                  <a:pt x="58226" y="65002"/>
                </a:lnTo>
                <a:lnTo>
                  <a:pt x="60927" y="62964"/>
                </a:lnTo>
                <a:lnTo>
                  <a:pt x="60314" y="63478"/>
                </a:lnTo>
                <a:lnTo>
                  <a:pt x="62816" y="61208"/>
                </a:lnTo>
                <a:lnTo>
                  <a:pt x="62268" y="61755"/>
                </a:lnTo>
                <a:lnTo>
                  <a:pt x="64538" y="59254"/>
                </a:lnTo>
                <a:lnTo>
                  <a:pt x="64024" y="59867"/>
                </a:lnTo>
                <a:lnTo>
                  <a:pt x="66062" y="57167"/>
                </a:lnTo>
                <a:lnTo>
                  <a:pt x="65615" y="57829"/>
                </a:lnTo>
                <a:lnTo>
                  <a:pt x="66923" y="55676"/>
                </a:lnTo>
                <a:lnTo>
                  <a:pt x="81070" y="64273"/>
                </a:lnTo>
                <a:moveTo>
                  <a:pt x="48536" y="85626"/>
                </a:moveTo>
                <a:lnTo>
                  <a:pt x="47940" y="85708"/>
                </a:lnTo>
                <a:lnTo>
                  <a:pt x="43500" y="85940"/>
                </a:lnTo>
                <a:lnTo>
                  <a:pt x="39060" y="85708"/>
                </a:lnTo>
                <a:lnTo>
                  <a:pt x="34737" y="85046"/>
                </a:lnTo>
                <a:lnTo>
                  <a:pt x="30562" y="83986"/>
                </a:lnTo>
                <a:lnTo>
                  <a:pt x="28160" y="83091"/>
                </a:lnTo>
                <a:lnTo>
                  <a:pt x="33860" y="67536"/>
                </a:lnTo>
                <a:lnTo>
                  <a:pt x="35880" y="68282"/>
                </a:lnTo>
                <a:lnTo>
                  <a:pt x="35101" y="68033"/>
                </a:lnTo>
                <a:lnTo>
                  <a:pt x="38464" y="68911"/>
                </a:lnTo>
                <a:lnTo>
                  <a:pt x="37652" y="68746"/>
                </a:lnTo>
                <a:lnTo>
                  <a:pt x="41147" y="69276"/>
                </a:lnTo>
                <a:lnTo>
                  <a:pt x="40320" y="69193"/>
                </a:lnTo>
                <a:lnTo>
                  <a:pt x="43915" y="69375"/>
                </a:lnTo>
                <a:lnTo>
                  <a:pt x="43086" y="69375"/>
                </a:lnTo>
                <a:lnTo>
                  <a:pt x="46681" y="69193"/>
                </a:lnTo>
                <a:lnTo>
                  <a:pt x="45853" y="69276"/>
                </a:lnTo>
                <a:lnTo>
                  <a:pt x="46266" y="69209"/>
                </a:lnTo>
                <a:lnTo>
                  <a:pt x="46035" y="69243"/>
                </a:lnTo>
                <a:lnTo>
                  <a:pt x="48536" y="85626"/>
                </a:lnTo>
                <a:moveTo>
                  <a:pt x="11330" y="71645"/>
                </a:moveTo>
                <a:lnTo>
                  <a:pt x="9939" y="70104"/>
                </a:lnTo>
                <a:lnTo>
                  <a:pt x="7438" y="66758"/>
                </a:lnTo>
                <a:lnTo>
                  <a:pt x="5251" y="63180"/>
                </a:lnTo>
                <a:lnTo>
                  <a:pt x="3429" y="59370"/>
                </a:lnTo>
                <a:lnTo>
                  <a:pt x="1954" y="55361"/>
                </a:lnTo>
                <a:lnTo>
                  <a:pt x="1540" y="53754"/>
                </a:lnTo>
                <a:lnTo>
                  <a:pt x="17592" y="49630"/>
                </a:lnTo>
                <a:lnTo>
                  <a:pt x="17907" y="50839"/>
                </a:lnTo>
                <a:lnTo>
                  <a:pt x="17659" y="50060"/>
                </a:lnTo>
                <a:lnTo>
                  <a:pt x="18834" y="53290"/>
                </a:lnTo>
                <a:lnTo>
                  <a:pt x="18520" y="52545"/>
                </a:lnTo>
                <a:lnTo>
                  <a:pt x="20010" y="55626"/>
                </a:lnTo>
                <a:lnTo>
                  <a:pt x="19630" y="54914"/>
                </a:lnTo>
                <a:lnTo>
                  <a:pt x="21385" y="57829"/>
                </a:lnTo>
                <a:lnTo>
                  <a:pt x="20939" y="57167"/>
                </a:lnTo>
                <a:lnTo>
                  <a:pt x="22976" y="59867"/>
                </a:lnTo>
                <a:lnTo>
                  <a:pt x="22462" y="59254"/>
                </a:lnTo>
                <a:lnTo>
                  <a:pt x="23589" y="60496"/>
                </a:lnTo>
                <a:lnTo>
                  <a:pt x="11330" y="7164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30EC15FB-700F-48D9-9A4B-D53B81F3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0566" y="1258733"/>
            <a:ext cx="70734" cy="70402"/>
          </a:xfrm>
          <a:custGeom xmlns:a="http://schemas.openxmlformats.org/drawingml/2006/main">
            <a:pathLst>
              <a:path w="70734" h="70402">
                <a:moveTo>
                  <a:pt x="0" y="34622"/>
                </a:moveTo>
                <a:cubicBezTo>
                  <a:pt x="331" y="15754"/>
                  <a:pt x="16085" y="0"/>
                  <a:pt x="35532" y="0"/>
                </a:cubicBezTo>
                <a:cubicBezTo>
                  <a:pt x="54980" y="0"/>
                  <a:pt x="70734" y="15754"/>
                  <a:pt x="70734" y="35201"/>
                </a:cubicBezTo>
                <a:cubicBezTo>
                  <a:pt x="70734" y="54649"/>
                  <a:pt x="54980" y="70402"/>
                  <a:pt x="35532" y="70402"/>
                </a:cubicBezTo>
                <a:cubicBezTo>
                  <a:pt x="16085" y="70402"/>
                  <a:pt x="331" y="54649"/>
                  <a:pt x="0" y="34622"/>
                </a:cubicBez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4A7D731B-D9C1-4CD6-91E5-5B00E4F5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2598" y="1250434"/>
            <a:ext cx="87001" cy="87000"/>
          </a:xfrm>
          <a:custGeom xmlns:a="http://schemas.openxmlformats.org/drawingml/2006/main">
            <a:pathLst>
              <a:path w="87001" h="87000">
                <a:moveTo>
                  <a:pt x="233" y="39060"/>
                </a:moveTo>
                <a:lnTo>
                  <a:pt x="895" y="34754"/>
                </a:lnTo>
                <a:lnTo>
                  <a:pt x="1956" y="30579"/>
                </a:lnTo>
                <a:lnTo>
                  <a:pt x="3430" y="26571"/>
                </a:lnTo>
                <a:lnTo>
                  <a:pt x="5251" y="22760"/>
                </a:lnTo>
                <a:lnTo>
                  <a:pt x="7438" y="19182"/>
                </a:lnTo>
                <a:lnTo>
                  <a:pt x="9940" y="15836"/>
                </a:lnTo>
                <a:lnTo>
                  <a:pt x="12740" y="12739"/>
                </a:lnTo>
                <a:lnTo>
                  <a:pt x="15837" y="9939"/>
                </a:lnTo>
                <a:lnTo>
                  <a:pt x="19183" y="7438"/>
                </a:lnTo>
                <a:lnTo>
                  <a:pt x="22761" y="5268"/>
                </a:lnTo>
                <a:lnTo>
                  <a:pt x="26571" y="3429"/>
                </a:lnTo>
                <a:lnTo>
                  <a:pt x="30563" y="1955"/>
                </a:lnTo>
                <a:lnTo>
                  <a:pt x="34739" y="894"/>
                </a:lnTo>
                <a:lnTo>
                  <a:pt x="39061" y="232"/>
                </a:lnTo>
                <a:lnTo>
                  <a:pt x="43501" y="0"/>
                </a:lnTo>
                <a:lnTo>
                  <a:pt x="47940" y="232"/>
                </a:lnTo>
                <a:lnTo>
                  <a:pt x="52247" y="894"/>
                </a:lnTo>
                <a:lnTo>
                  <a:pt x="56421" y="1955"/>
                </a:lnTo>
                <a:lnTo>
                  <a:pt x="60431" y="3429"/>
                </a:lnTo>
                <a:lnTo>
                  <a:pt x="64241" y="5268"/>
                </a:lnTo>
                <a:lnTo>
                  <a:pt x="67819" y="7438"/>
                </a:lnTo>
                <a:lnTo>
                  <a:pt x="71165" y="9939"/>
                </a:lnTo>
                <a:lnTo>
                  <a:pt x="74263" y="12739"/>
                </a:lnTo>
                <a:lnTo>
                  <a:pt x="77062" y="15836"/>
                </a:lnTo>
                <a:lnTo>
                  <a:pt x="79563" y="19182"/>
                </a:lnTo>
                <a:lnTo>
                  <a:pt x="81734" y="22760"/>
                </a:lnTo>
                <a:lnTo>
                  <a:pt x="83573" y="26571"/>
                </a:lnTo>
                <a:lnTo>
                  <a:pt x="85029" y="30579"/>
                </a:lnTo>
                <a:lnTo>
                  <a:pt x="86106" y="34754"/>
                </a:lnTo>
                <a:lnTo>
                  <a:pt x="86770" y="39060"/>
                </a:lnTo>
                <a:lnTo>
                  <a:pt x="87001" y="43500"/>
                </a:lnTo>
                <a:lnTo>
                  <a:pt x="86770" y="47940"/>
                </a:lnTo>
                <a:lnTo>
                  <a:pt x="86106" y="52247"/>
                </a:lnTo>
                <a:lnTo>
                  <a:pt x="85029" y="56421"/>
                </a:lnTo>
                <a:lnTo>
                  <a:pt x="83573" y="60430"/>
                </a:lnTo>
                <a:lnTo>
                  <a:pt x="81734" y="64240"/>
                </a:lnTo>
                <a:lnTo>
                  <a:pt x="79563" y="67818"/>
                </a:lnTo>
                <a:lnTo>
                  <a:pt x="77062" y="71164"/>
                </a:lnTo>
                <a:lnTo>
                  <a:pt x="74263" y="74262"/>
                </a:lnTo>
                <a:lnTo>
                  <a:pt x="71165" y="77061"/>
                </a:lnTo>
                <a:lnTo>
                  <a:pt x="67819" y="79563"/>
                </a:lnTo>
                <a:lnTo>
                  <a:pt x="64241" y="81733"/>
                </a:lnTo>
                <a:lnTo>
                  <a:pt x="60431" y="83571"/>
                </a:lnTo>
                <a:lnTo>
                  <a:pt x="56421" y="85046"/>
                </a:lnTo>
                <a:lnTo>
                  <a:pt x="52247" y="86106"/>
                </a:lnTo>
                <a:lnTo>
                  <a:pt x="47940" y="86768"/>
                </a:lnTo>
                <a:lnTo>
                  <a:pt x="43501" y="87000"/>
                </a:lnTo>
                <a:lnTo>
                  <a:pt x="39061" y="86768"/>
                </a:lnTo>
                <a:lnTo>
                  <a:pt x="34739" y="86106"/>
                </a:lnTo>
                <a:lnTo>
                  <a:pt x="30563" y="85046"/>
                </a:lnTo>
                <a:lnTo>
                  <a:pt x="26571" y="83571"/>
                </a:lnTo>
                <a:lnTo>
                  <a:pt x="22761" y="81733"/>
                </a:lnTo>
                <a:lnTo>
                  <a:pt x="19183" y="79563"/>
                </a:lnTo>
                <a:lnTo>
                  <a:pt x="15837" y="77061"/>
                </a:lnTo>
                <a:lnTo>
                  <a:pt x="12740" y="74262"/>
                </a:lnTo>
                <a:lnTo>
                  <a:pt x="9940" y="71164"/>
                </a:lnTo>
                <a:lnTo>
                  <a:pt x="7438" y="67818"/>
                </a:lnTo>
                <a:lnTo>
                  <a:pt x="5251" y="64240"/>
                </a:lnTo>
                <a:lnTo>
                  <a:pt x="3430" y="60430"/>
                </a:lnTo>
                <a:lnTo>
                  <a:pt x="1956" y="56421"/>
                </a:lnTo>
                <a:lnTo>
                  <a:pt x="895" y="52247"/>
                </a:lnTo>
                <a:lnTo>
                  <a:pt x="233" y="47940"/>
                </a:lnTo>
                <a:lnTo>
                  <a:pt x="0" y="43500"/>
                </a:lnTo>
                <a:lnTo>
                  <a:pt x="233" y="39060"/>
                </a:lnTo>
                <a:moveTo>
                  <a:pt x="16565" y="43914"/>
                </a:moveTo>
                <a:lnTo>
                  <a:pt x="16565" y="43086"/>
                </a:lnTo>
                <a:lnTo>
                  <a:pt x="16748" y="46681"/>
                </a:lnTo>
                <a:lnTo>
                  <a:pt x="16666" y="45852"/>
                </a:lnTo>
                <a:lnTo>
                  <a:pt x="17195" y="49348"/>
                </a:lnTo>
                <a:lnTo>
                  <a:pt x="17029" y="48536"/>
                </a:lnTo>
                <a:lnTo>
                  <a:pt x="17908" y="51899"/>
                </a:lnTo>
                <a:lnTo>
                  <a:pt x="17660" y="51120"/>
                </a:lnTo>
                <a:lnTo>
                  <a:pt x="18835" y="54350"/>
                </a:lnTo>
                <a:lnTo>
                  <a:pt x="18520" y="53605"/>
                </a:lnTo>
                <a:lnTo>
                  <a:pt x="20011" y="56686"/>
                </a:lnTo>
                <a:lnTo>
                  <a:pt x="19630" y="55974"/>
                </a:lnTo>
                <a:lnTo>
                  <a:pt x="21386" y="58889"/>
                </a:lnTo>
                <a:lnTo>
                  <a:pt x="20939" y="58227"/>
                </a:lnTo>
                <a:lnTo>
                  <a:pt x="22977" y="60927"/>
                </a:lnTo>
                <a:lnTo>
                  <a:pt x="22463" y="60314"/>
                </a:lnTo>
                <a:lnTo>
                  <a:pt x="24733" y="62815"/>
                </a:lnTo>
                <a:lnTo>
                  <a:pt x="24186" y="62268"/>
                </a:lnTo>
                <a:lnTo>
                  <a:pt x="26687" y="64538"/>
                </a:lnTo>
                <a:lnTo>
                  <a:pt x="26074" y="64024"/>
                </a:lnTo>
                <a:lnTo>
                  <a:pt x="28774" y="66062"/>
                </a:lnTo>
                <a:lnTo>
                  <a:pt x="28112" y="65615"/>
                </a:lnTo>
                <a:lnTo>
                  <a:pt x="31027" y="67371"/>
                </a:lnTo>
                <a:lnTo>
                  <a:pt x="30315" y="66990"/>
                </a:lnTo>
                <a:lnTo>
                  <a:pt x="33397" y="68480"/>
                </a:lnTo>
                <a:lnTo>
                  <a:pt x="32650" y="68149"/>
                </a:lnTo>
                <a:lnTo>
                  <a:pt x="35881" y="69342"/>
                </a:lnTo>
                <a:lnTo>
                  <a:pt x="35102" y="69093"/>
                </a:lnTo>
                <a:lnTo>
                  <a:pt x="38465" y="69971"/>
                </a:lnTo>
                <a:lnTo>
                  <a:pt x="37653" y="69806"/>
                </a:lnTo>
                <a:lnTo>
                  <a:pt x="41148" y="70336"/>
                </a:lnTo>
                <a:lnTo>
                  <a:pt x="40321" y="70253"/>
                </a:lnTo>
                <a:lnTo>
                  <a:pt x="43914" y="70435"/>
                </a:lnTo>
                <a:lnTo>
                  <a:pt x="43087" y="70435"/>
                </a:lnTo>
                <a:lnTo>
                  <a:pt x="46682" y="70253"/>
                </a:lnTo>
                <a:lnTo>
                  <a:pt x="45853" y="70336"/>
                </a:lnTo>
                <a:lnTo>
                  <a:pt x="49348" y="69806"/>
                </a:lnTo>
                <a:lnTo>
                  <a:pt x="48537" y="69971"/>
                </a:lnTo>
                <a:lnTo>
                  <a:pt x="51899" y="69093"/>
                </a:lnTo>
                <a:lnTo>
                  <a:pt x="51121" y="69342"/>
                </a:lnTo>
                <a:lnTo>
                  <a:pt x="54351" y="68149"/>
                </a:lnTo>
                <a:lnTo>
                  <a:pt x="53605" y="68480"/>
                </a:lnTo>
                <a:lnTo>
                  <a:pt x="56686" y="66990"/>
                </a:lnTo>
                <a:lnTo>
                  <a:pt x="55974" y="67371"/>
                </a:lnTo>
                <a:lnTo>
                  <a:pt x="58873" y="65615"/>
                </a:lnTo>
                <a:lnTo>
                  <a:pt x="58227" y="66062"/>
                </a:lnTo>
                <a:lnTo>
                  <a:pt x="60928" y="64024"/>
                </a:lnTo>
                <a:lnTo>
                  <a:pt x="60315" y="64538"/>
                </a:lnTo>
                <a:lnTo>
                  <a:pt x="62817" y="62268"/>
                </a:lnTo>
                <a:lnTo>
                  <a:pt x="62270" y="62815"/>
                </a:lnTo>
                <a:lnTo>
                  <a:pt x="64538" y="60314"/>
                </a:lnTo>
                <a:lnTo>
                  <a:pt x="64025" y="60927"/>
                </a:lnTo>
                <a:lnTo>
                  <a:pt x="66063" y="58227"/>
                </a:lnTo>
                <a:lnTo>
                  <a:pt x="65615" y="58889"/>
                </a:lnTo>
                <a:lnTo>
                  <a:pt x="67371" y="55974"/>
                </a:lnTo>
                <a:lnTo>
                  <a:pt x="66990" y="56686"/>
                </a:lnTo>
                <a:lnTo>
                  <a:pt x="68481" y="53605"/>
                </a:lnTo>
                <a:lnTo>
                  <a:pt x="68150" y="54350"/>
                </a:lnTo>
                <a:lnTo>
                  <a:pt x="69343" y="51120"/>
                </a:lnTo>
                <a:lnTo>
                  <a:pt x="69094" y="51899"/>
                </a:lnTo>
                <a:lnTo>
                  <a:pt x="69972" y="48536"/>
                </a:lnTo>
                <a:lnTo>
                  <a:pt x="69789" y="49348"/>
                </a:lnTo>
                <a:lnTo>
                  <a:pt x="70337" y="45852"/>
                </a:lnTo>
                <a:lnTo>
                  <a:pt x="70254" y="46681"/>
                </a:lnTo>
                <a:lnTo>
                  <a:pt x="70436" y="43086"/>
                </a:lnTo>
                <a:lnTo>
                  <a:pt x="70436" y="43914"/>
                </a:lnTo>
                <a:lnTo>
                  <a:pt x="70254" y="40320"/>
                </a:lnTo>
                <a:lnTo>
                  <a:pt x="70337" y="41148"/>
                </a:lnTo>
                <a:lnTo>
                  <a:pt x="69789" y="37652"/>
                </a:lnTo>
                <a:lnTo>
                  <a:pt x="69972" y="38464"/>
                </a:lnTo>
                <a:lnTo>
                  <a:pt x="69094" y="35102"/>
                </a:lnTo>
                <a:lnTo>
                  <a:pt x="69343" y="35880"/>
                </a:lnTo>
                <a:lnTo>
                  <a:pt x="68150" y="32650"/>
                </a:lnTo>
                <a:lnTo>
                  <a:pt x="68481" y="33395"/>
                </a:lnTo>
                <a:lnTo>
                  <a:pt x="66990" y="30314"/>
                </a:lnTo>
                <a:lnTo>
                  <a:pt x="67371" y="31027"/>
                </a:lnTo>
                <a:lnTo>
                  <a:pt x="65615" y="28111"/>
                </a:lnTo>
                <a:lnTo>
                  <a:pt x="66063" y="28774"/>
                </a:lnTo>
                <a:lnTo>
                  <a:pt x="64025" y="26074"/>
                </a:lnTo>
                <a:lnTo>
                  <a:pt x="64538" y="26686"/>
                </a:lnTo>
                <a:lnTo>
                  <a:pt x="62270" y="24185"/>
                </a:lnTo>
                <a:lnTo>
                  <a:pt x="62817" y="24732"/>
                </a:lnTo>
                <a:lnTo>
                  <a:pt x="60315" y="22462"/>
                </a:lnTo>
                <a:lnTo>
                  <a:pt x="60928" y="22976"/>
                </a:lnTo>
                <a:lnTo>
                  <a:pt x="58227" y="20938"/>
                </a:lnTo>
                <a:lnTo>
                  <a:pt x="58873" y="21385"/>
                </a:lnTo>
                <a:lnTo>
                  <a:pt x="55974" y="19630"/>
                </a:lnTo>
                <a:lnTo>
                  <a:pt x="56686" y="20011"/>
                </a:lnTo>
                <a:lnTo>
                  <a:pt x="53605" y="18520"/>
                </a:lnTo>
                <a:lnTo>
                  <a:pt x="54351" y="18851"/>
                </a:lnTo>
                <a:lnTo>
                  <a:pt x="51121" y="17658"/>
                </a:lnTo>
                <a:lnTo>
                  <a:pt x="51899" y="17907"/>
                </a:lnTo>
                <a:lnTo>
                  <a:pt x="48537" y="17029"/>
                </a:lnTo>
                <a:lnTo>
                  <a:pt x="49348" y="17194"/>
                </a:lnTo>
                <a:lnTo>
                  <a:pt x="45853" y="16664"/>
                </a:lnTo>
                <a:lnTo>
                  <a:pt x="46682" y="16747"/>
                </a:lnTo>
                <a:lnTo>
                  <a:pt x="43087" y="16565"/>
                </a:lnTo>
                <a:lnTo>
                  <a:pt x="43914" y="16565"/>
                </a:lnTo>
                <a:lnTo>
                  <a:pt x="40321" y="16747"/>
                </a:lnTo>
                <a:lnTo>
                  <a:pt x="41148" y="16664"/>
                </a:lnTo>
                <a:lnTo>
                  <a:pt x="37653" y="17194"/>
                </a:lnTo>
                <a:lnTo>
                  <a:pt x="38465" y="17029"/>
                </a:lnTo>
                <a:lnTo>
                  <a:pt x="35102" y="17907"/>
                </a:lnTo>
                <a:lnTo>
                  <a:pt x="35881" y="17658"/>
                </a:lnTo>
                <a:lnTo>
                  <a:pt x="32650" y="18851"/>
                </a:lnTo>
                <a:lnTo>
                  <a:pt x="33397" y="18520"/>
                </a:lnTo>
                <a:lnTo>
                  <a:pt x="30315" y="20011"/>
                </a:lnTo>
                <a:lnTo>
                  <a:pt x="31027" y="19630"/>
                </a:lnTo>
                <a:lnTo>
                  <a:pt x="28112" y="21385"/>
                </a:lnTo>
                <a:lnTo>
                  <a:pt x="28774" y="20938"/>
                </a:lnTo>
                <a:lnTo>
                  <a:pt x="26074" y="22976"/>
                </a:lnTo>
                <a:lnTo>
                  <a:pt x="26687" y="22462"/>
                </a:lnTo>
                <a:lnTo>
                  <a:pt x="24186" y="24732"/>
                </a:lnTo>
                <a:lnTo>
                  <a:pt x="24733" y="24185"/>
                </a:lnTo>
                <a:lnTo>
                  <a:pt x="22463" y="26686"/>
                </a:lnTo>
                <a:lnTo>
                  <a:pt x="22977" y="26074"/>
                </a:lnTo>
                <a:lnTo>
                  <a:pt x="20939" y="28774"/>
                </a:lnTo>
                <a:lnTo>
                  <a:pt x="21386" y="28111"/>
                </a:lnTo>
                <a:lnTo>
                  <a:pt x="19630" y="31027"/>
                </a:lnTo>
                <a:lnTo>
                  <a:pt x="20011" y="30314"/>
                </a:lnTo>
                <a:lnTo>
                  <a:pt x="18520" y="33395"/>
                </a:lnTo>
                <a:lnTo>
                  <a:pt x="18835" y="32650"/>
                </a:lnTo>
                <a:lnTo>
                  <a:pt x="17660" y="35880"/>
                </a:lnTo>
                <a:lnTo>
                  <a:pt x="17908" y="35102"/>
                </a:lnTo>
                <a:lnTo>
                  <a:pt x="17029" y="38464"/>
                </a:lnTo>
                <a:lnTo>
                  <a:pt x="17195" y="37652"/>
                </a:lnTo>
                <a:lnTo>
                  <a:pt x="16666" y="41148"/>
                </a:lnTo>
                <a:lnTo>
                  <a:pt x="16748" y="40320"/>
                </a:lnTo>
                <a:lnTo>
                  <a:pt x="16565" y="4391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94D5D452-81DE-487B-97EF-794A0D97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4059" y="1385457"/>
            <a:ext cx="71231" cy="70402"/>
          </a:xfrm>
          <a:custGeom xmlns:a="http://schemas.openxmlformats.org/drawingml/2006/main">
            <a:pathLst>
              <a:path w="71231" h="70402">
                <a:moveTo>
                  <a:pt x="0" y="35118"/>
                </a:moveTo>
                <a:cubicBezTo>
                  <a:pt x="828" y="15753"/>
                  <a:pt x="16582" y="0"/>
                  <a:pt x="36029" y="0"/>
                </a:cubicBezTo>
                <a:cubicBezTo>
                  <a:pt x="55477" y="0"/>
                  <a:pt x="71231" y="15753"/>
                  <a:pt x="71231" y="35201"/>
                </a:cubicBezTo>
                <a:cubicBezTo>
                  <a:pt x="71231" y="54649"/>
                  <a:pt x="55477" y="70402"/>
                  <a:pt x="36029" y="70402"/>
                </a:cubicBezTo>
                <a:cubicBezTo>
                  <a:pt x="16582" y="70402"/>
                  <a:pt x="828" y="54649"/>
                  <a:pt x="0" y="35118"/>
                </a:cubicBez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37726EF6-D081-49B4-B0C8-5A99AD00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6587" y="1377158"/>
            <a:ext cx="87001" cy="87000"/>
          </a:xfrm>
          <a:custGeom xmlns:a="http://schemas.openxmlformats.org/drawingml/2006/main">
            <a:pathLst>
              <a:path w="87001" h="87000">
                <a:moveTo>
                  <a:pt x="233" y="39060"/>
                </a:moveTo>
                <a:lnTo>
                  <a:pt x="895" y="34753"/>
                </a:lnTo>
                <a:lnTo>
                  <a:pt x="1956" y="30579"/>
                </a:lnTo>
                <a:lnTo>
                  <a:pt x="3430" y="26571"/>
                </a:lnTo>
                <a:lnTo>
                  <a:pt x="5251" y="22760"/>
                </a:lnTo>
                <a:lnTo>
                  <a:pt x="7438" y="19182"/>
                </a:lnTo>
                <a:lnTo>
                  <a:pt x="9940" y="15836"/>
                </a:lnTo>
                <a:lnTo>
                  <a:pt x="12740" y="12738"/>
                </a:lnTo>
                <a:lnTo>
                  <a:pt x="15837" y="9939"/>
                </a:lnTo>
                <a:lnTo>
                  <a:pt x="19183" y="7438"/>
                </a:lnTo>
                <a:lnTo>
                  <a:pt x="22761" y="5268"/>
                </a:lnTo>
                <a:lnTo>
                  <a:pt x="26571" y="3429"/>
                </a:lnTo>
                <a:lnTo>
                  <a:pt x="30563" y="1955"/>
                </a:lnTo>
                <a:lnTo>
                  <a:pt x="34739" y="894"/>
                </a:lnTo>
                <a:lnTo>
                  <a:pt x="39061" y="232"/>
                </a:lnTo>
                <a:lnTo>
                  <a:pt x="43501" y="0"/>
                </a:lnTo>
                <a:lnTo>
                  <a:pt x="47940" y="232"/>
                </a:lnTo>
                <a:lnTo>
                  <a:pt x="52247" y="894"/>
                </a:lnTo>
                <a:lnTo>
                  <a:pt x="56422" y="1955"/>
                </a:lnTo>
                <a:lnTo>
                  <a:pt x="60431" y="3429"/>
                </a:lnTo>
                <a:lnTo>
                  <a:pt x="64241" y="5268"/>
                </a:lnTo>
                <a:lnTo>
                  <a:pt x="67819" y="7438"/>
                </a:lnTo>
                <a:lnTo>
                  <a:pt x="71165" y="9939"/>
                </a:lnTo>
                <a:lnTo>
                  <a:pt x="74263" y="12738"/>
                </a:lnTo>
                <a:lnTo>
                  <a:pt x="77062" y="15836"/>
                </a:lnTo>
                <a:lnTo>
                  <a:pt x="79564" y="19182"/>
                </a:lnTo>
                <a:lnTo>
                  <a:pt x="81734" y="22760"/>
                </a:lnTo>
                <a:lnTo>
                  <a:pt x="83573" y="26571"/>
                </a:lnTo>
                <a:lnTo>
                  <a:pt x="85029" y="30579"/>
                </a:lnTo>
                <a:lnTo>
                  <a:pt x="86106" y="34753"/>
                </a:lnTo>
                <a:lnTo>
                  <a:pt x="86770" y="39060"/>
                </a:lnTo>
                <a:lnTo>
                  <a:pt x="87001" y="43500"/>
                </a:lnTo>
                <a:lnTo>
                  <a:pt x="86770" y="47940"/>
                </a:lnTo>
                <a:lnTo>
                  <a:pt x="86106" y="52247"/>
                </a:lnTo>
                <a:lnTo>
                  <a:pt x="85029" y="56421"/>
                </a:lnTo>
                <a:lnTo>
                  <a:pt x="83573" y="60430"/>
                </a:lnTo>
                <a:lnTo>
                  <a:pt x="81734" y="64240"/>
                </a:lnTo>
                <a:lnTo>
                  <a:pt x="79564" y="67818"/>
                </a:lnTo>
                <a:lnTo>
                  <a:pt x="77062" y="71164"/>
                </a:lnTo>
                <a:lnTo>
                  <a:pt x="74263" y="74262"/>
                </a:lnTo>
                <a:lnTo>
                  <a:pt x="71165" y="77061"/>
                </a:lnTo>
                <a:lnTo>
                  <a:pt x="67819" y="79562"/>
                </a:lnTo>
                <a:lnTo>
                  <a:pt x="64241" y="81732"/>
                </a:lnTo>
                <a:lnTo>
                  <a:pt x="60431" y="83571"/>
                </a:lnTo>
                <a:lnTo>
                  <a:pt x="56422" y="85046"/>
                </a:lnTo>
                <a:lnTo>
                  <a:pt x="52247" y="86106"/>
                </a:lnTo>
                <a:lnTo>
                  <a:pt x="47940" y="86768"/>
                </a:lnTo>
                <a:lnTo>
                  <a:pt x="43501" y="87000"/>
                </a:lnTo>
                <a:lnTo>
                  <a:pt x="39061" y="86768"/>
                </a:lnTo>
                <a:lnTo>
                  <a:pt x="34739" y="86106"/>
                </a:lnTo>
                <a:lnTo>
                  <a:pt x="30563" y="85046"/>
                </a:lnTo>
                <a:lnTo>
                  <a:pt x="26571" y="83571"/>
                </a:lnTo>
                <a:lnTo>
                  <a:pt x="22761" y="81732"/>
                </a:lnTo>
                <a:lnTo>
                  <a:pt x="19183" y="79562"/>
                </a:lnTo>
                <a:lnTo>
                  <a:pt x="15837" y="77061"/>
                </a:lnTo>
                <a:lnTo>
                  <a:pt x="12740" y="74262"/>
                </a:lnTo>
                <a:lnTo>
                  <a:pt x="9940" y="71164"/>
                </a:lnTo>
                <a:lnTo>
                  <a:pt x="7438" y="67818"/>
                </a:lnTo>
                <a:lnTo>
                  <a:pt x="5251" y="64240"/>
                </a:lnTo>
                <a:lnTo>
                  <a:pt x="3430" y="60430"/>
                </a:lnTo>
                <a:lnTo>
                  <a:pt x="1956" y="56421"/>
                </a:lnTo>
                <a:lnTo>
                  <a:pt x="895" y="52247"/>
                </a:lnTo>
                <a:lnTo>
                  <a:pt x="233" y="47940"/>
                </a:lnTo>
                <a:lnTo>
                  <a:pt x="0" y="43500"/>
                </a:lnTo>
                <a:lnTo>
                  <a:pt x="233" y="39060"/>
                </a:lnTo>
                <a:moveTo>
                  <a:pt x="16565" y="43914"/>
                </a:moveTo>
                <a:lnTo>
                  <a:pt x="16565" y="43086"/>
                </a:lnTo>
                <a:lnTo>
                  <a:pt x="16748" y="46681"/>
                </a:lnTo>
                <a:lnTo>
                  <a:pt x="16666" y="45852"/>
                </a:lnTo>
                <a:lnTo>
                  <a:pt x="17196" y="49348"/>
                </a:lnTo>
                <a:lnTo>
                  <a:pt x="17029" y="48536"/>
                </a:lnTo>
                <a:lnTo>
                  <a:pt x="17908" y="51899"/>
                </a:lnTo>
                <a:lnTo>
                  <a:pt x="17660" y="51120"/>
                </a:lnTo>
                <a:lnTo>
                  <a:pt x="18835" y="54350"/>
                </a:lnTo>
                <a:lnTo>
                  <a:pt x="18521" y="53605"/>
                </a:lnTo>
                <a:lnTo>
                  <a:pt x="20012" y="56686"/>
                </a:lnTo>
                <a:lnTo>
                  <a:pt x="19630" y="55974"/>
                </a:lnTo>
                <a:lnTo>
                  <a:pt x="21386" y="58889"/>
                </a:lnTo>
                <a:lnTo>
                  <a:pt x="20939" y="58227"/>
                </a:lnTo>
                <a:lnTo>
                  <a:pt x="22977" y="60927"/>
                </a:lnTo>
                <a:lnTo>
                  <a:pt x="22463" y="60314"/>
                </a:lnTo>
                <a:lnTo>
                  <a:pt x="24733" y="62815"/>
                </a:lnTo>
                <a:lnTo>
                  <a:pt x="24186" y="62268"/>
                </a:lnTo>
                <a:lnTo>
                  <a:pt x="26687" y="64538"/>
                </a:lnTo>
                <a:lnTo>
                  <a:pt x="26075" y="64024"/>
                </a:lnTo>
                <a:lnTo>
                  <a:pt x="28774" y="66062"/>
                </a:lnTo>
                <a:lnTo>
                  <a:pt x="28112" y="65614"/>
                </a:lnTo>
                <a:lnTo>
                  <a:pt x="31028" y="67370"/>
                </a:lnTo>
                <a:lnTo>
                  <a:pt x="30315" y="66990"/>
                </a:lnTo>
                <a:lnTo>
                  <a:pt x="33397" y="68480"/>
                </a:lnTo>
                <a:lnTo>
                  <a:pt x="32650" y="68149"/>
                </a:lnTo>
                <a:lnTo>
                  <a:pt x="35881" y="69342"/>
                </a:lnTo>
                <a:lnTo>
                  <a:pt x="35102" y="69093"/>
                </a:lnTo>
                <a:lnTo>
                  <a:pt x="38465" y="69971"/>
                </a:lnTo>
                <a:lnTo>
                  <a:pt x="37653" y="69806"/>
                </a:lnTo>
                <a:lnTo>
                  <a:pt x="41148" y="70336"/>
                </a:lnTo>
                <a:lnTo>
                  <a:pt x="40321" y="70253"/>
                </a:lnTo>
                <a:lnTo>
                  <a:pt x="43915" y="70435"/>
                </a:lnTo>
                <a:lnTo>
                  <a:pt x="43087" y="70435"/>
                </a:lnTo>
                <a:lnTo>
                  <a:pt x="46682" y="70253"/>
                </a:lnTo>
                <a:lnTo>
                  <a:pt x="45853" y="70336"/>
                </a:lnTo>
                <a:lnTo>
                  <a:pt x="49348" y="69806"/>
                </a:lnTo>
                <a:lnTo>
                  <a:pt x="48537" y="69971"/>
                </a:lnTo>
                <a:lnTo>
                  <a:pt x="51899" y="69093"/>
                </a:lnTo>
                <a:lnTo>
                  <a:pt x="51121" y="69342"/>
                </a:lnTo>
                <a:lnTo>
                  <a:pt x="54351" y="68149"/>
                </a:lnTo>
                <a:lnTo>
                  <a:pt x="53606" y="68480"/>
                </a:lnTo>
                <a:lnTo>
                  <a:pt x="56686" y="66990"/>
                </a:lnTo>
                <a:lnTo>
                  <a:pt x="55974" y="67370"/>
                </a:lnTo>
                <a:lnTo>
                  <a:pt x="58873" y="65614"/>
                </a:lnTo>
                <a:lnTo>
                  <a:pt x="58227" y="66062"/>
                </a:lnTo>
                <a:lnTo>
                  <a:pt x="60928" y="64024"/>
                </a:lnTo>
                <a:lnTo>
                  <a:pt x="60315" y="64538"/>
                </a:lnTo>
                <a:lnTo>
                  <a:pt x="62817" y="62268"/>
                </a:lnTo>
                <a:lnTo>
                  <a:pt x="62270" y="62815"/>
                </a:lnTo>
                <a:lnTo>
                  <a:pt x="64538" y="60314"/>
                </a:lnTo>
                <a:lnTo>
                  <a:pt x="64026" y="60927"/>
                </a:lnTo>
                <a:lnTo>
                  <a:pt x="66063" y="58227"/>
                </a:lnTo>
                <a:lnTo>
                  <a:pt x="65615" y="58889"/>
                </a:lnTo>
                <a:lnTo>
                  <a:pt x="67371" y="55974"/>
                </a:lnTo>
                <a:lnTo>
                  <a:pt x="66990" y="56686"/>
                </a:lnTo>
                <a:lnTo>
                  <a:pt x="68481" y="53605"/>
                </a:lnTo>
                <a:lnTo>
                  <a:pt x="68150" y="54350"/>
                </a:lnTo>
                <a:lnTo>
                  <a:pt x="69343" y="51120"/>
                </a:lnTo>
                <a:lnTo>
                  <a:pt x="69094" y="51899"/>
                </a:lnTo>
                <a:lnTo>
                  <a:pt x="69972" y="48536"/>
                </a:lnTo>
                <a:lnTo>
                  <a:pt x="69789" y="49348"/>
                </a:lnTo>
                <a:lnTo>
                  <a:pt x="70337" y="45852"/>
                </a:lnTo>
                <a:lnTo>
                  <a:pt x="70254" y="46681"/>
                </a:lnTo>
                <a:lnTo>
                  <a:pt x="70436" y="43086"/>
                </a:lnTo>
                <a:lnTo>
                  <a:pt x="70436" y="43914"/>
                </a:lnTo>
                <a:lnTo>
                  <a:pt x="70254" y="40320"/>
                </a:lnTo>
                <a:lnTo>
                  <a:pt x="70337" y="41148"/>
                </a:lnTo>
                <a:lnTo>
                  <a:pt x="69789" y="37652"/>
                </a:lnTo>
                <a:lnTo>
                  <a:pt x="69972" y="38464"/>
                </a:lnTo>
                <a:lnTo>
                  <a:pt x="69094" y="35101"/>
                </a:lnTo>
                <a:lnTo>
                  <a:pt x="69343" y="35880"/>
                </a:lnTo>
                <a:lnTo>
                  <a:pt x="68150" y="32650"/>
                </a:lnTo>
                <a:lnTo>
                  <a:pt x="68481" y="33395"/>
                </a:lnTo>
                <a:lnTo>
                  <a:pt x="66990" y="30314"/>
                </a:lnTo>
                <a:lnTo>
                  <a:pt x="67371" y="31026"/>
                </a:lnTo>
                <a:lnTo>
                  <a:pt x="65615" y="28111"/>
                </a:lnTo>
                <a:lnTo>
                  <a:pt x="66063" y="28774"/>
                </a:lnTo>
                <a:lnTo>
                  <a:pt x="64026" y="26074"/>
                </a:lnTo>
                <a:lnTo>
                  <a:pt x="64538" y="26686"/>
                </a:lnTo>
                <a:lnTo>
                  <a:pt x="62270" y="24185"/>
                </a:lnTo>
                <a:lnTo>
                  <a:pt x="62817" y="24732"/>
                </a:lnTo>
                <a:lnTo>
                  <a:pt x="60315" y="22462"/>
                </a:lnTo>
                <a:lnTo>
                  <a:pt x="60928" y="22976"/>
                </a:lnTo>
                <a:lnTo>
                  <a:pt x="58227" y="20938"/>
                </a:lnTo>
                <a:lnTo>
                  <a:pt x="58873" y="21385"/>
                </a:lnTo>
                <a:lnTo>
                  <a:pt x="55974" y="19630"/>
                </a:lnTo>
                <a:lnTo>
                  <a:pt x="56686" y="20011"/>
                </a:lnTo>
                <a:lnTo>
                  <a:pt x="53606" y="18520"/>
                </a:lnTo>
                <a:lnTo>
                  <a:pt x="54351" y="18851"/>
                </a:lnTo>
                <a:lnTo>
                  <a:pt x="51121" y="17658"/>
                </a:lnTo>
                <a:lnTo>
                  <a:pt x="51899" y="17907"/>
                </a:lnTo>
                <a:lnTo>
                  <a:pt x="48537" y="17029"/>
                </a:lnTo>
                <a:lnTo>
                  <a:pt x="49348" y="17194"/>
                </a:lnTo>
                <a:lnTo>
                  <a:pt x="45853" y="16665"/>
                </a:lnTo>
                <a:lnTo>
                  <a:pt x="46682" y="16748"/>
                </a:lnTo>
                <a:lnTo>
                  <a:pt x="43087" y="16565"/>
                </a:lnTo>
                <a:lnTo>
                  <a:pt x="43915" y="16565"/>
                </a:lnTo>
                <a:lnTo>
                  <a:pt x="40321" y="16748"/>
                </a:lnTo>
                <a:lnTo>
                  <a:pt x="41148" y="16665"/>
                </a:lnTo>
                <a:lnTo>
                  <a:pt x="37653" y="17194"/>
                </a:lnTo>
                <a:lnTo>
                  <a:pt x="38465" y="17029"/>
                </a:lnTo>
                <a:lnTo>
                  <a:pt x="35102" y="17907"/>
                </a:lnTo>
                <a:lnTo>
                  <a:pt x="35881" y="17658"/>
                </a:lnTo>
                <a:lnTo>
                  <a:pt x="32650" y="18851"/>
                </a:lnTo>
                <a:lnTo>
                  <a:pt x="33397" y="18520"/>
                </a:lnTo>
                <a:lnTo>
                  <a:pt x="30315" y="20011"/>
                </a:lnTo>
                <a:lnTo>
                  <a:pt x="31028" y="19630"/>
                </a:lnTo>
                <a:lnTo>
                  <a:pt x="28112" y="21385"/>
                </a:lnTo>
                <a:lnTo>
                  <a:pt x="28774" y="20938"/>
                </a:lnTo>
                <a:lnTo>
                  <a:pt x="26075" y="22976"/>
                </a:lnTo>
                <a:lnTo>
                  <a:pt x="26687" y="22462"/>
                </a:lnTo>
                <a:lnTo>
                  <a:pt x="24186" y="24732"/>
                </a:lnTo>
                <a:lnTo>
                  <a:pt x="24733" y="24185"/>
                </a:lnTo>
                <a:lnTo>
                  <a:pt x="22463" y="26686"/>
                </a:lnTo>
                <a:lnTo>
                  <a:pt x="22977" y="26074"/>
                </a:lnTo>
                <a:lnTo>
                  <a:pt x="20939" y="28774"/>
                </a:lnTo>
                <a:lnTo>
                  <a:pt x="21386" y="28111"/>
                </a:lnTo>
                <a:lnTo>
                  <a:pt x="19630" y="31026"/>
                </a:lnTo>
                <a:lnTo>
                  <a:pt x="20012" y="30314"/>
                </a:lnTo>
                <a:lnTo>
                  <a:pt x="18521" y="33395"/>
                </a:lnTo>
                <a:lnTo>
                  <a:pt x="18835" y="32650"/>
                </a:lnTo>
                <a:lnTo>
                  <a:pt x="17660" y="35880"/>
                </a:lnTo>
                <a:lnTo>
                  <a:pt x="17908" y="35101"/>
                </a:lnTo>
                <a:lnTo>
                  <a:pt x="17029" y="38464"/>
                </a:lnTo>
                <a:lnTo>
                  <a:pt x="17196" y="37652"/>
                </a:lnTo>
                <a:lnTo>
                  <a:pt x="16666" y="41148"/>
                </a:lnTo>
                <a:lnTo>
                  <a:pt x="16748" y="40320"/>
                </a:lnTo>
                <a:lnTo>
                  <a:pt x="16565" y="4391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A60FC1F7-C20E-4A86-9A7B-2464E7EC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8255" y="1385457"/>
            <a:ext cx="70899" cy="70402"/>
          </a:xfrm>
          <a:custGeom xmlns:a="http://schemas.openxmlformats.org/drawingml/2006/main">
            <a:pathLst>
              <a:path w="70899" h="70402">
                <a:moveTo>
                  <a:pt x="0" y="35118"/>
                </a:moveTo>
                <a:cubicBezTo>
                  <a:pt x="496" y="15753"/>
                  <a:pt x="16250" y="0"/>
                  <a:pt x="35697" y="0"/>
                </a:cubicBezTo>
                <a:cubicBezTo>
                  <a:pt x="55145" y="0"/>
                  <a:pt x="70899" y="15753"/>
                  <a:pt x="70899" y="35201"/>
                </a:cubicBezTo>
                <a:cubicBezTo>
                  <a:pt x="70899" y="54649"/>
                  <a:pt x="55145" y="70402"/>
                  <a:pt x="35697" y="70402"/>
                </a:cubicBezTo>
                <a:cubicBezTo>
                  <a:pt x="16250" y="70402"/>
                  <a:pt x="496" y="54649"/>
                  <a:pt x="0" y="35118"/>
                </a:cubicBez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913D1C7E-8C89-43A4-9328-107A4888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0452" y="1377158"/>
            <a:ext cx="87001" cy="87000"/>
          </a:xfrm>
          <a:custGeom xmlns:a="http://schemas.openxmlformats.org/drawingml/2006/main">
            <a:pathLst>
              <a:path w="87001" h="87000">
                <a:moveTo>
                  <a:pt x="232" y="39060"/>
                </a:moveTo>
                <a:lnTo>
                  <a:pt x="895" y="34753"/>
                </a:lnTo>
                <a:lnTo>
                  <a:pt x="1955" y="30579"/>
                </a:lnTo>
                <a:lnTo>
                  <a:pt x="3430" y="26571"/>
                </a:lnTo>
                <a:lnTo>
                  <a:pt x="5268" y="22760"/>
                </a:lnTo>
                <a:lnTo>
                  <a:pt x="7438" y="19182"/>
                </a:lnTo>
                <a:lnTo>
                  <a:pt x="9939" y="15836"/>
                </a:lnTo>
                <a:lnTo>
                  <a:pt x="12739" y="12738"/>
                </a:lnTo>
                <a:lnTo>
                  <a:pt x="15836" y="9939"/>
                </a:lnTo>
                <a:lnTo>
                  <a:pt x="19183" y="7438"/>
                </a:lnTo>
                <a:lnTo>
                  <a:pt x="22761" y="5268"/>
                </a:lnTo>
                <a:lnTo>
                  <a:pt x="26571" y="3429"/>
                </a:lnTo>
                <a:lnTo>
                  <a:pt x="30580" y="1955"/>
                </a:lnTo>
                <a:lnTo>
                  <a:pt x="34738" y="894"/>
                </a:lnTo>
                <a:lnTo>
                  <a:pt x="39060" y="232"/>
                </a:lnTo>
                <a:lnTo>
                  <a:pt x="43500" y="0"/>
                </a:lnTo>
                <a:lnTo>
                  <a:pt x="47940" y="232"/>
                </a:lnTo>
                <a:lnTo>
                  <a:pt x="52247" y="894"/>
                </a:lnTo>
                <a:lnTo>
                  <a:pt x="56422" y="1955"/>
                </a:lnTo>
                <a:lnTo>
                  <a:pt x="60431" y="3429"/>
                </a:lnTo>
                <a:lnTo>
                  <a:pt x="64240" y="5268"/>
                </a:lnTo>
                <a:lnTo>
                  <a:pt x="67819" y="7438"/>
                </a:lnTo>
                <a:lnTo>
                  <a:pt x="71165" y="9939"/>
                </a:lnTo>
                <a:lnTo>
                  <a:pt x="74262" y="12738"/>
                </a:lnTo>
                <a:lnTo>
                  <a:pt x="77061" y="15836"/>
                </a:lnTo>
                <a:lnTo>
                  <a:pt x="79562" y="19182"/>
                </a:lnTo>
                <a:lnTo>
                  <a:pt x="81734" y="22760"/>
                </a:lnTo>
                <a:lnTo>
                  <a:pt x="83572" y="26571"/>
                </a:lnTo>
                <a:lnTo>
                  <a:pt x="85029" y="30579"/>
                </a:lnTo>
                <a:lnTo>
                  <a:pt x="86106" y="34753"/>
                </a:lnTo>
                <a:lnTo>
                  <a:pt x="86769" y="39060"/>
                </a:lnTo>
                <a:lnTo>
                  <a:pt x="87001" y="43500"/>
                </a:lnTo>
                <a:lnTo>
                  <a:pt x="86769" y="47940"/>
                </a:lnTo>
                <a:lnTo>
                  <a:pt x="86106" y="52247"/>
                </a:lnTo>
                <a:lnTo>
                  <a:pt x="85029" y="56421"/>
                </a:lnTo>
                <a:lnTo>
                  <a:pt x="83572" y="60430"/>
                </a:lnTo>
                <a:lnTo>
                  <a:pt x="81734" y="64240"/>
                </a:lnTo>
                <a:lnTo>
                  <a:pt x="79562" y="67818"/>
                </a:lnTo>
                <a:lnTo>
                  <a:pt x="77061" y="71164"/>
                </a:lnTo>
                <a:lnTo>
                  <a:pt x="74262" y="74262"/>
                </a:lnTo>
                <a:lnTo>
                  <a:pt x="71165" y="77061"/>
                </a:lnTo>
                <a:lnTo>
                  <a:pt x="67819" y="79562"/>
                </a:lnTo>
                <a:lnTo>
                  <a:pt x="64240" y="81732"/>
                </a:lnTo>
                <a:lnTo>
                  <a:pt x="60431" y="83571"/>
                </a:lnTo>
                <a:lnTo>
                  <a:pt x="56422" y="85046"/>
                </a:lnTo>
                <a:lnTo>
                  <a:pt x="52247" y="86106"/>
                </a:lnTo>
                <a:lnTo>
                  <a:pt x="47940" y="86768"/>
                </a:lnTo>
                <a:lnTo>
                  <a:pt x="43500" y="87000"/>
                </a:lnTo>
                <a:lnTo>
                  <a:pt x="39060" y="86768"/>
                </a:lnTo>
                <a:lnTo>
                  <a:pt x="34738" y="86106"/>
                </a:lnTo>
                <a:lnTo>
                  <a:pt x="30580" y="85046"/>
                </a:lnTo>
                <a:lnTo>
                  <a:pt x="26571" y="83571"/>
                </a:lnTo>
                <a:lnTo>
                  <a:pt x="22761" y="81732"/>
                </a:lnTo>
                <a:lnTo>
                  <a:pt x="19183" y="79562"/>
                </a:lnTo>
                <a:lnTo>
                  <a:pt x="15836" y="77061"/>
                </a:lnTo>
                <a:lnTo>
                  <a:pt x="12739" y="74262"/>
                </a:lnTo>
                <a:lnTo>
                  <a:pt x="9939" y="71164"/>
                </a:lnTo>
                <a:lnTo>
                  <a:pt x="7438" y="67818"/>
                </a:lnTo>
                <a:lnTo>
                  <a:pt x="5268" y="64240"/>
                </a:lnTo>
                <a:lnTo>
                  <a:pt x="3430" y="60430"/>
                </a:lnTo>
                <a:lnTo>
                  <a:pt x="1955" y="56421"/>
                </a:lnTo>
                <a:lnTo>
                  <a:pt x="895" y="52247"/>
                </a:lnTo>
                <a:lnTo>
                  <a:pt x="232" y="47940"/>
                </a:lnTo>
                <a:lnTo>
                  <a:pt x="0" y="43500"/>
                </a:lnTo>
                <a:lnTo>
                  <a:pt x="232" y="39060"/>
                </a:lnTo>
                <a:moveTo>
                  <a:pt x="16565" y="43914"/>
                </a:moveTo>
                <a:lnTo>
                  <a:pt x="16565" y="43086"/>
                </a:lnTo>
                <a:lnTo>
                  <a:pt x="16748" y="46681"/>
                </a:lnTo>
                <a:lnTo>
                  <a:pt x="16665" y="45852"/>
                </a:lnTo>
                <a:lnTo>
                  <a:pt x="17196" y="49348"/>
                </a:lnTo>
                <a:lnTo>
                  <a:pt x="17029" y="48536"/>
                </a:lnTo>
                <a:lnTo>
                  <a:pt x="17907" y="51899"/>
                </a:lnTo>
                <a:lnTo>
                  <a:pt x="17659" y="51120"/>
                </a:lnTo>
                <a:lnTo>
                  <a:pt x="18852" y="54350"/>
                </a:lnTo>
                <a:lnTo>
                  <a:pt x="18520" y="53605"/>
                </a:lnTo>
                <a:lnTo>
                  <a:pt x="20012" y="56686"/>
                </a:lnTo>
                <a:lnTo>
                  <a:pt x="19630" y="55974"/>
                </a:lnTo>
                <a:lnTo>
                  <a:pt x="21386" y="58889"/>
                </a:lnTo>
                <a:lnTo>
                  <a:pt x="20939" y="58227"/>
                </a:lnTo>
                <a:lnTo>
                  <a:pt x="22977" y="60927"/>
                </a:lnTo>
                <a:lnTo>
                  <a:pt x="22463" y="60314"/>
                </a:lnTo>
                <a:lnTo>
                  <a:pt x="24732" y="62815"/>
                </a:lnTo>
                <a:lnTo>
                  <a:pt x="24186" y="62268"/>
                </a:lnTo>
                <a:lnTo>
                  <a:pt x="26687" y="64538"/>
                </a:lnTo>
                <a:lnTo>
                  <a:pt x="26073" y="64024"/>
                </a:lnTo>
                <a:lnTo>
                  <a:pt x="28774" y="66062"/>
                </a:lnTo>
                <a:lnTo>
                  <a:pt x="28112" y="65614"/>
                </a:lnTo>
                <a:lnTo>
                  <a:pt x="31026" y="67370"/>
                </a:lnTo>
                <a:lnTo>
                  <a:pt x="30315" y="66990"/>
                </a:lnTo>
                <a:lnTo>
                  <a:pt x="33396" y="68480"/>
                </a:lnTo>
                <a:lnTo>
                  <a:pt x="32650" y="68149"/>
                </a:lnTo>
                <a:lnTo>
                  <a:pt x="35881" y="69342"/>
                </a:lnTo>
                <a:lnTo>
                  <a:pt x="35102" y="69093"/>
                </a:lnTo>
                <a:lnTo>
                  <a:pt x="38465" y="69971"/>
                </a:lnTo>
                <a:lnTo>
                  <a:pt x="37653" y="69806"/>
                </a:lnTo>
                <a:lnTo>
                  <a:pt x="41148" y="70336"/>
                </a:lnTo>
                <a:lnTo>
                  <a:pt x="40321" y="70253"/>
                </a:lnTo>
                <a:lnTo>
                  <a:pt x="43915" y="70435"/>
                </a:lnTo>
                <a:lnTo>
                  <a:pt x="43087" y="70435"/>
                </a:lnTo>
                <a:lnTo>
                  <a:pt x="46681" y="70253"/>
                </a:lnTo>
                <a:lnTo>
                  <a:pt x="45853" y="70336"/>
                </a:lnTo>
                <a:lnTo>
                  <a:pt x="49348" y="69806"/>
                </a:lnTo>
                <a:lnTo>
                  <a:pt x="48536" y="69971"/>
                </a:lnTo>
                <a:lnTo>
                  <a:pt x="51899" y="69093"/>
                </a:lnTo>
                <a:lnTo>
                  <a:pt x="51121" y="69342"/>
                </a:lnTo>
                <a:lnTo>
                  <a:pt x="54351" y="68149"/>
                </a:lnTo>
                <a:lnTo>
                  <a:pt x="53606" y="68480"/>
                </a:lnTo>
                <a:lnTo>
                  <a:pt x="56686" y="66990"/>
                </a:lnTo>
                <a:lnTo>
                  <a:pt x="55974" y="67370"/>
                </a:lnTo>
                <a:lnTo>
                  <a:pt x="58890" y="65614"/>
                </a:lnTo>
                <a:lnTo>
                  <a:pt x="58227" y="66062"/>
                </a:lnTo>
                <a:lnTo>
                  <a:pt x="60927" y="64024"/>
                </a:lnTo>
                <a:lnTo>
                  <a:pt x="60314" y="64538"/>
                </a:lnTo>
                <a:lnTo>
                  <a:pt x="62816" y="62268"/>
                </a:lnTo>
                <a:lnTo>
                  <a:pt x="62269" y="62815"/>
                </a:lnTo>
                <a:lnTo>
                  <a:pt x="64538" y="60314"/>
                </a:lnTo>
                <a:lnTo>
                  <a:pt x="64024" y="60927"/>
                </a:lnTo>
                <a:lnTo>
                  <a:pt x="66062" y="58227"/>
                </a:lnTo>
                <a:lnTo>
                  <a:pt x="65615" y="58889"/>
                </a:lnTo>
                <a:lnTo>
                  <a:pt x="67371" y="55974"/>
                </a:lnTo>
                <a:lnTo>
                  <a:pt x="66990" y="56686"/>
                </a:lnTo>
                <a:lnTo>
                  <a:pt x="68480" y="53605"/>
                </a:lnTo>
                <a:lnTo>
                  <a:pt x="68150" y="54350"/>
                </a:lnTo>
                <a:lnTo>
                  <a:pt x="69342" y="51120"/>
                </a:lnTo>
                <a:lnTo>
                  <a:pt x="69094" y="51899"/>
                </a:lnTo>
                <a:lnTo>
                  <a:pt x="69972" y="48536"/>
                </a:lnTo>
                <a:lnTo>
                  <a:pt x="69789" y="49348"/>
                </a:lnTo>
                <a:lnTo>
                  <a:pt x="70336" y="45852"/>
                </a:lnTo>
                <a:lnTo>
                  <a:pt x="70254" y="46681"/>
                </a:lnTo>
                <a:lnTo>
                  <a:pt x="70436" y="43086"/>
                </a:lnTo>
                <a:lnTo>
                  <a:pt x="70436" y="43914"/>
                </a:lnTo>
                <a:lnTo>
                  <a:pt x="70254" y="40320"/>
                </a:lnTo>
                <a:lnTo>
                  <a:pt x="70336" y="41148"/>
                </a:lnTo>
                <a:lnTo>
                  <a:pt x="69789" y="37652"/>
                </a:lnTo>
                <a:lnTo>
                  <a:pt x="69972" y="38464"/>
                </a:lnTo>
                <a:lnTo>
                  <a:pt x="69094" y="35101"/>
                </a:lnTo>
                <a:lnTo>
                  <a:pt x="69342" y="35880"/>
                </a:lnTo>
                <a:lnTo>
                  <a:pt x="68150" y="32650"/>
                </a:lnTo>
                <a:lnTo>
                  <a:pt x="68480" y="33395"/>
                </a:lnTo>
                <a:lnTo>
                  <a:pt x="66990" y="30314"/>
                </a:lnTo>
                <a:lnTo>
                  <a:pt x="67371" y="31026"/>
                </a:lnTo>
                <a:lnTo>
                  <a:pt x="65615" y="28111"/>
                </a:lnTo>
                <a:lnTo>
                  <a:pt x="66062" y="28774"/>
                </a:lnTo>
                <a:lnTo>
                  <a:pt x="64024" y="26074"/>
                </a:lnTo>
                <a:lnTo>
                  <a:pt x="64538" y="26686"/>
                </a:lnTo>
                <a:lnTo>
                  <a:pt x="62269" y="24185"/>
                </a:lnTo>
                <a:lnTo>
                  <a:pt x="62816" y="24732"/>
                </a:lnTo>
                <a:lnTo>
                  <a:pt x="60314" y="22462"/>
                </a:lnTo>
                <a:lnTo>
                  <a:pt x="60927" y="22976"/>
                </a:lnTo>
                <a:lnTo>
                  <a:pt x="58227" y="20938"/>
                </a:lnTo>
                <a:lnTo>
                  <a:pt x="58890" y="21385"/>
                </a:lnTo>
                <a:lnTo>
                  <a:pt x="55974" y="19630"/>
                </a:lnTo>
                <a:lnTo>
                  <a:pt x="56686" y="20011"/>
                </a:lnTo>
                <a:lnTo>
                  <a:pt x="53606" y="18520"/>
                </a:lnTo>
                <a:lnTo>
                  <a:pt x="54351" y="18851"/>
                </a:lnTo>
                <a:lnTo>
                  <a:pt x="51121" y="17658"/>
                </a:lnTo>
                <a:lnTo>
                  <a:pt x="51899" y="17907"/>
                </a:lnTo>
                <a:lnTo>
                  <a:pt x="48536" y="17029"/>
                </a:lnTo>
                <a:lnTo>
                  <a:pt x="49348" y="17194"/>
                </a:lnTo>
                <a:lnTo>
                  <a:pt x="45853" y="16665"/>
                </a:lnTo>
                <a:lnTo>
                  <a:pt x="46681" y="16748"/>
                </a:lnTo>
                <a:lnTo>
                  <a:pt x="43087" y="16565"/>
                </a:lnTo>
                <a:lnTo>
                  <a:pt x="43915" y="16565"/>
                </a:lnTo>
                <a:lnTo>
                  <a:pt x="40321" y="16748"/>
                </a:lnTo>
                <a:lnTo>
                  <a:pt x="41148" y="16665"/>
                </a:lnTo>
                <a:lnTo>
                  <a:pt x="37653" y="17194"/>
                </a:lnTo>
                <a:lnTo>
                  <a:pt x="38465" y="17029"/>
                </a:lnTo>
                <a:lnTo>
                  <a:pt x="35102" y="17907"/>
                </a:lnTo>
                <a:lnTo>
                  <a:pt x="35881" y="17658"/>
                </a:lnTo>
                <a:lnTo>
                  <a:pt x="32650" y="18851"/>
                </a:lnTo>
                <a:lnTo>
                  <a:pt x="33396" y="18520"/>
                </a:lnTo>
                <a:lnTo>
                  <a:pt x="30315" y="20011"/>
                </a:lnTo>
                <a:lnTo>
                  <a:pt x="31026" y="19630"/>
                </a:lnTo>
                <a:lnTo>
                  <a:pt x="28112" y="21385"/>
                </a:lnTo>
                <a:lnTo>
                  <a:pt x="28774" y="20938"/>
                </a:lnTo>
                <a:lnTo>
                  <a:pt x="26073" y="22976"/>
                </a:lnTo>
                <a:lnTo>
                  <a:pt x="26687" y="22462"/>
                </a:lnTo>
                <a:lnTo>
                  <a:pt x="24186" y="24732"/>
                </a:lnTo>
                <a:lnTo>
                  <a:pt x="24732" y="24185"/>
                </a:lnTo>
                <a:lnTo>
                  <a:pt x="22463" y="26686"/>
                </a:lnTo>
                <a:lnTo>
                  <a:pt x="22977" y="26074"/>
                </a:lnTo>
                <a:lnTo>
                  <a:pt x="20939" y="28774"/>
                </a:lnTo>
                <a:lnTo>
                  <a:pt x="21386" y="28111"/>
                </a:lnTo>
                <a:lnTo>
                  <a:pt x="19630" y="31026"/>
                </a:lnTo>
                <a:lnTo>
                  <a:pt x="20012" y="30314"/>
                </a:lnTo>
                <a:lnTo>
                  <a:pt x="18520" y="33395"/>
                </a:lnTo>
                <a:lnTo>
                  <a:pt x="18852" y="32650"/>
                </a:lnTo>
                <a:lnTo>
                  <a:pt x="17659" y="35880"/>
                </a:lnTo>
                <a:lnTo>
                  <a:pt x="17907" y="35101"/>
                </a:lnTo>
                <a:lnTo>
                  <a:pt x="17029" y="38464"/>
                </a:lnTo>
                <a:lnTo>
                  <a:pt x="17196" y="37652"/>
                </a:lnTo>
                <a:lnTo>
                  <a:pt x="16665" y="41148"/>
                </a:lnTo>
                <a:lnTo>
                  <a:pt x="16748" y="40320"/>
                </a:lnTo>
                <a:lnTo>
                  <a:pt x="16565" y="4391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A87A199D-16C0-4C14-9C80-033FEFEA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8385" y="2567434"/>
            <a:ext cx="626248" cy="66261"/>
          </a:xfrm>
          <a:custGeom xmlns:a="http://schemas.openxmlformats.org/drawingml/2006/main">
            <a:pathLst>
              <a:path w="626248" h="66261">
                <a:moveTo>
                  <a:pt x="66293" y="0"/>
                </a:moveTo>
                <a:lnTo>
                  <a:pt x="66261" y="33131"/>
                </a:lnTo>
                <a:lnTo>
                  <a:pt x="66227" y="66261"/>
                </a:lnTo>
                <a:lnTo>
                  <a:pt x="0" y="33081"/>
                </a:lnTo>
                <a:lnTo>
                  <a:pt x="66293" y="0"/>
                </a:lnTo>
                <a:moveTo>
                  <a:pt x="33131" y="24831"/>
                </a:moveTo>
                <a:lnTo>
                  <a:pt x="116503" y="24898"/>
                </a:lnTo>
                <a:lnTo>
                  <a:pt x="229345" y="25146"/>
                </a:lnTo>
                <a:lnTo>
                  <a:pt x="334865" y="25560"/>
                </a:lnTo>
                <a:lnTo>
                  <a:pt x="429404" y="26090"/>
                </a:lnTo>
                <a:lnTo>
                  <a:pt x="509313" y="26719"/>
                </a:lnTo>
                <a:lnTo>
                  <a:pt x="570969" y="27415"/>
                </a:lnTo>
                <a:lnTo>
                  <a:pt x="610710" y="28177"/>
                </a:lnTo>
                <a:lnTo>
                  <a:pt x="621377" y="28558"/>
                </a:lnTo>
                <a:lnTo>
                  <a:pt x="624774" y="28807"/>
                </a:lnTo>
                <a:lnTo>
                  <a:pt x="626248" y="29122"/>
                </a:lnTo>
                <a:lnTo>
                  <a:pt x="622769" y="45323"/>
                </a:lnTo>
                <a:lnTo>
                  <a:pt x="621858" y="45124"/>
                </a:lnTo>
                <a:lnTo>
                  <a:pt x="623000" y="45289"/>
                </a:lnTo>
                <a:lnTo>
                  <a:pt x="620334" y="45091"/>
                </a:lnTo>
                <a:lnTo>
                  <a:pt x="620615" y="45107"/>
                </a:lnTo>
                <a:lnTo>
                  <a:pt x="610179" y="44726"/>
                </a:lnTo>
                <a:lnTo>
                  <a:pt x="610328" y="44726"/>
                </a:lnTo>
                <a:lnTo>
                  <a:pt x="570688" y="43980"/>
                </a:lnTo>
                <a:lnTo>
                  <a:pt x="570738" y="43980"/>
                </a:lnTo>
                <a:lnTo>
                  <a:pt x="509147" y="43285"/>
                </a:lnTo>
                <a:lnTo>
                  <a:pt x="509181" y="43285"/>
                </a:lnTo>
                <a:lnTo>
                  <a:pt x="429287" y="42655"/>
                </a:lnTo>
                <a:lnTo>
                  <a:pt x="429303" y="42655"/>
                </a:lnTo>
                <a:lnTo>
                  <a:pt x="334766" y="42125"/>
                </a:lnTo>
                <a:lnTo>
                  <a:pt x="334782" y="42125"/>
                </a:lnTo>
                <a:lnTo>
                  <a:pt x="229279" y="41711"/>
                </a:lnTo>
                <a:lnTo>
                  <a:pt x="229295" y="41711"/>
                </a:lnTo>
                <a:lnTo>
                  <a:pt x="116470" y="41462"/>
                </a:lnTo>
                <a:lnTo>
                  <a:pt x="116486" y="41462"/>
                </a:lnTo>
                <a:lnTo>
                  <a:pt x="33131" y="41397"/>
                </a:lnTo>
                <a:lnTo>
                  <a:pt x="33131" y="24831"/>
                </a:lnTo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0A61F5C0-46B3-4FC0-A007-E467FE21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0180" y="2624833"/>
            <a:ext cx="491970" cy="148192"/>
          </a:xfrm>
          <a:custGeom xmlns:a="http://schemas.openxmlformats.org/drawingml/2006/main">
            <a:pathLst>
              <a:path w="491970" h="148192">
                <a:moveTo>
                  <a:pt x="426438" y="81948"/>
                </a:moveTo>
                <a:lnTo>
                  <a:pt x="425725" y="115062"/>
                </a:lnTo>
                <a:lnTo>
                  <a:pt x="425014" y="148192"/>
                </a:lnTo>
                <a:lnTo>
                  <a:pt x="491970" y="116486"/>
                </a:lnTo>
                <a:lnTo>
                  <a:pt x="426438" y="81948"/>
                </a:lnTo>
                <a:moveTo>
                  <a:pt x="0" y="1060"/>
                </a:moveTo>
                <a:lnTo>
                  <a:pt x="215" y="4307"/>
                </a:lnTo>
                <a:lnTo>
                  <a:pt x="928" y="8018"/>
                </a:lnTo>
                <a:lnTo>
                  <a:pt x="2087" y="11629"/>
                </a:lnTo>
                <a:lnTo>
                  <a:pt x="3644" y="15124"/>
                </a:lnTo>
                <a:lnTo>
                  <a:pt x="5566" y="18503"/>
                </a:lnTo>
                <a:lnTo>
                  <a:pt x="6991" y="20574"/>
                </a:lnTo>
                <a:lnTo>
                  <a:pt x="20607" y="11148"/>
                </a:lnTo>
                <a:lnTo>
                  <a:pt x="19398" y="9376"/>
                </a:lnTo>
                <a:lnTo>
                  <a:pt x="19779" y="9988"/>
                </a:lnTo>
                <a:lnTo>
                  <a:pt x="18238" y="7289"/>
                </a:lnTo>
                <a:lnTo>
                  <a:pt x="18603" y="8018"/>
                </a:lnTo>
                <a:lnTo>
                  <a:pt x="17409" y="5317"/>
                </a:lnTo>
                <a:lnTo>
                  <a:pt x="17724" y="6145"/>
                </a:lnTo>
                <a:lnTo>
                  <a:pt x="16863" y="3445"/>
                </a:lnTo>
                <a:lnTo>
                  <a:pt x="17095" y="4390"/>
                </a:lnTo>
                <a:lnTo>
                  <a:pt x="16582" y="1673"/>
                </a:lnTo>
                <a:lnTo>
                  <a:pt x="16714" y="2716"/>
                </a:lnTo>
                <a:lnTo>
                  <a:pt x="16532" y="0"/>
                </a:lnTo>
                <a:lnTo>
                  <a:pt x="0" y="1060"/>
                </a:lnTo>
                <a:moveTo>
                  <a:pt x="20392" y="34339"/>
                </a:moveTo>
                <a:lnTo>
                  <a:pt x="27498" y="39607"/>
                </a:lnTo>
                <a:lnTo>
                  <a:pt x="34571" y="44047"/>
                </a:lnTo>
                <a:lnTo>
                  <a:pt x="43401" y="30033"/>
                </a:lnTo>
                <a:lnTo>
                  <a:pt x="36593" y="25759"/>
                </a:lnTo>
                <a:lnTo>
                  <a:pt x="37106" y="26107"/>
                </a:lnTo>
                <a:lnTo>
                  <a:pt x="30248" y="21021"/>
                </a:lnTo>
                <a:lnTo>
                  <a:pt x="20392" y="34339"/>
                </a:lnTo>
                <a:moveTo>
                  <a:pt x="49943" y="52363"/>
                </a:moveTo>
                <a:lnTo>
                  <a:pt x="56835" y="55692"/>
                </a:lnTo>
                <a:lnTo>
                  <a:pt x="65333" y="59369"/>
                </a:lnTo>
                <a:lnTo>
                  <a:pt x="71910" y="44163"/>
                </a:lnTo>
                <a:lnTo>
                  <a:pt x="63560" y="40552"/>
                </a:lnTo>
                <a:lnTo>
                  <a:pt x="63893" y="40701"/>
                </a:lnTo>
                <a:lnTo>
                  <a:pt x="57149" y="37454"/>
                </a:lnTo>
                <a:lnTo>
                  <a:pt x="49943" y="52363"/>
                </a:lnTo>
                <a:moveTo>
                  <a:pt x="81004" y="65615"/>
                </a:moveTo>
                <a:lnTo>
                  <a:pt x="81285" y="65731"/>
                </a:lnTo>
                <a:lnTo>
                  <a:pt x="94886" y="70551"/>
                </a:lnTo>
                <a:lnTo>
                  <a:pt x="97089" y="71263"/>
                </a:lnTo>
                <a:lnTo>
                  <a:pt x="102190" y="55493"/>
                </a:lnTo>
                <a:lnTo>
                  <a:pt x="100087" y="54814"/>
                </a:lnTo>
                <a:lnTo>
                  <a:pt x="100303" y="54897"/>
                </a:lnTo>
                <a:lnTo>
                  <a:pt x="86935" y="50159"/>
                </a:lnTo>
                <a:lnTo>
                  <a:pt x="87183" y="50242"/>
                </a:lnTo>
                <a:lnTo>
                  <a:pt x="87017" y="50176"/>
                </a:lnTo>
                <a:lnTo>
                  <a:pt x="81004" y="65615"/>
                </a:lnTo>
                <a:moveTo>
                  <a:pt x="113090" y="76316"/>
                </a:moveTo>
                <a:lnTo>
                  <a:pt x="124620" y="79745"/>
                </a:lnTo>
                <a:lnTo>
                  <a:pt x="129175" y="80971"/>
                </a:lnTo>
                <a:lnTo>
                  <a:pt x="133516" y="64985"/>
                </a:lnTo>
                <a:lnTo>
                  <a:pt x="129059" y="63776"/>
                </a:lnTo>
                <a:lnTo>
                  <a:pt x="129242" y="63825"/>
                </a:lnTo>
                <a:lnTo>
                  <a:pt x="117779" y="60446"/>
                </a:lnTo>
                <a:lnTo>
                  <a:pt x="113090" y="76316"/>
                </a:lnTo>
                <a:moveTo>
                  <a:pt x="145344" y="85278"/>
                </a:moveTo>
                <a:lnTo>
                  <a:pt x="157485" y="88309"/>
                </a:lnTo>
                <a:lnTo>
                  <a:pt x="161594" y="89253"/>
                </a:lnTo>
                <a:lnTo>
                  <a:pt x="165305" y="73102"/>
                </a:lnTo>
                <a:lnTo>
                  <a:pt x="161279" y="72174"/>
                </a:lnTo>
                <a:lnTo>
                  <a:pt x="161429" y="72208"/>
                </a:lnTo>
                <a:lnTo>
                  <a:pt x="149368" y="69193"/>
                </a:lnTo>
                <a:lnTo>
                  <a:pt x="145344" y="85278"/>
                </a:lnTo>
                <a:moveTo>
                  <a:pt x="177894" y="92947"/>
                </a:moveTo>
                <a:lnTo>
                  <a:pt x="193151" y="96161"/>
                </a:lnTo>
                <a:lnTo>
                  <a:pt x="194227" y="96376"/>
                </a:lnTo>
                <a:lnTo>
                  <a:pt x="197391" y="80109"/>
                </a:lnTo>
                <a:lnTo>
                  <a:pt x="196364" y="79910"/>
                </a:lnTo>
                <a:lnTo>
                  <a:pt x="196513" y="79943"/>
                </a:lnTo>
                <a:lnTo>
                  <a:pt x="181306" y="76730"/>
                </a:lnTo>
                <a:lnTo>
                  <a:pt x="177894" y="92947"/>
                </a:lnTo>
                <a:moveTo>
                  <a:pt x="210494" y="99540"/>
                </a:moveTo>
                <a:lnTo>
                  <a:pt x="211919" y="99805"/>
                </a:lnTo>
                <a:lnTo>
                  <a:pt x="226927" y="102489"/>
                </a:lnTo>
                <a:lnTo>
                  <a:pt x="229825" y="86172"/>
                </a:lnTo>
                <a:lnTo>
                  <a:pt x="214884" y="83505"/>
                </a:lnTo>
                <a:lnTo>
                  <a:pt x="215001" y="83538"/>
                </a:lnTo>
                <a:lnTo>
                  <a:pt x="213658" y="83273"/>
                </a:lnTo>
                <a:lnTo>
                  <a:pt x="210494" y="99540"/>
                </a:lnTo>
                <a:moveTo>
                  <a:pt x="243393" y="105222"/>
                </a:moveTo>
                <a:lnTo>
                  <a:pt x="251113" y="106481"/>
                </a:lnTo>
                <a:lnTo>
                  <a:pt x="259875" y="107773"/>
                </a:lnTo>
                <a:lnTo>
                  <a:pt x="262294" y="91374"/>
                </a:lnTo>
                <a:lnTo>
                  <a:pt x="253596" y="90098"/>
                </a:lnTo>
                <a:lnTo>
                  <a:pt x="253713" y="90115"/>
                </a:lnTo>
                <a:lnTo>
                  <a:pt x="246043" y="88872"/>
                </a:lnTo>
                <a:lnTo>
                  <a:pt x="243393" y="105222"/>
                </a:lnTo>
                <a:moveTo>
                  <a:pt x="276391" y="110126"/>
                </a:moveTo>
                <a:lnTo>
                  <a:pt x="292260" y="112229"/>
                </a:lnTo>
                <a:lnTo>
                  <a:pt x="292923" y="112312"/>
                </a:lnTo>
                <a:lnTo>
                  <a:pt x="294877" y="95862"/>
                </a:lnTo>
                <a:lnTo>
                  <a:pt x="294265" y="95797"/>
                </a:lnTo>
                <a:lnTo>
                  <a:pt x="294381" y="95813"/>
                </a:lnTo>
                <a:lnTo>
                  <a:pt x="278577" y="93709"/>
                </a:lnTo>
                <a:lnTo>
                  <a:pt x="276391" y="110126"/>
                </a:lnTo>
                <a:moveTo>
                  <a:pt x="309389" y="114267"/>
                </a:moveTo>
                <a:lnTo>
                  <a:pt x="313447" y="114747"/>
                </a:lnTo>
                <a:lnTo>
                  <a:pt x="325970" y="116072"/>
                </a:lnTo>
                <a:lnTo>
                  <a:pt x="327693" y="99590"/>
                </a:lnTo>
                <a:lnTo>
                  <a:pt x="315220" y="98282"/>
                </a:lnTo>
                <a:lnTo>
                  <a:pt x="315335" y="98298"/>
                </a:lnTo>
                <a:lnTo>
                  <a:pt x="311343" y="97818"/>
                </a:lnTo>
                <a:lnTo>
                  <a:pt x="309389" y="114267"/>
                </a:lnTo>
                <a:moveTo>
                  <a:pt x="342552" y="117712"/>
                </a:moveTo>
                <a:lnTo>
                  <a:pt x="356831" y="119005"/>
                </a:lnTo>
                <a:lnTo>
                  <a:pt x="359166" y="119187"/>
                </a:lnTo>
                <a:lnTo>
                  <a:pt x="360459" y="102671"/>
                </a:lnTo>
                <a:lnTo>
                  <a:pt x="358156" y="102489"/>
                </a:lnTo>
                <a:lnTo>
                  <a:pt x="358272" y="102506"/>
                </a:lnTo>
                <a:lnTo>
                  <a:pt x="344059" y="101213"/>
                </a:lnTo>
                <a:lnTo>
                  <a:pt x="342552" y="117712"/>
                </a:lnTo>
                <a:moveTo>
                  <a:pt x="375682" y="120478"/>
                </a:moveTo>
                <a:lnTo>
                  <a:pt x="378946" y="120727"/>
                </a:lnTo>
                <a:lnTo>
                  <a:pt x="392330" y="121572"/>
                </a:lnTo>
                <a:lnTo>
                  <a:pt x="393391" y="105040"/>
                </a:lnTo>
                <a:lnTo>
                  <a:pt x="380056" y="104195"/>
                </a:lnTo>
                <a:lnTo>
                  <a:pt x="380171" y="104195"/>
                </a:lnTo>
                <a:lnTo>
                  <a:pt x="376974" y="103963"/>
                </a:lnTo>
                <a:lnTo>
                  <a:pt x="375682" y="120478"/>
                </a:lnTo>
                <a:moveTo>
                  <a:pt x="408978" y="122533"/>
                </a:moveTo>
                <a:lnTo>
                  <a:pt x="423854" y="123278"/>
                </a:lnTo>
                <a:lnTo>
                  <a:pt x="425759" y="123328"/>
                </a:lnTo>
                <a:lnTo>
                  <a:pt x="426124" y="106763"/>
                </a:lnTo>
                <a:lnTo>
                  <a:pt x="424335" y="106729"/>
                </a:lnTo>
                <a:lnTo>
                  <a:pt x="424567" y="106729"/>
                </a:lnTo>
                <a:lnTo>
                  <a:pt x="409806" y="106001"/>
                </a:lnTo>
                <a:lnTo>
                  <a:pt x="408978" y="122533"/>
                </a:lnTo>
                <a:moveTo>
                  <a:pt x="442324" y="123692"/>
                </a:moveTo>
                <a:lnTo>
                  <a:pt x="458658" y="124056"/>
                </a:lnTo>
                <a:lnTo>
                  <a:pt x="459039" y="107492"/>
                </a:lnTo>
                <a:lnTo>
                  <a:pt x="442689" y="107127"/>
                </a:lnTo>
                <a:lnTo>
                  <a:pt x="442324" y="123692"/>
                </a:lnTo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E4124A47-B01F-40FB-9042-6CAE6BFE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0093" y="2361297"/>
            <a:ext cx="337267" cy="247501"/>
          </a:xfrm>
          <a:custGeom xmlns:a="http://schemas.openxmlformats.org/drawingml/2006/main">
            <a:pathLst>
              <a:path w="337267" h="247501">
                <a:moveTo>
                  <a:pt x="266601" y="0"/>
                </a:moveTo>
                <a:lnTo>
                  <a:pt x="271852" y="32716"/>
                </a:lnTo>
                <a:lnTo>
                  <a:pt x="277104" y="65433"/>
                </a:lnTo>
                <a:lnTo>
                  <a:pt x="337267" y="22214"/>
                </a:lnTo>
                <a:lnTo>
                  <a:pt x="266601" y="0"/>
                </a:lnTo>
                <a:moveTo>
                  <a:pt x="331" y="247501"/>
                </a:moveTo>
                <a:lnTo>
                  <a:pt x="8415" y="247335"/>
                </a:lnTo>
                <a:lnTo>
                  <a:pt x="16632" y="246855"/>
                </a:lnTo>
                <a:lnTo>
                  <a:pt x="24815" y="246060"/>
                </a:lnTo>
                <a:lnTo>
                  <a:pt x="32933" y="244966"/>
                </a:lnTo>
                <a:lnTo>
                  <a:pt x="40982" y="243592"/>
                </a:lnTo>
                <a:lnTo>
                  <a:pt x="48950" y="241935"/>
                </a:lnTo>
                <a:lnTo>
                  <a:pt x="56836" y="240013"/>
                </a:lnTo>
                <a:lnTo>
                  <a:pt x="64588" y="237827"/>
                </a:lnTo>
                <a:lnTo>
                  <a:pt x="72208" y="235408"/>
                </a:lnTo>
                <a:lnTo>
                  <a:pt x="79696" y="232741"/>
                </a:lnTo>
                <a:lnTo>
                  <a:pt x="87034" y="229842"/>
                </a:lnTo>
                <a:lnTo>
                  <a:pt x="94191" y="226728"/>
                </a:lnTo>
                <a:lnTo>
                  <a:pt x="101164" y="223415"/>
                </a:lnTo>
                <a:lnTo>
                  <a:pt x="107923" y="219887"/>
                </a:lnTo>
                <a:lnTo>
                  <a:pt x="114482" y="216176"/>
                </a:lnTo>
                <a:lnTo>
                  <a:pt x="120811" y="212283"/>
                </a:lnTo>
                <a:lnTo>
                  <a:pt x="126891" y="208208"/>
                </a:lnTo>
                <a:lnTo>
                  <a:pt x="132704" y="203967"/>
                </a:lnTo>
                <a:lnTo>
                  <a:pt x="138253" y="199578"/>
                </a:lnTo>
                <a:lnTo>
                  <a:pt x="143505" y="195022"/>
                </a:lnTo>
                <a:lnTo>
                  <a:pt x="148458" y="190334"/>
                </a:lnTo>
                <a:lnTo>
                  <a:pt x="153096" y="185497"/>
                </a:lnTo>
                <a:lnTo>
                  <a:pt x="157387" y="180527"/>
                </a:lnTo>
                <a:lnTo>
                  <a:pt x="161313" y="175426"/>
                </a:lnTo>
                <a:lnTo>
                  <a:pt x="164874" y="170208"/>
                </a:lnTo>
                <a:lnTo>
                  <a:pt x="168054" y="164857"/>
                </a:lnTo>
                <a:lnTo>
                  <a:pt x="170805" y="159390"/>
                </a:lnTo>
                <a:lnTo>
                  <a:pt x="173107" y="153825"/>
                </a:lnTo>
                <a:lnTo>
                  <a:pt x="174962" y="148159"/>
                </a:lnTo>
                <a:lnTo>
                  <a:pt x="176304" y="142411"/>
                </a:lnTo>
                <a:lnTo>
                  <a:pt x="177149" y="136580"/>
                </a:lnTo>
                <a:lnTo>
                  <a:pt x="177396" y="131113"/>
                </a:lnTo>
                <a:lnTo>
                  <a:pt x="177646" y="126028"/>
                </a:lnTo>
                <a:lnTo>
                  <a:pt x="177580" y="126790"/>
                </a:lnTo>
                <a:lnTo>
                  <a:pt x="178291" y="121721"/>
                </a:lnTo>
                <a:lnTo>
                  <a:pt x="178159" y="122450"/>
                </a:lnTo>
                <a:lnTo>
                  <a:pt x="179352" y="117397"/>
                </a:lnTo>
                <a:lnTo>
                  <a:pt x="179153" y="118060"/>
                </a:lnTo>
                <a:lnTo>
                  <a:pt x="180793" y="113025"/>
                </a:lnTo>
                <a:lnTo>
                  <a:pt x="180561" y="113638"/>
                </a:lnTo>
                <a:lnTo>
                  <a:pt x="182615" y="108651"/>
                </a:lnTo>
                <a:lnTo>
                  <a:pt x="182367" y="109215"/>
                </a:lnTo>
                <a:lnTo>
                  <a:pt x="184852" y="104278"/>
                </a:lnTo>
                <a:lnTo>
                  <a:pt x="184586" y="104758"/>
                </a:lnTo>
                <a:lnTo>
                  <a:pt x="187453" y="99888"/>
                </a:lnTo>
                <a:lnTo>
                  <a:pt x="187170" y="100336"/>
                </a:lnTo>
                <a:lnTo>
                  <a:pt x="190434" y="95532"/>
                </a:lnTo>
                <a:lnTo>
                  <a:pt x="190153" y="95913"/>
                </a:lnTo>
                <a:lnTo>
                  <a:pt x="193780" y="91191"/>
                </a:lnTo>
                <a:lnTo>
                  <a:pt x="193499" y="91539"/>
                </a:lnTo>
                <a:lnTo>
                  <a:pt x="197474" y="86901"/>
                </a:lnTo>
                <a:lnTo>
                  <a:pt x="197193" y="87232"/>
                </a:lnTo>
                <a:lnTo>
                  <a:pt x="201516" y="82693"/>
                </a:lnTo>
                <a:lnTo>
                  <a:pt x="201235" y="82975"/>
                </a:lnTo>
                <a:lnTo>
                  <a:pt x="205873" y="78535"/>
                </a:lnTo>
                <a:lnTo>
                  <a:pt x="205607" y="78801"/>
                </a:lnTo>
                <a:lnTo>
                  <a:pt x="210560" y="74477"/>
                </a:lnTo>
                <a:lnTo>
                  <a:pt x="210279" y="74709"/>
                </a:lnTo>
                <a:lnTo>
                  <a:pt x="215530" y="70535"/>
                </a:lnTo>
                <a:lnTo>
                  <a:pt x="215249" y="70733"/>
                </a:lnTo>
                <a:lnTo>
                  <a:pt x="220781" y="66691"/>
                </a:lnTo>
                <a:lnTo>
                  <a:pt x="220516" y="66890"/>
                </a:lnTo>
                <a:lnTo>
                  <a:pt x="226298" y="62997"/>
                </a:lnTo>
                <a:lnTo>
                  <a:pt x="226033" y="63163"/>
                </a:lnTo>
                <a:lnTo>
                  <a:pt x="232063" y="59436"/>
                </a:lnTo>
                <a:lnTo>
                  <a:pt x="231797" y="59585"/>
                </a:lnTo>
                <a:lnTo>
                  <a:pt x="238059" y="56024"/>
                </a:lnTo>
                <a:lnTo>
                  <a:pt x="237810" y="56156"/>
                </a:lnTo>
                <a:lnTo>
                  <a:pt x="244287" y="52777"/>
                </a:lnTo>
                <a:lnTo>
                  <a:pt x="244023" y="52909"/>
                </a:lnTo>
                <a:lnTo>
                  <a:pt x="250698" y="49712"/>
                </a:lnTo>
                <a:lnTo>
                  <a:pt x="250432" y="49828"/>
                </a:lnTo>
                <a:lnTo>
                  <a:pt x="257308" y="46830"/>
                </a:lnTo>
                <a:lnTo>
                  <a:pt x="257043" y="46946"/>
                </a:lnTo>
                <a:lnTo>
                  <a:pt x="264067" y="44146"/>
                </a:lnTo>
                <a:lnTo>
                  <a:pt x="263818" y="44246"/>
                </a:lnTo>
                <a:lnTo>
                  <a:pt x="270991" y="41678"/>
                </a:lnTo>
                <a:lnTo>
                  <a:pt x="269649" y="42042"/>
                </a:lnTo>
                <a:lnTo>
                  <a:pt x="305993" y="35615"/>
                </a:lnTo>
                <a:lnTo>
                  <a:pt x="303111" y="19315"/>
                </a:lnTo>
                <a:lnTo>
                  <a:pt x="266071" y="25842"/>
                </a:lnTo>
                <a:lnTo>
                  <a:pt x="258103" y="28708"/>
                </a:lnTo>
                <a:lnTo>
                  <a:pt x="250798" y="31590"/>
                </a:lnTo>
                <a:lnTo>
                  <a:pt x="243675" y="34704"/>
                </a:lnTo>
                <a:lnTo>
                  <a:pt x="236734" y="38034"/>
                </a:lnTo>
                <a:lnTo>
                  <a:pt x="230008" y="41545"/>
                </a:lnTo>
                <a:lnTo>
                  <a:pt x="223482" y="45273"/>
                </a:lnTo>
                <a:lnTo>
                  <a:pt x="217187" y="49166"/>
                </a:lnTo>
                <a:lnTo>
                  <a:pt x="211123" y="53241"/>
                </a:lnTo>
                <a:lnTo>
                  <a:pt x="205343" y="57464"/>
                </a:lnTo>
                <a:lnTo>
                  <a:pt x="199810" y="61871"/>
                </a:lnTo>
                <a:lnTo>
                  <a:pt x="194592" y="66426"/>
                </a:lnTo>
                <a:lnTo>
                  <a:pt x="189656" y="71114"/>
                </a:lnTo>
                <a:lnTo>
                  <a:pt x="185050" y="75952"/>
                </a:lnTo>
                <a:lnTo>
                  <a:pt x="180776" y="80921"/>
                </a:lnTo>
                <a:lnTo>
                  <a:pt x="176867" y="86023"/>
                </a:lnTo>
                <a:lnTo>
                  <a:pt x="173322" y="91241"/>
                </a:lnTo>
                <a:lnTo>
                  <a:pt x="170175" y="96592"/>
                </a:lnTo>
                <a:lnTo>
                  <a:pt x="167425" y="102042"/>
                </a:lnTo>
                <a:lnTo>
                  <a:pt x="165122" y="107608"/>
                </a:lnTo>
                <a:lnTo>
                  <a:pt x="163301" y="113273"/>
                </a:lnTo>
                <a:lnTo>
                  <a:pt x="161941" y="119021"/>
                </a:lnTo>
                <a:lnTo>
                  <a:pt x="161114" y="124852"/>
                </a:lnTo>
                <a:lnTo>
                  <a:pt x="160865" y="130318"/>
                </a:lnTo>
                <a:lnTo>
                  <a:pt x="160616" y="135404"/>
                </a:lnTo>
                <a:lnTo>
                  <a:pt x="160683" y="134626"/>
                </a:lnTo>
                <a:lnTo>
                  <a:pt x="159970" y="139711"/>
                </a:lnTo>
                <a:lnTo>
                  <a:pt x="160104" y="138982"/>
                </a:lnTo>
                <a:lnTo>
                  <a:pt x="158910" y="144034"/>
                </a:lnTo>
                <a:lnTo>
                  <a:pt x="159092" y="143355"/>
                </a:lnTo>
                <a:lnTo>
                  <a:pt x="157469" y="148391"/>
                </a:lnTo>
                <a:lnTo>
                  <a:pt x="157684" y="147778"/>
                </a:lnTo>
                <a:lnTo>
                  <a:pt x="155614" y="152764"/>
                </a:lnTo>
                <a:lnTo>
                  <a:pt x="155862" y="152218"/>
                </a:lnTo>
                <a:lnTo>
                  <a:pt x="153378" y="157154"/>
                </a:lnTo>
                <a:lnTo>
                  <a:pt x="153659" y="156657"/>
                </a:lnTo>
                <a:lnTo>
                  <a:pt x="150760" y="161527"/>
                </a:lnTo>
                <a:lnTo>
                  <a:pt x="151042" y="161080"/>
                </a:lnTo>
                <a:lnTo>
                  <a:pt x="147762" y="165884"/>
                </a:lnTo>
                <a:lnTo>
                  <a:pt x="148060" y="165503"/>
                </a:lnTo>
                <a:lnTo>
                  <a:pt x="144398" y="170224"/>
                </a:lnTo>
                <a:lnTo>
                  <a:pt x="144697" y="169876"/>
                </a:lnTo>
                <a:lnTo>
                  <a:pt x="140688" y="174515"/>
                </a:lnTo>
                <a:lnTo>
                  <a:pt x="140970" y="174200"/>
                </a:lnTo>
                <a:lnTo>
                  <a:pt x="136629" y="178739"/>
                </a:lnTo>
                <a:lnTo>
                  <a:pt x="136912" y="178457"/>
                </a:lnTo>
                <a:lnTo>
                  <a:pt x="132240" y="182880"/>
                </a:lnTo>
                <a:lnTo>
                  <a:pt x="132522" y="182631"/>
                </a:lnTo>
                <a:lnTo>
                  <a:pt x="127552" y="186939"/>
                </a:lnTo>
                <a:lnTo>
                  <a:pt x="127817" y="186706"/>
                </a:lnTo>
                <a:lnTo>
                  <a:pt x="122549" y="190881"/>
                </a:lnTo>
                <a:lnTo>
                  <a:pt x="122815" y="190682"/>
                </a:lnTo>
                <a:lnTo>
                  <a:pt x="117265" y="194724"/>
                </a:lnTo>
                <a:lnTo>
                  <a:pt x="117531" y="194542"/>
                </a:lnTo>
                <a:lnTo>
                  <a:pt x="111716" y="198435"/>
                </a:lnTo>
                <a:lnTo>
                  <a:pt x="111981" y="198253"/>
                </a:lnTo>
                <a:lnTo>
                  <a:pt x="105918" y="201996"/>
                </a:lnTo>
                <a:lnTo>
                  <a:pt x="106184" y="201831"/>
                </a:lnTo>
                <a:lnTo>
                  <a:pt x="99889" y="205409"/>
                </a:lnTo>
                <a:lnTo>
                  <a:pt x="100154" y="205259"/>
                </a:lnTo>
                <a:lnTo>
                  <a:pt x="93643" y="208639"/>
                </a:lnTo>
                <a:lnTo>
                  <a:pt x="93908" y="208523"/>
                </a:lnTo>
                <a:lnTo>
                  <a:pt x="87200" y="211720"/>
                </a:lnTo>
                <a:lnTo>
                  <a:pt x="87448" y="211604"/>
                </a:lnTo>
                <a:lnTo>
                  <a:pt x="80557" y="214602"/>
                </a:lnTo>
                <a:lnTo>
                  <a:pt x="80822" y="214486"/>
                </a:lnTo>
                <a:lnTo>
                  <a:pt x="73749" y="217269"/>
                </a:lnTo>
                <a:lnTo>
                  <a:pt x="74014" y="217170"/>
                </a:lnTo>
                <a:lnTo>
                  <a:pt x="66790" y="219754"/>
                </a:lnTo>
                <a:lnTo>
                  <a:pt x="67056" y="219655"/>
                </a:lnTo>
                <a:lnTo>
                  <a:pt x="59702" y="222007"/>
                </a:lnTo>
                <a:lnTo>
                  <a:pt x="59966" y="221924"/>
                </a:lnTo>
                <a:lnTo>
                  <a:pt x="52479" y="224028"/>
                </a:lnTo>
                <a:lnTo>
                  <a:pt x="52760" y="223945"/>
                </a:lnTo>
                <a:lnTo>
                  <a:pt x="45157" y="225800"/>
                </a:lnTo>
                <a:lnTo>
                  <a:pt x="45439" y="225751"/>
                </a:lnTo>
                <a:lnTo>
                  <a:pt x="37752" y="227341"/>
                </a:lnTo>
                <a:lnTo>
                  <a:pt x="38051" y="227291"/>
                </a:lnTo>
                <a:lnTo>
                  <a:pt x="30282" y="228616"/>
                </a:lnTo>
                <a:lnTo>
                  <a:pt x="30580" y="228567"/>
                </a:lnTo>
                <a:lnTo>
                  <a:pt x="22761" y="229627"/>
                </a:lnTo>
                <a:lnTo>
                  <a:pt x="23059" y="229594"/>
                </a:lnTo>
                <a:lnTo>
                  <a:pt x="15190" y="230356"/>
                </a:lnTo>
                <a:lnTo>
                  <a:pt x="15506" y="230323"/>
                </a:lnTo>
                <a:lnTo>
                  <a:pt x="7603" y="230787"/>
                </a:lnTo>
                <a:lnTo>
                  <a:pt x="7919" y="230787"/>
                </a:lnTo>
                <a:lnTo>
                  <a:pt x="0" y="230936"/>
                </a:lnTo>
                <a:lnTo>
                  <a:pt x="331" y="247501"/>
                </a:lnTo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22576AB3-7D36-4654-9535-667B1AAB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6530" y="2421959"/>
            <a:ext cx="234215" cy="283331"/>
          </a:xfrm>
          <a:custGeom xmlns:a="http://schemas.openxmlformats.org/drawingml/2006/main">
            <a:pathLst>
              <a:path w="234215" h="283331">
                <a:moveTo>
                  <a:pt x="0" y="211719"/>
                </a:moveTo>
                <a:lnTo>
                  <a:pt x="32435" y="218462"/>
                </a:lnTo>
                <a:lnTo>
                  <a:pt x="64868" y="225187"/>
                </a:lnTo>
                <a:lnTo>
                  <a:pt x="18966" y="283331"/>
                </a:lnTo>
                <a:lnTo>
                  <a:pt x="0" y="211719"/>
                </a:lnTo>
                <a:moveTo>
                  <a:pt x="17593" y="249190"/>
                </a:moveTo>
                <a:lnTo>
                  <a:pt x="20987" y="232989"/>
                </a:lnTo>
                <a:lnTo>
                  <a:pt x="37205" y="236369"/>
                </a:lnTo>
                <a:lnTo>
                  <a:pt x="33809" y="252586"/>
                </a:lnTo>
                <a:lnTo>
                  <a:pt x="17593" y="249190"/>
                </a:lnTo>
                <a:moveTo>
                  <a:pt x="24383" y="216772"/>
                </a:moveTo>
                <a:lnTo>
                  <a:pt x="24633" y="215612"/>
                </a:lnTo>
                <a:lnTo>
                  <a:pt x="27697" y="208655"/>
                </a:lnTo>
                <a:lnTo>
                  <a:pt x="30695" y="202526"/>
                </a:lnTo>
                <a:lnTo>
                  <a:pt x="32252" y="199594"/>
                </a:lnTo>
                <a:lnTo>
                  <a:pt x="46863" y="207413"/>
                </a:lnTo>
                <a:lnTo>
                  <a:pt x="45388" y="210196"/>
                </a:lnTo>
                <a:lnTo>
                  <a:pt x="45520" y="209914"/>
                </a:lnTo>
                <a:lnTo>
                  <a:pt x="42655" y="215778"/>
                </a:lnTo>
                <a:lnTo>
                  <a:pt x="42788" y="215513"/>
                </a:lnTo>
                <a:lnTo>
                  <a:pt x="40121" y="221509"/>
                </a:lnTo>
                <a:lnTo>
                  <a:pt x="40667" y="219853"/>
                </a:lnTo>
                <a:lnTo>
                  <a:pt x="40484" y="220714"/>
                </a:lnTo>
                <a:lnTo>
                  <a:pt x="40601" y="220168"/>
                </a:lnTo>
                <a:lnTo>
                  <a:pt x="24383" y="216772"/>
                </a:lnTo>
                <a:moveTo>
                  <a:pt x="41230" y="184569"/>
                </a:moveTo>
                <a:lnTo>
                  <a:pt x="44593" y="179699"/>
                </a:lnTo>
                <a:lnTo>
                  <a:pt x="48519" y="174481"/>
                </a:lnTo>
                <a:lnTo>
                  <a:pt x="51533" y="170770"/>
                </a:lnTo>
                <a:lnTo>
                  <a:pt x="64372" y="181256"/>
                </a:lnTo>
                <a:lnTo>
                  <a:pt x="61456" y="184834"/>
                </a:lnTo>
                <a:lnTo>
                  <a:pt x="61655" y="184569"/>
                </a:lnTo>
                <a:lnTo>
                  <a:pt x="57944" y="189506"/>
                </a:lnTo>
                <a:lnTo>
                  <a:pt x="58127" y="189240"/>
                </a:lnTo>
                <a:lnTo>
                  <a:pt x="54864" y="193995"/>
                </a:lnTo>
                <a:lnTo>
                  <a:pt x="41230" y="184569"/>
                </a:lnTo>
                <a:moveTo>
                  <a:pt x="63643" y="157933"/>
                </a:moveTo>
                <a:lnTo>
                  <a:pt x="65698" y="156011"/>
                </a:lnTo>
                <a:lnTo>
                  <a:pt x="70335" y="152052"/>
                </a:lnTo>
                <a:lnTo>
                  <a:pt x="75090" y="148374"/>
                </a:lnTo>
                <a:lnTo>
                  <a:pt x="77476" y="146751"/>
                </a:lnTo>
                <a:lnTo>
                  <a:pt x="86867" y="160384"/>
                </a:lnTo>
                <a:lnTo>
                  <a:pt x="84664" y="161908"/>
                </a:lnTo>
                <a:lnTo>
                  <a:pt x="85029" y="161643"/>
                </a:lnTo>
                <a:lnTo>
                  <a:pt x="80605" y="165055"/>
                </a:lnTo>
                <a:lnTo>
                  <a:pt x="80921" y="164790"/>
                </a:lnTo>
                <a:lnTo>
                  <a:pt x="76596" y="168484"/>
                </a:lnTo>
                <a:lnTo>
                  <a:pt x="76895" y="168220"/>
                </a:lnTo>
                <a:lnTo>
                  <a:pt x="74974" y="170009"/>
                </a:lnTo>
                <a:lnTo>
                  <a:pt x="63643" y="157933"/>
                </a:lnTo>
                <a:moveTo>
                  <a:pt x="93179" y="137889"/>
                </a:moveTo>
                <a:lnTo>
                  <a:pt x="95299" y="136944"/>
                </a:lnTo>
                <a:lnTo>
                  <a:pt x="100600" y="134990"/>
                </a:lnTo>
                <a:lnTo>
                  <a:pt x="105984" y="133416"/>
                </a:lnTo>
                <a:lnTo>
                  <a:pt x="110655" y="132438"/>
                </a:lnTo>
                <a:lnTo>
                  <a:pt x="114051" y="148656"/>
                </a:lnTo>
                <a:lnTo>
                  <a:pt x="109677" y="149567"/>
                </a:lnTo>
                <a:lnTo>
                  <a:pt x="110290" y="149418"/>
                </a:lnTo>
                <a:lnTo>
                  <a:pt x="105503" y="150809"/>
                </a:lnTo>
                <a:lnTo>
                  <a:pt x="106066" y="150627"/>
                </a:lnTo>
                <a:lnTo>
                  <a:pt x="101312" y="152383"/>
                </a:lnTo>
                <a:lnTo>
                  <a:pt x="101825" y="152167"/>
                </a:lnTo>
                <a:lnTo>
                  <a:pt x="99971" y="152996"/>
                </a:lnTo>
                <a:lnTo>
                  <a:pt x="93179" y="137889"/>
                </a:lnTo>
                <a:moveTo>
                  <a:pt x="127800" y="131014"/>
                </a:moveTo>
                <a:lnTo>
                  <a:pt x="131146" y="130583"/>
                </a:lnTo>
                <a:lnTo>
                  <a:pt x="130501" y="130699"/>
                </a:lnTo>
                <a:lnTo>
                  <a:pt x="135321" y="129689"/>
                </a:lnTo>
                <a:lnTo>
                  <a:pt x="134707" y="129838"/>
                </a:lnTo>
                <a:lnTo>
                  <a:pt x="139495" y="128446"/>
                </a:lnTo>
                <a:lnTo>
                  <a:pt x="138932" y="128628"/>
                </a:lnTo>
                <a:lnTo>
                  <a:pt x="142013" y="127502"/>
                </a:lnTo>
                <a:lnTo>
                  <a:pt x="147761" y="143023"/>
                </a:lnTo>
                <a:lnTo>
                  <a:pt x="144414" y="144266"/>
                </a:lnTo>
                <a:lnTo>
                  <a:pt x="139032" y="145840"/>
                </a:lnTo>
                <a:lnTo>
                  <a:pt x="133565" y="146983"/>
                </a:lnTo>
                <a:lnTo>
                  <a:pt x="129903" y="147447"/>
                </a:lnTo>
                <a:lnTo>
                  <a:pt x="127800" y="131014"/>
                </a:lnTo>
                <a:moveTo>
                  <a:pt x="155348" y="120727"/>
                </a:moveTo>
                <a:lnTo>
                  <a:pt x="156209" y="120197"/>
                </a:lnTo>
                <a:lnTo>
                  <a:pt x="155828" y="120462"/>
                </a:lnTo>
                <a:lnTo>
                  <a:pt x="160334" y="117348"/>
                </a:lnTo>
                <a:lnTo>
                  <a:pt x="159970" y="117613"/>
                </a:lnTo>
                <a:lnTo>
                  <a:pt x="164393" y="114200"/>
                </a:lnTo>
                <a:lnTo>
                  <a:pt x="164078" y="114465"/>
                </a:lnTo>
                <a:lnTo>
                  <a:pt x="167490" y="111550"/>
                </a:lnTo>
                <a:lnTo>
                  <a:pt x="178241" y="124156"/>
                </a:lnTo>
                <a:lnTo>
                  <a:pt x="174663" y="127204"/>
                </a:lnTo>
                <a:lnTo>
                  <a:pt x="169908" y="130881"/>
                </a:lnTo>
                <a:lnTo>
                  <a:pt x="165022" y="134228"/>
                </a:lnTo>
                <a:lnTo>
                  <a:pt x="163945" y="134890"/>
                </a:lnTo>
                <a:lnTo>
                  <a:pt x="155348" y="120727"/>
                </a:lnTo>
                <a:moveTo>
                  <a:pt x="178357" y="100633"/>
                </a:moveTo>
                <a:lnTo>
                  <a:pt x="179914" y="98877"/>
                </a:lnTo>
                <a:lnTo>
                  <a:pt x="179699" y="99142"/>
                </a:lnTo>
                <a:lnTo>
                  <a:pt x="183542" y="94421"/>
                </a:lnTo>
                <a:lnTo>
                  <a:pt x="183344" y="94686"/>
                </a:lnTo>
                <a:lnTo>
                  <a:pt x="187054" y="89750"/>
                </a:lnTo>
                <a:lnTo>
                  <a:pt x="186872" y="90015"/>
                </a:lnTo>
                <a:lnTo>
                  <a:pt x="187965" y="88408"/>
                </a:lnTo>
                <a:lnTo>
                  <a:pt x="201598" y="97834"/>
                </a:lnTo>
                <a:lnTo>
                  <a:pt x="200405" y="99556"/>
                </a:lnTo>
                <a:lnTo>
                  <a:pt x="196479" y="104775"/>
                </a:lnTo>
                <a:lnTo>
                  <a:pt x="192404" y="109761"/>
                </a:lnTo>
                <a:lnTo>
                  <a:pt x="190731" y="111649"/>
                </a:lnTo>
                <a:lnTo>
                  <a:pt x="178357" y="100633"/>
                </a:lnTo>
                <a:moveTo>
                  <a:pt x="196463" y="74940"/>
                </a:moveTo>
                <a:lnTo>
                  <a:pt x="196711" y="74510"/>
                </a:lnTo>
                <a:lnTo>
                  <a:pt x="196562" y="74775"/>
                </a:lnTo>
                <a:lnTo>
                  <a:pt x="199611" y="69060"/>
                </a:lnTo>
                <a:lnTo>
                  <a:pt x="199478" y="69342"/>
                </a:lnTo>
                <a:lnTo>
                  <a:pt x="202343" y="63478"/>
                </a:lnTo>
                <a:lnTo>
                  <a:pt x="202211" y="63743"/>
                </a:lnTo>
                <a:lnTo>
                  <a:pt x="203453" y="60960"/>
                </a:lnTo>
                <a:lnTo>
                  <a:pt x="218594" y="67669"/>
                </a:lnTo>
                <a:lnTo>
                  <a:pt x="217302" y="70600"/>
                </a:lnTo>
                <a:lnTo>
                  <a:pt x="214304" y="76729"/>
                </a:lnTo>
                <a:lnTo>
                  <a:pt x="211106" y="82709"/>
                </a:lnTo>
                <a:lnTo>
                  <a:pt x="210776" y="83289"/>
                </a:lnTo>
                <a:lnTo>
                  <a:pt x="196463" y="74940"/>
                </a:lnTo>
                <a:moveTo>
                  <a:pt x="209268" y="46100"/>
                </a:moveTo>
                <a:lnTo>
                  <a:pt x="209334" y="45902"/>
                </a:lnTo>
                <a:lnTo>
                  <a:pt x="209235" y="46200"/>
                </a:lnTo>
                <a:lnTo>
                  <a:pt x="211239" y="39839"/>
                </a:lnTo>
                <a:lnTo>
                  <a:pt x="211157" y="40137"/>
                </a:lnTo>
                <a:lnTo>
                  <a:pt x="212929" y="33676"/>
                </a:lnTo>
                <a:lnTo>
                  <a:pt x="212846" y="33991"/>
                </a:lnTo>
                <a:lnTo>
                  <a:pt x="213524" y="31076"/>
                </a:lnTo>
                <a:lnTo>
                  <a:pt x="229659" y="34853"/>
                </a:lnTo>
                <a:lnTo>
                  <a:pt x="228947" y="37901"/>
                </a:lnTo>
                <a:lnTo>
                  <a:pt x="227092" y="44660"/>
                </a:lnTo>
                <a:lnTo>
                  <a:pt x="224988" y="51335"/>
                </a:lnTo>
                <a:lnTo>
                  <a:pt x="224855" y="51683"/>
                </a:lnTo>
                <a:lnTo>
                  <a:pt x="209268" y="46100"/>
                </a:lnTo>
                <a:moveTo>
                  <a:pt x="216425" y="15455"/>
                </a:moveTo>
                <a:lnTo>
                  <a:pt x="216523" y="14842"/>
                </a:lnTo>
                <a:lnTo>
                  <a:pt x="216473" y="15173"/>
                </a:lnTo>
                <a:lnTo>
                  <a:pt x="217202" y="8481"/>
                </a:lnTo>
                <a:lnTo>
                  <a:pt x="217169" y="8829"/>
                </a:lnTo>
                <a:lnTo>
                  <a:pt x="217617" y="2120"/>
                </a:lnTo>
                <a:lnTo>
                  <a:pt x="217600" y="2468"/>
                </a:lnTo>
                <a:lnTo>
                  <a:pt x="217650" y="0"/>
                </a:lnTo>
                <a:lnTo>
                  <a:pt x="234215" y="364"/>
                </a:lnTo>
                <a:lnTo>
                  <a:pt x="234165" y="3031"/>
                </a:lnTo>
                <a:lnTo>
                  <a:pt x="233685" y="10104"/>
                </a:lnTo>
                <a:lnTo>
                  <a:pt x="232923" y="17144"/>
                </a:lnTo>
                <a:lnTo>
                  <a:pt x="232807" y="17923"/>
                </a:lnTo>
                <a:lnTo>
                  <a:pt x="216425" y="15455"/>
                </a:lnTo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55EDBEC9-73D4-42F9-891C-EDBCD04E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4124" y="2465509"/>
            <a:ext cx="531810" cy="165520"/>
          </a:xfrm>
          <a:custGeom xmlns:a="http://schemas.openxmlformats.org/drawingml/2006/main">
            <a:pathLst>
              <a:path w="531810" h="165520">
                <a:moveTo>
                  <a:pt x="67503" y="165520"/>
                </a:moveTo>
                <a:lnTo>
                  <a:pt x="66210" y="132422"/>
                </a:lnTo>
                <a:lnTo>
                  <a:pt x="64918" y="99308"/>
                </a:lnTo>
                <a:lnTo>
                  <a:pt x="0" y="135007"/>
                </a:lnTo>
                <a:lnTo>
                  <a:pt x="67503" y="165520"/>
                </a:lnTo>
                <a:moveTo>
                  <a:pt x="33478" y="141980"/>
                </a:moveTo>
                <a:lnTo>
                  <a:pt x="74493" y="140142"/>
                </a:lnTo>
                <a:lnTo>
                  <a:pt x="98547" y="137789"/>
                </a:lnTo>
                <a:lnTo>
                  <a:pt x="121721" y="134891"/>
                </a:lnTo>
                <a:lnTo>
                  <a:pt x="143919" y="131478"/>
                </a:lnTo>
                <a:lnTo>
                  <a:pt x="164989" y="127585"/>
                </a:lnTo>
                <a:lnTo>
                  <a:pt x="184719" y="123262"/>
                </a:lnTo>
                <a:lnTo>
                  <a:pt x="202874" y="118557"/>
                </a:lnTo>
                <a:lnTo>
                  <a:pt x="211405" y="116056"/>
                </a:lnTo>
                <a:lnTo>
                  <a:pt x="219439" y="113472"/>
                </a:lnTo>
                <a:lnTo>
                  <a:pt x="227026" y="110805"/>
                </a:lnTo>
                <a:lnTo>
                  <a:pt x="234117" y="108054"/>
                </a:lnTo>
                <a:lnTo>
                  <a:pt x="240709" y="105205"/>
                </a:lnTo>
                <a:lnTo>
                  <a:pt x="246806" y="102290"/>
                </a:lnTo>
                <a:lnTo>
                  <a:pt x="252353" y="99259"/>
                </a:lnTo>
                <a:lnTo>
                  <a:pt x="257390" y="96111"/>
                </a:lnTo>
                <a:lnTo>
                  <a:pt x="261863" y="92815"/>
                </a:lnTo>
                <a:lnTo>
                  <a:pt x="265789" y="89303"/>
                </a:lnTo>
                <a:lnTo>
                  <a:pt x="269118" y="85510"/>
                </a:lnTo>
                <a:lnTo>
                  <a:pt x="271785" y="81319"/>
                </a:lnTo>
                <a:lnTo>
                  <a:pt x="273475" y="76912"/>
                </a:lnTo>
                <a:lnTo>
                  <a:pt x="274004" y="74196"/>
                </a:lnTo>
                <a:lnTo>
                  <a:pt x="274137" y="72191"/>
                </a:lnTo>
                <a:lnTo>
                  <a:pt x="274237" y="70700"/>
                </a:lnTo>
                <a:lnTo>
                  <a:pt x="274105" y="71744"/>
                </a:lnTo>
                <a:lnTo>
                  <a:pt x="274386" y="70253"/>
                </a:lnTo>
                <a:lnTo>
                  <a:pt x="273989" y="71644"/>
                </a:lnTo>
                <a:lnTo>
                  <a:pt x="275131" y="68679"/>
                </a:lnTo>
                <a:lnTo>
                  <a:pt x="274386" y="70137"/>
                </a:lnTo>
                <a:lnTo>
                  <a:pt x="276259" y="67188"/>
                </a:lnTo>
                <a:lnTo>
                  <a:pt x="275496" y="68232"/>
                </a:lnTo>
                <a:lnTo>
                  <a:pt x="278063" y="65284"/>
                </a:lnTo>
                <a:lnTo>
                  <a:pt x="277367" y="65996"/>
                </a:lnTo>
                <a:lnTo>
                  <a:pt x="280615" y="63096"/>
                </a:lnTo>
                <a:lnTo>
                  <a:pt x="280018" y="63577"/>
                </a:lnTo>
                <a:lnTo>
                  <a:pt x="283927" y="60695"/>
                </a:lnTo>
                <a:lnTo>
                  <a:pt x="283414" y="61059"/>
                </a:lnTo>
                <a:lnTo>
                  <a:pt x="287954" y="58210"/>
                </a:lnTo>
                <a:lnTo>
                  <a:pt x="287523" y="58458"/>
                </a:lnTo>
                <a:lnTo>
                  <a:pt x="292674" y="55659"/>
                </a:lnTo>
                <a:lnTo>
                  <a:pt x="292310" y="55841"/>
                </a:lnTo>
                <a:lnTo>
                  <a:pt x="298041" y="53075"/>
                </a:lnTo>
                <a:lnTo>
                  <a:pt x="297727" y="53224"/>
                </a:lnTo>
                <a:lnTo>
                  <a:pt x="304038" y="50524"/>
                </a:lnTo>
                <a:lnTo>
                  <a:pt x="303756" y="50639"/>
                </a:lnTo>
                <a:lnTo>
                  <a:pt x="310598" y="47989"/>
                </a:lnTo>
                <a:lnTo>
                  <a:pt x="310349" y="48072"/>
                </a:lnTo>
                <a:lnTo>
                  <a:pt x="317688" y="45488"/>
                </a:lnTo>
                <a:lnTo>
                  <a:pt x="317472" y="45554"/>
                </a:lnTo>
                <a:lnTo>
                  <a:pt x="325308" y="43036"/>
                </a:lnTo>
                <a:lnTo>
                  <a:pt x="325109" y="43102"/>
                </a:lnTo>
                <a:lnTo>
                  <a:pt x="333408" y="40668"/>
                </a:lnTo>
                <a:lnTo>
                  <a:pt x="333143" y="40734"/>
                </a:lnTo>
                <a:lnTo>
                  <a:pt x="351034" y="36095"/>
                </a:lnTo>
                <a:lnTo>
                  <a:pt x="350735" y="36178"/>
                </a:lnTo>
                <a:lnTo>
                  <a:pt x="370166" y="31904"/>
                </a:lnTo>
                <a:lnTo>
                  <a:pt x="369901" y="31971"/>
                </a:lnTo>
                <a:lnTo>
                  <a:pt x="390707" y="28128"/>
                </a:lnTo>
                <a:lnTo>
                  <a:pt x="390458" y="28161"/>
                </a:lnTo>
                <a:lnTo>
                  <a:pt x="412424" y="24782"/>
                </a:lnTo>
                <a:lnTo>
                  <a:pt x="412192" y="24815"/>
                </a:lnTo>
                <a:lnTo>
                  <a:pt x="435151" y="21949"/>
                </a:lnTo>
                <a:lnTo>
                  <a:pt x="434920" y="21965"/>
                </a:lnTo>
                <a:lnTo>
                  <a:pt x="458641" y="19663"/>
                </a:lnTo>
                <a:lnTo>
                  <a:pt x="458425" y="19679"/>
                </a:lnTo>
                <a:lnTo>
                  <a:pt x="482727" y="17973"/>
                </a:lnTo>
                <a:lnTo>
                  <a:pt x="482562" y="17973"/>
                </a:lnTo>
                <a:lnTo>
                  <a:pt x="494869" y="17361"/>
                </a:lnTo>
                <a:lnTo>
                  <a:pt x="494770" y="17377"/>
                </a:lnTo>
                <a:lnTo>
                  <a:pt x="507144" y="16930"/>
                </a:lnTo>
                <a:lnTo>
                  <a:pt x="507027" y="16930"/>
                </a:lnTo>
                <a:lnTo>
                  <a:pt x="519468" y="16648"/>
                </a:lnTo>
                <a:lnTo>
                  <a:pt x="519353" y="16665"/>
                </a:lnTo>
                <a:lnTo>
                  <a:pt x="531810" y="16565"/>
                </a:lnTo>
                <a:lnTo>
                  <a:pt x="531677" y="0"/>
                </a:lnTo>
                <a:lnTo>
                  <a:pt x="519171" y="99"/>
                </a:lnTo>
                <a:lnTo>
                  <a:pt x="506613" y="365"/>
                </a:lnTo>
                <a:lnTo>
                  <a:pt x="494107" y="812"/>
                </a:lnTo>
                <a:lnTo>
                  <a:pt x="481650" y="1441"/>
                </a:lnTo>
                <a:lnTo>
                  <a:pt x="457150" y="3164"/>
                </a:lnTo>
                <a:lnTo>
                  <a:pt x="433197" y="5500"/>
                </a:lnTo>
                <a:lnTo>
                  <a:pt x="410022" y="8399"/>
                </a:lnTo>
                <a:lnTo>
                  <a:pt x="387825" y="11811"/>
                </a:lnTo>
                <a:lnTo>
                  <a:pt x="366753" y="15704"/>
                </a:lnTo>
                <a:lnTo>
                  <a:pt x="347025" y="20027"/>
                </a:lnTo>
                <a:lnTo>
                  <a:pt x="328869" y="24732"/>
                </a:lnTo>
                <a:lnTo>
                  <a:pt x="320338" y="27233"/>
                </a:lnTo>
                <a:lnTo>
                  <a:pt x="312304" y="29818"/>
                </a:lnTo>
                <a:lnTo>
                  <a:pt x="304717" y="32484"/>
                </a:lnTo>
                <a:lnTo>
                  <a:pt x="297627" y="35234"/>
                </a:lnTo>
                <a:lnTo>
                  <a:pt x="291034" y="38083"/>
                </a:lnTo>
                <a:lnTo>
                  <a:pt x="284938" y="40999"/>
                </a:lnTo>
                <a:lnTo>
                  <a:pt x="279388" y="44030"/>
                </a:lnTo>
                <a:lnTo>
                  <a:pt x="274352" y="47177"/>
                </a:lnTo>
                <a:lnTo>
                  <a:pt x="269881" y="50474"/>
                </a:lnTo>
                <a:lnTo>
                  <a:pt x="265955" y="53986"/>
                </a:lnTo>
                <a:lnTo>
                  <a:pt x="262608" y="57779"/>
                </a:lnTo>
                <a:lnTo>
                  <a:pt x="259958" y="61971"/>
                </a:lnTo>
                <a:lnTo>
                  <a:pt x="258269" y="66377"/>
                </a:lnTo>
                <a:lnTo>
                  <a:pt x="257737" y="69093"/>
                </a:lnTo>
                <a:lnTo>
                  <a:pt x="257605" y="71097"/>
                </a:lnTo>
                <a:lnTo>
                  <a:pt x="257506" y="72589"/>
                </a:lnTo>
                <a:lnTo>
                  <a:pt x="257639" y="71545"/>
                </a:lnTo>
                <a:lnTo>
                  <a:pt x="257356" y="73036"/>
                </a:lnTo>
                <a:lnTo>
                  <a:pt x="257755" y="71644"/>
                </a:lnTo>
                <a:lnTo>
                  <a:pt x="256612" y="74610"/>
                </a:lnTo>
                <a:lnTo>
                  <a:pt x="257356" y="73152"/>
                </a:lnTo>
                <a:lnTo>
                  <a:pt x="255485" y="76100"/>
                </a:lnTo>
                <a:lnTo>
                  <a:pt x="256247" y="75056"/>
                </a:lnTo>
                <a:lnTo>
                  <a:pt x="253679" y="78006"/>
                </a:lnTo>
                <a:lnTo>
                  <a:pt x="254375" y="77293"/>
                </a:lnTo>
                <a:lnTo>
                  <a:pt x="251128" y="80192"/>
                </a:lnTo>
                <a:lnTo>
                  <a:pt x="251725" y="79711"/>
                </a:lnTo>
                <a:lnTo>
                  <a:pt x="247815" y="82594"/>
                </a:lnTo>
                <a:lnTo>
                  <a:pt x="248329" y="82230"/>
                </a:lnTo>
                <a:lnTo>
                  <a:pt x="243790" y="85079"/>
                </a:lnTo>
                <a:lnTo>
                  <a:pt x="244221" y="84830"/>
                </a:lnTo>
                <a:lnTo>
                  <a:pt x="239069" y="87630"/>
                </a:lnTo>
                <a:lnTo>
                  <a:pt x="239433" y="87447"/>
                </a:lnTo>
                <a:lnTo>
                  <a:pt x="233686" y="90214"/>
                </a:lnTo>
                <a:lnTo>
                  <a:pt x="234016" y="90065"/>
                </a:lnTo>
                <a:lnTo>
                  <a:pt x="227705" y="92765"/>
                </a:lnTo>
                <a:lnTo>
                  <a:pt x="227987" y="92649"/>
                </a:lnTo>
                <a:lnTo>
                  <a:pt x="221146" y="95300"/>
                </a:lnTo>
                <a:lnTo>
                  <a:pt x="221394" y="95217"/>
                </a:lnTo>
                <a:lnTo>
                  <a:pt x="214056" y="97801"/>
                </a:lnTo>
                <a:lnTo>
                  <a:pt x="214272" y="97735"/>
                </a:lnTo>
                <a:lnTo>
                  <a:pt x="206435" y="100253"/>
                </a:lnTo>
                <a:lnTo>
                  <a:pt x="206635" y="100186"/>
                </a:lnTo>
                <a:lnTo>
                  <a:pt x="198335" y="102621"/>
                </a:lnTo>
                <a:lnTo>
                  <a:pt x="198584" y="102555"/>
                </a:lnTo>
                <a:lnTo>
                  <a:pt x="180710" y="107193"/>
                </a:lnTo>
                <a:lnTo>
                  <a:pt x="181008" y="107111"/>
                </a:lnTo>
                <a:lnTo>
                  <a:pt x="161577" y="111384"/>
                </a:lnTo>
                <a:lnTo>
                  <a:pt x="161842" y="111318"/>
                </a:lnTo>
                <a:lnTo>
                  <a:pt x="141036" y="115161"/>
                </a:lnTo>
                <a:lnTo>
                  <a:pt x="141285" y="115128"/>
                </a:lnTo>
                <a:lnTo>
                  <a:pt x="119302" y="118508"/>
                </a:lnTo>
                <a:lnTo>
                  <a:pt x="119535" y="118474"/>
                </a:lnTo>
                <a:lnTo>
                  <a:pt x="96591" y="121340"/>
                </a:lnTo>
                <a:lnTo>
                  <a:pt x="96823" y="121323"/>
                </a:lnTo>
                <a:lnTo>
                  <a:pt x="73102" y="123626"/>
                </a:lnTo>
                <a:lnTo>
                  <a:pt x="73533" y="123593"/>
                </a:lnTo>
                <a:lnTo>
                  <a:pt x="32732" y="125432"/>
                </a:lnTo>
                <a:lnTo>
                  <a:pt x="33478" y="141980"/>
                </a:lnTo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59988317-2504-49E1-9D7C-A60BDF03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4184" y="2610653"/>
            <a:ext cx="465201" cy="69856"/>
          </a:xfrm>
          <a:custGeom xmlns:a="http://schemas.openxmlformats.org/drawingml/2006/main">
            <a:pathLst>
              <a:path w="465201" h="69856">
                <a:moveTo>
                  <a:pt x="55328" y="63975"/>
                </a:moveTo>
                <a:lnTo>
                  <a:pt x="63975" y="31987"/>
                </a:lnTo>
                <a:lnTo>
                  <a:pt x="72605" y="0"/>
                </a:lnTo>
                <a:lnTo>
                  <a:pt x="0" y="14710"/>
                </a:lnTo>
                <a:lnTo>
                  <a:pt x="55328" y="63975"/>
                </a:lnTo>
                <a:moveTo>
                  <a:pt x="30032" y="31391"/>
                </a:moveTo>
                <a:lnTo>
                  <a:pt x="46134" y="35301"/>
                </a:lnTo>
                <a:lnTo>
                  <a:pt x="50044" y="19216"/>
                </a:lnTo>
                <a:lnTo>
                  <a:pt x="33942" y="15306"/>
                </a:lnTo>
                <a:lnTo>
                  <a:pt x="30032" y="31391"/>
                </a:lnTo>
                <a:moveTo>
                  <a:pt x="62220" y="39210"/>
                </a:moveTo>
                <a:lnTo>
                  <a:pt x="70021" y="41115"/>
                </a:lnTo>
                <a:lnTo>
                  <a:pt x="79595" y="42126"/>
                </a:lnTo>
                <a:lnTo>
                  <a:pt x="81352" y="25660"/>
                </a:lnTo>
                <a:lnTo>
                  <a:pt x="72324" y="24699"/>
                </a:lnTo>
                <a:lnTo>
                  <a:pt x="73384" y="24881"/>
                </a:lnTo>
                <a:lnTo>
                  <a:pt x="66129" y="23125"/>
                </a:lnTo>
                <a:lnTo>
                  <a:pt x="62220" y="39210"/>
                </a:lnTo>
                <a:moveTo>
                  <a:pt x="96228" y="43749"/>
                </a:moveTo>
                <a:lnTo>
                  <a:pt x="105355" y="44577"/>
                </a:lnTo>
                <a:lnTo>
                  <a:pt x="112859" y="45140"/>
                </a:lnTo>
                <a:lnTo>
                  <a:pt x="114101" y="28625"/>
                </a:lnTo>
                <a:lnTo>
                  <a:pt x="106664" y="28061"/>
                </a:lnTo>
                <a:lnTo>
                  <a:pt x="106780" y="28078"/>
                </a:lnTo>
                <a:lnTo>
                  <a:pt x="97702" y="27250"/>
                </a:lnTo>
                <a:lnTo>
                  <a:pt x="96228" y="43749"/>
                </a:lnTo>
                <a:moveTo>
                  <a:pt x="129491" y="46317"/>
                </a:moveTo>
                <a:lnTo>
                  <a:pt x="144217" y="47211"/>
                </a:lnTo>
                <a:lnTo>
                  <a:pt x="146139" y="47294"/>
                </a:lnTo>
                <a:lnTo>
                  <a:pt x="146933" y="30746"/>
                </a:lnTo>
                <a:lnTo>
                  <a:pt x="145046" y="30663"/>
                </a:lnTo>
                <a:lnTo>
                  <a:pt x="145161" y="30663"/>
                </a:lnTo>
                <a:lnTo>
                  <a:pt x="130501" y="29785"/>
                </a:lnTo>
                <a:lnTo>
                  <a:pt x="129491" y="46317"/>
                </a:lnTo>
                <a:moveTo>
                  <a:pt x="162687" y="48089"/>
                </a:moveTo>
                <a:lnTo>
                  <a:pt x="164725" y="48172"/>
                </a:lnTo>
                <a:lnTo>
                  <a:pt x="179352" y="48686"/>
                </a:lnTo>
                <a:lnTo>
                  <a:pt x="179915" y="32120"/>
                </a:lnTo>
                <a:lnTo>
                  <a:pt x="165338" y="31623"/>
                </a:lnTo>
                <a:lnTo>
                  <a:pt x="165454" y="31623"/>
                </a:lnTo>
                <a:lnTo>
                  <a:pt x="163482" y="31540"/>
                </a:lnTo>
                <a:lnTo>
                  <a:pt x="162687" y="48089"/>
                </a:lnTo>
                <a:moveTo>
                  <a:pt x="196016" y="49116"/>
                </a:moveTo>
                <a:lnTo>
                  <a:pt x="207082" y="49348"/>
                </a:lnTo>
                <a:lnTo>
                  <a:pt x="212697" y="49381"/>
                </a:lnTo>
                <a:lnTo>
                  <a:pt x="212813" y="32816"/>
                </a:lnTo>
                <a:lnTo>
                  <a:pt x="207247" y="32783"/>
                </a:lnTo>
                <a:lnTo>
                  <a:pt x="207363" y="32783"/>
                </a:lnTo>
                <a:lnTo>
                  <a:pt x="196364" y="32551"/>
                </a:lnTo>
                <a:lnTo>
                  <a:pt x="196016" y="49116"/>
                </a:lnTo>
                <a:moveTo>
                  <a:pt x="229263" y="49497"/>
                </a:moveTo>
                <a:lnTo>
                  <a:pt x="245828" y="49613"/>
                </a:lnTo>
                <a:lnTo>
                  <a:pt x="245943" y="33048"/>
                </a:lnTo>
                <a:lnTo>
                  <a:pt x="229379" y="32932"/>
                </a:lnTo>
                <a:lnTo>
                  <a:pt x="229263" y="49497"/>
                </a:lnTo>
                <a:moveTo>
                  <a:pt x="262277" y="49911"/>
                </a:moveTo>
                <a:lnTo>
                  <a:pt x="271074" y="50093"/>
                </a:lnTo>
                <a:lnTo>
                  <a:pt x="270957" y="50093"/>
                </a:lnTo>
                <a:lnTo>
                  <a:pt x="278726" y="50359"/>
                </a:lnTo>
                <a:lnTo>
                  <a:pt x="279289" y="33793"/>
                </a:lnTo>
                <a:lnTo>
                  <a:pt x="271470" y="33528"/>
                </a:lnTo>
                <a:lnTo>
                  <a:pt x="262625" y="33346"/>
                </a:lnTo>
                <a:lnTo>
                  <a:pt x="262277" y="49911"/>
                </a:lnTo>
                <a:moveTo>
                  <a:pt x="295176" y="50955"/>
                </a:moveTo>
                <a:lnTo>
                  <a:pt x="311724" y="51750"/>
                </a:lnTo>
                <a:lnTo>
                  <a:pt x="312502" y="35201"/>
                </a:lnTo>
                <a:lnTo>
                  <a:pt x="295955" y="34406"/>
                </a:lnTo>
                <a:lnTo>
                  <a:pt x="295176" y="50955"/>
                </a:lnTo>
                <a:moveTo>
                  <a:pt x="328141" y="52744"/>
                </a:moveTo>
                <a:lnTo>
                  <a:pt x="331768" y="52959"/>
                </a:lnTo>
                <a:lnTo>
                  <a:pt x="331652" y="52959"/>
                </a:lnTo>
                <a:lnTo>
                  <a:pt x="344540" y="53920"/>
                </a:lnTo>
                <a:lnTo>
                  <a:pt x="345783" y="37404"/>
                </a:lnTo>
                <a:lnTo>
                  <a:pt x="332829" y="36427"/>
                </a:lnTo>
                <a:lnTo>
                  <a:pt x="329151" y="36212"/>
                </a:lnTo>
                <a:lnTo>
                  <a:pt x="328141" y="52744"/>
                </a:lnTo>
                <a:moveTo>
                  <a:pt x="360940" y="55295"/>
                </a:moveTo>
                <a:lnTo>
                  <a:pt x="368311" y="55957"/>
                </a:lnTo>
                <a:lnTo>
                  <a:pt x="368162" y="55957"/>
                </a:lnTo>
                <a:lnTo>
                  <a:pt x="377273" y="56918"/>
                </a:lnTo>
                <a:lnTo>
                  <a:pt x="379029" y="40452"/>
                </a:lnTo>
                <a:lnTo>
                  <a:pt x="369852" y="39475"/>
                </a:lnTo>
                <a:lnTo>
                  <a:pt x="362414" y="38796"/>
                </a:lnTo>
                <a:lnTo>
                  <a:pt x="360940" y="55295"/>
                </a:lnTo>
                <a:moveTo>
                  <a:pt x="393573" y="58823"/>
                </a:moveTo>
                <a:lnTo>
                  <a:pt x="400100" y="59651"/>
                </a:lnTo>
                <a:lnTo>
                  <a:pt x="399918" y="59618"/>
                </a:lnTo>
                <a:lnTo>
                  <a:pt x="409791" y="61109"/>
                </a:lnTo>
                <a:lnTo>
                  <a:pt x="412242" y="44726"/>
                </a:lnTo>
                <a:lnTo>
                  <a:pt x="402269" y="43235"/>
                </a:lnTo>
                <a:lnTo>
                  <a:pt x="395644" y="42391"/>
                </a:lnTo>
                <a:lnTo>
                  <a:pt x="393573" y="58823"/>
                </a:lnTo>
                <a:moveTo>
                  <a:pt x="425544" y="63810"/>
                </a:moveTo>
                <a:lnTo>
                  <a:pt x="435765" y="66079"/>
                </a:lnTo>
                <a:lnTo>
                  <a:pt x="435301" y="65963"/>
                </a:lnTo>
                <a:lnTo>
                  <a:pt x="441165" y="67620"/>
                </a:lnTo>
                <a:lnTo>
                  <a:pt x="445687" y="51684"/>
                </a:lnTo>
                <a:lnTo>
                  <a:pt x="439574" y="49944"/>
                </a:lnTo>
                <a:lnTo>
                  <a:pt x="429122" y="47642"/>
                </a:lnTo>
                <a:lnTo>
                  <a:pt x="425544" y="63810"/>
                </a:lnTo>
                <a:moveTo>
                  <a:pt x="449182" y="69789"/>
                </a:moveTo>
                <a:lnTo>
                  <a:pt x="449199" y="69856"/>
                </a:lnTo>
                <a:lnTo>
                  <a:pt x="465201" y="65582"/>
                </a:lnTo>
                <a:lnTo>
                  <a:pt x="465185" y="65515"/>
                </a:lnTo>
                <a:lnTo>
                  <a:pt x="449182" y="69789"/>
                </a:lnTo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9B8887E0-9710-4FC9-B17F-A15FD24E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7857" y="2617925"/>
            <a:ext cx="342353" cy="61804"/>
          </a:xfrm>
          <a:custGeom xmlns:a="http://schemas.openxmlformats.org/drawingml/2006/main">
            <a:pathLst>
              <a:path w="342353" h="61804">
                <a:moveTo>
                  <a:pt x="292475" y="61804"/>
                </a:moveTo>
                <a:lnTo>
                  <a:pt x="280548" y="30894"/>
                </a:lnTo>
                <a:lnTo>
                  <a:pt x="268605" y="0"/>
                </a:lnTo>
                <a:lnTo>
                  <a:pt x="342353" y="7023"/>
                </a:lnTo>
                <a:lnTo>
                  <a:pt x="292475" y="61804"/>
                </a:lnTo>
                <a:moveTo>
                  <a:pt x="314325" y="26719"/>
                </a:moveTo>
                <a:lnTo>
                  <a:pt x="298803" y="32500"/>
                </a:lnTo>
                <a:lnTo>
                  <a:pt x="293039" y="16962"/>
                </a:lnTo>
                <a:lnTo>
                  <a:pt x="308561" y="11198"/>
                </a:lnTo>
                <a:lnTo>
                  <a:pt x="314325" y="26719"/>
                </a:lnTo>
                <a:moveTo>
                  <a:pt x="283282" y="38265"/>
                </a:moveTo>
                <a:lnTo>
                  <a:pt x="279985" y="39491"/>
                </a:lnTo>
                <a:lnTo>
                  <a:pt x="265557" y="41909"/>
                </a:lnTo>
                <a:lnTo>
                  <a:pt x="262807" y="25576"/>
                </a:lnTo>
                <a:lnTo>
                  <a:pt x="276473" y="23274"/>
                </a:lnTo>
                <a:lnTo>
                  <a:pt x="274950" y="23688"/>
                </a:lnTo>
                <a:lnTo>
                  <a:pt x="277501" y="22727"/>
                </a:lnTo>
                <a:lnTo>
                  <a:pt x="283282" y="38265"/>
                </a:lnTo>
                <a:moveTo>
                  <a:pt x="248974" y="44461"/>
                </a:moveTo>
                <a:lnTo>
                  <a:pt x="234199" y="46548"/>
                </a:lnTo>
                <a:lnTo>
                  <a:pt x="232393" y="46763"/>
                </a:lnTo>
                <a:lnTo>
                  <a:pt x="230422" y="30330"/>
                </a:lnTo>
                <a:lnTo>
                  <a:pt x="232145" y="30115"/>
                </a:lnTo>
                <a:lnTo>
                  <a:pt x="231963" y="30148"/>
                </a:lnTo>
                <a:lnTo>
                  <a:pt x="246656" y="28061"/>
                </a:lnTo>
                <a:lnTo>
                  <a:pt x="248974" y="44461"/>
                </a:lnTo>
                <a:moveTo>
                  <a:pt x="215944" y="48751"/>
                </a:moveTo>
                <a:lnTo>
                  <a:pt x="208473" y="49645"/>
                </a:lnTo>
                <a:lnTo>
                  <a:pt x="199330" y="50557"/>
                </a:lnTo>
                <a:lnTo>
                  <a:pt x="197672" y="34074"/>
                </a:lnTo>
                <a:lnTo>
                  <a:pt x="206734" y="33163"/>
                </a:lnTo>
                <a:lnTo>
                  <a:pt x="206585" y="33179"/>
                </a:lnTo>
                <a:lnTo>
                  <a:pt x="213972" y="32302"/>
                </a:lnTo>
                <a:lnTo>
                  <a:pt x="215944" y="48751"/>
                </a:lnTo>
                <a:moveTo>
                  <a:pt x="182847" y="52230"/>
                </a:moveTo>
                <a:lnTo>
                  <a:pt x="180974" y="52412"/>
                </a:lnTo>
                <a:lnTo>
                  <a:pt x="166199" y="53654"/>
                </a:lnTo>
                <a:lnTo>
                  <a:pt x="164824" y="37155"/>
                </a:lnTo>
                <a:lnTo>
                  <a:pt x="179517" y="35913"/>
                </a:lnTo>
                <a:lnTo>
                  <a:pt x="179385" y="35930"/>
                </a:lnTo>
                <a:lnTo>
                  <a:pt x="181190" y="35748"/>
                </a:lnTo>
                <a:lnTo>
                  <a:pt x="182847" y="52230"/>
                </a:lnTo>
                <a:moveTo>
                  <a:pt x="149567" y="55029"/>
                </a:moveTo>
                <a:lnTo>
                  <a:pt x="133036" y="56156"/>
                </a:lnTo>
                <a:lnTo>
                  <a:pt x="131909" y="39624"/>
                </a:lnTo>
                <a:lnTo>
                  <a:pt x="148441" y="38497"/>
                </a:lnTo>
                <a:lnTo>
                  <a:pt x="149567" y="55029"/>
                </a:lnTo>
                <a:moveTo>
                  <a:pt x="116388" y="57216"/>
                </a:moveTo>
                <a:lnTo>
                  <a:pt x="99838" y="58094"/>
                </a:lnTo>
                <a:lnTo>
                  <a:pt x="98961" y="41545"/>
                </a:lnTo>
                <a:lnTo>
                  <a:pt x="115510" y="40667"/>
                </a:lnTo>
                <a:lnTo>
                  <a:pt x="116388" y="57216"/>
                </a:lnTo>
                <a:moveTo>
                  <a:pt x="83174" y="58872"/>
                </a:moveTo>
                <a:lnTo>
                  <a:pt x="66625" y="59518"/>
                </a:lnTo>
                <a:lnTo>
                  <a:pt x="65979" y="42953"/>
                </a:lnTo>
                <a:lnTo>
                  <a:pt x="82544" y="42324"/>
                </a:lnTo>
                <a:lnTo>
                  <a:pt x="83174" y="58872"/>
                </a:lnTo>
                <a:moveTo>
                  <a:pt x="49944" y="60032"/>
                </a:moveTo>
                <a:lnTo>
                  <a:pt x="33379" y="60413"/>
                </a:lnTo>
                <a:lnTo>
                  <a:pt x="32998" y="43864"/>
                </a:lnTo>
                <a:lnTo>
                  <a:pt x="49546" y="43467"/>
                </a:lnTo>
                <a:lnTo>
                  <a:pt x="49944" y="60032"/>
                </a:lnTo>
                <a:moveTo>
                  <a:pt x="16681" y="60678"/>
                </a:moveTo>
                <a:lnTo>
                  <a:pt x="133" y="60794"/>
                </a:lnTo>
                <a:lnTo>
                  <a:pt x="0" y="44245"/>
                </a:lnTo>
                <a:lnTo>
                  <a:pt x="16565" y="44113"/>
                </a:lnTo>
                <a:lnTo>
                  <a:pt x="16681" y="60678"/>
                </a:lnTo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3E72A1DC-8149-4ED3-A8E2-C1B64EC4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1663" y="2488219"/>
            <a:ext cx="428194" cy="143570"/>
          </a:xfrm>
          <a:custGeom xmlns:a="http://schemas.openxmlformats.org/drawingml/2006/main">
            <a:pathLst>
              <a:path w="428194" h="143570">
                <a:moveTo>
                  <a:pt x="362878" y="77343"/>
                </a:moveTo>
                <a:lnTo>
                  <a:pt x="361966" y="110456"/>
                </a:lnTo>
                <a:lnTo>
                  <a:pt x="361038" y="143570"/>
                </a:lnTo>
                <a:lnTo>
                  <a:pt x="428194" y="112296"/>
                </a:lnTo>
                <a:lnTo>
                  <a:pt x="362878" y="77343"/>
                </a:lnTo>
                <a:moveTo>
                  <a:pt x="0" y="961"/>
                </a:moveTo>
                <a:lnTo>
                  <a:pt x="181" y="4058"/>
                </a:lnTo>
                <a:lnTo>
                  <a:pt x="794" y="7587"/>
                </a:lnTo>
                <a:lnTo>
                  <a:pt x="1789" y="11033"/>
                </a:lnTo>
                <a:lnTo>
                  <a:pt x="3131" y="14379"/>
                </a:lnTo>
                <a:lnTo>
                  <a:pt x="4787" y="17642"/>
                </a:lnTo>
                <a:lnTo>
                  <a:pt x="6758" y="20806"/>
                </a:lnTo>
                <a:lnTo>
                  <a:pt x="9011" y="23870"/>
                </a:lnTo>
                <a:lnTo>
                  <a:pt x="11596" y="26935"/>
                </a:lnTo>
                <a:lnTo>
                  <a:pt x="17277" y="32616"/>
                </a:lnTo>
                <a:lnTo>
                  <a:pt x="24019" y="38166"/>
                </a:lnTo>
                <a:lnTo>
                  <a:pt x="31672" y="43517"/>
                </a:lnTo>
                <a:lnTo>
                  <a:pt x="40237" y="48735"/>
                </a:lnTo>
                <a:lnTo>
                  <a:pt x="49662" y="53787"/>
                </a:lnTo>
                <a:lnTo>
                  <a:pt x="59932" y="58724"/>
                </a:lnTo>
                <a:lnTo>
                  <a:pt x="70998" y="63528"/>
                </a:lnTo>
                <a:lnTo>
                  <a:pt x="82859" y="68183"/>
                </a:lnTo>
                <a:lnTo>
                  <a:pt x="95449" y="72705"/>
                </a:lnTo>
                <a:lnTo>
                  <a:pt x="108750" y="77078"/>
                </a:lnTo>
                <a:lnTo>
                  <a:pt x="122731" y="81302"/>
                </a:lnTo>
                <a:lnTo>
                  <a:pt x="137358" y="85360"/>
                </a:lnTo>
                <a:lnTo>
                  <a:pt x="152582" y="89253"/>
                </a:lnTo>
                <a:lnTo>
                  <a:pt x="168385" y="92947"/>
                </a:lnTo>
                <a:lnTo>
                  <a:pt x="184702" y="96476"/>
                </a:lnTo>
                <a:lnTo>
                  <a:pt x="201515" y="99789"/>
                </a:lnTo>
                <a:lnTo>
                  <a:pt x="218793" y="102903"/>
                </a:lnTo>
                <a:lnTo>
                  <a:pt x="236485" y="105802"/>
                </a:lnTo>
                <a:lnTo>
                  <a:pt x="254557" y="108469"/>
                </a:lnTo>
                <a:lnTo>
                  <a:pt x="272978" y="110904"/>
                </a:lnTo>
                <a:lnTo>
                  <a:pt x="291696" y="113090"/>
                </a:lnTo>
                <a:lnTo>
                  <a:pt x="310696" y="115012"/>
                </a:lnTo>
                <a:lnTo>
                  <a:pt x="329928" y="116669"/>
                </a:lnTo>
                <a:lnTo>
                  <a:pt x="349426" y="118060"/>
                </a:lnTo>
                <a:lnTo>
                  <a:pt x="394781" y="119650"/>
                </a:lnTo>
                <a:lnTo>
                  <a:pt x="395362" y="103102"/>
                </a:lnTo>
                <a:lnTo>
                  <a:pt x="350155" y="101511"/>
                </a:lnTo>
                <a:lnTo>
                  <a:pt x="350454" y="101528"/>
                </a:lnTo>
                <a:lnTo>
                  <a:pt x="331155" y="100153"/>
                </a:lnTo>
                <a:lnTo>
                  <a:pt x="331288" y="100170"/>
                </a:lnTo>
                <a:lnTo>
                  <a:pt x="312188" y="98513"/>
                </a:lnTo>
                <a:lnTo>
                  <a:pt x="312304" y="98530"/>
                </a:lnTo>
                <a:lnTo>
                  <a:pt x="293435" y="96608"/>
                </a:lnTo>
                <a:lnTo>
                  <a:pt x="293568" y="96625"/>
                </a:lnTo>
                <a:lnTo>
                  <a:pt x="274965" y="94455"/>
                </a:lnTo>
                <a:lnTo>
                  <a:pt x="275081" y="94471"/>
                </a:lnTo>
                <a:lnTo>
                  <a:pt x="256794" y="92053"/>
                </a:lnTo>
                <a:lnTo>
                  <a:pt x="256909" y="92086"/>
                </a:lnTo>
                <a:lnTo>
                  <a:pt x="238969" y="89436"/>
                </a:lnTo>
                <a:lnTo>
                  <a:pt x="239102" y="89452"/>
                </a:lnTo>
                <a:lnTo>
                  <a:pt x="221526" y="86570"/>
                </a:lnTo>
                <a:lnTo>
                  <a:pt x="221659" y="86603"/>
                </a:lnTo>
                <a:lnTo>
                  <a:pt x="204530" y="83505"/>
                </a:lnTo>
                <a:lnTo>
                  <a:pt x="204663" y="83538"/>
                </a:lnTo>
                <a:lnTo>
                  <a:pt x="187982" y="80242"/>
                </a:lnTo>
                <a:lnTo>
                  <a:pt x="188130" y="80259"/>
                </a:lnTo>
                <a:lnTo>
                  <a:pt x="171946" y="76780"/>
                </a:lnTo>
                <a:lnTo>
                  <a:pt x="172095" y="76813"/>
                </a:lnTo>
                <a:lnTo>
                  <a:pt x="156458" y="73135"/>
                </a:lnTo>
                <a:lnTo>
                  <a:pt x="156607" y="73168"/>
                </a:lnTo>
                <a:lnTo>
                  <a:pt x="141549" y="69325"/>
                </a:lnTo>
                <a:lnTo>
                  <a:pt x="141715" y="69375"/>
                </a:lnTo>
                <a:lnTo>
                  <a:pt x="127253" y="65366"/>
                </a:lnTo>
                <a:lnTo>
                  <a:pt x="127436" y="65416"/>
                </a:lnTo>
                <a:lnTo>
                  <a:pt x="113636" y="61241"/>
                </a:lnTo>
                <a:lnTo>
                  <a:pt x="113836" y="61307"/>
                </a:lnTo>
                <a:lnTo>
                  <a:pt x="100733" y="57000"/>
                </a:lnTo>
                <a:lnTo>
                  <a:pt x="100948" y="57067"/>
                </a:lnTo>
                <a:lnTo>
                  <a:pt x="88574" y="52628"/>
                </a:lnTo>
                <a:lnTo>
                  <a:pt x="88806" y="52727"/>
                </a:lnTo>
                <a:lnTo>
                  <a:pt x="77193" y="48155"/>
                </a:lnTo>
                <a:lnTo>
                  <a:pt x="77459" y="48271"/>
                </a:lnTo>
                <a:lnTo>
                  <a:pt x="66658" y="43583"/>
                </a:lnTo>
                <a:lnTo>
                  <a:pt x="66956" y="43715"/>
                </a:lnTo>
                <a:lnTo>
                  <a:pt x="57000" y="38945"/>
                </a:lnTo>
                <a:lnTo>
                  <a:pt x="57331" y="39111"/>
                </a:lnTo>
                <a:lnTo>
                  <a:pt x="48271" y="34240"/>
                </a:lnTo>
                <a:lnTo>
                  <a:pt x="48652" y="34456"/>
                </a:lnTo>
                <a:lnTo>
                  <a:pt x="40518" y="29502"/>
                </a:lnTo>
                <a:lnTo>
                  <a:pt x="40948" y="29801"/>
                </a:lnTo>
                <a:lnTo>
                  <a:pt x="33776" y="24765"/>
                </a:lnTo>
                <a:lnTo>
                  <a:pt x="34289" y="25162"/>
                </a:lnTo>
                <a:lnTo>
                  <a:pt x="28111" y="20077"/>
                </a:lnTo>
                <a:lnTo>
                  <a:pt x="28690" y="20607"/>
                </a:lnTo>
                <a:lnTo>
                  <a:pt x="23556" y="15472"/>
                </a:lnTo>
                <a:lnTo>
                  <a:pt x="24035" y="16001"/>
                </a:lnTo>
                <a:lnTo>
                  <a:pt x="21866" y="13418"/>
                </a:lnTo>
                <a:lnTo>
                  <a:pt x="22213" y="13865"/>
                </a:lnTo>
                <a:lnTo>
                  <a:pt x="20309" y="11264"/>
                </a:lnTo>
                <a:lnTo>
                  <a:pt x="20657" y="11778"/>
                </a:lnTo>
                <a:lnTo>
                  <a:pt x="19050" y="9177"/>
                </a:lnTo>
                <a:lnTo>
                  <a:pt x="19380" y="9790"/>
                </a:lnTo>
                <a:lnTo>
                  <a:pt x="18039" y="7173"/>
                </a:lnTo>
                <a:lnTo>
                  <a:pt x="18370" y="7868"/>
                </a:lnTo>
                <a:lnTo>
                  <a:pt x="17310" y="5251"/>
                </a:lnTo>
                <a:lnTo>
                  <a:pt x="17592" y="6046"/>
                </a:lnTo>
                <a:lnTo>
                  <a:pt x="16829" y="3429"/>
                </a:lnTo>
                <a:lnTo>
                  <a:pt x="17029" y="4307"/>
                </a:lnTo>
                <a:lnTo>
                  <a:pt x="16581" y="1673"/>
                </a:lnTo>
                <a:lnTo>
                  <a:pt x="16681" y="2617"/>
                </a:lnTo>
                <a:lnTo>
                  <a:pt x="16531" y="0"/>
                </a:lnTo>
                <a:lnTo>
                  <a:pt x="0" y="961"/>
                </a:lnTo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511DE25A-A40E-43D8-A483-21188AA2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7360" y="2347896"/>
            <a:ext cx="70402" cy="70402"/>
          </a:xfrm>
          <a:custGeom xmlns:a="http://schemas.openxmlformats.org/drawingml/2006/main">
            <a:pathLst>
              <a:path w="70402" h="70402">
                <a:moveTo>
                  <a:pt x="166" y="34787"/>
                </a:moveTo>
                <a:cubicBezTo>
                  <a:pt x="0" y="15753"/>
                  <a:pt x="15754" y="0"/>
                  <a:pt x="35201" y="0"/>
                </a:cubicBezTo>
                <a:cubicBezTo>
                  <a:pt x="54649" y="0"/>
                  <a:pt x="70402" y="15753"/>
                  <a:pt x="70402" y="35201"/>
                </a:cubicBezTo>
                <a:cubicBezTo>
                  <a:pt x="70402" y="54648"/>
                  <a:pt x="54649" y="70402"/>
                  <a:pt x="35201" y="70402"/>
                </a:cubicBezTo>
                <a:cubicBezTo>
                  <a:pt x="15754" y="70402"/>
                  <a:pt x="0" y="54648"/>
                  <a:pt x="166" y="34787"/>
                </a:cubicBez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578CF85D-EFDF-4277-ABC4-14B377C3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9062" y="2339596"/>
            <a:ext cx="87001" cy="87000"/>
          </a:xfrm>
          <a:custGeom xmlns:a="http://schemas.openxmlformats.org/drawingml/2006/main">
            <a:pathLst>
              <a:path w="87001" h="87000">
                <a:moveTo>
                  <a:pt x="231" y="39060"/>
                </a:moveTo>
                <a:lnTo>
                  <a:pt x="895" y="34753"/>
                </a:lnTo>
                <a:lnTo>
                  <a:pt x="1954" y="30579"/>
                </a:lnTo>
                <a:lnTo>
                  <a:pt x="3429" y="26570"/>
                </a:lnTo>
                <a:lnTo>
                  <a:pt x="5267" y="22760"/>
                </a:lnTo>
                <a:lnTo>
                  <a:pt x="7437" y="19182"/>
                </a:lnTo>
                <a:lnTo>
                  <a:pt x="9939" y="15836"/>
                </a:lnTo>
                <a:lnTo>
                  <a:pt x="12738" y="12739"/>
                </a:lnTo>
                <a:lnTo>
                  <a:pt x="15836" y="9939"/>
                </a:lnTo>
                <a:lnTo>
                  <a:pt x="19182" y="7438"/>
                </a:lnTo>
                <a:lnTo>
                  <a:pt x="22760" y="5268"/>
                </a:lnTo>
                <a:lnTo>
                  <a:pt x="26570" y="3429"/>
                </a:lnTo>
                <a:lnTo>
                  <a:pt x="30579" y="1954"/>
                </a:lnTo>
                <a:lnTo>
                  <a:pt x="34737" y="895"/>
                </a:lnTo>
                <a:lnTo>
                  <a:pt x="39060" y="232"/>
                </a:lnTo>
                <a:lnTo>
                  <a:pt x="43499" y="0"/>
                </a:lnTo>
                <a:lnTo>
                  <a:pt x="47939" y="232"/>
                </a:lnTo>
                <a:lnTo>
                  <a:pt x="52247" y="895"/>
                </a:lnTo>
                <a:lnTo>
                  <a:pt x="56421" y="1954"/>
                </a:lnTo>
                <a:lnTo>
                  <a:pt x="60430" y="3429"/>
                </a:lnTo>
                <a:lnTo>
                  <a:pt x="64240" y="5268"/>
                </a:lnTo>
                <a:lnTo>
                  <a:pt x="67818" y="7438"/>
                </a:lnTo>
                <a:lnTo>
                  <a:pt x="71165" y="9939"/>
                </a:lnTo>
                <a:lnTo>
                  <a:pt x="74261" y="12739"/>
                </a:lnTo>
                <a:lnTo>
                  <a:pt x="77060" y="15836"/>
                </a:lnTo>
                <a:lnTo>
                  <a:pt x="79562" y="19182"/>
                </a:lnTo>
                <a:lnTo>
                  <a:pt x="81733" y="22760"/>
                </a:lnTo>
                <a:lnTo>
                  <a:pt x="83571" y="26570"/>
                </a:lnTo>
                <a:lnTo>
                  <a:pt x="85029" y="30579"/>
                </a:lnTo>
                <a:lnTo>
                  <a:pt x="86105" y="34753"/>
                </a:lnTo>
                <a:lnTo>
                  <a:pt x="86768" y="39060"/>
                </a:lnTo>
                <a:lnTo>
                  <a:pt x="87001" y="43500"/>
                </a:lnTo>
                <a:lnTo>
                  <a:pt x="86768" y="47940"/>
                </a:lnTo>
                <a:lnTo>
                  <a:pt x="86105" y="52247"/>
                </a:lnTo>
                <a:lnTo>
                  <a:pt x="85029" y="56421"/>
                </a:lnTo>
                <a:lnTo>
                  <a:pt x="83571" y="60430"/>
                </a:lnTo>
                <a:lnTo>
                  <a:pt x="81733" y="64240"/>
                </a:lnTo>
                <a:lnTo>
                  <a:pt x="79562" y="67818"/>
                </a:lnTo>
                <a:lnTo>
                  <a:pt x="77060" y="71164"/>
                </a:lnTo>
                <a:lnTo>
                  <a:pt x="74261" y="74262"/>
                </a:lnTo>
                <a:lnTo>
                  <a:pt x="71165" y="77061"/>
                </a:lnTo>
                <a:lnTo>
                  <a:pt x="67818" y="79562"/>
                </a:lnTo>
                <a:lnTo>
                  <a:pt x="64240" y="81733"/>
                </a:lnTo>
                <a:lnTo>
                  <a:pt x="60430" y="83571"/>
                </a:lnTo>
                <a:lnTo>
                  <a:pt x="56421" y="85046"/>
                </a:lnTo>
                <a:lnTo>
                  <a:pt x="52247" y="86106"/>
                </a:lnTo>
                <a:lnTo>
                  <a:pt x="47939" y="86768"/>
                </a:lnTo>
                <a:lnTo>
                  <a:pt x="43499" y="87000"/>
                </a:lnTo>
                <a:lnTo>
                  <a:pt x="39060" y="86768"/>
                </a:lnTo>
                <a:lnTo>
                  <a:pt x="34737" y="86106"/>
                </a:lnTo>
                <a:lnTo>
                  <a:pt x="30579" y="85046"/>
                </a:lnTo>
                <a:lnTo>
                  <a:pt x="26570" y="83571"/>
                </a:lnTo>
                <a:lnTo>
                  <a:pt x="22760" y="81733"/>
                </a:lnTo>
                <a:lnTo>
                  <a:pt x="19182" y="79562"/>
                </a:lnTo>
                <a:lnTo>
                  <a:pt x="15836" y="77061"/>
                </a:lnTo>
                <a:lnTo>
                  <a:pt x="12738" y="74262"/>
                </a:lnTo>
                <a:lnTo>
                  <a:pt x="9939" y="71164"/>
                </a:lnTo>
                <a:lnTo>
                  <a:pt x="7437" y="67818"/>
                </a:lnTo>
                <a:lnTo>
                  <a:pt x="5267" y="64240"/>
                </a:lnTo>
                <a:lnTo>
                  <a:pt x="3429" y="60430"/>
                </a:lnTo>
                <a:lnTo>
                  <a:pt x="1954" y="56421"/>
                </a:lnTo>
                <a:lnTo>
                  <a:pt x="895" y="52247"/>
                </a:lnTo>
                <a:lnTo>
                  <a:pt x="231" y="47940"/>
                </a:lnTo>
                <a:lnTo>
                  <a:pt x="0" y="43500"/>
                </a:lnTo>
                <a:lnTo>
                  <a:pt x="231" y="39060"/>
                </a:lnTo>
                <a:moveTo>
                  <a:pt x="16565" y="43914"/>
                </a:moveTo>
                <a:lnTo>
                  <a:pt x="16565" y="43086"/>
                </a:lnTo>
                <a:lnTo>
                  <a:pt x="16747" y="46680"/>
                </a:lnTo>
                <a:lnTo>
                  <a:pt x="16664" y="45852"/>
                </a:lnTo>
                <a:lnTo>
                  <a:pt x="17195" y="49347"/>
                </a:lnTo>
                <a:lnTo>
                  <a:pt x="17029" y="48536"/>
                </a:lnTo>
                <a:lnTo>
                  <a:pt x="17906" y="51899"/>
                </a:lnTo>
                <a:lnTo>
                  <a:pt x="17658" y="51120"/>
                </a:lnTo>
                <a:lnTo>
                  <a:pt x="18851" y="54350"/>
                </a:lnTo>
                <a:lnTo>
                  <a:pt x="18520" y="53605"/>
                </a:lnTo>
                <a:lnTo>
                  <a:pt x="20011" y="56686"/>
                </a:lnTo>
                <a:lnTo>
                  <a:pt x="19630" y="55974"/>
                </a:lnTo>
                <a:lnTo>
                  <a:pt x="21386" y="58873"/>
                </a:lnTo>
                <a:lnTo>
                  <a:pt x="20938" y="58227"/>
                </a:lnTo>
                <a:lnTo>
                  <a:pt x="22976" y="60927"/>
                </a:lnTo>
                <a:lnTo>
                  <a:pt x="22462" y="60314"/>
                </a:lnTo>
                <a:lnTo>
                  <a:pt x="24731" y="62815"/>
                </a:lnTo>
                <a:lnTo>
                  <a:pt x="24185" y="62268"/>
                </a:lnTo>
                <a:lnTo>
                  <a:pt x="26686" y="64538"/>
                </a:lnTo>
                <a:lnTo>
                  <a:pt x="26073" y="64024"/>
                </a:lnTo>
                <a:lnTo>
                  <a:pt x="28774" y="66062"/>
                </a:lnTo>
                <a:lnTo>
                  <a:pt x="28111" y="65615"/>
                </a:lnTo>
                <a:lnTo>
                  <a:pt x="31026" y="67370"/>
                </a:lnTo>
                <a:lnTo>
                  <a:pt x="30314" y="66989"/>
                </a:lnTo>
                <a:lnTo>
                  <a:pt x="33395" y="68480"/>
                </a:lnTo>
                <a:lnTo>
                  <a:pt x="32650" y="68149"/>
                </a:lnTo>
                <a:lnTo>
                  <a:pt x="35880" y="69342"/>
                </a:lnTo>
                <a:lnTo>
                  <a:pt x="35101" y="69093"/>
                </a:lnTo>
                <a:lnTo>
                  <a:pt x="38465" y="69972"/>
                </a:lnTo>
                <a:lnTo>
                  <a:pt x="37653" y="69805"/>
                </a:lnTo>
                <a:lnTo>
                  <a:pt x="41148" y="70336"/>
                </a:lnTo>
                <a:lnTo>
                  <a:pt x="40320" y="70253"/>
                </a:lnTo>
                <a:lnTo>
                  <a:pt x="43914" y="70435"/>
                </a:lnTo>
                <a:lnTo>
                  <a:pt x="43086" y="70435"/>
                </a:lnTo>
                <a:lnTo>
                  <a:pt x="46680" y="70253"/>
                </a:lnTo>
                <a:lnTo>
                  <a:pt x="45852" y="70336"/>
                </a:lnTo>
                <a:lnTo>
                  <a:pt x="49348" y="69805"/>
                </a:lnTo>
                <a:lnTo>
                  <a:pt x="48536" y="69972"/>
                </a:lnTo>
                <a:lnTo>
                  <a:pt x="51899" y="69093"/>
                </a:lnTo>
                <a:lnTo>
                  <a:pt x="51120" y="69342"/>
                </a:lnTo>
                <a:lnTo>
                  <a:pt x="54350" y="68149"/>
                </a:lnTo>
                <a:lnTo>
                  <a:pt x="53605" y="68480"/>
                </a:lnTo>
                <a:lnTo>
                  <a:pt x="56686" y="66989"/>
                </a:lnTo>
                <a:lnTo>
                  <a:pt x="55974" y="67370"/>
                </a:lnTo>
                <a:lnTo>
                  <a:pt x="58889" y="65615"/>
                </a:lnTo>
                <a:lnTo>
                  <a:pt x="58227" y="66062"/>
                </a:lnTo>
                <a:lnTo>
                  <a:pt x="60926" y="64024"/>
                </a:lnTo>
                <a:lnTo>
                  <a:pt x="60314" y="64538"/>
                </a:lnTo>
                <a:lnTo>
                  <a:pt x="62815" y="62268"/>
                </a:lnTo>
                <a:lnTo>
                  <a:pt x="62268" y="62815"/>
                </a:lnTo>
                <a:lnTo>
                  <a:pt x="64538" y="60314"/>
                </a:lnTo>
                <a:lnTo>
                  <a:pt x="64024" y="60927"/>
                </a:lnTo>
                <a:lnTo>
                  <a:pt x="66061" y="58227"/>
                </a:lnTo>
                <a:lnTo>
                  <a:pt x="65614" y="58873"/>
                </a:lnTo>
                <a:lnTo>
                  <a:pt x="67370" y="55974"/>
                </a:lnTo>
                <a:lnTo>
                  <a:pt x="66989" y="56686"/>
                </a:lnTo>
                <a:lnTo>
                  <a:pt x="68480" y="53605"/>
                </a:lnTo>
                <a:lnTo>
                  <a:pt x="68149" y="54350"/>
                </a:lnTo>
                <a:lnTo>
                  <a:pt x="69341" y="51120"/>
                </a:lnTo>
                <a:lnTo>
                  <a:pt x="69093" y="51899"/>
                </a:lnTo>
                <a:lnTo>
                  <a:pt x="69971" y="48536"/>
                </a:lnTo>
                <a:lnTo>
                  <a:pt x="69789" y="49347"/>
                </a:lnTo>
                <a:lnTo>
                  <a:pt x="70335" y="45852"/>
                </a:lnTo>
                <a:lnTo>
                  <a:pt x="70253" y="46680"/>
                </a:lnTo>
                <a:lnTo>
                  <a:pt x="70436" y="43086"/>
                </a:lnTo>
                <a:lnTo>
                  <a:pt x="70436" y="43914"/>
                </a:lnTo>
                <a:lnTo>
                  <a:pt x="70253" y="40320"/>
                </a:lnTo>
                <a:lnTo>
                  <a:pt x="70335" y="41148"/>
                </a:lnTo>
                <a:lnTo>
                  <a:pt x="69789" y="37652"/>
                </a:lnTo>
                <a:lnTo>
                  <a:pt x="69971" y="38464"/>
                </a:lnTo>
                <a:lnTo>
                  <a:pt x="69093" y="35101"/>
                </a:lnTo>
                <a:lnTo>
                  <a:pt x="69341" y="35880"/>
                </a:lnTo>
                <a:lnTo>
                  <a:pt x="68149" y="32650"/>
                </a:lnTo>
                <a:lnTo>
                  <a:pt x="68480" y="33395"/>
                </a:lnTo>
                <a:lnTo>
                  <a:pt x="66989" y="30314"/>
                </a:lnTo>
                <a:lnTo>
                  <a:pt x="67370" y="31026"/>
                </a:lnTo>
                <a:lnTo>
                  <a:pt x="65614" y="28111"/>
                </a:lnTo>
                <a:lnTo>
                  <a:pt x="66061" y="28774"/>
                </a:lnTo>
                <a:lnTo>
                  <a:pt x="64024" y="26073"/>
                </a:lnTo>
                <a:lnTo>
                  <a:pt x="64538" y="26686"/>
                </a:lnTo>
                <a:lnTo>
                  <a:pt x="62268" y="24185"/>
                </a:lnTo>
                <a:lnTo>
                  <a:pt x="62815" y="24732"/>
                </a:lnTo>
                <a:lnTo>
                  <a:pt x="60314" y="22462"/>
                </a:lnTo>
                <a:lnTo>
                  <a:pt x="60926" y="22976"/>
                </a:lnTo>
                <a:lnTo>
                  <a:pt x="58227" y="20938"/>
                </a:lnTo>
                <a:lnTo>
                  <a:pt x="58889" y="21385"/>
                </a:lnTo>
                <a:lnTo>
                  <a:pt x="55974" y="19630"/>
                </a:lnTo>
                <a:lnTo>
                  <a:pt x="56686" y="20011"/>
                </a:lnTo>
                <a:lnTo>
                  <a:pt x="53605" y="18520"/>
                </a:lnTo>
                <a:lnTo>
                  <a:pt x="54350" y="18851"/>
                </a:lnTo>
                <a:lnTo>
                  <a:pt x="51120" y="17658"/>
                </a:lnTo>
                <a:lnTo>
                  <a:pt x="51899" y="17906"/>
                </a:lnTo>
                <a:lnTo>
                  <a:pt x="48536" y="17029"/>
                </a:lnTo>
                <a:lnTo>
                  <a:pt x="49348" y="17194"/>
                </a:lnTo>
                <a:lnTo>
                  <a:pt x="45852" y="16665"/>
                </a:lnTo>
                <a:lnTo>
                  <a:pt x="46680" y="16748"/>
                </a:lnTo>
                <a:lnTo>
                  <a:pt x="43086" y="16565"/>
                </a:lnTo>
                <a:lnTo>
                  <a:pt x="43914" y="16565"/>
                </a:lnTo>
                <a:lnTo>
                  <a:pt x="40320" y="16748"/>
                </a:lnTo>
                <a:lnTo>
                  <a:pt x="41148" y="16665"/>
                </a:lnTo>
                <a:lnTo>
                  <a:pt x="37653" y="17194"/>
                </a:lnTo>
                <a:lnTo>
                  <a:pt x="38465" y="17029"/>
                </a:lnTo>
                <a:lnTo>
                  <a:pt x="35101" y="17906"/>
                </a:lnTo>
                <a:lnTo>
                  <a:pt x="35880" y="17658"/>
                </a:lnTo>
                <a:lnTo>
                  <a:pt x="32650" y="18851"/>
                </a:lnTo>
                <a:lnTo>
                  <a:pt x="33395" y="18520"/>
                </a:lnTo>
                <a:lnTo>
                  <a:pt x="30314" y="20011"/>
                </a:lnTo>
                <a:lnTo>
                  <a:pt x="31026" y="19630"/>
                </a:lnTo>
                <a:lnTo>
                  <a:pt x="28111" y="21385"/>
                </a:lnTo>
                <a:lnTo>
                  <a:pt x="28774" y="20938"/>
                </a:lnTo>
                <a:lnTo>
                  <a:pt x="26073" y="22976"/>
                </a:lnTo>
                <a:lnTo>
                  <a:pt x="26686" y="22462"/>
                </a:lnTo>
                <a:lnTo>
                  <a:pt x="24185" y="24732"/>
                </a:lnTo>
                <a:lnTo>
                  <a:pt x="24731" y="24185"/>
                </a:lnTo>
                <a:lnTo>
                  <a:pt x="22462" y="26686"/>
                </a:lnTo>
                <a:lnTo>
                  <a:pt x="22976" y="26073"/>
                </a:lnTo>
                <a:lnTo>
                  <a:pt x="20938" y="28774"/>
                </a:lnTo>
                <a:lnTo>
                  <a:pt x="21386" y="28111"/>
                </a:lnTo>
                <a:lnTo>
                  <a:pt x="19630" y="31026"/>
                </a:lnTo>
                <a:lnTo>
                  <a:pt x="20011" y="30314"/>
                </a:lnTo>
                <a:lnTo>
                  <a:pt x="18520" y="33395"/>
                </a:lnTo>
                <a:lnTo>
                  <a:pt x="18851" y="32650"/>
                </a:lnTo>
                <a:lnTo>
                  <a:pt x="17658" y="35880"/>
                </a:lnTo>
                <a:lnTo>
                  <a:pt x="17906" y="35101"/>
                </a:lnTo>
                <a:lnTo>
                  <a:pt x="17029" y="38464"/>
                </a:lnTo>
                <a:lnTo>
                  <a:pt x="17195" y="37652"/>
                </a:lnTo>
                <a:lnTo>
                  <a:pt x="16664" y="41148"/>
                </a:lnTo>
                <a:lnTo>
                  <a:pt x="16747" y="40320"/>
                </a:lnTo>
                <a:lnTo>
                  <a:pt x="16565" y="4391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7377CC3D-A372-405A-AF23-8819D980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4768" y="2705704"/>
            <a:ext cx="70899" cy="70402"/>
          </a:xfrm>
          <a:custGeom xmlns:a="http://schemas.openxmlformats.org/drawingml/2006/main">
            <a:pathLst>
              <a:path w="70899" h="70402">
                <a:moveTo>
                  <a:pt x="0" y="34787"/>
                </a:moveTo>
                <a:cubicBezTo>
                  <a:pt x="498" y="15753"/>
                  <a:pt x="16251" y="0"/>
                  <a:pt x="35699" y="0"/>
                </a:cubicBezTo>
                <a:cubicBezTo>
                  <a:pt x="55145" y="0"/>
                  <a:pt x="70899" y="15753"/>
                  <a:pt x="70899" y="35201"/>
                </a:cubicBezTo>
                <a:cubicBezTo>
                  <a:pt x="70899" y="54649"/>
                  <a:pt x="55145" y="70402"/>
                  <a:pt x="35699" y="70402"/>
                </a:cubicBezTo>
                <a:cubicBezTo>
                  <a:pt x="16251" y="70402"/>
                  <a:pt x="498" y="54649"/>
                  <a:pt x="0" y="34787"/>
                </a:cubicBez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3C60F20A-A4C2-4510-8425-E465C8B5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6966" y="2697405"/>
            <a:ext cx="87001" cy="87000"/>
          </a:xfrm>
          <a:custGeom xmlns:a="http://schemas.openxmlformats.org/drawingml/2006/main">
            <a:pathLst>
              <a:path w="87001" h="87000">
                <a:moveTo>
                  <a:pt x="233" y="39061"/>
                </a:moveTo>
                <a:lnTo>
                  <a:pt x="895" y="34754"/>
                </a:lnTo>
                <a:lnTo>
                  <a:pt x="1955" y="30579"/>
                </a:lnTo>
                <a:lnTo>
                  <a:pt x="3430" y="26571"/>
                </a:lnTo>
                <a:lnTo>
                  <a:pt x="5251" y="22761"/>
                </a:lnTo>
                <a:lnTo>
                  <a:pt x="7438" y="19182"/>
                </a:lnTo>
                <a:lnTo>
                  <a:pt x="9940" y="15836"/>
                </a:lnTo>
                <a:lnTo>
                  <a:pt x="12740" y="12739"/>
                </a:lnTo>
                <a:lnTo>
                  <a:pt x="15836" y="9939"/>
                </a:lnTo>
                <a:lnTo>
                  <a:pt x="19183" y="7438"/>
                </a:lnTo>
                <a:lnTo>
                  <a:pt x="22761" y="5268"/>
                </a:lnTo>
                <a:lnTo>
                  <a:pt x="26570" y="3429"/>
                </a:lnTo>
                <a:lnTo>
                  <a:pt x="30580" y="1955"/>
                </a:lnTo>
                <a:lnTo>
                  <a:pt x="34737" y="895"/>
                </a:lnTo>
                <a:lnTo>
                  <a:pt x="39061" y="232"/>
                </a:lnTo>
                <a:lnTo>
                  <a:pt x="43501" y="0"/>
                </a:lnTo>
                <a:lnTo>
                  <a:pt x="47940" y="232"/>
                </a:lnTo>
                <a:lnTo>
                  <a:pt x="52247" y="895"/>
                </a:lnTo>
                <a:lnTo>
                  <a:pt x="56421" y="1955"/>
                </a:lnTo>
                <a:lnTo>
                  <a:pt x="60430" y="3429"/>
                </a:lnTo>
                <a:lnTo>
                  <a:pt x="64240" y="5268"/>
                </a:lnTo>
                <a:lnTo>
                  <a:pt x="67818" y="7438"/>
                </a:lnTo>
                <a:lnTo>
                  <a:pt x="71165" y="9939"/>
                </a:lnTo>
                <a:lnTo>
                  <a:pt x="74262" y="12739"/>
                </a:lnTo>
                <a:lnTo>
                  <a:pt x="77062" y="15836"/>
                </a:lnTo>
                <a:lnTo>
                  <a:pt x="79563" y="19182"/>
                </a:lnTo>
                <a:lnTo>
                  <a:pt x="81733" y="22761"/>
                </a:lnTo>
                <a:lnTo>
                  <a:pt x="83571" y="26571"/>
                </a:lnTo>
                <a:lnTo>
                  <a:pt x="85029" y="30579"/>
                </a:lnTo>
                <a:lnTo>
                  <a:pt x="86106" y="34754"/>
                </a:lnTo>
                <a:lnTo>
                  <a:pt x="86769" y="39061"/>
                </a:lnTo>
                <a:lnTo>
                  <a:pt x="87001" y="43500"/>
                </a:lnTo>
                <a:lnTo>
                  <a:pt x="86769" y="47940"/>
                </a:lnTo>
                <a:lnTo>
                  <a:pt x="86106" y="52247"/>
                </a:lnTo>
                <a:lnTo>
                  <a:pt x="85029" y="56421"/>
                </a:lnTo>
                <a:lnTo>
                  <a:pt x="83571" y="60430"/>
                </a:lnTo>
                <a:lnTo>
                  <a:pt x="81733" y="64240"/>
                </a:lnTo>
                <a:lnTo>
                  <a:pt x="79563" y="67818"/>
                </a:lnTo>
                <a:lnTo>
                  <a:pt x="77062" y="71164"/>
                </a:lnTo>
                <a:lnTo>
                  <a:pt x="74262" y="74262"/>
                </a:lnTo>
                <a:lnTo>
                  <a:pt x="71165" y="77061"/>
                </a:lnTo>
                <a:lnTo>
                  <a:pt x="67818" y="79563"/>
                </a:lnTo>
                <a:lnTo>
                  <a:pt x="64240" y="81733"/>
                </a:lnTo>
                <a:lnTo>
                  <a:pt x="60430" y="83571"/>
                </a:lnTo>
                <a:lnTo>
                  <a:pt x="56421" y="85046"/>
                </a:lnTo>
                <a:lnTo>
                  <a:pt x="52247" y="86106"/>
                </a:lnTo>
                <a:lnTo>
                  <a:pt x="47940" y="86769"/>
                </a:lnTo>
                <a:lnTo>
                  <a:pt x="43501" y="87000"/>
                </a:lnTo>
                <a:lnTo>
                  <a:pt x="39061" y="86769"/>
                </a:lnTo>
                <a:lnTo>
                  <a:pt x="34737" y="86106"/>
                </a:lnTo>
                <a:lnTo>
                  <a:pt x="30580" y="85046"/>
                </a:lnTo>
                <a:lnTo>
                  <a:pt x="26570" y="83571"/>
                </a:lnTo>
                <a:lnTo>
                  <a:pt x="22761" y="81733"/>
                </a:lnTo>
                <a:lnTo>
                  <a:pt x="19183" y="79563"/>
                </a:lnTo>
                <a:lnTo>
                  <a:pt x="15836" y="77061"/>
                </a:lnTo>
                <a:lnTo>
                  <a:pt x="12740" y="74262"/>
                </a:lnTo>
                <a:lnTo>
                  <a:pt x="9940" y="71164"/>
                </a:lnTo>
                <a:lnTo>
                  <a:pt x="7438" y="67818"/>
                </a:lnTo>
                <a:lnTo>
                  <a:pt x="5251" y="64240"/>
                </a:lnTo>
                <a:lnTo>
                  <a:pt x="3430" y="60430"/>
                </a:lnTo>
                <a:lnTo>
                  <a:pt x="1955" y="56421"/>
                </a:lnTo>
                <a:lnTo>
                  <a:pt x="895" y="52247"/>
                </a:lnTo>
                <a:lnTo>
                  <a:pt x="233" y="47940"/>
                </a:lnTo>
                <a:lnTo>
                  <a:pt x="0" y="43500"/>
                </a:lnTo>
                <a:lnTo>
                  <a:pt x="233" y="39061"/>
                </a:lnTo>
                <a:moveTo>
                  <a:pt x="16565" y="43914"/>
                </a:moveTo>
                <a:lnTo>
                  <a:pt x="16565" y="43086"/>
                </a:lnTo>
                <a:lnTo>
                  <a:pt x="16748" y="46681"/>
                </a:lnTo>
                <a:lnTo>
                  <a:pt x="16666" y="45853"/>
                </a:lnTo>
                <a:lnTo>
                  <a:pt x="17195" y="49348"/>
                </a:lnTo>
                <a:lnTo>
                  <a:pt x="17029" y="48536"/>
                </a:lnTo>
                <a:lnTo>
                  <a:pt x="17906" y="51899"/>
                </a:lnTo>
                <a:lnTo>
                  <a:pt x="17659" y="51120"/>
                </a:lnTo>
                <a:lnTo>
                  <a:pt x="18835" y="54351"/>
                </a:lnTo>
                <a:lnTo>
                  <a:pt x="18520" y="53605"/>
                </a:lnTo>
                <a:lnTo>
                  <a:pt x="20011" y="56686"/>
                </a:lnTo>
                <a:lnTo>
                  <a:pt x="19630" y="55974"/>
                </a:lnTo>
                <a:lnTo>
                  <a:pt x="21386" y="58890"/>
                </a:lnTo>
                <a:lnTo>
                  <a:pt x="20939" y="58227"/>
                </a:lnTo>
                <a:lnTo>
                  <a:pt x="22977" y="60927"/>
                </a:lnTo>
                <a:lnTo>
                  <a:pt x="22463" y="60314"/>
                </a:lnTo>
                <a:lnTo>
                  <a:pt x="24733" y="62816"/>
                </a:lnTo>
                <a:lnTo>
                  <a:pt x="24185" y="62269"/>
                </a:lnTo>
                <a:lnTo>
                  <a:pt x="26687" y="64538"/>
                </a:lnTo>
                <a:lnTo>
                  <a:pt x="26074" y="64024"/>
                </a:lnTo>
                <a:lnTo>
                  <a:pt x="28774" y="66062"/>
                </a:lnTo>
                <a:lnTo>
                  <a:pt x="28111" y="65615"/>
                </a:lnTo>
                <a:lnTo>
                  <a:pt x="31026" y="67371"/>
                </a:lnTo>
                <a:lnTo>
                  <a:pt x="30315" y="66990"/>
                </a:lnTo>
                <a:lnTo>
                  <a:pt x="33396" y="68480"/>
                </a:lnTo>
                <a:lnTo>
                  <a:pt x="32650" y="68149"/>
                </a:lnTo>
                <a:lnTo>
                  <a:pt x="35880" y="69342"/>
                </a:lnTo>
                <a:lnTo>
                  <a:pt x="35102" y="69093"/>
                </a:lnTo>
                <a:lnTo>
                  <a:pt x="38465" y="69972"/>
                </a:lnTo>
                <a:lnTo>
                  <a:pt x="37653" y="69806"/>
                </a:lnTo>
                <a:lnTo>
                  <a:pt x="41148" y="70336"/>
                </a:lnTo>
                <a:lnTo>
                  <a:pt x="40320" y="70253"/>
                </a:lnTo>
                <a:lnTo>
                  <a:pt x="43914" y="70436"/>
                </a:lnTo>
                <a:lnTo>
                  <a:pt x="43087" y="70436"/>
                </a:lnTo>
                <a:lnTo>
                  <a:pt x="46680" y="70253"/>
                </a:lnTo>
                <a:lnTo>
                  <a:pt x="45853" y="70336"/>
                </a:lnTo>
                <a:lnTo>
                  <a:pt x="49348" y="69806"/>
                </a:lnTo>
                <a:lnTo>
                  <a:pt x="48536" y="69972"/>
                </a:lnTo>
                <a:lnTo>
                  <a:pt x="51899" y="69093"/>
                </a:lnTo>
                <a:lnTo>
                  <a:pt x="51120" y="69342"/>
                </a:lnTo>
                <a:lnTo>
                  <a:pt x="54351" y="68149"/>
                </a:lnTo>
                <a:lnTo>
                  <a:pt x="53605" y="68480"/>
                </a:lnTo>
                <a:lnTo>
                  <a:pt x="56686" y="66990"/>
                </a:lnTo>
                <a:lnTo>
                  <a:pt x="55974" y="67371"/>
                </a:lnTo>
                <a:lnTo>
                  <a:pt x="58873" y="65615"/>
                </a:lnTo>
                <a:lnTo>
                  <a:pt x="58227" y="66062"/>
                </a:lnTo>
                <a:lnTo>
                  <a:pt x="60928" y="64024"/>
                </a:lnTo>
                <a:lnTo>
                  <a:pt x="60314" y="64538"/>
                </a:lnTo>
                <a:lnTo>
                  <a:pt x="62815" y="62269"/>
                </a:lnTo>
                <a:lnTo>
                  <a:pt x="62269" y="62816"/>
                </a:lnTo>
                <a:lnTo>
                  <a:pt x="64538" y="60314"/>
                </a:lnTo>
                <a:lnTo>
                  <a:pt x="64024" y="60927"/>
                </a:lnTo>
                <a:lnTo>
                  <a:pt x="66062" y="58227"/>
                </a:lnTo>
                <a:lnTo>
                  <a:pt x="65615" y="58890"/>
                </a:lnTo>
                <a:lnTo>
                  <a:pt x="67371" y="55974"/>
                </a:lnTo>
                <a:lnTo>
                  <a:pt x="66990" y="56686"/>
                </a:lnTo>
                <a:lnTo>
                  <a:pt x="68481" y="53605"/>
                </a:lnTo>
                <a:lnTo>
                  <a:pt x="68149" y="54351"/>
                </a:lnTo>
                <a:lnTo>
                  <a:pt x="69343" y="51120"/>
                </a:lnTo>
                <a:lnTo>
                  <a:pt x="69093" y="51899"/>
                </a:lnTo>
                <a:lnTo>
                  <a:pt x="69972" y="48536"/>
                </a:lnTo>
                <a:lnTo>
                  <a:pt x="69789" y="49348"/>
                </a:lnTo>
                <a:lnTo>
                  <a:pt x="70336" y="45853"/>
                </a:lnTo>
                <a:lnTo>
                  <a:pt x="70253" y="46681"/>
                </a:lnTo>
                <a:lnTo>
                  <a:pt x="70436" y="43086"/>
                </a:lnTo>
                <a:lnTo>
                  <a:pt x="70436" y="43914"/>
                </a:lnTo>
                <a:lnTo>
                  <a:pt x="70253" y="40320"/>
                </a:lnTo>
                <a:lnTo>
                  <a:pt x="70336" y="41148"/>
                </a:lnTo>
                <a:lnTo>
                  <a:pt x="69789" y="37653"/>
                </a:lnTo>
                <a:lnTo>
                  <a:pt x="69972" y="38464"/>
                </a:lnTo>
                <a:lnTo>
                  <a:pt x="69093" y="35102"/>
                </a:lnTo>
                <a:lnTo>
                  <a:pt x="69343" y="35880"/>
                </a:lnTo>
                <a:lnTo>
                  <a:pt x="68149" y="32650"/>
                </a:lnTo>
                <a:lnTo>
                  <a:pt x="68481" y="33396"/>
                </a:lnTo>
                <a:lnTo>
                  <a:pt x="66990" y="30314"/>
                </a:lnTo>
                <a:lnTo>
                  <a:pt x="67371" y="31026"/>
                </a:lnTo>
                <a:lnTo>
                  <a:pt x="65615" y="28128"/>
                </a:lnTo>
                <a:lnTo>
                  <a:pt x="66062" y="28774"/>
                </a:lnTo>
                <a:lnTo>
                  <a:pt x="64024" y="26074"/>
                </a:lnTo>
                <a:lnTo>
                  <a:pt x="64538" y="26687"/>
                </a:lnTo>
                <a:lnTo>
                  <a:pt x="62269" y="24185"/>
                </a:lnTo>
                <a:lnTo>
                  <a:pt x="62815" y="24732"/>
                </a:lnTo>
                <a:lnTo>
                  <a:pt x="60314" y="22462"/>
                </a:lnTo>
                <a:lnTo>
                  <a:pt x="60928" y="22976"/>
                </a:lnTo>
                <a:lnTo>
                  <a:pt x="58227" y="20939"/>
                </a:lnTo>
                <a:lnTo>
                  <a:pt x="58873" y="21386"/>
                </a:lnTo>
                <a:lnTo>
                  <a:pt x="55974" y="19630"/>
                </a:lnTo>
                <a:lnTo>
                  <a:pt x="56686" y="20011"/>
                </a:lnTo>
                <a:lnTo>
                  <a:pt x="53605" y="18520"/>
                </a:lnTo>
                <a:lnTo>
                  <a:pt x="54351" y="18851"/>
                </a:lnTo>
                <a:lnTo>
                  <a:pt x="51120" y="17659"/>
                </a:lnTo>
                <a:lnTo>
                  <a:pt x="51899" y="17907"/>
                </a:lnTo>
                <a:lnTo>
                  <a:pt x="48536" y="17029"/>
                </a:lnTo>
                <a:lnTo>
                  <a:pt x="49348" y="17195"/>
                </a:lnTo>
                <a:lnTo>
                  <a:pt x="45853" y="16665"/>
                </a:lnTo>
                <a:lnTo>
                  <a:pt x="46680" y="16748"/>
                </a:lnTo>
                <a:lnTo>
                  <a:pt x="43087" y="16565"/>
                </a:lnTo>
                <a:lnTo>
                  <a:pt x="43914" y="16565"/>
                </a:lnTo>
                <a:lnTo>
                  <a:pt x="40320" y="16748"/>
                </a:lnTo>
                <a:lnTo>
                  <a:pt x="41148" y="16665"/>
                </a:lnTo>
                <a:lnTo>
                  <a:pt x="37653" y="17195"/>
                </a:lnTo>
                <a:lnTo>
                  <a:pt x="38465" y="17029"/>
                </a:lnTo>
                <a:lnTo>
                  <a:pt x="35102" y="17907"/>
                </a:lnTo>
                <a:lnTo>
                  <a:pt x="35880" y="17659"/>
                </a:lnTo>
                <a:lnTo>
                  <a:pt x="32650" y="18851"/>
                </a:lnTo>
                <a:lnTo>
                  <a:pt x="33396" y="18520"/>
                </a:lnTo>
                <a:lnTo>
                  <a:pt x="30315" y="20011"/>
                </a:lnTo>
                <a:lnTo>
                  <a:pt x="31026" y="19630"/>
                </a:lnTo>
                <a:lnTo>
                  <a:pt x="28111" y="21386"/>
                </a:lnTo>
                <a:lnTo>
                  <a:pt x="28774" y="20939"/>
                </a:lnTo>
                <a:lnTo>
                  <a:pt x="26074" y="22976"/>
                </a:lnTo>
                <a:lnTo>
                  <a:pt x="26687" y="22462"/>
                </a:lnTo>
                <a:lnTo>
                  <a:pt x="24185" y="24732"/>
                </a:lnTo>
                <a:lnTo>
                  <a:pt x="24733" y="24185"/>
                </a:lnTo>
                <a:lnTo>
                  <a:pt x="22463" y="26687"/>
                </a:lnTo>
                <a:lnTo>
                  <a:pt x="22977" y="26074"/>
                </a:lnTo>
                <a:lnTo>
                  <a:pt x="20939" y="28774"/>
                </a:lnTo>
                <a:lnTo>
                  <a:pt x="21386" y="28128"/>
                </a:lnTo>
                <a:lnTo>
                  <a:pt x="19630" y="31026"/>
                </a:lnTo>
                <a:lnTo>
                  <a:pt x="20011" y="30314"/>
                </a:lnTo>
                <a:lnTo>
                  <a:pt x="18520" y="33396"/>
                </a:lnTo>
                <a:lnTo>
                  <a:pt x="18835" y="32650"/>
                </a:lnTo>
                <a:lnTo>
                  <a:pt x="17659" y="35880"/>
                </a:lnTo>
                <a:lnTo>
                  <a:pt x="17906" y="35102"/>
                </a:lnTo>
                <a:lnTo>
                  <a:pt x="17029" y="38464"/>
                </a:lnTo>
                <a:lnTo>
                  <a:pt x="17195" y="37653"/>
                </a:lnTo>
                <a:lnTo>
                  <a:pt x="16666" y="41148"/>
                </a:lnTo>
                <a:lnTo>
                  <a:pt x="16748" y="40320"/>
                </a:lnTo>
                <a:lnTo>
                  <a:pt x="16565" y="4391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3BD19F4F-6562-4CB2-B574-1AF60D52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637" y="2428237"/>
            <a:ext cx="70402" cy="70402"/>
          </a:xfrm>
          <a:custGeom xmlns:a="http://schemas.openxmlformats.org/drawingml/2006/main">
            <a:pathLst>
              <a:path w="70402" h="70402">
                <a:moveTo>
                  <a:pt x="331" y="35946"/>
                </a:moveTo>
                <a:cubicBezTo>
                  <a:pt x="0" y="15753"/>
                  <a:pt x="15753" y="0"/>
                  <a:pt x="35201" y="0"/>
                </a:cubicBezTo>
                <a:cubicBezTo>
                  <a:pt x="54649" y="0"/>
                  <a:pt x="70402" y="15753"/>
                  <a:pt x="70402" y="35201"/>
                </a:cubicBezTo>
                <a:cubicBezTo>
                  <a:pt x="70402" y="54649"/>
                  <a:pt x="54649" y="70402"/>
                  <a:pt x="35201" y="70402"/>
                </a:cubicBezTo>
                <a:cubicBezTo>
                  <a:pt x="15753" y="70402"/>
                  <a:pt x="0" y="54649"/>
                  <a:pt x="331" y="35946"/>
                </a:cubicBez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df-path-185">
            <a:extLst xmlns:a="http://schemas.openxmlformats.org/drawingml/2006/main">
              <a:ext uri="{FF2B5EF4-FFF2-40B4-BE49-F238E27FC236}">
                <a16:creationId xmlns:a16="http://schemas.microsoft.com/office/drawing/2014/main" id="{4D4B8F05-8AF0-4C04-A023-69B370EE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0337" y="2419937"/>
            <a:ext cx="87001" cy="87000"/>
          </a:xfrm>
          <a:custGeom xmlns:a="http://schemas.openxmlformats.org/drawingml/2006/main">
            <a:pathLst>
              <a:path w="87001" h="87000">
                <a:moveTo>
                  <a:pt x="233" y="39061"/>
                </a:moveTo>
                <a:lnTo>
                  <a:pt x="895" y="34737"/>
                </a:lnTo>
                <a:lnTo>
                  <a:pt x="1972" y="30580"/>
                </a:lnTo>
                <a:lnTo>
                  <a:pt x="3430" y="26571"/>
                </a:lnTo>
                <a:lnTo>
                  <a:pt x="5269" y="22761"/>
                </a:lnTo>
                <a:lnTo>
                  <a:pt x="7438" y="19182"/>
                </a:lnTo>
                <a:lnTo>
                  <a:pt x="9940" y="15836"/>
                </a:lnTo>
                <a:lnTo>
                  <a:pt x="12740" y="12739"/>
                </a:lnTo>
                <a:lnTo>
                  <a:pt x="15837" y="9940"/>
                </a:lnTo>
                <a:lnTo>
                  <a:pt x="19183" y="7438"/>
                </a:lnTo>
                <a:lnTo>
                  <a:pt x="22761" y="5268"/>
                </a:lnTo>
                <a:lnTo>
                  <a:pt x="26571" y="3429"/>
                </a:lnTo>
                <a:lnTo>
                  <a:pt x="30580" y="1955"/>
                </a:lnTo>
                <a:lnTo>
                  <a:pt x="34754" y="895"/>
                </a:lnTo>
                <a:lnTo>
                  <a:pt x="39061" y="232"/>
                </a:lnTo>
                <a:lnTo>
                  <a:pt x="43501" y="0"/>
                </a:lnTo>
                <a:lnTo>
                  <a:pt x="47940" y="232"/>
                </a:lnTo>
                <a:lnTo>
                  <a:pt x="52264" y="895"/>
                </a:lnTo>
                <a:lnTo>
                  <a:pt x="56421" y="1955"/>
                </a:lnTo>
                <a:lnTo>
                  <a:pt x="60430" y="3429"/>
                </a:lnTo>
                <a:lnTo>
                  <a:pt x="64241" y="5268"/>
                </a:lnTo>
                <a:lnTo>
                  <a:pt x="67819" y="7438"/>
                </a:lnTo>
                <a:lnTo>
                  <a:pt x="71165" y="9940"/>
                </a:lnTo>
                <a:lnTo>
                  <a:pt x="74262" y="12739"/>
                </a:lnTo>
                <a:lnTo>
                  <a:pt x="77062" y="15836"/>
                </a:lnTo>
                <a:lnTo>
                  <a:pt x="79563" y="19182"/>
                </a:lnTo>
                <a:lnTo>
                  <a:pt x="81733" y="22761"/>
                </a:lnTo>
                <a:lnTo>
                  <a:pt x="83572" y="26571"/>
                </a:lnTo>
                <a:lnTo>
                  <a:pt x="85047" y="30580"/>
                </a:lnTo>
                <a:lnTo>
                  <a:pt x="86106" y="34737"/>
                </a:lnTo>
                <a:lnTo>
                  <a:pt x="86770" y="39061"/>
                </a:lnTo>
                <a:lnTo>
                  <a:pt x="87001" y="43500"/>
                </a:lnTo>
                <a:lnTo>
                  <a:pt x="86770" y="47940"/>
                </a:lnTo>
                <a:lnTo>
                  <a:pt x="86106" y="52247"/>
                </a:lnTo>
                <a:lnTo>
                  <a:pt x="85047" y="56421"/>
                </a:lnTo>
                <a:lnTo>
                  <a:pt x="83572" y="60430"/>
                </a:lnTo>
                <a:lnTo>
                  <a:pt x="81733" y="64240"/>
                </a:lnTo>
                <a:lnTo>
                  <a:pt x="79563" y="67818"/>
                </a:lnTo>
                <a:lnTo>
                  <a:pt x="77062" y="71164"/>
                </a:lnTo>
                <a:lnTo>
                  <a:pt x="74262" y="74262"/>
                </a:lnTo>
                <a:lnTo>
                  <a:pt x="71165" y="77061"/>
                </a:lnTo>
                <a:lnTo>
                  <a:pt x="67819" y="79563"/>
                </a:lnTo>
                <a:lnTo>
                  <a:pt x="64241" y="81733"/>
                </a:lnTo>
                <a:lnTo>
                  <a:pt x="60430" y="83571"/>
                </a:lnTo>
                <a:lnTo>
                  <a:pt x="56421" y="85046"/>
                </a:lnTo>
                <a:lnTo>
                  <a:pt x="52264" y="86106"/>
                </a:lnTo>
                <a:lnTo>
                  <a:pt x="47940" y="86769"/>
                </a:lnTo>
                <a:lnTo>
                  <a:pt x="43501" y="87000"/>
                </a:lnTo>
                <a:lnTo>
                  <a:pt x="39061" y="86769"/>
                </a:lnTo>
                <a:lnTo>
                  <a:pt x="34754" y="86106"/>
                </a:lnTo>
                <a:lnTo>
                  <a:pt x="30580" y="85046"/>
                </a:lnTo>
                <a:lnTo>
                  <a:pt x="26571" y="83571"/>
                </a:lnTo>
                <a:lnTo>
                  <a:pt x="22761" y="81733"/>
                </a:lnTo>
                <a:lnTo>
                  <a:pt x="19183" y="79563"/>
                </a:lnTo>
                <a:lnTo>
                  <a:pt x="15837" y="77061"/>
                </a:lnTo>
                <a:lnTo>
                  <a:pt x="12740" y="74262"/>
                </a:lnTo>
                <a:lnTo>
                  <a:pt x="9940" y="71164"/>
                </a:lnTo>
                <a:lnTo>
                  <a:pt x="7438" y="67818"/>
                </a:lnTo>
                <a:lnTo>
                  <a:pt x="5269" y="64240"/>
                </a:lnTo>
                <a:lnTo>
                  <a:pt x="3430" y="60430"/>
                </a:lnTo>
                <a:lnTo>
                  <a:pt x="1972" y="56421"/>
                </a:lnTo>
                <a:lnTo>
                  <a:pt x="895" y="52247"/>
                </a:lnTo>
                <a:lnTo>
                  <a:pt x="233" y="47940"/>
                </a:lnTo>
                <a:lnTo>
                  <a:pt x="0" y="43500"/>
                </a:lnTo>
                <a:lnTo>
                  <a:pt x="233" y="39061"/>
                </a:lnTo>
                <a:moveTo>
                  <a:pt x="16565" y="43914"/>
                </a:moveTo>
                <a:lnTo>
                  <a:pt x="16565" y="43086"/>
                </a:lnTo>
                <a:lnTo>
                  <a:pt x="16748" y="46681"/>
                </a:lnTo>
                <a:lnTo>
                  <a:pt x="16666" y="45853"/>
                </a:lnTo>
                <a:lnTo>
                  <a:pt x="17195" y="49348"/>
                </a:lnTo>
                <a:lnTo>
                  <a:pt x="17029" y="48536"/>
                </a:lnTo>
                <a:lnTo>
                  <a:pt x="17908" y="51899"/>
                </a:lnTo>
                <a:lnTo>
                  <a:pt x="17660" y="51120"/>
                </a:lnTo>
                <a:lnTo>
                  <a:pt x="18851" y="54351"/>
                </a:lnTo>
                <a:lnTo>
                  <a:pt x="18520" y="53605"/>
                </a:lnTo>
                <a:lnTo>
                  <a:pt x="20011" y="56686"/>
                </a:lnTo>
                <a:lnTo>
                  <a:pt x="19630" y="55974"/>
                </a:lnTo>
                <a:lnTo>
                  <a:pt x="21386" y="58873"/>
                </a:lnTo>
                <a:lnTo>
                  <a:pt x="20939" y="58227"/>
                </a:lnTo>
                <a:lnTo>
                  <a:pt x="22977" y="60927"/>
                </a:lnTo>
                <a:lnTo>
                  <a:pt x="22463" y="60314"/>
                </a:lnTo>
                <a:lnTo>
                  <a:pt x="24733" y="62816"/>
                </a:lnTo>
                <a:lnTo>
                  <a:pt x="24186" y="62269"/>
                </a:lnTo>
                <a:lnTo>
                  <a:pt x="26687" y="64538"/>
                </a:lnTo>
                <a:lnTo>
                  <a:pt x="26074" y="64025"/>
                </a:lnTo>
                <a:lnTo>
                  <a:pt x="28774" y="66062"/>
                </a:lnTo>
                <a:lnTo>
                  <a:pt x="28112" y="65615"/>
                </a:lnTo>
                <a:lnTo>
                  <a:pt x="31027" y="67371"/>
                </a:lnTo>
                <a:lnTo>
                  <a:pt x="30315" y="66990"/>
                </a:lnTo>
                <a:lnTo>
                  <a:pt x="33397" y="68480"/>
                </a:lnTo>
                <a:lnTo>
                  <a:pt x="32650" y="68149"/>
                </a:lnTo>
                <a:lnTo>
                  <a:pt x="35881" y="69342"/>
                </a:lnTo>
                <a:lnTo>
                  <a:pt x="35102" y="69093"/>
                </a:lnTo>
                <a:lnTo>
                  <a:pt x="38465" y="69972"/>
                </a:lnTo>
                <a:lnTo>
                  <a:pt x="37653" y="69806"/>
                </a:lnTo>
                <a:lnTo>
                  <a:pt x="41148" y="70336"/>
                </a:lnTo>
                <a:lnTo>
                  <a:pt x="40321" y="70253"/>
                </a:lnTo>
                <a:lnTo>
                  <a:pt x="43914" y="70436"/>
                </a:lnTo>
                <a:lnTo>
                  <a:pt x="43087" y="70436"/>
                </a:lnTo>
                <a:lnTo>
                  <a:pt x="46682" y="70253"/>
                </a:lnTo>
                <a:lnTo>
                  <a:pt x="45853" y="70336"/>
                </a:lnTo>
                <a:lnTo>
                  <a:pt x="49348" y="69806"/>
                </a:lnTo>
                <a:lnTo>
                  <a:pt x="48537" y="69972"/>
                </a:lnTo>
                <a:lnTo>
                  <a:pt x="51899" y="69093"/>
                </a:lnTo>
                <a:lnTo>
                  <a:pt x="51121" y="69342"/>
                </a:lnTo>
                <a:lnTo>
                  <a:pt x="54351" y="68149"/>
                </a:lnTo>
                <a:lnTo>
                  <a:pt x="53605" y="68480"/>
                </a:lnTo>
                <a:lnTo>
                  <a:pt x="56686" y="66990"/>
                </a:lnTo>
                <a:lnTo>
                  <a:pt x="55974" y="67371"/>
                </a:lnTo>
                <a:lnTo>
                  <a:pt x="58891" y="65615"/>
                </a:lnTo>
                <a:lnTo>
                  <a:pt x="58227" y="66062"/>
                </a:lnTo>
                <a:lnTo>
                  <a:pt x="60928" y="64025"/>
                </a:lnTo>
                <a:lnTo>
                  <a:pt x="60315" y="64538"/>
                </a:lnTo>
                <a:lnTo>
                  <a:pt x="62817" y="62269"/>
                </a:lnTo>
                <a:lnTo>
                  <a:pt x="62269" y="62816"/>
                </a:lnTo>
                <a:lnTo>
                  <a:pt x="64538" y="60314"/>
                </a:lnTo>
                <a:lnTo>
                  <a:pt x="64025" y="60927"/>
                </a:lnTo>
                <a:lnTo>
                  <a:pt x="66063" y="58227"/>
                </a:lnTo>
                <a:lnTo>
                  <a:pt x="65615" y="58873"/>
                </a:lnTo>
                <a:lnTo>
                  <a:pt x="67371" y="55974"/>
                </a:lnTo>
                <a:lnTo>
                  <a:pt x="66990" y="56686"/>
                </a:lnTo>
                <a:lnTo>
                  <a:pt x="68481" y="53605"/>
                </a:lnTo>
                <a:lnTo>
                  <a:pt x="68150" y="54351"/>
                </a:lnTo>
                <a:lnTo>
                  <a:pt x="69343" y="51120"/>
                </a:lnTo>
                <a:lnTo>
                  <a:pt x="69094" y="51899"/>
                </a:lnTo>
                <a:lnTo>
                  <a:pt x="69972" y="48536"/>
                </a:lnTo>
                <a:lnTo>
                  <a:pt x="69807" y="49348"/>
                </a:lnTo>
                <a:lnTo>
                  <a:pt x="70336" y="45853"/>
                </a:lnTo>
                <a:lnTo>
                  <a:pt x="70253" y="46681"/>
                </a:lnTo>
                <a:lnTo>
                  <a:pt x="70436" y="43086"/>
                </a:lnTo>
                <a:lnTo>
                  <a:pt x="70436" y="43914"/>
                </a:lnTo>
                <a:lnTo>
                  <a:pt x="70253" y="40320"/>
                </a:lnTo>
                <a:lnTo>
                  <a:pt x="70336" y="41148"/>
                </a:lnTo>
                <a:lnTo>
                  <a:pt x="69807" y="37653"/>
                </a:lnTo>
                <a:lnTo>
                  <a:pt x="69972" y="38465"/>
                </a:lnTo>
                <a:lnTo>
                  <a:pt x="69094" y="35102"/>
                </a:lnTo>
                <a:lnTo>
                  <a:pt x="69343" y="35880"/>
                </a:lnTo>
                <a:lnTo>
                  <a:pt x="68150" y="32650"/>
                </a:lnTo>
                <a:lnTo>
                  <a:pt x="68481" y="33396"/>
                </a:lnTo>
                <a:lnTo>
                  <a:pt x="66990" y="30314"/>
                </a:lnTo>
                <a:lnTo>
                  <a:pt x="67371" y="31027"/>
                </a:lnTo>
                <a:lnTo>
                  <a:pt x="65615" y="28111"/>
                </a:lnTo>
                <a:lnTo>
                  <a:pt x="66063" y="28774"/>
                </a:lnTo>
                <a:lnTo>
                  <a:pt x="64025" y="26074"/>
                </a:lnTo>
                <a:lnTo>
                  <a:pt x="64538" y="26687"/>
                </a:lnTo>
                <a:lnTo>
                  <a:pt x="62269" y="24185"/>
                </a:lnTo>
                <a:lnTo>
                  <a:pt x="62817" y="24732"/>
                </a:lnTo>
                <a:lnTo>
                  <a:pt x="60315" y="22462"/>
                </a:lnTo>
                <a:lnTo>
                  <a:pt x="60928" y="22976"/>
                </a:lnTo>
                <a:lnTo>
                  <a:pt x="58227" y="20939"/>
                </a:lnTo>
                <a:lnTo>
                  <a:pt x="58891" y="21386"/>
                </a:lnTo>
                <a:lnTo>
                  <a:pt x="55974" y="19630"/>
                </a:lnTo>
                <a:lnTo>
                  <a:pt x="56686" y="20011"/>
                </a:lnTo>
                <a:lnTo>
                  <a:pt x="53605" y="18520"/>
                </a:lnTo>
                <a:lnTo>
                  <a:pt x="54351" y="18851"/>
                </a:lnTo>
                <a:lnTo>
                  <a:pt x="51121" y="17659"/>
                </a:lnTo>
                <a:lnTo>
                  <a:pt x="51899" y="17907"/>
                </a:lnTo>
                <a:lnTo>
                  <a:pt x="48537" y="17029"/>
                </a:lnTo>
                <a:lnTo>
                  <a:pt x="49348" y="17195"/>
                </a:lnTo>
                <a:lnTo>
                  <a:pt x="45853" y="16665"/>
                </a:lnTo>
                <a:lnTo>
                  <a:pt x="46682" y="16748"/>
                </a:lnTo>
                <a:lnTo>
                  <a:pt x="43087" y="16565"/>
                </a:lnTo>
                <a:lnTo>
                  <a:pt x="43914" y="16565"/>
                </a:lnTo>
                <a:lnTo>
                  <a:pt x="40321" y="16748"/>
                </a:lnTo>
                <a:lnTo>
                  <a:pt x="41148" y="16665"/>
                </a:lnTo>
                <a:lnTo>
                  <a:pt x="37653" y="17195"/>
                </a:lnTo>
                <a:lnTo>
                  <a:pt x="38465" y="17029"/>
                </a:lnTo>
                <a:lnTo>
                  <a:pt x="35102" y="17907"/>
                </a:lnTo>
                <a:lnTo>
                  <a:pt x="35881" y="17659"/>
                </a:lnTo>
                <a:lnTo>
                  <a:pt x="32650" y="18851"/>
                </a:lnTo>
                <a:lnTo>
                  <a:pt x="33397" y="18520"/>
                </a:lnTo>
                <a:lnTo>
                  <a:pt x="30315" y="20011"/>
                </a:lnTo>
                <a:lnTo>
                  <a:pt x="31027" y="19630"/>
                </a:lnTo>
                <a:lnTo>
                  <a:pt x="28112" y="21386"/>
                </a:lnTo>
                <a:lnTo>
                  <a:pt x="28774" y="20939"/>
                </a:lnTo>
                <a:lnTo>
                  <a:pt x="26074" y="22976"/>
                </a:lnTo>
                <a:lnTo>
                  <a:pt x="26687" y="22462"/>
                </a:lnTo>
                <a:lnTo>
                  <a:pt x="24186" y="24732"/>
                </a:lnTo>
                <a:lnTo>
                  <a:pt x="24733" y="24185"/>
                </a:lnTo>
                <a:lnTo>
                  <a:pt x="22463" y="26687"/>
                </a:lnTo>
                <a:lnTo>
                  <a:pt x="22977" y="26074"/>
                </a:lnTo>
                <a:lnTo>
                  <a:pt x="20939" y="28774"/>
                </a:lnTo>
                <a:lnTo>
                  <a:pt x="21386" y="28111"/>
                </a:lnTo>
                <a:lnTo>
                  <a:pt x="19630" y="31027"/>
                </a:lnTo>
                <a:lnTo>
                  <a:pt x="20011" y="30314"/>
                </a:lnTo>
                <a:lnTo>
                  <a:pt x="18520" y="33396"/>
                </a:lnTo>
                <a:lnTo>
                  <a:pt x="18851" y="32650"/>
                </a:lnTo>
                <a:lnTo>
                  <a:pt x="17660" y="35880"/>
                </a:lnTo>
                <a:lnTo>
                  <a:pt x="17908" y="35102"/>
                </a:lnTo>
                <a:lnTo>
                  <a:pt x="17029" y="38465"/>
                </a:lnTo>
                <a:lnTo>
                  <a:pt x="17195" y="37653"/>
                </a:lnTo>
                <a:lnTo>
                  <a:pt x="16666" y="41148"/>
                </a:lnTo>
                <a:lnTo>
                  <a:pt x="16748" y="40320"/>
                </a:lnTo>
                <a:lnTo>
                  <a:pt x="16565" y="4391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18B9FA8F-806A-4433-BD46-35A2159C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8542" y="2635302"/>
            <a:ext cx="70899" cy="70402"/>
          </a:xfrm>
          <a:custGeom xmlns:a="http://schemas.openxmlformats.org/drawingml/2006/main">
            <a:pathLst>
              <a:path w="70899" h="70402">
                <a:moveTo>
                  <a:pt x="0" y="35615"/>
                </a:moveTo>
                <a:cubicBezTo>
                  <a:pt x="497" y="15754"/>
                  <a:pt x="16250" y="0"/>
                  <a:pt x="35699" y="0"/>
                </a:cubicBezTo>
                <a:cubicBezTo>
                  <a:pt x="55146" y="0"/>
                  <a:pt x="70899" y="15754"/>
                  <a:pt x="70899" y="35202"/>
                </a:cubicBezTo>
                <a:cubicBezTo>
                  <a:pt x="70899" y="54649"/>
                  <a:pt x="55146" y="70402"/>
                  <a:pt x="35699" y="70402"/>
                </a:cubicBezTo>
                <a:cubicBezTo>
                  <a:pt x="16250" y="70402"/>
                  <a:pt x="497" y="54649"/>
                  <a:pt x="0" y="35615"/>
                </a:cubicBez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df-path-187">
            <a:extLst xmlns:a="http://schemas.openxmlformats.org/drawingml/2006/main">
              <a:ext uri="{FF2B5EF4-FFF2-40B4-BE49-F238E27FC236}">
                <a16:creationId xmlns:a16="http://schemas.microsoft.com/office/drawing/2014/main" id="{71AC7B53-563E-42EF-9C46-5354BCD5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0740" y="2628063"/>
            <a:ext cx="87001" cy="85940"/>
          </a:xfrm>
          <a:custGeom xmlns:a="http://schemas.openxmlformats.org/drawingml/2006/main">
            <a:pathLst>
              <a:path w="87001" h="85940">
                <a:moveTo>
                  <a:pt x="215" y="46449"/>
                </a:moveTo>
                <a:lnTo>
                  <a:pt x="0" y="42440"/>
                </a:lnTo>
                <a:lnTo>
                  <a:pt x="232" y="38001"/>
                </a:lnTo>
                <a:lnTo>
                  <a:pt x="895" y="33694"/>
                </a:lnTo>
                <a:lnTo>
                  <a:pt x="1972" y="29519"/>
                </a:lnTo>
                <a:lnTo>
                  <a:pt x="2916" y="26935"/>
                </a:lnTo>
                <a:lnTo>
                  <a:pt x="18471" y="32617"/>
                </a:lnTo>
                <a:lnTo>
                  <a:pt x="17659" y="34820"/>
                </a:lnTo>
                <a:lnTo>
                  <a:pt x="17907" y="34042"/>
                </a:lnTo>
                <a:lnTo>
                  <a:pt x="17029" y="37404"/>
                </a:lnTo>
                <a:lnTo>
                  <a:pt x="17195" y="36593"/>
                </a:lnTo>
                <a:lnTo>
                  <a:pt x="16666" y="40088"/>
                </a:lnTo>
                <a:lnTo>
                  <a:pt x="16748" y="39260"/>
                </a:lnTo>
                <a:lnTo>
                  <a:pt x="16565" y="42854"/>
                </a:lnTo>
                <a:lnTo>
                  <a:pt x="16565" y="42026"/>
                </a:lnTo>
                <a:lnTo>
                  <a:pt x="16748" y="45621"/>
                </a:lnTo>
                <a:lnTo>
                  <a:pt x="215" y="46449"/>
                </a:lnTo>
                <a:moveTo>
                  <a:pt x="14429" y="10154"/>
                </a:moveTo>
                <a:lnTo>
                  <a:pt x="15837" y="8879"/>
                </a:lnTo>
                <a:lnTo>
                  <a:pt x="19182" y="6378"/>
                </a:lnTo>
                <a:lnTo>
                  <a:pt x="22761" y="4208"/>
                </a:lnTo>
                <a:lnTo>
                  <a:pt x="26570" y="2368"/>
                </a:lnTo>
                <a:lnTo>
                  <a:pt x="30579" y="895"/>
                </a:lnTo>
                <a:lnTo>
                  <a:pt x="32369" y="447"/>
                </a:lnTo>
                <a:lnTo>
                  <a:pt x="36493" y="16482"/>
                </a:lnTo>
                <a:lnTo>
                  <a:pt x="35102" y="16847"/>
                </a:lnTo>
                <a:lnTo>
                  <a:pt x="35880" y="16598"/>
                </a:lnTo>
                <a:lnTo>
                  <a:pt x="32650" y="17791"/>
                </a:lnTo>
                <a:lnTo>
                  <a:pt x="33397" y="17460"/>
                </a:lnTo>
                <a:lnTo>
                  <a:pt x="30315" y="18951"/>
                </a:lnTo>
                <a:lnTo>
                  <a:pt x="31027" y="18569"/>
                </a:lnTo>
                <a:lnTo>
                  <a:pt x="28111" y="20326"/>
                </a:lnTo>
                <a:lnTo>
                  <a:pt x="28774" y="19878"/>
                </a:lnTo>
                <a:lnTo>
                  <a:pt x="26074" y="21916"/>
                </a:lnTo>
                <a:lnTo>
                  <a:pt x="26687" y="21402"/>
                </a:lnTo>
                <a:lnTo>
                  <a:pt x="25577" y="22413"/>
                </a:lnTo>
                <a:lnTo>
                  <a:pt x="14429" y="10154"/>
                </a:lnTo>
                <a:moveTo>
                  <a:pt x="52894" y="0"/>
                </a:moveTo>
                <a:lnTo>
                  <a:pt x="56421" y="895"/>
                </a:lnTo>
                <a:lnTo>
                  <a:pt x="60430" y="2368"/>
                </a:lnTo>
                <a:lnTo>
                  <a:pt x="64241" y="4208"/>
                </a:lnTo>
                <a:lnTo>
                  <a:pt x="67819" y="6378"/>
                </a:lnTo>
                <a:lnTo>
                  <a:pt x="70601" y="8448"/>
                </a:lnTo>
                <a:lnTo>
                  <a:pt x="60678" y="21717"/>
                </a:lnTo>
                <a:lnTo>
                  <a:pt x="58227" y="19878"/>
                </a:lnTo>
                <a:lnTo>
                  <a:pt x="58890" y="20326"/>
                </a:lnTo>
                <a:lnTo>
                  <a:pt x="55974" y="18569"/>
                </a:lnTo>
                <a:lnTo>
                  <a:pt x="56686" y="18951"/>
                </a:lnTo>
                <a:lnTo>
                  <a:pt x="53605" y="17460"/>
                </a:lnTo>
                <a:lnTo>
                  <a:pt x="54351" y="17791"/>
                </a:lnTo>
                <a:lnTo>
                  <a:pt x="51120" y="16598"/>
                </a:lnTo>
                <a:lnTo>
                  <a:pt x="51899" y="16847"/>
                </a:lnTo>
                <a:lnTo>
                  <a:pt x="48768" y="16035"/>
                </a:lnTo>
                <a:lnTo>
                  <a:pt x="52894" y="0"/>
                </a:lnTo>
                <a:moveTo>
                  <a:pt x="83091" y="24517"/>
                </a:moveTo>
                <a:lnTo>
                  <a:pt x="83572" y="25511"/>
                </a:lnTo>
                <a:lnTo>
                  <a:pt x="85047" y="29519"/>
                </a:lnTo>
                <a:lnTo>
                  <a:pt x="86106" y="33694"/>
                </a:lnTo>
                <a:lnTo>
                  <a:pt x="86769" y="38001"/>
                </a:lnTo>
                <a:lnTo>
                  <a:pt x="87001" y="42440"/>
                </a:lnTo>
                <a:lnTo>
                  <a:pt x="86884" y="44643"/>
                </a:lnTo>
                <a:lnTo>
                  <a:pt x="70336" y="43815"/>
                </a:lnTo>
                <a:lnTo>
                  <a:pt x="70436" y="42026"/>
                </a:lnTo>
                <a:lnTo>
                  <a:pt x="70436" y="42854"/>
                </a:lnTo>
                <a:lnTo>
                  <a:pt x="70253" y="39260"/>
                </a:lnTo>
                <a:lnTo>
                  <a:pt x="70336" y="40088"/>
                </a:lnTo>
                <a:lnTo>
                  <a:pt x="69807" y="36593"/>
                </a:lnTo>
                <a:lnTo>
                  <a:pt x="69972" y="37404"/>
                </a:lnTo>
                <a:lnTo>
                  <a:pt x="69093" y="34042"/>
                </a:lnTo>
                <a:lnTo>
                  <a:pt x="69342" y="34820"/>
                </a:lnTo>
                <a:lnTo>
                  <a:pt x="68149" y="31590"/>
                </a:lnTo>
                <a:lnTo>
                  <a:pt x="68481" y="32335"/>
                </a:lnTo>
                <a:lnTo>
                  <a:pt x="68166" y="31706"/>
                </a:lnTo>
                <a:lnTo>
                  <a:pt x="83091" y="24517"/>
                </a:lnTo>
                <a:moveTo>
                  <a:pt x="81071" y="64273"/>
                </a:moveTo>
                <a:lnTo>
                  <a:pt x="79563" y="66758"/>
                </a:lnTo>
                <a:lnTo>
                  <a:pt x="77062" y="70104"/>
                </a:lnTo>
                <a:lnTo>
                  <a:pt x="74262" y="73202"/>
                </a:lnTo>
                <a:lnTo>
                  <a:pt x="71165" y="76001"/>
                </a:lnTo>
                <a:lnTo>
                  <a:pt x="67819" y="78503"/>
                </a:lnTo>
                <a:lnTo>
                  <a:pt x="67039" y="78983"/>
                </a:lnTo>
                <a:lnTo>
                  <a:pt x="58442" y="64820"/>
                </a:lnTo>
                <a:lnTo>
                  <a:pt x="58890" y="64554"/>
                </a:lnTo>
                <a:lnTo>
                  <a:pt x="58227" y="65002"/>
                </a:lnTo>
                <a:lnTo>
                  <a:pt x="60928" y="62964"/>
                </a:lnTo>
                <a:lnTo>
                  <a:pt x="60315" y="63478"/>
                </a:lnTo>
                <a:lnTo>
                  <a:pt x="62816" y="61208"/>
                </a:lnTo>
                <a:lnTo>
                  <a:pt x="62269" y="61755"/>
                </a:lnTo>
                <a:lnTo>
                  <a:pt x="64538" y="59254"/>
                </a:lnTo>
                <a:lnTo>
                  <a:pt x="64025" y="59867"/>
                </a:lnTo>
                <a:lnTo>
                  <a:pt x="66062" y="57167"/>
                </a:lnTo>
                <a:lnTo>
                  <a:pt x="65615" y="57829"/>
                </a:lnTo>
                <a:lnTo>
                  <a:pt x="66924" y="55675"/>
                </a:lnTo>
                <a:lnTo>
                  <a:pt x="81071" y="64273"/>
                </a:lnTo>
                <a:moveTo>
                  <a:pt x="48537" y="85626"/>
                </a:moveTo>
                <a:lnTo>
                  <a:pt x="47940" y="85708"/>
                </a:lnTo>
                <a:lnTo>
                  <a:pt x="43501" y="85940"/>
                </a:lnTo>
                <a:lnTo>
                  <a:pt x="39061" y="85708"/>
                </a:lnTo>
                <a:lnTo>
                  <a:pt x="34754" y="85046"/>
                </a:lnTo>
                <a:lnTo>
                  <a:pt x="30579" y="83986"/>
                </a:lnTo>
                <a:lnTo>
                  <a:pt x="28161" y="83091"/>
                </a:lnTo>
                <a:lnTo>
                  <a:pt x="33860" y="67536"/>
                </a:lnTo>
                <a:lnTo>
                  <a:pt x="35880" y="68282"/>
                </a:lnTo>
                <a:lnTo>
                  <a:pt x="35102" y="68033"/>
                </a:lnTo>
                <a:lnTo>
                  <a:pt x="38465" y="68911"/>
                </a:lnTo>
                <a:lnTo>
                  <a:pt x="37653" y="68746"/>
                </a:lnTo>
                <a:lnTo>
                  <a:pt x="41148" y="69276"/>
                </a:lnTo>
                <a:lnTo>
                  <a:pt x="40320" y="69193"/>
                </a:lnTo>
                <a:lnTo>
                  <a:pt x="43914" y="69375"/>
                </a:lnTo>
                <a:lnTo>
                  <a:pt x="43087" y="69375"/>
                </a:lnTo>
                <a:lnTo>
                  <a:pt x="46681" y="69193"/>
                </a:lnTo>
                <a:lnTo>
                  <a:pt x="45853" y="69276"/>
                </a:lnTo>
                <a:lnTo>
                  <a:pt x="46267" y="69209"/>
                </a:lnTo>
                <a:lnTo>
                  <a:pt x="46036" y="69243"/>
                </a:lnTo>
                <a:lnTo>
                  <a:pt x="48537" y="85626"/>
                </a:lnTo>
                <a:moveTo>
                  <a:pt x="11330" y="71645"/>
                </a:moveTo>
                <a:lnTo>
                  <a:pt x="9940" y="70104"/>
                </a:lnTo>
                <a:lnTo>
                  <a:pt x="7438" y="66758"/>
                </a:lnTo>
                <a:lnTo>
                  <a:pt x="5269" y="63180"/>
                </a:lnTo>
                <a:lnTo>
                  <a:pt x="3430" y="59370"/>
                </a:lnTo>
                <a:lnTo>
                  <a:pt x="1972" y="55361"/>
                </a:lnTo>
                <a:lnTo>
                  <a:pt x="1557" y="53754"/>
                </a:lnTo>
                <a:lnTo>
                  <a:pt x="17593" y="49630"/>
                </a:lnTo>
                <a:lnTo>
                  <a:pt x="17907" y="50839"/>
                </a:lnTo>
                <a:lnTo>
                  <a:pt x="17659" y="50060"/>
                </a:lnTo>
                <a:lnTo>
                  <a:pt x="18851" y="53290"/>
                </a:lnTo>
                <a:lnTo>
                  <a:pt x="18520" y="52545"/>
                </a:lnTo>
                <a:lnTo>
                  <a:pt x="20011" y="55626"/>
                </a:lnTo>
                <a:lnTo>
                  <a:pt x="19630" y="54914"/>
                </a:lnTo>
                <a:lnTo>
                  <a:pt x="21386" y="57829"/>
                </a:lnTo>
                <a:lnTo>
                  <a:pt x="20939" y="57167"/>
                </a:lnTo>
                <a:lnTo>
                  <a:pt x="22977" y="59867"/>
                </a:lnTo>
                <a:lnTo>
                  <a:pt x="22463" y="59254"/>
                </a:lnTo>
                <a:lnTo>
                  <a:pt x="23589" y="60496"/>
                </a:lnTo>
                <a:lnTo>
                  <a:pt x="11330" y="7164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ACDC9F7D-7445-47B6-9138-84EBE857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7983" y="2564900"/>
            <a:ext cx="70402" cy="70402"/>
          </a:xfrm>
          <a:custGeom xmlns:a="http://schemas.openxmlformats.org/drawingml/2006/main">
            <a:pathLst>
              <a:path w="70402" h="70402">
                <a:moveTo>
                  <a:pt x="496" y="34456"/>
                </a:moveTo>
                <a:cubicBezTo>
                  <a:pt x="0" y="15754"/>
                  <a:pt x="15753" y="0"/>
                  <a:pt x="35202" y="0"/>
                </a:cubicBezTo>
                <a:cubicBezTo>
                  <a:pt x="54648" y="0"/>
                  <a:pt x="70402" y="15754"/>
                  <a:pt x="70402" y="35201"/>
                </a:cubicBezTo>
                <a:cubicBezTo>
                  <a:pt x="70402" y="54649"/>
                  <a:pt x="54648" y="70402"/>
                  <a:pt x="35202" y="70402"/>
                </a:cubicBezTo>
                <a:cubicBezTo>
                  <a:pt x="15753" y="70402"/>
                  <a:pt x="0" y="54649"/>
                  <a:pt x="496" y="34456"/>
                </a:cubicBez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df-path-189">
            <a:extLst xmlns:a="http://schemas.openxmlformats.org/drawingml/2006/main">
              <a:ext uri="{FF2B5EF4-FFF2-40B4-BE49-F238E27FC236}">
                <a16:creationId xmlns:a16="http://schemas.microsoft.com/office/drawing/2014/main" id="{37572235-8CB9-4CC8-B882-2CB76F61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9683" y="2556600"/>
            <a:ext cx="87000" cy="87000"/>
          </a:xfrm>
          <a:custGeom xmlns:a="http://schemas.openxmlformats.org/drawingml/2006/main">
            <a:pathLst>
              <a:path w="87000" h="87000">
                <a:moveTo>
                  <a:pt x="232" y="39061"/>
                </a:moveTo>
                <a:lnTo>
                  <a:pt x="895" y="34737"/>
                </a:lnTo>
                <a:lnTo>
                  <a:pt x="1955" y="30579"/>
                </a:lnTo>
                <a:lnTo>
                  <a:pt x="3429" y="26571"/>
                </a:lnTo>
                <a:lnTo>
                  <a:pt x="5251" y="22761"/>
                </a:lnTo>
                <a:lnTo>
                  <a:pt x="7438" y="19183"/>
                </a:lnTo>
                <a:lnTo>
                  <a:pt x="9940" y="15837"/>
                </a:lnTo>
                <a:lnTo>
                  <a:pt x="12739" y="12738"/>
                </a:lnTo>
                <a:lnTo>
                  <a:pt x="15836" y="9939"/>
                </a:lnTo>
                <a:lnTo>
                  <a:pt x="19182" y="7438"/>
                </a:lnTo>
                <a:lnTo>
                  <a:pt x="22760" y="5268"/>
                </a:lnTo>
                <a:lnTo>
                  <a:pt x="26570" y="3429"/>
                </a:lnTo>
                <a:lnTo>
                  <a:pt x="30579" y="1955"/>
                </a:lnTo>
                <a:lnTo>
                  <a:pt x="34737" y="894"/>
                </a:lnTo>
                <a:lnTo>
                  <a:pt x="39061" y="232"/>
                </a:lnTo>
                <a:lnTo>
                  <a:pt x="43501" y="0"/>
                </a:lnTo>
                <a:lnTo>
                  <a:pt x="47940" y="232"/>
                </a:lnTo>
                <a:lnTo>
                  <a:pt x="52247" y="894"/>
                </a:lnTo>
                <a:lnTo>
                  <a:pt x="56421" y="1955"/>
                </a:lnTo>
                <a:lnTo>
                  <a:pt x="60430" y="3429"/>
                </a:lnTo>
                <a:lnTo>
                  <a:pt x="64240" y="5268"/>
                </a:lnTo>
                <a:lnTo>
                  <a:pt x="67818" y="7438"/>
                </a:lnTo>
                <a:lnTo>
                  <a:pt x="71164" y="9939"/>
                </a:lnTo>
                <a:lnTo>
                  <a:pt x="74262" y="12738"/>
                </a:lnTo>
                <a:lnTo>
                  <a:pt x="77061" y="15837"/>
                </a:lnTo>
                <a:lnTo>
                  <a:pt x="79563" y="19183"/>
                </a:lnTo>
                <a:lnTo>
                  <a:pt x="81733" y="22761"/>
                </a:lnTo>
                <a:lnTo>
                  <a:pt x="83571" y="26571"/>
                </a:lnTo>
                <a:lnTo>
                  <a:pt x="85029" y="30579"/>
                </a:lnTo>
                <a:lnTo>
                  <a:pt x="86105" y="34737"/>
                </a:lnTo>
                <a:lnTo>
                  <a:pt x="86769" y="39061"/>
                </a:lnTo>
                <a:lnTo>
                  <a:pt x="87000" y="43500"/>
                </a:lnTo>
                <a:lnTo>
                  <a:pt x="86769" y="47940"/>
                </a:lnTo>
                <a:lnTo>
                  <a:pt x="86105" y="52247"/>
                </a:lnTo>
                <a:lnTo>
                  <a:pt x="85029" y="56421"/>
                </a:lnTo>
                <a:lnTo>
                  <a:pt x="83571" y="60430"/>
                </a:lnTo>
                <a:lnTo>
                  <a:pt x="81733" y="64240"/>
                </a:lnTo>
                <a:lnTo>
                  <a:pt x="79563" y="67818"/>
                </a:lnTo>
                <a:lnTo>
                  <a:pt x="77061" y="71164"/>
                </a:lnTo>
                <a:lnTo>
                  <a:pt x="74262" y="74262"/>
                </a:lnTo>
                <a:lnTo>
                  <a:pt x="71164" y="77062"/>
                </a:lnTo>
                <a:lnTo>
                  <a:pt x="67818" y="79563"/>
                </a:lnTo>
                <a:lnTo>
                  <a:pt x="64240" y="81733"/>
                </a:lnTo>
                <a:lnTo>
                  <a:pt x="60430" y="83571"/>
                </a:lnTo>
                <a:lnTo>
                  <a:pt x="56421" y="85046"/>
                </a:lnTo>
                <a:lnTo>
                  <a:pt x="52247" y="86106"/>
                </a:lnTo>
                <a:lnTo>
                  <a:pt x="47940" y="86768"/>
                </a:lnTo>
                <a:lnTo>
                  <a:pt x="43501" y="87000"/>
                </a:lnTo>
                <a:lnTo>
                  <a:pt x="39061" y="86768"/>
                </a:lnTo>
                <a:lnTo>
                  <a:pt x="34737" y="86106"/>
                </a:lnTo>
                <a:lnTo>
                  <a:pt x="30579" y="85046"/>
                </a:lnTo>
                <a:lnTo>
                  <a:pt x="26570" y="83571"/>
                </a:lnTo>
                <a:lnTo>
                  <a:pt x="22760" y="81733"/>
                </a:lnTo>
                <a:lnTo>
                  <a:pt x="19182" y="79563"/>
                </a:lnTo>
                <a:lnTo>
                  <a:pt x="15836" y="77062"/>
                </a:lnTo>
                <a:lnTo>
                  <a:pt x="12739" y="74262"/>
                </a:lnTo>
                <a:lnTo>
                  <a:pt x="9940" y="71164"/>
                </a:lnTo>
                <a:lnTo>
                  <a:pt x="7438" y="67818"/>
                </a:lnTo>
                <a:lnTo>
                  <a:pt x="5251" y="64240"/>
                </a:lnTo>
                <a:lnTo>
                  <a:pt x="3429" y="60430"/>
                </a:lnTo>
                <a:lnTo>
                  <a:pt x="1955" y="56421"/>
                </a:lnTo>
                <a:lnTo>
                  <a:pt x="895" y="52247"/>
                </a:lnTo>
                <a:lnTo>
                  <a:pt x="232" y="47940"/>
                </a:lnTo>
                <a:lnTo>
                  <a:pt x="0" y="43500"/>
                </a:lnTo>
                <a:lnTo>
                  <a:pt x="232" y="39061"/>
                </a:lnTo>
                <a:moveTo>
                  <a:pt x="16564" y="43915"/>
                </a:moveTo>
                <a:lnTo>
                  <a:pt x="16564" y="43086"/>
                </a:lnTo>
                <a:lnTo>
                  <a:pt x="16747" y="46681"/>
                </a:lnTo>
                <a:lnTo>
                  <a:pt x="16665" y="45852"/>
                </a:lnTo>
                <a:lnTo>
                  <a:pt x="17195" y="49348"/>
                </a:lnTo>
                <a:lnTo>
                  <a:pt x="17029" y="48536"/>
                </a:lnTo>
                <a:lnTo>
                  <a:pt x="17906" y="51899"/>
                </a:lnTo>
                <a:lnTo>
                  <a:pt x="17659" y="51120"/>
                </a:lnTo>
                <a:lnTo>
                  <a:pt x="18834" y="54350"/>
                </a:lnTo>
                <a:lnTo>
                  <a:pt x="18520" y="53605"/>
                </a:lnTo>
                <a:lnTo>
                  <a:pt x="20011" y="56686"/>
                </a:lnTo>
                <a:lnTo>
                  <a:pt x="19630" y="55974"/>
                </a:lnTo>
                <a:lnTo>
                  <a:pt x="21386" y="58873"/>
                </a:lnTo>
                <a:lnTo>
                  <a:pt x="20939" y="58227"/>
                </a:lnTo>
                <a:lnTo>
                  <a:pt x="22976" y="60927"/>
                </a:lnTo>
                <a:lnTo>
                  <a:pt x="22462" y="60314"/>
                </a:lnTo>
                <a:lnTo>
                  <a:pt x="24732" y="62815"/>
                </a:lnTo>
                <a:lnTo>
                  <a:pt x="24185" y="62268"/>
                </a:lnTo>
                <a:lnTo>
                  <a:pt x="26686" y="64538"/>
                </a:lnTo>
                <a:lnTo>
                  <a:pt x="26074" y="64025"/>
                </a:lnTo>
                <a:lnTo>
                  <a:pt x="28773" y="66062"/>
                </a:lnTo>
                <a:lnTo>
                  <a:pt x="28111" y="65614"/>
                </a:lnTo>
                <a:lnTo>
                  <a:pt x="31026" y="67371"/>
                </a:lnTo>
                <a:lnTo>
                  <a:pt x="30314" y="66990"/>
                </a:lnTo>
                <a:lnTo>
                  <a:pt x="33395" y="68481"/>
                </a:lnTo>
                <a:lnTo>
                  <a:pt x="32650" y="68149"/>
                </a:lnTo>
                <a:lnTo>
                  <a:pt x="35880" y="69342"/>
                </a:lnTo>
                <a:lnTo>
                  <a:pt x="35101" y="69093"/>
                </a:lnTo>
                <a:lnTo>
                  <a:pt x="38464" y="69971"/>
                </a:lnTo>
                <a:lnTo>
                  <a:pt x="37652" y="69806"/>
                </a:lnTo>
                <a:lnTo>
                  <a:pt x="41148" y="70336"/>
                </a:lnTo>
                <a:lnTo>
                  <a:pt x="40320" y="70253"/>
                </a:lnTo>
                <a:lnTo>
                  <a:pt x="43914" y="70435"/>
                </a:lnTo>
                <a:lnTo>
                  <a:pt x="43086" y="70435"/>
                </a:lnTo>
                <a:lnTo>
                  <a:pt x="46680" y="70253"/>
                </a:lnTo>
                <a:lnTo>
                  <a:pt x="45852" y="70336"/>
                </a:lnTo>
                <a:lnTo>
                  <a:pt x="49347" y="69806"/>
                </a:lnTo>
                <a:lnTo>
                  <a:pt x="48535" y="69971"/>
                </a:lnTo>
                <a:lnTo>
                  <a:pt x="51899" y="69093"/>
                </a:lnTo>
                <a:lnTo>
                  <a:pt x="51120" y="69342"/>
                </a:lnTo>
                <a:lnTo>
                  <a:pt x="54350" y="68149"/>
                </a:lnTo>
                <a:lnTo>
                  <a:pt x="53605" y="68481"/>
                </a:lnTo>
                <a:lnTo>
                  <a:pt x="56686" y="66990"/>
                </a:lnTo>
                <a:lnTo>
                  <a:pt x="55974" y="67371"/>
                </a:lnTo>
                <a:lnTo>
                  <a:pt x="58872" y="65614"/>
                </a:lnTo>
                <a:lnTo>
                  <a:pt x="58227" y="66062"/>
                </a:lnTo>
                <a:lnTo>
                  <a:pt x="60927" y="64025"/>
                </a:lnTo>
                <a:lnTo>
                  <a:pt x="60314" y="64538"/>
                </a:lnTo>
                <a:lnTo>
                  <a:pt x="62815" y="62268"/>
                </a:lnTo>
                <a:lnTo>
                  <a:pt x="62269" y="62815"/>
                </a:lnTo>
                <a:lnTo>
                  <a:pt x="64538" y="60314"/>
                </a:lnTo>
                <a:lnTo>
                  <a:pt x="64024" y="60927"/>
                </a:lnTo>
                <a:lnTo>
                  <a:pt x="66062" y="58227"/>
                </a:lnTo>
                <a:lnTo>
                  <a:pt x="65614" y="58873"/>
                </a:lnTo>
                <a:lnTo>
                  <a:pt x="67370" y="55974"/>
                </a:lnTo>
                <a:lnTo>
                  <a:pt x="66989" y="56686"/>
                </a:lnTo>
                <a:lnTo>
                  <a:pt x="68480" y="53605"/>
                </a:lnTo>
                <a:lnTo>
                  <a:pt x="68149" y="54350"/>
                </a:lnTo>
                <a:lnTo>
                  <a:pt x="69342" y="51120"/>
                </a:lnTo>
                <a:lnTo>
                  <a:pt x="69093" y="51899"/>
                </a:lnTo>
                <a:lnTo>
                  <a:pt x="69971" y="48536"/>
                </a:lnTo>
                <a:lnTo>
                  <a:pt x="69789" y="49348"/>
                </a:lnTo>
                <a:lnTo>
                  <a:pt x="70336" y="45852"/>
                </a:lnTo>
                <a:lnTo>
                  <a:pt x="70253" y="46681"/>
                </a:lnTo>
                <a:lnTo>
                  <a:pt x="70436" y="43086"/>
                </a:lnTo>
                <a:lnTo>
                  <a:pt x="70436" y="43915"/>
                </a:lnTo>
                <a:lnTo>
                  <a:pt x="70253" y="40320"/>
                </a:lnTo>
                <a:lnTo>
                  <a:pt x="70336" y="41148"/>
                </a:lnTo>
                <a:lnTo>
                  <a:pt x="69789" y="37653"/>
                </a:lnTo>
                <a:lnTo>
                  <a:pt x="69971" y="38464"/>
                </a:lnTo>
                <a:lnTo>
                  <a:pt x="69093" y="35102"/>
                </a:lnTo>
                <a:lnTo>
                  <a:pt x="69342" y="35881"/>
                </a:lnTo>
                <a:lnTo>
                  <a:pt x="68149" y="32650"/>
                </a:lnTo>
                <a:lnTo>
                  <a:pt x="68480" y="33396"/>
                </a:lnTo>
                <a:lnTo>
                  <a:pt x="66989" y="30314"/>
                </a:lnTo>
                <a:lnTo>
                  <a:pt x="67370" y="31027"/>
                </a:lnTo>
                <a:lnTo>
                  <a:pt x="65614" y="28112"/>
                </a:lnTo>
                <a:lnTo>
                  <a:pt x="66062" y="28774"/>
                </a:lnTo>
                <a:lnTo>
                  <a:pt x="64024" y="26074"/>
                </a:lnTo>
                <a:lnTo>
                  <a:pt x="64538" y="26687"/>
                </a:lnTo>
                <a:lnTo>
                  <a:pt x="62269" y="24186"/>
                </a:lnTo>
                <a:lnTo>
                  <a:pt x="62815" y="24732"/>
                </a:lnTo>
                <a:lnTo>
                  <a:pt x="60314" y="22462"/>
                </a:lnTo>
                <a:lnTo>
                  <a:pt x="60927" y="22976"/>
                </a:lnTo>
                <a:lnTo>
                  <a:pt x="58227" y="20939"/>
                </a:lnTo>
                <a:lnTo>
                  <a:pt x="58872" y="21385"/>
                </a:lnTo>
                <a:lnTo>
                  <a:pt x="55974" y="19630"/>
                </a:lnTo>
                <a:lnTo>
                  <a:pt x="56686" y="20011"/>
                </a:lnTo>
                <a:lnTo>
                  <a:pt x="53605" y="18520"/>
                </a:lnTo>
                <a:lnTo>
                  <a:pt x="54350" y="18851"/>
                </a:lnTo>
                <a:lnTo>
                  <a:pt x="51120" y="17658"/>
                </a:lnTo>
                <a:lnTo>
                  <a:pt x="51899" y="17907"/>
                </a:lnTo>
                <a:lnTo>
                  <a:pt x="48535" y="17029"/>
                </a:lnTo>
                <a:lnTo>
                  <a:pt x="49347" y="17195"/>
                </a:lnTo>
                <a:lnTo>
                  <a:pt x="45852" y="16664"/>
                </a:lnTo>
                <a:lnTo>
                  <a:pt x="46680" y="16748"/>
                </a:lnTo>
                <a:lnTo>
                  <a:pt x="43086" y="16565"/>
                </a:lnTo>
                <a:lnTo>
                  <a:pt x="43914" y="16565"/>
                </a:lnTo>
                <a:lnTo>
                  <a:pt x="40320" y="16748"/>
                </a:lnTo>
                <a:lnTo>
                  <a:pt x="41148" y="16664"/>
                </a:lnTo>
                <a:lnTo>
                  <a:pt x="37652" y="17195"/>
                </a:lnTo>
                <a:lnTo>
                  <a:pt x="38464" y="17029"/>
                </a:lnTo>
                <a:lnTo>
                  <a:pt x="35101" y="17907"/>
                </a:lnTo>
                <a:lnTo>
                  <a:pt x="35880" y="17658"/>
                </a:lnTo>
                <a:lnTo>
                  <a:pt x="32650" y="18851"/>
                </a:lnTo>
                <a:lnTo>
                  <a:pt x="33395" y="18520"/>
                </a:lnTo>
                <a:lnTo>
                  <a:pt x="30314" y="20011"/>
                </a:lnTo>
                <a:lnTo>
                  <a:pt x="31026" y="19630"/>
                </a:lnTo>
                <a:lnTo>
                  <a:pt x="28111" y="21385"/>
                </a:lnTo>
                <a:lnTo>
                  <a:pt x="28773" y="20939"/>
                </a:lnTo>
                <a:lnTo>
                  <a:pt x="26074" y="22976"/>
                </a:lnTo>
                <a:lnTo>
                  <a:pt x="26686" y="22462"/>
                </a:lnTo>
                <a:lnTo>
                  <a:pt x="24185" y="24732"/>
                </a:lnTo>
                <a:lnTo>
                  <a:pt x="24732" y="24186"/>
                </a:lnTo>
                <a:lnTo>
                  <a:pt x="22462" y="26687"/>
                </a:lnTo>
                <a:lnTo>
                  <a:pt x="22976" y="26074"/>
                </a:lnTo>
                <a:lnTo>
                  <a:pt x="20939" y="28774"/>
                </a:lnTo>
                <a:lnTo>
                  <a:pt x="21386" y="28112"/>
                </a:lnTo>
                <a:lnTo>
                  <a:pt x="19630" y="31027"/>
                </a:lnTo>
                <a:lnTo>
                  <a:pt x="20011" y="30314"/>
                </a:lnTo>
                <a:lnTo>
                  <a:pt x="18520" y="33396"/>
                </a:lnTo>
                <a:lnTo>
                  <a:pt x="18834" y="32650"/>
                </a:lnTo>
                <a:lnTo>
                  <a:pt x="17659" y="35881"/>
                </a:lnTo>
                <a:lnTo>
                  <a:pt x="17906" y="35102"/>
                </a:lnTo>
                <a:lnTo>
                  <a:pt x="17029" y="38464"/>
                </a:lnTo>
                <a:lnTo>
                  <a:pt x="17195" y="37653"/>
                </a:lnTo>
                <a:lnTo>
                  <a:pt x="16665" y="41148"/>
                </a:lnTo>
                <a:lnTo>
                  <a:pt x="16747" y="40320"/>
                </a:lnTo>
                <a:lnTo>
                  <a:pt x="16564" y="4391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D58166F5-9D4D-452E-9022-0B57D7EA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119" y="2705704"/>
            <a:ext cx="70402" cy="70402"/>
          </a:xfrm>
          <a:custGeom xmlns:a="http://schemas.openxmlformats.org/drawingml/2006/main">
            <a:pathLst>
              <a:path w="70402" h="70402">
                <a:moveTo>
                  <a:pt x="0" y="34787"/>
                </a:moveTo>
                <a:cubicBezTo>
                  <a:pt x="0" y="15753"/>
                  <a:pt x="15753" y="0"/>
                  <a:pt x="35201" y="0"/>
                </a:cubicBezTo>
                <a:cubicBezTo>
                  <a:pt x="54649" y="0"/>
                  <a:pt x="70402" y="15753"/>
                  <a:pt x="70402" y="35201"/>
                </a:cubicBezTo>
                <a:cubicBezTo>
                  <a:pt x="70402" y="54649"/>
                  <a:pt x="54649" y="70402"/>
                  <a:pt x="35201" y="70402"/>
                </a:cubicBezTo>
                <a:cubicBezTo>
                  <a:pt x="15753" y="70402"/>
                  <a:pt x="0" y="54649"/>
                  <a:pt x="0" y="34787"/>
                </a:cubicBez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17295CC1-4A8B-48C7-9EFF-67A0F756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8820" y="2697405"/>
            <a:ext cx="87001" cy="87000"/>
          </a:xfrm>
          <a:custGeom xmlns:a="http://schemas.openxmlformats.org/drawingml/2006/main">
            <a:pathLst>
              <a:path w="87001" h="87000">
                <a:moveTo>
                  <a:pt x="232" y="39061"/>
                </a:moveTo>
                <a:lnTo>
                  <a:pt x="895" y="34754"/>
                </a:lnTo>
                <a:lnTo>
                  <a:pt x="1954" y="30579"/>
                </a:lnTo>
                <a:lnTo>
                  <a:pt x="3429" y="26571"/>
                </a:lnTo>
                <a:lnTo>
                  <a:pt x="5268" y="22761"/>
                </a:lnTo>
                <a:lnTo>
                  <a:pt x="7438" y="19182"/>
                </a:lnTo>
                <a:lnTo>
                  <a:pt x="9939" y="15836"/>
                </a:lnTo>
                <a:lnTo>
                  <a:pt x="12739" y="12739"/>
                </a:lnTo>
                <a:lnTo>
                  <a:pt x="15836" y="9939"/>
                </a:lnTo>
                <a:lnTo>
                  <a:pt x="19182" y="7438"/>
                </a:lnTo>
                <a:lnTo>
                  <a:pt x="22760" y="5268"/>
                </a:lnTo>
                <a:lnTo>
                  <a:pt x="26571" y="3429"/>
                </a:lnTo>
                <a:lnTo>
                  <a:pt x="30580" y="1955"/>
                </a:lnTo>
                <a:lnTo>
                  <a:pt x="34738" y="895"/>
                </a:lnTo>
                <a:lnTo>
                  <a:pt x="39060" y="232"/>
                </a:lnTo>
                <a:lnTo>
                  <a:pt x="43500" y="0"/>
                </a:lnTo>
                <a:lnTo>
                  <a:pt x="47940" y="232"/>
                </a:lnTo>
                <a:lnTo>
                  <a:pt x="52247" y="895"/>
                </a:lnTo>
                <a:lnTo>
                  <a:pt x="56422" y="1955"/>
                </a:lnTo>
                <a:lnTo>
                  <a:pt x="60431" y="3429"/>
                </a:lnTo>
                <a:lnTo>
                  <a:pt x="64240" y="5268"/>
                </a:lnTo>
                <a:lnTo>
                  <a:pt x="67819" y="7438"/>
                </a:lnTo>
                <a:lnTo>
                  <a:pt x="71164" y="9939"/>
                </a:lnTo>
                <a:lnTo>
                  <a:pt x="74262" y="12739"/>
                </a:lnTo>
                <a:lnTo>
                  <a:pt x="77061" y="15836"/>
                </a:lnTo>
                <a:lnTo>
                  <a:pt x="79562" y="19182"/>
                </a:lnTo>
                <a:lnTo>
                  <a:pt x="81733" y="22761"/>
                </a:lnTo>
                <a:lnTo>
                  <a:pt x="83571" y="26571"/>
                </a:lnTo>
                <a:lnTo>
                  <a:pt x="85029" y="30579"/>
                </a:lnTo>
                <a:lnTo>
                  <a:pt x="86106" y="34754"/>
                </a:lnTo>
                <a:lnTo>
                  <a:pt x="86769" y="39061"/>
                </a:lnTo>
                <a:lnTo>
                  <a:pt x="87001" y="43500"/>
                </a:lnTo>
                <a:lnTo>
                  <a:pt x="86769" y="47940"/>
                </a:lnTo>
                <a:lnTo>
                  <a:pt x="86106" y="52247"/>
                </a:lnTo>
                <a:lnTo>
                  <a:pt x="85029" y="56421"/>
                </a:lnTo>
                <a:lnTo>
                  <a:pt x="83571" y="60430"/>
                </a:lnTo>
                <a:lnTo>
                  <a:pt x="81733" y="64240"/>
                </a:lnTo>
                <a:lnTo>
                  <a:pt x="79562" y="67818"/>
                </a:lnTo>
                <a:lnTo>
                  <a:pt x="77061" y="71164"/>
                </a:lnTo>
                <a:lnTo>
                  <a:pt x="74262" y="74262"/>
                </a:lnTo>
                <a:lnTo>
                  <a:pt x="71164" y="77061"/>
                </a:lnTo>
                <a:lnTo>
                  <a:pt x="67819" y="79563"/>
                </a:lnTo>
                <a:lnTo>
                  <a:pt x="64240" y="81733"/>
                </a:lnTo>
                <a:lnTo>
                  <a:pt x="60431" y="83571"/>
                </a:lnTo>
                <a:lnTo>
                  <a:pt x="56422" y="85046"/>
                </a:lnTo>
                <a:lnTo>
                  <a:pt x="52247" y="86106"/>
                </a:lnTo>
                <a:lnTo>
                  <a:pt x="47940" y="86769"/>
                </a:lnTo>
                <a:lnTo>
                  <a:pt x="43500" y="87000"/>
                </a:lnTo>
                <a:lnTo>
                  <a:pt x="39060" y="86769"/>
                </a:lnTo>
                <a:lnTo>
                  <a:pt x="34738" y="86106"/>
                </a:lnTo>
                <a:lnTo>
                  <a:pt x="30580" y="85046"/>
                </a:lnTo>
                <a:lnTo>
                  <a:pt x="26571" y="83571"/>
                </a:lnTo>
                <a:lnTo>
                  <a:pt x="22760" y="81733"/>
                </a:lnTo>
                <a:lnTo>
                  <a:pt x="19182" y="79563"/>
                </a:lnTo>
                <a:lnTo>
                  <a:pt x="15836" y="77061"/>
                </a:lnTo>
                <a:lnTo>
                  <a:pt x="12739" y="74262"/>
                </a:lnTo>
                <a:lnTo>
                  <a:pt x="9939" y="71164"/>
                </a:lnTo>
                <a:lnTo>
                  <a:pt x="7438" y="67818"/>
                </a:lnTo>
                <a:lnTo>
                  <a:pt x="5268" y="64240"/>
                </a:lnTo>
                <a:lnTo>
                  <a:pt x="3429" y="60430"/>
                </a:lnTo>
                <a:lnTo>
                  <a:pt x="1954" y="56421"/>
                </a:lnTo>
                <a:lnTo>
                  <a:pt x="895" y="52247"/>
                </a:lnTo>
                <a:lnTo>
                  <a:pt x="232" y="47940"/>
                </a:lnTo>
                <a:lnTo>
                  <a:pt x="0" y="43500"/>
                </a:lnTo>
                <a:lnTo>
                  <a:pt x="232" y="39061"/>
                </a:lnTo>
                <a:moveTo>
                  <a:pt x="16565" y="43914"/>
                </a:moveTo>
                <a:lnTo>
                  <a:pt x="16565" y="43086"/>
                </a:lnTo>
                <a:lnTo>
                  <a:pt x="16748" y="46681"/>
                </a:lnTo>
                <a:lnTo>
                  <a:pt x="16665" y="45853"/>
                </a:lnTo>
                <a:lnTo>
                  <a:pt x="17194" y="49348"/>
                </a:lnTo>
                <a:lnTo>
                  <a:pt x="17029" y="48536"/>
                </a:lnTo>
                <a:lnTo>
                  <a:pt x="17907" y="51899"/>
                </a:lnTo>
                <a:lnTo>
                  <a:pt x="17659" y="51120"/>
                </a:lnTo>
                <a:lnTo>
                  <a:pt x="18852" y="54351"/>
                </a:lnTo>
                <a:lnTo>
                  <a:pt x="18520" y="53605"/>
                </a:lnTo>
                <a:lnTo>
                  <a:pt x="20012" y="56686"/>
                </a:lnTo>
                <a:lnTo>
                  <a:pt x="19630" y="55974"/>
                </a:lnTo>
                <a:lnTo>
                  <a:pt x="21386" y="58890"/>
                </a:lnTo>
                <a:lnTo>
                  <a:pt x="20939" y="58227"/>
                </a:lnTo>
                <a:lnTo>
                  <a:pt x="22976" y="60927"/>
                </a:lnTo>
                <a:lnTo>
                  <a:pt x="22463" y="60314"/>
                </a:lnTo>
                <a:lnTo>
                  <a:pt x="24732" y="62816"/>
                </a:lnTo>
                <a:lnTo>
                  <a:pt x="24185" y="62269"/>
                </a:lnTo>
                <a:lnTo>
                  <a:pt x="26686" y="64538"/>
                </a:lnTo>
                <a:lnTo>
                  <a:pt x="26073" y="64024"/>
                </a:lnTo>
                <a:lnTo>
                  <a:pt x="28774" y="66062"/>
                </a:lnTo>
                <a:lnTo>
                  <a:pt x="28111" y="65615"/>
                </a:lnTo>
                <a:lnTo>
                  <a:pt x="31026" y="67371"/>
                </a:lnTo>
                <a:lnTo>
                  <a:pt x="30315" y="66990"/>
                </a:lnTo>
                <a:lnTo>
                  <a:pt x="33396" y="68480"/>
                </a:lnTo>
                <a:lnTo>
                  <a:pt x="32650" y="68149"/>
                </a:lnTo>
                <a:lnTo>
                  <a:pt x="35881" y="69342"/>
                </a:lnTo>
                <a:lnTo>
                  <a:pt x="35102" y="69093"/>
                </a:lnTo>
                <a:lnTo>
                  <a:pt x="38464" y="69972"/>
                </a:lnTo>
                <a:lnTo>
                  <a:pt x="37653" y="69806"/>
                </a:lnTo>
                <a:lnTo>
                  <a:pt x="41148" y="70336"/>
                </a:lnTo>
                <a:lnTo>
                  <a:pt x="40320" y="70253"/>
                </a:lnTo>
                <a:lnTo>
                  <a:pt x="43915" y="70436"/>
                </a:lnTo>
                <a:lnTo>
                  <a:pt x="43087" y="70436"/>
                </a:lnTo>
                <a:lnTo>
                  <a:pt x="46681" y="70253"/>
                </a:lnTo>
                <a:lnTo>
                  <a:pt x="45853" y="70336"/>
                </a:lnTo>
                <a:lnTo>
                  <a:pt x="49348" y="69806"/>
                </a:lnTo>
                <a:lnTo>
                  <a:pt x="48536" y="69972"/>
                </a:lnTo>
                <a:lnTo>
                  <a:pt x="51899" y="69093"/>
                </a:lnTo>
                <a:lnTo>
                  <a:pt x="51121" y="69342"/>
                </a:lnTo>
                <a:lnTo>
                  <a:pt x="54351" y="68149"/>
                </a:lnTo>
                <a:lnTo>
                  <a:pt x="53604" y="68480"/>
                </a:lnTo>
                <a:lnTo>
                  <a:pt x="56686" y="66990"/>
                </a:lnTo>
                <a:lnTo>
                  <a:pt x="55974" y="67371"/>
                </a:lnTo>
                <a:lnTo>
                  <a:pt x="58890" y="65615"/>
                </a:lnTo>
                <a:lnTo>
                  <a:pt x="58227" y="66062"/>
                </a:lnTo>
                <a:lnTo>
                  <a:pt x="60927" y="64024"/>
                </a:lnTo>
                <a:lnTo>
                  <a:pt x="60314" y="64538"/>
                </a:lnTo>
                <a:lnTo>
                  <a:pt x="62816" y="62269"/>
                </a:lnTo>
                <a:lnTo>
                  <a:pt x="62269" y="62816"/>
                </a:lnTo>
                <a:lnTo>
                  <a:pt x="64538" y="60314"/>
                </a:lnTo>
                <a:lnTo>
                  <a:pt x="64024" y="60927"/>
                </a:lnTo>
                <a:lnTo>
                  <a:pt x="66062" y="58227"/>
                </a:lnTo>
                <a:lnTo>
                  <a:pt x="65615" y="58890"/>
                </a:lnTo>
                <a:lnTo>
                  <a:pt x="67371" y="55974"/>
                </a:lnTo>
                <a:lnTo>
                  <a:pt x="66990" y="56686"/>
                </a:lnTo>
                <a:lnTo>
                  <a:pt x="68480" y="53605"/>
                </a:lnTo>
                <a:lnTo>
                  <a:pt x="68150" y="54351"/>
                </a:lnTo>
                <a:lnTo>
                  <a:pt x="69342" y="51120"/>
                </a:lnTo>
                <a:lnTo>
                  <a:pt x="69093" y="51899"/>
                </a:lnTo>
                <a:lnTo>
                  <a:pt x="69972" y="48536"/>
                </a:lnTo>
                <a:lnTo>
                  <a:pt x="69806" y="49348"/>
                </a:lnTo>
                <a:lnTo>
                  <a:pt x="70336" y="45853"/>
                </a:lnTo>
                <a:lnTo>
                  <a:pt x="70252" y="46681"/>
                </a:lnTo>
                <a:lnTo>
                  <a:pt x="70436" y="43086"/>
                </a:lnTo>
                <a:lnTo>
                  <a:pt x="70436" y="43914"/>
                </a:lnTo>
                <a:lnTo>
                  <a:pt x="70252" y="40320"/>
                </a:lnTo>
                <a:lnTo>
                  <a:pt x="70336" y="41148"/>
                </a:lnTo>
                <a:lnTo>
                  <a:pt x="69806" y="37653"/>
                </a:lnTo>
                <a:lnTo>
                  <a:pt x="69972" y="38464"/>
                </a:lnTo>
                <a:lnTo>
                  <a:pt x="69093" y="35102"/>
                </a:lnTo>
                <a:lnTo>
                  <a:pt x="69342" y="35880"/>
                </a:lnTo>
                <a:lnTo>
                  <a:pt x="68150" y="32650"/>
                </a:lnTo>
                <a:lnTo>
                  <a:pt x="68480" y="33396"/>
                </a:lnTo>
                <a:lnTo>
                  <a:pt x="66990" y="30314"/>
                </a:lnTo>
                <a:lnTo>
                  <a:pt x="67371" y="31026"/>
                </a:lnTo>
                <a:lnTo>
                  <a:pt x="65615" y="28128"/>
                </a:lnTo>
                <a:lnTo>
                  <a:pt x="66062" y="28774"/>
                </a:lnTo>
                <a:lnTo>
                  <a:pt x="64024" y="26074"/>
                </a:lnTo>
                <a:lnTo>
                  <a:pt x="64538" y="26687"/>
                </a:lnTo>
                <a:lnTo>
                  <a:pt x="62269" y="24185"/>
                </a:lnTo>
                <a:lnTo>
                  <a:pt x="62816" y="24732"/>
                </a:lnTo>
                <a:lnTo>
                  <a:pt x="60314" y="22462"/>
                </a:lnTo>
                <a:lnTo>
                  <a:pt x="60927" y="22976"/>
                </a:lnTo>
                <a:lnTo>
                  <a:pt x="58227" y="20939"/>
                </a:lnTo>
                <a:lnTo>
                  <a:pt x="58890" y="21386"/>
                </a:lnTo>
                <a:lnTo>
                  <a:pt x="55974" y="19630"/>
                </a:lnTo>
                <a:lnTo>
                  <a:pt x="56686" y="20011"/>
                </a:lnTo>
                <a:lnTo>
                  <a:pt x="53604" y="18520"/>
                </a:lnTo>
                <a:lnTo>
                  <a:pt x="54351" y="18851"/>
                </a:lnTo>
                <a:lnTo>
                  <a:pt x="51121" y="17659"/>
                </a:lnTo>
                <a:lnTo>
                  <a:pt x="51899" y="17907"/>
                </a:lnTo>
                <a:lnTo>
                  <a:pt x="48536" y="17029"/>
                </a:lnTo>
                <a:lnTo>
                  <a:pt x="49348" y="17195"/>
                </a:lnTo>
                <a:lnTo>
                  <a:pt x="45853" y="16665"/>
                </a:lnTo>
                <a:lnTo>
                  <a:pt x="46681" y="16748"/>
                </a:lnTo>
                <a:lnTo>
                  <a:pt x="43087" y="16565"/>
                </a:lnTo>
                <a:lnTo>
                  <a:pt x="43915" y="16565"/>
                </a:lnTo>
                <a:lnTo>
                  <a:pt x="40320" y="16748"/>
                </a:lnTo>
                <a:lnTo>
                  <a:pt x="41148" y="16665"/>
                </a:lnTo>
                <a:lnTo>
                  <a:pt x="37653" y="17195"/>
                </a:lnTo>
                <a:lnTo>
                  <a:pt x="38464" y="17029"/>
                </a:lnTo>
                <a:lnTo>
                  <a:pt x="35102" y="17907"/>
                </a:lnTo>
                <a:lnTo>
                  <a:pt x="35881" y="17659"/>
                </a:lnTo>
                <a:lnTo>
                  <a:pt x="32650" y="18851"/>
                </a:lnTo>
                <a:lnTo>
                  <a:pt x="33396" y="18520"/>
                </a:lnTo>
                <a:lnTo>
                  <a:pt x="30315" y="20011"/>
                </a:lnTo>
                <a:lnTo>
                  <a:pt x="31026" y="19630"/>
                </a:lnTo>
                <a:lnTo>
                  <a:pt x="28111" y="21386"/>
                </a:lnTo>
                <a:lnTo>
                  <a:pt x="28774" y="20939"/>
                </a:lnTo>
                <a:lnTo>
                  <a:pt x="26073" y="22976"/>
                </a:lnTo>
                <a:lnTo>
                  <a:pt x="26686" y="22462"/>
                </a:lnTo>
                <a:lnTo>
                  <a:pt x="24185" y="24732"/>
                </a:lnTo>
                <a:lnTo>
                  <a:pt x="24732" y="24185"/>
                </a:lnTo>
                <a:lnTo>
                  <a:pt x="22463" y="26687"/>
                </a:lnTo>
                <a:lnTo>
                  <a:pt x="22976" y="26074"/>
                </a:lnTo>
                <a:lnTo>
                  <a:pt x="20939" y="28774"/>
                </a:lnTo>
                <a:lnTo>
                  <a:pt x="21386" y="28128"/>
                </a:lnTo>
                <a:lnTo>
                  <a:pt x="19630" y="31026"/>
                </a:lnTo>
                <a:lnTo>
                  <a:pt x="20012" y="30314"/>
                </a:lnTo>
                <a:lnTo>
                  <a:pt x="18520" y="33396"/>
                </a:lnTo>
                <a:lnTo>
                  <a:pt x="18852" y="32650"/>
                </a:lnTo>
                <a:lnTo>
                  <a:pt x="17659" y="35880"/>
                </a:lnTo>
                <a:lnTo>
                  <a:pt x="17907" y="35102"/>
                </a:lnTo>
                <a:lnTo>
                  <a:pt x="17029" y="38464"/>
                </a:lnTo>
                <a:lnTo>
                  <a:pt x="17194" y="37653"/>
                </a:lnTo>
                <a:lnTo>
                  <a:pt x="16665" y="41148"/>
                </a:lnTo>
                <a:lnTo>
                  <a:pt x="16748" y="40320"/>
                </a:lnTo>
                <a:lnTo>
                  <a:pt x="16565" y="4391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8B778326-CAD1-494C-AA06-89C07769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1114" y="2668432"/>
            <a:ext cx="70733" cy="70402"/>
          </a:xfrm>
          <a:custGeom xmlns:a="http://schemas.openxmlformats.org/drawingml/2006/main">
            <a:pathLst>
              <a:path w="70733" h="70402">
                <a:moveTo>
                  <a:pt x="0" y="34290"/>
                </a:moveTo>
                <a:cubicBezTo>
                  <a:pt x="331" y="15754"/>
                  <a:pt x="16084" y="0"/>
                  <a:pt x="35532" y="0"/>
                </a:cubicBezTo>
                <a:cubicBezTo>
                  <a:pt x="54979" y="0"/>
                  <a:pt x="70733" y="15754"/>
                  <a:pt x="70733" y="35201"/>
                </a:cubicBezTo>
                <a:cubicBezTo>
                  <a:pt x="70733" y="54649"/>
                  <a:pt x="54979" y="70402"/>
                  <a:pt x="35532" y="70402"/>
                </a:cubicBezTo>
                <a:cubicBezTo>
                  <a:pt x="16084" y="70402"/>
                  <a:pt x="331" y="54649"/>
                  <a:pt x="0" y="34290"/>
                </a:cubicBez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565FD89C-C991-483D-B44F-B9CEE361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3146" y="2661193"/>
            <a:ext cx="87001" cy="85940"/>
          </a:xfrm>
          <a:custGeom xmlns:a="http://schemas.openxmlformats.org/drawingml/2006/main">
            <a:pathLst>
              <a:path w="87001" h="85940">
                <a:moveTo>
                  <a:pt x="215" y="46449"/>
                </a:moveTo>
                <a:lnTo>
                  <a:pt x="0" y="42440"/>
                </a:lnTo>
                <a:lnTo>
                  <a:pt x="231" y="38000"/>
                </a:lnTo>
                <a:lnTo>
                  <a:pt x="895" y="33694"/>
                </a:lnTo>
                <a:lnTo>
                  <a:pt x="1954" y="29519"/>
                </a:lnTo>
                <a:lnTo>
                  <a:pt x="2899" y="26935"/>
                </a:lnTo>
                <a:lnTo>
                  <a:pt x="18470" y="32617"/>
                </a:lnTo>
                <a:lnTo>
                  <a:pt x="17658" y="34820"/>
                </a:lnTo>
                <a:lnTo>
                  <a:pt x="17906" y="34041"/>
                </a:lnTo>
                <a:lnTo>
                  <a:pt x="17029" y="37404"/>
                </a:lnTo>
                <a:lnTo>
                  <a:pt x="17194" y="36593"/>
                </a:lnTo>
                <a:lnTo>
                  <a:pt x="16664" y="40088"/>
                </a:lnTo>
                <a:lnTo>
                  <a:pt x="16747" y="39259"/>
                </a:lnTo>
                <a:lnTo>
                  <a:pt x="16565" y="42854"/>
                </a:lnTo>
                <a:lnTo>
                  <a:pt x="16565" y="42026"/>
                </a:lnTo>
                <a:lnTo>
                  <a:pt x="16747" y="45621"/>
                </a:lnTo>
                <a:lnTo>
                  <a:pt x="215" y="46449"/>
                </a:lnTo>
                <a:moveTo>
                  <a:pt x="14428" y="10154"/>
                </a:moveTo>
                <a:lnTo>
                  <a:pt x="15836" y="8879"/>
                </a:lnTo>
                <a:lnTo>
                  <a:pt x="19181" y="6377"/>
                </a:lnTo>
                <a:lnTo>
                  <a:pt x="22760" y="4208"/>
                </a:lnTo>
                <a:lnTo>
                  <a:pt x="26570" y="2368"/>
                </a:lnTo>
                <a:lnTo>
                  <a:pt x="30580" y="895"/>
                </a:lnTo>
                <a:lnTo>
                  <a:pt x="32368" y="447"/>
                </a:lnTo>
                <a:lnTo>
                  <a:pt x="36493" y="16482"/>
                </a:lnTo>
                <a:lnTo>
                  <a:pt x="35102" y="16847"/>
                </a:lnTo>
                <a:lnTo>
                  <a:pt x="35880" y="16598"/>
                </a:lnTo>
                <a:lnTo>
                  <a:pt x="32650" y="17791"/>
                </a:lnTo>
                <a:lnTo>
                  <a:pt x="33395" y="17460"/>
                </a:lnTo>
                <a:lnTo>
                  <a:pt x="30315" y="18950"/>
                </a:lnTo>
                <a:lnTo>
                  <a:pt x="31026" y="18569"/>
                </a:lnTo>
                <a:lnTo>
                  <a:pt x="28110" y="20326"/>
                </a:lnTo>
                <a:lnTo>
                  <a:pt x="28774" y="19878"/>
                </a:lnTo>
                <a:lnTo>
                  <a:pt x="26073" y="21916"/>
                </a:lnTo>
                <a:lnTo>
                  <a:pt x="26686" y="21402"/>
                </a:lnTo>
                <a:lnTo>
                  <a:pt x="25577" y="22413"/>
                </a:lnTo>
                <a:lnTo>
                  <a:pt x="14428" y="10154"/>
                </a:lnTo>
                <a:moveTo>
                  <a:pt x="52893" y="0"/>
                </a:moveTo>
                <a:lnTo>
                  <a:pt x="56421" y="895"/>
                </a:lnTo>
                <a:lnTo>
                  <a:pt x="60430" y="2368"/>
                </a:lnTo>
                <a:lnTo>
                  <a:pt x="64240" y="4208"/>
                </a:lnTo>
                <a:lnTo>
                  <a:pt x="67818" y="6377"/>
                </a:lnTo>
                <a:lnTo>
                  <a:pt x="70600" y="8448"/>
                </a:lnTo>
                <a:lnTo>
                  <a:pt x="60677" y="21717"/>
                </a:lnTo>
                <a:lnTo>
                  <a:pt x="58227" y="19878"/>
                </a:lnTo>
                <a:lnTo>
                  <a:pt x="58889" y="20326"/>
                </a:lnTo>
                <a:lnTo>
                  <a:pt x="55973" y="18569"/>
                </a:lnTo>
                <a:lnTo>
                  <a:pt x="56686" y="18950"/>
                </a:lnTo>
                <a:lnTo>
                  <a:pt x="53604" y="17460"/>
                </a:lnTo>
                <a:lnTo>
                  <a:pt x="54351" y="17791"/>
                </a:lnTo>
                <a:lnTo>
                  <a:pt x="51120" y="16598"/>
                </a:lnTo>
                <a:lnTo>
                  <a:pt x="51899" y="16847"/>
                </a:lnTo>
                <a:lnTo>
                  <a:pt x="48767" y="16035"/>
                </a:lnTo>
                <a:lnTo>
                  <a:pt x="52893" y="0"/>
                </a:lnTo>
                <a:moveTo>
                  <a:pt x="83091" y="24517"/>
                </a:moveTo>
                <a:lnTo>
                  <a:pt x="83571" y="25511"/>
                </a:lnTo>
                <a:lnTo>
                  <a:pt x="85029" y="29519"/>
                </a:lnTo>
                <a:lnTo>
                  <a:pt x="86106" y="33694"/>
                </a:lnTo>
                <a:lnTo>
                  <a:pt x="86768" y="38000"/>
                </a:lnTo>
                <a:lnTo>
                  <a:pt x="87001" y="42440"/>
                </a:lnTo>
                <a:lnTo>
                  <a:pt x="86884" y="44643"/>
                </a:lnTo>
                <a:lnTo>
                  <a:pt x="70335" y="43815"/>
                </a:lnTo>
                <a:lnTo>
                  <a:pt x="70436" y="42026"/>
                </a:lnTo>
                <a:lnTo>
                  <a:pt x="70436" y="42854"/>
                </a:lnTo>
                <a:lnTo>
                  <a:pt x="70252" y="39259"/>
                </a:lnTo>
                <a:lnTo>
                  <a:pt x="70335" y="40088"/>
                </a:lnTo>
                <a:lnTo>
                  <a:pt x="69806" y="36593"/>
                </a:lnTo>
                <a:lnTo>
                  <a:pt x="69972" y="37404"/>
                </a:lnTo>
                <a:lnTo>
                  <a:pt x="69093" y="34041"/>
                </a:lnTo>
                <a:lnTo>
                  <a:pt x="69341" y="34820"/>
                </a:lnTo>
                <a:lnTo>
                  <a:pt x="68149" y="31590"/>
                </a:lnTo>
                <a:lnTo>
                  <a:pt x="68480" y="32335"/>
                </a:lnTo>
                <a:lnTo>
                  <a:pt x="68166" y="31706"/>
                </a:lnTo>
                <a:lnTo>
                  <a:pt x="83091" y="24517"/>
                </a:lnTo>
                <a:moveTo>
                  <a:pt x="81070" y="64273"/>
                </a:moveTo>
                <a:lnTo>
                  <a:pt x="79562" y="66758"/>
                </a:lnTo>
                <a:lnTo>
                  <a:pt x="77061" y="70104"/>
                </a:lnTo>
                <a:lnTo>
                  <a:pt x="74261" y="73202"/>
                </a:lnTo>
                <a:lnTo>
                  <a:pt x="71164" y="76001"/>
                </a:lnTo>
                <a:lnTo>
                  <a:pt x="67818" y="78503"/>
                </a:lnTo>
                <a:lnTo>
                  <a:pt x="67039" y="78983"/>
                </a:lnTo>
                <a:lnTo>
                  <a:pt x="58425" y="64820"/>
                </a:lnTo>
                <a:lnTo>
                  <a:pt x="58889" y="64554"/>
                </a:lnTo>
                <a:lnTo>
                  <a:pt x="58227" y="65002"/>
                </a:lnTo>
                <a:lnTo>
                  <a:pt x="60926" y="62964"/>
                </a:lnTo>
                <a:lnTo>
                  <a:pt x="60314" y="63478"/>
                </a:lnTo>
                <a:lnTo>
                  <a:pt x="62815" y="61208"/>
                </a:lnTo>
                <a:lnTo>
                  <a:pt x="62268" y="61755"/>
                </a:lnTo>
                <a:lnTo>
                  <a:pt x="64538" y="59254"/>
                </a:lnTo>
                <a:lnTo>
                  <a:pt x="64024" y="59866"/>
                </a:lnTo>
                <a:lnTo>
                  <a:pt x="66061" y="57167"/>
                </a:lnTo>
                <a:lnTo>
                  <a:pt x="65615" y="57829"/>
                </a:lnTo>
                <a:lnTo>
                  <a:pt x="66923" y="55675"/>
                </a:lnTo>
                <a:lnTo>
                  <a:pt x="81070" y="64273"/>
                </a:lnTo>
                <a:moveTo>
                  <a:pt x="48536" y="85626"/>
                </a:moveTo>
                <a:lnTo>
                  <a:pt x="47940" y="85708"/>
                </a:lnTo>
                <a:lnTo>
                  <a:pt x="43500" y="85940"/>
                </a:lnTo>
                <a:lnTo>
                  <a:pt x="39060" y="85708"/>
                </a:lnTo>
                <a:lnTo>
                  <a:pt x="34737" y="85046"/>
                </a:lnTo>
                <a:lnTo>
                  <a:pt x="30580" y="83985"/>
                </a:lnTo>
                <a:lnTo>
                  <a:pt x="28161" y="83091"/>
                </a:lnTo>
                <a:lnTo>
                  <a:pt x="33860" y="67536"/>
                </a:lnTo>
                <a:lnTo>
                  <a:pt x="35880" y="68282"/>
                </a:lnTo>
                <a:lnTo>
                  <a:pt x="35102" y="68033"/>
                </a:lnTo>
                <a:lnTo>
                  <a:pt x="38464" y="68911"/>
                </a:lnTo>
                <a:lnTo>
                  <a:pt x="37653" y="68746"/>
                </a:lnTo>
                <a:lnTo>
                  <a:pt x="41148" y="69276"/>
                </a:lnTo>
                <a:lnTo>
                  <a:pt x="40319" y="69193"/>
                </a:lnTo>
                <a:lnTo>
                  <a:pt x="43914" y="69375"/>
                </a:lnTo>
                <a:lnTo>
                  <a:pt x="43087" y="69375"/>
                </a:lnTo>
                <a:lnTo>
                  <a:pt x="46680" y="69193"/>
                </a:lnTo>
                <a:lnTo>
                  <a:pt x="45853" y="69276"/>
                </a:lnTo>
                <a:lnTo>
                  <a:pt x="46266" y="69209"/>
                </a:lnTo>
                <a:lnTo>
                  <a:pt x="46034" y="69243"/>
                </a:lnTo>
                <a:lnTo>
                  <a:pt x="48536" y="85626"/>
                </a:lnTo>
                <a:moveTo>
                  <a:pt x="11330" y="71645"/>
                </a:moveTo>
                <a:lnTo>
                  <a:pt x="9939" y="70104"/>
                </a:lnTo>
                <a:lnTo>
                  <a:pt x="7438" y="66758"/>
                </a:lnTo>
                <a:lnTo>
                  <a:pt x="5267" y="63180"/>
                </a:lnTo>
                <a:lnTo>
                  <a:pt x="3428" y="59370"/>
                </a:lnTo>
                <a:lnTo>
                  <a:pt x="1954" y="55361"/>
                </a:lnTo>
                <a:lnTo>
                  <a:pt x="1557" y="53754"/>
                </a:lnTo>
                <a:lnTo>
                  <a:pt x="17593" y="49629"/>
                </a:lnTo>
                <a:lnTo>
                  <a:pt x="17906" y="50839"/>
                </a:lnTo>
                <a:lnTo>
                  <a:pt x="17658" y="50060"/>
                </a:lnTo>
                <a:lnTo>
                  <a:pt x="18851" y="53290"/>
                </a:lnTo>
                <a:lnTo>
                  <a:pt x="18520" y="52545"/>
                </a:lnTo>
                <a:lnTo>
                  <a:pt x="20011" y="55626"/>
                </a:lnTo>
                <a:lnTo>
                  <a:pt x="19630" y="54913"/>
                </a:lnTo>
                <a:lnTo>
                  <a:pt x="21386" y="57829"/>
                </a:lnTo>
                <a:lnTo>
                  <a:pt x="20938" y="57167"/>
                </a:lnTo>
                <a:lnTo>
                  <a:pt x="22976" y="59866"/>
                </a:lnTo>
                <a:lnTo>
                  <a:pt x="22463" y="59254"/>
                </a:lnTo>
                <a:lnTo>
                  <a:pt x="23589" y="60496"/>
                </a:lnTo>
                <a:lnTo>
                  <a:pt x="11330" y="7164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14383B78-0BCA-43C9-80D2-6C7C81CF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5867" y="2438176"/>
            <a:ext cx="70402" cy="70402"/>
          </a:xfrm>
          <a:custGeom xmlns:a="http://schemas.openxmlformats.org/drawingml/2006/main">
            <a:pathLst>
              <a:path w="70402" h="70402">
                <a:moveTo>
                  <a:pt x="663" y="35947"/>
                </a:moveTo>
                <a:cubicBezTo>
                  <a:pt x="0" y="15754"/>
                  <a:pt x="15753" y="0"/>
                  <a:pt x="35202" y="0"/>
                </a:cubicBezTo>
                <a:cubicBezTo>
                  <a:pt x="54649" y="0"/>
                  <a:pt x="70402" y="15754"/>
                  <a:pt x="70402" y="35201"/>
                </a:cubicBezTo>
                <a:cubicBezTo>
                  <a:pt x="70402" y="54649"/>
                  <a:pt x="54649" y="70402"/>
                  <a:pt x="35202" y="70402"/>
                </a:cubicBezTo>
                <a:cubicBezTo>
                  <a:pt x="15753" y="70402"/>
                  <a:pt x="0" y="54649"/>
                  <a:pt x="663" y="35947"/>
                </a:cubicBez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0133723F-5E2C-4892-93E4-392B8375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7568" y="2429877"/>
            <a:ext cx="87000" cy="87000"/>
          </a:xfrm>
          <a:custGeom xmlns:a="http://schemas.openxmlformats.org/drawingml/2006/main">
            <a:pathLst>
              <a:path w="87000" h="87000">
                <a:moveTo>
                  <a:pt x="231" y="39060"/>
                </a:moveTo>
                <a:lnTo>
                  <a:pt x="894" y="34753"/>
                </a:lnTo>
                <a:lnTo>
                  <a:pt x="1954" y="30579"/>
                </a:lnTo>
                <a:lnTo>
                  <a:pt x="3429" y="26570"/>
                </a:lnTo>
                <a:lnTo>
                  <a:pt x="5251" y="22760"/>
                </a:lnTo>
                <a:lnTo>
                  <a:pt x="7438" y="19182"/>
                </a:lnTo>
                <a:lnTo>
                  <a:pt x="9939" y="15836"/>
                </a:lnTo>
                <a:lnTo>
                  <a:pt x="12738" y="12738"/>
                </a:lnTo>
                <a:lnTo>
                  <a:pt x="15836" y="9939"/>
                </a:lnTo>
                <a:lnTo>
                  <a:pt x="19181" y="7438"/>
                </a:lnTo>
                <a:lnTo>
                  <a:pt x="22760" y="5267"/>
                </a:lnTo>
                <a:lnTo>
                  <a:pt x="26570" y="3429"/>
                </a:lnTo>
                <a:lnTo>
                  <a:pt x="30562" y="1954"/>
                </a:lnTo>
                <a:lnTo>
                  <a:pt x="34737" y="894"/>
                </a:lnTo>
                <a:lnTo>
                  <a:pt x="39060" y="232"/>
                </a:lnTo>
                <a:lnTo>
                  <a:pt x="43500" y="0"/>
                </a:lnTo>
                <a:lnTo>
                  <a:pt x="47940" y="232"/>
                </a:lnTo>
                <a:lnTo>
                  <a:pt x="52247" y="894"/>
                </a:lnTo>
                <a:lnTo>
                  <a:pt x="56421" y="1954"/>
                </a:lnTo>
                <a:lnTo>
                  <a:pt x="60429" y="3429"/>
                </a:lnTo>
                <a:lnTo>
                  <a:pt x="64240" y="5267"/>
                </a:lnTo>
                <a:lnTo>
                  <a:pt x="67818" y="7438"/>
                </a:lnTo>
                <a:lnTo>
                  <a:pt x="71164" y="9939"/>
                </a:lnTo>
                <a:lnTo>
                  <a:pt x="74261" y="12738"/>
                </a:lnTo>
                <a:lnTo>
                  <a:pt x="77061" y="15836"/>
                </a:lnTo>
                <a:lnTo>
                  <a:pt x="79562" y="19182"/>
                </a:lnTo>
                <a:lnTo>
                  <a:pt x="81732" y="22760"/>
                </a:lnTo>
                <a:lnTo>
                  <a:pt x="83571" y="26570"/>
                </a:lnTo>
                <a:lnTo>
                  <a:pt x="85029" y="30579"/>
                </a:lnTo>
                <a:lnTo>
                  <a:pt x="86106" y="34753"/>
                </a:lnTo>
                <a:lnTo>
                  <a:pt x="86768" y="39060"/>
                </a:lnTo>
                <a:lnTo>
                  <a:pt x="87000" y="43500"/>
                </a:lnTo>
                <a:lnTo>
                  <a:pt x="86768" y="47940"/>
                </a:lnTo>
                <a:lnTo>
                  <a:pt x="86106" y="52247"/>
                </a:lnTo>
                <a:lnTo>
                  <a:pt x="85029" y="56421"/>
                </a:lnTo>
                <a:lnTo>
                  <a:pt x="83571" y="60430"/>
                </a:lnTo>
                <a:lnTo>
                  <a:pt x="81732" y="64240"/>
                </a:lnTo>
                <a:lnTo>
                  <a:pt x="79562" y="67818"/>
                </a:lnTo>
                <a:lnTo>
                  <a:pt x="77061" y="71164"/>
                </a:lnTo>
                <a:lnTo>
                  <a:pt x="74261" y="74262"/>
                </a:lnTo>
                <a:lnTo>
                  <a:pt x="71164" y="77061"/>
                </a:lnTo>
                <a:lnTo>
                  <a:pt x="67818" y="79562"/>
                </a:lnTo>
                <a:lnTo>
                  <a:pt x="64240" y="81732"/>
                </a:lnTo>
                <a:lnTo>
                  <a:pt x="60429" y="83571"/>
                </a:lnTo>
                <a:lnTo>
                  <a:pt x="56421" y="85046"/>
                </a:lnTo>
                <a:lnTo>
                  <a:pt x="52247" y="86106"/>
                </a:lnTo>
                <a:lnTo>
                  <a:pt x="47940" y="86768"/>
                </a:lnTo>
                <a:lnTo>
                  <a:pt x="43500" y="87000"/>
                </a:lnTo>
                <a:lnTo>
                  <a:pt x="39060" y="86768"/>
                </a:lnTo>
                <a:lnTo>
                  <a:pt x="34737" y="86106"/>
                </a:lnTo>
                <a:lnTo>
                  <a:pt x="30562" y="85046"/>
                </a:lnTo>
                <a:lnTo>
                  <a:pt x="26570" y="83571"/>
                </a:lnTo>
                <a:lnTo>
                  <a:pt x="22760" y="81732"/>
                </a:lnTo>
                <a:lnTo>
                  <a:pt x="19181" y="79562"/>
                </a:lnTo>
                <a:lnTo>
                  <a:pt x="15836" y="77061"/>
                </a:lnTo>
                <a:lnTo>
                  <a:pt x="12738" y="74262"/>
                </a:lnTo>
                <a:lnTo>
                  <a:pt x="9939" y="71164"/>
                </a:lnTo>
                <a:lnTo>
                  <a:pt x="7438" y="67818"/>
                </a:lnTo>
                <a:lnTo>
                  <a:pt x="5251" y="64240"/>
                </a:lnTo>
                <a:lnTo>
                  <a:pt x="3429" y="60430"/>
                </a:lnTo>
                <a:lnTo>
                  <a:pt x="1954" y="56421"/>
                </a:lnTo>
                <a:lnTo>
                  <a:pt x="894" y="52247"/>
                </a:lnTo>
                <a:lnTo>
                  <a:pt x="231" y="47940"/>
                </a:lnTo>
                <a:lnTo>
                  <a:pt x="0" y="43500"/>
                </a:lnTo>
                <a:lnTo>
                  <a:pt x="231" y="39060"/>
                </a:lnTo>
                <a:moveTo>
                  <a:pt x="16565" y="43914"/>
                </a:moveTo>
                <a:lnTo>
                  <a:pt x="16565" y="43086"/>
                </a:lnTo>
                <a:lnTo>
                  <a:pt x="16748" y="46680"/>
                </a:lnTo>
                <a:lnTo>
                  <a:pt x="16664" y="45852"/>
                </a:lnTo>
                <a:lnTo>
                  <a:pt x="17194" y="49347"/>
                </a:lnTo>
                <a:lnTo>
                  <a:pt x="17028" y="48536"/>
                </a:lnTo>
                <a:lnTo>
                  <a:pt x="17906" y="51899"/>
                </a:lnTo>
                <a:lnTo>
                  <a:pt x="17658" y="51120"/>
                </a:lnTo>
                <a:lnTo>
                  <a:pt x="18834" y="54350"/>
                </a:lnTo>
                <a:lnTo>
                  <a:pt x="18520" y="53604"/>
                </a:lnTo>
                <a:lnTo>
                  <a:pt x="20010" y="56686"/>
                </a:lnTo>
                <a:lnTo>
                  <a:pt x="19630" y="55974"/>
                </a:lnTo>
                <a:lnTo>
                  <a:pt x="21385" y="58872"/>
                </a:lnTo>
                <a:lnTo>
                  <a:pt x="20938" y="58226"/>
                </a:lnTo>
                <a:lnTo>
                  <a:pt x="22976" y="60926"/>
                </a:lnTo>
                <a:lnTo>
                  <a:pt x="22462" y="60314"/>
                </a:lnTo>
                <a:lnTo>
                  <a:pt x="24731" y="62815"/>
                </a:lnTo>
                <a:lnTo>
                  <a:pt x="24184" y="62268"/>
                </a:lnTo>
                <a:lnTo>
                  <a:pt x="26686" y="64538"/>
                </a:lnTo>
                <a:lnTo>
                  <a:pt x="26073" y="64024"/>
                </a:lnTo>
                <a:lnTo>
                  <a:pt x="28774" y="66061"/>
                </a:lnTo>
                <a:lnTo>
                  <a:pt x="28110" y="65614"/>
                </a:lnTo>
                <a:lnTo>
                  <a:pt x="31026" y="67370"/>
                </a:lnTo>
                <a:lnTo>
                  <a:pt x="30314" y="66989"/>
                </a:lnTo>
                <a:lnTo>
                  <a:pt x="33396" y="68480"/>
                </a:lnTo>
                <a:lnTo>
                  <a:pt x="32649" y="68149"/>
                </a:lnTo>
                <a:lnTo>
                  <a:pt x="35879" y="69342"/>
                </a:lnTo>
                <a:lnTo>
                  <a:pt x="35101" y="69093"/>
                </a:lnTo>
                <a:lnTo>
                  <a:pt x="38464" y="69971"/>
                </a:lnTo>
                <a:lnTo>
                  <a:pt x="37652" y="69805"/>
                </a:lnTo>
                <a:lnTo>
                  <a:pt x="41147" y="70336"/>
                </a:lnTo>
                <a:lnTo>
                  <a:pt x="40319" y="70252"/>
                </a:lnTo>
                <a:lnTo>
                  <a:pt x="43914" y="70435"/>
                </a:lnTo>
                <a:lnTo>
                  <a:pt x="43085" y="70435"/>
                </a:lnTo>
                <a:lnTo>
                  <a:pt x="46680" y="70252"/>
                </a:lnTo>
                <a:lnTo>
                  <a:pt x="45853" y="70336"/>
                </a:lnTo>
                <a:lnTo>
                  <a:pt x="49348" y="69805"/>
                </a:lnTo>
                <a:lnTo>
                  <a:pt x="48536" y="69971"/>
                </a:lnTo>
                <a:lnTo>
                  <a:pt x="51899" y="69093"/>
                </a:lnTo>
                <a:lnTo>
                  <a:pt x="51120" y="69342"/>
                </a:lnTo>
                <a:lnTo>
                  <a:pt x="54351" y="68149"/>
                </a:lnTo>
                <a:lnTo>
                  <a:pt x="53604" y="68480"/>
                </a:lnTo>
                <a:lnTo>
                  <a:pt x="56686" y="66989"/>
                </a:lnTo>
                <a:lnTo>
                  <a:pt x="55974" y="67370"/>
                </a:lnTo>
                <a:lnTo>
                  <a:pt x="58872" y="65614"/>
                </a:lnTo>
                <a:lnTo>
                  <a:pt x="58226" y="66061"/>
                </a:lnTo>
                <a:lnTo>
                  <a:pt x="60927" y="64024"/>
                </a:lnTo>
                <a:lnTo>
                  <a:pt x="60314" y="64538"/>
                </a:lnTo>
                <a:lnTo>
                  <a:pt x="62815" y="62268"/>
                </a:lnTo>
                <a:lnTo>
                  <a:pt x="62268" y="62815"/>
                </a:lnTo>
                <a:lnTo>
                  <a:pt x="64538" y="60314"/>
                </a:lnTo>
                <a:lnTo>
                  <a:pt x="64024" y="60926"/>
                </a:lnTo>
                <a:lnTo>
                  <a:pt x="66061" y="58226"/>
                </a:lnTo>
                <a:lnTo>
                  <a:pt x="65615" y="58872"/>
                </a:lnTo>
                <a:lnTo>
                  <a:pt x="67370" y="55974"/>
                </a:lnTo>
                <a:lnTo>
                  <a:pt x="66990" y="56686"/>
                </a:lnTo>
                <a:lnTo>
                  <a:pt x="68480" y="53604"/>
                </a:lnTo>
                <a:lnTo>
                  <a:pt x="68148" y="54350"/>
                </a:lnTo>
                <a:lnTo>
                  <a:pt x="69341" y="51120"/>
                </a:lnTo>
                <a:lnTo>
                  <a:pt x="69093" y="51899"/>
                </a:lnTo>
                <a:lnTo>
                  <a:pt x="69972" y="48536"/>
                </a:lnTo>
                <a:lnTo>
                  <a:pt x="69788" y="49347"/>
                </a:lnTo>
                <a:lnTo>
                  <a:pt x="70335" y="45852"/>
                </a:lnTo>
                <a:lnTo>
                  <a:pt x="70252" y="46680"/>
                </a:lnTo>
                <a:lnTo>
                  <a:pt x="70435" y="43086"/>
                </a:lnTo>
                <a:lnTo>
                  <a:pt x="70435" y="43914"/>
                </a:lnTo>
                <a:lnTo>
                  <a:pt x="70252" y="40319"/>
                </a:lnTo>
                <a:lnTo>
                  <a:pt x="70335" y="41148"/>
                </a:lnTo>
                <a:lnTo>
                  <a:pt x="69788" y="37652"/>
                </a:lnTo>
                <a:lnTo>
                  <a:pt x="69972" y="38464"/>
                </a:lnTo>
                <a:lnTo>
                  <a:pt x="69093" y="35101"/>
                </a:lnTo>
                <a:lnTo>
                  <a:pt x="69341" y="35880"/>
                </a:lnTo>
                <a:lnTo>
                  <a:pt x="68148" y="32650"/>
                </a:lnTo>
                <a:lnTo>
                  <a:pt x="68480" y="33395"/>
                </a:lnTo>
                <a:lnTo>
                  <a:pt x="66990" y="30314"/>
                </a:lnTo>
                <a:lnTo>
                  <a:pt x="67370" y="31026"/>
                </a:lnTo>
                <a:lnTo>
                  <a:pt x="65615" y="28111"/>
                </a:lnTo>
                <a:lnTo>
                  <a:pt x="66061" y="28773"/>
                </a:lnTo>
                <a:lnTo>
                  <a:pt x="64024" y="26073"/>
                </a:lnTo>
                <a:lnTo>
                  <a:pt x="64538" y="26686"/>
                </a:lnTo>
                <a:lnTo>
                  <a:pt x="62268" y="24185"/>
                </a:lnTo>
                <a:lnTo>
                  <a:pt x="62815" y="24731"/>
                </a:lnTo>
                <a:lnTo>
                  <a:pt x="60314" y="22462"/>
                </a:lnTo>
                <a:lnTo>
                  <a:pt x="60927" y="22976"/>
                </a:lnTo>
                <a:lnTo>
                  <a:pt x="58226" y="20938"/>
                </a:lnTo>
                <a:lnTo>
                  <a:pt x="58872" y="21385"/>
                </a:lnTo>
                <a:lnTo>
                  <a:pt x="55974" y="19630"/>
                </a:lnTo>
                <a:lnTo>
                  <a:pt x="56686" y="20010"/>
                </a:lnTo>
                <a:lnTo>
                  <a:pt x="53604" y="18520"/>
                </a:lnTo>
                <a:lnTo>
                  <a:pt x="54351" y="18851"/>
                </a:lnTo>
                <a:lnTo>
                  <a:pt x="51120" y="17658"/>
                </a:lnTo>
                <a:lnTo>
                  <a:pt x="51899" y="17906"/>
                </a:lnTo>
                <a:lnTo>
                  <a:pt x="48536" y="17029"/>
                </a:lnTo>
                <a:lnTo>
                  <a:pt x="49348" y="17194"/>
                </a:lnTo>
                <a:lnTo>
                  <a:pt x="45853" y="16664"/>
                </a:lnTo>
                <a:lnTo>
                  <a:pt x="46680" y="16747"/>
                </a:lnTo>
                <a:lnTo>
                  <a:pt x="43085" y="16565"/>
                </a:lnTo>
                <a:lnTo>
                  <a:pt x="43914" y="16565"/>
                </a:lnTo>
                <a:lnTo>
                  <a:pt x="40319" y="16747"/>
                </a:lnTo>
                <a:lnTo>
                  <a:pt x="41147" y="16664"/>
                </a:lnTo>
                <a:lnTo>
                  <a:pt x="37652" y="17194"/>
                </a:lnTo>
                <a:lnTo>
                  <a:pt x="38464" y="17029"/>
                </a:lnTo>
                <a:lnTo>
                  <a:pt x="35101" y="17906"/>
                </a:lnTo>
                <a:lnTo>
                  <a:pt x="35879" y="17658"/>
                </a:lnTo>
                <a:lnTo>
                  <a:pt x="32649" y="18851"/>
                </a:lnTo>
                <a:lnTo>
                  <a:pt x="33396" y="18520"/>
                </a:lnTo>
                <a:lnTo>
                  <a:pt x="30314" y="20010"/>
                </a:lnTo>
                <a:lnTo>
                  <a:pt x="31026" y="19630"/>
                </a:lnTo>
                <a:lnTo>
                  <a:pt x="28110" y="21385"/>
                </a:lnTo>
                <a:lnTo>
                  <a:pt x="28774" y="20938"/>
                </a:lnTo>
                <a:lnTo>
                  <a:pt x="26073" y="22976"/>
                </a:lnTo>
                <a:lnTo>
                  <a:pt x="26686" y="22462"/>
                </a:lnTo>
                <a:lnTo>
                  <a:pt x="24184" y="24731"/>
                </a:lnTo>
                <a:lnTo>
                  <a:pt x="24731" y="24185"/>
                </a:lnTo>
                <a:lnTo>
                  <a:pt x="22462" y="26686"/>
                </a:lnTo>
                <a:lnTo>
                  <a:pt x="22976" y="26073"/>
                </a:lnTo>
                <a:lnTo>
                  <a:pt x="20938" y="28773"/>
                </a:lnTo>
                <a:lnTo>
                  <a:pt x="21385" y="28111"/>
                </a:lnTo>
                <a:lnTo>
                  <a:pt x="19630" y="31026"/>
                </a:lnTo>
                <a:lnTo>
                  <a:pt x="20010" y="30314"/>
                </a:lnTo>
                <a:lnTo>
                  <a:pt x="18520" y="33395"/>
                </a:lnTo>
                <a:lnTo>
                  <a:pt x="18834" y="32650"/>
                </a:lnTo>
                <a:lnTo>
                  <a:pt x="17658" y="35880"/>
                </a:lnTo>
                <a:lnTo>
                  <a:pt x="17906" y="35101"/>
                </a:lnTo>
                <a:lnTo>
                  <a:pt x="17028" y="38464"/>
                </a:lnTo>
                <a:lnTo>
                  <a:pt x="17194" y="37652"/>
                </a:lnTo>
                <a:lnTo>
                  <a:pt x="16664" y="41148"/>
                </a:lnTo>
                <a:lnTo>
                  <a:pt x="16748" y="40319"/>
                </a:lnTo>
                <a:lnTo>
                  <a:pt x="16565" y="4391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090A2A09-D65B-4479-8AFD-C975FEEA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857" y="2564900"/>
            <a:ext cx="70402" cy="70402"/>
          </a:xfrm>
          <a:custGeom xmlns:a="http://schemas.openxmlformats.org/drawingml/2006/main">
            <a:pathLst>
              <a:path w="70402" h="70402">
                <a:moveTo>
                  <a:pt x="166" y="34456"/>
                </a:moveTo>
                <a:cubicBezTo>
                  <a:pt x="0" y="15754"/>
                  <a:pt x="15753" y="0"/>
                  <a:pt x="35201" y="0"/>
                </a:cubicBezTo>
                <a:cubicBezTo>
                  <a:pt x="54648" y="0"/>
                  <a:pt x="70402" y="15754"/>
                  <a:pt x="70402" y="35201"/>
                </a:cubicBezTo>
                <a:cubicBezTo>
                  <a:pt x="70402" y="54649"/>
                  <a:pt x="54648" y="70402"/>
                  <a:pt x="35201" y="70402"/>
                </a:cubicBezTo>
                <a:cubicBezTo>
                  <a:pt x="15753" y="70402"/>
                  <a:pt x="0" y="54649"/>
                  <a:pt x="166" y="34456"/>
                </a:cubicBez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6225511E-A10B-488C-AAF5-EBDD395E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1558" y="2556600"/>
            <a:ext cx="87000" cy="87000"/>
          </a:xfrm>
          <a:custGeom xmlns:a="http://schemas.openxmlformats.org/drawingml/2006/main">
            <a:pathLst>
              <a:path w="87000" h="87000">
                <a:moveTo>
                  <a:pt x="232" y="39061"/>
                </a:moveTo>
                <a:lnTo>
                  <a:pt x="894" y="34737"/>
                </a:lnTo>
                <a:lnTo>
                  <a:pt x="1954" y="30579"/>
                </a:lnTo>
                <a:lnTo>
                  <a:pt x="3429" y="26571"/>
                </a:lnTo>
                <a:lnTo>
                  <a:pt x="5251" y="22761"/>
                </a:lnTo>
                <a:lnTo>
                  <a:pt x="7438" y="19183"/>
                </a:lnTo>
                <a:lnTo>
                  <a:pt x="9939" y="15837"/>
                </a:lnTo>
                <a:lnTo>
                  <a:pt x="12739" y="12738"/>
                </a:lnTo>
                <a:lnTo>
                  <a:pt x="15836" y="9939"/>
                </a:lnTo>
                <a:lnTo>
                  <a:pt x="19182" y="7438"/>
                </a:lnTo>
                <a:lnTo>
                  <a:pt x="22760" y="5268"/>
                </a:lnTo>
                <a:lnTo>
                  <a:pt x="26571" y="3429"/>
                </a:lnTo>
                <a:lnTo>
                  <a:pt x="30562" y="1955"/>
                </a:lnTo>
                <a:lnTo>
                  <a:pt x="34737" y="894"/>
                </a:lnTo>
                <a:lnTo>
                  <a:pt x="39060" y="232"/>
                </a:lnTo>
                <a:lnTo>
                  <a:pt x="43500" y="0"/>
                </a:lnTo>
                <a:lnTo>
                  <a:pt x="47940" y="232"/>
                </a:lnTo>
                <a:lnTo>
                  <a:pt x="52247" y="894"/>
                </a:lnTo>
                <a:lnTo>
                  <a:pt x="56421" y="1955"/>
                </a:lnTo>
                <a:lnTo>
                  <a:pt x="60429" y="3429"/>
                </a:lnTo>
                <a:lnTo>
                  <a:pt x="64240" y="5268"/>
                </a:lnTo>
                <a:lnTo>
                  <a:pt x="67818" y="7438"/>
                </a:lnTo>
                <a:lnTo>
                  <a:pt x="71164" y="9939"/>
                </a:lnTo>
                <a:lnTo>
                  <a:pt x="74261" y="12738"/>
                </a:lnTo>
                <a:lnTo>
                  <a:pt x="77061" y="15837"/>
                </a:lnTo>
                <a:lnTo>
                  <a:pt x="79562" y="19183"/>
                </a:lnTo>
                <a:lnTo>
                  <a:pt x="81732" y="22761"/>
                </a:lnTo>
                <a:lnTo>
                  <a:pt x="83571" y="26571"/>
                </a:lnTo>
                <a:lnTo>
                  <a:pt x="85029" y="30579"/>
                </a:lnTo>
                <a:lnTo>
                  <a:pt x="86106" y="34737"/>
                </a:lnTo>
                <a:lnTo>
                  <a:pt x="86768" y="39061"/>
                </a:lnTo>
                <a:lnTo>
                  <a:pt x="87000" y="43500"/>
                </a:lnTo>
                <a:lnTo>
                  <a:pt x="86768" y="47940"/>
                </a:lnTo>
                <a:lnTo>
                  <a:pt x="86106" y="52247"/>
                </a:lnTo>
                <a:lnTo>
                  <a:pt x="85029" y="56421"/>
                </a:lnTo>
                <a:lnTo>
                  <a:pt x="83571" y="60430"/>
                </a:lnTo>
                <a:lnTo>
                  <a:pt x="81732" y="64240"/>
                </a:lnTo>
                <a:lnTo>
                  <a:pt x="79562" y="67818"/>
                </a:lnTo>
                <a:lnTo>
                  <a:pt x="77061" y="71164"/>
                </a:lnTo>
                <a:lnTo>
                  <a:pt x="74261" y="74262"/>
                </a:lnTo>
                <a:lnTo>
                  <a:pt x="71164" y="77062"/>
                </a:lnTo>
                <a:lnTo>
                  <a:pt x="67818" y="79563"/>
                </a:lnTo>
                <a:lnTo>
                  <a:pt x="64240" y="81733"/>
                </a:lnTo>
                <a:lnTo>
                  <a:pt x="60429" y="83571"/>
                </a:lnTo>
                <a:lnTo>
                  <a:pt x="56421" y="85046"/>
                </a:lnTo>
                <a:lnTo>
                  <a:pt x="52247" y="86106"/>
                </a:lnTo>
                <a:lnTo>
                  <a:pt x="47940" y="86768"/>
                </a:lnTo>
                <a:lnTo>
                  <a:pt x="43500" y="87000"/>
                </a:lnTo>
                <a:lnTo>
                  <a:pt x="39060" y="86768"/>
                </a:lnTo>
                <a:lnTo>
                  <a:pt x="34737" y="86106"/>
                </a:lnTo>
                <a:lnTo>
                  <a:pt x="30562" y="85046"/>
                </a:lnTo>
                <a:lnTo>
                  <a:pt x="26571" y="83571"/>
                </a:lnTo>
                <a:lnTo>
                  <a:pt x="22760" y="81733"/>
                </a:lnTo>
                <a:lnTo>
                  <a:pt x="19182" y="79563"/>
                </a:lnTo>
                <a:lnTo>
                  <a:pt x="15836" y="77062"/>
                </a:lnTo>
                <a:lnTo>
                  <a:pt x="12739" y="74262"/>
                </a:lnTo>
                <a:lnTo>
                  <a:pt x="9939" y="71164"/>
                </a:lnTo>
                <a:lnTo>
                  <a:pt x="7438" y="67818"/>
                </a:lnTo>
                <a:lnTo>
                  <a:pt x="5251" y="64240"/>
                </a:lnTo>
                <a:lnTo>
                  <a:pt x="3429" y="60430"/>
                </a:lnTo>
                <a:lnTo>
                  <a:pt x="1954" y="56421"/>
                </a:lnTo>
                <a:lnTo>
                  <a:pt x="894" y="52247"/>
                </a:lnTo>
                <a:lnTo>
                  <a:pt x="232" y="47940"/>
                </a:lnTo>
                <a:lnTo>
                  <a:pt x="0" y="43500"/>
                </a:lnTo>
                <a:lnTo>
                  <a:pt x="232" y="39061"/>
                </a:lnTo>
                <a:moveTo>
                  <a:pt x="16565" y="43915"/>
                </a:moveTo>
                <a:lnTo>
                  <a:pt x="16565" y="43086"/>
                </a:lnTo>
                <a:lnTo>
                  <a:pt x="16748" y="46681"/>
                </a:lnTo>
                <a:lnTo>
                  <a:pt x="16665" y="45852"/>
                </a:lnTo>
                <a:lnTo>
                  <a:pt x="17194" y="49348"/>
                </a:lnTo>
                <a:lnTo>
                  <a:pt x="17028" y="48536"/>
                </a:lnTo>
                <a:lnTo>
                  <a:pt x="17906" y="51899"/>
                </a:lnTo>
                <a:lnTo>
                  <a:pt x="17658" y="51120"/>
                </a:lnTo>
                <a:lnTo>
                  <a:pt x="18834" y="54350"/>
                </a:lnTo>
                <a:lnTo>
                  <a:pt x="18520" y="53605"/>
                </a:lnTo>
                <a:lnTo>
                  <a:pt x="20010" y="56686"/>
                </a:lnTo>
                <a:lnTo>
                  <a:pt x="19630" y="55974"/>
                </a:lnTo>
                <a:lnTo>
                  <a:pt x="21385" y="58873"/>
                </a:lnTo>
                <a:lnTo>
                  <a:pt x="20938" y="58227"/>
                </a:lnTo>
                <a:lnTo>
                  <a:pt x="22976" y="60927"/>
                </a:lnTo>
                <a:lnTo>
                  <a:pt x="22462" y="60314"/>
                </a:lnTo>
                <a:lnTo>
                  <a:pt x="24732" y="62815"/>
                </a:lnTo>
                <a:lnTo>
                  <a:pt x="24184" y="62268"/>
                </a:lnTo>
                <a:lnTo>
                  <a:pt x="26686" y="64538"/>
                </a:lnTo>
                <a:lnTo>
                  <a:pt x="26073" y="64025"/>
                </a:lnTo>
                <a:lnTo>
                  <a:pt x="28774" y="66062"/>
                </a:lnTo>
                <a:lnTo>
                  <a:pt x="28110" y="65614"/>
                </a:lnTo>
                <a:lnTo>
                  <a:pt x="31026" y="67371"/>
                </a:lnTo>
                <a:lnTo>
                  <a:pt x="30314" y="66990"/>
                </a:lnTo>
                <a:lnTo>
                  <a:pt x="33396" y="68481"/>
                </a:lnTo>
                <a:lnTo>
                  <a:pt x="32649" y="68149"/>
                </a:lnTo>
                <a:lnTo>
                  <a:pt x="35879" y="69342"/>
                </a:lnTo>
                <a:lnTo>
                  <a:pt x="35101" y="69093"/>
                </a:lnTo>
                <a:lnTo>
                  <a:pt x="38464" y="69971"/>
                </a:lnTo>
                <a:lnTo>
                  <a:pt x="37652" y="69806"/>
                </a:lnTo>
                <a:lnTo>
                  <a:pt x="41147" y="70336"/>
                </a:lnTo>
                <a:lnTo>
                  <a:pt x="40319" y="70253"/>
                </a:lnTo>
                <a:lnTo>
                  <a:pt x="43914" y="70435"/>
                </a:lnTo>
                <a:lnTo>
                  <a:pt x="43086" y="70435"/>
                </a:lnTo>
                <a:lnTo>
                  <a:pt x="46680" y="70253"/>
                </a:lnTo>
                <a:lnTo>
                  <a:pt x="45853" y="70336"/>
                </a:lnTo>
                <a:lnTo>
                  <a:pt x="49348" y="69806"/>
                </a:lnTo>
                <a:lnTo>
                  <a:pt x="48536" y="69971"/>
                </a:lnTo>
                <a:lnTo>
                  <a:pt x="51899" y="69093"/>
                </a:lnTo>
                <a:lnTo>
                  <a:pt x="51120" y="69342"/>
                </a:lnTo>
                <a:lnTo>
                  <a:pt x="54351" y="68149"/>
                </a:lnTo>
                <a:lnTo>
                  <a:pt x="53604" y="68481"/>
                </a:lnTo>
                <a:lnTo>
                  <a:pt x="56686" y="66990"/>
                </a:lnTo>
                <a:lnTo>
                  <a:pt x="55974" y="67371"/>
                </a:lnTo>
                <a:lnTo>
                  <a:pt x="58872" y="65614"/>
                </a:lnTo>
                <a:lnTo>
                  <a:pt x="58226" y="66062"/>
                </a:lnTo>
                <a:lnTo>
                  <a:pt x="60927" y="64025"/>
                </a:lnTo>
                <a:lnTo>
                  <a:pt x="60314" y="64538"/>
                </a:lnTo>
                <a:lnTo>
                  <a:pt x="62815" y="62268"/>
                </a:lnTo>
                <a:lnTo>
                  <a:pt x="62268" y="62815"/>
                </a:lnTo>
                <a:lnTo>
                  <a:pt x="64538" y="60314"/>
                </a:lnTo>
                <a:lnTo>
                  <a:pt x="64024" y="60927"/>
                </a:lnTo>
                <a:lnTo>
                  <a:pt x="66061" y="58227"/>
                </a:lnTo>
                <a:lnTo>
                  <a:pt x="65615" y="58873"/>
                </a:lnTo>
                <a:lnTo>
                  <a:pt x="67370" y="55974"/>
                </a:lnTo>
                <a:lnTo>
                  <a:pt x="66990" y="56686"/>
                </a:lnTo>
                <a:lnTo>
                  <a:pt x="68480" y="53605"/>
                </a:lnTo>
                <a:lnTo>
                  <a:pt x="68148" y="54350"/>
                </a:lnTo>
                <a:lnTo>
                  <a:pt x="69341" y="51120"/>
                </a:lnTo>
                <a:lnTo>
                  <a:pt x="69093" y="51899"/>
                </a:lnTo>
                <a:lnTo>
                  <a:pt x="69972" y="48536"/>
                </a:lnTo>
                <a:lnTo>
                  <a:pt x="69788" y="49348"/>
                </a:lnTo>
                <a:lnTo>
                  <a:pt x="70335" y="45852"/>
                </a:lnTo>
                <a:lnTo>
                  <a:pt x="70252" y="46681"/>
                </a:lnTo>
                <a:lnTo>
                  <a:pt x="70435" y="43086"/>
                </a:lnTo>
                <a:lnTo>
                  <a:pt x="70435" y="43915"/>
                </a:lnTo>
                <a:lnTo>
                  <a:pt x="70252" y="40320"/>
                </a:lnTo>
                <a:lnTo>
                  <a:pt x="70335" y="41148"/>
                </a:lnTo>
                <a:lnTo>
                  <a:pt x="69788" y="37653"/>
                </a:lnTo>
                <a:lnTo>
                  <a:pt x="69972" y="38464"/>
                </a:lnTo>
                <a:lnTo>
                  <a:pt x="69093" y="35102"/>
                </a:lnTo>
                <a:lnTo>
                  <a:pt x="69341" y="35881"/>
                </a:lnTo>
                <a:lnTo>
                  <a:pt x="68148" y="32650"/>
                </a:lnTo>
                <a:lnTo>
                  <a:pt x="68480" y="33396"/>
                </a:lnTo>
                <a:lnTo>
                  <a:pt x="66990" y="30314"/>
                </a:lnTo>
                <a:lnTo>
                  <a:pt x="67370" y="31027"/>
                </a:lnTo>
                <a:lnTo>
                  <a:pt x="65615" y="28112"/>
                </a:lnTo>
                <a:lnTo>
                  <a:pt x="66061" y="28774"/>
                </a:lnTo>
                <a:lnTo>
                  <a:pt x="64024" y="26074"/>
                </a:lnTo>
                <a:lnTo>
                  <a:pt x="64538" y="26687"/>
                </a:lnTo>
                <a:lnTo>
                  <a:pt x="62268" y="24186"/>
                </a:lnTo>
                <a:lnTo>
                  <a:pt x="62815" y="24732"/>
                </a:lnTo>
                <a:lnTo>
                  <a:pt x="60314" y="22462"/>
                </a:lnTo>
                <a:lnTo>
                  <a:pt x="60927" y="22976"/>
                </a:lnTo>
                <a:lnTo>
                  <a:pt x="58226" y="20939"/>
                </a:lnTo>
                <a:lnTo>
                  <a:pt x="58872" y="21385"/>
                </a:lnTo>
                <a:lnTo>
                  <a:pt x="55974" y="19630"/>
                </a:lnTo>
                <a:lnTo>
                  <a:pt x="56686" y="20011"/>
                </a:lnTo>
                <a:lnTo>
                  <a:pt x="53604" y="18520"/>
                </a:lnTo>
                <a:lnTo>
                  <a:pt x="54351" y="18851"/>
                </a:lnTo>
                <a:lnTo>
                  <a:pt x="51120" y="17658"/>
                </a:lnTo>
                <a:lnTo>
                  <a:pt x="51899" y="17907"/>
                </a:lnTo>
                <a:lnTo>
                  <a:pt x="48536" y="17029"/>
                </a:lnTo>
                <a:lnTo>
                  <a:pt x="49348" y="17195"/>
                </a:lnTo>
                <a:lnTo>
                  <a:pt x="45853" y="16664"/>
                </a:lnTo>
                <a:lnTo>
                  <a:pt x="46680" y="16748"/>
                </a:lnTo>
                <a:lnTo>
                  <a:pt x="43086" y="16565"/>
                </a:lnTo>
                <a:lnTo>
                  <a:pt x="43914" y="16565"/>
                </a:lnTo>
                <a:lnTo>
                  <a:pt x="40319" y="16748"/>
                </a:lnTo>
                <a:lnTo>
                  <a:pt x="41147" y="16664"/>
                </a:lnTo>
                <a:lnTo>
                  <a:pt x="37652" y="17195"/>
                </a:lnTo>
                <a:lnTo>
                  <a:pt x="38464" y="17029"/>
                </a:lnTo>
                <a:lnTo>
                  <a:pt x="35101" y="17907"/>
                </a:lnTo>
                <a:lnTo>
                  <a:pt x="35879" y="17658"/>
                </a:lnTo>
                <a:lnTo>
                  <a:pt x="32649" y="18851"/>
                </a:lnTo>
                <a:lnTo>
                  <a:pt x="33396" y="18520"/>
                </a:lnTo>
                <a:lnTo>
                  <a:pt x="30314" y="20011"/>
                </a:lnTo>
                <a:lnTo>
                  <a:pt x="31026" y="19630"/>
                </a:lnTo>
                <a:lnTo>
                  <a:pt x="28110" y="21385"/>
                </a:lnTo>
                <a:lnTo>
                  <a:pt x="28774" y="20939"/>
                </a:lnTo>
                <a:lnTo>
                  <a:pt x="26073" y="22976"/>
                </a:lnTo>
                <a:lnTo>
                  <a:pt x="26686" y="22462"/>
                </a:lnTo>
                <a:lnTo>
                  <a:pt x="24184" y="24732"/>
                </a:lnTo>
                <a:lnTo>
                  <a:pt x="24732" y="24186"/>
                </a:lnTo>
                <a:lnTo>
                  <a:pt x="22462" y="26687"/>
                </a:lnTo>
                <a:lnTo>
                  <a:pt x="22976" y="26074"/>
                </a:lnTo>
                <a:lnTo>
                  <a:pt x="20938" y="28774"/>
                </a:lnTo>
                <a:lnTo>
                  <a:pt x="21385" y="28112"/>
                </a:lnTo>
                <a:lnTo>
                  <a:pt x="19630" y="31027"/>
                </a:lnTo>
                <a:lnTo>
                  <a:pt x="20010" y="30314"/>
                </a:lnTo>
                <a:lnTo>
                  <a:pt x="18520" y="33396"/>
                </a:lnTo>
                <a:lnTo>
                  <a:pt x="18834" y="32650"/>
                </a:lnTo>
                <a:lnTo>
                  <a:pt x="17658" y="35881"/>
                </a:lnTo>
                <a:lnTo>
                  <a:pt x="17906" y="35102"/>
                </a:lnTo>
                <a:lnTo>
                  <a:pt x="17028" y="38464"/>
                </a:lnTo>
                <a:lnTo>
                  <a:pt x="17194" y="37653"/>
                </a:lnTo>
                <a:lnTo>
                  <a:pt x="16665" y="41148"/>
                </a:lnTo>
                <a:lnTo>
                  <a:pt x="16748" y="40320"/>
                </a:lnTo>
                <a:lnTo>
                  <a:pt x="16565" y="4391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33EB5786-6501-4F2B-9CC5-4DF6BD15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722" y="2564900"/>
            <a:ext cx="70402" cy="70402"/>
          </a:xfrm>
          <a:custGeom xmlns:a="http://schemas.openxmlformats.org/drawingml/2006/main">
            <a:pathLst>
              <a:path w="70402" h="70402">
                <a:moveTo>
                  <a:pt x="496" y="34456"/>
                </a:moveTo>
                <a:cubicBezTo>
                  <a:pt x="0" y="15754"/>
                  <a:pt x="15753" y="0"/>
                  <a:pt x="35201" y="0"/>
                </a:cubicBezTo>
                <a:cubicBezTo>
                  <a:pt x="54647" y="0"/>
                  <a:pt x="70402" y="15754"/>
                  <a:pt x="70402" y="35201"/>
                </a:cubicBezTo>
                <a:cubicBezTo>
                  <a:pt x="70402" y="54649"/>
                  <a:pt x="54647" y="70402"/>
                  <a:pt x="35201" y="70402"/>
                </a:cubicBezTo>
                <a:cubicBezTo>
                  <a:pt x="15753" y="70402"/>
                  <a:pt x="0" y="54649"/>
                  <a:pt x="496" y="34456"/>
                </a:cubicBez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EB7414E9-0C65-4D8B-A08B-38C7A77E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5422" y="2556600"/>
            <a:ext cx="87001" cy="87000"/>
          </a:xfrm>
          <a:custGeom xmlns:a="http://schemas.openxmlformats.org/drawingml/2006/main">
            <a:pathLst>
              <a:path w="87001" h="87000">
                <a:moveTo>
                  <a:pt x="233" y="39061"/>
                </a:moveTo>
                <a:lnTo>
                  <a:pt x="895" y="34737"/>
                </a:lnTo>
                <a:lnTo>
                  <a:pt x="1955" y="30579"/>
                </a:lnTo>
                <a:lnTo>
                  <a:pt x="3430" y="26571"/>
                </a:lnTo>
                <a:lnTo>
                  <a:pt x="5251" y="22761"/>
                </a:lnTo>
                <a:lnTo>
                  <a:pt x="7438" y="19183"/>
                </a:lnTo>
                <a:lnTo>
                  <a:pt x="9940" y="15837"/>
                </a:lnTo>
                <a:lnTo>
                  <a:pt x="12740" y="12738"/>
                </a:lnTo>
                <a:lnTo>
                  <a:pt x="15836" y="9939"/>
                </a:lnTo>
                <a:lnTo>
                  <a:pt x="19183" y="7438"/>
                </a:lnTo>
                <a:lnTo>
                  <a:pt x="22761" y="5268"/>
                </a:lnTo>
                <a:lnTo>
                  <a:pt x="26570" y="3429"/>
                </a:lnTo>
                <a:lnTo>
                  <a:pt x="30580" y="1955"/>
                </a:lnTo>
                <a:lnTo>
                  <a:pt x="34737" y="894"/>
                </a:lnTo>
                <a:lnTo>
                  <a:pt x="39061" y="232"/>
                </a:lnTo>
                <a:lnTo>
                  <a:pt x="43501" y="0"/>
                </a:lnTo>
                <a:lnTo>
                  <a:pt x="47940" y="232"/>
                </a:lnTo>
                <a:lnTo>
                  <a:pt x="52247" y="894"/>
                </a:lnTo>
                <a:lnTo>
                  <a:pt x="56421" y="1955"/>
                </a:lnTo>
                <a:lnTo>
                  <a:pt x="60430" y="3429"/>
                </a:lnTo>
                <a:lnTo>
                  <a:pt x="64240" y="5268"/>
                </a:lnTo>
                <a:lnTo>
                  <a:pt x="67818" y="7438"/>
                </a:lnTo>
                <a:lnTo>
                  <a:pt x="71165" y="9939"/>
                </a:lnTo>
                <a:lnTo>
                  <a:pt x="74262" y="12738"/>
                </a:lnTo>
                <a:lnTo>
                  <a:pt x="77062" y="15837"/>
                </a:lnTo>
                <a:lnTo>
                  <a:pt x="79563" y="19183"/>
                </a:lnTo>
                <a:lnTo>
                  <a:pt x="81733" y="22761"/>
                </a:lnTo>
                <a:lnTo>
                  <a:pt x="83571" y="26571"/>
                </a:lnTo>
                <a:lnTo>
                  <a:pt x="85029" y="30579"/>
                </a:lnTo>
                <a:lnTo>
                  <a:pt x="86106" y="34737"/>
                </a:lnTo>
                <a:lnTo>
                  <a:pt x="86769" y="39061"/>
                </a:lnTo>
                <a:lnTo>
                  <a:pt x="87001" y="43500"/>
                </a:lnTo>
                <a:lnTo>
                  <a:pt x="86769" y="47940"/>
                </a:lnTo>
                <a:lnTo>
                  <a:pt x="86106" y="52247"/>
                </a:lnTo>
                <a:lnTo>
                  <a:pt x="85029" y="56421"/>
                </a:lnTo>
                <a:lnTo>
                  <a:pt x="83571" y="60430"/>
                </a:lnTo>
                <a:lnTo>
                  <a:pt x="81733" y="64240"/>
                </a:lnTo>
                <a:lnTo>
                  <a:pt x="79563" y="67818"/>
                </a:lnTo>
                <a:lnTo>
                  <a:pt x="77062" y="71164"/>
                </a:lnTo>
                <a:lnTo>
                  <a:pt x="74262" y="74262"/>
                </a:lnTo>
                <a:lnTo>
                  <a:pt x="71165" y="77062"/>
                </a:lnTo>
                <a:lnTo>
                  <a:pt x="67818" y="79563"/>
                </a:lnTo>
                <a:lnTo>
                  <a:pt x="64240" y="81733"/>
                </a:lnTo>
                <a:lnTo>
                  <a:pt x="60430" y="83571"/>
                </a:lnTo>
                <a:lnTo>
                  <a:pt x="56421" y="85046"/>
                </a:lnTo>
                <a:lnTo>
                  <a:pt x="52247" y="86106"/>
                </a:lnTo>
                <a:lnTo>
                  <a:pt x="47940" y="86768"/>
                </a:lnTo>
                <a:lnTo>
                  <a:pt x="43501" y="87000"/>
                </a:lnTo>
                <a:lnTo>
                  <a:pt x="39061" y="86768"/>
                </a:lnTo>
                <a:lnTo>
                  <a:pt x="34737" y="86106"/>
                </a:lnTo>
                <a:lnTo>
                  <a:pt x="30580" y="85046"/>
                </a:lnTo>
                <a:lnTo>
                  <a:pt x="26570" y="83571"/>
                </a:lnTo>
                <a:lnTo>
                  <a:pt x="22761" y="81733"/>
                </a:lnTo>
                <a:lnTo>
                  <a:pt x="19183" y="79563"/>
                </a:lnTo>
                <a:lnTo>
                  <a:pt x="15836" y="77062"/>
                </a:lnTo>
                <a:lnTo>
                  <a:pt x="12740" y="74262"/>
                </a:lnTo>
                <a:lnTo>
                  <a:pt x="9940" y="71164"/>
                </a:lnTo>
                <a:lnTo>
                  <a:pt x="7438" y="67818"/>
                </a:lnTo>
                <a:lnTo>
                  <a:pt x="5251" y="64240"/>
                </a:lnTo>
                <a:lnTo>
                  <a:pt x="3430" y="60430"/>
                </a:lnTo>
                <a:lnTo>
                  <a:pt x="1955" y="56421"/>
                </a:lnTo>
                <a:lnTo>
                  <a:pt x="895" y="52247"/>
                </a:lnTo>
                <a:lnTo>
                  <a:pt x="233" y="47940"/>
                </a:lnTo>
                <a:lnTo>
                  <a:pt x="0" y="43500"/>
                </a:lnTo>
                <a:lnTo>
                  <a:pt x="233" y="39061"/>
                </a:lnTo>
                <a:moveTo>
                  <a:pt x="16565" y="43915"/>
                </a:moveTo>
                <a:lnTo>
                  <a:pt x="16565" y="43086"/>
                </a:lnTo>
                <a:lnTo>
                  <a:pt x="16748" y="46681"/>
                </a:lnTo>
                <a:lnTo>
                  <a:pt x="16666" y="45852"/>
                </a:lnTo>
                <a:lnTo>
                  <a:pt x="17195" y="49348"/>
                </a:lnTo>
                <a:lnTo>
                  <a:pt x="17029" y="48536"/>
                </a:lnTo>
                <a:lnTo>
                  <a:pt x="17906" y="51899"/>
                </a:lnTo>
                <a:lnTo>
                  <a:pt x="17659" y="51120"/>
                </a:lnTo>
                <a:lnTo>
                  <a:pt x="18835" y="54350"/>
                </a:lnTo>
                <a:lnTo>
                  <a:pt x="18520" y="53605"/>
                </a:lnTo>
                <a:lnTo>
                  <a:pt x="20011" y="56686"/>
                </a:lnTo>
                <a:lnTo>
                  <a:pt x="19630" y="55974"/>
                </a:lnTo>
                <a:lnTo>
                  <a:pt x="21386" y="58873"/>
                </a:lnTo>
                <a:lnTo>
                  <a:pt x="20939" y="58227"/>
                </a:lnTo>
                <a:lnTo>
                  <a:pt x="22977" y="60927"/>
                </a:lnTo>
                <a:lnTo>
                  <a:pt x="22463" y="60314"/>
                </a:lnTo>
                <a:lnTo>
                  <a:pt x="24733" y="62815"/>
                </a:lnTo>
                <a:lnTo>
                  <a:pt x="24185" y="62268"/>
                </a:lnTo>
                <a:lnTo>
                  <a:pt x="26687" y="64538"/>
                </a:lnTo>
                <a:lnTo>
                  <a:pt x="26074" y="64025"/>
                </a:lnTo>
                <a:lnTo>
                  <a:pt x="28774" y="66062"/>
                </a:lnTo>
                <a:lnTo>
                  <a:pt x="28111" y="65614"/>
                </a:lnTo>
                <a:lnTo>
                  <a:pt x="31026" y="67371"/>
                </a:lnTo>
                <a:lnTo>
                  <a:pt x="30315" y="66990"/>
                </a:lnTo>
                <a:lnTo>
                  <a:pt x="33396" y="68481"/>
                </a:lnTo>
                <a:lnTo>
                  <a:pt x="32650" y="68149"/>
                </a:lnTo>
                <a:lnTo>
                  <a:pt x="35880" y="69342"/>
                </a:lnTo>
                <a:lnTo>
                  <a:pt x="35102" y="69093"/>
                </a:lnTo>
                <a:lnTo>
                  <a:pt x="38465" y="69971"/>
                </a:lnTo>
                <a:lnTo>
                  <a:pt x="37653" y="69806"/>
                </a:lnTo>
                <a:lnTo>
                  <a:pt x="41148" y="70336"/>
                </a:lnTo>
                <a:lnTo>
                  <a:pt x="40320" y="70253"/>
                </a:lnTo>
                <a:lnTo>
                  <a:pt x="43914" y="70435"/>
                </a:lnTo>
                <a:lnTo>
                  <a:pt x="43087" y="70435"/>
                </a:lnTo>
                <a:lnTo>
                  <a:pt x="46680" y="70253"/>
                </a:lnTo>
                <a:lnTo>
                  <a:pt x="45853" y="70336"/>
                </a:lnTo>
                <a:lnTo>
                  <a:pt x="49348" y="69806"/>
                </a:lnTo>
                <a:lnTo>
                  <a:pt x="48536" y="69971"/>
                </a:lnTo>
                <a:lnTo>
                  <a:pt x="51899" y="69093"/>
                </a:lnTo>
                <a:lnTo>
                  <a:pt x="51120" y="69342"/>
                </a:lnTo>
                <a:lnTo>
                  <a:pt x="54351" y="68149"/>
                </a:lnTo>
                <a:lnTo>
                  <a:pt x="53605" y="68481"/>
                </a:lnTo>
                <a:lnTo>
                  <a:pt x="56686" y="66990"/>
                </a:lnTo>
                <a:lnTo>
                  <a:pt x="55974" y="67371"/>
                </a:lnTo>
                <a:lnTo>
                  <a:pt x="58873" y="65614"/>
                </a:lnTo>
                <a:lnTo>
                  <a:pt x="58227" y="66062"/>
                </a:lnTo>
                <a:lnTo>
                  <a:pt x="60928" y="64025"/>
                </a:lnTo>
                <a:lnTo>
                  <a:pt x="60314" y="64538"/>
                </a:lnTo>
                <a:lnTo>
                  <a:pt x="62815" y="62268"/>
                </a:lnTo>
                <a:lnTo>
                  <a:pt x="62269" y="62815"/>
                </a:lnTo>
                <a:lnTo>
                  <a:pt x="64538" y="60314"/>
                </a:lnTo>
                <a:lnTo>
                  <a:pt x="64024" y="60927"/>
                </a:lnTo>
                <a:lnTo>
                  <a:pt x="66062" y="58227"/>
                </a:lnTo>
                <a:lnTo>
                  <a:pt x="65615" y="58873"/>
                </a:lnTo>
                <a:lnTo>
                  <a:pt x="67371" y="55974"/>
                </a:lnTo>
                <a:lnTo>
                  <a:pt x="66990" y="56686"/>
                </a:lnTo>
                <a:lnTo>
                  <a:pt x="68481" y="53605"/>
                </a:lnTo>
                <a:lnTo>
                  <a:pt x="68149" y="54350"/>
                </a:lnTo>
                <a:lnTo>
                  <a:pt x="69343" y="51120"/>
                </a:lnTo>
                <a:lnTo>
                  <a:pt x="69093" y="51899"/>
                </a:lnTo>
                <a:lnTo>
                  <a:pt x="69972" y="48536"/>
                </a:lnTo>
                <a:lnTo>
                  <a:pt x="69789" y="49348"/>
                </a:lnTo>
                <a:lnTo>
                  <a:pt x="70336" y="45852"/>
                </a:lnTo>
                <a:lnTo>
                  <a:pt x="70253" y="46681"/>
                </a:lnTo>
                <a:lnTo>
                  <a:pt x="70436" y="43086"/>
                </a:lnTo>
                <a:lnTo>
                  <a:pt x="70436" y="43915"/>
                </a:lnTo>
                <a:lnTo>
                  <a:pt x="70253" y="40320"/>
                </a:lnTo>
                <a:lnTo>
                  <a:pt x="70336" y="41148"/>
                </a:lnTo>
                <a:lnTo>
                  <a:pt x="69789" y="37653"/>
                </a:lnTo>
                <a:lnTo>
                  <a:pt x="69972" y="38464"/>
                </a:lnTo>
                <a:lnTo>
                  <a:pt x="69093" y="35102"/>
                </a:lnTo>
                <a:lnTo>
                  <a:pt x="69343" y="35881"/>
                </a:lnTo>
                <a:lnTo>
                  <a:pt x="68149" y="32650"/>
                </a:lnTo>
                <a:lnTo>
                  <a:pt x="68481" y="33396"/>
                </a:lnTo>
                <a:lnTo>
                  <a:pt x="66990" y="30314"/>
                </a:lnTo>
                <a:lnTo>
                  <a:pt x="67371" y="31027"/>
                </a:lnTo>
                <a:lnTo>
                  <a:pt x="65615" y="28112"/>
                </a:lnTo>
                <a:lnTo>
                  <a:pt x="66062" y="28774"/>
                </a:lnTo>
                <a:lnTo>
                  <a:pt x="64024" y="26074"/>
                </a:lnTo>
                <a:lnTo>
                  <a:pt x="64538" y="26687"/>
                </a:lnTo>
                <a:lnTo>
                  <a:pt x="62269" y="24186"/>
                </a:lnTo>
                <a:lnTo>
                  <a:pt x="62815" y="24732"/>
                </a:lnTo>
                <a:lnTo>
                  <a:pt x="60314" y="22462"/>
                </a:lnTo>
                <a:lnTo>
                  <a:pt x="60928" y="22976"/>
                </a:lnTo>
                <a:lnTo>
                  <a:pt x="58227" y="20939"/>
                </a:lnTo>
                <a:lnTo>
                  <a:pt x="58873" y="21385"/>
                </a:lnTo>
                <a:lnTo>
                  <a:pt x="55974" y="19630"/>
                </a:lnTo>
                <a:lnTo>
                  <a:pt x="56686" y="20011"/>
                </a:lnTo>
                <a:lnTo>
                  <a:pt x="53605" y="18520"/>
                </a:lnTo>
                <a:lnTo>
                  <a:pt x="54351" y="18851"/>
                </a:lnTo>
                <a:lnTo>
                  <a:pt x="51120" y="17658"/>
                </a:lnTo>
                <a:lnTo>
                  <a:pt x="51899" y="17907"/>
                </a:lnTo>
                <a:lnTo>
                  <a:pt x="48536" y="17029"/>
                </a:lnTo>
                <a:lnTo>
                  <a:pt x="49348" y="17195"/>
                </a:lnTo>
                <a:lnTo>
                  <a:pt x="45853" y="16664"/>
                </a:lnTo>
                <a:lnTo>
                  <a:pt x="46680" y="16748"/>
                </a:lnTo>
                <a:lnTo>
                  <a:pt x="43087" y="16565"/>
                </a:lnTo>
                <a:lnTo>
                  <a:pt x="43914" y="16565"/>
                </a:lnTo>
                <a:lnTo>
                  <a:pt x="40320" y="16748"/>
                </a:lnTo>
                <a:lnTo>
                  <a:pt x="41148" y="16664"/>
                </a:lnTo>
                <a:lnTo>
                  <a:pt x="37653" y="17195"/>
                </a:lnTo>
                <a:lnTo>
                  <a:pt x="38465" y="17029"/>
                </a:lnTo>
                <a:lnTo>
                  <a:pt x="35102" y="17907"/>
                </a:lnTo>
                <a:lnTo>
                  <a:pt x="35880" y="17658"/>
                </a:lnTo>
                <a:lnTo>
                  <a:pt x="32650" y="18851"/>
                </a:lnTo>
                <a:lnTo>
                  <a:pt x="33396" y="18520"/>
                </a:lnTo>
                <a:lnTo>
                  <a:pt x="30315" y="20011"/>
                </a:lnTo>
                <a:lnTo>
                  <a:pt x="31026" y="19630"/>
                </a:lnTo>
                <a:lnTo>
                  <a:pt x="28111" y="21385"/>
                </a:lnTo>
                <a:lnTo>
                  <a:pt x="28774" y="20939"/>
                </a:lnTo>
                <a:lnTo>
                  <a:pt x="26074" y="22976"/>
                </a:lnTo>
                <a:lnTo>
                  <a:pt x="26687" y="22462"/>
                </a:lnTo>
                <a:lnTo>
                  <a:pt x="24185" y="24732"/>
                </a:lnTo>
                <a:lnTo>
                  <a:pt x="24733" y="24186"/>
                </a:lnTo>
                <a:lnTo>
                  <a:pt x="22463" y="26687"/>
                </a:lnTo>
                <a:lnTo>
                  <a:pt x="22977" y="26074"/>
                </a:lnTo>
                <a:lnTo>
                  <a:pt x="20939" y="28774"/>
                </a:lnTo>
                <a:lnTo>
                  <a:pt x="21386" y="28112"/>
                </a:lnTo>
                <a:lnTo>
                  <a:pt x="19630" y="31027"/>
                </a:lnTo>
                <a:lnTo>
                  <a:pt x="20011" y="30314"/>
                </a:lnTo>
                <a:lnTo>
                  <a:pt x="18520" y="33396"/>
                </a:lnTo>
                <a:lnTo>
                  <a:pt x="18835" y="32650"/>
                </a:lnTo>
                <a:lnTo>
                  <a:pt x="17659" y="35881"/>
                </a:lnTo>
                <a:lnTo>
                  <a:pt x="17906" y="35102"/>
                </a:lnTo>
                <a:lnTo>
                  <a:pt x="17029" y="38464"/>
                </a:lnTo>
                <a:lnTo>
                  <a:pt x="17195" y="37653"/>
                </a:lnTo>
                <a:lnTo>
                  <a:pt x="16666" y="41148"/>
                </a:lnTo>
                <a:lnTo>
                  <a:pt x="16748" y="40320"/>
                </a:lnTo>
                <a:lnTo>
                  <a:pt x="16565" y="4391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16C6A0AC-ED50-4278-B0B2-1380A817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2864" y="2016591"/>
            <a:ext cx="2712554" cy="16565"/>
          </a:xfrm>
          <a:custGeom xmlns:a="http://schemas.openxmlformats.org/drawingml/2006/main">
            <a:pathLst>
              <a:path w="2712554" h="16565">
                <a:moveTo>
                  <a:pt x="2712554" y="0"/>
                </a:moveTo>
                <a:lnTo>
                  <a:pt x="2646293" y="0"/>
                </a:lnTo>
                <a:lnTo>
                  <a:pt x="2646293" y="16565"/>
                </a:lnTo>
                <a:lnTo>
                  <a:pt x="2712554" y="16565"/>
                </a:lnTo>
                <a:lnTo>
                  <a:pt x="2712554" y="0"/>
                </a:lnTo>
                <a:moveTo>
                  <a:pt x="2596597" y="0"/>
                </a:moveTo>
                <a:lnTo>
                  <a:pt x="2530336" y="0"/>
                </a:lnTo>
                <a:lnTo>
                  <a:pt x="2530336" y="16565"/>
                </a:lnTo>
                <a:lnTo>
                  <a:pt x="2596597" y="16565"/>
                </a:lnTo>
                <a:lnTo>
                  <a:pt x="2596597" y="0"/>
                </a:lnTo>
                <a:moveTo>
                  <a:pt x="2480640" y="0"/>
                </a:moveTo>
                <a:lnTo>
                  <a:pt x="2414380" y="0"/>
                </a:lnTo>
                <a:lnTo>
                  <a:pt x="2414380" y="16565"/>
                </a:lnTo>
                <a:lnTo>
                  <a:pt x="2480640" y="16565"/>
                </a:lnTo>
                <a:lnTo>
                  <a:pt x="2480640" y="0"/>
                </a:lnTo>
                <a:moveTo>
                  <a:pt x="2364684" y="0"/>
                </a:moveTo>
                <a:lnTo>
                  <a:pt x="2298423" y="0"/>
                </a:lnTo>
                <a:lnTo>
                  <a:pt x="2298423" y="16565"/>
                </a:lnTo>
                <a:lnTo>
                  <a:pt x="2364684" y="16565"/>
                </a:lnTo>
                <a:lnTo>
                  <a:pt x="2364684" y="0"/>
                </a:lnTo>
                <a:moveTo>
                  <a:pt x="2248727" y="0"/>
                </a:moveTo>
                <a:lnTo>
                  <a:pt x="2182467" y="0"/>
                </a:lnTo>
                <a:lnTo>
                  <a:pt x="2182467" y="16565"/>
                </a:lnTo>
                <a:lnTo>
                  <a:pt x="2248727" y="16565"/>
                </a:lnTo>
                <a:lnTo>
                  <a:pt x="2248727" y="0"/>
                </a:lnTo>
                <a:moveTo>
                  <a:pt x="2132771" y="0"/>
                </a:moveTo>
                <a:lnTo>
                  <a:pt x="2066510" y="0"/>
                </a:lnTo>
                <a:lnTo>
                  <a:pt x="2066510" y="16565"/>
                </a:lnTo>
                <a:lnTo>
                  <a:pt x="2132771" y="16565"/>
                </a:lnTo>
                <a:lnTo>
                  <a:pt x="2132771" y="0"/>
                </a:lnTo>
                <a:moveTo>
                  <a:pt x="2016814" y="0"/>
                </a:moveTo>
                <a:lnTo>
                  <a:pt x="1950553" y="0"/>
                </a:lnTo>
                <a:lnTo>
                  <a:pt x="1950553" y="16565"/>
                </a:lnTo>
                <a:lnTo>
                  <a:pt x="2016814" y="16565"/>
                </a:lnTo>
                <a:lnTo>
                  <a:pt x="2016814" y="0"/>
                </a:lnTo>
                <a:moveTo>
                  <a:pt x="1900858" y="0"/>
                </a:moveTo>
                <a:lnTo>
                  <a:pt x="1834597" y="0"/>
                </a:lnTo>
                <a:lnTo>
                  <a:pt x="1834597" y="16565"/>
                </a:lnTo>
                <a:lnTo>
                  <a:pt x="1900858" y="16565"/>
                </a:lnTo>
                <a:lnTo>
                  <a:pt x="1900858" y="0"/>
                </a:lnTo>
                <a:moveTo>
                  <a:pt x="1784902" y="0"/>
                </a:moveTo>
                <a:lnTo>
                  <a:pt x="1718640" y="0"/>
                </a:lnTo>
                <a:lnTo>
                  <a:pt x="1718640" y="16565"/>
                </a:lnTo>
                <a:lnTo>
                  <a:pt x="1784902" y="16565"/>
                </a:lnTo>
                <a:lnTo>
                  <a:pt x="1784902" y="0"/>
                </a:lnTo>
                <a:moveTo>
                  <a:pt x="1668945" y="0"/>
                </a:moveTo>
                <a:lnTo>
                  <a:pt x="1602684" y="0"/>
                </a:lnTo>
                <a:lnTo>
                  <a:pt x="1602684" y="16565"/>
                </a:lnTo>
                <a:lnTo>
                  <a:pt x="1668945" y="16565"/>
                </a:lnTo>
                <a:lnTo>
                  <a:pt x="1668945" y="0"/>
                </a:lnTo>
                <a:moveTo>
                  <a:pt x="1552989" y="0"/>
                </a:moveTo>
                <a:lnTo>
                  <a:pt x="1486728" y="0"/>
                </a:lnTo>
                <a:lnTo>
                  <a:pt x="1486728" y="16565"/>
                </a:lnTo>
                <a:lnTo>
                  <a:pt x="1552989" y="16565"/>
                </a:lnTo>
                <a:lnTo>
                  <a:pt x="1552989" y="0"/>
                </a:lnTo>
                <a:moveTo>
                  <a:pt x="1437032" y="0"/>
                </a:moveTo>
                <a:lnTo>
                  <a:pt x="1370772" y="0"/>
                </a:lnTo>
                <a:lnTo>
                  <a:pt x="1370772" y="16565"/>
                </a:lnTo>
                <a:lnTo>
                  <a:pt x="1437032" y="16565"/>
                </a:lnTo>
                <a:lnTo>
                  <a:pt x="1437032" y="0"/>
                </a:lnTo>
                <a:moveTo>
                  <a:pt x="1321076" y="0"/>
                </a:moveTo>
                <a:lnTo>
                  <a:pt x="1254815" y="0"/>
                </a:lnTo>
                <a:lnTo>
                  <a:pt x="1254815" y="16565"/>
                </a:lnTo>
                <a:lnTo>
                  <a:pt x="1321076" y="16565"/>
                </a:lnTo>
                <a:lnTo>
                  <a:pt x="1321076" y="0"/>
                </a:lnTo>
                <a:moveTo>
                  <a:pt x="1205119" y="0"/>
                </a:moveTo>
                <a:lnTo>
                  <a:pt x="1138858" y="0"/>
                </a:lnTo>
                <a:lnTo>
                  <a:pt x="1138858" y="16565"/>
                </a:lnTo>
                <a:lnTo>
                  <a:pt x="1205119" y="16565"/>
                </a:lnTo>
                <a:lnTo>
                  <a:pt x="1205119" y="0"/>
                </a:lnTo>
                <a:moveTo>
                  <a:pt x="1089163" y="0"/>
                </a:moveTo>
                <a:lnTo>
                  <a:pt x="1022902" y="0"/>
                </a:lnTo>
                <a:lnTo>
                  <a:pt x="1022902" y="16565"/>
                </a:lnTo>
                <a:lnTo>
                  <a:pt x="1089163" y="16565"/>
                </a:lnTo>
                <a:lnTo>
                  <a:pt x="1089163" y="0"/>
                </a:lnTo>
                <a:moveTo>
                  <a:pt x="973206" y="0"/>
                </a:moveTo>
                <a:lnTo>
                  <a:pt x="906945" y="0"/>
                </a:lnTo>
                <a:lnTo>
                  <a:pt x="906945" y="16565"/>
                </a:lnTo>
                <a:lnTo>
                  <a:pt x="973206" y="16565"/>
                </a:lnTo>
                <a:lnTo>
                  <a:pt x="973206" y="0"/>
                </a:lnTo>
                <a:moveTo>
                  <a:pt x="857250" y="0"/>
                </a:moveTo>
                <a:lnTo>
                  <a:pt x="790989" y="0"/>
                </a:lnTo>
                <a:lnTo>
                  <a:pt x="790989" y="16565"/>
                </a:lnTo>
                <a:lnTo>
                  <a:pt x="857250" y="16565"/>
                </a:lnTo>
                <a:lnTo>
                  <a:pt x="857250" y="0"/>
                </a:lnTo>
                <a:moveTo>
                  <a:pt x="741293" y="0"/>
                </a:moveTo>
                <a:lnTo>
                  <a:pt x="675032" y="0"/>
                </a:lnTo>
                <a:lnTo>
                  <a:pt x="675032" y="16565"/>
                </a:lnTo>
                <a:lnTo>
                  <a:pt x="741293" y="16565"/>
                </a:lnTo>
                <a:lnTo>
                  <a:pt x="741293" y="0"/>
                </a:lnTo>
                <a:moveTo>
                  <a:pt x="625336" y="0"/>
                </a:moveTo>
                <a:lnTo>
                  <a:pt x="559076" y="0"/>
                </a:lnTo>
                <a:lnTo>
                  <a:pt x="559076" y="16565"/>
                </a:lnTo>
                <a:lnTo>
                  <a:pt x="625336" y="16565"/>
                </a:lnTo>
                <a:lnTo>
                  <a:pt x="625336" y="0"/>
                </a:lnTo>
                <a:moveTo>
                  <a:pt x="509380" y="0"/>
                </a:moveTo>
                <a:lnTo>
                  <a:pt x="443119" y="0"/>
                </a:lnTo>
                <a:lnTo>
                  <a:pt x="443119" y="16565"/>
                </a:lnTo>
                <a:lnTo>
                  <a:pt x="509380" y="16565"/>
                </a:lnTo>
                <a:lnTo>
                  <a:pt x="509380" y="0"/>
                </a:lnTo>
                <a:moveTo>
                  <a:pt x="393423" y="0"/>
                </a:moveTo>
                <a:lnTo>
                  <a:pt x="327163" y="0"/>
                </a:lnTo>
                <a:lnTo>
                  <a:pt x="327163" y="16565"/>
                </a:lnTo>
                <a:lnTo>
                  <a:pt x="393423" y="16565"/>
                </a:lnTo>
                <a:lnTo>
                  <a:pt x="393423" y="0"/>
                </a:lnTo>
                <a:moveTo>
                  <a:pt x="277467" y="0"/>
                </a:moveTo>
                <a:lnTo>
                  <a:pt x="211206" y="0"/>
                </a:lnTo>
                <a:lnTo>
                  <a:pt x="211206" y="16565"/>
                </a:lnTo>
                <a:lnTo>
                  <a:pt x="277467" y="16565"/>
                </a:lnTo>
                <a:lnTo>
                  <a:pt x="277467" y="0"/>
                </a:lnTo>
                <a:moveTo>
                  <a:pt x="161510" y="0"/>
                </a:moveTo>
                <a:lnTo>
                  <a:pt x="95249" y="0"/>
                </a:lnTo>
                <a:lnTo>
                  <a:pt x="95249" y="16565"/>
                </a:lnTo>
                <a:lnTo>
                  <a:pt x="161510" y="16565"/>
                </a:lnTo>
                <a:lnTo>
                  <a:pt x="161510" y="0"/>
                </a:lnTo>
                <a:moveTo>
                  <a:pt x="45554" y="0"/>
                </a:moveTo>
                <a:lnTo>
                  <a:pt x="0" y="0"/>
                </a:lnTo>
                <a:lnTo>
                  <a:pt x="0" y="16565"/>
                </a:lnTo>
                <a:lnTo>
                  <a:pt x="45554" y="16565"/>
                </a:lnTo>
                <a:lnTo>
                  <a:pt x="45554" y="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025CBD20-C8A8-47B3-901F-02286913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5923" y="2346239"/>
            <a:ext cx="151572" cy="198783"/>
          </a:xfrm>
          <a:custGeom xmlns:a="http://schemas.openxmlformats.org/drawingml/2006/main">
            <a:pathLst>
              <a:path w="151572" h="198783">
                <a:moveTo>
                  <a:pt x="85047" y="166182"/>
                </a:moveTo>
                <a:lnTo>
                  <a:pt x="111402" y="146089"/>
                </a:lnTo>
                <a:lnTo>
                  <a:pt x="137740" y="125995"/>
                </a:lnTo>
                <a:lnTo>
                  <a:pt x="151572" y="198783"/>
                </a:lnTo>
                <a:lnTo>
                  <a:pt x="85047" y="166182"/>
                </a:lnTo>
                <a:moveTo>
                  <a:pt x="66526" y="32600"/>
                </a:moveTo>
                <a:lnTo>
                  <a:pt x="40171" y="52694"/>
                </a:lnTo>
                <a:lnTo>
                  <a:pt x="13832" y="72771"/>
                </a:lnTo>
                <a:lnTo>
                  <a:pt x="0" y="0"/>
                </a:lnTo>
                <a:lnTo>
                  <a:pt x="66526" y="32600"/>
                </a:lnTo>
                <a:moveTo>
                  <a:pt x="124902" y="177464"/>
                </a:moveTo>
                <a:lnTo>
                  <a:pt x="114847" y="164294"/>
                </a:lnTo>
                <a:lnTo>
                  <a:pt x="128033" y="154239"/>
                </a:lnTo>
                <a:lnTo>
                  <a:pt x="138072" y="167408"/>
                </a:lnTo>
                <a:lnTo>
                  <a:pt x="124902" y="177464"/>
                </a:lnTo>
                <a:moveTo>
                  <a:pt x="104809" y="151108"/>
                </a:moveTo>
                <a:lnTo>
                  <a:pt x="94770" y="137938"/>
                </a:lnTo>
                <a:lnTo>
                  <a:pt x="107939" y="127900"/>
                </a:lnTo>
                <a:lnTo>
                  <a:pt x="117977" y="141069"/>
                </a:lnTo>
                <a:lnTo>
                  <a:pt x="104809" y="151108"/>
                </a:lnTo>
                <a:moveTo>
                  <a:pt x="84715" y="124769"/>
                </a:moveTo>
                <a:lnTo>
                  <a:pt x="74676" y="111600"/>
                </a:lnTo>
                <a:lnTo>
                  <a:pt x="87846" y="101545"/>
                </a:lnTo>
                <a:lnTo>
                  <a:pt x="97901" y="114731"/>
                </a:lnTo>
                <a:lnTo>
                  <a:pt x="84715" y="124769"/>
                </a:lnTo>
                <a:moveTo>
                  <a:pt x="64638" y="98431"/>
                </a:moveTo>
                <a:lnTo>
                  <a:pt x="54582" y="85245"/>
                </a:lnTo>
                <a:lnTo>
                  <a:pt x="67769" y="75206"/>
                </a:lnTo>
                <a:lnTo>
                  <a:pt x="77808" y="88376"/>
                </a:lnTo>
                <a:lnTo>
                  <a:pt x="64638" y="98431"/>
                </a:lnTo>
                <a:moveTo>
                  <a:pt x="44545" y="72075"/>
                </a:moveTo>
                <a:lnTo>
                  <a:pt x="34506" y="58906"/>
                </a:lnTo>
                <a:lnTo>
                  <a:pt x="47674" y="48867"/>
                </a:lnTo>
                <a:lnTo>
                  <a:pt x="57713" y="62037"/>
                </a:lnTo>
                <a:lnTo>
                  <a:pt x="44545" y="72075"/>
                </a:lnTo>
                <a:moveTo>
                  <a:pt x="24450" y="45737"/>
                </a:moveTo>
                <a:lnTo>
                  <a:pt x="14412" y="32567"/>
                </a:lnTo>
                <a:lnTo>
                  <a:pt x="27582" y="22512"/>
                </a:lnTo>
                <a:lnTo>
                  <a:pt x="37620" y="35681"/>
                </a:lnTo>
                <a:lnTo>
                  <a:pt x="24450" y="45737"/>
                </a:lnTo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96D8D541-BA5D-47FB-963A-B813AD67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1747" y="1696054"/>
            <a:ext cx="2677602" cy="235392"/>
          </a:xfrm>
          <a:custGeom xmlns:a="http://schemas.openxmlformats.org/drawingml/2006/main">
            <a:pathLst>
              <a:path w="2677602" h="235392">
                <a:moveTo>
                  <a:pt x="0" y="26670"/>
                </a:moveTo>
                <a:cubicBezTo>
                  <a:pt x="166" y="11745"/>
                  <a:pt x="11910" y="0"/>
                  <a:pt x="25842" y="828"/>
                </a:cubicBezTo>
                <a:lnTo>
                  <a:pt x="2649772" y="828"/>
                </a:lnTo>
                <a:cubicBezTo>
                  <a:pt x="2664946" y="0"/>
                  <a:pt x="2676690" y="11745"/>
                  <a:pt x="2677602" y="26670"/>
                </a:cubicBezTo>
                <a:lnTo>
                  <a:pt x="2677602" y="209550"/>
                </a:lnTo>
                <a:cubicBezTo>
                  <a:pt x="2676690" y="223482"/>
                  <a:pt x="2664946" y="235226"/>
                  <a:pt x="2649772" y="235392"/>
                </a:cubicBezTo>
                <a:lnTo>
                  <a:pt x="25842" y="235392"/>
                </a:lnTo>
                <a:cubicBezTo>
                  <a:pt x="11910" y="235226"/>
                  <a:pt x="166" y="223482"/>
                  <a:pt x="0" y="209550"/>
                </a:cubicBezTo>
                <a:lnTo>
                  <a:pt x="0" y="26670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DB0C6C37-4B49-44B4-A221-F50599D8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1747" y="2863074"/>
            <a:ext cx="2677602" cy="473765"/>
          </a:xfrm>
          <a:custGeom xmlns:a="http://schemas.openxmlformats.org/drawingml/2006/main">
            <a:pathLst>
              <a:path w="2677602" h="473765">
                <a:moveTo>
                  <a:pt x="0" y="52346"/>
                </a:moveTo>
                <a:cubicBezTo>
                  <a:pt x="166" y="23622"/>
                  <a:pt x="23788" y="0"/>
                  <a:pt x="53672" y="662"/>
                </a:cubicBezTo>
                <a:lnTo>
                  <a:pt x="2623930" y="662"/>
                </a:lnTo>
                <a:cubicBezTo>
                  <a:pt x="2653069" y="0"/>
                  <a:pt x="2676690" y="23622"/>
                  <a:pt x="2677602" y="52346"/>
                </a:cubicBezTo>
                <a:lnTo>
                  <a:pt x="2677602" y="420094"/>
                </a:lnTo>
                <a:cubicBezTo>
                  <a:pt x="2676690" y="449315"/>
                  <a:pt x="2653069" y="472937"/>
                  <a:pt x="2623930" y="473765"/>
                </a:cubicBezTo>
                <a:lnTo>
                  <a:pt x="53672" y="473765"/>
                </a:lnTo>
                <a:cubicBezTo>
                  <a:pt x="23788" y="472937"/>
                  <a:pt x="166" y="449315"/>
                  <a:pt x="0" y="420094"/>
                </a:cubicBezTo>
                <a:lnTo>
                  <a:pt x="0" y="52346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853E139C-7A5B-40B3-A95A-1A069C82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5094" y="563822"/>
            <a:ext cx="775251" cy="218661"/>
          </a:xfrm>
          <a:custGeom xmlns:a="http://schemas.openxmlformats.org/drawingml/2006/main">
            <a:pathLst>
              <a:path w="775251" h="218661">
                <a:moveTo>
                  <a:pt x="0" y="0"/>
                </a:moveTo>
                <a:lnTo>
                  <a:pt x="775251" y="0"/>
                </a:lnTo>
                <a:lnTo>
                  <a:pt x="775251" y="218661"/>
                </a:lnTo>
                <a:lnTo>
                  <a:pt x="0" y="218661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8CC8F68D-8668-4E63-8253-484B5D10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9271" y="590332"/>
            <a:ext cx="580922" cy="164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4" b="0" i="1">
                <a:solidFill>
                  <a:srgbClr val="008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4" b="0" i="1">
                <a:solidFill>
                  <a:srgbClr val="008000"/>
                </a:solidFill>
                <a:latin typeface="Arial"/>
                <a:ea typeface="Arial"/>
                <a:cs typeface="Arial"/>
              </a:defRPr>
            </a:pPr>
            <a:r>
              <a:rPr sz="1004" b="0" i="1">
                <a:solidFill>
                  <a:srgbClr val="008000"/>
                </a:solidFill>
                <a:latin typeface="Arial"/>
                <a:ea typeface="Arial"/>
                <a:cs typeface="Arial"/>
              </a:rPr>
              <a:t>Adapted  </a:t>
            </a:r>
          </a:p>
        </p:txBody>
      </p:sp>
      <p:sp>
        <p:nvSpPr>
          <p:cNvPr id="195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1297B27F-3F45-46C1-A87A-320B9456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8498" y="563822"/>
            <a:ext cx="775252" cy="218661"/>
          </a:xfrm>
          <a:custGeom xmlns:a="http://schemas.openxmlformats.org/drawingml/2006/main">
            <a:pathLst>
              <a:path w="775252" h="218661">
                <a:moveTo>
                  <a:pt x="0" y="0"/>
                </a:moveTo>
                <a:lnTo>
                  <a:pt x="775252" y="0"/>
                </a:lnTo>
                <a:lnTo>
                  <a:pt x="775252" y="218661"/>
                </a:lnTo>
                <a:lnTo>
                  <a:pt x="0" y="218661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D60FBBB6-0DB2-4CD6-84CA-A2BE72DF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22224" y="590332"/>
            <a:ext cx="542822" cy="164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4" b="0" i="1">
                <a:solidFill>
                  <a:srgbClr val="8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4" b="0" i="1">
                <a:solidFill>
                  <a:srgbClr val="800000"/>
                </a:solidFill>
                <a:latin typeface="Arial"/>
                <a:ea typeface="Arial"/>
                <a:cs typeface="Arial"/>
              </a:defRPr>
            </a:pPr>
            <a:r>
              <a:rPr sz="1004" b="0" i="1">
                <a:solidFill>
                  <a:srgbClr val="800000"/>
                </a:solidFill>
                <a:latin typeface="Arial"/>
                <a:ea typeface="Arial"/>
                <a:cs typeface="Arial"/>
              </a:rPr>
              <a:t>Reused  </a:t>
            </a:r>
          </a:p>
        </p:txBody>
      </p:sp>
      <p:sp>
        <p:nvSpPr>
          <p:cNvPr id="197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E89A9E39-ED9F-4B2B-BF4F-631C746A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5953" y="573281"/>
            <a:ext cx="428194" cy="143571"/>
          </a:xfrm>
          <a:custGeom xmlns:a="http://schemas.openxmlformats.org/drawingml/2006/main">
            <a:pathLst>
              <a:path w="428194" h="143571">
                <a:moveTo>
                  <a:pt x="362878" y="77343"/>
                </a:moveTo>
                <a:lnTo>
                  <a:pt x="361967" y="110457"/>
                </a:lnTo>
                <a:lnTo>
                  <a:pt x="361039" y="143571"/>
                </a:lnTo>
                <a:lnTo>
                  <a:pt x="428194" y="112296"/>
                </a:lnTo>
                <a:lnTo>
                  <a:pt x="362878" y="77343"/>
                </a:lnTo>
                <a:moveTo>
                  <a:pt x="0" y="961"/>
                </a:moveTo>
                <a:lnTo>
                  <a:pt x="182" y="4058"/>
                </a:lnTo>
                <a:lnTo>
                  <a:pt x="795" y="7587"/>
                </a:lnTo>
                <a:lnTo>
                  <a:pt x="1789" y="11032"/>
                </a:lnTo>
                <a:lnTo>
                  <a:pt x="3131" y="14379"/>
                </a:lnTo>
                <a:lnTo>
                  <a:pt x="4804" y="17642"/>
                </a:lnTo>
                <a:lnTo>
                  <a:pt x="6758" y="20806"/>
                </a:lnTo>
                <a:lnTo>
                  <a:pt x="9012" y="23870"/>
                </a:lnTo>
                <a:lnTo>
                  <a:pt x="11596" y="26935"/>
                </a:lnTo>
                <a:lnTo>
                  <a:pt x="17278" y="32617"/>
                </a:lnTo>
                <a:lnTo>
                  <a:pt x="24020" y="38166"/>
                </a:lnTo>
                <a:lnTo>
                  <a:pt x="31672" y="43517"/>
                </a:lnTo>
                <a:lnTo>
                  <a:pt x="40238" y="48735"/>
                </a:lnTo>
                <a:lnTo>
                  <a:pt x="49663" y="53787"/>
                </a:lnTo>
                <a:lnTo>
                  <a:pt x="59933" y="58724"/>
                </a:lnTo>
                <a:lnTo>
                  <a:pt x="70999" y="63527"/>
                </a:lnTo>
                <a:lnTo>
                  <a:pt x="82859" y="68182"/>
                </a:lnTo>
                <a:lnTo>
                  <a:pt x="95448" y="72705"/>
                </a:lnTo>
                <a:lnTo>
                  <a:pt x="108751" y="77078"/>
                </a:lnTo>
                <a:lnTo>
                  <a:pt x="122732" y="81302"/>
                </a:lnTo>
                <a:lnTo>
                  <a:pt x="137359" y="85360"/>
                </a:lnTo>
                <a:lnTo>
                  <a:pt x="152583" y="89253"/>
                </a:lnTo>
                <a:lnTo>
                  <a:pt x="168386" y="92947"/>
                </a:lnTo>
                <a:lnTo>
                  <a:pt x="184702" y="96476"/>
                </a:lnTo>
                <a:lnTo>
                  <a:pt x="201516" y="99789"/>
                </a:lnTo>
                <a:lnTo>
                  <a:pt x="218794" y="102903"/>
                </a:lnTo>
                <a:lnTo>
                  <a:pt x="236485" y="105802"/>
                </a:lnTo>
                <a:lnTo>
                  <a:pt x="254558" y="108469"/>
                </a:lnTo>
                <a:lnTo>
                  <a:pt x="272979" y="110904"/>
                </a:lnTo>
                <a:lnTo>
                  <a:pt x="291714" y="113091"/>
                </a:lnTo>
                <a:lnTo>
                  <a:pt x="310697" y="115012"/>
                </a:lnTo>
                <a:lnTo>
                  <a:pt x="329929" y="116669"/>
                </a:lnTo>
                <a:lnTo>
                  <a:pt x="349427" y="118060"/>
                </a:lnTo>
                <a:lnTo>
                  <a:pt x="394782" y="119650"/>
                </a:lnTo>
                <a:lnTo>
                  <a:pt x="395363" y="103102"/>
                </a:lnTo>
                <a:lnTo>
                  <a:pt x="350156" y="101512"/>
                </a:lnTo>
                <a:lnTo>
                  <a:pt x="350454" y="101528"/>
                </a:lnTo>
                <a:lnTo>
                  <a:pt x="331155" y="100153"/>
                </a:lnTo>
                <a:lnTo>
                  <a:pt x="331287" y="100170"/>
                </a:lnTo>
                <a:lnTo>
                  <a:pt x="312189" y="98513"/>
                </a:lnTo>
                <a:lnTo>
                  <a:pt x="312304" y="98530"/>
                </a:lnTo>
                <a:lnTo>
                  <a:pt x="293436" y="96608"/>
                </a:lnTo>
                <a:lnTo>
                  <a:pt x="293569" y="96625"/>
                </a:lnTo>
                <a:lnTo>
                  <a:pt x="274966" y="94455"/>
                </a:lnTo>
                <a:lnTo>
                  <a:pt x="275081" y="94471"/>
                </a:lnTo>
                <a:lnTo>
                  <a:pt x="256795" y="92053"/>
                </a:lnTo>
                <a:lnTo>
                  <a:pt x="256910" y="92086"/>
                </a:lnTo>
                <a:lnTo>
                  <a:pt x="238969" y="89436"/>
                </a:lnTo>
                <a:lnTo>
                  <a:pt x="239102" y="89452"/>
                </a:lnTo>
                <a:lnTo>
                  <a:pt x="221527" y="86570"/>
                </a:lnTo>
                <a:lnTo>
                  <a:pt x="221659" y="86603"/>
                </a:lnTo>
                <a:lnTo>
                  <a:pt x="204531" y="83505"/>
                </a:lnTo>
                <a:lnTo>
                  <a:pt x="204663" y="83538"/>
                </a:lnTo>
                <a:lnTo>
                  <a:pt x="187982" y="80242"/>
                </a:lnTo>
                <a:lnTo>
                  <a:pt x="188131" y="80258"/>
                </a:lnTo>
                <a:lnTo>
                  <a:pt x="171947" y="76780"/>
                </a:lnTo>
                <a:lnTo>
                  <a:pt x="172096" y="76813"/>
                </a:lnTo>
                <a:lnTo>
                  <a:pt x="156459" y="73135"/>
                </a:lnTo>
                <a:lnTo>
                  <a:pt x="156608" y="73168"/>
                </a:lnTo>
                <a:lnTo>
                  <a:pt x="141549" y="69325"/>
                </a:lnTo>
                <a:lnTo>
                  <a:pt x="141716" y="69375"/>
                </a:lnTo>
                <a:lnTo>
                  <a:pt x="127254" y="65366"/>
                </a:lnTo>
                <a:lnTo>
                  <a:pt x="127436" y="65416"/>
                </a:lnTo>
                <a:lnTo>
                  <a:pt x="113637" y="61242"/>
                </a:lnTo>
                <a:lnTo>
                  <a:pt x="113837" y="61308"/>
                </a:lnTo>
                <a:lnTo>
                  <a:pt x="100734" y="57001"/>
                </a:lnTo>
                <a:lnTo>
                  <a:pt x="100949" y="57067"/>
                </a:lnTo>
                <a:lnTo>
                  <a:pt x="88574" y="52628"/>
                </a:lnTo>
                <a:lnTo>
                  <a:pt x="88806" y="52727"/>
                </a:lnTo>
                <a:lnTo>
                  <a:pt x="77194" y="48155"/>
                </a:lnTo>
                <a:lnTo>
                  <a:pt x="77459" y="48271"/>
                </a:lnTo>
                <a:lnTo>
                  <a:pt x="66659" y="43583"/>
                </a:lnTo>
                <a:lnTo>
                  <a:pt x="66957" y="43716"/>
                </a:lnTo>
                <a:lnTo>
                  <a:pt x="57001" y="38945"/>
                </a:lnTo>
                <a:lnTo>
                  <a:pt x="57332" y="39110"/>
                </a:lnTo>
                <a:lnTo>
                  <a:pt x="48272" y="34240"/>
                </a:lnTo>
                <a:lnTo>
                  <a:pt x="48653" y="34456"/>
                </a:lnTo>
                <a:lnTo>
                  <a:pt x="40518" y="29503"/>
                </a:lnTo>
                <a:lnTo>
                  <a:pt x="40949" y="29801"/>
                </a:lnTo>
                <a:lnTo>
                  <a:pt x="33777" y="24765"/>
                </a:lnTo>
                <a:lnTo>
                  <a:pt x="34290" y="25162"/>
                </a:lnTo>
                <a:lnTo>
                  <a:pt x="28111" y="20077"/>
                </a:lnTo>
                <a:lnTo>
                  <a:pt x="28691" y="20607"/>
                </a:lnTo>
                <a:lnTo>
                  <a:pt x="23556" y="15472"/>
                </a:lnTo>
                <a:lnTo>
                  <a:pt x="24036" y="16002"/>
                </a:lnTo>
                <a:lnTo>
                  <a:pt x="21866" y="13418"/>
                </a:lnTo>
                <a:lnTo>
                  <a:pt x="22214" y="13865"/>
                </a:lnTo>
                <a:lnTo>
                  <a:pt x="20310" y="11264"/>
                </a:lnTo>
                <a:lnTo>
                  <a:pt x="20658" y="11778"/>
                </a:lnTo>
                <a:lnTo>
                  <a:pt x="19050" y="9177"/>
                </a:lnTo>
                <a:lnTo>
                  <a:pt x="19381" y="9790"/>
                </a:lnTo>
                <a:lnTo>
                  <a:pt x="18040" y="7173"/>
                </a:lnTo>
                <a:lnTo>
                  <a:pt x="18371" y="7868"/>
                </a:lnTo>
                <a:lnTo>
                  <a:pt x="17311" y="5251"/>
                </a:lnTo>
                <a:lnTo>
                  <a:pt x="17593" y="6046"/>
                </a:lnTo>
                <a:lnTo>
                  <a:pt x="16830" y="3429"/>
                </a:lnTo>
                <a:lnTo>
                  <a:pt x="17030" y="4307"/>
                </a:lnTo>
                <a:lnTo>
                  <a:pt x="16582" y="1673"/>
                </a:lnTo>
                <a:lnTo>
                  <a:pt x="16681" y="2617"/>
                </a:lnTo>
                <a:lnTo>
                  <a:pt x="16532" y="0"/>
                </a:lnTo>
                <a:lnTo>
                  <a:pt x="0" y="961"/>
                </a:lnTo>
              </a:path>
            </a:pathLst>
          </a:custGeom>
          <a:solidFill xmlns:a="http://schemas.openxmlformats.org/drawingml/2006/main">
            <a:srgbClr val="8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path-219">
            <a:extLst xmlns:a="http://schemas.openxmlformats.org/drawingml/2006/main">
              <a:ext uri="{FF2B5EF4-FFF2-40B4-BE49-F238E27FC236}">
                <a16:creationId xmlns:a16="http://schemas.microsoft.com/office/drawing/2014/main" id="{105C8D4C-30DF-4B67-AA08-71497608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4226" y="632584"/>
            <a:ext cx="342353" cy="61805"/>
          </a:xfrm>
          <a:custGeom xmlns:a="http://schemas.openxmlformats.org/drawingml/2006/main">
            <a:pathLst>
              <a:path w="342353" h="61805">
                <a:moveTo>
                  <a:pt x="292475" y="61805"/>
                </a:moveTo>
                <a:lnTo>
                  <a:pt x="280548" y="30894"/>
                </a:lnTo>
                <a:lnTo>
                  <a:pt x="268604" y="0"/>
                </a:lnTo>
                <a:lnTo>
                  <a:pt x="342353" y="7024"/>
                </a:lnTo>
                <a:lnTo>
                  <a:pt x="292475" y="61805"/>
                </a:lnTo>
                <a:moveTo>
                  <a:pt x="314324" y="26720"/>
                </a:moveTo>
                <a:lnTo>
                  <a:pt x="298803" y="32501"/>
                </a:lnTo>
                <a:lnTo>
                  <a:pt x="293039" y="16963"/>
                </a:lnTo>
                <a:lnTo>
                  <a:pt x="308561" y="11198"/>
                </a:lnTo>
                <a:lnTo>
                  <a:pt x="314324" y="26720"/>
                </a:lnTo>
                <a:moveTo>
                  <a:pt x="283282" y="38266"/>
                </a:moveTo>
                <a:lnTo>
                  <a:pt x="279985" y="39491"/>
                </a:lnTo>
                <a:lnTo>
                  <a:pt x="265557" y="41910"/>
                </a:lnTo>
                <a:lnTo>
                  <a:pt x="262807" y="25576"/>
                </a:lnTo>
                <a:lnTo>
                  <a:pt x="276473" y="23274"/>
                </a:lnTo>
                <a:lnTo>
                  <a:pt x="274950" y="23688"/>
                </a:lnTo>
                <a:lnTo>
                  <a:pt x="277501" y="22727"/>
                </a:lnTo>
                <a:lnTo>
                  <a:pt x="283282" y="38266"/>
                </a:lnTo>
                <a:moveTo>
                  <a:pt x="248974" y="44461"/>
                </a:moveTo>
                <a:lnTo>
                  <a:pt x="234199" y="46548"/>
                </a:lnTo>
                <a:lnTo>
                  <a:pt x="232393" y="46764"/>
                </a:lnTo>
                <a:lnTo>
                  <a:pt x="230422" y="30331"/>
                </a:lnTo>
                <a:lnTo>
                  <a:pt x="232145" y="30115"/>
                </a:lnTo>
                <a:lnTo>
                  <a:pt x="231963" y="30149"/>
                </a:lnTo>
                <a:lnTo>
                  <a:pt x="246656" y="28061"/>
                </a:lnTo>
                <a:lnTo>
                  <a:pt x="248974" y="44461"/>
                </a:lnTo>
                <a:moveTo>
                  <a:pt x="215944" y="48751"/>
                </a:moveTo>
                <a:lnTo>
                  <a:pt x="208473" y="49646"/>
                </a:lnTo>
                <a:lnTo>
                  <a:pt x="199329" y="50557"/>
                </a:lnTo>
                <a:lnTo>
                  <a:pt x="197672" y="34075"/>
                </a:lnTo>
                <a:lnTo>
                  <a:pt x="206734" y="33163"/>
                </a:lnTo>
                <a:lnTo>
                  <a:pt x="206584" y="33180"/>
                </a:lnTo>
                <a:lnTo>
                  <a:pt x="213972" y="32302"/>
                </a:lnTo>
                <a:lnTo>
                  <a:pt x="215944" y="48751"/>
                </a:lnTo>
                <a:moveTo>
                  <a:pt x="182846" y="52230"/>
                </a:moveTo>
                <a:lnTo>
                  <a:pt x="180974" y="52412"/>
                </a:lnTo>
                <a:lnTo>
                  <a:pt x="166199" y="53655"/>
                </a:lnTo>
                <a:lnTo>
                  <a:pt x="164824" y="37156"/>
                </a:lnTo>
                <a:lnTo>
                  <a:pt x="179516" y="35913"/>
                </a:lnTo>
                <a:lnTo>
                  <a:pt x="179385" y="35930"/>
                </a:lnTo>
                <a:lnTo>
                  <a:pt x="181190" y="35748"/>
                </a:lnTo>
                <a:lnTo>
                  <a:pt x="182846" y="52230"/>
                </a:lnTo>
                <a:moveTo>
                  <a:pt x="149567" y="55030"/>
                </a:moveTo>
                <a:lnTo>
                  <a:pt x="133035" y="56156"/>
                </a:lnTo>
                <a:lnTo>
                  <a:pt x="131909" y="39624"/>
                </a:lnTo>
                <a:lnTo>
                  <a:pt x="148440" y="38498"/>
                </a:lnTo>
                <a:lnTo>
                  <a:pt x="149567" y="55030"/>
                </a:lnTo>
                <a:moveTo>
                  <a:pt x="116387" y="57216"/>
                </a:moveTo>
                <a:lnTo>
                  <a:pt x="99838" y="58094"/>
                </a:lnTo>
                <a:lnTo>
                  <a:pt x="98961" y="41546"/>
                </a:lnTo>
                <a:lnTo>
                  <a:pt x="115510" y="40668"/>
                </a:lnTo>
                <a:lnTo>
                  <a:pt x="116387" y="57216"/>
                </a:lnTo>
                <a:moveTo>
                  <a:pt x="83173" y="58873"/>
                </a:moveTo>
                <a:lnTo>
                  <a:pt x="66625" y="59519"/>
                </a:lnTo>
                <a:lnTo>
                  <a:pt x="65979" y="42953"/>
                </a:lnTo>
                <a:lnTo>
                  <a:pt x="82544" y="42324"/>
                </a:lnTo>
                <a:lnTo>
                  <a:pt x="83173" y="58873"/>
                </a:lnTo>
                <a:moveTo>
                  <a:pt x="49944" y="60032"/>
                </a:moveTo>
                <a:lnTo>
                  <a:pt x="33379" y="60413"/>
                </a:lnTo>
                <a:lnTo>
                  <a:pt x="32998" y="43864"/>
                </a:lnTo>
                <a:lnTo>
                  <a:pt x="49546" y="43467"/>
                </a:lnTo>
                <a:lnTo>
                  <a:pt x="49944" y="60032"/>
                </a:lnTo>
                <a:moveTo>
                  <a:pt x="16681" y="60678"/>
                </a:moveTo>
                <a:lnTo>
                  <a:pt x="133" y="60794"/>
                </a:lnTo>
                <a:lnTo>
                  <a:pt x="0" y="44246"/>
                </a:lnTo>
                <a:lnTo>
                  <a:pt x="16565" y="44113"/>
                </a:lnTo>
                <a:lnTo>
                  <a:pt x="16681" y="60678"/>
                </a:lnTo>
              </a:path>
            </a:pathLst>
          </a:custGeom>
          <a:solidFill xmlns:a="http://schemas.openxmlformats.org/drawingml/2006/main">
            <a:srgbClr val="00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8212D3D9-96F6-4986-989D-24233694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3630" y="837976"/>
            <a:ext cx="2712554" cy="16565"/>
          </a:xfrm>
          <a:custGeom xmlns:a="http://schemas.openxmlformats.org/drawingml/2006/main">
            <a:pathLst>
              <a:path w="2712554" h="16565">
                <a:moveTo>
                  <a:pt x="2712554" y="0"/>
                </a:moveTo>
                <a:lnTo>
                  <a:pt x="2646293" y="0"/>
                </a:lnTo>
                <a:lnTo>
                  <a:pt x="2646293" y="16565"/>
                </a:lnTo>
                <a:lnTo>
                  <a:pt x="2712554" y="16565"/>
                </a:lnTo>
                <a:lnTo>
                  <a:pt x="2712554" y="0"/>
                </a:lnTo>
                <a:moveTo>
                  <a:pt x="2596598" y="0"/>
                </a:moveTo>
                <a:lnTo>
                  <a:pt x="2530337" y="0"/>
                </a:lnTo>
                <a:lnTo>
                  <a:pt x="2530337" y="16565"/>
                </a:lnTo>
                <a:lnTo>
                  <a:pt x="2596598" y="16565"/>
                </a:lnTo>
                <a:lnTo>
                  <a:pt x="2596598" y="0"/>
                </a:lnTo>
                <a:moveTo>
                  <a:pt x="2480641" y="0"/>
                </a:moveTo>
                <a:lnTo>
                  <a:pt x="2414380" y="0"/>
                </a:lnTo>
                <a:lnTo>
                  <a:pt x="2414380" y="16565"/>
                </a:lnTo>
                <a:lnTo>
                  <a:pt x="2480641" y="16565"/>
                </a:lnTo>
                <a:lnTo>
                  <a:pt x="2480641" y="0"/>
                </a:lnTo>
                <a:moveTo>
                  <a:pt x="2364684" y="0"/>
                </a:moveTo>
                <a:lnTo>
                  <a:pt x="2298424" y="0"/>
                </a:lnTo>
                <a:lnTo>
                  <a:pt x="2298424" y="16565"/>
                </a:lnTo>
                <a:lnTo>
                  <a:pt x="2364684" y="16565"/>
                </a:lnTo>
                <a:lnTo>
                  <a:pt x="2364684" y="0"/>
                </a:lnTo>
                <a:moveTo>
                  <a:pt x="2248728" y="0"/>
                </a:moveTo>
                <a:lnTo>
                  <a:pt x="2182467" y="0"/>
                </a:lnTo>
                <a:lnTo>
                  <a:pt x="2182467" y="16565"/>
                </a:lnTo>
                <a:lnTo>
                  <a:pt x="2248728" y="16565"/>
                </a:lnTo>
                <a:lnTo>
                  <a:pt x="2248728" y="0"/>
                </a:lnTo>
                <a:moveTo>
                  <a:pt x="2132771" y="0"/>
                </a:moveTo>
                <a:lnTo>
                  <a:pt x="2066511" y="0"/>
                </a:lnTo>
                <a:lnTo>
                  <a:pt x="2066511" y="16565"/>
                </a:lnTo>
                <a:lnTo>
                  <a:pt x="2132771" y="16565"/>
                </a:lnTo>
                <a:lnTo>
                  <a:pt x="2132771" y="0"/>
                </a:lnTo>
                <a:moveTo>
                  <a:pt x="2016815" y="0"/>
                </a:moveTo>
                <a:lnTo>
                  <a:pt x="1950554" y="0"/>
                </a:lnTo>
                <a:lnTo>
                  <a:pt x="1950554" y="16565"/>
                </a:lnTo>
                <a:lnTo>
                  <a:pt x="2016815" y="16565"/>
                </a:lnTo>
                <a:lnTo>
                  <a:pt x="2016815" y="0"/>
                </a:lnTo>
                <a:moveTo>
                  <a:pt x="1900858" y="0"/>
                </a:moveTo>
                <a:lnTo>
                  <a:pt x="1834597" y="0"/>
                </a:lnTo>
                <a:lnTo>
                  <a:pt x="1834597" y="16565"/>
                </a:lnTo>
                <a:lnTo>
                  <a:pt x="1900858" y="16565"/>
                </a:lnTo>
                <a:lnTo>
                  <a:pt x="1900858" y="0"/>
                </a:lnTo>
                <a:moveTo>
                  <a:pt x="1784902" y="0"/>
                </a:moveTo>
                <a:lnTo>
                  <a:pt x="1718641" y="0"/>
                </a:lnTo>
                <a:lnTo>
                  <a:pt x="1718641" y="16565"/>
                </a:lnTo>
                <a:lnTo>
                  <a:pt x="1784902" y="16565"/>
                </a:lnTo>
                <a:lnTo>
                  <a:pt x="1784902" y="0"/>
                </a:lnTo>
                <a:moveTo>
                  <a:pt x="1668946" y="0"/>
                </a:moveTo>
                <a:lnTo>
                  <a:pt x="1602684" y="0"/>
                </a:lnTo>
                <a:lnTo>
                  <a:pt x="1602684" y="16565"/>
                </a:lnTo>
                <a:lnTo>
                  <a:pt x="1668946" y="16565"/>
                </a:lnTo>
                <a:lnTo>
                  <a:pt x="1668946" y="0"/>
                </a:lnTo>
                <a:moveTo>
                  <a:pt x="1552990" y="0"/>
                </a:moveTo>
                <a:lnTo>
                  <a:pt x="1486728" y="0"/>
                </a:lnTo>
                <a:lnTo>
                  <a:pt x="1486728" y="16565"/>
                </a:lnTo>
                <a:lnTo>
                  <a:pt x="1552990" y="16565"/>
                </a:lnTo>
                <a:lnTo>
                  <a:pt x="1552990" y="0"/>
                </a:lnTo>
                <a:moveTo>
                  <a:pt x="1437033" y="0"/>
                </a:moveTo>
                <a:lnTo>
                  <a:pt x="1370772" y="0"/>
                </a:lnTo>
                <a:lnTo>
                  <a:pt x="1370772" y="16565"/>
                </a:lnTo>
                <a:lnTo>
                  <a:pt x="1437033" y="16565"/>
                </a:lnTo>
                <a:lnTo>
                  <a:pt x="1437033" y="0"/>
                </a:lnTo>
                <a:moveTo>
                  <a:pt x="1321076" y="0"/>
                </a:moveTo>
                <a:lnTo>
                  <a:pt x="1254816" y="0"/>
                </a:lnTo>
                <a:lnTo>
                  <a:pt x="1254816" y="16565"/>
                </a:lnTo>
                <a:lnTo>
                  <a:pt x="1321076" y="16565"/>
                </a:lnTo>
                <a:lnTo>
                  <a:pt x="1321076" y="0"/>
                </a:lnTo>
                <a:moveTo>
                  <a:pt x="1205120" y="0"/>
                </a:moveTo>
                <a:lnTo>
                  <a:pt x="1138859" y="0"/>
                </a:lnTo>
                <a:lnTo>
                  <a:pt x="1138859" y="16565"/>
                </a:lnTo>
                <a:lnTo>
                  <a:pt x="1205120" y="16565"/>
                </a:lnTo>
                <a:lnTo>
                  <a:pt x="1205120" y="0"/>
                </a:lnTo>
                <a:moveTo>
                  <a:pt x="1089163" y="0"/>
                </a:moveTo>
                <a:lnTo>
                  <a:pt x="1022903" y="0"/>
                </a:lnTo>
                <a:lnTo>
                  <a:pt x="1022903" y="16565"/>
                </a:lnTo>
                <a:lnTo>
                  <a:pt x="1089163" y="16565"/>
                </a:lnTo>
                <a:lnTo>
                  <a:pt x="1089163" y="0"/>
                </a:lnTo>
                <a:moveTo>
                  <a:pt x="973207" y="0"/>
                </a:moveTo>
                <a:lnTo>
                  <a:pt x="906946" y="0"/>
                </a:lnTo>
                <a:lnTo>
                  <a:pt x="906946" y="16565"/>
                </a:lnTo>
                <a:lnTo>
                  <a:pt x="973207" y="16565"/>
                </a:lnTo>
                <a:lnTo>
                  <a:pt x="973207" y="0"/>
                </a:lnTo>
                <a:moveTo>
                  <a:pt x="857250" y="0"/>
                </a:moveTo>
                <a:lnTo>
                  <a:pt x="790989" y="0"/>
                </a:lnTo>
                <a:lnTo>
                  <a:pt x="790989" y="16565"/>
                </a:lnTo>
                <a:lnTo>
                  <a:pt x="857250" y="16565"/>
                </a:lnTo>
                <a:lnTo>
                  <a:pt x="857250" y="0"/>
                </a:lnTo>
                <a:moveTo>
                  <a:pt x="741294" y="0"/>
                </a:moveTo>
                <a:lnTo>
                  <a:pt x="675033" y="0"/>
                </a:lnTo>
                <a:lnTo>
                  <a:pt x="675033" y="16565"/>
                </a:lnTo>
                <a:lnTo>
                  <a:pt x="741294" y="16565"/>
                </a:lnTo>
                <a:lnTo>
                  <a:pt x="741294" y="0"/>
                </a:lnTo>
                <a:moveTo>
                  <a:pt x="625337" y="0"/>
                </a:moveTo>
                <a:lnTo>
                  <a:pt x="559076" y="0"/>
                </a:lnTo>
                <a:lnTo>
                  <a:pt x="559076" y="16565"/>
                </a:lnTo>
                <a:lnTo>
                  <a:pt x="625337" y="16565"/>
                </a:lnTo>
                <a:lnTo>
                  <a:pt x="625337" y="0"/>
                </a:lnTo>
                <a:moveTo>
                  <a:pt x="509380" y="0"/>
                </a:moveTo>
                <a:lnTo>
                  <a:pt x="443120" y="0"/>
                </a:lnTo>
                <a:lnTo>
                  <a:pt x="443120" y="16565"/>
                </a:lnTo>
                <a:lnTo>
                  <a:pt x="509380" y="16565"/>
                </a:lnTo>
                <a:lnTo>
                  <a:pt x="509380" y="0"/>
                </a:lnTo>
                <a:moveTo>
                  <a:pt x="393424" y="0"/>
                </a:moveTo>
                <a:lnTo>
                  <a:pt x="327163" y="0"/>
                </a:lnTo>
                <a:lnTo>
                  <a:pt x="327163" y="16565"/>
                </a:lnTo>
                <a:lnTo>
                  <a:pt x="393424" y="16565"/>
                </a:lnTo>
                <a:lnTo>
                  <a:pt x="393424" y="0"/>
                </a:lnTo>
                <a:moveTo>
                  <a:pt x="277467" y="0"/>
                </a:moveTo>
                <a:lnTo>
                  <a:pt x="211207" y="0"/>
                </a:lnTo>
                <a:lnTo>
                  <a:pt x="211207" y="16565"/>
                </a:lnTo>
                <a:lnTo>
                  <a:pt x="277467" y="16565"/>
                </a:lnTo>
                <a:lnTo>
                  <a:pt x="277467" y="0"/>
                </a:lnTo>
                <a:moveTo>
                  <a:pt x="161511" y="0"/>
                </a:moveTo>
                <a:lnTo>
                  <a:pt x="95250" y="0"/>
                </a:lnTo>
                <a:lnTo>
                  <a:pt x="95250" y="16565"/>
                </a:lnTo>
                <a:lnTo>
                  <a:pt x="161511" y="16565"/>
                </a:lnTo>
                <a:lnTo>
                  <a:pt x="161511" y="0"/>
                </a:lnTo>
                <a:moveTo>
                  <a:pt x="45554" y="0"/>
                </a:moveTo>
                <a:lnTo>
                  <a:pt x="0" y="0"/>
                </a:lnTo>
                <a:lnTo>
                  <a:pt x="0" y="16565"/>
                </a:lnTo>
                <a:lnTo>
                  <a:pt x="45554" y="16565"/>
                </a:lnTo>
                <a:lnTo>
                  <a:pt x="45554" y="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C952F436-92AB-4618-A770-0684C731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7893" y="489278"/>
            <a:ext cx="2722493" cy="2936184"/>
          </a:xfrm>
          <a:custGeom xmlns:a="http://schemas.openxmlformats.org/drawingml/2006/main">
            <a:pathLst>
              <a:path w="2722493" h="2936184">
                <a:moveTo>
                  <a:pt x="100" y="76200"/>
                </a:moveTo>
                <a:lnTo>
                  <a:pt x="414" y="72125"/>
                </a:lnTo>
                <a:lnTo>
                  <a:pt x="928" y="68100"/>
                </a:lnTo>
                <a:lnTo>
                  <a:pt x="1640" y="64074"/>
                </a:lnTo>
                <a:lnTo>
                  <a:pt x="3611" y="56438"/>
                </a:lnTo>
                <a:lnTo>
                  <a:pt x="6312" y="49050"/>
                </a:lnTo>
                <a:lnTo>
                  <a:pt x="9691" y="42026"/>
                </a:lnTo>
                <a:lnTo>
                  <a:pt x="13716" y="35417"/>
                </a:lnTo>
                <a:lnTo>
                  <a:pt x="18337" y="29221"/>
                </a:lnTo>
                <a:lnTo>
                  <a:pt x="23523" y="23523"/>
                </a:lnTo>
                <a:lnTo>
                  <a:pt x="29222" y="18338"/>
                </a:lnTo>
                <a:lnTo>
                  <a:pt x="35400" y="13716"/>
                </a:lnTo>
                <a:lnTo>
                  <a:pt x="42027" y="9691"/>
                </a:lnTo>
                <a:lnTo>
                  <a:pt x="49050" y="6311"/>
                </a:lnTo>
                <a:lnTo>
                  <a:pt x="56438" y="3611"/>
                </a:lnTo>
                <a:lnTo>
                  <a:pt x="64075" y="1640"/>
                </a:lnTo>
                <a:lnTo>
                  <a:pt x="68100" y="928"/>
                </a:lnTo>
                <a:lnTo>
                  <a:pt x="72125" y="414"/>
                </a:lnTo>
                <a:lnTo>
                  <a:pt x="76201" y="99"/>
                </a:lnTo>
                <a:lnTo>
                  <a:pt x="80259" y="0"/>
                </a:lnTo>
                <a:lnTo>
                  <a:pt x="2642234" y="0"/>
                </a:lnTo>
                <a:lnTo>
                  <a:pt x="2646293" y="99"/>
                </a:lnTo>
                <a:lnTo>
                  <a:pt x="2650369" y="414"/>
                </a:lnTo>
                <a:lnTo>
                  <a:pt x="2654393" y="928"/>
                </a:lnTo>
                <a:lnTo>
                  <a:pt x="2658419" y="1640"/>
                </a:lnTo>
                <a:lnTo>
                  <a:pt x="2666056" y="3611"/>
                </a:lnTo>
                <a:lnTo>
                  <a:pt x="2673444" y="6311"/>
                </a:lnTo>
                <a:lnTo>
                  <a:pt x="2680468" y="9691"/>
                </a:lnTo>
                <a:lnTo>
                  <a:pt x="2687077" y="13716"/>
                </a:lnTo>
                <a:lnTo>
                  <a:pt x="2693272" y="18338"/>
                </a:lnTo>
                <a:lnTo>
                  <a:pt x="2698971" y="23523"/>
                </a:lnTo>
                <a:lnTo>
                  <a:pt x="2704156" y="29221"/>
                </a:lnTo>
                <a:lnTo>
                  <a:pt x="2708777" y="35417"/>
                </a:lnTo>
                <a:lnTo>
                  <a:pt x="2712802" y="42026"/>
                </a:lnTo>
                <a:lnTo>
                  <a:pt x="2716182" y="49050"/>
                </a:lnTo>
                <a:lnTo>
                  <a:pt x="2718882" y="56438"/>
                </a:lnTo>
                <a:lnTo>
                  <a:pt x="2720853" y="64074"/>
                </a:lnTo>
                <a:lnTo>
                  <a:pt x="2721566" y="68100"/>
                </a:lnTo>
                <a:lnTo>
                  <a:pt x="2722079" y="72125"/>
                </a:lnTo>
                <a:lnTo>
                  <a:pt x="2722393" y="76200"/>
                </a:lnTo>
                <a:lnTo>
                  <a:pt x="2722493" y="80259"/>
                </a:lnTo>
                <a:lnTo>
                  <a:pt x="2722493" y="2855926"/>
                </a:lnTo>
                <a:lnTo>
                  <a:pt x="2722393" y="2859984"/>
                </a:lnTo>
                <a:lnTo>
                  <a:pt x="2722079" y="2864059"/>
                </a:lnTo>
                <a:lnTo>
                  <a:pt x="2721566" y="2868084"/>
                </a:lnTo>
                <a:lnTo>
                  <a:pt x="2720853" y="2872110"/>
                </a:lnTo>
                <a:lnTo>
                  <a:pt x="2718882" y="2879746"/>
                </a:lnTo>
                <a:lnTo>
                  <a:pt x="2716182" y="2887135"/>
                </a:lnTo>
                <a:lnTo>
                  <a:pt x="2712802" y="2894158"/>
                </a:lnTo>
                <a:lnTo>
                  <a:pt x="2708777" y="2900768"/>
                </a:lnTo>
                <a:lnTo>
                  <a:pt x="2704156" y="2906963"/>
                </a:lnTo>
                <a:lnTo>
                  <a:pt x="2698971" y="2912661"/>
                </a:lnTo>
                <a:lnTo>
                  <a:pt x="2693272" y="2917846"/>
                </a:lnTo>
                <a:lnTo>
                  <a:pt x="2687077" y="2922468"/>
                </a:lnTo>
                <a:lnTo>
                  <a:pt x="2680468" y="2926494"/>
                </a:lnTo>
                <a:lnTo>
                  <a:pt x="2673444" y="2929873"/>
                </a:lnTo>
                <a:lnTo>
                  <a:pt x="2666056" y="2932573"/>
                </a:lnTo>
                <a:lnTo>
                  <a:pt x="2658419" y="2934544"/>
                </a:lnTo>
                <a:lnTo>
                  <a:pt x="2654393" y="2935257"/>
                </a:lnTo>
                <a:lnTo>
                  <a:pt x="2650369" y="2935770"/>
                </a:lnTo>
                <a:lnTo>
                  <a:pt x="2646293" y="2936085"/>
                </a:lnTo>
                <a:lnTo>
                  <a:pt x="2642234" y="2936184"/>
                </a:lnTo>
                <a:lnTo>
                  <a:pt x="80259" y="2936184"/>
                </a:lnTo>
                <a:lnTo>
                  <a:pt x="76201" y="2936085"/>
                </a:lnTo>
                <a:lnTo>
                  <a:pt x="72125" y="2935770"/>
                </a:lnTo>
                <a:lnTo>
                  <a:pt x="68100" y="2935257"/>
                </a:lnTo>
                <a:lnTo>
                  <a:pt x="64075" y="2934544"/>
                </a:lnTo>
                <a:lnTo>
                  <a:pt x="56438" y="2932573"/>
                </a:lnTo>
                <a:lnTo>
                  <a:pt x="49050" y="2929873"/>
                </a:lnTo>
                <a:lnTo>
                  <a:pt x="42027" y="2926494"/>
                </a:lnTo>
                <a:lnTo>
                  <a:pt x="35400" y="2922468"/>
                </a:lnTo>
                <a:lnTo>
                  <a:pt x="29222" y="2917846"/>
                </a:lnTo>
                <a:lnTo>
                  <a:pt x="23523" y="2912661"/>
                </a:lnTo>
                <a:lnTo>
                  <a:pt x="18337" y="2906963"/>
                </a:lnTo>
                <a:lnTo>
                  <a:pt x="13716" y="2900768"/>
                </a:lnTo>
                <a:lnTo>
                  <a:pt x="9691" y="2894158"/>
                </a:lnTo>
                <a:lnTo>
                  <a:pt x="6312" y="2887135"/>
                </a:lnTo>
                <a:lnTo>
                  <a:pt x="3611" y="2879746"/>
                </a:lnTo>
                <a:lnTo>
                  <a:pt x="1640" y="2872110"/>
                </a:lnTo>
                <a:lnTo>
                  <a:pt x="928" y="2868084"/>
                </a:lnTo>
                <a:lnTo>
                  <a:pt x="414" y="2864059"/>
                </a:lnTo>
                <a:lnTo>
                  <a:pt x="100" y="2859984"/>
                </a:lnTo>
                <a:lnTo>
                  <a:pt x="0" y="2855926"/>
                </a:lnTo>
                <a:lnTo>
                  <a:pt x="0" y="80259"/>
                </a:lnTo>
                <a:lnTo>
                  <a:pt x="100" y="76200"/>
                </a:lnTo>
                <a:moveTo>
                  <a:pt x="9940" y="80457"/>
                </a:moveTo>
                <a:lnTo>
                  <a:pt x="9940" y="80325"/>
                </a:lnTo>
                <a:lnTo>
                  <a:pt x="9940" y="2855859"/>
                </a:lnTo>
                <a:lnTo>
                  <a:pt x="9940" y="2855727"/>
                </a:lnTo>
                <a:lnTo>
                  <a:pt x="10039" y="2859619"/>
                </a:lnTo>
                <a:lnTo>
                  <a:pt x="10022" y="2859354"/>
                </a:lnTo>
                <a:lnTo>
                  <a:pt x="10321" y="2863181"/>
                </a:lnTo>
                <a:lnTo>
                  <a:pt x="10287" y="2862933"/>
                </a:lnTo>
                <a:lnTo>
                  <a:pt x="10768" y="2866710"/>
                </a:lnTo>
                <a:lnTo>
                  <a:pt x="10735" y="2866461"/>
                </a:lnTo>
                <a:lnTo>
                  <a:pt x="11398" y="2870172"/>
                </a:lnTo>
                <a:lnTo>
                  <a:pt x="11315" y="2869808"/>
                </a:lnTo>
                <a:lnTo>
                  <a:pt x="13170" y="2877030"/>
                </a:lnTo>
                <a:lnTo>
                  <a:pt x="13020" y="2876566"/>
                </a:lnTo>
                <a:lnTo>
                  <a:pt x="15555" y="2883490"/>
                </a:lnTo>
                <a:lnTo>
                  <a:pt x="15373" y="2883026"/>
                </a:lnTo>
                <a:lnTo>
                  <a:pt x="18537" y="2889619"/>
                </a:lnTo>
                <a:lnTo>
                  <a:pt x="18305" y="2889205"/>
                </a:lnTo>
                <a:lnTo>
                  <a:pt x="22082" y="2895417"/>
                </a:lnTo>
                <a:lnTo>
                  <a:pt x="21817" y="2895020"/>
                </a:lnTo>
                <a:lnTo>
                  <a:pt x="26157" y="2900817"/>
                </a:lnTo>
                <a:lnTo>
                  <a:pt x="25859" y="2900453"/>
                </a:lnTo>
                <a:lnTo>
                  <a:pt x="30712" y="2905804"/>
                </a:lnTo>
                <a:lnTo>
                  <a:pt x="30381" y="2905472"/>
                </a:lnTo>
                <a:lnTo>
                  <a:pt x="35732" y="2910326"/>
                </a:lnTo>
                <a:lnTo>
                  <a:pt x="35367" y="2910028"/>
                </a:lnTo>
                <a:lnTo>
                  <a:pt x="41166" y="2914368"/>
                </a:lnTo>
                <a:lnTo>
                  <a:pt x="40767" y="2914103"/>
                </a:lnTo>
                <a:lnTo>
                  <a:pt x="46979" y="2917880"/>
                </a:lnTo>
                <a:lnTo>
                  <a:pt x="46565" y="2917648"/>
                </a:lnTo>
                <a:lnTo>
                  <a:pt x="53141" y="2920811"/>
                </a:lnTo>
                <a:lnTo>
                  <a:pt x="52695" y="2920629"/>
                </a:lnTo>
                <a:lnTo>
                  <a:pt x="59618" y="2923164"/>
                </a:lnTo>
                <a:lnTo>
                  <a:pt x="59155" y="2923015"/>
                </a:lnTo>
                <a:lnTo>
                  <a:pt x="66377" y="2924870"/>
                </a:lnTo>
                <a:lnTo>
                  <a:pt x="66013" y="2924787"/>
                </a:lnTo>
                <a:lnTo>
                  <a:pt x="69724" y="2925450"/>
                </a:lnTo>
                <a:lnTo>
                  <a:pt x="69475" y="2925417"/>
                </a:lnTo>
                <a:lnTo>
                  <a:pt x="73251" y="2925897"/>
                </a:lnTo>
                <a:lnTo>
                  <a:pt x="73004" y="2925864"/>
                </a:lnTo>
                <a:lnTo>
                  <a:pt x="76829" y="2926162"/>
                </a:lnTo>
                <a:lnTo>
                  <a:pt x="76564" y="2926146"/>
                </a:lnTo>
                <a:lnTo>
                  <a:pt x="80457" y="2926245"/>
                </a:lnTo>
                <a:lnTo>
                  <a:pt x="80324" y="2926245"/>
                </a:lnTo>
                <a:lnTo>
                  <a:pt x="2642169" y="2926245"/>
                </a:lnTo>
                <a:lnTo>
                  <a:pt x="2642036" y="2926245"/>
                </a:lnTo>
                <a:lnTo>
                  <a:pt x="2645913" y="2926146"/>
                </a:lnTo>
                <a:lnTo>
                  <a:pt x="2645664" y="2926162"/>
                </a:lnTo>
                <a:lnTo>
                  <a:pt x="2649491" y="2925864"/>
                </a:lnTo>
                <a:lnTo>
                  <a:pt x="2649242" y="2925897"/>
                </a:lnTo>
                <a:lnTo>
                  <a:pt x="2653019" y="2925417"/>
                </a:lnTo>
                <a:lnTo>
                  <a:pt x="2652770" y="2925450"/>
                </a:lnTo>
                <a:lnTo>
                  <a:pt x="2656482" y="2924787"/>
                </a:lnTo>
                <a:lnTo>
                  <a:pt x="2656116" y="2924870"/>
                </a:lnTo>
                <a:lnTo>
                  <a:pt x="2663339" y="2923015"/>
                </a:lnTo>
                <a:lnTo>
                  <a:pt x="2662876" y="2923164"/>
                </a:lnTo>
                <a:lnTo>
                  <a:pt x="2669799" y="2920629"/>
                </a:lnTo>
                <a:lnTo>
                  <a:pt x="2669336" y="2920811"/>
                </a:lnTo>
                <a:lnTo>
                  <a:pt x="2675928" y="2917648"/>
                </a:lnTo>
                <a:lnTo>
                  <a:pt x="2675515" y="2917880"/>
                </a:lnTo>
                <a:lnTo>
                  <a:pt x="2681726" y="2914103"/>
                </a:lnTo>
                <a:lnTo>
                  <a:pt x="2681329" y="2914368"/>
                </a:lnTo>
                <a:lnTo>
                  <a:pt x="2687127" y="2910028"/>
                </a:lnTo>
                <a:lnTo>
                  <a:pt x="2686762" y="2910326"/>
                </a:lnTo>
                <a:lnTo>
                  <a:pt x="2692113" y="2905472"/>
                </a:lnTo>
                <a:lnTo>
                  <a:pt x="2691782" y="2905804"/>
                </a:lnTo>
                <a:lnTo>
                  <a:pt x="2696635" y="2900453"/>
                </a:lnTo>
                <a:lnTo>
                  <a:pt x="2696337" y="2900817"/>
                </a:lnTo>
                <a:lnTo>
                  <a:pt x="2700677" y="2895020"/>
                </a:lnTo>
                <a:lnTo>
                  <a:pt x="2700412" y="2895417"/>
                </a:lnTo>
                <a:lnTo>
                  <a:pt x="2704188" y="2889205"/>
                </a:lnTo>
                <a:lnTo>
                  <a:pt x="2703956" y="2889619"/>
                </a:lnTo>
                <a:lnTo>
                  <a:pt x="2707120" y="2883026"/>
                </a:lnTo>
                <a:lnTo>
                  <a:pt x="2706938" y="2883490"/>
                </a:lnTo>
                <a:lnTo>
                  <a:pt x="2709473" y="2876566"/>
                </a:lnTo>
                <a:lnTo>
                  <a:pt x="2709325" y="2877030"/>
                </a:lnTo>
                <a:lnTo>
                  <a:pt x="2711180" y="2869808"/>
                </a:lnTo>
                <a:lnTo>
                  <a:pt x="2711097" y="2870172"/>
                </a:lnTo>
                <a:lnTo>
                  <a:pt x="2711759" y="2866461"/>
                </a:lnTo>
                <a:lnTo>
                  <a:pt x="2711725" y="2866710"/>
                </a:lnTo>
                <a:lnTo>
                  <a:pt x="2712206" y="2862933"/>
                </a:lnTo>
                <a:lnTo>
                  <a:pt x="2712174" y="2863181"/>
                </a:lnTo>
                <a:lnTo>
                  <a:pt x="2712471" y="2859354"/>
                </a:lnTo>
                <a:lnTo>
                  <a:pt x="2712454" y="2859619"/>
                </a:lnTo>
                <a:lnTo>
                  <a:pt x="2712554" y="2855727"/>
                </a:lnTo>
                <a:lnTo>
                  <a:pt x="2712554" y="2855859"/>
                </a:lnTo>
                <a:lnTo>
                  <a:pt x="2712554" y="80325"/>
                </a:lnTo>
                <a:lnTo>
                  <a:pt x="2712554" y="80457"/>
                </a:lnTo>
                <a:lnTo>
                  <a:pt x="2712454" y="76564"/>
                </a:lnTo>
                <a:lnTo>
                  <a:pt x="2712471" y="76830"/>
                </a:lnTo>
                <a:lnTo>
                  <a:pt x="2712174" y="73003"/>
                </a:lnTo>
                <a:lnTo>
                  <a:pt x="2712206" y="73251"/>
                </a:lnTo>
                <a:lnTo>
                  <a:pt x="2711725" y="69475"/>
                </a:lnTo>
                <a:lnTo>
                  <a:pt x="2711759" y="69723"/>
                </a:lnTo>
                <a:lnTo>
                  <a:pt x="2711097" y="66013"/>
                </a:lnTo>
                <a:lnTo>
                  <a:pt x="2711180" y="66377"/>
                </a:lnTo>
                <a:lnTo>
                  <a:pt x="2709325" y="59154"/>
                </a:lnTo>
                <a:lnTo>
                  <a:pt x="2709473" y="59618"/>
                </a:lnTo>
                <a:lnTo>
                  <a:pt x="2706938" y="52694"/>
                </a:lnTo>
                <a:lnTo>
                  <a:pt x="2707120" y="53158"/>
                </a:lnTo>
                <a:lnTo>
                  <a:pt x="2703956" y="46565"/>
                </a:lnTo>
                <a:lnTo>
                  <a:pt x="2704188" y="46979"/>
                </a:lnTo>
                <a:lnTo>
                  <a:pt x="2700412" y="40767"/>
                </a:lnTo>
                <a:lnTo>
                  <a:pt x="2700677" y="41165"/>
                </a:lnTo>
                <a:lnTo>
                  <a:pt x="2696337" y="35367"/>
                </a:lnTo>
                <a:lnTo>
                  <a:pt x="2696635" y="35731"/>
                </a:lnTo>
                <a:lnTo>
                  <a:pt x="2691782" y="30381"/>
                </a:lnTo>
                <a:lnTo>
                  <a:pt x="2692113" y="30712"/>
                </a:lnTo>
                <a:lnTo>
                  <a:pt x="2686762" y="25858"/>
                </a:lnTo>
                <a:lnTo>
                  <a:pt x="2687127" y="26156"/>
                </a:lnTo>
                <a:lnTo>
                  <a:pt x="2681329" y="21816"/>
                </a:lnTo>
                <a:lnTo>
                  <a:pt x="2681726" y="22081"/>
                </a:lnTo>
                <a:lnTo>
                  <a:pt x="2675515" y="18305"/>
                </a:lnTo>
                <a:lnTo>
                  <a:pt x="2675928" y="18537"/>
                </a:lnTo>
                <a:lnTo>
                  <a:pt x="2669336" y="15373"/>
                </a:lnTo>
                <a:lnTo>
                  <a:pt x="2669799" y="15555"/>
                </a:lnTo>
                <a:lnTo>
                  <a:pt x="2662876" y="13020"/>
                </a:lnTo>
                <a:lnTo>
                  <a:pt x="2663339" y="13169"/>
                </a:lnTo>
                <a:lnTo>
                  <a:pt x="2656116" y="11314"/>
                </a:lnTo>
                <a:lnTo>
                  <a:pt x="2656482" y="11397"/>
                </a:lnTo>
                <a:lnTo>
                  <a:pt x="2652770" y="10734"/>
                </a:lnTo>
                <a:lnTo>
                  <a:pt x="2653019" y="10768"/>
                </a:lnTo>
                <a:lnTo>
                  <a:pt x="2649242" y="10287"/>
                </a:lnTo>
                <a:lnTo>
                  <a:pt x="2649491" y="10320"/>
                </a:lnTo>
                <a:lnTo>
                  <a:pt x="2645664" y="10022"/>
                </a:lnTo>
                <a:lnTo>
                  <a:pt x="2645913" y="10038"/>
                </a:lnTo>
                <a:lnTo>
                  <a:pt x="2642036" y="9939"/>
                </a:lnTo>
                <a:lnTo>
                  <a:pt x="2642169" y="9939"/>
                </a:lnTo>
                <a:lnTo>
                  <a:pt x="80324" y="9939"/>
                </a:lnTo>
                <a:lnTo>
                  <a:pt x="80457" y="9939"/>
                </a:lnTo>
                <a:lnTo>
                  <a:pt x="76564" y="10038"/>
                </a:lnTo>
                <a:lnTo>
                  <a:pt x="76829" y="10022"/>
                </a:lnTo>
                <a:lnTo>
                  <a:pt x="73004" y="10320"/>
                </a:lnTo>
                <a:lnTo>
                  <a:pt x="73251" y="10287"/>
                </a:lnTo>
                <a:lnTo>
                  <a:pt x="69475" y="10768"/>
                </a:lnTo>
                <a:lnTo>
                  <a:pt x="69724" y="10734"/>
                </a:lnTo>
                <a:lnTo>
                  <a:pt x="66013" y="11397"/>
                </a:lnTo>
                <a:lnTo>
                  <a:pt x="66377" y="11314"/>
                </a:lnTo>
                <a:lnTo>
                  <a:pt x="59155" y="13169"/>
                </a:lnTo>
                <a:lnTo>
                  <a:pt x="59618" y="13020"/>
                </a:lnTo>
                <a:lnTo>
                  <a:pt x="52695" y="15555"/>
                </a:lnTo>
                <a:lnTo>
                  <a:pt x="53141" y="15373"/>
                </a:lnTo>
                <a:lnTo>
                  <a:pt x="46565" y="18537"/>
                </a:lnTo>
                <a:lnTo>
                  <a:pt x="46979" y="18305"/>
                </a:lnTo>
                <a:lnTo>
                  <a:pt x="40767" y="22081"/>
                </a:lnTo>
                <a:lnTo>
                  <a:pt x="41166" y="21816"/>
                </a:lnTo>
                <a:lnTo>
                  <a:pt x="35367" y="26156"/>
                </a:lnTo>
                <a:lnTo>
                  <a:pt x="35732" y="25858"/>
                </a:lnTo>
                <a:lnTo>
                  <a:pt x="30381" y="30712"/>
                </a:lnTo>
                <a:lnTo>
                  <a:pt x="30712" y="30381"/>
                </a:lnTo>
                <a:lnTo>
                  <a:pt x="25859" y="35731"/>
                </a:lnTo>
                <a:lnTo>
                  <a:pt x="26157" y="35367"/>
                </a:lnTo>
                <a:lnTo>
                  <a:pt x="21817" y="41165"/>
                </a:lnTo>
                <a:lnTo>
                  <a:pt x="22082" y="40767"/>
                </a:lnTo>
                <a:lnTo>
                  <a:pt x="18305" y="46979"/>
                </a:lnTo>
                <a:lnTo>
                  <a:pt x="18537" y="46565"/>
                </a:lnTo>
                <a:lnTo>
                  <a:pt x="15373" y="53158"/>
                </a:lnTo>
                <a:lnTo>
                  <a:pt x="15555" y="52694"/>
                </a:lnTo>
                <a:lnTo>
                  <a:pt x="13020" y="59618"/>
                </a:lnTo>
                <a:lnTo>
                  <a:pt x="13170" y="59154"/>
                </a:lnTo>
                <a:lnTo>
                  <a:pt x="11315" y="66377"/>
                </a:lnTo>
                <a:lnTo>
                  <a:pt x="11398" y="66013"/>
                </a:lnTo>
                <a:lnTo>
                  <a:pt x="10735" y="69723"/>
                </a:lnTo>
                <a:lnTo>
                  <a:pt x="10768" y="69475"/>
                </a:lnTo>
                <a:lnTo>
                  <a:pt x="10287" y="73251"/>
                </a:lnTo>
                <a:lnTo>
                  <a:pt x="10321" y="73003"/>
                </a:lnTo>
                <a:lnTo>
                  <a:pt x="10022" y="76830"/>
                </a:lnTo>
                <a:lnTo>
                  <a:pt x="10039" y="76564"/>
                </a:lnTo>
                <a:lnTo>
                  <a:pt x="9940" y="80457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E1F1756C-A689-4CE9-9DE8-72F0CFD0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91" y="398998"/>
            <a:ext cx="5430905" cy="165652"/>
          </a:xfrm>
          <a:custGeom xmlns:a="http://schemas.openxmlformats.org/drawingml/2006/main">
            <a:pathLst>
              <a:path w="5430905" h="165652">
                <a:moveTo>
                  <a:pt x="5265253" y="165652"/>
                </a:moveTo>
                <a:lnTo>
                  <a:pt x="5348079" y="82826"/>
                </a:lnTo>
                <a:lnTo>
                  <a:pt x="5265253" y="0"/>
                </a:lnTo>
                <a:lnTo>
                  <a:pt x="5430905" y="82826"/>
                </a:lnTo>
                <a:lnTo>
                  <a:pt x="5265253" y="165652"/>
                </a:lnTo>
                <a:moveTo>
                  <a:pt x="0" y="66261"/>
                </a:moveTo>
                <a:lnTo>
                  <a:pt x="5368786" y="66261"/>
                </a:lnTo>
                <a:lnTo>
                  <a:pt x="5368786" y="99391"/>
                </a:lnTo>
                <a:lnTo>
                  <a:pt x="0" y="99391"/>
                </a:lnTo>
                <a:lnTo>
                  <a:pt x="0" y="66261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6D74A0BB-6946-4CE5-836E-B06D3C01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186" y="2708023"/>
            <a:ext cx="1333914" cy="397317"/>
          </a:xfrm>
          <a:custGeom xmlns:a="http://schemas.openxmlformats.org/drawingml/2006/main">
            <a:pathLst>
              <a:path w="1333914" h="397317">
                <a:moveTo>
                  <a:pt x="68746" y="369454"/>
                </a:moveTo>
                <a:cubicBezTo>
                  <a:pt x="63776" y="387063"/>
                  <a:pt x="45472" y="397317"/>
                  <a:pt x="27863" y="392347"/>
                </a:cubicBezTo>
                <a:cubicBezTo>
                  <a:pt x="10254" y="387377"/>
                  <a:pt x="0" y="369073"/>
                  <a:pt x="4970" y="351464"/>
                </a:cubicBezTo>
                <a:cubicBezTo>
                  <a:pt x="9939" y="333855"/>
                  <a:pt x="28244" y="323601"/>
                  <a:pt x="45853" y="328571"/>
                </a:cubicBezTo>
                <a:cubicBezTo>
                  <a:pt x="63461" y="333540"/>
                  <a:pt x="73715" y="351845"/>
                  <a:pt x="68746" y="369454"/>
                </a:cubicBezTo>
                <a:moveTo>
                  <a:pt x="1234854" y="99391"/>
                </a:moveTo>
                <a:lnTo>
                  <a:pt x="1284219" y="49364"/>
                </a:lnTo>
                <a:lnTo>
                  <a:pt x="1234191" y="0"/>
                </a:lnTo>
                <a:lnTo>
                  <a:pt x="1333914" y="49033"/>
                </a:lnTo>
                <a:lnTo>
                  <a:pt x="1234854" y="99391"/>
                </a:lnTo>
                <a:moveTo>
                  <a:pt x="28956" y="357958"/>
                </a:moveTo>
                <a:lnTo>
                  <a:pt x="40900" y="320355"/>
                </a:lnTo>
                <a:lnTo>
                  <a:pt x="46797" y="311824"/>
                </a:lnTo>
                <a:lnTo>
                  <a:pt x="53025" y="304137"/>
                </a:lnTo>
                <a:lnTo>
                  <a:pt x="60099" y="296534"/>
                </a:lnTo>
                <a:lnTo>
                  <a:pt x="67984" y="289047"/>
                </a:lnTo>
                <a:lnTo>
                  <a:pt x="76648" y="281641"/>
                </a:lnTo>
                <a:lnTo>
                  <a:pt x="86106" y="274303"/>
                </a:lnTo>
                <a:lnTo>
                  <a:pt x="96310" y="267048"/>
                </a:lnTo>
                <a:lnTo>
                  <a:pt x="107277" y="259875"/>
                </a:lnTo>
                <a:lnTo>
                  <a:pt x="118972" y="252752"/>
                </a:lnTo>
                <a:lnTo>
                  <a:pt x="131395" y="245712"/>
                </a:lnTo>
                <a:lnTo>
                  <a:pt x="144531" y="238738"/>
                </a:lnTo>
                <a:lnTo>
                  <a:pt x="158364" y="231847"/>
                </a:lnTo>
                <a:lnTo>
                  <a:pt x="172874" y="225005"/>
                </a:lnTo>
                <a:lnTo>
                  <a:pt x="188065" y="218247"/>
                </a:lnTo>
                <a:lnTo>
                  <a:pt x="203918" y="211571"/>
                </a:lnTo>
                <a:lnTo>
                  <a:pt x="220400" y="204961"/>
                </a:lnTo>
                <a:lnTo>
                  <a:pt x="237529" y="198435"/>
                </a:lnTo>
                <a:lnTo>
                  <a:pt x="255253" y="192007"/>
                </a:lnTo>
                <a:lnTo>
                  <a:pt x="273591" y="185646"/>
                </a:lnTo>
                <a:lnTo>
                  <a:pt x="292525" y="179384"/>
                </a:lnTo>
                <a:lnTo>
                  <a:pt x="312022" y="173206"/>
                </a:lnTo>
                <a:lnTo>
                  <a:pt x="332083" y="167143"/>
                </a:lnTo>
                <a:lnTo>
                  <a:pt x="352690" y="161163"/>
                </a:lnTo>
                <a:lnTo>
                  <a:pt x="373811" y="155282"/>
                </a:lnTo>
                <a:lnTo>
                  <a:pt x="395461" y="149518"/>
                </a:lnTo>
                <a:lnTo>
                  <a:pt x="417609" y="143852"/>
                </a:lnTo>
                <a:lnTo>
                  <a:pt x="440254" y="138303"/>
                </a:lnTo>
                <a:lnTo>
                  <a:pt x="463362" y="132870"/>
                </a:lnTo>
                <a:lnTo>
                  <a:pt x="486934" y="127552"/>
                </a:lnTo>
                <a:lnTo>
                  <a:pt x="510938" y="122351"/>
                </a:lnTo>
                <a:lnTo>
                  <a:pt x="535388" y="117282"/>
                </a:lnTo>
                <a:lnTo>
                  <a:pt x="560235" y="112345"/>
                </a:lnTo>
                <a:lnTo>
                  <a:pt x="585481" y="107541"/>
                </a:lnTo>
                <a:lnTo>
                  <a:pt x="611124" y="102870"/>
                </a:lnTo>
                <a:lnTo>
                  <a:pt x="637131" y="98347"/>
                </a:lnTo>
                <a:lnTo>
                  <a:pt x="663487" y="93957"/>
                </a:lnTo>
                <a:lnTo>
                  <a:pt x="690190" y="89717"/>
                </a:lnTo>
                <a:lnTo>
                  <a:pt x="717224" y="85625"/>
                </a:lnTo>
                <a:lnTo>
                  <a:pt x="744557" y="81699"/>
                </a:lnTo>
                <a:lnTo>
                  <a:pt x="772187" y="77922"/>
                </a:lnTo>
                <a:lnTo>
                  <a:pt x="800116" y="74295"/>
                </a:lnTo>
                <a:lnTo>
                  <a:pt x="828294" y="70849"/>
                </a:lnTo>
                <a:lnTo>
                  <a:pt x="856736" y="67570"/>
                </a:lnTo>
                <a:lnTo>
                  <a:pt x="885394" y="64455"/>
                </a:lnTo>
                <a:lnTo>
                  <a:pt x="914301" y="61506"/>
                </a:lnTo>
                <a:lnTo>
                  <a:pt x="943405" y="58757"/>
                </a:lnTo>
                <a:lnTo>
                  <a:pt x="972693" y="56172"/>
                </a:lnTo>
                <a:lnTo>
                  <a:pt x="1002163" y="53787"/>
                </a:lnTo>
                <a:lnTo>
                  <a:pt x="1031797" y="51584"/>
                </a:lnTo>
                <a:lnTo>
                  <a:pt x="1061598" y="49579"/>
                </a:lnTo>
                <a:lnTo>
                  <a:pt x="1091515" y="47758"/>
                </a:lnTo>
                <a:lnTo>
                  <a:pt x="1121548" y="46151"/>
                </a:lnTo>
                <a:lnTo>
                  <a:pt x="1151696" y="44743"/>
                </a:lnTo>
                <a:lnTo>
                  <a:pt x="1181928" y="43533"/>
                </a:lnTo>
                <a:lnTo>
                  <a:pt x="1212226" y="42539"/>
                </a:lnTo>
                <a:lnTo>
                  <a:pt x="1242607" y="41761"/>
                </a:lnTo>
                <a:lnTo>
                  <a:pt x="1273020" y="41197"/>
                </a:lnTo>
                <a:lnTo>
                  <a:pt x="1296576" y="40999"/>
                </a:lnTo>
                <a:lnTo>
                  <a:pt x="1296708" y="57564"/>
                </a:lnTo>
                <a:lnTo>
                  <a:pt x="1273203" y="57763"/>
                </a:lnTo>
                <a:lnTo>
                  <a:pt x="1273285" y="57763"/>
                </a:lnTo>
                <a:lnTo>
                  <a:pt x="1242938" y="58326"/>
                </a:lnTo>
                <a:lnTo>
                  <a:pt x="1242988" y="58326"/>
                </a:lnTo>
                <a:lnTo>
                  <a:pt x="1212689" y="59105"/>
                </a:lnTo>
                <a:lnTo>
                  <a:pt x="1212739" y="59105"/>
                </a:lnTo>
                <a:lnTo>
                  <a:pt x="1182491" y="60082"/>
                </a:lnTo>
                <a:lnTo>
                  <a:pt x="1182557" y="60082"/>
                </a:lnTo>
                <a:lnTo>
                  <a:pt x="1152376" y="61291"/>
                </a:lnTo>
                <a:lnTo>
                  <a:pt x="1152442" y="61291"/>
                </a:lnTo>
                <a:lnTo>
                  <a:pt x="1122343" y="62699"/>
                </a:lnTo>
                <a:lnTo>
                  <a:pt x="1122409" y="62683"/>
                </a:lnTo>
                <a:lnTo>
                  <a:pt x="1092426" y="64306"/>
                </a:lnTo>
                <a:lnTo>
                  <a:pt x="1092476" y="64289"/>
                </a:lnTo>
                <a:lnTo>
                  <a:pt x="1062625" y="66112"/>
                </a:lnTo>
                <a:lnTo>
                  <a:pt x="1062675" y="66095"/>
                </a:lnTo>
                <a:lnTo>
                  <a:pt x="1032940" y="68099"/>
                </a:lnTo>
                <a:lnTo>
                  <a:pt x="1033007" y="68099"/>
                </a:lnTo>
                <a:lnTo>
                  <a:pt x="1003421" y="70303"/>
                </a:lnTo>
                <a:lnTo>
                  <a:pt x="1003488" y="70303"/>
                </a:lnTo>
                <a:lnTo>
                  <a:pt x="974068" y="72688"/>
                </a:lnTo>
                <a:lnTo>
                  <a:pt x="974118" y="72688"/>
                </a:lnTo>
                <a:lnTo>
                  <a:pt x="944880" y="75256"/>
                </a:lnTo>
                <a:lnTo>
                  <a:pt x="944930" y="75256"/>
                </a:lnTo>
                <a:lnTo>
                  <a:pt x="915891" y="78005"/>
                </a:lnTo>
                <a:lnTo>
                  <a:pt x="915940" y="77989"/>
                </a:lnTo>
                <a:lnTo>
                  <a:pt x="887100" y="80921"/>
                </a:lnTo>
                <a:lnTo>
                  <a:pt x="887167" y="80921"/>
                </a:lnTo>
                <a:lnTo>
                  <a:pt x="858542" y="84035"/>
                </a:lnTo>
                <a:lnTo>
                  <a:pt x="858608" y="84019"/>
                </a:lnTo>
                <a:lnTo>
                  <a:pt x="830215" y="87299"/>
                </a:lnTo>
                <a:lnTo>
                  <a:pt x="830282" y="87299"/>
                </a:lnTo>
                <a:lnTo>
                  <a:pt x="802154" y="90744"/>
                </a:lnTo>
                <a:lnTo>
                  <a:pt x="802204" y="90727"/>
                </a:lnTo>
                <a:lnTo>
                  <a:pt x="774358" y="94339"/>
                </a:lnTo>
                <a:lnTo>
                  <a:pt x="774408" y="94339"/>
                </a:lnTo>
                <a:lnTo>
                  <a:pt x="746826" y="98099"/>
                </a:lnTo>
                <a:lnTo>
                  <a:pt x="746892" y="98099"/>
                </a:lnTo>
                <a:lnTo>
                  <a:pt x="719609" y="102025"/>
                </a:lnTo>
                <a:lnTo>
                  <a:pt x="719676" y="102009"/>
                </a:lnTo>
                <a:lnTo>
                  <a:pt x="692708" y="106100"/>
                </a:lnTo>
                <a:lnTo>
                  <a:pt x="692758" y="106083"/>
                </a:lnTo>
                <a:lnTo>
                  <a:pt x="666120" y="110324"/>
                </a:lnTo>
                <a:lnTo>
                  <a:pt x="666187" y="110307"/>
                </a:lnTo>
                <a:lnTo>
                  <a:pt x="639881" y="114681"/>
                </a:lnTo>
                <a:lnTo>
                  <a:pt x="639947" y="114681"/>
                </a:lnTo>
                <a:lnTo>
                  <a:pt x="613990" y="119186"/>
                </a:lnTo>
                <a:lnTo>
                  <a:pt x="614056" y="119186"/>
                </a:lnTo>
                <a:lnTo>
                  <a:pt x="588479" y="123841"/>
                </a:lnTo>
                <a:lnTo>
                  <a:pt x="588545" y="123825"/>
                </a:lnTo>
                <a:lnTo>
                  <a:pt x="563366" y="128612"/>
                </a:lnTo>
                <a:lnTo>
                  <a:pt x="563433" y="128612"/>
                </a:lnTo>
                <a:lnTo>
                  <a:pt x="538635" y="133532"/>
                </a:lnTo>
                <a:lnTo>
                  <a:pt x="538717" y="133516"/>
                </a:lnTo>
                <a:lnTo>
                  <a:pt x="514333" y="138568"/>
                </a:lnTo>
                <a:lnTo>
                  <a:pt x="514416" y="138551"/>
                </a:lnTo>
                <a:lnTo>
                  <a:pt x="490463" y="143736"/>
                </a:lnTo>
                <a:lnTo>
                  <a:pt x="490545" y="143720"/>
                </a:lnTo>
                <a:lnTo>
                  <a:pt x="467040" y="149021"/>
                </a:lnTo>
                <a:lnTo>
                  <a:pt x="467123" y="149004"/>
                </a:lnTo>
                <a:lnTo>
                  <a:pt x="444081" y="154421"/>
                </a:lnTo>
                <a:lnTo>
                  <a:pt x="444163" y="154404"/>
                </a:lnTo>
                <a:lnTo>
                  <a:pt x="421601" y="159920"/>
                </a:lnTo>
                <a:lnTo>
                  <a:pt x="421684" y="159904"/>
                </a:lnTo>
                <a:lnTo>
                  <a:pt x="399603" y="165553"/>
                </a:lnTo>
                <a:lnTo>
                  <a:pt x="399685" y="165536"/>
                </a:lnTo>
                <a:lnTo>
                  <a:pt x="378118" y="171284"/>
                </a:lnTo>
                <a:lnTo>
                  <a:pt x="378217" y="171251"/>
                </a:lnTo>
                <a:lnTo>
                  <a:pt x="357163" y="177099"/>
                </a:lnTo>
                <a:lnTo>
                  <a:pt x="357262" y="177082"/>
                </a:lnTo>
                <a:lnTo>
                  <a:pt x="336738" y="183029"/>
                </a:lnTo>
                <a:lnTo>
                  <a:pt x="336837" y="182996"/>
                </a:lnTo>
                <a:lnTo>
                  <a:pt x="316876" y="189059"/>
                </a:lnTo>
                <a:lnTo>
                  <a:pt x="316976" y="189026"/>
                </a:lnTo>
                <a:lnTo>
                  <a:pt x="297577" y="195155"/>
                </a:lnTo>
                <a:lnTo>
                  <a:pt x="297677" y="195122"/>
                </a:lnTo>
                <a:lnTo>
                  <a:pt x="278859" y="201350"/>
                </a:lnTo>
                <a:lnTo>
                  <a:pt x="278975" y="201317"/>
                </a:lnTo>
                <a:lnTo>
                  <a:pt x="260736" y="207628"/>
                </a:lnTo>
                <a:lnTo>
                  <a:pt x="260852" y="207595"/>
                </a:lnTo>
                <a:lnTo>
                  <a:pt x="243244" y="213989"/>
                </a:lnTo>
                <a:lnTo>
                  <a:pt x="243360" y="213940"/>
                </a:lnTo>
                <a:lnTo>
                  <a:pt x="226364" y="220417"/>
                </a:lnTo>
                <a:lnTo>
                  <a:pt x="226496" y="220367"/>
                </a:lnTo>
                <a:lnTo>
                  <a:pt x="210146" y="226927"/>
                </a:lnTo>
                <a:lnTo>
                  <a:pt x="210279" y="226861"/>
                </a:lnTo>
                <a:lnTo>
                  <a:pt x="194575" y="233486"/>
                </a:lnTo>
                <a:lnTo>
                  <a:pt x="194724" y="233420"/>
                </a:lnTo>
                <a:lnTo>
                  <a:pt x="179699" y="240113"/>
                </a:lnTo>
                <a:lnTo>
                  <a:pt x="179849" y="240030"/>
                </a:lnTo>
                <a:lnTo>
                  <a:pt x="165503" y="246789"/>
                </a:lnTo>
                <a:lnTo>
                  <a:pt x="165669" y="246706"/>
                </a:lnTo>
                <a:lnTo>
                  <a:pt x="152019" y="253514"/>
                </a:lnTo>
                <a:lnTo>
                  <a:pt x="152201" y="253415"/>
                </a:lnTo>
                <a:lnTo>
                  <a:pt x="139264" y="260289"/>
                </a:lnTo>
                <a:lnTo>
                  <a:pt x="139463" y="260190"/>
                </a:lnTo>
                <a:lnTo>
                  <a:pt x="127254" y="267114"/>
                </a:lnTo>
                <a:lnTo>
                  <a:pt x="127470" y="266982"/>
                </a:lnTo>
                <a:lnTo>
                  <a:pt x="116006" y="273955"/>
                </a:lnTo>
                <a:lnTo>
                  <a:pt x="116238" y="273806"/>
                </a:lnTo>
                <a:lnTo>
                  <a:pt x="105521" y="280830"/>
                </a:lnTo>
                <a:lnTo>
                  <a:pt x="105785" y="280648"/>
                </a:lnTo>
                <a:lnTo>
                  <a:pt x="95830" y="287705"/>
                </a:lnTo>
                <a:lnTo>
                  <a:pt x="96111" y="287506"/>
                </a:lnTo>
                <a:lnTo>
                  <a:pt x="86968" y="294612"/>
                </a:lnTo>
                <a:lnTo>
                  <a:pt x="87265" y="294364"/>
                </a:lnTo>
                <a:lnTo>
                  <a:pt x="78917" y="301503"/>
                </a:lnTo>
                <a:lnTo>
                  <a:pt x="79231" y="301205"/>
                </a:lnTo>
                <a:lnTo>
                  <a:pt x="71694" y="308378"/>
                </a:lnTo>
                <a:lnTo>
                  <a:pt x="72059" y="308014"/>
                </a:lnTo>
                <a:lnTo>
                  <a:pt x="65350" y="315219"/>
                </a:lnTo>
                <a:lnTo>
                  <a:pt x="65714" y="314788"/>
                </a:lnTo>
                <a:lnTo>
                  <a:pt x="59850" y="322011"/>
                </a:lnTo>
                <a:lnTo>
                  <a:pt x="60248" y="321498"/>
                </a:lnTo>
                <a:lnTo>
                  <a:pt x="55245" y="328737"/>
                </a:lnTo>
                <a:lnTo>
                  <a:pt x="56322" y="326550"/>
                </a:lnTo>
                <a:lnTo>
                  <a:pt x="44759" y="362960"/>
                </a:lnTo>
                <a:lnTo>
                  <a:pt x="28956" y="357958"/>
                </a:lnTo>
              </a:path>
            </a:pathLst>
          </a:custGeom>
          <a:solidFill xmlns:a="http://schemas.openxmlformats.org/drawingml/2006/main">
            <a:srgbClr val="FF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D8B1DBDC-AC26-47A6-B091-5B2792DF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420" y="3068482"/>
            <a:ext cx="939248" cy="563217"/>
          </a:xfrm>
          <a:custGeom xmlns:a="http://schemas.openxmlformats.org/drawingml/2006/main">
            <a:pathLst>
              <a:path w="939248" h="563217">
                <a:moveTo>
                  <a:pt x="497" y="41745"/>
                </a:moveTo>
                <a:cubicBezTo>
                  <a:pt x="0" y="18537"/>
                  <a:pt x="18537" y="0"/>
                  <a:pt x="42241" y="0"/>
                </a:cubicBezTo>
                <a:lnTo>
                  <a:pt x="897007" y="0"/>
                </a:lnTo>
                <a:cubicBezTo>
                  <a:pt x="920711" y="0"/>
                  <a:pt x="939248" y="18537"/>
                  <a:pt x="938751" y="41745"/>
                </a:cubicBezTo>
                <a:lnTo>
                  <a:pt x="938751" y="522798"/>
                </a:lnTo>
                <a:cubicBezTo>
                  <a:pt x="939248" y="544680"/>
                  <a:pt x="920711" y="563217"/>
                  <a:pt x="897007" y="562555"/>
                </a:cubicBezTo>
                <a:lnTo>
                  <a:pt x="42241" y="562555"/>
                </a:lnTo>
                <a:cubicBezTo>
                  <a:pt x="18537" y="563217"/>
                  <a:pt x="0" y="544680"/>
                  <a:pt x="497" y="522798"/>
                </a:cubicBezTo>
                <a:lnTo>
                  <a:pt x="497" y="41745"/>
                </a:lnTo>
              </a:path>
            </a:pathLst>
          </a:custGeom>
          <a:solidFill xmlns:a="http://schemas.openxmlformats.org/drawingml/2006/main">
            <a:srgbClr val="DAE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df-path-225">
            <a:extLst xmlns:a="http://schemas.openxmlformats.org/drawingml/2006/main">
              <a:ext uri="{FF2B5EF4-FFF2-40B4-BE49-F238E27FC236}">
                <a16:creationId xmlns:a16="http://schemas.microsoft.com/office/drawing/2014/main" id="{ACFBD44F-C8A4-4C68-8745-488EB791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137" y="3060200"/>
            <a:ext cx="955813" cy="579783"/>
          </a:xfrm>
          <a:custGeom xmlns:a="http://schemas.openxmlformats.org/drawingml/2006/main">
            <a:pathLst>
              <a:path w="955813" h="579783">
                <a:moveTo>
                  <a:pt x="249" y="44610"/>
                </a:moveTo>
                <a:lnTo>
                  <a:pt x="994" y="39673"/>
                </a:lnTo>
                <a:lnTo>
                  <a:pt x="2220" y="34903"/>
                </a:lnTo>
                <a:lnTo>
                  <a:pt x="3893" y="30331"/>
                </a:lnTo>
                <a:lnTo>
                  <a:pt x="5997" y="25991"/>
                </a:lnTo>
                <a:lnTo>
                  <a:pt x="8481" y="21883"/>
                </a:lnTo>
                <a:lnTo>
                  <a:pt x="11331" y="18073"/>
                </a:lnTo>
                <a:lnTo>
                  <a:pt x="14544" y="14544"/>
                </a:lnTo>
                <a:lnTo>
                  <a:pt x="18073" y="11330"/>
                </a:lnTo>
                <a:lnTo>
                  <a:pt x="21883" y="8481"/>
                </a:lnTo>
                <a:lnTo>
                  <a:pt x="25991" y="5997"/>
                </a:lnTo>
                <a:lnTo>
                  <a:pt x="30331" y="3893"/>
                </a:lnTo>
                <a:lnTo>
                  <a:pt x="34903" y="2220"/>
                </a:lnTo>
                <a:lnTo>
                  <a:pt x="39674" y="994"/>
                </a:lnTo>
                <a:lnTo>
                  <a:pt x="44610" y="249"/>
                </a:lnTo>
                <a:lnTo>
                  <a:pt x="49464" y="0"/>
                </a:lnTo>
                <a:lnTo>
                  <a:pt x="906349" y="0"/>
                </a:lnTo>
                <a:lnTo>
                  <a:pt x="911202" y="249"/>
                </a:lnTo>
                <a:lnTo>
                  <a:pt x="916139" y="994"/>
                </a:lnTo>
                <a:lnTo>
                  <a:pt x="920910" y="2220"/>
                </a:lnTo>
                <a:lnTo>
                  <a:pt x="925482" y="3893"/>
                </a:lnTo>
                <a:lnTo>
                  <a:pt x="929822" y="5997"/>
                </a:lnTo>
                <a:lnTo>
                  <a:pt x="933930" y="8481"/>
                </a:lnTo>
                <a:lnTo>
                  <a:pt x="937740" y="11330"/>
                </a:lnTo>
                <a:lnTo>
                  <a:pt x="941269" y="14544"/>
                </a:lnTo>
                <a:lnTo>
                  <a:pt x="944482" y="18073"/>
                </a:lnTo>
                <a:lnTo>
                  <a:pt x="947331" y="21883"/>
                </a:lnTo>
                <a:lnTo>
                  <a:pt x="949816" y="25991"/>
                </a:lnTo>
                <a:lnTo>
                  <a:pt x="951920" y="30331"/>
                </a:lnTo>
                <a:lnTo>
                  <a:pt x="953593" y="34903"/>
                </a:lnTo>
                <a:lnTo>
                  <a:pt x="954819" y="39673"/>
                </a:lnTo>
                <a:lnTo>
                  <a:pt x="955564" y="44610"/>
                </a:lnTo>
                <a:lnTo>
                  <a:pt x="955813" y="49464"/>
                </a:lnTo>
                <a:lnTo>
                  <a:pt x="955813" y="530319"/>
                </a:lnTo>
                <a:lnTo>
                  <a:pt x="955564" y="535173"/>
                </a:lnTo>
                <a:lnTo>
                  <a:pt x="954819" y="540109"/>
                </a:lnTo>
                <a:lnTo>
                  <a:pt x="953593" y="544880"/>
                </a:lnTo>
                <a:lnTo>
                  <a:pt x="951920" y="549451"/>
                </a:lnTo>
                <a:lnTo>
                  <a:pt x="949816" y="553791"/>
                </a:lnTo>
                <a:lnTo>
                  <a:pt x="947331" y="557900"/>
                </a:lnTo>
                <a:lnTo>
                  <a:pt x="944482" y="561710"/>
                </a:lnTo>
                <a:lnTo>
                  <a:pt x="941269" y="565238"/>
                </a:lnTo>
                <a:lnTo>
                  <a:pt x="937740" y="568452"/>
                </a:lnTo>
                <a:lnTo>
                  <a:pt x="933930" y="571301"/>
                </a:lnTo>
                <a:lnTo>
                  <a:pt x="929822" y="573786"/>
                </a:lnTo>
                <a:lnTo>
                  <a:pt x="925482" y="575889"/>
                </a:lnTo>
                <a:lnTo>
                  <a:pt x="920910" y="577563"/>
                </a:lnTo>
                <a:lnTo>
                  <a:pt x="916139" y="578789"/>
                </a:lnTo>
                <a:lnTo>
                  <a:pt x="911202" y="579534"/>
                </a:lnTo>
                <a:lnTo>
                  <a:pt x="906349" y="579783"/>
                </a:lnTo>
                <a:lnTo>
                  <a:pt x="49464" y="579783"/>
                </a:lnTo>
                <a:lnTo>
                  <a:pt x="44610" y="579534"/>
                </a:lnTo>
                <a:lnTo>
                  <a:pt x="39674" y="578789"/>
                </a:lnTo>
                <a:lnTo>
                  <a:pt x="34903" y="577563"/>
                </a:lnTo>
                <a:lnTo>
                  <a:pt x="30331" y="575889"/>
                </a:lnTo>
                <a:lnTo>
                  <a:pt x="25991" y="573786"/>
                </a:lnTo>
                <a:lnTo>
                  <a:pt x="21883" y="571301"/>
                </a:lnTo>
                <a:lnTo>
                  <a:pt x="18073" y="568452"/>
                </a:lnTo>
                <a:lnTo>
                  <a:pt x="14544" y="565238"/>
                </a:lnTo>
                <a:lnTo>
                  <a:pt x="11331" y="561710"/>
                </a:lnTo>
                <a:lnTo>
                  <a:pt x="8481" y="557900"/>
                </a:lnTo>
                <a:lnTo>
                  <a:pt x="5997" y="553791"/>
                </a:lnTo>
                <a:lnTo>
                  <a:pt x="3893" y="549451"/>
                </a:lnTo>
                <a:lnTo>
                  <a:pt x="2220" y="544880"/>
                </a:lnTo>
                <a:lnTo>
                  <a:pt x="994" y="540109"/>
                </a:lnTo>
                <a:lnTo>
                  <a:pt x="249" y="535173"/>
                </a:lnTo>
                <a:lnTo>
                  <a:pt x="0" y="530319"/>
                </a:lnTo>
                <a:lnTo>
                  <a:pt x="0" y="49464"/>
                </a:lnTo>
                <a:lnTo>
                  <a:pt x="249" y="44610"/>
                </a:lnTo>
                <a:moveTo>
                  <a:pt x="16549" y="50093"/>
                </a:moveTo>
                <a:lnTo>
                  <a:pt x="16565" y="49679"/>
                </a:lnTo>
                <a:lnTo>
                  <a:pt x="16565" y="530103"/>
                </a:lnTo>
                <a:lnTo>
                  <a:pt x="16549" y="529689"/>
                </a:lnTo>
                <a:lnTo>
                  <a:pt x="16764" y="533930"/>
                </a:lnTo>
                <a:lnTo>
                  <a:pt x="16681" y="533085"/>
                </a:lnTo>
                <a:lnTo>
                  <a:pt x="17311" y="537193"/>
                </a:lnTo>
                <a:lnTo>
                  <a:pt x="17145" y="536382"/>
                </a:lnTo>
                <a:lnTo>
                  <a:pt x="18172" y="540358"/>
                </a:lnTo>
                <a:lnTo>
                  <a:pt x="17924" y="539579"/>
                </a:lnTo>
                <a:lnTo>
                  <a:pt x="19315" y="543372"/>
                </a:lnTo>
                <a:lnTo>
                  <a:pt x="19000" y="542627"/>
                </a:lnTo>
                <a:lnTo>
                  <a:pt x="20740" y="546238"/>
                </a:lnTo>
                <a:lnTo>
                  <a:pt x="20359" y="545542"/>
                </a:lnTo>
                <a:lnTo>
                  <a:pt x="22429" y="548955"/>
                </a:lnTo>
                <a:lnTo>
                  <a:pt x="21982" y="548292"/>
                </a:lnTo>
                <a:lnTo>
                  <a:pt x="24367" y="551473"/>
                </a:lnTo>
                <a:lnTo>
                  <a:pt x="23871" y="550860"/>
                </a:lnTo>
                <a:lnTo>
                  <a:pt x="26537" y="553808"/>
                </a:lnTo>
                <a:lnTo>
                  <a:pt x="25974" y="553245"/>
                </a:lnTo>
                <a:lnTo>
                  <a:pt x="28923" y="555912"/>
                </a:lnTo>
                <a:lnTo>
                  <a:pt x="28310" y="555415"/>
                </a:lnTo>
                <a:lnTo>
                  <a:pt x="31490" y="557800"/>
                </a:lnTo>
                <a:lnTo>
                  <a:pt x="30828" y="557353"/>
                </a:lnTo>
                <a:lnTo>
                  <a:pt x="34240" y="559424"/>
                </a:lnTo>
                <a:lnTo>
                  <a:pt x="33545" y="559043"/>
                </a:lnTo>
                <a:lnTo>
                  <a:pt x="37156" y="560782"/>
                </a:lnTo>
                <a:lnTo>
                  <a:pt x="36410" y="560467"/>
                </a:lnTo>
                <a:lnTo>
                  <a:pt x="40204" y="561859"/>
                </a:lnTo>
                <a:lnTo>
                  <a:pt x="39425" y="561610"/>
                </a:lnTo>
                <a:lnTo>
                  <a:pt x="43401" y="562637"/>
                </a:lnTo>
                <a:lnTo>
                  <a:pt x="42589" y="562472"/>
                </a:lnTo>
                <a:lnTo>
                  <a:pt x="46697" y="563101"/>
                </a:lnTo>
                <a:lnTo>
                  <a:pt x="45853" y="563019"/>
                </a:lnTo>
                <a:lnTo>
                  <a:pt x="50093" y="563234"/>
                </a:lnTo>
                <a:lnTo>
                  <a:pt x="49679" y="563217"/>
                </a:lnTo>
                <a:lnTo>
                  <a:pt x="906134" y="563217"/>
                </a:lnTo>
                <a:lnTo>
                  <a:pt x="905719" y="563234"/>
                </a:lnTo>
                <a:lnTo>
                  <a:pt x="909960" y="563019"/>
                </a:lnTo>
                <a:lnTo>
                  <a:pt x="909116" y="563101"/>
                </a:lnTo>
                <a:lnTo>
                  <a:pt x="913224" y="562472"/>
                </a:lnTo>
                <a:lnTo>
                  <a:pt x="912412" y="562637"/>
                </a:lnTo>
                <a:lnTo>
                  <a:pt x="916388" y="561610"/>
                </a:lnTo>
                <a:lnTo>
                  <a:pt x="915609" y="561859"/>
                </a:lnTo>
                <a:lnTo>
                  <a:pt x="919402" y="560467"/>
                </a:lnTo>
                <a:lnTo>
                  <a:pt x="918657" y="560782"/>
                </a:lnTo>
                <a:lnTo>
                  <a:pt x="922268" y="559043"/>
                </a:lnTo>
                <a:lnTo>
                  <a:pt x="921573" y="559424"/>
                </a:lnTo>
                <a:lnTo>
                  <a:pt x="924985" y="557353"/>
                </a:lnTo>
                <a:lnTo>
                  <a:pt x="924322" y="557800"/>
                </a:lnTo>
                <a:lnTo>
                  <a:pt x="927503" y="555415"/>
                </a:lnTo>
                <a:lnTo>
                  <a:pt x="926890" y="555912"/>
                </a:lnTo>
                <a:lnTo>
                  <a:pt x="929838" y="553245"/>
                </a:lnTo>
                <a:lnTo>
                  <a:pt x="929275" y="553808"/>
                </a:lnTo>
                <a:lnTo>
                  <a:pt x="931942" y="550860"/>
                </a:lnTo>
                <a:lnTo>
                  <a:pt x="931445" y="551473"/>
                </a:lnTo>
                <a:lnTo>
                  <a:pt x="933831" y="548292"/>
                </a:lnTo>
                <a:lnTo>
                  <a:pt x="933384" y="548955"/>
                </a:lnTo>
                <a:lnTo>
                  <a:pt x="935454" y="545542"/>
                </a:lnTo>
                <a:lnTo>
                  <a:pt x="935073" y="546238"/>
                </a:lnTo>
                <a:lnTo>
                  <a:pt x="936813" y="542627"/>
                </a:lnTo>
                <a:lnTo>
                  <a:pt x="936498" y="543372"/>
                </a:lnTo>
                <a:lnTo>
                  <a:pt x="937889" y="539579"/>
                </a:lnTo>
                <a:lnTo>
                  <a:pt x="937641" y="540358"/>
                </a:lnTo>
                <a:lnTo>
                  <a:pt x="938668" y="536382"/>
                </a:lnTo>
                <a:lnTo>
                  <a:pt x="938502" y="537193"/>
                </a:lnTo>
                <a:lnTo>
                  <a:pt x="939132" y="533085"/>
                </a:lnTo>
                <a:lnTo>
                  <a:pt x="939049" y="533930"/>
                </a:lnTo>
                <a:lnTo>
                  <a:pt x="939264" y="529689"/>
                </a:lnTo>
                <a:lnTo>
                  <a:pt x="939248" y="530103"/>
                </a:lnTo>
                <a:lnTo>
                  <a:pt x="939248" y="49679"/>
                </a:lnTo>
                <a:lnTo>
                  <a:pt x="939264" y="50093"/>
                </a:lnTo>
                <a:lnTo>
                  <a:pt x="939049" y="45853"/>
                </a:lnTo>
                <a:lnTo>
                  <a:pt x="939132" y="46697"/>
                </a:lnTo>
                <a:lnTo>
                  <a:pt x="938502" y="42589"/>
                </a:lnTo>
                <a:lnTo>
                  <a:pt x="938668" y="43401"/>
                </a:lnTo>
                <a:lnTo>
                  <a:pt x="937641" y="39425"/>
                </a:lnTo>
                <a:lnTo>
                  <a:pt x="937889" y="40204"/>
                </a:lnTo>
                <a:lnTo>
                  <a:pt x="936498" y="36410"/>
                </a:lnTo>
                <a:lnTo>
                  <a:pt x="936813" y="37156"/>
                </a:lnTo>
                <a:lnTo>
                  <a:pt x="935073" y="33545"/>
                </a:lnTo>
                <a:lnTo>
                  <a:pt x="935454" y="34240"/>
                </a:lnTo>
                <a:lnTo>
                  <a:pt x="933384" y="30828"/>
                </a:lnTo>
                <a:lnTo>
                  <a:pt x="933831" y="31490"/>
                </a:lnTo>
                <a:lnTo>
                  <a:pt x="931445" y="28310"/>
                </a:lnTo>
                <a:lnTo>
                  <a:pt x="931942" y="28923"/>
                </a:lnTo>
                <a:lnTo>
                  <a:pt x="929275" y="25975"/>
                </a:lnTo>
                <a:lnTo>
                  <a:pt x="929838" y="26537"/>
                </a:lnTo>
                <a:lnTo>
                  <a:pt x="926890" y="23870"/>
                </a:lnTo>
                <a:lnTo>
                  <a:pt x="927503" y="24367"/>
                </a:lnTo>
                <a:lnTo>
                  <a:pt x="924322" y="21982"/>
                </a:lnTo>
                <a:lnTo>
                  <a:pt x="924985" y="22429"/>
                </a:lnTo>
                <a:lnTo>
                  <a:pt x="921573" y="20359"/>
                </a:lnTo>
                <a:lnTo>
                  <a:pt x="922268" y="20740"/>
                </a:lnTo>
                <a:lnTo>
                  <a:pt x="918657" y="19000"/>
                </a:lnTo>
                <a:lnTo>
                  <a:pt x="919402" y="19315"/>
                </a:lnTo>
                <a:lnTo>
                  <a:pt x="915609" y="17923"/>
                </a:lnTo>
                <a:lnTo>
                  <a:pt x="916388" y="18172"/>
                </a:lnTo>
                <a:lnTo>
                  <a:pt x="912412" y="17145"/>
                </a:lnTo>
                <a:lnTo>
                  <a:pt x="913224" y="17311"/>
                </a:lnTo>
                <a:lnTo>
                  <a:pt x="909116" y="16681"/>
                </a:lnTo>
                <a:lnTo>
                  <a:pt x="909960" y="16764"/>
                </a:lnTo>
                <a:lnTo>
                  <a:pt x="905719" y="16549"/>
                </a:lnTo>
                <a:lnTo>
                  <a:pt x="906134" y="16565"/>
                </a:lnTo>
                <a:lnTo>
                  <a:pt x="49679" y="16565"/>
                </a:lnTo>
                <a:lnTo>
                  <a:pt x="50093" y="16549"/>
                </a:lnTo>
                <a:lnTo>
                  <a:pt x="45853" y="16764"/>
                </a:lnTo>
                <a:lnTo>
                  <a:pt x="46697" y="16681"/>
                </a:lnTo>
                <a:lnTo>
                  <a:pt x="42589" y="17311"/>
                </a:lnTo>
                <a:lnTo>
                  <a:pt x="43401" y="17145"/>
                </a:lnTo>
                <a:lnTo>
                  <a:pt x="39425" y="18172"/>
                </a:lnTo>
                <a:lnTo>
                  <a:pt x="40204" y="17923"/>
                </a:lnTo>
                <a:lnTo>
                  <a:pt x="36410" y="19315"/>
                </a:lnTo>
                <a:lnTo>
                  <a:pt x="37156" y="19000"/>
                </a:lnTo>
                <a:lnTo>
                  <a:pt x="33545" y="20740"/>
                </a:lnTo>
                <a:lnTo>
                  <a:pt x="34240" y="20359"/>
                </a:lnTo>
                <a:lnTo>
                  <a:pt x="30828" y="22429"/>
                </a:lnTo>
                <a:lnTo>
                  <a:pt x="31490" y="21982"/>
                </a:lnTo>
                <a:lnTo>
                  <a:pt x="28310" y="24367"/>
                </a:lnTo>
                <a:lnTo>
                  <a:pt x="28923" y="23870"/>
                </a:lnTo>
                <a:lnTo>
                  <a:pt x="25974" y="26537"/>
                </a:lnTo>
                <a:lnTo>
                  <a:pt x="26537" y="25975"/>
                </a:lnTo>
                <a:lnTo>
                  <a:pt x="23871" y="28923"/>
                </a:lnTo>
                <a:lnTo>
                  <a:pt x="24367" y="28310"/>
                </a:lnTo>
                <a:lnTo>
                  <a:pt x="21982" y="31490"/>
                </a:lnTo>
                <a:lnTo>
                  <a:pt x="22429" y="30828"/>
                </a:lnTo>
                <a:lnTo>
                  <a:pt x="20359" y="34240"/>
                </a:lnTo>
                <a:lnTo>
                  <a:pt x="20740" y="33545"/>
                </a:lnTo>
                <a:lnTo>
                  <a:pt x="19000" y="37156"/>
                </a:lnTo>
                <a:lnTo>
                  <a:pt x="19315" y="36410"/>
                </a:lnTo>
                <a:lnTo>
                  <a:pt x="17924" y="40204"/>
                </a:lnTo>
                <a:lnTo>
                  <a:pt x="18172" y="39425"/>
                </a:lnTo>
                <a:lnTo>
                  <a:pt x="17145" y="43401"/>
                </a:lnTo>
                <a:lnTo>
                  <a:pt x="17311" y="42589"/>
                </a:lnTo>
                <a:lnTo>
                  <a:pt x="16681" y="46697"/>
                </a:lnTo>
                <a:lnTo>
                  <a:pt x="16764" y="45853"/>
                </a:lnTo>
                <a:lnTo>
                  <a:pt x="16549" y="5009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5EE47D5D-DD97-4014-B3DF-4A83A7A1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802" y="3091429"/>
            <a:ext cx="452493" cy="164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Vision-</a:t>
            </a:r>
          </a:p>
        </p:txBody>
      </p:sp>
      <p:sp>
        <p:nvSpPr>
          <p:cNvPr id="206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57D9CC3C-0B96-4E75-86F6-646C2F33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208" y="3270334"/>
            <a:ext cx="640042" cy="164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207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2436DA95-4514-42CE-8E65-8F2AB304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447" y="3449238"/>
            <a:ext cx="392080" cy="164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08" name="pdf-path-229">
            <a:extLst xmlns:a="http://schemas.openxmlformats.org/drawingml/2006/main">
              <a:ext uri="{FF2B5EF4-FFF2-40B4-BE49-F238E27FC236}">
                <a16:creationId xmlns:a16="http://schemas.microsoft.com/office/drawing/2014/main" id="{964391BC-CBE2-4FCA-B5F8-F7A1C47D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107" y="2617776"/>
            <a:ext cx="460662" cy="484814"/>
          </a:xfrm>
          <a:custGeom xmlns:a="http://schemas.openxmlformats.org/drawingml/2006/main">
            <a:pathLst>
              <a:path w="460662" h="484814">
                <a:moveTo>
                  <a:pt x="67188" y="452578"/>
                </a:moveTo>
                <a:cubicBezTo>
                  <a:pt x="66145" y="470850"/>
                  <a:pt x="50507" y="484814"/>
                  <a:pt x="32236" y="483787"/>
                </a:cubicBezTo>
                <a:cubicBezTo>
                  <a:pt x="13965" y="482743"/>
                  <a:pt x="0" y="467106"/>
                  <a:pt x="1027" y="448835"/>
                </a:cubicBezTo>
                <a:cubicBezTo>
                  <a:pt x="2071" y="430563"/>
                  <a:pt x="17709" y="416599"/>
                  <a:pt x="35980" y="417626"/>
                </a:cubicBezTo>
                <a:cubicBezTo>
                  <a:pt x="54251" y="418669"/>
                  <a:pt x="68216" y="434307"/>
                  <a:pt x="67188" y="452578"/>
                </a:cubicBezTo>
                <a:moveTo>
                  <a:pt x="365130" y="99143"/>
                </a:moveTo>
                <a:lnTo>
                  <a:pt x="411099" y="45968"/>
                </a:lnTo>
                <a:lnTo>
                  <a:pt x="357925" y="0"/>
                </a:lnTo>
                <a:lnTo>
                  <a:pt x="460662" y="42374"/>
                </a:lnTo>
                <a:lnTo>
                  <a:pt x="365130" y="99143"/>
                </a:lnTo>
                <a:moveTo>
                  <a:pt x="25842" y="450176"/>
                </a:moveTo>
                <a:lnTo>
                  <a:pt x="28310" y="411629"/>
                </a:lnTo>
                <a:lnTo>
                  <a:pt x="29735" y="401657"/>
                </a:lnTo>
                <a:lnTo>
                  <a:pt x="31408" y="391916"/>
                </a:lnTo>
                <a:lnTo>
                  <a:pt x="33396" y="382209"/>
                </a:lnTo>
                <a:lnTo>
                  <a:pt x="35649" y="372552"/>
                </a:lnTo>
                <a:lnTo>
                  <a:pt x="38183" y="362911"/>
                </a:lnTo>
                <a:lnTo>
                  <a:pt x="40999" y="353336"/>
                </a:lnTo>
                <a:lnTo>
                  <a:pt x="44080" y="343811"/>
                </a:lnTo>
                <a:lnTo>
                  <a:pt x="47426" y="334352"/>
                </a:lnTo>
                <a:lnTo>
                  <a:pt x="51021" y="324943"/>
                </a:lnTo>
                <a:lnTo>
                  <a:pt x="54881" y="315600"/>
                </a:lnTo>
                <a:lnTo>
                  <a:pt x="58972" y="306341"/>
                </a:lnTo>
                <a:lnTo>
                  <a:pt x="63312" y="297147"/>
                </a:lnTo>
                <a:lnTo>
                  <a:pt x="67901" y="288036"/>
                </a:lnTo>
                <a:lnTo>
                  <a:pt x="72705" y="279008"/>
                </a:lnTo>
                <a:lnTo>
                  <a:pt x="77757" y="270062"/>
                </a:lnTo>
                <a:lnTo>
                  <a:pt x="83009" y="261217"/>
                </a:lnTo>
                <a:lnTo>
                  <a:pt x="88492" y="252471"/>
                </a:lnTo>
                <a:lnTo>
                  <a:pt x="94190" y="243824"/>
                </a:lnTo>
                <a:lnTo>
                  <a:pt x="100087" y="235276"/>
                </a:lnTo>
                <a:lnTo>
                  <a:pt x="106183" y="226861"/>
                </a:lnTo>
                <a:lnTo>
                  <a:pt x="112478" y="218545"/>
                </a:lnTo>
                <a:lnTo>
                  <a:pt x="118972" y="210362"/>
                </a:lnTo>
                <a:lnTo>
                  <a:pt x="125647" y="202294"/>
                </a:lnTo>
                <a:lnTo>
                  <a:pt x="132538" y="194327"/>
                </a:lnTo>
                <a:lnTo>
                  <a:pt x="146751" y="178888"/>
                </a:lnTo>
                <a:lnTo>
                  <a:pt x="161677" y="163995"/>
                </a:lnTo>
                <a:lnTo>
                  <a:pt x="177231" y="149717"/>
                </a:lnTo>
                <a:lnTo>
                  <a:pt x="193382" y="136067"/>
                </a:lnTo>
                <a:lnTo>
                  <a:pt x="210063" y="123146"/>
                </a:lnTo>
                <a:lnTo>
                  <a:pt x="218644" y="116917"/>
                </a:lnTo>
                <a:lnTo>
                  <a:pt x="227325" y="110888"/>
                </a:lnTo>
                <a:lnTo>
                  <a:pt x="236120" y="105057"/>
                </a:lnTo>
                <a:lnTo>
                  <a:pt x="245033" y="99408"/>
                </a:lnTo>
                <a:lnTo>
                  <a:pt x="254044" y="93974"/>
                </a:lnTo>
                <a:lnTo>
                  <a:pt x="263172" y="88724"/>
                </a:lnTo>
                <a:lnTo>
                  <a:pt x="272415" y="83704"/>
                </a:lnTo>
                <a:lnTo>
                  <a:pt x="281741" y="78883"/>
                </a:lnTo>
                <a:lnTo>
                  <a:pt x="291150" y="74278"/>
                </a:lnTo>
                <a:lnTo>
                  <a:pt x="300659" y="69905"/>
                </a:lnTo>
                <a:lnTo>
                  <a:pt x="310250" y="65747"/>
                </a:lnTo>
                <a:lnTo>
                  <a:pt x="319907" y="61838"/>
                </a:lnTo>
                <a:lnTo>
                  <a:pt x="329648" y="58144"/>
                </a:lnTo>
                <a:lnTo>
                  <a:pt x="339455" y="54715"/>
                </a:lnTo>
                <a:lnTo>
                  <a:pt x="349327" y="51518"/>
                </a:lnTo>
                <a:lnTo>
                  <a:pt x="359250" y="48569"/>
                </a:lnTo>
                <a:lnTo>
                  <a:pt x="369222" y="45885"/>
                </a:lnTo>
                <a:lnTo>
                  <a:pt x="379261" y="43467"/>
                </a:lnTo>
                <a:lnTo>
                  <a:pt x="389332" y="41313"/>
                </a:lnTo>
                <a:lnTo>
                  <a:pt x="399454" y="39425"/>
                </a:lnTo>
                <a:lnTo>
                  <a:pt x="409823" y="37785"/>
                </a:lnTo>
                <a:lnTo>
                  <a:pt x="422877" y="36808"/>
                </a:lnTo>
                <a:lnTo>
                  <a:pt x="424103" y="53340"/>
                </a:lnTo>
                <a:lnTo>
                  <a:pt x="411380" y="54267"/>
                </a:lnTo>
                <a:lnTo>
                  <a:pt x="412076" y="54202"/>
                </a:lnTo>
                <a:lnTo>
                  <a:pt x="402154" y="55775"/>
                </a:lnTo>
                <a:lnTo>
                  <a:pt x="402369" y="55726"/>
                </a:lnTo>
                <a:lnTo>
                  <a:pt x="392480" y="57581"/>
                </a:lnTo>
                <a:lnTo>
                  <a:pt x="392695" y="57531"/>
                </a:lnTo>
                <a:lnTo>
                  <a:pt x="382839" y="59651"/>
                </a:lnTo>
                <a:lnTo>
                  <a:pt x="383037" y="59602"/>
                </a:lnTo>
                <a:lnTo>
                  <a:pt x="373231" y="61970"/>
                </a:lnTo>
                <a:lnTo>
                  <a:pt x="373430" y="61920"/>
                </a:lnTo>
                <a:lnTo>
                  <a:pt x="363656" y="64555"/>
                </a:lnTo>
                <a:lnTo>
                  <a:pt x="363855" y="64488"/>
                </a:lnTo>
                <a:lnTo>
                  <a:pt x="354131" y="67371"/>
                </a:lnTo>
                <a:lnTo>
                  <a:pt x="354330" y="67304"/>
                </a:lnTo>
                <a:lnTo>
                  <a:pt x="344656" y="70435"/>
                </a:lnTo>
                <a:lnTo>
                  <a:pt x="344838" y="70369"/>
                </a:lnTo>
                <a:lnTo>
                  <a:pt x="335230" y="73748"/>
                </a:lnTo>
                <a:lnTo>
                  <a:pt x="335413" y="73682"/>
                </a:lnTo>
                <a:lnTo>
                  <a:pt x="325854" y="77294"/>
                </a:lnTo>
                <a:lnTo>
                  <a:pt x="326036" y="77227"/>
                </a:lnTo>
                <a:lnTo>
                  <a:pt x="316561" y="81070"/>
                </a:lnTo>
                <a:lnTo>
                  <a:pt x="316744" y="80987"/>
                </a:lnTo>
                <a:lnTo>
                  <a:pt x="307335" y="85063"/>
                </a:lnTo>
                <a:lnTo>
                  <a:pt x="307500" y="84979"/>
                </a:lnTo>
                <a:lnTo>
                  <a:pt x="298174" y="89287"/>
                </a:lnTo>
                <a:lnTo>
                  <a:pt x="298340" y="89204"/>
                </a:lnTo>
                <a:lnTo>
                  <a:pt x="289096" y="93726"/>
                </a:lnTo>
                <a:lnTo>
                  <a:pt x="289262" y="93644"/>
                </a:lnTo>
                <a:lnTo>
                  <a:pt x="280101" y="98381"/>
                </a:lnTo>
                <a:lnTo>
                  <a:pt x="280250" y="98282"/>
                </a:lnTo>
                <a:lnTo>
                  <a:pt x="271189" y="103234"/>
                </a:lnTo>
                <a:lnTo>
                  <a:pt x="271338" y="103135"/>
                </a:lnTo>
                <a:lnTo>
                  <a:pt x="262377" y="108287"/>
                </a:lnTo>
                <a:lnTo>
                  <a:pt x="262525" y="108204"/>
                </a:lnTo>
                <a:lnTo>
                  <a:pt x="253663" y="113555"/>
                </a:lnTo>
                <a:lnTo>
                  <a:pt x="253812" y="113455"/>
                </a:lnTo>
                <a:lnTo>
                  <a:pt x="245049" y="119004"/>
                </a:lnTo>
                <a:lnTo>
                  <a:pt x="245198" y="118905"/>
                </a:lnTo>
                <a:lnTo>
                  <a:pt x="236551" y="124637"/>
                </a:lnTo>
                <a:lnTo>
                  <a:pt x="236700" y="124537"/>
                </a:lnTo>
                <a:lnTo>
                  <a:pt x="228169" y="130468"/>
                </a:lnTo>
                <a:lnTo>
                  <a:pt x="228302" y="130368"/>
                </a:lnTo>
                <a:lnTo>
                  <a:pt x="219903" y="136481"/>
                </a:lnTo>
                <a:lnTo>
                  <a:pt x="220102" y="136315"/>
                </a:lnTo>
                <a:lnTo>
                  <a:pt x="203669" y="149054"/>
                </a:lnTo>
                <a:lnTo>
                  <a:pt x="203934" y="148838"/>
                </a:lnTo>
                <a:lnTo>
                  <a:pt x="188048" y="162257"/>
                </a:lnTo>
                <a:lnTo>
                  <a:pt x="188314" y="162025"/>
                </a:lnTo>
                <a:lnTo>
                  <a:pt x="173007" y="176072"/>
                </a:lnTo>
                <a:lnTo>
                  <a:pt x="173256" y="175839"/>
                </a:lnTo>
                <a:lnTo>
                  <a:pt x="158579" y="190484"/>
                </a:lnTo>
                <a:lnTo>
                  <a:pt x="158827" y="190235"/>
                </a:lnTo>
                <a:lnTo>
                  <a:pt x="144813" y="205442"/>
                </a:lnTo>
                <a:lnTo>
                  <a:pt x="144979" y="205259"/>
                </a:lnTo>
                <a:lnTo>
                  <a:pt x="138237" y="213062"/>
                </a:lnTo>
                <a:lnTo>
                  <a:pt x="138353" y="212912"/>
                </a:lnTo>
                <a:lnTo>
                  <a:pt x="131793" y="220848"/>
                </a:lnTo>
                <a:lnTo>
                  <a:pt x="131893" y="220715"/>
                </a:lnTo>
                <a:lnTo>
                  <a:pt x="125515" y="228766"/>
                </a:lnTo>
                <a:lnTo>
                  <a:pt x="125631" y="228617"/>
                </a:lnTo>
                <a:lnTo>
                  <a:pt x="119435" y="236783"/>
                </a:lnTo>
                <a:lnTo>
                  <a:pt x="119551" y="236651"/>
                </a:lnTo>
                <a:lnTo>
                  <a:pt x="113554" y="244916"/>
                </a:lnTo>
                <a:lnTo>
                  <a:pt x="113654" y="244768"/>
                </a:lnTo>
                <a:lnTo>
                  <a:pt x="107873" y="253166"/>
                </a:lnTo>
                <a:lnTo>
                  <a:pt x="107972" y="253001"/>
                </a:lnTo>
                <a:lnTo>
                  <a:pt x="102373" y="261499"/>
                </a:lnTo>
                <a:lnTo>
                  <a:pt x="102489" y="261333"/>
                </a:lnTo>
                <a:lnTo>
                  <a:pt x="97106" y="269930"/>
                </a:lnTo>
                <a:lnTo>
                  <a:pt x="97205" y="269764"/>
                </a:lnTo>
                <a:lnTo>
                  <a:pt x="92036" y="278444"/>
                </a:lnTo>
                <a:lnTo>
                  <a:pt x="92136" y="278279"/>
                </a:lnTo>
                <a:lnTo>
                  <a:pt x="87183" y="287058"/>
                </a:lnTo>
                <a:lnTo>
                  <a:pt x="87282" y="286876"/>
                </a:lnTo>
                <a:lnTo>
                  <a:pt x="82561" y="295739"/>
                </a:lnTo>
                <a:lnTo>
                  <a:pt x="82661" y="295557"/>
                </a:lnTo>
                <a:lnTo>
                  <a:pt x="78171" y="304485"/>
                </a:lnTo>
                <a:lnTo>
                  <a:pt x="78254" y="304303"/>
                </a:lnTo>
                <a:lnTo>
                  <a:pt x="73997" y="313315"/>
                </a:lnTo>
                <a:lnTo>
                  <a:pt x="74080" y="313132"/>
                </a:lnTo>
                <a:lnTo>
                  <a:pt x="70071" y="322210"/>
                </a:lnTo>
                <a:lnTo>
                  <a:pt x="70154" y="322011"/>
                </a:lnTo>
                <a:lnTo>
                  <a:pt x="66377" y="331155"/>
                </a:lnTo>
                <a:lnTo>
                  <a:pt x="66460" y="330956"/>
                </a:lnTo>
                <a:lnTo>
                  <a:pt x="62931" y="340167"/>
                </a:lnTo>
                <a:lnTo>
                  <a:pt x="63014" y="339968"/>
                </a:lnTo>
                <a:lnTo>
                  <a:pt x="59734" y="349228"/>
                </a:lnTo>
                <a:lnTo>
                  <a:pt x="59801" y="349013"/>
                </a:lnTo>
                <a:lnTo>
                  <a:pt x="56802" y="358339"/>
                </a:lnTo>
                <a:lnTo>
                  <a:pt x="56868" y="358123"/>
                </a:lnTo>
                <a:lnTo>
                  <a:pt x="54119" y="367482"/>
                </a:lnTo>
                <a:lnTo>
                  <a:pt x="54168" y="367251"/>
                </a:lnTo>
                <a:lnTo>
                  <a:pt x="51700" y="376660"/>
                </a:lnTo>
                <a:lnTo>
                  <a:pt x="51750" y="376428"/>
                </a:lnTo>
                <a:lnTo>
                  <a:pt x="49547" y="385870"/>
                </a:lnTo>
                <a:lnTo>
                  <a:pt x="49596" y="385638"/>
                </a:lnTo>
                <a:lnTo>
                  <a:pt x="47675" y="395097"/>
                </a:lnTo>
                <a:lnTo>
                  <a:pt x="47725" y="394865"/>
                </a:lnTo>
                <a:lnTo>
                  <a:pt x="46068" y="404357"/>
                </a:lnTo>
                <a:lnTo>
                  <a:pt x="46118" y="404125"/>
                </a:lnTo>
                <a:lnTo>
                  <a:pt x="44759" y="413650"/>
                </a:lnTo>
                <a:lnTo>
                  <a:pt x="44825" y="413004"/>
                </a:lnTo>
                <a:lnTo>
                  <a:pt x="42374" y="451237"/>
                </a:lnTo>
                <a:lnTo>
                  <a:pt x="25842" y="450176"/>
                </a:lnTo>
              </a:path>
            </a:pathLst>
          </a:custGeom>
          <a:solidFill xmlns:a="http://schemas.openxmlformats.org/drawingml/2006/main">
            <a:srgbClr val="00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EA19697E-D2FC-485B-B779-6A73952E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8875" y="434613"/>
            <a:ext cx="93593" cy="93593"/>
          </a:xfrm>
          <a:custGeom xmlns:a="http://schemas.openxmlformats.org/drawingml/2006/main">
            <a:pathLst>
              <a:path w="93593" h="93593">
                <a:moveTo>
                  <a:pt x="166" y="47708"/>
                </a:moveTo>
                <a:cubicBezTo>
                  <a:pt x="0" y="20955"/>
                  <a:pt x="20955" y="0"/>
                  <a:pt x="46797" y="0"/>
                </a:cubicBezTo>
                <a:cubicBezTo>
                  <a:pt x="72638" y="0"/>
                  <a:pt x="93593" y="20955"/>
                  <a:pt x="93593" y="46797"/>
                </a:cubicBezTo>
                <a:cubicBezTo>
                  <a:pt x="93593" y="72638"/>
                  <a:pt x="72638" y="93593"/>
                  <a:pt x="46797" y="93593"/>
                </a:cubicBezTo>
                <a:cubicBezTo>
                  <a:pt x="20955" y="93593"/>
                  <a:pt x="0" y="72638"/>
                  <a:pt x="166" y="47708"/>
                </a:cubicBez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df-path-231">
            <a:extLst xmlns:a="http://schemas.openxmlformats.org/drawingml/2006/main">
              <a:ext uri="{FF2B5EF4-FFF2-40B4-BE49-F238E27FC236}">
                <a16:creationId xmlns:a16="http://schemas.microsoft.com/office/drawing/2014/main" id="{8643F84E-63F2-4E56-BF11-D8F47825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6435" y="422173"/>
            <a:ext cx="118474" cy="118474"/>
          </a:xfrm>
          <a:custGeom xmlns:a="http://schemas.openxmlformats.org/drawingml/2006/main">
            <a:pathLst>
              <a:path w="118474" h="118474">
                <a:moveTo>
                  <a:pt x="298" y="53191"/>
                </a:moveTo>
                <a:lnTo>
                  <a:pt x="1210" y="47310"/>
                </a:lnTo>
                <a:lnTo>
                  <a:pt x="2667" y="41628"/>
                </a:lnTo>
                <a:lnTo>
                  <a:pt x="4655" y="36178"/>
                </a:lnTo>
                <a:lnTo>
                  <a:pt x="7156" y="30994"/>
                </a:lnTo>
                <a:lnTo>
                  <a:pt x="10121" y="26107"/>
                </a:lnTo>
                <a:lnTo>
                  <a:pt x="13534" y="21551"/>
                </a:lnTo>
                <a:lnTo>
                  <a:pt x="17344" y="17344"/>
                </a:lnTo>
                <a:lnTo>
                  <a:pt x="21552" y="13534"/>
                </a:lnTo>
                <a:lnTo>
                  <a:pt x="26107" y="10121"/>
                </a:lnTo>
                <a:lnTo>
                  <a:pt x="30994" y="7156"/>
                </a:lnTo>
                <a:lnTo>
                  <a:pt x="36178" y="4655"/>
                </a:lnTo>
                <a:lnTo>
                  <a:pt x="41629" y="2667"/>
                </a:lnTo>
                <a:lnTo>
                  <a:pt x="47310" y="1209"/>
                </a:lnTo>
                <a:lnTo>
                  <a:pt x="53191" y="298"/>
                </a:lnTo>
                <a:lnTo>
                  <a:pt x="59237" y="0"/>
                </a:lnTo>
                <a:lnTo>
                  <a:pt x="65284" y="298"/>
                </a:lnTo>
                <a:lnTo>
                  <a:pt x="71165" y="1209"/>
                </a:lnTo>
                <a:lnTo>
                  <a:pt x="76846" y="2667"/>
                </a:lnTo>
                <a:lnTo>
                  <a:pt x="82296" y="4655"/>
                </a:lnTo>
                <a:lnTo>
                  <a:pt x="87481" y="7156"/>
                </a:lnTo>
                <a:lnTo>
                  <a:pt x="92368" y="10121"/>
                </a:lnTo>
                <a:lnTo>
                  <a:pt x="96923" y="13534"/>
                </a:lnTo>
                <a:lnTo>
                  <a:pt x="101130" y="17344"/>
                </a:lnTo>
                <a:lnTo>
                  <a:pt x="104940" y="21551"/>
                </a:lnTo>
                <a:lnTo>
                  <a:pt x="108353" y="26107"/>
                </a:lnTo>
                <a:lnTo>
                  <a:pt x="111318" y="30994"/>
                </a:lnTo>
                <a:lnTo>
                  <a:pt x="113820" y="36178"/>
                </a:lnTo>
                <a:lnTo>
                  <a:pt x="115807" y="41628"/>
                </a:lnTo>
                <a:lnTo>
                  <a:pt x="117265" y="47310"/>
                </a:lnTo>
                <a:lnTo>
                  <a:pt x="118176" y="53191"/>
                </a:lnTo>
                <a:lnTo>
                  <a:pt x="118474" y="59237"/>
                </a:lnTo>
                <a:lnTo>
                  <a:pt x="118176" y="65284"/>
                </a:lnTo>
                <a:lnTo>
                  <a:pt x="117265" y="71164"/>
                </a:lnTo>
                <a:lnTo>
                  <a:pt x="115807" y="76846"/>
                </a:lnTo>
                <a:lnTo>
                  <a:pt x="113820" y="82296"/>
                </a:lnTo>
                <a:lnTo>
                  <a:pt x="111318" y="87481"/>
                </a:lnTo>
                <a:lnTo>
                  <a:pt x="108353" y="92368"/>
                </a:lnTo>
                <a:lnTo>
                  <a:pt x="104940" y="96923"/>
                </a:lnTo>
                <a:lnTo>
                  <a:pt x="101130" y="101131"/>
                </a:lnTo>
                <a:lnTo>
                  <a:pt x="96923" y="104941"/>
                </a:lnTo>
                <a:lnTo>
                  <a:pt x="92368" y="108353"/>
                </a:lnTo>
                <a:lnTo>
                  <a:pt x="87481" y="111318"/>
                </a:lnTo>
                <a:lnTo>
                  <a:pt x="82296" y="113820"/>
                </a:lnTo>
                <a:lnTo>
                  <a:pt x="76846" y="115807"/>
                </a:lnTo>
                <a:lnTo>
                  <a:pt x="71165" y="117265"/>
                </a:lnTo>
                <a:lnTo>
                  <a:pt x="65284" y="118176"/>
                </a:lnTo>
                <a:lnTo>
                  <a:pt x="59237" y="118474"/>
                </a:lnTo>
                <a:lnTo>
                  <a:pt x="53191" y="118176"/>
                </a:lnTo>
                <a:lnTo>
                  <a:pt x="47310" y="117265"/>
                </a:lnTo>
                <a:lnTo>
                  <a:pt x="41629" y="115807"/>
                </a:lnTo>
                <a:lnTo>
                  <a:pt x="36178" y="113820"/>
                </a:lnTo>
                <a:lnTo>
                  <a:pt x="30994" y="111318"/>
                </a:lnTo>
                <a:lnTo>
                  <a:pt x="26107" y="108353"/>
                </a:lnTo>
                <a:lnTo>
                  <a:pt x="21552" y="104941"/>
                </a:lnTo>
                <a:lnTo>
                  <a:pt x="17344" y="101131"/>
                </a:lnTo>
                <a:lnTo>
                  <a:pt x="13534" y="96923"/>
                </a:lnTo>
                <a:lnTo>
                  <a:pt x="10121" y="92368"/>
                </a:lnTo>
                <a:lnTo>
                  <a:pt x="7156" y="87481"/>
                </a:lnTo>
                <a:lnTo>
                  <a:pt x="4655" y="82296"/>
                </a:lnTo>
                <a:lnTo>
                  <a:pt x="2667" y="76846"/>
                </a:lnTo>
                <a:lnTo>
                  <a:pt x="1210" y="71164"/>
                </a:lnTo>
                <a:lnTo>
                  <a:pt x="298" y="65284"/>
                </a:lnTo>
                <a:lnTo>
                  <a:pt x="0" y="59237"/>
                </a:lnTo>
                <a:lnTo>
                  <a:pt x="298" y="53191"/>
                </a:lnTo>
                <a:moveTo>
                  <a:pt x="24848" y="59867"/>
                </a:moveTo>
                <a:lnTo>
                  <a:pt x="24848" y="58608"/>
                </a:lnTo>
                <a:lnTo>
                  <a:pt x="25096" y="63395"/>
                </a:lnTo>
                <a:lnTo>
                  <a:pt x="24964" y="62153"/>
                </a:lnTo>
                <a:lnTo>
                  <a:pt x="25676" y="66791"/>
                </a:lnTo>
                <a:lnTo>
                  <a:pt x="25428" y="65582"/>
                </a:lnTo>
                <a:lnTo>
                  <a:pt x="26571" y="70054"/>
                </a:lnTo>
                <a:lnTo>
                  <a:pt x="26207" y="68878"/>
                </a:lnTo>
                <a:lnTo>
                  <a:pt x="27780" y="73185"/>
                </a:lnTo>
                <a:lnTo>
                  <a:pt x="27316" y="72059"/>
                </a:lnTo>
                <a:lnTo>
                  <a:pt x="29287" y="76150"/>
                </a:lnTo>
                <a:lnTo>
                  <a:pt x="28708" y="75090"/>
                </a:lnTo>
                <a:lnTo>
                  <a:pt x="31043" y="78950"/>
                </a:lnTo>
                <a:lnTo>
                  <a:pt x="30381" y="77956"/>
                </a:lnTo>
                <a:lnTo>
                  <a:pt x="33081" y="81567"/>
                </a:lnTo>
                <a:lnTo>
                  <a:pt x="32319" y="80656"/>
                </a:lnTo>
                <a:lnTo>
                  <a:pt x="35333" y="83969"/>
                </a:lnTo>
                <a:lnTo>
                  <a:pt x="34505" y="83141"/>
                </a:lnTo>
                <a:lnTo>
                  <a:pt x="37819" y="86156"/>
                </a:lnTo>
                <a:lnTo>
                  <a:pt x="36907" y="85394"/>
                </a:lnTo>
                <a:lnTo>
                  <a:pt x="40518" y="88094"/>
                </a:lnTo>
                <a:lnTo>
                  <a:pt x="39525" y="87431"/>
                </a:lnTo>
                <a:lnTo>
                  <a:pt x="43384" y="89767"/>
                </a:lnTo>
                <a:lnTo>
                  <a:pt x="42324" y="89187"/>
                </a:lnTo>
                <a:lnTo>
                  <a:pt x="46416" y="91158"/>
                </a:lnTo>
                <a:lnTo>
                  <a:pt x="45289" y="90695"/>
                </a:lnTo>
                <a:lnTo>
                  <a:pt x="49596" y="92268"/>
                </a:lnTo>
                <a:lnTo>
                  <a:pt x="48420" y="91904"/>
                </a:lnTo>
                <a:lnTo>
                  <a:pt x="52893" y="93047"/>
                </a:lnTo>
                <a:lnTo>
                  <a:pt x="51683" y="92798"/>
                </a:lnTo>
                <a:lnTo>
                  <a:pt x="56322" y="93511"/>
                </a:lnTo>
                <a:lnTo>
                  <a:pt x="55079" y="93378"/>
                </a:lnTo>
                <a:lnTo>
                  <a:pt x="59866" y="93627"/>
                </a:lnTo>
                <a:lnTo>
                  <a:pt x="58608" y="93627"/>
                </a:lnTo>
                <a:lnTo>
                  <a:pt x="63395" y="93378"/>
                </a:lnTo>
                <a:lnTo>
                  <a:pt x="62153" y="93511"/>
                </a:lnTo>
                <a:lnTo>
                  <a:pt x="66791" y="92798"/>
                </a:lnTo>
                <a:lnTo>
                  <a:pt x="65582" y="93047"/>
                </a:lnTo>
                <a:lnTo>
                  <a:pt x="70054" y="91904"/>
                </a:lnTo>
                <a:lnTo>
                  <a:pt x="68878" y="92268"/>
                </a:lnTo>
                <a:lnTo>
                  <a:pt x="73185" y="90695"/>
                </a:lnTo>
                <a:lnTo>
                  <a:pt x="72058" y="91158"/>
                </a:lnTo>
                <a:lnTo>
                  <a:pt x="76150" y="89187"/>
                </a:lnTo>
                <a:lnTo>
                  <a:pt x="75090" y="89767"/>
                </a:lnTo>
                <a:lnTo>
                  <a:pt x="78950" y="87431"/>
                </a:lnTo>
                <a:lnTo>
                  <a:pt x="77956" y="88094"/>
                </a:lnTo>
                <a:lnTo>
                  <a:pt x="81567" y="85394"/>
                </a:lnTo>
                <a:lnTo>
                  <a:pt x="80656" y="86156"/>
                </a:lnTo>
                <a:lnTo>
                  <a:pt x="83969" y="83141"/>
                </a:lnTo>
                <a:lnTo>
                  <a:pt x="83141" y="83969"/>
                </a:lnTo>
                <a:lnTo>
                  <a:pt x="86156" y="80656"/>
                </a:lnTo>
                <a:lnTo>
                  <a:pt x="85394" y="81567"/>
                </a:lnTo>
                <a:lnTo>
                  <a:pt x="88093" y="77956"/>
                </a:lnTo>
                <a:lnTo>
                  <a:pt x="87431" y="78950"/>
                </a:lnTo>
                <a:lnTo>
                  <a:pt x="89767" y="75090"/>
                </a:lnTo>
                <a:lnTo>
                  <a:pt x="89187" y="76150"/>
                </a:lnTo>
                <a:lnTo>
                  <a:pt x="91158" y="72059"/>
                </a:lnTo>
                <a:lnTo>
                  <a:pt x="90695" y="73185"/>
                </a:lnTo>
                <a:lnTo>
                  <a:pt x="92268" y="68878"/>
                </a:lnTo>
                <a:lnTo>
                  <a:pt x="91904" y="70054"/>
                </a:lnTo>
                <a:lnTo>
                  <a:pt x="93047" y="65582"/>
                </a:lnTo>
                <a:lnTo>
                  <a:pt x="92799" y="66791"/>
                </a:lnTo>
                <a:lnTo>
                  <a:pt x="93511" y="62153"/>
                </a:lnTo>
                <a:lnTo>
                  <a:pt x="93378" y="63395"/>
                </a:lnTo>
                <a:lnTo>
                  <a:pt x="93627" y="58608"/>
                </a:lnTo>
                <a:lnTo>
                  <a:pt x="93627" y="59867"/>
                </a:lnTo>
                <a:lnTo>
                  <a:pt x="93378" y="55079"/>
                </a:lnTo>
                <a:lnTo>
                  <a:pt x="93511" y="56322"/>
                </a:lnTo>
                <a:lnTo>
                  <a:pt x="92799" y="51683"/>
                </a:lnTo>
                <a:lnTo>
                  <a:pt x="93047" y="52893"/>
                </a:lnTo>
                <a:lnTo>
                  <a:pt x="91904" y="48420"/>
                </a:lnTo>
                <a:lnTo>
                  <a:pt x="92268" y="49596"/>
                </a:lnTo>
                <a:lnTo>
                  <a:pt x="90695" y="45289"/>
                </a:lnTo>
                <a:lnTo>
                  <a:pt x="91158" y="46416"/>
                </a:lnTo>
                <a:lnTo>
                  <a:pt x="89187" y="42324"/>
                </a:lnTo>
                <a:lnTo>
                  <a:pt x="89767" y="43384"/>
                </a:lnTo>
                <a:lnTo>
                  <a:pt x="87431" y="39525"/>
                </a:lnTo>
                <a:lnTo>
                  <a:pt x="88093" y="40518"/>
                </a:lnTo>
                <a:lnTo>
                  <a:pt x="85394" y="36907"/>
                </a:lnTo>
                <a:lnTo>
                  <a:pt x="86156" y="37818"/>
                </a:lnTo>
                <a:lnTo>
                  <a:pt x="83141" y="34505"/>
                </a:lnTo>
                <a:lnTo>
                  <a:pt x="83969" y="35334"/>
                </a:lnTo>
                <a:lnTo>
                  <a:pt x="80656" y="32319"/>
                </a:lnTo>
                <a:lnTo>
                  <a:pt x="81567" y="33081"/>
                </a:lnTo>
                <a:lnTo>
                  <a:pt x="77956" y="30381"/>
                </a:lnTo>
                <a:lnTo>
                  <a:pt x="78950" y="31043"/>
                </a:lnTo>
                <a:lnTo>
                  <a:pt x="75090" y="28708"/>
                </a:lnTo>
                <a:lnTo>
                  <a:pt x="76150" y="29287"/>
                </a:lnTo>
                <a:lnTo>
                  <a:pt x="72058" y="27316"/>
                </a:lnTo>
                <a:lnTo>
                  <a:pt x="73185" y="27780"/>
                </a:lnTo>
                <a:lnTo>
                  <a:pt x="68878" y="26206"/>
                </a:lnTo>
                <a:lnTo>
                  <a:pt x="70054" y="26571"/>
                </a:lnTo>
                <a:lnTo>
                  <a:pt x="65582" y="25428"/>
                </a:lnTo>
                <a:lnTo>
                  <a:pt x="66791" y="25676"/>
                </a:lnTo>
                <a:lnTo>
                  <a:pt x="62153" y="24964"/>
                </a:lnTo>
                <a:lnTo>
                  <a:pt x="63395" y="25096"/>
                </a:lnTo>
                <a:lnTo>
                  <a:pt x="58608" y="24848"/>
                </a:lnTo>
                <a:lnTo>
                  <a:pt x="59866" y="24848"/>
                </a:lnTo>
                <a:lnTo>
                  <a:pt x="55079" y="25096"/>
                </a:lnTo>
                <a:lnTo>
                  <a:pt x="56322" y="24964"/>
                </a:lnTo>
                <a:lnTo>
                  <a:pt x="51683" y="25676"/>
                </a:lnTo>
                <a:lnTo>
                  <a:pt x="52893" y="25428"/>
                </a:lnTo>
                <a:lnTo>
                  <a:pt x="48420" y="26571"/>
                </a:lnTo>
                <a:lnTo>
                  <a:pt x="49596" y="26206"/>
                </a:lnTo>
                <a:lnTo>
                  <a:pt x="45289" y="27780"/>
                </a:lnTo>
                <a:lnTo>
                  <a:pt x="46416" y="27316"/>
                </a:lnTo>
                <a:lnTo>
                  <a:pt x="42324" y="29287"/>
                </a:lnTo>
                <a:lnTo>
                  <a:pt x="43384" y="28708"/>
                </a:lnTo>
                <a:lnTo>
                  <a:pt x="39525" y="31043"/>
                </a:lnTo>
                <a:lnTo>
                  <a:pt x="40518" y="30381"/>
                </a:lnTo>
                <a:lnTo>
                  <a:pt x="36907" y="33081"/>
                </a:lnTo>
                <a:lnTo>
                  <a:pt x="37819" y="32319"/>
                </a:lnTo>
                <a:lnTo>
                  <a:pt x="34505" y="35334"/>
                </a:lnTo>
                <a:lnTo>
                  <a:pt x="35333" y="34505"/>
                </a:lnTo>
                <a:lnTo>
                  <a:pt x="32319" y="37818"/>
                </a:lnTo>
                <a:lnTo>
                  <a:pt x="33081" y="36907"/>
                </a:lnTo>
                <a:lnTo>
                  <a:pt x="30381" y="40518"/>
                </a:lnTo>
                <a:lnTo>
                  <a:pt x="31043" y="39525"/>
                </a:lnTo>
                <a:lnTo>
                  <a:pt x="28708" y="43384"/>
                </a:lnTo>
                <a:lnTo>
                  <a:pt x="29287" y="42324"/>
                </a:lnTo>
                <a:lnTo>
                  <a:pt x="27316" y="46416"/>
                </a:lnTo>
                <a:lnTo>
                  <a:pt x="27780" y="45289"/>
                </a:lnTo>
                <a:lnTo>
                  <a:pt x="26207" y="49596"/>
                </a:lnTo>
                <a:lnTo>
                  <a:pt x="26571" y="48420"/>
                </a:lnTo>
                <a:lnTo>
                  <a:pt x="25428" y="52893"/>
                </a:lnTo>
                <a:lnTo>
                  <a:pt x="25676" y="51683"/>
                </a:lnTo>
                <a:lnTo>
                  <a:pt x="24964" y="56322"/>
                </a:lnTo>
                <a:lnTo>
                  <a:pt x="25096" y="55079"/>
                </a:lnTo>
                <a:lnTo>
                  <a:pt x="24848" y="59867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5C07CAC-0A9C-4012-9B9B-3F80FDADB8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b3312369d4c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8904" y="2738503"/>
            <a:ext cx="327991" cy="327991"/>
          </a:xfrm>
          <a:prstGeom xmlns:a="http://schemas.openxmlformats.org/drawingml/2006/main" prst="rect">
            <a:avLst/>
          </a:prstGeom>
        </p:spPr>
      </p:pic>
      <p:sp>
        <p:nvSpPr>
          <p:cNvPr id="212" name="source-pdf-photo-35">
            <a:extLst xmlns:a="http://schemas.openxmlformats.org/drawingml/2006/main">
              <a:ext uri="{FF2B5EF4-FFF2-40B4-BE49-F238E27FC236}">
                <a16:creationId xmlns:a16="http://schemas.microsoft.com/office/drawing/2014/main" id="{5105D566-D777-4831-8269-4B3B887D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904" y="2738503"/>
            <a:ext cx="327991" cy="32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3" name="stage-header-arrow">
            <a:extLst xmlns:a="http://schemas.openxmlformats.org/drawingml/2006/main">
              <a:ext uri="{FF2B5EF4-FFF2-40B4-BE49-F238E27FC236}">
                <a16:creationId xmlns:a16="http://schemas.microsoft.com/office/drawing/2014/main" id="{93AEB686-B881-4AA0-8EFF-B33D80F2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9525"/>
            <a:ext cx="11163300" cy="466725"/>
          </a:xfrm>
          <a:custGeom xmlns:a="http://schemas.openxmlformats.org/drawingml/2006/main">
            <a:pathLst>
              <a:path w="11163300" h="466725">
                <a:moveTo>
                  <a:pt x="0" y="85725"/>
                </a:moveTo>
                <a:lnTo>
                  <a:pt x="10610850" y="85725"/>
                </a:lnTo>
                <a:lnTo>
                  <a:pt x="10610850" y="0"/>
                </a:lnTo>
                <a:lnTo>
                  <a:pt x="11163300" y="228600"/>
                </a:lnTo>
                <a:lnTo>
                  <a:pt x="10610850" y="466725"/>
                </a:lnTo>
                <a:lnTo>
                  <a:pt x="10610850" y="361950"/>
                </a:lnTo>
                <a:lnTo>
                  <a:pt x="0" y="36195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14288">
            <a:noFill/>
            <a:prstDash val="solid"/>
          </a:ln>
        </p:spPr>
      </p:sp>
      <p:pic>
        <p:nvPic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C294B96-C3EC-42C7-A0FD-4436E1DC65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e1b0f088e44a2"/>
          <a:srcRect xmlns:a="http://schemas.openxmlformats.org/drawingml/2006/main" l="61" t="0" r="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0852" y="800100"/>
            <a:ext cx="780098" cy="314325"/>
          </a:xfrm>
          <a:prstGeom xmlns:a="http://schemas.openxmlformats.org/drawingml/2006/main" prst="rect">
            <a:avLst/>
          </a:prstGeom>
        </p:spPr>
      </p:pic>
      <p:sp>
        <p:nvSpPr>
          <p:cNvPr id="215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56464056-8B14-4F9C-8E1E-6248ED68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0852" y="800100"/>
            <a:ext cx="78009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280BCB1-B080-45CE-94BB-56C9A5BE83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cc2f2895b41bb"/>
          <a:srcRect xmlns:a="http://schemas.openxmlformats.org/drawingml/2006/main" l="0" t="1428" r="0" b="1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0852" y="2157413"/>
            <a:ext cx="1094423" cy="314325"/>
          </a:xfrm>
          <a:prstGeom xmlns:a="http://schemas.openxmlformats.org/drawingml/2006/main" prst="rect">
            <a:avLst/>
          </a:prstGeom>
        </p:spPr>
      </p:pic>
      <p:sp>
        <p:nvSpPr>
          <p:cNvPr id="217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BFB5B8DD-FEE8-4D04-9541-6F43C81F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0852" y="2157413"/>
            <a:ext cx="109442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7FD8A9DD-BE9D-4BB4-A982-B20039D9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" y="76200"/>
            <a:ext cx="3857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324" b="1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1. Task-Aware Demonstration Decomposition</a:t>
            </a:r>
          </a:p>
        </p:txBody>
      </p:sp>
      <p:sp>
        <p:nvSpPr>
          <p:cNvPr id="219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956B68F4-0F77-4721-908A-4C38A45F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76200"/>
            <a:ext cx="2152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4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4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334" b="1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2. VLM-based Adaptation</a:t>
            </a:r>
          </a:p>
        </p:txBody>
      </p:sp>
      <p:sp>
        <p:nvSpPr>
          <p:cNvPr id="220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1687F235-1CE7-45E8-A154-0349E051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76200"/>
            <a:ext cx="2162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7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97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97" b="1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3. Trajectory Composition</a:t>
            </a:r>
          </a:p>
        </p:txBody>
      </p:sp>
      <p:sp>
        <p:nvSpPr>
          <p:cNvPr id="221" name="phrase-0">
            <a:extLst xmlns:a="http://schemas.openxmlformats.org/drawingml/2006/main">
              <a:ext uri="{FF2B5EF4-FFF2-40B4-BE49-F238E27FC236}">
                <a16:creationId xmlns:a16="http://schemas.microsoft.com/office/drawing/2014/main" id="{EE5C7FA3-84AB-428B-ABBC-BF0BB475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878" y="4723448"/>
            <a:ext cx="258689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3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Binocular Observation (showing left RGB)</a:t>
            </a:r>
          </a:p>
        </p:txBody>
      </p:sp>
      <p:sp>
        <p:nvSpPr>
          <p:cNvPr id="222" name="phrase-1">
            <a:extLst xmlns:a="http://schemas.openxmlformats.org/drawingml/2006/main">
              <a:ext uri="{FF2B5EF4-FFF2-40B4-BE49-F238E27FC236}">
                <a16:creationId xmlns:a16="http://schemas.microsoft.com/office/drawing/2014/main" id="{093620F5-1BFA-4AC2-B86F-17626CB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4773" y="3335274"/>
            <a:ext cx="1101852" cy="183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Pour water from</a:t>
            </a:r>
          </a:p>
        </p:txBody>
      </p:sp>
      <p:sp>
        <p:nvSpPr>
          <p:cNvPr id="223" name="phrase-2-0">
            <a:extLst xmlns:a="http://schemas.openxmlformats.org/drawingml/2006/main">
              <a:ext uri="{FF2B5EF4-FFF2-40B4-BE49-F238E27FC236}">
                <a16:creationId xmlns:a16="http://schemas.microsoft.com/office/drawing/2014/main" id="{2639FB41-DD0B-4661-B6FF-4E8C7DFD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0207" y="3553873"/>
            <a:ext cx="356010" cy="183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bottle</a:t>
            </a:r>
          </a:p>
        </p:txBody>
      </p:sp>
      <p:sp>
        <p:nvSpPr>
          <p:cNvPr id="224" name="phrase-2-1">
            <a:extLst xmlns:a="http://schemas.openxmlformats.org/drawingml/2006/main">
              <a:ext uri="{FF2B5EF4-FFF2-40B4-BE49-F238E27FC236}">
                <a16:creationId xmlns:a16="http://schemas.microsoft.com/office/drawing/2014/main" id="{7CA128B4-B2FC-4443-8420-7BC5CCA8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0774" y="3553873"/>
            <a:ext cx="237871" cy="183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into</a:t>
            </a:r>
          </a:p>
        </p:txBody>
      </p:sp>
      <p:sp>
        <p:nvSpPr>
          <p:cNvPr id="225" name="phrase-2-2">
            <a:extLst xmlns:a="http://schemas.openxmlformats.org/drawingml/2006/main">
              <a:ext uri="{FF2B5EF4-FFF2-40B4-BE49-F238E27FC236}">
                <a16:creationId xmlns:a16="http://schemas.microsoft.com/office/drawing/2014/main" id="{093B806C-4CC3-4C2F-920B-51710AED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3201" y="3553873"/>
            <a:ext cx="277250" cy="183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cup.</a:t>
            </a:r>
          </a:p>
        </p:txBody>
      </p:sp>
      <p:sp>
        <p:nvSpPr>
          <p:cNvPr id="226" name="phrase-3">
            <a:extLst xmlns:a="http://schemas.openxmlformats.org/drawingml/2006/main">
              <a:ext uri="{FF2B5EF4-FFF2-40B4-BE49-F238E27FC236}">
                <a16:creationId xmlns:a16="http://schemas.microsoft.com/office/drawing/2014/main" id="{5CC52B80-8DE6-4FEE-B639-5D149181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3584" y="1914525"/>
            <a:ext cx="2514600" cy="211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※ For new instances / geometries</a:t>
            </a:r>
          </a:p>
        </p:txBody>
      </p:sp>
      <p:sp>
        <p:nvSpPr>
          <p:cNvPr id="227" name="phrase-4">
            <a:extLst xmlns:a="http://schemas.openxmlformats.org/drawingml/2006/main">
              <a:ext uri="{FF2B5EF4-FFF2-40B4-BE49-F238E27FC236}">
                <a16:creationId xmlns:a16="http://schemas.microsoft.com/office/drawing/2014/main" id="{6761A300-9C2A-4845-9496-287AE08A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6169" y="542925"/>
            <a:ext cx="2286000" cy="202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※ For changed spatial location</a:t>
            </a:r>
          </a:p>
        </p:txBody>
      </p:sp>
      <p:sp>
        <p:nvSpPr>
          <p:cNvPr id="228" name="phrase-5">
            <a:extLst xmlns:a="http://schemas.openxmlformats.org/drawingml/2006/main">
              <a:ext uri="{FF2B5EF4-FFF2-40B4-BE49-F238E27FC236}">
                <a16:creationId xmlns:a16="http://schemas.microsoft.com/office/drawing/2014/main" id="{9F75C97A-8D5F-45FA-B6EB-1992475E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0818" y="90297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8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※ For changed spatial location</a:t>
            </a:r>
          </a:p>
        </p:txBody>
      </p:sp>
      <p:sp>
        <p:nvSpPr>
          <p:cNvPr id="229" name="phrase-6">
            <a:extLst xmlns:a="http://schemas.openxmlformats.org/drawingml/2006/main">
              <a:ext uri="{FF2B5EF4-FFF2-40B4-BE49-F238E27FC236}">
                <a16:creationId xmlns:a16="http://schemas.microsoft.com/office/drawing/2014/main" id="{97E1AA62-2E29-48A4-9D65-324801A7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2234" y="2088832"/>
            <a:ext cx="2314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※ For new instances / geometries</a:t>
            </a:r>
          </a:p>
        </p:txBody>
      </p:sp>
      <p:sp>
        <p:nvSpPr>
          <p:cNvPr id="230" name="phrase-7-0">
            <a:extLst xmlns:a="http://schemas.openxmlformats.org/drawingml/2006/main">
              <a:ext uri="{FF2B5EF4-FFF2-40B4-BE49-F238E27FC236}">
                <a16:creationId xmlns:a16="http://schemas.microsoft.com/office/drawing/2014/main" id="{906DCBE2-671B-4A65-AEC7-1B728AF5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5370" y="1740503"/>
            <a:ext cx="256881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Just</a:t>
            </a:r>
          </a:p>
        </p:txBody>
      </p:sp>
      <p:sp>
        <p:nvSpPr>
          <p:cNvPr id="231" name="phrase-7-1">
            <a:extLst xmlns:a="http://schemas.openxmlformats.org/drawingml/2006/main">
              <a:ext uri="{FF2B5EF4-FFF2-40B4-BE49-F238E27FC236}">
                <a16:creationId xmlns:a16="http://schemas.microsoft.com/office/drawing/2014/main" id="{3B7770CD-BFF0-4532-9F5B-AA79AE44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222" y="1740503"/>
            <a:ext cx="369365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adjust</a:t>
            </a:r>
          </a:p>
        </p:txBody>
      </p:sp>
      <p:sp>
        <p:nvSpPr>
          <p:cNvPr id="232" name="phrase-7-2">
            <a:extLst xmlns:a="http://schemas.openxmlformats.org/drawingml/2006/main">
              <a:ext uri="{FF2B5EF4-FFF2-40B4-BE49-F238E27FC236}">
                <a16:creationId xmlns:a16="http://schemas.microsoft.com/office/drawing/2014/main" id="{65230431-5963-4026-A435-98609625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1558" y="1740503"/>
            <a:ext cx="346841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2" b="0" i="0">
                <a:solidFill>
                  <a:srgbClr val="008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2" b="0" i="0">
                <a:solidFill>
                  <a:srgbClr val="008000"/>
                </a:solidFill>
                <a:latin typeface="Arial"/>
                <a:ea typeface="Arial"/>
                <a:cs typeface="Arial"/>
              </a:defRPr>
            </a:pPr>
            <a:r>
              <a:rPr sz="1062" b="0" i="0">
                <a:solidFill>
                  <a:srgbClr val="008000"/>
                </a:solidFill>
                <a:latin typeface="Arial"/>
                <a:ea typeface="Arial"/>
                <a:cs typeface="Arial"/>
              </a:rPr>
              <a:t>grasp</a:t>
            </a:r>
          </a:p>
        </p:txBody>
      </p:sp>
      <p:sp>
        <p:nvSpPr>
          <p:cNvPr id="233" name="phrase-7-3">
            <a:extLst xmlns:a="http://schemas.openxmlformats.org/drawingml/2006/main">
              <a:ext uri="{FF2B5EF4-FFF2-40B4-BE49-F238E27FC236}">
                <a16:creationId xmlns:a16="http://schemas.microsoft.com/office/drawing/2014/main" id="{B568EE2B-0851-44E8-87B7-6ECB7545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8370" y="1740503"/>
            <a:ext cx="436801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34" name="phrase-7-4">
            <a:extLst xmlns:a="http://schemas.openxmlformats.org/drawingml/2006/main">
              <a:ext uri="{FF2B5EF4-FFF2-40B4-BE49-F238E27FC236}">
                <a16:creationId xmlns:a16="http://schemas.microsoft.com/office/drawing/2014/main" id="{1ABB69AC-C85C-4AD8-9F6E-DF4BDC35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5142" y="1740503"/>
            <a:ext cx="122009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35" name="phrase-7-5">
            <a:extLst xmlns:a="http://schemas.openxmlformats.org/drawingml/2006/main">
              <a:ext uri="{FF2B5EF4-FFF2-40B4-BE49-F238E27FC236}">
                <a16:creationId xmlns:a16="http://schemas.microsoft.com/office/drawing/2014/main" id="{7B11BA18-5EBB-4A0F-82E9-D9A2D735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7122" y="1740503"/>
            <a:ext cx="219387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</a:t>
            </a:r>
          </a:p>
        </p:txBody>
      </p:sp>
      <p:sp>
        <p:nvSpPr>
          <p:cNvPr id="236" name="phrase-7-6">
            <a:extLst xmlns:a="http://schemas.openxmlformats.org/drawingml/2006/main">
              <a:ext uri="{FF2B5EF4-FFF2-40B4-BE49-F238E27FC236}">
                <a16:creationId xmlns:a16="http://schemas.microsoft.com/office/drawing/2014/main" id="{1A9DA27B-DED2-4273-A36D-45592469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6480" y="1740503"/>
            <a:ext cx="346706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arms!</a:t>
            </a:r>
          </a:p>
        </p:txBody>
      </p:sp>
      <p:sp>
        <p:nvSpPr>
          <p:cNvPr id="237" name="phrase-8-0">
            <a:extLst xmlns:a="http://schemas.openxmlformats.org/drawingml/2006/main">
              <a:ext uri="{FF2B5EF4-FFF2-40B4-BE49-F238E27FC236}">
                <a16:creationId xmlns:a16="http://schemas.microsoft.com/office/drawing/2014/main" id="{C5E27D75-CAEE-497E-9613-9CF41A76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369" y="2922079"/>
            <a:ext cx="276175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238" name="phrase-8-1">
            <a:extLst xmlns:a="http://schemas.openxmlformats.org/drawingml/2006/main">
              <a:ext uri="{FF2B5EF4-FFF2-40B4-BE49-F238E27FC236}">
                <a16:creationId xmlns:a16="http://schemas.microsoft.com/office/drawing/2014/main" id="{FE37DED6-7356-4546-8E22-225BF144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4438" y="2922079"/>
            <a:ext cx="375482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adjust</a:t>
            </a:r>
          </a:p>
        </p:txBody>
      </p:sp>
      <p:sp>
        <p:nvSpPr>
          <p:cNvPr id="239" name="phrase-8-2">
            <a:extLst xmlns:a="http://schemas.openxmlformats.org/drawingml/2006/main">
              <a:ext uri="{FF2B5EF4-FFF2-40B4-BE49-F238E27FC236}">
                <a16:creationId xmlns:a16="http://schemas.microsoft.com/office/drawing/2014/main" id="{8E503790-2CE0-4585-ABC7-0BD0E162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0814" y="2922079"/>
            <a:ext cx="352576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0" b="0" i="0">
                <a:solidFill>
                  <a:srgbClr val="008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80" b="0" i="0">
                <a:solidFill>
                  <a:srgbClr val="008000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008000"/>
                </a:solidFill>
                <a:latin typeface="Arial"/>
                <a:ea typeface="Arial"/>
                <a:cs typeface="Arial"/>
              </a:rPr>
              <a:t>grasp</a:t>
            </a:r>
          </a:p>
        </p:txBody>
      </p:sp>
      <p:sp>
        <p:nvSpPr>
          <p:cNvPr id="240" name="phrase-8-3">
            <a:extLst xmlns:a="http://schemas.openxmlformats.org/drawingml/2006/main">
              <a:ext uri="{FF2B5EF4-FFF2-40B4-BE49-F238E27FC236}">
                <a16:creationId xmlns:a16="http://schemas.microsoft.com/office/drawing/2014/main" id="{81E4D261-C74D-43C1-A55B-5E8B82C1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4284" y="2922079"/>
            <a:ext cx="47657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241" name="phrase-8-4">
            <a:extLst xmlns:a="http://schemas.openxmlformats.org/drawingml/2006/main">
              <a:ext uri="{FF2B5EF4-FFF2-40B4-BE49-F238E27FC236}">
                <a16:creationId xmlns:a16="http://schemas.microsoft.com/office/drawing/2014/main" id="{CC6B0B1B-A000-484E-AA5C-178315CF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2836" y="2922079"/>
            <a:ext cx="337350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0" b="0" i="0">
                <a:solidFill>
                  <a:srgbClr val="008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80" b="0" i="0">
                <a:solidFill>
                  <a:srgbClr val="008000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008000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sp>
        <p:nvSpPr>
          <p:cNvPr id="242" name="phrase-8-5">
            <a:extLst xmlns:a="http://schemas.openxmlformats.org/drawingml/2006/main">
              <a:ext uri="{FF2B5EF4-FFF2-40B4-BE49-F238E27FC236}">
                <a16:creationId xmlns:a16="http://schemas.microsoft.com/office/drawing/2014/main" id="{5A1BA101-4D22-4D1F-BA20-4CE75883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1080" y="2922079"/>
            <a:ext cx="482197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actions,</a:t>
            </a:r>
          </a:p>
        </p:txBody>
      </p:sp>
      <p:sp>
        <p:nvSpPr>
          <p:cNvPr id="243" name="phrase-8-6">
            <a:extLst xmlns:a="http://schemas.openxmlformats.org/drawingml/2006/main">
              <a:ext uri="{FF2B5EF4-FFF2-40B4-BE49-F238E27FC236}">
                <a16:creationId xmlns:a16="http://schemas.microsoft.com/office/drawing/2014/main" id="{F3AC8874-190D-46CE-9235-EB2880E2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4172" y="2922079"/>
            <a:ext cx="276449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244" name="phrase-9-0">
            <a:extLst xmlns:a="http://schemas.openxmlformats.org/drawingml/2006/main">
              <a:ext uri="{FF2B5EF4-FFF2-40B4-BE49-F238E27FC236}">
                <a16:creationId xmlns:a16="http://schemas.microsoft.com/office/drawing/2014/main" id="{A8C32DD3-C278-4712-BB92-A429F6FE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7093" y="3130677"/>
            <a:ext cx="294452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2" b="0" i="0">
                <a:solidFill>
                  <a:srgbClr val="008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2" b="0" i="0">
                <a:solidFill>
                  <a:srgbClr val="008000"/>
                </a:solidFill>
                <a:latin typeface="Arial"/>
                <a:ea typeface="Arial"/>
                <a:cs typeface="Arial"/>
              </a:defRPr>
            </a:pPr>
            <a:r>
              <a:rPr sz="1062" b="0" i="0">
                <a:solidFill>
                  <a:srgbClr val="008000"/>
                </a:solidFill>
                <a:latin typeface="Arial"/>
                <a:ea typeface="Arial"/>
                <a:cs typeface="Arial"/>
              </a:rPr>
              <a:t>align</a:t>
            </a:r>
          </a:p>
        </p:txBody>
      </p:sp>
      <p:sp>
        <p:nvSpPr>
          <p:cNvPr id="245" name="phrase-9-1">
            <a:extLst xmlns:a="http://schemas.openxmlformats.org/drawingml/2006/main">
              <a:ext uri="{FF2B5EF4-FFF2-40B4-BE49-F238E27FC236}">
                <a16:creationId xmlns:a16="http://schemas.microsoft.com/office/drawing/2014/main" id="{DDA57E17-2082-4946-A358-9B95ABA8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6456" y="3130677"/>
            <a:ext cx="541740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dual-arm</a:t>
            </a:r>
          </a:p>
        </p:txBody>
      </p:sp>
      <p:sp>
        <p:nvSpPr>
          <p:cNvPr id="246" name="phrase-9-2">
            <a:extLst xmlns:a="http://schemas.openxmlformats.org/drawingml/2006/main">
              <a:ext uri="{FF2B5EF4-FFF2-40B4-BE49-F238E27FC236}">
                <a16:creationId xmlns:a16="http://schemas.microsoft.com/office/drawing/2014/main" id="{29050170-1FB9-475C-A6FF-2CEB2DCD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3106" y="3130677"/>
            <a:ext cx="744373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coordination</a:t>
            </a:r>
          </a:p>
        </p:txBody>
      </p:sp>
      <p:sp>
        <p:nvSpPr>
          <p:cNvPr id="247" name="phrase-9-3">
            <a:extLst xmlns:a="http://schemas.openxmlformats.org/drawingml/2006/main">
              <a:ext uri="{FF2B5EF4-FFF2-40B4-BE49-F238E27FC236}">
                <a16:creationId xmlns:a16="http://schemas.microsoft.com/office/drawing/2014/main" id="{3A004281-5621-446F-80B7-BEE22558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2389" y="3130677"/>
            <a:ext cx="122039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48" name="phrase-9-4">
            <a:extLst xmlns:a="http://schemas.openxmlformats.org/drawingml/2006/main">
              <a:ext uri="{FF2B5EF4-FFF2-40B4-BE49-F238E27FC236}">
                <a16:creationId xmlns:a16="http://schemas.microsoft.com/office/drawing/2014/main" id="{C33C9083-B675-4106-9C0C-F3E5B573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9338" y="3130677"/>
            <a:ext cx="316982" cy="174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pour.</a:t>
            </a:r>
          </a:p>
        </p:txBody>
      </p:sp>
    </p:spTree>
    <p:extLst>
      <p:ext uri="{BB962C8B-B14F-4D97-AF65-F5344CB8AC3E}">
        <p14:creationId xmlns:p14="http://schemas.microsoft.com/office/powerpoint/2010/main" val="731245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2026-10-09T21:57:35.8440000Z</dcterms:created>
  <dcterms:modified xsi:type="dcterms:W3CDTF">2026-10-09T21:57:35.8440000Z</dcterms:modified>
</coreProperties>
</file>