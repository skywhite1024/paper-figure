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4284105614713" /><Relationship Type="http://schemas.openxmlformats.org/officeDocument/2006/relationships/extended-properties" Target="/docProps/app.xml" Id="R2b74e77be8144b34" /><Relationship Type="http://schemas.openxmlformats.org/officeDocument/2006/relationships/officeDocument" Target="/ppt/presentation.xml" Id="R960a97667dad4b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882c29d68a4421"/>
  </p:sldMasterIdLst>
  <p:notesMasterIdLst>
    <p:notesMasterId xmlns:r="http://schemas.openxmlformats.org/officeDocument/2006/relationships" r:id="R83deaaa2d7ad4fe8"/>
  </p:notesMasterIdLst>
  <p:sldIdLst>
    <p:sldId xmlns:r="http://schemas.openxmlformats.org/officeDocument/2006/relationships" id="256" r:id="Rb6b5352709564663"/>
  </p:sldIdLst>
  <p:sldSz cx="9515475" cy="47434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29c0d546dd45b2" /><Relationship Type="http://schemas.openxmlformats.org/officeDocument/2006/relationships/slideMaster" Target="/ppt/slideMasters/slideMaster1.xml" Id="Rf3882c29d68a4421" /><Relationship Type="http://schemas.openxmlformats.org/officeDocument/2006/relationships/notesMaster" Target="/ppt/notesMasters/notesMaster1.xml" Id="R83deaaa2d7ad4fe8" /><Relationship Type="http://schemas.openxmlformats.org/officeDocument/2006/relationships/presProps" Target="/ppt/presProps.xml" Id="R96a9ec4475ab4357" /><Relationship Type="http://schemas.openxmlformats.org/officeDocument/2006/relationships/tableStyles" Target="/ppt/tableStyles.xml" Id="Rbf5660a12a3b4920" /><Relationship Type="http://schemas.openxmlformats.org/officeDocument/2006/relationships/slide" Target="/ppt/slides/slide1.xml" Id="Rb6b53527095646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910fe71fd14c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0300b0ff8c4a49" /><Relationship Type="http://schemas.openxmlformats.org/officeDocument/2006/relationships/notesMaster" Target="/ppt/notesMasters/notesMaster1.xml" Id="Rb75bd32449f548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"Do's and Don'ts: Learning Desirable Skills with Instruction Videos",</a:t>
            </a:r>
          </a:p>
          <a:p xmlns:a="http://schemas.openxmlformats.org/drawingml/2006/main">
            <a:r>
              <a:t>  "paper_url": "https://arxiv.org/pdf/2406.00324v2",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"http://creativecommons.org/licenses/by/4.0/",</a:t>
            </a:r>
          </a:p>
          <a:p xmlns:a="http://schemas.openxmlformats.org/drawingml/2006/main">
            <a:r>
              <a:t>  "notes": "Source-layout reconstruction using native PDF paths and live ordinary labels. Each source photograph, illustration or mathematical bitmap is an isolated insert with original clipping. No whole-figure raster backdrop. Native paths are not semantically attached connectors.",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"12c2c7aecd19d7301ab5dcaa23aebbfac2e53bcc77f8272421e4839e5840e788",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139,</a:t>
            </a:r>
          </a:p>
          <a:p xmlns:a="http://schemas.openxmlformats.org/drawingml/2006/main">
            <a:r>
              <a:t>    73,</a:t>
            </a:r>
          </a:p>
          <a:p xmlns:a="http://schemas.openxmlformats.org/drawingml/2006/main">
            <a:r>
              <a:t>    472,</a:t>
            </a:r>
          </a:p>
          <a:p xmlns:a="http://schemas.openxmlformats.org/drawingml/2006/main">
            <a:r>
              <a:t>    239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"123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"unhandled image/shading at seq 20: [182.14511108398438, 168.22512817382812, 201.73001098632812, 187.76531982421875]; requires reviewed raster region",</a:t>
            </a:r>
          </a:p>
          <a:p xmlns:a="http://schemas.openxmlformats.org/drawingml/2006/main">
            <a:r>
              <a:t>    "unhandled image/shading at seq 31: [175.42263793945312, 204.54100036621094, 186.0833282470703, 215.20169067382812]; requires reviewed raster region",</a:t>
            </a:r>
          </a:p>
          <a:p xmlns:a="http://schemas.openxmlformats.org/drawingml/2006/main">
            <a:r>
              <a:t>    "unhandled image/shading at seq 32: [210.1661376953125, 204.5011749267578, 221.05416870117188, 215.3892059326172]; requires reviewed raster region",</a:t>
            </a:r>
          </a:p>
          <a:p xmlns:a="http://schemas.openxmlformats.org/drawingml/2006/main">
            <a:r>
              <a:t>    "unhandled image/shading at seq 33: [198.52247619628906, 204.4031219482422, 209.45928955078125, 215.33993530273438]; requires reviewed raster region",</a:t>
            </a:r>
          </a:p>
          <a:p xmlns:a="http://schemas.openxmlformats.org/drawingml/2006/main">
            <a:r>
              <a:t>    "unhandled image/shading at seq 34: [186.64263916015625, 204.142333984375, 198.10092163085938, 215.60061645507812]; requires reviewed raster region",</a:t>
            </a:r>
          </a:p>
          <a:p xmlns:a="http://schemas.openxmlformats.org/drawingml/2006/main">
            <a:r>
              <a:t>    "unhandled image/shading at seq 37: [175.79566955566406, 219.46783447265625, 185.72225952148438, 229.39442443847656]; requires reviewed raster region",</a:t>
            </a:r>
          </a:p>
          <a:p xmlns:a="http://schemas.openxmlformats.org/drawingml/2006/main">
            <a:r>
              <a:t>    "unhandled image/shading at seq 38: [210.62818908691406, 219.51254272460938, 220.55477905273438, 229.4391326904297]; requires reviewed raster region",</a:t>
            </a:r>
          </a:p>
          <a:p xmlns:a="http://schemas.openxmlformats.org/drawingml/2006/main">
            <a:r>
              <a:t>    "unhandled image/shading at seq 39: [198.5717010498047, 216.48388671875, 211.63314819335938, 229.5453338623047]; requires reviewed raster region",</a:t>
            </a:r>
          </a:p>
          <a:p xmlns:a="http://schemas.openxmlformats.org/drawingml/2006/main">
            <a:r>
              <a:t>    "unhandled image/shading at seq 40: [186.2066650390625, 215.92010498046875, 200.2123260498047, 229.92576599121094]; requires reviewed raster region",</a:t>
            </a:r>
          </a:p>
          <a:p xmlns:a="http://schemas.openxmlformats.org/drawingml/2006/main">
            <a:r>
              <a:t>    "unhandled image/shading at seq 53: [150.57675170898438, 171.89170837402344, 163.54393005371094, 184.85888671875]; requires reviewed raster region",</a:t>
            </a:r>
          </a:p>
          <a:p xmlns:a="http://schemas.openxmlformats.org/drawingml/2006/main">
            <a:r>
              <a:t>    "unhandled image/shading at seq 56: [266.8287658691406, 104.86241149902344, 280.20452880859375, 118.2381591796875]; requires reviewed raster region",</a:t>
            </a:r>
          </a:p>
          <a:p xmlns:a="http://schemas.openxmlformats.org/drawingml/2006/main">
            <a:r>
              <a:t>    "unhandled image/shading at seq 57: [285.6925048828125, 102.30268859863281, 299.27044677734375, 115.88062286376953]; requires reviewed raster region",</a:t>
            </a:r>
          </a:p>
          <a:p xmlns:a="http://schemas.openxmlformats.org/drawingml/2006/main">
            <a:r>
              <a:t>    "unhandled image/shading at seq 58: [304.502197265625, 99.10211181640625, 318.11602783203125, 112.71592712402344]; requires reviewed raster region",</a:t>
            </a:r>
          </a:p>
          <a:p xmlns:a="http://schemas.openxmlformats.org/drawingml/2006/main">
            <a:r>
              <a:t>    "unhandled image/shading at seq 59: [302.6504211425781, 107.1899642944336, 324.87347412109375, 120.06771087646484]; requires reviewed raster region",</a:t>
            </a:r>
          </a:p>
          <a:p xmlns:a="http://schemas.openxmlformats.org/drawingml/2006/main">
            <a:r>
              <a:t>    "unhandled image/shading at seq 62: [201.79150390625, 99.55536651611328, 220.36624145507812, 118.13009643554688]; requires reviewed raster region",</a:t>
            </a:r>
          </a:p>
          <a:p xmlns:a="http://schemas.openxmlformats.org/drawingml/2006/main">
            <a:r>
              <a:t>    "unhandled image/shading at seq 63: [175.59072875976562, 100.52864837646484, 193.0519256591797, 117.9898452758789]; requires reviewed raster region",</a:t>
            </a:r>
          </a:p>
          <a:p xmlns:a="http://schemas.openxmlformats.org/drawingml/2006/main">
            <a:r>
              <a:t>    "unhandled image/shading at seq 64: [149.45889282226562, 100.39337921142578, 165.51136779785156, 116.44584655761719]; requires reviewed raster region",</a:t>
            </a:r>
          </a:p>
          <a:p xmlns:a="http://schemas.openxmlformats.org/drawingml/2006/main">
            <a:r>
              <a:t>    "unhandled image/shading at seq 70: [370.8641052246094, 100.50517272949219, 388.09405517578125, 117.73512268066406]; requires reviewed raster region",</a:t>
            </a:r>
          </a:p>
          <a:p xmlns:a="http://schemas.openxmlformats.org/drawingml/2006/main">
            <a:r>
              <a:t>    "unhandled image/shading at seq 71: [423.34344482421875, 101.3092041015625, 440.57012939453125, 118.53624725341797]; requires reviewed raster region",</a:t>
            </a:r>
          </a:p>
          <a:p xmlns:a="http://schemas.openxmlformats.org/drawingml/2006/main">
            <a:r>
              <a:t>    "unhandled image/shading at seq 72: [397.75421142578125, 99.96971893310547, 415.2154235839844, 117.43087768554688]; requires reviewed raster region",</a:t>
            </a:r>
          </a:p>
          <a:p xmlns:a="http://schemas.openxmlformats.org/drawingml/2006/main">
            <a:r>
              <a:t>    "unhandled image/shading at seq 75: [373.0755920410156, 124.36029815673828, 389.1280517578125, 140.4127655029297]; requires reviewed raster region",</a:t>
            </a:r>
          </a:p>
          <a:p xmlns:a="http://schemas.openxmlformats.org/drawingml/2006/main">
            <a:r>
              <a:t>    "unhandled image/shading at seq 76: [424.5418701171875, 124.5391616821289, 440.54962158203125, 140.5916290283203]; requires reviewed raster region",</a:t>
            </a:r>
          </a:p>
          <a:p xmlns:a="http://schemas.openxmlformats.org/drawingml/2006/main">
            <a:r>
              <a:t>    "unhandled image/shading at seq 77: [394.8775939941406, 118.34248352050781, 417.35400390625, 140.8189239501953]; requires reviewed raster region",</a:t>
            </a:r>
          </a:p>
          <a:p xmlns:a="http://schemas.openxmlformats.org/drawingml/2006/main">
            <a:r>
              <a:t>    "unhandled image/shading at seq 80: [149.95074462890625, 127.1325912475586, 168.1942138671875, 140.18919372558594]; requires reviewed raster region",</a:t>
            </a:r>
          </a:p>
          <a:p xmlns:a="http://schemas.openxmlformats.org/drawingml/2006/main">
            <a:r>
              <a:t>    "unhandled image/shading at seq 85: [302.6504211425781, 130.93331909179688, 324.87347412109375, 143.766357421875]; requires reviewed raster region",</a:t>
            </a:r>
          </a:p>
          <a:p xmlns:a="http://schemas.openxmlformats.org/drawingml/2006/main">
            <a:r>
              <a:t>    "unhandled image/shading at seq 86: [266.7782897949219, 127.4728012084961, 280.2503967285156, 140.9448699951172]; requires reviewed raster region",</a:t>
            </a:r>
          </a:p>
          <a:p xmlns:a="http://schemas.openxmlformats.org/drawingml/2006/main">
            <a:r>
              <a:t>    "unhandled image/shading at seq 87: [285.7462158203125, 127.47399139404297, 299.214111328125, 140.94189453125]; requires reviewed raster region",</a:t>
            </a:r>
          </a:p>
          <a:p xmlns:a="http://schemas.openxmlformats.org/drawingml/2006/main">
            <a:r>
              <a:t>    "unhandled image/shading at seq 89: [305.0202941894531, 120.7384262084961, 315.03631591796875, 129.5471649169922]; requires reviewed raster region",</a:t>
            </a:r>
          </a:p>
          <a:p xmlns:a="http://schemas.openxmlformats.org/drawingml/2006/main">
            <a:r>
              <a:t>    "unhandled image/shading at seq 90: [305.7353515625, 128.7948455810547, 320.4109802246094, 141.93678283691406]; requires reviewed raster region",</a:t>
            </a:r>
          </a:p>
          <a:p xmlns:a="http://schemas.openxmlformats.org/drawingml/2006/main">
            <a:r>
              <a:t>    "unhandled image/shading at seq 109: [395.9693603515625, 168.35926818847656, 415.55426025390625, 187.8994598388672]; requires reviewed raster region",</a:t>
            </a:r>
          </a:p>
          <a:p xmlns:a="http://schemas.openxmlformats.org/drawingml/2006/main">
            <a:r>
              <a:t>    "unhandled image/shading at seq 110: [364.4010009765625, 172.02584838867188, 377.3681640625, 184.99302673339844]; requires reviewed raster region",</a:t>
            </a:r>
          </a:p>
          <a:p xmlns:a="http://schemas.openxmlformats.org/drawingml/2006/main">
            <a:r>
              <a:t>    "unhandled image/shading at seq 148: [392.89111328125, 204.9456787109375, 403.55181884765625, 215.6063690185547]; requires reviewed raster region",</a:t>
            </a:r>
          </a:p>
          <a:p xmlns:a="http://schemas.openxmlformats.org/drawingml/2006/main">
            <a:r>
              <a:t>    "unhandled image/shading at seq 149: [427.6346130371094, 204.9058380126953, 438.5226745605469, 215.7938690185547]; requires reviewed raster region",</a:t>
            </a:r>
          </a:p>
          <a:p xmlns:a="http://schemas.openxmlformats.org/drawingml/2006/main">
            <a:r>
              <a:t>    "unhandled image/shading at seq 150: [415.9909973144531, 204.8077850341797, 426.9277648925781, 215.74459838867188]; requires reviewed raster region",</a:t>
            </a:r>
          </a:p>
          <a:p xmlns:a="http://schemas.openxmlformats.org/drawingml/2006/main">
            <a:r>
              <a:t>    "unhandled image/shading at seq 151: [404.1111145019531, 204.54701232910156, 415.56939697265625, 216.0052947998047]; requires reviewed raster region",</a:t>
            </a:r>
          </a:p>
          <a:p xmlns:a="http://schemas.openxmlformats.org/drawingml/2006/main">
            <a:r>
              <a:t>    "unhandled image/shading at seq 157: [392.89111328125, 219.21180725097656, 403.55181884765625, 229.87249755859375]; requires reviewed raster region",</a:t>
            </a:r>
          </a:p>
          <a:p xmlns:a="http://schemas.openxmlformats.org/drawingml/2006/main">
            <a:r>
              <a:t>    "unhandled image/shading at seq 158: [427.5378112792969, 219.07627868652344, 438.6168518066406, 230.15530395507812]; requires reviewed raster region",</a:t>
            </a:r>
          </a:p>
          <a:p xmlns:a="http://schemas.openxmlformats.org/drawingml/2006/main">
            <a:r>
              <a:t>    "unhandled image/shading at seq 159: [414.8760986328125, 217.9575958251953, 428.04449462890625, 231.12599182128906]; requires reviewed raster region",</a:t>
            </a:r>
          </a:p>
          <a:p xmlns:a="http://schemas.openxmlformats.org/drawingml/2006/main">
            <a:r>
              <a:t>    "unhandled image/shading at seq 160: [403.65924072265625, 218.358642578125, 416.0260009765625, 230.7254180908203]; requires reviewed raster region",</a:t>
            </a:r>
          </a:p>
          <a:p xmlns:a="http://schemas.openxmlformats.org/drawingml/2006/main">
            <a:r>
              <a:t>    "unhandled image/shading at seq 194: [272.78118896484375, 201.71621704101562, 278.1022033691406, 207.08193969726562]; requires reviewed raster region",</a:t>
            </a:r>
          </a:p>
          <a:p xmlns:a="http://schemas.openxmlformats.org/drawingml/2006/main">
            <a:r>
              <a:t>    "unhandled image/shading at seq 195: [281.5005187988281, 201.71621704101562, 286.8662414550781, 207.08193969726562]; requires reviewed raster region",</a:t>
            </a:r>
          </a:p>
          <a:p xmlns:a="http://schemas.openxmlformats.org/drawingml/2006/main">
            <a:r>
              <a:t>    "unhandled image/shading at seq 196: [290.2645263671875, 201.71621704101562, 295.6302490234375, 207.08193969726562]; requires reviewed raster region",</a:t>
            </a:r>
          </a:p>
          <a:p xmlns:a="http://schemas.openxmlformats.org/drawingml/2006/main">
            <a:r>
              <a:t>    "unhandled image/shading at seq 205: [272.78118896484375, 211.37452697753906, 278.14691162109375, 216.74024963378906]; requires reviewed raster region",</a:t>
            </a:r>
          </a:p>
          <a:p xmlns:a="http://schemas.openxmlformats.org/drawingml/2006/main">
            <a:r>
              <a:t>    "unhandled image/shading at seq 206: [280.4422607421875, 209.32444763183594, 287.9463806152344, 216.8285675048828]; requires reviewed raster region",</a:t>
            </a:r>
          </a:p>
          <a:p xmlns:a="http://schemas.openxmlformats.org/drawingml/2006/main">
            <a:r>
              <a:t>    "unhandled image/shading at seq 207: [290.5931701660156, 210.85061645507812, 296.3678894042969, 216.62533569335938]; requires reviewed raster region",</a:t>
            </a:r>
          </a:p>
          <a:p xmlns:a="http://schemas.openxmlformats.org/drawingml/2006/main">
            <a:r>
              <a:t>    "unhandled image/shading at seq 310: [271.12677001953125, 204.3543701171875, 276.4477844238281, 209.7200927734375]; requires reviewed raster region",</a:t>
            </a:r>
          </a:p>
          <a:p xmlns:a="http://schemas.openxmlformats.org/drawingml/2006/main">
            <a:r>
              <a:t>    "unhandled image/shading at seq 311: [279.8460693359375, 204.3543701171875, 285.2117919921875, 209.7200927734375]; requires reviewed raster region",</a:t>
            </a:r>
          </a:p>
          <a:p xmlns:a="http://schemas.openxmlformats.org/drawingml/2006/main">
            <a:r>
              <a:t>    "unhandled image/shading at seq 312: [288.610107421875, 204.3543701171875, 293.975830078125, 209.7200927734375]; requires reviewed raster region",</a:t>
            </a:r>
          </a:p>
          <a:p xmlns:a="http://schemas.openxmlformats.org/drawingml/2006/main">
            <a:r>
              <a:t>    "unhandled image/shading at seq 321: [271.12677001953125, 214.01268005371094, 276.4477844238281, 219.37840270996094]; requires reviewed raster region",</a:t>
            </a:r>
          </a:p>
          <a:p xmlns:a="http://schemas.openxmlformats.org/drawingml/2006/main">
            <a:r>
              <a:t>    "unhandled image/shading at seq 322: [278.78411865234375, 211.9562530517578, 286.2882385253906, 219.4603729248047]; requires reviewed raster region",</a:t>
            </a:r>
          </a:p>
          <a:p xmlns:a="http://schemas.openxmlformats.org/drawingml/2006/main">
            <a:r>
              <a:t>    "unhandled image/shading at seq 323: [288.9350280761719, 213.48280334472656, 294.7097473144531, 219.2575225830078]; requires reviewed raster region",</a:t>
            </a:r>
          </a:p>
          <a:p xmlns:a="http://schemas.openxmlformats.org/drawingml/2006/main">
            <a:r>
              <a:t>    "unhandled image/shading at seq 426: [269.248779296875, 207.26080322265625, 274.614501953125, 212.62652587890625]; requires reviewed raster region",</a:t>
            </a:r>
          </a:p>
          <a:p xmlns:a="http://schemas.openxmlformats.org/drawingml/2006/main">
            <a:r>
              <a:t>    "unhandled image/shading at seq 427: [278.0127868652344, 207.26080322265625, 283.3785095214844, 212.62652587890625]; requires reviewed raster region",</a:t>
            </a:r>
          </a:p>
          <a:p xmlns:a="http://schemas.openxmlformats.org/drawingml/2006/main">
            <a:r>
              <a:t>    "unhandled image/shading at seq 428: [286.77679443359375, 207.26080322265625, 292.14251708984375, 212.62652587890625]; requires reviewed raster region",</a:t>
            </a:r>
          </a:p>
          <a:p xmlns:a="http://schemas.openxmlformats.org/drawingml/2006/main">
            <a:r>
              <a:t>    "unhandled image/shading at seq 437: [269.2934875488281, 216.9191131591797, 274.614501953125, 222.2848358154297]; requires reviewed raster region",</a:t>
            </a:r>
          </a:p>
          <a:p xmlns:a="http://schemas.openxmlformats.org/drawingml/2006/main">
            <a:r>
              <a:t>    "unhandled image/shading at seq 438: [276.943359375, 214.88616943359375, 284.4474792480469, 222.39028930664062]; requires reviewed raster region",</a:t>
            </a:r>
          </a:p>
          <a:p xmlns:a="http://schemas.openxmlformats.org/drawingml/2006/main">
            <a:r>
              <a:t>    "unhandled image/shading at seq 439: [287.0942687988281, 216.41233825683594, 292.8689880371094, 222.1870574951172];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"text_editability": "Ordinary source labels are live text; selected mathematical fonts are native outlines. Source image inserts retain internal raster pixels.",</a:t>
            </a:r>
          </a:p>
          <a:p xmlns:a="http://schemas.openxmlformats.org/drawingml/2006/main">
            <a:r>
              <a:t>  "image_reconstruction": "Each source raster instance is isolated with complete source SVG ancestry, source clipping, mask and paint order. No full-figure image is used.",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"Source image/shading warnings resolved by isolated source SVG inserts preserving alpha, clip and paint order. Source pixels and final reconstruction preview inspected side by side; original native paths retained. Rotated ordinary labels restored as single native text boxes. Source clipping is preserved for images; crop-crossing background paths omitted. PowerPoint dash length/cap rendering uses closest native preset."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"text_repairs": "Adjacent lower-right Instruction and reward spans merged as one live phrase to preserve an explicit space."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4b762398542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d7d55fe0b46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1b95baafd4c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548c7b5ab44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774da277644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d588b3f394a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C7F140-24DE-42EA-968C-C6B15B6E7C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1548" y="1791970"/>
            <a:ext cx="7612380" cy="685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B0E017-7D50-4D43-9E34-3615E5AF6D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27321" y="2608898"/>
            <a:ext cx="6660833" cy="5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D016D2-909F-4451-A3C9-D3E4BD4B2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1548" y="1976438"/>
            <a:ext cx="761238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D863B5-B2CB-45C3-A62B-F168CB7B74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5245" y="368935"/>
            <a:ext cx="8444984" cy="579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B776A1-E3E3-4660-A2AE-18E24780C5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5245" y="1317625"/>
            <a:ext cx="8444984" cy="295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811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1pPr>
            <a:lvl2pPr marL="36893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2pPr>
            <a:lvl3pPr marL="57975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3pPr>
            <a:lvl4pPr marL="79057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4pPr>
            <a:lvl5pPr marL="100139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5pPr>
            <a:lvl6pPr marL="121221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6pPr>
            <a:lvl7pPr marL="142303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7pPr>
            <a:lvl8pPr marL="163385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8pPr>
            <a:lvl9pPr marL="184467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556ECF-6F38-4687-966E-55BEA4D900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5245" y="368935"/>
            <a:ext cx="8444984" cy="579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2D1BB2-63E8-4A9E-9752-BF65CCAAD2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5245" y="1317625"/>
            <a:ext cx="3925133" cy="295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811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1pPr>
            <a:lvl2pPr marL="36893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2pPr>
            <a:lvl3pPr marL="57975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3pPr>
            <a:lvl4pPr marL="79057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4pPr>
            <a:lvl5pPr marL="100139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5pPr>
            <a:lvl6pPr marL="121221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6pPr>
            <a:lvl7pPr marL="142303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7pPr>
            <a:lvl8pPr marL="163385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8pPr>
            <a:lvl9pPr marL="184467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173FF0D-3B6D-4054-B860-6D45A60471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055096" y="1317625"/>
            <a:ext cx="3925133" cy="295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811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1pPr>
            <a:lvl2pPr marL="36893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2pPr>
            <a:lvl3pPr marL="57975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3pPr>
            <a:lvl4pPr marL="79057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4pPr>
            <a:lvl5pPr marL="100139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5pPr>
            <a:lvl6pPr marL="121221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6pPr>
            <a:lvl7pPr marL="142303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7pPr>
            <a:lvl8pPr marL="163385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8pPr>
            <a:lvl9pPr marL="184467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8AB22C-E672-4C65-A6A3-37E3FDF08E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5245" y="368935"/>
            <a:ext cx="8444984" cy="579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BE74E7-B727-4BEF-8ABA-C681F01EE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5245" y="1317625"/>
            <a:ext cx="3925133" cy="295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811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1pPr>
            <a:lvl2pPr marL="36893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2pPr>
            <a:lvl3pPr marL="57975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3pPr>
            <a:lvl4pPr marL="79057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4pPr>
            <a:lvl5pPr marL="100139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5pPr>
            <a:lvl6pPr marL="121221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6pPr>
            <a:lvl7pPr marL="142303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7pPr>
            <a:lvl8pPr marL="163385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8pPr>
            <a:lvl9pPr marL="1844675" indent="-158115">
              <a:lnSpc>
                <a:spcPct val="110000"/>
              </a:lnSpc>
              <a:spcBef>
                <a:spcPts val="0"/>
              </a:spcBef>
              <a:spcAft>
                <a:spcPts val="8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b8301053184da2" /><Relationship Type="http://schemas.openxmlformats.org/officeDocument/2006/relationships/slideLayout" Target="/ppt/slideLayouts/slideLayout1.xml" Id="R6819eb408b4e403b" /><Relationship Type="http://schemas.openxmlformats.org/officeDocument/2006/relationships/slideLayout" Target="/ppt/slideLayouts/slideLayout2.xml" Id="R657aaf7ac37b450c" /><Relationship Type="http://schemas.openxmlformats.org/officeDocument/2006/relationships/slideLayout" Target="/ppt/slideLayouts/slideLayout3.xml" Id="Ra823aedd53f64c4c" /><Relationship Type="http://schemas.openxmlformats.org/officeDocument/2006/relationships/slideLayout" Target="/ppt/slideLayouts/slideLayout4.xml" Id="R0a59b5bafc0b4822" /><Relationship Type="http://schemas.openxmlformats.org/officeDocument/2006/relationships/slideLayout" Target="/ppt/slideLayouts/slideLayout5.xml" Id="Rf7ecbb4b98c44fb5" /><Relationship Type="http://schemas.openxmlformats.org/officeDocument/2006/relationships/slideLayout" Target="/ppt/slideLayouts/slideLayout6.xml" Id="R3d1c84d3e3714a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19eb408b4e403b"/>
    <p:sldLayoutId xmlns:r="http://schemas.openxmlformats.org/officeDocument/2006/relationships" id="2147483650" r:id="R657aaf7ac37b450c"/>
    <p:sldLayoutId xmlns:r="http://schemas.openxmlformats.org/officeDocument/2006/relationships" id="2147483651" r:id="Ra823aedd53f64c4c"/>
    <p:sldLayoutId xmlns:r="http://schemas.openxmlformats.org/officeDocument/2006/relationships" id="2147483652" r:id="R0a59b5bafc0b4822"/>
    <p:sldLayoutId xmlns:r="http://schemas.openxmlformats.org/officeDocument/2006/relationships" id="2147483653" r:id="Rf7ecbb4b98c44fb5"/>
    <p:sldLayoutId xmlns:r="http://schemas.openxmlformats.org/officeDocument/2006/relationships" id="2147483654" r:id="R3d1c84d3e3714a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c89c57855f427a" /><Relationship Type="http://schemas.openxmlformats.org/officeDocument/2006/relationships/image" Target="/ppt/media/image.png" Id="R285dbe1a95904fa8" /><Relationship Type="http://schemas.openxmlformats.org/officeDocument/2006/relationships/image" Target="/ppt/media/image2.png" Id="R2be696c75bf741c9" /><Relationship Type="http://schemas.openxmlformats.org/officeDocument/2006/relationships/image" Target="/ppt/media/image3.png" Id="Rdec61316905f4fb9" /><Relationship Type="http://schemas.openxmlformats.org/officeDocument/2006/relationships/image" Target="/ppt/media/image4.png" Id="R4038cc5868d846c5" /><Relationship Type="http://schemas.openxmlformats.org/officeDocument/2006/relationships/image" Target="/ppt/media/image5.png" Id="R381b396b50724ff1" /><Relationship Type="http://schemas.openxmlformats.org/officeDocument/2006/relationships/image" Target="/ppt/media/image6.png" Id="R3ba047b319e24812" /><Relationship Type="http://schemas.openxmlformats.org/officeDocument/2006/relationships/image" Target="/ppt/media/image7.png" Id="R492a1daab8f545f3" /><Relationship Type="http://schemas.openxmlformats.org/officeDocument/2006/relationships/image" Target="/ppt/media/image8.png" Id="Rfd9ed5a2d22b417e" /><Relationship Type="http://schemas.openxmlformats.org/officeDocument/2006/relationships/image" Target="/ppt/media/image9.png" Id="R80cc419e2f3a4a77" /><Relationship Type="http://schemas.openxmlformats.org/officeDocument/2006/relationships/image" Target="/ppt/media/image10.png" Id="R7db5fe2bc46c46c9" /><Relationship Type="http://schemas.openxmlformats.org/officeDocument/2006/relationships/image" Target="/ppt/media/image11.png" Id="R768a89e055754e13" /><Relationship Type="http://schemas.openxmlformats.org/officeDocument/2006/relationships/image" Target="/ppt/media/image12.png" Id="R48a0643ab5db488b" /><Relationship Type="http://schemas.openxmlformats.org/officeDocument/2006/relationships/image" Target="/ppt/media/image13.png" Id="Rf8eb453cf47c4de3" /><Relationship Type="http://schemas.openxmlformats.org/officeDocument/2006/relationships/image" Target="/ppt/media/image14.png" Id="R0a4b08ecf332404a" /><Relationship Type="http://schemas.openxmlformats.org/officeDocument/2006/relationships/image" Target="/ppt/media/image15.png" Id="R7ba0855b7e7b4888" /><Relationship Type="http://schemas.openxmlformats.org/officeDocument/2006/relationships/image" Target="/ppt/media/image16.png" Id="Ra78e8be80af04343" /><Relationship Type="http://schemas.openxmlformats.org/officeDocument/2006/relationships/image" Target="/ppt/media/image17.png" Id="R19e0b668696b4ef4" /><Relationship Type="http://schemas.openxmlformats.org/officeDocument/2006/relationships/image" Target="/ppt/media/image18.png" Id="R09fc256841864e94" /><Relationship Type="http://schemas.openxmlformats.org/officeDocument/2006/relationships/image" Target="/ppt/media/image19.png" Id="R4c3ffbf98f874de0" /><Relationship Type="http://schemas.openxmlformats.org/officeDocument/2006/relationships/image" Target="/ppt/media/image20.png" Id="R1b8728250b5b48bb" /><Relationship Type="http://schemas.openxmlformats.org/officeDocument/2006/relationships/image" Target="/ppt/media/image21.png" Id="R70cf35bd79704366" /><Relationship Type="http://schemas.openxmlformats.org/officeDocument/2006/relationships/image" Target="/ppt/media/image22.png" Id="Rd55ad1a85dd74731" /><Relationship Type="http://schemas.openxmlformats.org/officeDocument/2006/relationships/image" Target="/ppt/media/image23.png" Id="R620519ecd76749c1" /><Relationship Type="http://schemas.openxmlformats.org/officeDocument/2006/relationships/image" Target="/ppt/media/image24.png" Id="R7c587ef533444c55" /><Relationship Type="http://schemas.openxmlformats.org/officeDocument/2006/relationships/image" Target="/ppt/media/image25.png" Id="R4e5c5890695a43f9" /><Relationship Type="http://schemas.openxmlformats.org/officeDocument/2006/relationships/image" Target="/ppt/media/image26.png" Id="Rd657aa53399149ed" /><Relationship Type="http://schemas.openxmlformats.org/officeDocument/2006/relationships/image" Target="/ppt/media/image27.png" Id="R6d5b4648fb6949e5" /><Relationship Type="http://schemas.openxmlformats.org/officeDocument/2006/relationships/image" Target="/ppt/media/image28.png" Id="Radf30672da98495a" /><Relationship Type="http://schemas.openxmlformats.org/officeDocument/2006/relationships/image" Target="/ppt/media/image29.png" Id="Raf5ab7f0399847f2" /><Relationship Type="http://schemas.openxmlformats.org/officeDocument/2006/relationships/image" Target="/ppt/media/image30.png" Id="Rc0b8c7b5a34f4818" /><Relationship Type="http://schemas.openxmlformats.org/officeDocument/2006/relationships/image" Target="/ppt/media/image31.png" Id="R60b8b4a7836240d7" /><Relationship Type="http://schemas.openxmlformats.org/officeDocument/2006/relationships/image" Target="/ppt/media/image32.png" Id="Re8ef767492044b13" /><Relationship Type="http://schemas.openxmlformats.org/officeDocument/2006/relationships/image" Target="/ppt/media/image33.png" Id="Rb5d445578bb4437b" /><Relationship Type="http://schemas.openxmlformats.org/officeDocument/2006/relationships/image" Target="/ppt/media/image34.png" Id="R837340f90ece4969" /><Relationship Type="http://schemas.openxmlformats.org/officeDocument/2006/relationships/image" Target="/ppt/media/image35.png" Id="R79c081f4d8344125" /><Relationship Type="http://schemas.openxmlformats.org/officeDocument/2006/relationships/image" Target="/ppt/media/image36.png" Id="Rc9361494b12a4d96" /><Relationship Type="http://schemas.openxmlformats.org/officeDocument/2006/relationships/image" Target="/ppt/media/image37.png" Id="R2cfe47f739064290" /><Relationship Type="http://schemas.openxmlformats.org/officeDocument/2006/relationships/image" Target="/ppt/media/image38.png" Id="R36596f7714fb46fd" /><Relationship Type="http://schemas.openxmlformats.org/officeDocument/2006/relationships/image" Target="/ppt/media/image39.png" Id="Ra2a687154ff24f1e" /><Relationship Type="http://schemas.openxmlformats.org/officeDocument/2006/relationships/image" Target="/ppt/media/image40.png" Id="Re696dd6ecc5441f5" /><Relationship Type="http://schemas.openxmlformats.org/officeDocument/2006/relationships/image" Target="/ppt/media/image41.png" Id="Re814ebb980534c06" /><Relationship Type="http://schemas.openxmlformats.org/officeDocument/2006/relationships/image" Target="/ppt/media/image42.png" Id="R81864dfb0e234a45" /><Relationship Type="http://schemas.openxmlformats.org/officeDocument/2006/relationships/image" Target="/ppt/media/image43.png" Id="R7251a0c16d944b3b" /><Relationship Type="http://schemas.openxmlformats.org/officeDocument/2006/relationships/image" Target="/ppt/media/image44.png" Id="R8f74566b20b44c7e" /><Relationship Type="http://schemas.openxmlformats.org/officeDocument/2006/relationships/image" Target="/ppt/media/image45.png" Id="Radf3e628c763424c" /><Relationship Type="http://schemas.openxmlformats.org/officeDocument/2006/relationships/image" Target="/ppt/media/image46.png" Id="R697fe691a0fe48d8" /><Relationship Type="http://schemas.openxmlformats.org/officeDocument/2006/relationships/image" Target="/ppt/media/image47.png" Id="Rd1ceaf42308b4b98" /><Relationship Type="http://schemas.openxmlformats.org/officeDocument/2006/relationships/image" Target="/ppt/media/image48.png" Id="R8ea9a30d6a3446a0" /><Relationship Type="http://schemas.openxmlformats.org/officeDocument/2006/relationships/image" Target="/ppt/media/image49.png" Id="Rafb1aeddc5c348d5" /><Relationship Type="http://schemas.openxmlformats.org/officeDocument/2006/relationships/image" Target="/ppt/media/image50.png" Id="Rfeb0d7b063a0455c" /><Relationship Type="http://schemas.openxmlformats.org/officeDocument/2006/relationships/image" Target="/ppt/media/image51.png" Id="Rbac8da779d4a4a44" /><Relationship Type="http://schemas.openxmlformats.org/officeDocument/2006/relationships/image" Target="/ppt/media/image52.png" Id="Rb513fccde9c54a1d" /><Relationship Type="http://schemas.openxmlformats.org/officeDocument/2006/relationships/image" Target="/ppt/media/image53.png" Id="R1c724fc2c1d84ae7" /><Relationship Type="http://schemas.openxmlformats.org/officeDocument/2006/relationships/image" Target="/ppt/media/image54.png" Id="Rf66d14ebae8848ec" /><Relationship Type="http://schemas.openxmlformats.org/officeDocument/2006/relationships/image" Target="/ppt/media/image55.png" Id="Rb85eac05ec5a4cf8" /><Relationship Type="http://schemas.openxmlformats.org/officeDocument/2006/relationships/image" Target="/ppt/media/image56.png" Id="Rbc0bef93deae4925" /><Relationship Type="http://schemas.openxmlformats.org/officeDocument/2006/relationships/image" Target="/ppt/media/image57.png" Id="R94bd634f0f6847c6" /><Relationship Type="http://schemas.openxmlformats.org/officeDocument/2006/relationships/notesSlide" Target="/ppt/notesSlides/notesSlide1.xml" Id="Rc63d8ccc0b0f4e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0" name="pdf-path-1">
            <a:extLst xmlns:a="http://schemas.openxmlformats.org/drawingml/2006/main">
              <a:ext uri="{FF2B5EF4-FFF2-40B4-BE49-F238E27FC236}">
                <a16:creationId xmlns:a16="http://schemas.microsoft.com/office/drawing/2014/main" id="{57E31DCC-7018-439E-8724-43DDFC3E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8302" y="2542178"/>
            <a:ext cx="3495825" cy="2127393"/>
          </a:xfrm>
          <a:custGeom xmlns:a="http://schemas.openxmlformats.org/drawingml/2006/main">
            <a:pathLst>
              <a:path w="3495825" h="2127393">
                <a:moveTo>
                  <a:pt x="0" y="92421"/>
                </a:moveTo>
                <a:cubicBezTo>
                  <a:pt x="0" y="41419"/>
                  <a:pt x="41418" y="0"/>
                  <a:pt x="92421" y="0"/>
                </a:cubicBezTo>
                <a:lnTo>
                  <a:pt x="3403403" y="0"/>
                </a:lnTo>
                <a:cubicBezTo>
                  <a:pt x="3454406" y="0"/>
                  <a:pt x="3495825" y="41419"/>
                  <a:pt x="3495825" y="92421"/>
                </a:cubicBezTo>
                <a:lnTo>
                  <a:pt x="3495825" y="2034983"/>
                </a:lnTo>
                <a:cubicBezTo>
                  <a:pt x="3495825" y="2086017"/>
                  <a:pt x="3454406" y="2127393"/>
                  <a:pt x="3403403" y="2127393"/>
                </a:cubicBezTo>
                <a:lnTo>
                  <a:pt x="92421" y="2127393"/>
                </a:lnTo>
                <a:cubicBezTo>
                  <a:pt x="41418" y="2127393"/>
                  <a:pt x="0" y="2086017"/>
                  <a:pt x="0" y="2034983"/>
                </a:cubicBezTo>
                <a:lnTo>
                  <a:pt x="0" y="92421"/>
                </a:lnTo>
              </a:path>
            </a:pathLst>
          </a:cu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5F272C79-E9A6-4F42-8363-C8D4DB04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7996" y="2542178"/>
            <a:ext cx="2780306" cy="2127393"/>
          </a:xfrm>
          <a:custGeom xmlns:a="http://schemas.openxmlformats.org/drawingml/2006/main">
            <a:pathLst>
              <a:path w="2780306" h="2127393">
                <a:moveTo>
                  <a:pt x="0" y="84435"/>
                </a:moveTo>
                <a:cubicBezTo>
                  <a:pt x="0" y="37799"/>
                  <a:pt x="37799" y="0"/>
                  <a:pt x="84435" y="0"/>
                </a:cubicBezTo>
                <a:lnTo>
                  <a:pt x="2695870" y="0"/>
                </a:lnTo>
                <a:cubicBezTo>
                  <a:pt x="2742507" y="0"/>
                  <a:pt x="2780306" y="37799"/>
                  <a:pt x="2780306" y="84435"/>
                </a:cubicBezTo>
                <a:lnTo>
                  <a:pt x="2780306" y="2042958"/>
                </a:lnTo>
                <a:cubicBezTo>
                  <a:pt x="2780306" y="2089594"/>
                  <a:pt x="2742507" y="2127393"/>
                  <a:pt x="2695870" y="2127393"/>
                </a:cubicBezTo>
                <a:lnTo>
                  <a:pt x="84435" y="2127393"/>
                </a:lnTo>
                <a:cubicBezTo>
                  <a:pt x="37799" y="2127393"/>
                  <a:pt x="0" y="2089594"/>
                  <a:pt x="0" y="2042958"/>
                </a:cubicBezTo>
                <a:lnTo>
                  <a:pt x="0" y="84435"/>
                </a:lnTo>
              </a:path>
            </a:pathLst>
          </a:cu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B70CD53B-06BD-40F5-8D74-31853AB3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7996" y="301068"/>
            <a:ext cx="3099734" cy="1829686"/>
          </a:xfrm>
          <a:custGeom xmlns:a="http://schemas.openxmlformats.org/drawingml/2006/main">
            <a:pathLst>
              <a:path w="3099734" h="1829686">
                <a:moveTo>
                  <a:pt x="0" y="72616"/>
                </a:moveTo>
                <a:cubicBezTo>
                  <a:pt x="0" y="32475"/>
                  <a:pt x="32476" y="0"/>
                  <a:pt x="72616" y="0"/>
                </a:cubicBezTo>
                <a:lnTo>
                  <a:pt x="3027118" y="0"/>
                </a:lnTo>
                <a:cubicBezTo>
                  <a:pt x="3067258" y="0"/>
                  <a:pt x="3099734" y="32475"/>
                  <a:pt x="3099734" y="72616"/>
                </a:cubicBezTo>
                <a:lnTo>
                  <a:pt x="3099734" y="1757069"/>
                </a:lnTo>
                <a:cubicBezTo>
                  <a:pt x="3099734" y="1797211"/>
                  <a:pt x="3067258" y="1829686"/>
                  <a:pt x="3027118" y="1829686"/>
                </a:cubicBezTo>
                <a:lnTo>
                  <a:pt x="72616" y="1829686"/>
                </a:lnTo>
                <a:cubicBezTo>
                  <a:pt x="32476" y="1829686"/>
                  <a:pt x="0" y="1797211"/>
                  <a:pt x="0" y="1757069"/>
                </a:cubicBezTo>
                <a:lnTo>
                  <a:pt x="0" y="72616"/>
                </a:lnTo>
              </a:path>
            </a:pathLst>
          </a:custGeom>
          <a:solidFill xmlns:a="http://schemas.openxmlformats.org/drawingml/2006/main">
            <a:srgbClr val="EAF0F6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63DE75A7-F670-452B-A5EA-D43F3149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77" y="299790"/>
            <a:ext cx="3099734" cy="1829686"/>
          </a:xfrm>
          <a:custGeom xmlns:a="http://schemas.openxmlformats.org/drawingml/2006/main">
            <a:pathLst>
              <a:path w="3099734" h="1829686">
                <a:moveTo>
                  <a:pt x="0" y="72616"/>
                </a:moveTo>
                <a:cubicBezTo>
                  <a:pt x="0" y="32475"/>
                  <a:pt x="32512" y="0"/>
                  <a:pt x="72617" y="0"/>
                </a:cubicBezTo>
                <a:lnTo>
                  <a:pt x="3027117" y="0"/>
                </a:lnTo>
                <a:cubicBezTo>
                  <a:pt x="3067259" y="0"/>
                  <a:pt x="3099734" y="32475"/>
                  <a:pt x="3099734" y="72616"/>
                </a:cubicBezTo>
                <a:lnTo>
                  <a:pt x="3099734" y="1757069"/>
                </a:lnTo>
                <a:cubicBezTo>
                  <a:pt x="3099734" y="1797211"/>
                  <a:pt x="3067259" y="1829686"/>
                  <a:pt x="3027117" y="1829686"/>
                </a:cubicBezTo>
                <a:lnTo>
                  <a:pt x="72617" y="1829686"/>
                </a:lnTo>
                <a:cubicBezTo>
                  <a:pt x="32512" y="1829686"/>
                  <a:pt x="0" y="1797211"/>
                  <a:pt x="0" y="1757069"/>
                </a:cubicBezTo>
                <a:lnTo>
                  <a:pt x="0" y="72616"/>
                </a:lnTo>
              </a:path>
            </a:pathLst>
          </a:custGeom>
          <a:solidFill xmlns:a="http://schemas.openxmlformats.org/drawingml/2006/main">
            <a:srgbClr val="EAF0F6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ABA6567E-084C-424A-8AC3-2A73C224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973" y="401366"/>
            <a:ext cx="1628556" cy="149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9" b="0" i="1">
                <a:solidFill>
                  <a:srgbClr val="355D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9" b="0" i="1">
                <a:solidFill>
                  <a:srgbClr val="355D7E"/>
                </a:solidFill>
                <a:latin typeface="Arial"/>
                <a:ea typeface="Arial"/>
                <a:cs typeface="Arial"/>
              </a:defRPr>
            </a:pPr>
            <a:r>
              <a:rPr sz="1159" b="0" i="1">
                <a:solidFill>
                  <a:srgbClr val="355D7E"/>
                </a:solidFill>
                <a:latin typeface="Arial"/>
                <a:ea typeface="Arial"/>
                <a:cs typeface="Arial"/>
              </a:rPr>
              <a:t>Case 1: Avoiding failures</a:t>
            </a:r>
          </a:p>
        </p:txBody>
      </p:sp>
      <p:sp>
        <p:nvSpPr>
          <p:cNvPr id="6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E2CF3324-1D09-4D27-B681-4E6CFEB3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4" y="66228"/>
            <a:ext cx="699291" cy="149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Offline </a:t>
            </a:r>
          </a:p>
        </p:txBody>
      </p:sp>
      <p:sp>
        <p:nvSpPr>
          <p:cNvPr id="7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2BB8DD4F-9A21-4B5A-BE7C-9394FDC9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3" y="66228"/>
            <a:ext cx="1955612" cy="149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 with instruction label</a:t>
            </a:r>
          </a:p>
        </p:txBody>
      </p:sp>
      <p:sp>
        <p:nvSpPr>
          <p:cNvPr id="8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FB856FFA-1CCB-4068-AAB4-8C31CB27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1886" y="402813"/>
            <a:ext cx="2245513" cy="149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7" b="0" i="1">
                <a:solidFill>
                  <a:srgbClr val="355D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7" b="0" i="1">
                <a:solidFill>
                  <a:srgbClr val="355D7E"/>
                </a:solidFill>
                <a:latin typeface="Arial"/>
                <a:ea typeface="Arial"/>
                <a:cs typeface="Arial"/>
              </a:defRPr>
            </a:pPr>
            <a:r>
              <a:rPr sz="1157" b="0" i="1">
                <a:solidFill>
                  <a:srgbClr val="355D7E"/>
                </a:solidFill>
                <a:latin typeface="Arial"/>
                <a:ea typeface="Arial"/>
                <a:cs typeface="Arial"/>
              </a:rPr>
              <a:t>Case 2: Avoiding hazardous areas</a:t>
            </a:r>
          </a:p>
        </p:txBody>
      </p:sp>
      <p:sp>
        <p:nvSpPr>
          <p:cNvPr id="9" name="pdf-path-9">
            <a:extLst xmlns:a="http://schemas.openxmlformats.org/drawingml/2006/main">
              <a:ext uri="{FF2B5EF4-FFF2-40B4-BE49-F238E27FC236}">
                <a16:creationId xmlns:a16="http://schemas.microsoft.com/office/drawing/2014/main" id="{C0FE2E3A-1C7C-44C6-B0B7-8A3CFCC7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0868" y="925870"/>
            <a:ext cx="300263" cy="300263"/>
          </a:xfrm>
          <a:custGeom xmlns:a="http://schemas.openxmlformats.org/drawingml/2006/main">
            <a:pathLst>
              <a:path w="300263" h="300263">
                <a:moveTo>
                  <a:pt x="0" y="150131"/>
                </a:moveTo>
                <a:cubicBezTo>
                  <a:pt x="0" y="67186"/>
                  <a:pt x="67186" y="0"/>
                  <a:pt x="150131" y="0"/>
                </a:cubicBezTo>
                <a:cubicBezTo>
                  <a:pt x="233076" y="0"/>
                  <a:pt x="300263" y="67186"/>
                  <a:pt x="300263" y="150131"/>
                </a:cubicBezTo>
                <a:cubicBezTo>
                  <a:pt x="300263" y="233076"/>
                  <a:pt x="233076" y="300263"/>
                  <a:pt x="150131" y="300263"/>
                </a:cubicBezTo>
                <a:cubicBezTo>
                  <a:pt x="67186" y="300263"/>
                  <a:pt x="0" y="233076"/>
                  <a:pt x="0" y="15013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10">
            <a:extLst xmlns:a="http://schemas.openxmlformats.org/drawingml/2006/main">
              <a:ext uri="{FF2B5EF4-FFF2-40B4-BE49-F238E27FC236}">
                <a16:creationId xmlns:a16="http://schemas.microsoft.com/office/drawing/2014/main" id="{1338F6D3-5F34-40F4-A0A1-D6333647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9147" y="916926"/>
            <a:ext cx="344983" cy="328372"/>
          </a:xfrm>
          <a:custGeom xmlns:a="http://schemas.openxmlformats.org/drawingml/2006/main">
            <a:pathLst>
              <a:path w="344983" h="328372">
                <a:moveTo>
                  <a:pt x="0" y="164186"/>
                </a:moveTo>
                <a:cubicBezTo>
                  <a:pt x="0" y="73468"/>
                  <a:pt x="77196" y="0"/>
                  <a:pt x="172492" y="0"/>
                </a:cubicBezTo>
                <a:cubicBezTo>
                  <a:pt x="267788" y="0"/>
                  <a:pt x="344983" y="73468"/>
                  <a:pt x="344983" y="164186"/>
                </a:cubicBezTo>
                <a:cubicBezTo>
                  <a:pt x="344983" y="254904"/>
                  <a:pt x="267788" y="328372"/>
                  <a:pt x="172492" y="328372"/>
                </a:cubicBezTo>
                <a:cubicBezTo>
                  <a:pt x="77196" y="328372"/>
                  <a:pt x="0" y="254904"/>
                  <a:pt x="0" y="164186"/>
                </a:cubicBezTo>
                <a:moveTo>
                  <a:pt x="32156" y="164186"/>
                </a:moveTo>
                <a:cubicBezTo>
                  <a:pt x="32156" y="237122"/>
                  <a:pt x="94976" y="296217"/>
                  <a:pt x="172492" y="296217"/>
                </a:cubicBezTo>
                <a:cubicBezTo>
                  <a:pt x="250006" y="296217"/>
                  <a:pt x="312827" y="237122"/>
                  <a:pt x="312827" y="164186"/>
                </a:cubicBezTo>
                <a:cubicBezTo>
                  <a:pt x="312827" y="91250"/>
                  <a:pt x="250006" y="32156"/>
                  <a:pt x="172492" y="32156"/>
                </a:cubicBezTo>
                <a:cubicBezTo>
                  <a:pt x="94976" y="32156"/>
                  <a:pt x="32156" y="91250"/>
                  <a:pt x="32156" y="164186"/>
                </a:cubicBez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1">
            <a:extLst xmlns:a="http://schemas.openxmlformats.org/drawingml/2006/main">
              <a:ext uri="{FF2B5EF4-FFF2-40B4-BE49-F238E27FC236}">
                <a16:creationId xmlns:a16="http://schemas.microsoft.com/office/drawing/2014/main" id="{CE6DBD47-20B2-4E1B-ADC7-5B155098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9750" y="1011157"/>
            <a:ext cx="181968" cy="145340"/>
          </a:xfrm>
          <a:custGeom xmlns:a="http://schemas.openxmlformats.org/drawingml/2006/main">
            <a:pathLst>
              <a:path w="181968" h="145340">
                <a:moveTo>
                  <a:pt x="0" y="79005"/>
                </a:moveTo>
                <a:lnTo>
                  <a:pt x="22998" y="51428"/>
                </a:lnTo>
                <a:lnTo>
                  <a:pt x="75598" y="95190"/>
                </a:lnTo>
                <a:lnTo>
                  <a:pt x="154816" y="0"/>
                </a:lnTo>
                <a:lnTo>
                  <a:pt x="181968" y="22573"/>
                </a:lnTo>
                <a:lnTo>
                  <a:pt x="79751" y="145340"/>
                </a:lnTo>
                <a:lnTo>
                  <a:pt x="0" y="79005"/>
                </a:ln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12">
            <a:extLst xmlns:a="http://schemas.openxmlformats.org/drawingml/2006/main">
              <a:ext uri="{FF2B5EF4-FFF2-40B4-BE49-F238E27FC236}">
                <a16:creationId xmlns:a16="http://schemas.microsoft.com/office/drawing/2014/main" id="{4FD978F8-C9D5-4622-8233-F39C4117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5757" y="1624779"/>
            <a:ext cx="300263" cy="300263"/>
          </a:xfrm>
          <a:custGeom xmlns:a="http://schemas.openxmlformats.org/drawingml/2006/main">
            <a:pathLst>
              <a:path w="300263" h="300263">
                <a:moveTo>
                  <a:pt x="0" y="150131"/>
                </a:moveTo>
                <a:cubicBezTo>
                  <a:pt x="0" y="67187"/>
                  <a:pt x="67187" y="0"/>
                  <a:pt x="150132" y="0"/>
                </a:cubicBezTo>
                <a:cubicBezTo>
                  <a:pt x="233077" y="0"/>
                  <a:pt x="300263" y="67187"/>
                  <a:pt x="300263" y="150131"/>
                </a:cubicBezTo>
                <a:cubicBezTo>
                  <a:pt x="300263" y="233076"/>
                  <a:pt x="233077" y="300263"/>
                  <a:pt x="150132" y="300263"/>
                </a:cubicBezTo>
                <a:cubicBezTo>
                  <a:pt x="67187" y="300263"/>
                  <a:pt x="0" y="233076"/>
                  <a:pt x="0" y="15013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3">
            <a:extLst xmlns:a="http://schemas.openxmlformats.org/drawingml/2006/main">
              <a:ext uri="{FF2B5EF4-FFF2-40B4-BE49-F238E27FC236}">
                <a16:creationId xmlns:a16="http://schemas.microsoft.com/office/drawing/2014/main" id="{F01D4A87-C8A8-4C8C-8CFB-F95F09E9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759" y="1609447"/>
            <a:ext cx="346260" cy="328372"/>
          </a:xfrm>
          <a:custGeom xmlns:a="http://schemas.openxmlformats.org/drawingml/2006/main">
            <a:pathLst>
              <a:path w="346260" h="328372">
                <a:moveTo>
                  <a:pt x="0" y="164186"/>
                </a:moveTo>
                <a:cubicBezTo>
                  <a:pt x="0" y="73468"/>
                  <a:pt x="77515" y="0"/>
                  <a:pt x="173130" y="0"/>
                </a:cubicBezTo>
                <a:cubicBezTo>
                  <a:pt x="268746" y="0"/>
                  <a:pt x="346260" y="73468"/>
                  <a:pt x="346260" y="164186"/>
                </a:cubicBezTo>
                <a:cubicBezTo>
                  <a:pt x="346260" y="254903"/>
                  <a:pt x="268746" y="328372"/>
                  <a:pt x="173130" y="328372"/>
                </a:cubicBezTo>
                <a:cubicBezTo>
                  <a:pt x="77515" y="328372"/>
                  <a:pt x="0" y="254903"/>
                  <a:pt x="0" y="164186"/>
                </a:cubicBezTo>
                <a:moveTo>
                  <a:pt x="32156" y="164186"/>
                </a:moveTo>
                <a:cubicBezTo>
                  <a:pt x="32156" y="237122"/>
                  <a:pt x="95296" y="296216"/>
                  <a:pt x="173130" y="296216"/>
                </a:cubicBezTo>
                <a:cubicBezTo>
                  <a:pt x="250965" y="296216"/>
                  <a:pt x="314104" y="237122"/>
                  <a:pt x="314104" y="164186"/>
                </a:cubicBezTo>
                <a:cubicBezTo>
                  <a:pt x="314104" y="91249"/>
                  <a:pt x="250965" y="32156"/>
                  <a:pt x="173130" y="32156"/>
                </a:cubicBezTo>
                <a:cubicBezTo>
                  <a:pt x="95296" y="32156"/>
                  <a:pt x="32156" y="91249"/>
                  <a:pt x="32156" y="164186"/>
                </a:cubicBez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4">
            <a:extLst xmlns:a="http://schemas.openxmlformats.org/drawingml/2006/main">
              <a:ext uri="{FF2B5EF4-FFF2-40B4-BE49-F238E27FC236}">
                <a16:creationId xmlns:a16="http://schemas.microsoft.com/office/drawing/2014/main" id="{F5D69375-C64B-45E2-90B8-CB91072F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4114" y="1694841"/>
            <a:ext cx="163548" cy="163973"/>
          </a:xfrm>
          <a:custGeom xmlns:a="http://schemas.openxmlformats.org/drawingml/2006/main">
            <a:pathLst>
              <a:path w="163548" h="163973">
                <a:moveTo>
                  <a:pt x="0" y="28536"/>
                </a:moveTo>
                <a:lnTo>
                  <a:pt x="28749" y="0"/>
                </a:lnTo>
                <a:lnTo>
                  <a:pt x="81775" y="53238"/>
                </a:lnTo>
                <a:lnTo>
                  <a:pt x="134800" y="0"/>
                </a:lnTo>
                <a:lnTo>
                  <a:pt x="163548" y="28536"/>
                </a:lnTo>
                <a:lnTo>
                  <a:pt x="110310" y="81987"/>
                </a:lnTo>
                <a:lnTo>
                  <a:pt x="163548" y="135437"/>
                </a:lnTo>
                <a:lnTo>
                  <a:pt x="134800" y="163973"/>
                </a:lnTo>
                <a:lnTo>
                  <a:pt x="81775" y="110735"/>
                </a:lnTo>
                <a:lnTo>
                  <a:pt x="28749" y="163973"/>
                </a:lnTo>
                <a:lnTo>
                  <a:pt x="0" y="135437"/>
                </a:lnTo>
                <a:lnTo>
                  <a:pt x="53238" y="81987"/>
                </a:lnTo>
                <a:lnTo>
                  <a:pt x="0" y="28536"/>
                </a:ln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5">
            <a:extLst xmlns:a="http://schemas.openxmlformats.org/drawingml/2006/main">
              <a:ext uri="{FF2B5EF4-FFF2-40B4-BE49-F238E27FC236}">
                <a16:creationId xmlns:a16="http://schemas.microsoft.com/office/drawing/2014/main" id="{AED4A754-3E2C-4201-AE0F-D1E157F0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4393" y="299790"/>
            <a:ext cx="3099734" cy="1829686"/>
          </a:xfrm>
          <a:custGeom xmlns:a="http://schemas.openxmlformats.org/drawingml/2006/main">
            <a:pathLst>
              <a:path w="3099734" h="1829686">
                <a:moveTo>
                  <a:pt x="0" y="72616"/>
                </a:moveTo>
                <a:cubicBezTo>
                  <a:pt x="0" y="32475"/>
                  <a:pt x="32475" y="0"/>
                  <a:pt x="72616" y="0"/>
                </a:cubicBezTo>
                <a:lnTo>
                  <a:pt x="3027117" y="0"/>
                </a:lnTo>
                <a:cubicBezTo>
                  <a:pt x="3067258" y="0"/>
                  <a:pt x="3099734" y="32475"/>
                  <a:pt x="3099734" y="72616"/>
                </a:cubicBezTo>
                <a:lnTo>
                  <a:pt x="3099734" y="1757069"/>
                </a:lnTo>
                <a:cubicBezTo>
                  <a:pt x="3099734" y="1797211"/>
                  <a:pt x="3067258" y="1829686"/>
                  <a:pt x="3027117" y="1829686"/>
                </a:cubicBezTo>
                <a:lnTo>
                  <a:pt x="72616" y="1829686"/>
                </a:lnTo>
                <a:cubicBezTo>
                  <a:pt x="32475" y="1829686"/>
                  <a:pt x="0" y="1797211"/>
                  <a:pt x="0" y="1757069"/>
                </a:cubicBezTo>
                <a:lnTo>
                  <a:pt x="0" y="72616"/>
                </a:lnTo>
              </a:path>
            </a:pathLst>
          </a:custGeom>
          <a:solidFill xmlns:a="http://schemas.openxmlformats.org/drawingml/2006/main">
            <a:srgbClr val="EAF0F6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F9249C8E-5B10-4201-885C-EF50C96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2313" y="400243"/>
            <a:ext cx="2519231" cy="149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7" b="0" i="1">
                <a:solidFill>
                  <a:srgbClr val="355D7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7" b="0" i="1">
                <a:solidFill>
                  <a:srgbClr val="355D7E"/>
                </a:solidFill>
                <a:latin typeface="Arial"/>
                <a:ea typeface="Arial"/>
                <a:cs typeface="Arial"/>
              </a:defRPr>
            </a:pPr>
            <a:r>
              <a:rPr sz="1177" b="0" i="1">
                <a:solidFill>
                  <a:srgbClr val="355D7E"/>
                </a:solidFill>
                <a:latin typeface="Arial"/>
                <a:ea typeface="Arial"/>
                <a:cs typeface="Arial"/>
              </a:rPr>
              <a:t>Case 3: Avoiding prohibited behaviors</a:t>
            </a:r>
          </a:p>
        </p:txBody>
      </p:sp>
      <p:sp>
        <p:nvSpPr>
          <p:cNvPr id="17" name="pdf-path-17">
            <a:extLst xmlns:a="http://schemas.openxmlformats.org/drawingml/2006/main">
              <a:ext uri="{FF2B5EF4-FFF2-40B4-BE49-F238E27FC236}">
                <a16:creationId xmlns:a16="http://schemas.microsoft.com/office/drawing/2014/main" id="{B79DB7AD-43DE-45AE-8BBA-30BC241A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54" y="2547289"/>
            <a:ext cx="3099734" cy="2127394"/>
          </a:xfrm>
          <a:custGeom xmlns:a="http://schemas.openxmlformats.org/drawingml/2006/main">
            <a:pathLst>
              <a:path w="3099734" h="2127394">
                <a:moveTo>
                  <a:pt x="0" y="84436"/>
                </a:moveTo>
                <a:cubicBezTo>
                  <a:pt x="0" y="37799"/>
                  <a:pt x="37803" y="0"/>
                  <a:pt x="84436" y="0"/>
                </a:cubicBezTo>
                <a:lnTo>
                  <a:pt x="3015299" y="0"/>
                </a:lnTo>
                <a:cubicBezTo>
                  <a:pt x="3061935" y="0"/>
                  <a:pt x="3099734" y="37799"/>
                  <a:pt x="3099734" y="84436"/>
                </a:cubicBezTo>
                <a:lnTo>
                  <a:pt x="3099734" y="2042958"/>
                </a:lnTo>
                <a:cubicBezTo>
                  <a:pt x="3099734" y="2089595"/>
                  <a:pt x="3061935" y="2127394"/>
                  <a:pt x="3015299" y="2127394"/>
                </a:cubicBezTo>
                <a:lnTo>
                  <a:pt x="84436" y="2127394"/>
                </a:lnTo>
                <a:cubicBezTo>
                  <a:pt x="37803" y="2127394"/>
                  <a:pt x="0" y="2089595"/>
                  <a:pt x="0" y="2042958"/>
                </a:cubicBezTo>
                <a:lnTo>
                  <a:pt x="0" y="84436"/>
                </a:lnTo>
              </a:path>
            </a:pathLst>
          </a:custGeom>
          <a:solidFill xmlns:a="http://schemas.openxmlformats.org/drawingml/2006/main">
            <a:srgbClr val="F2E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8EFB711D-E362-4E26-B104-3584C8A4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73" y="2320232"/>
            <a:ext cx="1157635" cy="149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Unsupervised </a:t>
            </a:r>
          </a:p>
        </p:txBody>
      </p:sp>
      <p:sp>
        <p:nvSpPr>
          <p:cNvPr id="19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B3A8231C-E533-405D-8F30-0A8D5B91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991" y="2318837"/>
            <a:ext cx="922832" cy="149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7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discovery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92508-A898-4DF9-814F-0C137D5F99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dbe1a95904fa8"/>
          <a:srcRect xmlns:a="http://schemas.openxmlformats.org/drawingml/2006/main" l="0" t="114" r="0" b="1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2872" y="2721058"/>
            <a:ext cx="559639" cy="558361"/>
          </a:xfrm>
          <a:prstGeom xmlns:a="http://schemas.openxmlformats.org/drawingml/2006/main" prst="rect">
            <a:avLst/>
          </a:prstGeom>
        </p:spPr>
      </p:pic>
      <p:sp>
        <p:nvSpPr>
          <p:cNvPr id="21" name="dodont-source-component-0">
            <a:extLst xmlns:a="http://schemas.openxmlformats.org/drawingml/2006/main">
              <a:ext uri="{FF2B5EF4-FFF2-40B4-BE49-F238E27FC236}">
                <a16:creationId xmlns:a16="http://schemas.microsoft.com/office/drawing/2014/main" id="{3368CDA2-D1BE-4C9B-ADC2-3D194449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872" y="2721058"/>
            <a:ext cx="559639" cy="558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D5DCF10D-7348-4D71-96E4-D0309C43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5723" y="2324616"/>
            <a:ext cx="197319" cy="149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7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7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7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</a:t>
            </a:r>
          </a:p>
        </p:txBody>
      </p:sp>
      <p:sp>
        <p:nvSpPr>
          <p:cNvPr id="23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6BD4EBA7-824C-4781-A2C9-3371A0BA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1214" y="2318066"/>
            <a:ext cx="507737" cy="149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7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7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DoDont</a:t>
            </a:r>
          </a:p>
        </p:txBody>
      </p:sp>
      <p:sp>
        <p:nvSpPr>
          <p:cNvPr id="24" name="pdf-path-23">
            <a:extLst xmlns:a="http://schemas.openxmlformats.org/drawingml/2006/main">
              <a:ext uri="{FF2B5EF4-FFF2-40B4-BE49-F238E27FC236}">
                <a16:creationId xmlns:a16="http://schemas.microsoft.com/office/drawing/2014/main" id="{B769A3AE-0EFB-464D-A244-3C6CF4C2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1303" y="919481"/>
            <a:ext cx="300262" cy="300263"/>
          </a:xfrm>
          <a:custGeom xmlns:a="http://schemas.openxmlformats.org/drawingml/2006/main">
            <a:pathLst>
              <a:path w="300262" h="300263">
                <a:moveTo>
                  <a:pt x="0" y="150131"/>
                </a:moveTo>
                <a:cubicBezTo>
                  <a:pt x="0" y="67186"/>
                  <a:pt x="67186" y="0"/>
                  <a:pt x="150131" y="0"/>
                </a:cubicBezTo>
                <a:cubicBezTo>
                  <a:pt x="233076" y="0"/>
                  <a:pt x="300262" y="67186"/>
                  <a:pt x="300262" y="150131"/>
                </a:cubicBezTo>
                <a:cubicBezTo>
                  <a:pt x="300262" y="233076"/>
                  <a:pt x="233076" y="300263"/>
                  <a:pt x="150131" y="300263"/>
                </a:cubicBezTo>
                <a:cubicBezTo>
                  <a:pt x="67186" y="300263"/>
                  <a:pt x="0" y="233076"/>
                  <a:pt x="0" y="15013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24">
            <a:extLst xmlns:a="http://schemas.openxmlformats.org/drawingml/2006/main">
              <a:ext uri="{FF2B5EF4-FFF2-40B4-BE49-F238E27FC236}">
                <a16:creationId xmlns:a16="http://schemas.microsoft.com/office/drawing/2014/main" id="{8D94BDFD-5296-4D7E-A201-8710933E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9582" y="906704"/>
            <a:ext cx="344983" cy="328372"/>
          </a:xfrm>
          <a:custGeom xmlns:a="http://schemas.openxmlformats.org/drawingml/2006/main">
            <a:pathLst>
              <a:path w="344983" h="328372">
                <a:moveTo>
                  <a:pt x="0" y="164186"/>
                </a:moveTo>
                <a:cubicBezTo>
                  <a:pt x="0" y="73468"/>
                  <a:pt x="77195" y="0"/>
                  <a:pt x="172491" y="0"/>
                </a:cubicBezTo>
                <a:cubicBezTo>
                  <a:pt x="267787" y="0"/>
                  <a:pt x="344983" y="73468"/>
                  <a:pt x="344983" y="164186"/>
                </a:cubicBezTo>
                <a:cubicBezTo>
                  <a:pt x="344983" y="254904"/>
                  <a:pt x="267787" y="328372"/>
                  <a:pt x="172491" y="328372"/>
                </a:cubicBezTo>
                <a:cubicBezTo>
                  <a:pt x="77195" y="328372"/>
                  <a:pt x="0" y="254904"/>
                  <a:pt x="0" y="164186"/>
                </a:cubicBezTo>
                <a:moveTo>
                  <a:pt x="32156" y="164186"/>
                </a:moveTo>
                <a:cubicBezTo>
                  <a:pt x="32156" y="237122"/>
                  <a:pt x="94977" y="296216"/>
                  <a:pt x="172491" y="296216"/>
                </a:cubicBezTo>
                <a:cubicBezTo>
                  <a:pt x="250006" y="296216"/>
                  <a:pt x="312827" y="237122"/>
                  <a:pt x="312827" y="164186"/>
                </a:cubicBezTo>
                <a:cubicBezTo>
                  <a:pt x="312827" y="91250"/>
                  <a:pt x="250006" y="32156"/>
                  <a:pt x="172491" y="32156"/>
                </a:cubicBezTo>
                <a:cubicBezTo>
                  <a:pt x="94977" y="32156"/>
                  <a:pt x="32156" y="91250"/>
                  <a:pt x="32156" y="164186"/>
                </a:cubicBez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path-25">
            <a:extLst xmlns:a="http://schemas.openxmlformats.org/drawingml/2006/main">
              <a:ext uri="{FF2B5EF4-FFF2-40B4-BE49-F238E27FC236}">
                <a16:creationId xmlns:a16="http://schemas.microsoft.com/office/drawing/2014/main" id="{766ADFB3-3AD1-441C-B564-DB5DE69D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0184" y="999977"/>
            <a:ext cx="181968" cy="145340"/>
          </a:xfrm>
          <a:custGeom xmlns:a="http://schemas.openxmlformats.org/drawingml/2006/main">
            <a:pathLst>
              <a:path w="181968" h="145340">
                <a:moveTo>
                  <a:pt x="0" y="79005"/>
                </a:moveTo>
                <a:lnTo>
                  <a:pt x="22999" y="51428"/>
                </a:lnTo>
                <a:lnTo>
                  <a:pt x="75598" y="95190"/>
                </a:lnTo>
                <a:lnTo>
                  <a:pt x="154817" y="0"/>
                </a:lnTo>
                <a:lnTo>
                  <a:pt x="181968" y="22573"/>
                </a:lnTo>
                <a:lnTo>
                  <a:pt x="79751" y="145340"/>
                </a:lnTo>
                <a:lnTo>
                  <a:pt x="0" y="79005"/>
                </a:ln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26">
            <a:extLst xmlns:a="http://schemas.openxmlformats.org/drawingml/2006/main">
              <a:ext uri="{FF2B5EF4-FFF2-40B4-BE49-F238E27FC236}">
                <a16:creationId xmlns:a16="http://schemas.microsoft.com/office/drawing/2014/main" id="{54D33246-FA11-4472-A92D-E9DB6540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6192" y="1624779"/>
            <a:ext cx="300262" cy="298985"/>
          </a:xfrm>
          <a:custGeom xmlns:a="http://schemas.openxmlformats.org/drawingml/2006/main">
            <a:pathLst>
              <a:path w="300262" h="298985">
                <a:moveTo>
                  <a:pt x="0" y="149492"/>
                </a:moveTo>
                <a:cubicBezTo>
                  <a:pt x="0" y="66974"/>
                  <a:pt x="67186" y="0"/>
                  <a:pt x="150132" y="0"/>
                </a:cubicBezTo>
                <a:cubicBezTo>
                  <a:pt x="233076" y="0"/>
                  <a:pt x="300262" y="66974"/>
                  <a:pt x="300262" y="149492"/>
                </a:cubicBezTo>
                <a:cubicBezTo>
                  <a:pt x="300262" y="232011"/>
                  <a:pt x="233076" y="298985"/>
                  <a:pt x="150132" y="298985"/>
                </a:cubicBezTo>
                <a:cubicBezTo>
                  <a:pt x="67186" y="298985"/>
                  <a:pt x="0" y="232011"/>
                  <a:pt x="0" y="14949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path-27">
            <a:extLst xmlns:a="http://schemas.openxmlformats.org/drawingml/2006/main">
              <a:ext uri="{FF2B5EF4-FFF2-40B4-BE49-F238E27FC236}">
                <a16:creationId xmlns:a16="http://schemas.microsoft.com/office/drawing/2014/main" id="{8BA6D3E4-7411-4222-9D89-94A08D2B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3194" y="1609447"/>
            <a:ext cx="346260" cy="328372"/>
          </a:xfrm>
          <a:custGeom xmlns:a="http://schemas.openxmlformats.org/drawingml/2006/main">
            <a:pathLst>
              <a:path w="346260" h="328372">
                <a:moveTo>
                  <a:pt x="0" y="164186"/>
                </a:moveTo>
                <a:cubicBezTo>
                  <a:pt x="0" y="73468"/>
                  <a:pt x="77515" y="0"/>
                  <a:pt x="173130" y="0"/>
                </a:cubicBezTo>
                <a:cubicBezTo>
                  <a:pt x="268746" y="0"/>
                  <a:pt x="346260" y="73468"/>
                  <a:pt x="346260" y="164186"/>
                </a:cubicBezTo>
                <a:cubicBezTo>
                  <a:pt x="346260" y="254903"/>
                  <a:pt x="268746" y="328372"/>
                  <a:pt x="173130" y="328372"/>
                </a:cubicBezTo>
                <a:cubicBezTo>
                  <a:pt x="77515" y="328372"/>
                  <a:pt x="0" y="254903"/>
                  <a:pt x="0" y="164186"/>
                </a:cubicBezTo>
                <a:moveTo>
                  <a:pt x="32156" y="164186"/>
                </a:moveTo>
                <a:cubicBezTo>
                  <a:pt x="32156" y="237122"/>
                  <a:pt x="95296" y="296216"/>
                  <a:pt x="173130" y="296216"/>
                </a:cubicBezTo>
                <a:cubicBezTo>
                  <a:pt x="250964" y="296216"/>
                  <a:pt x="314105" y="237122"/>
                  <a:pt x="314105" y="164186"/>
                </a:cubicBezTo>
                <a:cubicBezTo>
                  <a:pt x="314105" y="91249"/>
                  <a:pt x="250964" y="32156"/>
                  <a:pt x="173130" y="32156"/>
                </a:cubicBezTo>
                <a:cubicBezTo>
                  <a:pt x="95296" y="32156"/>
                  <a:pt x="32156" y="91249"/>
                  <a:pt x="32156" y="164186"/>
                </a:cubicBez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28">
            <a:extLst xmlns:a="http://schemas.openxmlformats.org/drawingml/2006/main">
              <a:ext uri="{FF2B5EF4-FFF2-40B4-BE49-F238E27FC236}">
                <a16:creationId xmlns:a16="http://schemas.microsoft.com/office/drawing/2014/main" id="{FE869E8C-1BCF-4233-BC65-BA8F8B58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4657" y="1694522"/>
            <a:ext cx="163334" cy="163334"/>
          </a:xfrm>
          <a:custGeom xmlns:a="http://schemas.openxmlformats.org/drawingml/2006/main">
            <a:pathLst>
              <a:path w="163334" h="163334">
                <a:moveTo>
                  <a:pt x="0" y="28642"/>
                </a:moveTo>
                <a:lnTo>
                  <a:pt x="28642" y="0"/>
                </a:lnTo>
                <a:lnTo>
                  <a:pt x="81667" y="53025"/>
                </a:lnTo>
                <a:lnTo>
                  <a:pt x="134692" y="0"/>
                </a:lnTo>
                <a:lnTo>
                  <a:pt x="163334" y="28642"/>
                </a:lnTo>
                <a:lnTo>
                  <a:pt x="110309" y="81667"/>
                </a:lnTo>
                <a:lnTo>
                  <a:pt x="163334" y="134692"/>
                </a:lnTo>
                <a:lnTo>
                  <a:pt x="134692" y="163334"/>
                </a:lnTo>
                <a:lnTo>
                  <a:pt x="81667" y="110309"/>
                </a:lnTo>
                <a:lnTo>
                  <a:pt x="28642" y="163334"/>
                </a:lnTo>
                <a:lnTo>
                  <a:pt x="0" y="134692"/>
                </a:lnTo>
                <a:lnTo>
                  <a:pt x="53025" y="81667"/>
                </a:lnTo>
                <a:lnTo>
                  <a:pt x="0" y="28642"/>
                </a:ln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29">
            <a:extLst xmlns:a="http://schemas.openxmlformats.org/drawingml/2006/main">
              <a:ext uri="{FF2B5EF4-FFF2-40B4-BE49-F238E27FC236}">
                <a16:creationId xmlns:a16="http://schemas.microsoft.com/office/drawing/2014/main" id="{107C259E-A6B6-41B0-9840-240F0ED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079" y="3971301"/>
            <a:ext cx="1405485" cy="111161"/>
          </a:xfrm>
          <a:custGeom xmlns:a="http://schemas.openxmlformats.org/drawingml/2006/main">
            <a:pathLst>
              <a:path w="1405485" h="111161">
                <a:moveTo>
                  <a:pt x="1405485" y="111161"/>
                </a:moveTo>
                <a:lnTo>
                  <a:pt x="1299435" y="0"/>
                </a:lnTo>
                <a:lnTo>
                  <a:pt x="0" y="0"/>
                </a:lnTo>
                <a:lnTo>
                  <a:pt x="106050" y="111161"/>
                </a:lnTo>
                <a:lnTo>
                  <a:pt x="1405485" y="111161"/>
                </a:lnTo>
              </a:path>
            </a:pathLst>
          </a:custGeom>
          <a:solidFill xmlns:a="http://schemas.openxmlformats.org/drawingml/2006/main">
            <a:srgbClr val="EBDDC3"/>
          </a:solidFill>
          <a:ln xmlns:a="http://schemas.openxmlformats.org/drawingml/2006/main" w="16610">
            <a:solidFill>
              <a:srgbClr val="E0CBA3"/>
            </a:solidFill>
            <a:prstDash val="solid"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7F18E9-5EAC-49EA-8490-50CF566A6C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696c75bf741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0777" y="3758784"/>
            <a:ext cx="304629" cy="304629"/>
          </a:xfrm>
          <a:prstGeom xmlns:a="http://schemas.openxmlformats.org/drawingml/2006/main" prst="rect">
            <a:avLst/>
          </a:prstGeom>
        </p:spPr>
      </p:pic>
      <p:sp>
        <p:nvSpPr>
          <p:cNvPr id="32" name="dodont-source-component-1">
            <a:extLst xmlns:a="http://schemas.openxmlformats.org/drawingml/2006/main">
              <a:ext uri="{FF2B5EF4-FFF2-40B4-BE49-F238E27FC236}">
                <a16:creationId xmlns:a16="http://schemas.microsoft.com/office/drawing/2014/main" id="{06E7E956-4074-45BE-BAA9-837DAE30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777" y="3758784"/>
            <a:ext cx="304629" cy="304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9E254-E052-40F1-966C-BD77E973A0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61316905f4f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3572" y="3757646"/>
            <a:ext cx="311125" cy="311125"/>
          </a:xfrm>
          <a:prstGeom xmlns:a="http://schemas.openxmlformats.org/drawingml/2006/main" prst="rect">
            <a:avLst/>
          </a:prstGeom>
        </p:spPr>
      </p:pic>
      <p:sp>
        <p:nvSpPr>
          <p:cNvPr id="34" name="dodont-source-component-2">
            <a:extLst xmlns:a="http://schemas.openxmlformats.org/drawingml/2006/main">
              <a:ext uri="{FF2B5EF4-FFF2-40B4-BE49-F238E27FC236}">
                <a16:creationId xmlns:a16="http://schemas.microsoft.com/office/drawing/2014/main" id="{F2FE8458-3AC5-4DFF-ACFE-71AC53A6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3572" y="3757646"/>
            <a:ext cx="311125" cy="3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6C28A6-DC8F-4F99-9EE1-3C571FA39B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8cc5868d846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0855" y="3754844"/>
            <a:ext cx="312519" cy="312519"/>
          </a:xfrm>
          <a:prstGeom xmlns:a="http://schemas.openxmlformats.org/drawingml/2006/main" prst="rect">
            <a:avLst/>
          </a:prstGeom>
        </p:spPr>
      </p:pic>
      <p:sp>
        <p:nvSpPr>
          <p:cNvPr id="36" name="dodont-source-component-3">
            <a:extLst xmlns:a="http://schemas.openxmlformats.org/drawingml/2006/main">
              <a:ext uri="{FF2B5EF4-FFF2-40B4-BE49-F238E27FC236}">
                <a16:creationId xmlns:a16="http://schemas.microsoft.com/office/drawing/2014/main" id="{6B7AB5AD-4470-4516-A5BB-5F6BB16D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855" y="3754844"/>
            <a:ext cx="312519" cy="31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A736BF-DF29-4CD4-AC71-84DD1C7B56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b396b50724f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1388" y="3747392"/>
            <a:ext cx="327420" cy="327420"/>
          </a:xfrm>
          <a:prstGeom xmlns:a="http://schemas.openxmlformats.org/drawingml/2006/main" prst="rect">
            <a:avLst/>
          </a:prstGeom>
        </p:spPr>
      </p:pic>
      <p:sp>
        <p:nvSpPr>
          <p:cNvPr id="38" name="dodont-source-component-4">
            <a:extLst xmlns:a="http://schemas.openxmlformats.org/drawingml/2006/main">
              <a:ext uri="{FF2B5EF4-FFF2-40B4-BE49-F238E27FC236}">
                <a16:creationId xmlns:a16="http://schemas.microsoft.com/office/drawing/2014/main" id="{985CF851-FE65-47EC-AB2A-63BA38D2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388" y="3747392"/>
            <a:ext cx="327420" cy="327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pdf-path-35">
            <a:extLst xmlns:a="http://schemas.openxmlformats.org/drawingml/2006/main">
              <a:ext uri="{FF2B5EF4-FFF2-40B4-BE49-F238E27FC236}">
                <a16:creationId xmlns:a16="http://schemas.microsoft.com/office/drawing/2014/main" id="{179A9C01-5A92-4CF2-860A-089EA545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079" y="4386558"/>
            <a:ext cx="1405485" cy="111161"/>
          </a:xfrm>
          <a:custGeom xmlns:a="http://schemas.openxmlformats.org/drawingml/2006/main">
            <a:pathLst>
              <a:path w="1405485" h="111161">
                <a:moveTo>
                  <a:pt x="1405485" y="111161"/>
                </a:moveTo>
                <a:lnTo>
                  <a:pt x="1299435" y="0"/>
                </a:lnTo>
                <a:lnTo>
                  <a:pt x="0" y="0"/>
                </a:lnTo>
                <a:lnTo>
                  <a:pt x="106050" y="111161"/>
                </a:lnTo>
                <a:lnTo>
                  <a:pt x="1405485" y="111161"/>
                </a:lnTo>
              </a:path>
            </a:pathLst>
          </a:custGeom>
          <a:solidFill xmlns:a="http://schemas.openxmlformats.org/drawingml/2006/main">
            <a:srgbClr val="EBDDC3"/>
          </a:solidFill>
          <a:ln xmlns:a="http://schemas.openxmlformats.org/drawingml/2006/main" w="16610">
            <a:solidFill>
              <a:srgbClr val="E0CBA3"/>
            </a:solidFill>
            <a:prstDash val="solid"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1202B2-4B39-4D86-A01D-2AE450EBD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047b319e248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436" y="4185318"/>
            <a:ext cx="283652" cy="283652"/>
          </a:xfrm>
          <a:prstGeom xmlns:a="http://schemas.openxmlformats.org/drawingml/2006/main" prst="rect">
            <a:avLst/>
          </a:prstGeom>
        </p:spPr>
      </p:pic>
      <p:sp>
        <p:nvSpPr>
          <p:cNvPr id="41" name="dodont-source-component-5">
            <a:extLst xmlns:a="http://schemas.openxmlformats.org/drawingml/2006/main">
              <a:ext uri="{FF2B5EF4-FFF2-40B4-BE49-F238E27FC236}">
                <a16:creationId xmlns:a16="http://schemas.microsoft.com/office/drawing/2014/main" id="{EBB71885-7580-4884-B7AD-D7328726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436" y="4185318"/>
            <a:ext cx="283652" cy="283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684EF8-65DB-4B1C-8205-97C25187A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a1daab8f545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6776" y="4186596"/>
            <a:ext cx="283652" cy="283652"/>
          </a:xfrm>
          <a:prstGeom xmlns:a="http://schemas.openxmlformats.org/drawingml/2006/main" prst="rect">
            <a:avLst/>
          </a:prstGeom>
        </p:spPr>
      </p:pic>
      <p:sp>
        <p:nvSpPr>
          <p:cNvPr id="43" name="dodont-source-component-6">
            <a:extLst xmlns:a="http://schemas.openxmlformats.org/drawingml/2006/main">
              <a:ext uri="{FF2B5EF4-FFF2-40B4-BE49-F238E27FC236}">
                <a16:creationId xmlns:a16="http://schemas.microsoft.com/office/drawing/2014/main" id="{63E0CFD9-C762-4C72-8C28-6A719520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6776" y="4186596"/>
            <a:ext cx="283652" cy="283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2C21E3-800E-473E-8919-3A863FFD3A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ed5a2d22b41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2261" y="4100052"/>
            <a:ext cx="373231" cy="373231"/>
          </a:xfrm>
          <a:prstGeom xmlns:a="http://schemas.openxmlformats.org/drawingml/2006/main" prst="rect">
            <a:avLst/>
          </a:prstGeom>
        </p:spPr>
      </p:pic>
      <p:sp>
        <p:nvSpPr>
          <p:cNvPr id="45" name="dodont-source-component-7">
            <a:extLst xmlns:a="http://schemas.openxmlformats.org/drawingml/2006/main">
              <a:ext uri="{FF2B5EF4-FFF2-40B4-BE49-F238E27FC236}">
                <a16:creationId xmlns:a16="http://schemas.microsoft.com/office/drawing/2014/main" id="{E2EBF07D-8CFA-4EF9-8111-CE9BB52F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261" y="4100052"/>
            <a:ext cx="373231" cy="373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2035CF-87DC-4D40-B646-3DE364939E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c419e2f3a4a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8930" y="4083942"/>
            <a:ext cx="400212" cy="400212"/>
          </a:xfrm>
          <a:prstGeom xmlns:a="http://schemas.openxmlformats.org/drawingml/2006/main" prst="rect">
            <a:avLst/>
          </a:prstGeom>
        </p:spPr>
      </p:pic>
      <p:sp>
        <p:nvSpPr>
          <p:cNvPr id="47" name="dodont-source-component-8">
            <a:extLst xmlns:a="http://schemas.openxmlformats.org/drawingml/2006/main">
              <a:ext uri="{FF2B5EF4-FFF2-40B4-BE49-F238E27FC236}">
                <a16:creationId xmlns:a16="http://schemas.microsoft.com/office/drawing/2014/main" id="{FD54C4D3-D538-4DD6-AA52-40463C12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8930" y="4083942"/>
            <a:ext cx="400212" cy="400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pdf-path-41">
            <a:extLst xmlns:a="http://schemas.openxmlformats.org/drawingml/2006/main">
              <a:ext uri="{FF2B5EF4-FFF2-40B4-BE49-F238E27FC236}">
                <a16:creationId xmlns:a16="http://schemas.microsoft.com/office/drawing/2014/main" id="{BD3163D2-21A6-45A4-860E-CDC448A8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087" y="3839058"/>
            <a:ext cx="186546" cy="185269"/>
          </a:xfrm>
          <a:custGeom xmlns:a="http://schemas.openxmlformats.org/drawingml/2006/main">
            <a:pathLst>
              <a:path w="186546" h="185269">
                <a:moveTo>
                  <a:pt x="0" y="92634"/>
                </a:moveTo>
                <a:cubicBezTo>
                  <a:pt x="0" y="41472"/>
                  <a:pt x="41739" y="0"/>
                  <a:pt x="93273" y="0"/>
                </a:cubicBezTo>
                <a:cubicBezTo>
                  <a:pt x="144807" y="0"/>
                  <a:pt x="186546" y="41472"/>
                  <a:pt x="186546" y="92634"/>
                </a:cubicBezTo>
                <a:cubicBezTo>
                  <a:pt x="186546" y="143796"/>
                  <a:pt x="144807" y="185269"/>
                  <a:pt x="93273" y="185269"/>
                </a:cubicBezTo>
                <a:cubicBezTo>
                  <a:pt x="41739" y="185269"/>
                  <a:pt x="0" y="143796"/>
                  <a:pt x="0" y="9263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42">
            <a:extLst xmlns:a="http://schemas.openxmlformats.org/drawingml/2006/main">
              <a:ext uri="{FF2B5EF4-FFF2-40B4-BE49-F238E27FC236}">
                <a16:creationId xmlns:a16="http://schemas.microsoft.com/office/drawing/2014/main" id="{89B9CA0B-A598-42BF-B638-BCF6FD95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2033" y="3830114"/>
            <a:ext cx="214656" cy="203156"/>
          </a:xfrm>
          <a:custGeom xmlns:a="http://schemas.openxmlformats.org/drawingml/2006/main">
            <a:pathLst>
              <a:path w="214656" h="203156">
                <a:moveTo>
                  <a:pt x="0" y="101578"/>
                </a:moveTo>
                <a:cubicBezTo>
                  <a:pt x="0" y="45476"/>
                  <a:pt x="48021" y="0"/>
                  <a:pt x="107328" y="0"/>
                </a:cubicBezTo>
                <a:cubicBezTo>
                  <a:pt x="166635" y="0"/>
                  <a:pt x="214656" y="45476"/>
                  <a:pt x="214656" y="101578"/>
                </a:cubicBezTo>
                <a:cubicBezTo>
                  <a:pt x="214656" y="157680"/>
                  <a:pt x="166635" y="203156"/>
                  <a:pt x="107328" y="203156"/>
                </a:cubicBezTo>
                <a:cubicBezTo>
                  <a:pt x="48021" y="203156"/>
                  <a:pt x="0" y="157680"/>
                  <a:pt x="0" y="101578"/>
                </a:cubicBezTo>
                <a:moveTo>
                  <a:pt x="19911" y="101578"/>
                </a:moveTo>
                <a:cubicBezTo>
                  <a:pt x="19911" y="146671"/>
                  <a:pt x="59094" y="183235"/>
                  <a:pt x="107328" y="183235"/>
                </a:cubicBezTo>
                <a:cubicBezTo>
                  <a:pt x="155561" y="183235"/>
                  <a:pt x="194745" y="146671"/>
                  <a:pt x="194745" y="101578"/>
                </a:cubicBezTo>
                <a:cubicBezTo>
                  <a:pt x="194745" y="56486"/>
                  <a:pt x="155561" y="19921"/>
                  <a:pt x="107328" y="19921"/>
                </a:cubicBezTo>
                <a:cubicBezTo>
                  <a:pt x="59094" y="19921"/>
                  <a:pt x="19911" y="56486"/>
                  <a:pt x="19911" y="101578"/>
                </a:cubicBez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43">
            <a:extLst xmlns:a="http://schemas.openxmlformats.org/drawingml/2006/main">
              <a:ext uri="{FF2B5EF4-FFF2-40B4-BE49-F238E27FC236}">
                <a16:creationId xmlns:a16="http://schemas.microsoft.com/office/drawing/2014/main" id="{9C8D7BAB-C53F-464F-9AA0-53FB8F62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2502" y="3888580"/>
            <a:ext cx="112651" cy="89951"/>
          </a:xfrm>
          <a:custGeom xmlns:a="http://schemas.openxmlformats.org/drawingml/2006/main">
            <a:pathLst>
              <a:path w="112651" h="89951">
                <a:moveTo>
                  <a:pt x="0" y="48862"/>
                </a:moveTo>
                <a:lnTo>
                  <a:pt x="14268" y="31783"/>
                </a:lnTo>
                <a:lnTo>
                  <a:pt x="46743" y="58881"/>
                </a:lnTo>
                <a:lnTo>
                  <a:pt x="95828" y="0"/>
                </a:lnTo>
                <a:lnTo>
                  <a:pt x="112651" y="13991"/>
                </a:lnTo>
                <a:lnTo>
                  <a:pt x="49405" y="89951"/>
                </a:lnTo>
                <a:lnTo>
                  <a:pt x="0" y="48862"/>
                </a:ln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44">
            <a:extLst xmlns:a="http://schemas.openxmlformats.org/drawingml/2006/main">
              <a:ext uri="{FF2B5EF4-FFF2-40B4-BE49-F238E27FC236}">
                <a16:creationId xmlns:a16="http://schemas.microsoft.com/office/drawing/2014/main" id="{68008094-E855-48EE-8BFD-269E0720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2254" y="4250482"/>
            <a:ext cx="186546" cy="185268"/>
          </a:xfrm>
          <a:custGeom xmlns:a="http://schemas.openxmlformats.org/drawingml/2006/main">
            <a:pathLst>
              <a:path w="186546" h="185268">
                <a:moveTo>
                  <a:pt x="0" y="92634"/>
                </a:moveTo>
                <a:cubicBezTo>
                  <a:pt x="0" y="41472"/>
                  <a:pt x="41739" y="0"/>
                  <a:pt x="93273" y="0"/>
                </a:cubicBezTo>
                <a:cubicBezTo>
                  <a:pt x="144808" y="0"/>
                  <a:pt x="186546" y="41472"/>
                  <a:pt x="186546" y="92634"/>
                </a:cubicBezTo>
                <a:cubicBezTo>
                  <a:pt x="186546" y="143796"/>
                  <a:pt x="144808" y="185268"/>
                  <a:pt x="93273" y="185268"/>
                </a:cubicBezTo>
                <a:cubicBezTo>
                  <a:pt x="41739" y="185268"/>
                  <a:pt x="0" y="143796"/>
                  <a:pt x="0" y="9263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45">
            <a:extLst xmlns:a="http://schemas.openxmlformats.org/drawingml/2006/main">
              <a:ext uri="{FF2B5EF4-FFF2-40B4-BE49-F238E27FC236}">
                <a16:creationId xmlns:a16="http://schemas.microsoft.com/office/drawing/2014/main" id="{42DBBA05-51EF-41FA-82AB-9F04D616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8199" y="4241537"/>
            <a:ext cx="214656" cy="203156"/>
          </a:xfrm>
          <a:custGeom xmlns:a="http://schemas.openxmlformats.org/drawingml/2006/main">
            <a:pathLst>
              <a:path w="214656" h="203156">
                <a:moveTo>
                  <a:pt x="0" y="101578"/>
                </a:moveTo>
                <a:cubicBezTo>
                  <a:pt x="0" y="45476"/>
                  <a:pt x="48021" y="0"/>
                  <a:pt x="107328" y="0"/>
                </a:cubicBezTo>
                <a:cubicBezTo>
                  <a:pt x="166635" y="0"/>
                  <a:pt x="214656" y="45476"/>
                  <a:pt x="214656" y="101578"/>
                </a:cubicBezTo>
                <a:cubicBezTo>
                  <a:pt x="214656" y="157680"/>
                  <a:pt x="166635" y="203156"/>
                  <a:pt x="107328" y="203156"/>
                </a:cubicBezTo>
                <a:cubicBezTo>
                  <a:pt x="48021" y="203156"/>
                  <a:pt x="0" y="157680"/>
                  <a:pt x="0" y="101578"/>
                </a:cubicBezTo>
                <a:moveTo>
                  <a:pt x="19911" y="101578"/>
                </a:moveTo>
                <a:cubicBezTo>
                  <a:pt x="19911" y="146671"/>
                  <a:pt x="59095" y="183235"/>
                  <a:pt x="107328" y="183235"/>
                </a:cubicBezTo>
                <a:cubicBezTo>
                  <a:pt x="155562" y="183235"/>
                  <a:pt x="194745" y="146671"/>
                  <a:pt x="194745" y="101578"/>
                </a:cubicBezTo>
                <a:cubicBezTo>
                  <a:pt x="194745" y="56486"/>
                  <a:pt x="155562" y="19922"/>
                  <a:pt x="107328" y="19922"/>
                </a:cubicBezTo>
                <a:cubicBezTo>
                  <a:pt x="59095" y="19922"/>
                  <a:pt x="19911" y="56486"/>
                  <a:pt x="19911" y="101578"/>
                </a:cubicBez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46">
            <a:extLst xmlns:a="http://schemas.openxmlformats.org/drawingml/2006/main">
              <a:ext uri="{FF2B5EF4-FFF2-40B4-BE49-F238E27FC236}">
                <a16:creationId xmlns:a16="http://schemas.microsoft.com/office/drawing/2014/main" id="{9E80A0BB-C0A2-43D5-842D-20E11854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845" y="4294307"/>
            <a:ext cx="101365" cy="101440"/>
          </a:xfrm>
          <a:custGeom xmlns:a="http://schemas.openxmlformats.org/drawingml/2006/main">
            <a:pathLst>
              <a:path w="101365" h="101440">
                <a:moveTo>
                  <a:pt x="0" y="17781"/>
                </a:moveTo>
                <a:lnTo>
                  <a:pt x="17782" y="0"/>
                </a:lnTo>
                <a:lnTo>
                  <a:pt x="50683" y="32943"/>
                </a:lnTo>
                <a:lnTo>
                  <a:pt x="83584" y="0"/>
                </a:lnTo>
                <a:lnTo>
                  <a:pt x="101365" y="17781"/>
                </a:lnTo>
                <a:lnTo>
                  <a:pt x="68464" y="50725"/>
                </a:lnTo>
                <a:lnTo>
                  <a:pt x="101365" y="83669"/>
                </a:lnTo>
                <a:lnTo>
                  <a:pt x="83584" y="101440"/>
                </a:lnTo>
                <a:lnTo>
                  <a:pt x="50683" y="68507"/>
                </a:lnTo>
                <a:lnTo>
                  <a:pt x="17782" y="101440"/>
                </a:lnTo>
                <a:lnTo>
                  <a:pt x="0" y="83669"/>
                </a:lnTo>
                <a:lnTo>
                  <a:pt x="32901" y="50725"/>
                </a:lnTo>
                <a:lnTo>
                  <a:pt x="0" y="17781"/>
                </a:ln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47">
            <a:extLst xmlns:a="http://schemas.openxmlformats.org/drawingml/2006/main">
              <a:ext uri="{FF2B5EF4-FFF2-40B4-BE49-F238E27FC236}">
                <a16:creationId xmlns:a16="http://schemas.microsoft.com/office/drawing/2014/main" id="{8F196AC1-2A3F-47CD-BB66-75177304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5153" y="920759"/>
            <a:ext cx="300262" cy="300263"/>
          </a:xfrm>
          <a:custGeom xmlns:a="http://schemas.openxmlformats.org/drawingml/2006/main">
            <a:pathLst>
              <a:path w="300262" h="300263">
                <a:moveTo>
                  <a:pt x="0" y="150131"/>
                </a:moveTo>
                <a:cubicBezTo>
                  <a:pt x="0" y="67186"/>
                  <a:pt x="67186" y="0"/>
                  <a:pt x="150131" y="0"/>
                </a:cubicBezTo>
                <a:cubicBezTo>
                  <a:pt x="233076" y="0"/>
                  <a:pt x="300262" y="67186"/>
                  <a:pt x="300262" y="150131"/>
                </a:cubicBezTo>
                <a:cubicBezTo>
                  <a:pt x="300262" y="233077"/>
                  <a:pt x="233076" y="300263"/>
                  <a:pt x="150131" y="300263"/>
                </a:cubicBezTo>
                <a:cubicBezTo>
                  <a:pt x="67186" y="300263"/>
                  <a:pt x="0" y="233077"/>
                  <a:pt x="0" y="15013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48">
            <a:extLst xmlns:a="http://schemas.openxmlformats.org/drawingml/2006/main">
              <a:ext uri="{FF2B5EF4-FFF2-40B4-BE49-F238E27FC236}">
                <a16:creationId xmlns:a16="http://schemas.microsoft.com/office/drawing/2014/main" id="{16A4B15F-5C67-423D-A0BE-CBAEC920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3431" y="907982"/>
            <a:ext cx="344983" cy="328373"/>
          </a:xfrm>
          <a:custGeom xmlns:a="http://schemas.openxmlformats.org/drawingml/2006/main">
            <a:pathLst>
              <a:path w="344983" h="328373">
                <a:moveTo>
                  <a:pt x="0" y="164186"/>
                </a:moveTo>
                <a:cubicBezTo>
                  <a:pt x="0" y="73468"/>
                  <a:pt x="77196" y="0"/>
                  <a:pt x="172492" y="0"/>
                </a:cubicBezTo>
                <a:cubicBezTo>
                  <a:pt x="267789" y="0"/>
                  <a:pt x="344983" y="73468"/>
                  <a:pt x="344983" y="164186"/>
                </a:cubicBezTo>
                <a:cubicBezTo>
                  <a:pt x="344983" y="254904"/>
                  <a:pt x="267789" y="328373"/>
                  <a:pt x="172492" y="328373"/>
                </a:cubicBezTo>
                <a:cubicBezTo>
                  <a:pt x="77196" y="328373"/>
                  <a:pt x="0" y="254904"/>
                  <a:pt x="0" y="164186"/>
                </a:cubicBezTo>
                <a:moveTo>
                  <a:pt x="32156" y="164186"/>
                </a:moveTo>
                <a:cubicBezTo>
                  <a:pt x="32156" y="237122"/>
                  <a:pt x="94977" y="296217"/>
                  <a:pt x="172492" y="296217"/>
                </a:cubicBezTo>
                <a:cubicBezTo>
                  <a:pt x="250006" y="296217"/>
                  <a:pt x="312828" y="237122"/>
                  <a:pt x="312828" y="164186"/>
                </a:cubicBezTo>
                <a:cubicBezTo>
                  <a:pt x="312828" y="91250"/>
                  <a:pt x="250006" y="32156"/>
                  <a:pt x="172492" y="32156"/>
                </a:cubicBezTo>
                <a:cubicBezTo>
                  <a:pt x="94977" y="32156"/>
                  <a:pt x="32156" y="91250"/>
                  <a:pt x="32156" y="164186"/>
                </a:cubicBez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49">
            <a:extLst xmlns:a="http://schemas.openxmlformats.org/drawingml/2006/main">
              <a:ext uri="{FF2B5EF4-FFF2-40B4-BE49-F238E27FC236}">
                <a16:creationId xmlns:a16="http://schemas.microsoft.com/office/drawing/2014/main" id="{5ABE2F31-D724-4226-8303-832CFCC4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4248" y="1001468"/>
            <a:ext cx="181967" cy="145340"/>
          </a:xfrm>
          <a:custGeom xmlns:a="http://schemas.openxmlformats.org/drawingml/2006/main">
            <a:pathLst>
              <a:path w="181967" h="145340">
                <a:moveTo>
                  <a:pt x="0" y="78899"/>
                </a:moveTo>
                <a:lnTo>
                  <a:pt x="22998" y="51322"/>
                </a:lnTo>
                <a:lnTo>
                  <a:pt x="75598" y="95083"/>
                </a:lnTo>
                <a:lnTo>
                  <a:pt x="154816" y="0"/>
                </a:lnTo>
                <a:lnTo>
                  <a:pt x="181967" y="22573"/>
                </a:lnTo>
                <a:lnTo>
                  <a:pt x="79751" y="145340"/>
                </a:lnTo>
                <a:lnTo>
                  <a:pt x="0" y="78899"/>
                </a:ln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50">
            <a:extLst xmlns:a="http://schemas.openxmlformats.org/drawingml/2006/main">
              <a:ext uri="{FF2B5EF4-FFF2-40B4-BE49-F238E27FC236}">
                <a16:creationId xmlns:a16="http://schemas.microsoft.com/office/drawing/2014/main" id="{E8D5B1A0-26D2-4AE7-8763-6F82280A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042" y="1626057"/>
            <a:ext cx="300263" cy="298985"/>
          </a:xfrm>
          <a:custGeom xmlns:a="http://schemas.openxmlformats.org/drawingml/2006/main">
            <a:pathLst>
              <a:path w="300263" h="298985">
                <a:moveTo>
                  <a:pt x="0" y="149492"/>
                </a:moveTo>
                <a:cubicBezTo>
                  <a:pt x="0" y="66973"/>
                  <a:pt x="67186" y="0"/>
                  <a:pt x="150131" y="0"/>
                </a:cubicBezTo>
                <a:cubicBezTo>
                  <a:pt x="233076" y="0"/>
                  <a:pt x="300263" y="66973"/>
                  <a:pt x="300263" y="149492"/>
                </a:cubicBezTo>
                <a:cubicBezTo>
                  <a:pt x="300263" y="232011"/>
                  <a:pt x="233076" y="298985"/>
                  <a:pt x="150131" y="298985"/>
                </a:cubicBezTo>
                <a:cubicBezTo>
                  <a:pt x="67186" y="298985"/>
                  <a:pt x="0" y="232011"/>
                  <a:pt x="0" y="14949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51">
            <a:extLst xmlns:a="http://schemas.openxmlformats.org/drawingml/2006/main">
              <a:ext uri="{FF2B5EF4-FFF2-40B4-BE49-F238E27FC236}">
                <a16:creationId xmlns:a16="http://schemas.microsoft.com/office/drawing/2014/main" id="{A61867E3-55E9-4799-8C58-68C88281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7044" y="1610725"/>
            <a:ext cx="346260" cy="328373"/>
          </a:xfrm>
          <a:custGeom xmlns:a="http://schemas.openxmlformats.org/drawingml/2006/main">
            <a:pathLst>
              <a:path w="346260" h="328373">
                <a:moveTo>
                  <a:pt x="0" y="164186"/>
                </a:moveTo>
                <a:cubicBezTo>
                  <a:pt x="0" y="73468"/>
                  <a:pt x="77514" y="0"/>
                  <a:pt x="173130" y="0"/>
                </a:cubicBezTo>
                <a:cubicBezTo>
                  <a:pt x="268745" y="0"/>
                  <a:pt x="346260" y="73468"/>
                  <a:pt x="346260" y="164186"/>
                </a:cubicBezTo>
                <a:cubicBezTo>
                  <a:pt x="346260" y="254904"/>
                  <a:pt x="268745" y="328373"/>
                  <a:pt x="173130" y="328373"/>
                </a:cubicBezTo>
                <a:cubicBezTo>
                  <a:pt x="77514" y="328373"/>
                  <a:pt x="0" y="254904"/>
                  <a:pt x="0" y="164186"/>
                </a:cubicBezTo>
                <a:moveTo>
                  <a:pt x="32155" y="164186"/>
                </a:moveTo>
                <a:cubicBezTo>
                  <a:pt x="32155" y="237122"/>
                  <a:pt x="95296" y="296216"/>
                  <a:pt x="173130" y="296216"/>
                </a:cubicBezTo>
                <a:cubicBezTo>
                  <a:pt x="250964" y="296216"/>
                  <a:pt x="314104" y="237122"/>
                  <a:pt x="314104" y="164186"/>
                </a:cubicBezTo>
                <a:cubicBezTo>
                  <a:pt x="314104" y="91250"/>
                  <a:pt x="250964" y="32156"/>
                  <a:pt x="173130" y="32156"/>
                </a:cubicBezTo>
                <a:cubicBezTo>
                  <a:pt x="95296" y="32156"/>
                  <a:pt x="32155" y="91250"/>
                  <a:pt x="32155" y="164186"/>
                </a:cubicBez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52">
            <a:extLst xmlns:a="http://schemas.openxmlformats.org/drawingml/2006/main">
              <a:ext uri="{FF2B5EF4-FFF2-40B4-BE49-F238E27FC236}">
                <a16:creationId xmlns:a16="http://schemas.microsoft.com/office/drawing/2014/main" id="{23729FB8-6FF0-41EC-AFEA-81F7B8E4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8506" y="1695799"/>
            <a:ext cx="163335" cy="163334"/>
          </a:xfrm>
          <a:custGeom xmlns:a="http://schemas.openxmlformats.org/drawingml/2006/main">
            <a:pathLst>
              <a:path w="163335" h="163334">
                <a:moveTo>
                  <a:pt x="0" y="28642"/>
                </a:moveTo>
                <a:lnTo>
                  <a:pt x="28642" y="0"/>
                </a:lnTo>
                <a:lnTo>
                  <a:pt x="81667" y="53025"/>
                </a:lnTo>
                <a:lnTo>
                  <a:pt x="134693" y="0"/>
                </a:lnTo>
                <a:lnTo>
                  <a:pt x="163335" y="28642"/>
                </a:lnTo>
                <a:lnTo>
                  <a:pt x="110310" y="81667"/>
                </a:lnTo>
                <a:lnTo>
                  <a:pt x="163335" y="134692"/>
                </a:lnTo>
                <a:lnTo>
                  <a:pt x="134693" y="163334"/>
                </a:lnTo>
                <a:lnTo>
                  <a:pt x="81667" y="110310"/>
                </a:lnTo>
                <a:lnTo>
                  <a:pt x="28642" y="163334"/>
                </a:lnTo>
                <a:lnTo>
                  <a:pt x="0" y="134692"/>
                </a:lnTo>
                <a:lnTo>
                  <a:pt x="53026" y="81667"/>
                </a:lnTo>
                <a:lnTo>
                  <a:pt x="0" y="28642"/>
                </a:ln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159A72-0DAF-4801-B8B8-802B915E34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5fe2bc46c46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0806" y="2825831"/>
            <a:ext cx="370537" cy="370537"/>
          </a:xfrm>
          <a:prstGeom xmlns:a="http://schemas.openxmlformats.org/drawingml/2006/main" prst="rect">
            <a:avLst/>
          </a:prstGeom>
        </p:spPr>
      </p:pic>
      <p:sp>
        <p:nvSpPr>
          <p:cNvPr id="61" name="dodont-source-component-9">
            <a:extLst xmlns:a="http://schemas.openxmlformats.org/drawingml/2006/main">
              <a:ext uri="{FF2B5EF4-FFF2-40B4-BE49-F238E27FC236}">
                <a16:creationId xmlns:a16="http://schemas.microsoft.com/office/drawing/2014/main" id="{133EEA93-ADDB-4CA1-BA90-CB1AEBA8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806" y="2825831"/>
            <a:ext cx="370537" cy="370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pdf-path-54">
            <a:extLst xmlns:a="http://schemas.openxmlformats.org/drawingml/2006/main">
              <a:ext uri="{FF2B5EF4-FFF2-40B4-BE49-F238E27FC236}">
                <a16:creationId xmlns:a16="http://schemas.microsoft.com/office/drawing/2014/main" id="{BDEF34AA-29E0-44FD-B512-EB89709F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183" y="999338"/>
            <a:ext cx="2273052" cy="353927"/>
          </a:xfrm>
          <a:custGeom xmlns:a="http://schemas.openxmlformats.org/drawingml/2006/main">
            <a:pathLst>
              <a:path w="2273052" h="353927">
                <a:moveTo>
                  <a:pt x="2273052" y="353927"/>
                </a:moveTo>
                <a:lnTo>
                  <a:pt x="1935416" y="0"/>
                </a:lnTo>
                <a:lnTo>
                  <a:pt x="0" y="0"/>
                </a:lnTo>
                <a:lnTo>
                  <a:pt x="337635" y="353927"/>
                </a:lnTo>
                <a:lnTo>
                  <a:pt x="2273052" y="353927"/>
                </a:lnTo>
              </a:path>
            </a:pathLst>
          </a:custGeom>
          <a:solidFill xmlns:a="http://schemas.openxmlformats.org/drawingml/2006/main">
            <a:srgbClr val="EBDDC3"/>
          </a:solidFill>
          <a:ln xmlns:a="http://schemas.openxmlformats.org/drawingml/2006/main" w="16610">
            <a:solidFill>
              <a:srgbClr val="E0CBA3"/>
            </a:solidFill>
            <a:prstDash val="solid"/>
          </a:ln>
        </p:spPr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1A1EA9-7457-4D40-838B-C02D2C0D2B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a89e055754e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2707" y="910468"/>
            <a:ext cx="382212" cy="382212"/>
          </a:xfrm>
          <a:prstGeom xmlns:a="http://schemas.openxmlformats.org/drawingml/2006/main" prst="rect">
            <a:avLst/>
          </a:prstGeom>
        </p:spPr>
      </p:pic>
      <p:sp>
        <p:nvSpPr>
          <p:cNvPr id="64" name="dodont-source-component-10">
            <a:extLst xmlns:a="http://schemas.openxmlformats.org/drawingml/2006/main">
              <a:ext uri="{FF2B5EF4-FFF2-40B4-BE49-F238E27FC236}">
                <a16:creationId xmlns:a16="http://schemas.microsoft.com/office/drawing/2014/main" id="{5A16F926-9C9C-4F21-8BAD-F733757C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2707" y="910468"/>
            <a:ext cx="382212" cy="382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E9E0F0-65D0-4867-9B06-316417E5D3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0643ab5db48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738" y="837324"/>
            <a:ext cx="387990" cy="387989"/>
          </a:xfrm>
          <a:prstGeom xmlns:a="http://schemas.openxmlformats.org/drawingml/2006/main" prst="rect">
            <a:avLst/>
          </a:prstGeom>
        </p:spPr>
      </p:pic>
      <p:sp>
        <p:nvSpPr>
          <p:cNvPr id="66" name="dodont-source-component-11">
            <a:extLst xmlns:a="http://schemas.openxmlformats.org/drawingml/2006/main">
              <a:ext uri="{FF2B5EF4-FFF2-40B4-BE49-F238E27FC236}">
                <a16:creationId xmlns:a16="http://schemas.microsoft.com/office/drawing/2014/main" id="{564B6417-684C-4071-969C-3171CEB0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738" y="837324"/>
            <a:ext cx="387990" cy="387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527EBF-5FFE-46D7-B405-9CE4C12446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b453cf47c4d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9225" y="745868"/>
            <a:ext cx="389015" cy="389015"/>
          </a:xfrm>
          <a:prstGeom xmlns:a="http://schemas.openxmlformats.org/drawingml/2006/main" prst="rect">
            <a:avLst/>
          </a:prstGeom>
        </p:spPr>
      </p:pic>
      <p:sp>
        <p:nvSpPr>
          <p:cNvPr id="68" name="dodont-source-component-12">
            <a:extLst xmlns:a="http://schemas.openxmlformats.org/drawingml/2006/main">
              <a:ext uri="{FF2B5EF4-FFF2-40B4-BE49-F238E27FC236}">
                <a16:creationId xmlns:a16="http://schemas.microsoft.com/office/drawing/2014/main" id="{25AC44A5-CBEA-496A-878F-B2A4921E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225" y="745868"/>
            <a:ext cx="389015" cy="389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F70173-EDC9-4B75-A0D5-1D7B1403CA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b08ecf332404a"/>
          <a:srcRect xmlns:a="http://schemas.openxmlformats.org/drawingml/2006/main" l="0" t="224" r="0" b="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6311" y="976978"/>
            <a:ext cx="635024" cy="367982"/>
          </a:xfrm>
          <a:prstGeom xmlns:a="http://schemas.openxmlformats.org/drawingml/2006/main" prst="rect">
            <a:avLst/>
          </a:prstGeom>
        </p:spPr>
      </p:pic>
      <p:sp>
        <p:nvSpPr>
          <p:cNvPr id="70" name="dodont-source-component-13">
            <a:extLst xmlns:a="http://schemas.openxmlformats.org/drawingml/2006/main">
              <a:ext uri="{FF2B5EF4-FFF2-40B4-BE49-F238E27FC236}">
                <a16:creationId xmlns:a16="http://schemas.microsoft.com/office/drawing/2014/main" id="{E21704DA-252D-4D57-9D0D-09B5555C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311" y="976978"/>
            <a:ext cx="635024" cy="367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pdf-path-60">
            <a:extLst xmlns:a="http://schemas.openxmlformats.org/drawingml/2006/main">
              <a:ext uri="{FF2B5EF4-FFF2-40B4-BE49-F238E27FC236}">
                <a16:creationId xmlns:a16="http://schemas.microsoft.com/office/drawing/2014/main" id="{B6A80468-72C3-43CD-A865-FEC358DF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63" y="1137331"/>
            <a:ext cx="2273053" cy="180158"/>
          </a:xfrm>
          <a:custGeom xmlns:a="http://schemas.openxmlformats.org/drawingml/2006/main">
            <a:pathLst>
              <a:path w="2273053" h="180158">
                <a:moveTo>
                  <a:pt x="2273053" y="180158"/>
                </a:moveTo>
                <a:lnTo>
                  <a:pt x="2101200" y="0"/>
                </a:lnTo>
                <a:lnTo>
                  <a:pt x="0" y="0"/>
                </a:lnTo>
                <a:lnTo>
                  <a:pt x="171874" y="180158"/>
                </a:lnTo>
                <a:lnTo>
                  <a:pt x="2273053" y="180158"/>
                </a:lnTo>
              </a:path>
            </a:pathLst>
          </a:custGeom>
          <a:solidFill xmlns:a="http://schemas.openxmlformats.org/drawingml/2006/main">
            <a:srgbClr val="EBDDC3"/>
          </a:solidFill>
          <a:ln xmlns:a="http://schemas.openxmlformats.org/drawingml/2006/main" w="16610">
            <a:solidFill>
              <a:srgbClr val="E0CBA3"/>
            </a:solidFill>
            <a:prstDash val="solid"/>
          </a:ln>
        </p:spPr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74F083B-71A9-4458-9D1E-537ECC840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0855b7e7b48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94267" y="758820"/>
            <a:ext cx="530773" cy="530773"/>
          </a:xfrm>
          <a:prstGeom xmlns:a="http://schemas.openxmlformats.org/drawingml/2006/main" prst="rect">
            <a:avLst/>
          </a:prstGeom>
        </p:spPr>
      </p:pic>
      <p:sp>
        <p:nvSpPr>
          <p:cNvPr id="73" name="dodont-source-component-14">
            <a:extLst xmlns:a="http://schemas.openxmlformats.org/drawingml/2006/main">
              <a:ext uri="{FF2B5EF4-FFF2-40B4-BE49-F238E27FC236}">
                <a16:creationId xmlns:a16="http://schemas.microsoft.com/office/drawing/2014/main" id="{9178B825-72E0-4E70-B159-18D4A127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4267" y="758820"/>
            <a:ext cx="530773" cy="530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5FBDCF1-2574-469E-80EE-7E6D073BD5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e8be80af043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5580" y="786631"/>
            <a:ext cx="498954" cy="498954"/>
          </a:xfrm>
          <a:prstGeom xmlns:a="http://schemas.openxmlformats.org/drawingml/2006/main" prst="rect">
            <a:avLst/>
          </a:prstGeom>
        </p:spPr>
      </p:pic>
      <p:sp>
        <p:nvSpPr>
          <p:cNvPr id="75" name="dodont-source-component-15">
            <a:extLst xmlns:a="http://schemas.openxmlformats.org/drawingml/2006/main">
              <a:ext uri="{FF2B5EF4-FFF2-40B4-BE49-F238E27FC236}">
                <a16:creationId xmlns:a16="http://schemas.microsoft.com/office/drawing/2014/main" id="{70A5D24B-62F6-41DE-AADF-AAA078DC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580" y="786631"/>
            <a:ext cx="498954" cy="498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3475D5F-0E93-4658-A3B7-480D417B10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0b668696b4e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8863" y="782766"/>
            <a:ext cx="458699" cy="458699"/>
          </a:xfrm>
          <a:prstGeom xmlns:a="http://schemas.openxmlformats.org/drawingml/2006/main" prst="rect">
            <a:avLst/>
          </a:prstGeom>
        </p:spPr>
      </p:pic>
      <p:sp>
        <p:nvSpPr>
          <p:cNvPr id="77" name="dodont-source-component-16">
            <a:extLst xmlns:a="http://schemas.openxmlformats.org/drawingml/2006/main">
              <a:ext uri="{FF2B5EF4-FFF2-40B4-BE49-F238E27FC236}">
                <a16:creationId xmlns:a16="http://schemas.microsoft.com/office/drawing/2014/main" id="{9DEE23EF-C135-480F-9C92-C3D1743F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863" y="782766"/>
            <a:ext cx="458699" cy="45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pdf-path-65">
            <a:extLst xmlns:a="http://schemas.openxmlformats.org/drawingml/2006/main">
              <a:ext uri="{FF2B5EF4-FFF2-40B4-BE49-F238E27FC236}">
                <a16:creationId xmlns:a16="http://schemas.microsoft.com/office/drawing/2014/main" id="{C0AA964B-BFBA-4C30-8103-C30A1B67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9710" y="2761945"/>
            <a:ext cx="333483" cy="471477"/>
          </a:xfrm>
          <a:custGeom xmlns:a="http://schemas.openxmlformats.org/drawingml/2006/main">
            <a:pathLst>
              <a:path w="333483" h="471477">
                <a:moveTo>
                  <a:pt x="0" y="0"/>
                </a:moveTo>
                <a:lnTo>
                  <a:pt x="333483" y="83371"/>
                </a:lnTo>
                <a:lnTo>
                  <a:pt x="333483" y="388105"/>
                </a:lnTo>
                <a:lnTo>
                  <a:pt x="0" y="471477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FB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68">
            <a:extLst xmlns:a="http://schemas.openxmlformats.org/drawingml/2006/main">
              <a:ext uri="{FF2B5EF4-FFF2-40B4-BE49-F238E27FC236}">
                <a16:creationId xmlns:a16="http://schemas.microsoft.com/office/drawing/2014/main" id="{6177D747-7BC3-4D3C-BCC8-34DFB1C3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0912" y="1128387"/>
            <a:ext cx="2273054" cy="180158"/>
          </a:xfrm>
          <a:custGeom xmlns:a="http://schemas.openxmlformats.org/drawingml/2006/main">
            <a:pathLst>
              <a:path w="2273054" h="180158">
                <a:moveTo>
                  <a:pt x="2273054" y="180158"/>
                </a:moveTo>
                <a:lnTo>
                  <a:pt x="2101202" y="0"/>
                </a:lnTo>
                <a:lnTo>
                  <a:pt x="0" y="0"/>
                </a:lnTo>
                <a:lnTo>
                  <a:pt x="171853" y="180158"/>
                </a:lnTo>
                <a:lnTo>
                  <a:pt x="2273054" y="180158"/>
                </a:lnTo>
              </a:path>
            </a:pathLst>
          </a:custGeom>
          <a:solidFill xmlns:a="http://schemas.openxmlformats.org/drawingml/2006/main">
            <a:srgbClr val="EBDDC3"/>
          </a:solidFill>
          <a:ln xmlns:a="http://schemas.openxmlformats.org/drawingml/2006/main" w="16610">
            <a:solidFill>
              <a:srgbClr val="E0CBA3"/>
            </a:solidFill>
            <a:prstDash val="solid"/>
          </a:ln>
        </p:spPr>
      </p:sp>
      <p:pic>
        <p:nvPic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A847132-80F0-4AD9-B01E-01C5FC496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c256841864e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5517" y="785960"/>
            <a:ext cx="492346" cy="492346"/>
          </a:xfrm>
          <a:prstGeom xmlns:a="http://schemas.openxmlformats.org/drawingml/2006/main" prst="rect">
            <a:avLst/>
          </a:prstGeom>
        </p:spPr>
      </p:pic>
      <p:sp>
        <p:nvSpPr>
          <p:cNvPr id="81" name="dodont-source-component-17">
            <a:extLst xmlns:a="http://schemas.openxmlformats.org/drawingml/2006/main">
              <a:ext uri="{FF2B5EF4-FFF2-40B4-BE49-F238E27FC236}">
                <a16:creationId xmlns:a16="http://schemas.microsoft.com/office/drawing/2014/main" id="{51439D00-CF23-4C07-B4A0-7A7D2C37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5517" y="785960"/>
            <a:ext cx="492346" cy="492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23ACF45-4C16-4D3B-A955-584D599A9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ffbf98f874de0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5114" y="808936"/>
            <a:ext cx="492253" cy="492263"/>
          </a:xfrm>
          <a:prstGeom xmlns:a="http://schemas.openxmlformats.org/drawingml/2006/main" prst="rect">
            <a:avLst/>
          </a:prstGeom>
        </p:spPr>
      </p:pic>
      <p:sp>
        <p:nvSpPr>
          <p:cNvPr id="83" name="dodont-source-component-18">
            <a:extLst xmlns:a="http://schemas.openxmlformats.org/drawingml/2006/main">
              <a:ext uri="{FF2B5EF4-FFF2-40B4-BE49-F238E27FC236}">
                <a16:creationId xmlns:a16="http://schemas.microsoft.com/office/drawing/2014/main" id="{98D7FCFF-B150-4BE4-BF1E-86FF7C2E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5114" y="808936"/>
            <a:ext cx="492253" cy="492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2213128-407C-4B86-9F7B-B7DDF4D614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728250b5b48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93902" y="770660"/>
            <a:ext cx="498954" cy="498953"/>
          </a:xfrm>
          <a:prstGeom xmlns:a="http://schemas.openxmlformats.org/drawingml/2006/main" prst="rect">
            <a:avLst/>
          </a:prstGeom>
        </p:spPr>
      </p:pic>
      <p:sp>
        <p:nvSpPr>
          <p:cNvPr id="85" name="dodont-source-component-19">
            <a:extLst xmlns:a="http://schemas.openxmlformats.org/drawingml/2006/main">
              <a:ext uri="{FF2B5EF4-FFF2-40B4-BE49-F238E27FC236}">
                <a16:creationId xmlns:a16="http://schemas.microsoft.com/office/drawing/2014/main" id="{03AAB117-63AD-4701-8A27-AA39335B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3902" y="770660"/>
            <a:ext cx="498954" cy="49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pdf-path-73">
            <a:extLst xmlns:a="http://schemas.openxmlformats.org/drawingml/2006/main">
              <a:ext uri="{FF2B5EF4-FFF2-40B4-BE49-F238E27FC236}">
                <a16:creationId xmlns:a16="http://schemas.microsoft.com/office/drawing/2014/main" id="{9423CA23-DCEE-404E-8300-CED0C64F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0912" y="1792799"/>
            <a:ext cx="2273054" cy="180158"/>
          </a:xfrm>
          <a:custGeom xmlns:a="http://schemas.openxmlformats.org/drawingml/2006/main">
            <a:pathLst>
              <a:path w="2273054" h="180158">
                <a:moveTo>
                  <a:pt x="2273054" y="180158"/>
                </a:moveTo>
                <a:lnTo>
                  <a:pt x="2101202" y="0"/>
                </a:lnTo>
                <a:lnTo>
                  <a:pt x="0" y="0"/>
                </a:lnTo>
                <a:lnTo>
                  <a:pt x="171853" y="180158"/>
                </a:lnTo>
                <a:lnTo>
                  <a:pt x="2273054" y="180158"/>
                </a:lnTo>
              </a:path>
            </a:pathLst>
          </a:custGeom>
          <a:solidFill xmlns:a="http://schemas.openxmlformats.org/drawingml/2006/main">
            <a:srgbClr val="EBDDC3"/>
          </a:solidFill>
          <a:ln xmlns:a="http://schemas.openxmlformats.org/drawingml/2006/main" w="16610">
            <a:solidFill>
              <a:srgbClr val="E0CBA3"/>
            </a:solidFill>
            <a:prstDash val="solid"/>
          </a:ln>
        </p:spPr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86064A6-1E2A-4B7A-B31F-41EB6A4098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f35bd797043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8710" y="1467621"/>
            <a:ext cx="458699" cy="458699"/>
          </a:xfrm>
          <a:prstGeom xmlns:a="http://schemas.openxmlformats.org/drawingml/2006/main" prst="rect">
            <a:avLst/>
          </a:prstGeom>
        </p:spPr>
      </p:pic>
      <p:sp>
        <p:nvSpPr>
          <p:cNvPr id="88" name="dodont-source-component-20">
            <a:extLst xmlns:a="http://schemas.openxmlformats.org/drawingml/2006/main">
              <a:ext uri="{FF2B5EF4-FFF2-40B4-BE49-F238E27FC236}">
                <a16:creationId xmlns:a16="http://schemas.microsoft.com/office/drawing/2014/main" id="{72BF4501-7B62-46CF-B27D-68A75869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8710" y="1467621"/>
            <a:ext cx="458699" cy="45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46BE29B-62DF-424E-B5BC-3C9BF8DF54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ad1a85dd74731"/>
          <a:srcRect xmlns:a="http://schemas.openxmlformats.org/drawingml/2006/main" l="139" t="0" r="1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9359" y="1472732"/>
            <a:ext cx="457421" cy="458699"/>
          </a:xfrm>
          <a:prstGeom xmlns:a="http://schemas.openxmlformats.org/drawingml/2006/main" prst="rect">
            <a:avLst/>
          </a:prstGeom>
        </p:spPr>
      </p:pic>
      <p:sp>
        <p:nvSpPr>
          <p:cNvPr id="90" name="dodont-source-component-21">
            <a:extLst xmlns:a="http://schemas.openxmlformats.org/drawingml/2006/main">
              <a:ext uri="{FF2B5EF4-FFF2-40B4-BE49-F238E27FC236}">
                <a16:creationId xmlns:a16="http://schemas.microsoft.com/office/drawing/2014/main" id="{760D72A9-5DE5-4F11-9E80-631B4CE3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9359" y="1472732"/>
            <a:ext cx="457421" cy="45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BA91C93-7AFD-4AF1-8529-51D5E656AF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519ecd76749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1702" y="1295661"/>
            <a:ext cx="642263" cy="642264"/>
          </a:xfrm>
          <a:prstGeom xmlns:a="http://schemas.openxmlformats.org/drawingml/2006/main" prst="rect">
            <a:avLst/>
          </a:prstGeom>
        </p:spPr>
      </p:pic>
      <p:sp>
        <p:nvSpPr>
          <p:cNvPr id="92" name="dodont-source-component-22">
            <a:extLst xmlns:a="http://schemas.openxmlformats.org/drawingml/2006/main">
              <a:ext uri="{FF2B5EF4-FFF2-40B4-BE49-F238E27FC236}">
                <a16:creationId xmlns:a16="http://schemas.microsoft.com/office/drawing/2014/main" id="{01F5F03E-76E6-4D30-AFA8-59A6134F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1702" y="1295661"/>
            <a:ext cx="642263" cy="642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pdf-path-78">
            <a:extLst xmlns:a="http://schemas.openxmlformats.org/drawingml/2006/main">
              <a:ext uri="{FF2B5EF4-FFF2-40B4-BE49-F238E27FC236}">
                <a16:creationId xmlns:a16="http://schemas.microsoft.com/office/drawing/2014/main" id="{2155AD59-02DF-43B4-B4F0-0F25EDDD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63" y="1803021"/>
            <a:ext cx="2273053" cy="181435"/>
          </a:xfrm>
          <a:custGeom xmlns:a="http://schemas.openxmlformats.org/drawingml/2006/main">
            <a:pathLst>
              <a:path w="2273053" h="181435">
                <a:moveTo>
                  <a:pt x="2273053" y="181435"/>
                </a:moveTo>
                <a:lnTo>
                  <a:pt x="2099922" y="0"/>
                </a:lnTo>
                <a:lnTo>
                  <a:pt x="0" y="0"/>
                </a:lnTo>
                <a:lnTo>
                  <a:pt x="173098" y="181435"/>
                </a:lnTo>
                <a:lnTo>
                  <a:pt x="2273053" y="181435"/>
                </a:lnTo>
              </a:path>
            </a:pathLst>
          </a:custGeom>
          <a:solidFill xmlns:a="http://schemas.openxmlformats.org/drawingml/2006/main">
            <a:srgbClr val="EBDDC3"/>
          </a:solidFill>
          <a:ln xmlns:a="http://schemas.openxmlformats.org/drawingml/2006/main" w="16610">
            <a:solidFill>
              <a:srgbClr val="E0CBA3"/>
            </a:solidFill>
            <a:prstDash val="solid"/>
          </a:ln>
        </p:spPr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F501EA8-78CD-405A-A806-E11029BC00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87ef533444c55"/>
          <a:srcRect xmlns:a="http://schemas.openxmlformats.org/drawingml/2006/main" l="461" t="0" r="4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918" y="1546839"/>
            <a:ext cx="521307" cy="373092"/>
          </a:xfrm>
          <a:prstGeom xmlns:a="http://schemas.openxmlformats.org/drawingml/2006/main" prst="rect">
            <a:avLst/>
          </a:prstGeom>
        </p:spPr>
      </p:pic>
      <p:sp>
        <p:nvSpPr>
          <p:cNvPr id="95" name="dodont-source-component-23">
            <a:extLst xmlns:a="http://schemas.openxmlformats.org/drawingml/2006/main">
              <a:ext uri="{FF2B5EF4-FFF2-40B4-BE49-F238E27FC236}">
                <a16:creationId xmlns:a16="http://schemas.microsoft.com/office/drawing/2014/main" id="{064E4874-920B-4B99-ADD0-FC625CE7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918" y="1546839"/>
            <a:ext cx="521307" cy="373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5721229C-9BBF-40BC-8408-B6630448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260" y="1451149"/>
            <a:ext cx="160765" cy="11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???</a:t>
            </a:r>
          </a:p>
        </p:txBody>
      </p:sp>
      <p:sp>
        <p:nvSpPr>
          <p:cNvPr id="97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C7F0C112-614E-4E26-9110-96E9E211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159" y="1609585"/>
            <a:ext cx="160765" cy="11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???</a:t>
            </a:r>
          </a:p>
        </p:txBody>
      </p:sp>
      <p:sp>
        <p:nvSpPr>
          <p:cNvPr id="98" name="pdf-path-83">
            <a:extLst xmlns:a="http://schemas.openxmlformats.org/drawingml/2006/main">
              <a:ext uri="{FF2B5EF4-FFF2-40B4-BE49-F238E27FC236}">
                <a16:creationId xmlns:a16="http://schemas.microsoft.com/office/drawing/2014/main" id="{EA35E35D-D3AC-455C-81D7-79E125DE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183" y="1656083"/>
            <a:ext cx="2273052" cy="352649"/>
          </a:xfrm>
          <a:custGeom xmlns:a="http://schemas.openxmlformats.org/drawingml/2006/main">
            <a:pathLst>
              <a:path w="2273052" h="352649">
                <a:moveTo>
                  <a:pt x="2273052" y="352649"/>
                </a:moveTo>
                <a:lnTo>
                  <a:pt x="1936588" y="0"/>
                </a:lnTo>
                <a:lnTo>
                  <a:pt x="0" y="0"/>
                </a:lnTo>
                <a:lnTo>
                  <a:pt x="336464" y="352649"/>
                </a:lnTo>
                <a:lnTo>
                  <a:pt x="2273052" y="352649"/>
                </a:lnTo>
              </a:path>
            </a:pathLst>
          </a:custGeom>
          <a:solidFill xmlns:a="http://schemas.openxmlformats.org/drawingml/2006/main">
            <a:srgbClr val="EBDDC3"/>
          </a:solidFill>
          <a:ln xmlns:a="http://schemas.openxmlformats.org/drawingml/2006/main" w="16610">
            <a:solidFill>
              <a:srgbClr val="E0CBA3"/>
            </a:solidFill>
            <a:prstDash val="solid"/>
          </a:ln>
        </p:spPr>
      </p:sp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0BDFD0A-6FE6-4537-907F-91020D92B5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c5890695a43f9"/>
          <a:srcRect xmlns:a="http://schemas.openxmlformats.org/drawingml/2006/main" l="892" t="0" r="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6311" y="1655445"/>
            <a:ext cx="635024" cy="366704"/>
          </a:xfrm>
          <a:prstGeom xmlns:a="http://schemas.openxmlformats.org/drawingml/2006/main" prst="rect">
            <a:avLst/>
          </a:prstGeom>
        </p:spPr>
      </p:pic>
      <p:sp>
        <p:nvSpPr>
          <p:cNvPr id="100" name="dodont-source-component-24">
            <a:extLst xmlns:a="http://schemas.openxmlformats.org/drawingml/2006/main">
              <a:ext uri="{FF2B5EF4-FFF2-40B4-BE49-F238E27FC236}">
                <a16:creationId xmlns:a16="http://schemas.microsoft.com/office/drawing/2014/main" id="{7AB4E4FE-28DB-41EA-ADD9-CCF955E2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311" y="1655445"/>
            <a:ext cx="635024" cy="366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E46C640-270F-4469-AD97-C13207F96F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7aa53399149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1265" y="1556560"/>
            <a:ext cx="384965" cy="384964"/>
          </a:xfrm>
          <a:prstGeom xmlns:a="http://schemas.openxmlformats.org/drawingml/2006/main" prst="rect">
            <a:avLst/>
          </a:prstGeom>
        </p:spPr>
      </p:pic>
      <p:sp>
        <p:nvSpPr>
          <p:cNvPr id="102" name="dodont-source-component-25">
            <a:extLst xmlns:a="http://schemas.openxmlformats.org/drawingml/2006/main">
              <a:ext uri="{FF2B5EF4-FFF2-40B4-BE49-F238E27FC236}">
                <a16:creationId xmlns:a16="http://schemas.microsoft.com/office/drawing/2014/main" id="{A67CBABD-0F2D-4E2D-BBE0-5C8C5CE5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1265" y="1556560"/>
            <a:ext cx="384965" cy="38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A79982-260F-46F5-9D71-48DF85396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b4648fb6949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3273" y="1556594"/>
            <a:ext cx="384845" cy="384845"/>
          </a:xfrm>
          <a:prstGeom xmlns:a="http://schemas.openxmlformats.org/drawingml/2006/main" prst="rect">
            <a:avLst/>
          </a:prstGeom>
        </p:spPr>
      </p:pic>
      <p:sp>
        <p:nvSpPr>
          <p:cNvPr id="104" name="dodont-source-component-26">
            <a:extLst xmlns:a="http://schemas.openxmlformats.org/drawingml/2006/main">
              <a:ext uri="{FF2B5EF4-FFF2-40B4-BE49-F238E27FC236}">
                <a16:creationId xmlns:a16="http://schemas.microsoft.com/office/drawing/2014/main" id="{CCCFAEAD-C92D-41AD-A202-263E1737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3273" y="1556594"/>
            <a:ext cx="384845" cy="384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pdf-path-88">
            <a:extLst xmlns:a="http://schemas.openxmlformats.org/drawingml/2006/main">
              <a:ext uri="{FF2B5EF4-FFF2-40B4-BE49-F238E27FC236}">
                <a16:creationId xmlns:a16="http://schemas.microsoft.com/office/drawing/2014/main" id="{6F154AD6-E5F0-4594-8F55-0BD6A722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8190" y="1878086"/>
            <a:ext cx="105837" cy="56646"/>
          </a:xfrm>
          <a:custGeom xmlns:a="http://schemas.openxmlformats.org/drawingml/2006/main">
            <a:pathLst>
              <a:path w="105837" h="56646">
                <a:moveTo>
                  <a:pt x="18953" y="0"/>
                </a:moveTo>
                <a:lnTo>
                  <a:pt x="105837" y="38971"/>
                </a:lnTo>
                <a:lnTo>
                  <a:pt x="90824" y="56646"/>
                </a:lnTo>
                <a:lnTo>
                  <a:pt x="0" y="47595"/>
                </a:lnTo>
                <a:cubicBezTo>
                  <a:pt x="2556" y="37054"/>
                  <a:pt x="3194" y="32476"/>
                  <a:pt x="5856" y="21934"/>
                </a:cubicBezTo>
                <a:lnTo>
                  <a:pt x="18953" y="0"/>
                </a:lnTo>
              </a:path>
            </a:pathLst>
          </a:custGeom>
          <a:solidFill xmlns:a="http://schemas.openxmlformats.org/drawingml/2006/main">
            <a:srgbClr val="F0C41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70A977-E220-4E1E-8EAD-56CE776EF9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30672da98495a"/>
          <a:srcRect xmlns:a="http://schemas.openxmlformats.org/drawingml/2006/main" l="728" t="0" r="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4030" y="1364126"/>
            <a:ext cx="286208" cy="251710"/>
          </a:xfrm>
          <a:prstGeom xmlns:a="http://schemas.openxmlformats.org/drawingml/2006/main" prst="rect">
            <a:avLst/>
          </a:prstGeom>
        </p:spPr>
      </p:pic>
      <p:sp>
        <p:nvSpPr>
          <p:cNvPr id="107" name="dodont-source-component-27">
            <a:extLst xmlns:a="http://schemas.openxmlformats.org/drawingml/2006/main">
              <a:ext uri="{FF2B5EF4-FFF2-40B4-BE49-F238E27FC236}">
                <a16:creationId xmlns:a16="http://schemas.microsoft.com/office/drawing/2014/main" id="{6A18E5EC-79AA-4864-803B-74638386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4030" y="1364126"/>
            <a:ext cx="286208" cy="251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0788F10-4B28-4C02-AA52-BCC0DEB87D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ab7f0399847f2"/>
          <a:srcRect xmlns:a="http://schemas.openxmlformats.org/drawingml/2006/main" l="510" t="0" r="5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4463" y="1594338"/>
            <a:ext cx="419356" cy="375531"/>
          </a:xfrm>
          <a:prstGeom xmlns:a="http://schemas.openxmlformats.org/drawingml/2006/main" prst="rect">
            <a:avLst/>
          </a:prstGeom>
        </p:spPr>
      </p:pic>
      <p:sp>
        <p:nvSpPr>
          <p:cNvPr id="109" name="dodont-source-component-28">
            <a:extLst xmlns:a="http://schemas.openxmlformats.org/drawingml/2006/main">
              <a:ext uri="{FF2B5EF4-FFF2-40B4-BE49-F238E27FC236}">
                <a16:creationId xmlns:a16="http://schemas.microsoft.com/office/drawing/2014/main" id="{CC42AFD9-4AB9-4F7A-9B3C-050DF1E3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4463" y="1594338"/>
            <a:ext cx="419356" cy="375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pdf-path-91">
            <a:extLst xmlns:a="http://schemas.openxmlformats.org/drawingml/2006/main">
              <a:ext uri="{FF2B5EF4-FFF2-40B4-BE49-F238E27FC236}">
                <a16:creationId xmlns:a16="http://schemas.microsoft.com/office/drawing/2014/main" id="{2387E47A-8971-41C2-ADEB-FFD36B32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981" y="2989378"/>
            <a:ext cx="380333" cy="40248"/>
          </a:xfrm>
          <a:custGeom xmlns:a="http://schemas.openxmlformats.org/drawingml/2006/main">
            <a:pathLst>
              <a:path w="380333" h="40248">
                <a:moveTo>
                  <a:pt x="0" y="0"/>
                </a:moveTo>
                <a:lnTo>
                  <a:pt x="327095" y="0"/>
                </a:lnTo>
                <a:lnTo>
                  <a:pt x="327095" y="16611"/>
                </a:lnTo>
                <a:lnTo>
                  <a:pt x="0" y="16611"/>
                </a:lnTo>
                <a:close/>
                <a:moveTo>
                  <a:pt x="316448" y="-23638"/>
                </a:moveTo>
                <a:lnTo>
                  <a:pt x="380333" y="8305"/>
                </a:lnTo>
                <a:lnTo>
                  <a:pt x="316448" y="40248"/>
                </a:lnTo>
                <a:lnTo>
                  <a:pt x="316448" y="-23638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92">
            <a:extLst xmlns:a="http://schemas.openxmlformats.org/drawingml/2006/main">
              <a:ext uri="{FF2B5EF4-FFF2-40B4-BE49-F238E27FC236}">
                <a16:creationId xmlns:a16="http://schemas.microsoft.com/office/drawing/2014/main" id="{989A282C-B546-40C8-9311-999DC560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435" y="2843506"/>
            <a:ext cx="416758" cy="100513"/>
          </a:xfrm>
          <a:custGeom xmlns:a="http://schemas.openxmlformats.org/drawingml/2006/main">
            <a:pathLst>
              <a:path w="416758" h="100513">
                <a:moveTo>
                  <a:pt x="4068" y="81028"/>
                </a:moveTo>
                <a:lnTo>
                  <a:pt x="4089" y="81028"/>
                </a:lnTo>
                <a:cubicBezTo>
                  <a:pt x="8156" y="76663"/>
                  <a:pt x="15035" y="76344"/>
                  <a:pt x="19432" y="80496"/>
                </a:cubicBezTo>
                <a:cubicBezTo>
                  <a:pt x="23840" y="84542"/>
                  <a:pt x="24106" y="91463"/>
                  <a:pt x="20028" y="95828"/>
                </a:cubicBezTo>
                <a:lnTo>
                  <a:pt x="20018" y="95828"/>
                </a:lnTo>
                <a:cubicBezTo>
                  <a:pt x="15940" y="100194"/>
                  <a:pt x="9072" y="100513"/>
                  <a:pt x="4664" y="96468"/>
                </a:cubicBezTo>
                <a:cubicBezTo>
                  <a:pt x="266" y="92315"/>
                  <a:pt x="0" y="85500"/>
                  <a:pt x="4068" y="81028"/>
                </a:cubicBezTo>
                <a:moveTo>
                  <a:pt x="37714" y="50363"/>
                </a:moveTo>
                <a:lnTo>
                  <a:pt x="37735" y="50363"/>
                </a:lnTo>
                <a:cubicBezTo>
                  <a:pt x="42623" y="46849"/>
                  <a:pt x="49405" y="48021"/>
                  <a:pt x="52876" y="52919"/>
                </a:cubicBezTo>
                <a:cubicBezTo>
                  <a:pt x="56347" y="57817"/>
                  <a:pt x="55198" y="64525"/>
                  <a:pt x="50299" y="68038"/>
                </a:cubicBezTo>
                <a:lnTo>
                  <a:pt x="50278" y="68038"/>
                </a:lnTo>
                <a:cubicBezTo>
                  <a:pt x="45391" y="71552"/>
                  <a:pt x="38608" y="70381"/>
                  <a:pt x="35137" y="65483"/>
                </a:cubicBezTo>
                <a:cubicBezTo>
                  <a:pt x="31666" y="60585"/>
                  <a:pt x="32827" y="53770"/>
                  <a:pt x="37714" y="50363"/>
                </a:cubicBezTo>
                <a:moveTo>
                  <a:pt x="76961" y="27790"/>
                </a:moveTo>
                <a:lnTo>
                  <a:pt x="76982" y="27790"/>
                </a:lnTo>
                <a:cubicBezTo>
                  <a:pt x="82402" y="25235"/>
                  <a:pt x="88876" y="27471"/>
                  <a:pt x="91453" y="32901"/>
                </a:cubicBezTo>
                <a:cubicBezTo>
                  <a:pt x="94029" y="38331"/>
                  <a:pt x="91719" y="44826"/>
                  <a:pt x="86310" y="47382"/>
                </a:cubicBezTo>
                <a:lnTo>
                  <a:pt x="86288" y="47382"/>
                </a:lnTo>
                <a:cubicBezTo>
                  <a:pt x="80869" y="49937"/>
                  <a:pt x="74395" y="47701"/>
                  <a:pt x="71819" y="42271"/>
                </a:cubicBezTo>
                <a:cubicBezTo>
                  <a:pt x="69242" y="36841"/>
                  <a:pt x="71541" y="30346"/>
                  <a:pt x="76961" y="27790"/>
                </a:cubicBezTo>
                <a:moveTo>
                  <a:pt x="119264" y="12458"/>
                </a:moveTo>
                <a:lnTo>
                  <a:pt x="119285" y="12458"/>
                </a:lnTo>
                <a:cubicBezTo>
                  <a:pt x="125024" y="10648"/>
                  <a:pt x="131094" y="13948"/>
                  <a:pt x="132840" y="19592"/>
                </a:cubicBezTo>
                <a:cubicBezTo>
                  <a:pt x="134597" y="25341"/>
                  <a:pt x="131360" y="31410"/>
                  <a:pt x="125621" y="33220"/>
                </a:cubicBezTo>
                <a:lnTo>
                  <a:pt x="125599" y="33220"/>
                </a:lnTo>
                <a:cubicBezTo>
                  <a:pt x="119861" y="34924"/>
                  <a:pt x="113791" y="31730"/>
                  <a:pt x="112045" y="25980"/>
                </a:cubicBezTo>
                <a:cubicBezTo>
                  <a:pt x="110299" y="20230"/>
                  <a:pt x="113536" y="14161"/>
                  <a:pt x="119264" y="12458"/>
                </a:cubicBezTo>
                <a:moveTo>
                  <a:pt x="163239" y="3407"/>
                </a:moveTo>
                <a:lnTo>
                  <a:pt x="163260" y="3407"/>
                </a:lnTo>
                <a:cubicBezTo>
                  <a:pt x="169180" y="2449"/>
                  <a:pt x="174770" y="6495"/>
                  <a:pt x="175739" y="12351"/>
                </a:cubicBezTo>
                <a:cubicBezTo>
                  <a:pt x="176708" y="18314"/>
                  <a:pt x="172694" y="23958"/>
                  <a:pt x="166785" y="24915"/>
                </a:cubicBezTo>
                <a:lnTo>
                  <a:pt x="166763" y="24915"/>
                </a:lnTo>
                <a:cubicBezTo>
                  <a:pt x="160843" y="25873"/>
                  <a:pt x="155253" y="21828"/>
                  <a:pt x="154284" y="15971"/>
                </a:cubicBezTo>
                <a:cubicBezTo>
                  <a:pt x="153315" y="10008"/>
                  <a:pt x="157319" y="4472"/>
                  <a:pt x="163239" y="3407"/>
                </a:cubicBezTo>
                <a:moveTo>
                  <a:pt x="207927" y="213"/>
                </a:moveTo>
                <a:lnTo>
                  <a:pt x="207948" y="213"/>
                </a:lnTo>
                <a:cubicBezTo>
                  <a:pt x="213943" y="0"/>
                  <a:pt x="218990" y="4685"/>
                  <a:pt x="219202" y="10754"/>
                </a:cubicBezTo>
                <a:cubicBezTo>
                  <a:pt x="219426" y="16717"/>
                  <a:pt x="214741" y="21721"/>
                  <a:pt x="208747" y="21934"/>
                </a:cubicBezTo>
                <a:lnTo>
                  <a:pt x="208725" y="21934"/>
                </a:lnTo>
                <a:cubicBezTo>
                  <a:pt x="202731" y="22147"/>
                  <a:pt x="197694" y="17462"/>
                  <a:pt x="197481" y="11500"/>
                </a:cubicBezTo>
                <a:cubicBezTo>
                  <a:pt x="197258" y="5537"/>
                  <a:pt x="201932" y="426"/>
                  <a:pt x="207927" y="213"/>
                </a:cubicBezTo>
                <a:moveTo>
                  <a:pt x="252721" y="2875"/>
                </a:moveTo>
                <a:lnTo>
                  <a:pt x="252742" y="2875"/>
                </a:lnTo>
                <a:cubicBezTo>
                  <a:pt x="258748" y="3407"/>
                  <a:pt x="263114" y="8731"/>
                  <a:pt x="262474" y="14694"/>
                </a:cubicBezTo>
                <a:cubicBezTo>
                  <a:pt x="261942" y="20656"/>
                  <a:pt x="256650" y="25022"/>
                  <a:pt x="250677" y="24489"/>
                </a:cubicBezTo>
                <a:lnTo>
                  <a:pt x="250656" y="24489"/>
                </a:lnTo>
                <a:cubicBezTo>
                  <a:pt x="244682" y="23958"/>
                  <a:pt x="240306" y="18634"/>
                  <a:pt x="240881" y="12671"/>
                </a:cubicBezTo>
                <a:cubicBezTo>
                  <a:pt x="241446" y="6708"/>
                  <a:pt x="246758" y="2342"/>
                  <a:pt x="252721" y="2875"/>
                </a:cubicBezTo>
                <a:moveTo>
                  <a:pt x="296866" y="11287"/>
                </a:moveTo>
                <a:lnTo>
                  <a:pt x="296866" y="11287"/>
                </a:lnTo>
                <a:cubicBezTo>
                  <a:pt x="302723" y="12671"/>
                  <a:pt x="306343" y="18421"/>
                  <a:pt x="304958" y="24277"/>
                </a:cubicBezTo>
                <a:cubicBezTo>
                  <a:pt x="303574" y="30132"/>
                  <a:pt x="297718" y="33753"/>
                  <a:pt x="291862" y="32369"/>
                </a:cubicBezTo>
                <a:cubicBezTo>
                  <a:pt x="286006" y="31091"/>
                  <a:pt x="282386" y="25235"/>
                  <a:pt x="283770" y="19378"/>
                </a:cubicBezTo>
                <a:cubicBezTo>
                  <a:pt x="285154" y="13523"/>
                  <a:pt x="291010" y="9902"/>
                  <a:pt x="296866" y="11287"/>
                </a:cubicBezTo>
                <a:moveTo>
                  <a:pt x="339989" y="26193"/>
                </a:moveTo>
                <a:lnTo>
                  <a:pt x="339989" y="26193"/>
                </a:lnTo>
                <a:cubicBezTo>
                  <a:pt x="345419" y="28749"/>
                  <a:pt x="347762" y="35243"/>
                  <a:pt x="345207" y="40674"/>
                </a:cubicBezTo>
                <a:cubicBezTo>
                  <a:pt x="342651" y="46104"/>
                  <a:pt x="336156" y="48447"/>
                  <a:pt x="330726" y="45891"/>
                </a:cubicBezTo>
                <a:cubicBezTo>
                  <a:pt x="325295" y="43336"/>
                  <a:pt x="322953" y="36841"/>
                  <a:pt x="325508" y="31410"/>
                </a:cubicBezTo>
                <a:cubicBezTo>
                  <a:pt x="328064" y="25980"/>
                  <a:pt x="334559" y="23638"/>
                  <a:pt x="339989" y="26193"/>
                </a:cubicBezTo>
                <a:moveTo>
                  <a:pt x="379279" y="48021"/>
                </a:moveTo>
                <a:lnTo>
                  <a:pt x="379279" y="48021"/>
                </a:lnTo>
                <a:cubicBezTo>
                  <a:pt x="384284" y="51321"/>
                  <a:pt x="385667" y="58030"/>
                  <a:pt x="382473" y="63034"/>
                </a:cubicBezTo>
                <a:cubicBezTo>
                  <a:pt x="379172" y="68038"/>
                  <a:pt x="372358" y="69529"/>
                  <a:pt x="367354" y="66228"/>
                </a:cubicBezTo>
                <a:cubicBezTo>
                  <a:pt x="362349" y="62927"/>
                  <a:pt x="360965" y="56113"/>
                  <a:pt x="364266" y="51109"/>
                </a:cubicBezTo>
                <a:cubicBezTo>
                  <a:pt x="367567" y="46104"/>
                  <a:pt x="374274" y="44720"/>
                  <a:pt x="379279" y="48021"/>
                </a:cubicBezTo>
                <a:moveTo>
                  <a:pt x="403768" y="53344"/>
                </a:moveTo>
                <a:lnTo>
                  <a:pt x="416758" y="100087"/>
                </a:lnTo>
                <a:lnTo>
                  <a:pt x="371506" y="82413"/>
                </a:lnTo>
                <a:lnTo>
                  <a:pt x="403768" y="53344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93">
            <a:extLst xmlns:a="http://schemas.openxmlformats.org/drawingml/2006/main">
              <a:ext uri="{FF2B5EF4-FFF2-40B4-BE49-F238E27FC236}">
                <a16:creationId xmlns:a16="http://schemas.microsoft.com/office/drawing/2014/main" id="{F63C5BB4-9CB0-4C0D-9054-1E2CFA13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09" y="3044320"/>
            <a:ext cx="416290" cy="99875"/>
          </a:xfrm>
          <a:custGeom xmlns:a="http://schemas.openxmlformats.org/drawingml/2006/main">
            <a:pathLst>
              <a:path w="416290" h="99875">
                <a:moveTo>
                  <a:pt x="412244" y="19485"/>
                </a:moveTo>
                <a:lnTo>
                  <a:pt x="412244" y="19485"/>
                </a:lnTo>
                <a:cubicBezTo>
                  <a:pt x="408091" y="23850"/>
                  <a:pt x="401277" y="24064"/>
                  <a:pt x="396911" y="20017"/>
                </a:cubicBezTo>
                <a:cubicBezTo>
                  <a:pt x="392546" y="15865"/>
                  <a:pt x="392226" y="9050"/>
                  <a:pt x="396379" y="4685"/>
                </a:cubicBezTo>
                <a:lnTo>
                  <a:pt x="396379" y="4578"/>
                </a:lnTo>
                <a:cubicBezTo>
                  <a:pt x="400531" y="213"/>
                  <a:pt x="407346" y="0"/>
                  <a:pt x="411711" y="4153"/>
                </a:cubicBezTo>
                <a:cubicBezTo>
                  <a:pt x="416077" y="8198"/>
                  <a:pt x="416290" y="15119"/>
                  <a:pt x="412244" y="19485"/>
                </a:cubicBezTo>
                <a:moveTo>
                  <a:pt x="378491" y="50044"/>
                </a:moveTo>
                <a:lnTo>
                  <a:pt x="378491" y="50044"/>
                </a:lnTo>
                <a:cubicBezTo>
                  <a:pt x="373593" y="53557"/>
                  <a:pt x="366779" y="52386"/>
                  <a:pt x="363265" y="47488"/>
                </a:cubicBezTo>
                <a:cubicBezTo>
                  <a:pt x="359857" y="42590"/>
                  <a:pt x="361028" y="35776"/>
                  <a:pt x="365927" y="32262"/>
                </a:cubicBezTo>
                <a:cubicBezTo>
                  <a:pt x="370824" y="28855"/>
                  <a:pt x="377639" y="30026"/>
                  <a:pt x="381046" y="34924"/>
                </a:cubicBezTo>
                <a:cubicBezTo>
                  <a:pt x="384560" y="39822"/>
                  <a:pt x="383388" y="46636"/>
                  <a:pt x="378491" y="50044"/>
                </a:cubicBezTo>
                <a:moveTo>
                  <a:pt x="339095" y="72510"/>
                </a:moveTo>
                <a:lnTo>
                  <a:pt x="339095" y="72510"/>
                </a:lnTo>
                <a:cubicBezTo>
                  <a:pt x="333664" y="75066"/>
                  <a:pt x="327169" y="72723"/>
                  <a:pt x="324720" y="67293"/>
                </a:cubicBezTo>
                <a:cubicBezTo>
                  <a:pt x="322165" y="61863"/>
                  <a:pt x="324507" y="55368"/>
                  <a:pt x="329938" y="52812"/>
                </a:cubicBezTo>
                <a:cubicBezTo>
                  <a:pt x="335368" y="50257"/>
                  <a:pt x="341863" y="52599"/>
                  <a:pt x="344312" y="58029"/>
                </a:cubicBezTo>
                <a:cubicBezTo>
                  <a:pt x="346867" y="63460"/>
                  <a:pt x="344525" y="69955"/>
                  <a:pt x="339095" y="72510"/>
                </a:cubicBezTo>
                <a:moveTo>
                  <a:pt x="296824" y="87630"/>
                </a:moveTo>
                <a:lnTo>
                  <a:pt x="296717" y="87630"/>
                </a:lnTo>
                <a:cubicBezTo>
                  <a:pt x="290967" y="89440"/>
                  <a:pt x="285005" y="86139"/>
                  <a:pt x="283194" y="80389"/>
                </a:cubicBezTo>
                <a:cubicBezTo>
                  <a:pt x="281491" y="74640"/>
                  <a:pt x="284792" y="68570"/>
                  <a:pt x="290541" y="66867"/>
                </a:cubicBezTo>
                <a:cubicBezTo>
                  <a:pt x="296291" y="65163"/>
                  <a:pt x="302360" y="68357"/>
                  <a:pt x="304064" y="74107"/>
                </a:cubicBezTo>
                <a:cubicBezTo>
                  <a:pt x="305767" y="79857"/>
                  <a:pt x="302573" y="85926"/>
                  <a:pt x="296824" y="87630"/>
                </a:cubicBezTo>
                <a:moveTo>
                  <a:pt x="252807" y="96574"/>
                </a:moveTo>
                <a:lnTo>
                  <a:pt x="252785" y="96574"/>
                </a:lnTo>
                <a:cubicBezTo>
                  <a:pt x="246865" y="97532"/>
                  <a:pt x="241296" y="93486"/>
                  <a:pt x="240338" y="87630"/>
                </a:cubicBezTo>
                <a:cubicBezTo>
                  <a:pt x="239390" y="81667"/>
                  <a:pt x="243426" y="76130"/>
                  <a:pt x="249346" y="75172"/>
                </a:cubicBezTo>
                <a:lnTo>
                  <a:pt x="249367" y="75172"/>
                </a:lnTo>
                <a:cubicBezTo>
                  <a:pt x="255287" y="74214"/>
                  <a:pt x="260835" y="78260"/>
                  <a:pt x="261793" y="84222"/>
                </a:cubicBezTo>
                <a:cubicBezTo>
                  <a:pt x="262751" y="90079"/>
                  <a:pt x="258726" y="95616"/>
                  <a:pt x="252807" y="96574"/>
                </a:cubicBezTo>
                <a:moveTo>
                  <a:pt x="208108" y="99662"/>
                </a:moveTo>
                <a:lnTo>
                  <a:pt x="208087" y="99662"/>
                </a:lnTo>
                <a:cubicBezTo>
                  <a:pt x="202092" y="99875"/>
                  <a:pt x="197077" y="95189"/>
                  <a:pt x="196874" y="89227"/>
                </a:cubicBezTo>
                <a:cubicBezTo>
                  <a:pt x="196672" y="83264"/>
                  <a:pt x="201368" y="78154"/>
                  <a:pt x="207373" y="78047"/>
                </a:cubicBezTo>
                <a:lnTo>
                  <a:pt x="207394" y="78047"/>
                </a:lnTo>
                <a:cubicBezTo>
                  <a:pt x="213389" y="77834"/>
                  <a:pt x="218404" y="82519"/>
                  <a:pt x="218606" y="88482"/>
                </a:cubicBezTo>
                <a:cubicBezTo>
                  <a:pt x="218808" y="94445"/>
                  <a:pt x="214102" y="99555"/>
                  <a:pt x="208108" y="99662"/>
                </a:cubicBezTo>
                <a:moveTo>
                  <a:pt x="163366" y="97000"/>
                </a:moveTo>
                <a:lnTo>
                  <a:pt x="163345" y="97000"/>
                </a:lnTo>
                <a:cubicBezTo>
                  <a:pt x="157372" y="96467"/>
                  <a:pt x="152985" y="91143"/>
                  <a:pt x="153560" y="85181"/>
                </a:cubicBezTo>
                <a:cubicBezTo>
                  <a:pt x="154124" y="79218"/>
                  <a:pt x="159427" y="74853"/>
                  <a:pt x="165400" y="75385"/>
                </a:cubicBezTo>
                <a:lnTo>
                  <a:pt x="165421" y="75385"/>
                </a:lnTo>
                <a:cubicBezTo>
                  <a:pt x="171395" y="75917"/>
                  <a:pt x="175771" y="81241"/>
                  <a:pt x="175206" y="87204"/>
                </a:cubicBezTo>
                <a:cubicBezTo>
                  <a:pt x="174632" y="93167"/>
                  <a:pt x="169329" y="97532"/>
                  <a:pt x="163366" y="97000"/>
                </a:cubicBezTo>
                <a:moveTo>
                  <a:pt x="119275" y="88588"/>
                </a:moveTo>
                <a:lnTo>
                  <a:pt x="119253" y="88588"/>
                </a:lnTo>
                <a:cubicBezTo>
                  <a:pt x="113418" y="87204"/>
                  <a:pt x="109777" y="81454"/>
                  <a:pt x="111140" y="75598"/>
                </a:cubicBezTo>
                <a:cubicBezTo>
                  <a:pt x="112492" y="69742"/>
                  <a:pt x="118327" y="66122"/>
                  <a:pt x="124172" y="67399"/>
                </a:cubicBezTo>
                <a:lnTo>
                  <a:pt x="124194" y="67399"/>
                </a:lnTo>
                <a:cubicBezTo>
                  <a:pt x="130039" y="68783"/>
                  <a:pt x="133670" y="74640"/>
                  <a:pt x="132318" y="80496"/>
                </a:cubicBezTo>
                <a:cubicBezTo>
                  <a:pt x="130955" y="86352"/>
                  <a:pt x="125120" y="89972"/>
                  <a:pt x="119275" y="88588"/>
                </a:cubicBezTo>
                <a:moveTo>
                  <a:pt x="76173" y="73575"/>
                </a:moveTo>
                <a:lnTo>
                  <a:pt x="76162" y="73575"/>
                </a:lnTo>
                <a:cubicBezTo>
                  <a:pt x="70711" y="71020"/>
                  <a:pt x="68347" y="64524"/>
                  <a:pt x="70870" y="59094"/>
                </a:cubicBezTo>
                <a:cubicBezTo>
                  <a:pt x="73394" y="53664"/>
                  <a:pt x="79847" y="51321"/>
                  <a:pt x="85298" y="53877"/>
                </a:cubicBezTo>
                <a:lnTo>
                  <a:pt x="85309" y="53877"/>
                </a:lnTo>
                <a:cubicBezTo>
                  <a:pt x="90750" y="56326"/>
                  <a:pt x="93124" y="62821"/>
                  <a:pt x="90601" y="68251"/>
                </a:cubicBezTo>
                <a:cubicBezTo>
                  <a:pt x="88077" y="73681"/>
                  <a:pt x="81614" y="76130"/>
                  <a:pt x="76173" y="73575"/>
                </a:cubicBezTo>
                <a:moveTo>
                  <a:pt x="36809" y="51854"/>
                </a:moveTo>
                <a:lnTo>
                  <a:pt x="36787" y="51854"/>
                </a:lnTo>
                <a:cubicBezTo>
                  <a:pt x="31762" y="48553"/>
                  <a:pt x="30335" y="41845"/>
                  <a:pt x="33615" y="36841"/>
                </a:cubicBezTo>
                <a:cubicBezTo>
                  <a:pt x="36883" y="31836"/>
                  <a:pt x="43612" y="30346"/>
                  <a:pt x="48638" y="33646"/>
                </a:cubicBezTo>
                <a:lnTo>
                  <a:pt x="48659" y="33646"/>
                </a:lnTo>
                <a:cubicBezTo>
                  <a:pt x="53685" y="36947"/>
                  <a:pt x="55101" y="43655"/>
                  <a:pt x="51833" y="48659"/>
                </a:cubicBezTo>
                <a:cubicBezTo>
                  <a:pt x="48563" y="53770"/>
                  <a:pt x="41834" y="55155"/>
                  <a:pt x="36809" y="51854"/>
                </a:cubicBezTo>
                <a:moveTo>
                  <a:pt x="13235" y="47169"/>
                </a:moveTo>
                <a:lnTo>
                  <a:pt x="0" y="532"/>
                </a:lnTo>
                <a:lnTo>
                  <a:pt x="45327" y="17888"/>
                </a:lnTo>
                <a:lnTo>
                  <a:pt x="13235" y="47169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94">
            <a:extLst xmlns:a="http://schemas.openxmlformats.org/drawingml/2006/main">
              <a:ext uri="{FF2B5EF4-FFF2-40B4-BE49-F238E27FC236}">
                <a16:creationId xmlns:a16="http://schemas.microsoft.com/office/drawing/2014/main" id="{29A25ECE-805B-4E00-8CF9-95A4871D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572" y="3535601"/>
            <a:ext cx="1645376" cy="95"/>
          </a:xfrm>
          <a:custGeom xmlns:a="http://schemas.openxmlformats.org/drawingml/2006/main">
            <a:pathLst>
              <a:path w="1645376" h="95">
                <a:moveTo>
                  <a:pt x="0" y="0"/>
                </a:moveTo>
                <a:lnTo>
                  <a:pt x="1645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0">
            <a:solidFill>
              <a:srgbClr val="404040"/>
            </a:solidFill>
            <a:prstDash val="solid"/>
          </a:ln>
        </p:spPr>
      </p:sp>
      <p:sp>
        <p:nvSpPr>
          <p:cNvPr id="114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BAE80DAF-B07C-4A43-A6B0-D7E1CC5C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7048" y="3389824"/>
            <a:ext cx="815399" cy="11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2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2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2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Intrinsic reward</a:t>
            </a:r>
          </a:p>
        </p:txBody>
      </p:sp>
      <p:sp>
        <p:nvSpPr>
          <p:cNvPr id="115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DD5CC443-9E4E-4ABB-BE9C-72391AB5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250" y="3355443"/>
            <a:ext cx="233503" cy="186546"/>
          </a:xfrm>
          <a:custGeom xmlns:a="http://schemas.openxmlformats.org/drawingml/2006/main">
            <a:pathLst>
              <a:path w="233503" h="186546">
                <a:moveTo>
                  <a:pt x="46956" y="26406"/>
                </a:moveTo>
                <a:lnTo>
                  <a:pt x="233503" y="173450"/>
                </a:lnTo>
                <a:lnTo>
                  <a:pt x="223281" y="186546"/>
                </a:lnTo>
                <a:lnTo>
                  <a:pt x="36671" y="39503"/>
                </a:lnTo>
                <a:lnTo>
                  <a:pt x="46956" y="26406"/>
                </a:lnTo>
                <a:moveTo>
                  <a:pt x="30399" y="64631"/>
                </a:moveTo>
                <a:lnTo>
                  <a:pt x="0" y="0"/>
                </a:lnTo>
                <a:lnTo>
                  <a:pt x="69945" y="14481"/>
                </a:lnTo>
                <a:lnTo>
                  <a:pt x="30399" y="64631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CF476184-B268-4B56-B040-8F6DF83C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920" y="3985523"/>
            <a:ext cx="460186" cy="127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8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8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Learned</a:t>
            </a:r>
          </a:p>
        </p:txBody>
      </p:sp>
      <p:sp>
        <p:nvSpPr>
          <p:cNvPr id="117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F39F3912-917C-4B10-847D-25260F70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915" y="4141905"/>
            <a:ext cx="277838" cy="128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3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3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3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118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C7A428C3-2EC0-4EF0-BA27-B938ECD2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4498" y="3002794"/>
            <a:ext cx="155561" cy="95"/>
          </a:xfrm>
          <a:custGeom xmlns:a="http://schemas.openxmlformats.org/drawingml/2006/main">
            <a:pathLst>
              <a:path w="155561" h="95">
                <a:moveTo>
                  <a:pt x="0" y="0"/>
                </a:moveTo>
                <a:lnTo>
                  <a:pt x="1555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0">
            <a:solidFill>
              <a:srgbClr val="404040"/>
            </a:solidFill>
            <a:prstDash val="solid"/>
          </a:ln>
        </p:spPr>
      </p:sp>
      <p:sp>
        <p:nvSpPr>
          <p:cNvPr id="119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392E9B88-ED35-4234-93AF-F633FF98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0157" y="3000239"/>
            <a:ext cx="4578" cy="538663"/>
          </a:xfrm>
          <a:custGeom xmlns:a="http://schemas.openxmlformats.org/drawingml/2006/main">
            <a:pathLst>
              <a:path w="4578" h="538663">
                <a:moveTo>
                  <a:pt x="4578" y="0"/>
                </a:moveTo>
                <a:lnTo>
                  <a:pt x="0" y="538663"/>
                </a:lnTo>
              </a:path>
            </a:pathLst>
          </a:custGeom>
          <a:noFill xmlns:a="http://schemas.openxmlformats.org/drawingml/2006/main"/>
          <a:ln xmlns:a="http://schemas.openxmlformats.org/drawingml/2006/main" w="16610">
            <a:solidFill>
              <a:srgbClr val="404040"/>
            </a:solidFill>
            <a:prstDash val="solid"/>
          </a:ln>
        </p:spPr>
      </p:sp>
      <p:pic>
        <p:nvPic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A4A77EC-3844-4716-8965-46A2502DD4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8c7b5a34f4818"/>
          <a:srcRect xmlns:a="http://schemas.openxmlformats.org/drawingml/2006/main" l="0" t="114" r="0" b="1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2899" y="2724891"/>
            <a:ext cx="559639" cy="558361"/>
          </a:xfrm>
          <a:prstGeom xmlns:a="http://schemas.openxmlformats.org/drawingml/2006/main" prst="rect">
            <a:avLst/>
          </a:prstGeom>
        </p:spPr>
      </p:pic>
      <p:sp>
        <p:nvSpPr>
          <p:cNvPr id="121" name="dodont-source-component-29">
            <a:extLst xmlns:a="http://schemas.openxmlformats.org/drawingml/2006/main">
              <a:ext uri="{FF2B5EF4-FFF2-40B4-BE49-F238E27FC236}">
                <a16:creationId xmlns:a16="http://schemas.microsoft.com/office/drawing/2014/main" id="{81B8454F-E431-400E-980C-919AC51F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2899" y="2724891"/>
            <a:ext cx="559639" cy="558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60A4494-5055-4051-9D74-3994E7F495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8b4a7836240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0834" y="2829664"/>
            <a:ext cx="370537" cy="370537"/>
          </a:xfrm>
          <a:prstGeom xmlns:a="http://schemas.openxmlformats.org/drawingml/2006/main" prst="rect">
            <a:avLst/>
          </a:prstGeom>
        </p:spPr>
      </p:pic>
      <p:sp>
        <p:nvSpPr>
          <p:cNvPr id="123" name="dodont-source-component-30">
            <a:extLst xmlns:a="http://schemas.openxmlformats.org/drawingml/2006/main">
              <a:ext uri="{FF2B5EF4-FFF2-40B4-BE49-F238E27FC236}">
                <a16:creationId xmlns:a16="http://schemas.microsoft.com/office/drawing/2014/main" id="{14D6A918-E15A-459A-BAF9-3C49A3C9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0834" y="2829664"/>
            <a:ext cx="370537" cy="370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C82D79A8-C3F0-45F5-8824-36777E7C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515" y="2594564"/>
            <a:ext cx="316873" cy="384592"/>
          </a:xfrm>
          <a:custGeom xmlns:a="http://schemas.openxmlformats.org/drawingml/2006/main">
            <a:pathLst>
              <a:path w="316873" h="384592">
                <a:moveTo>
                  <a:pt x="0" y="0"/>
                </a:moveTo>
                <a:lnTo>
                  <a:pt x="316873" y="79218"/>
                </a:lnTo>
                <a:lnTo>
                  <a:pt x="316873" y="305374"/>
                </a:lnTo>
                <a:lnTo>
                  <a:pt x="0" y="3845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FB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68C99460-6B14-4FF9-AD30-BB1EDD36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0474" y="2847339"/>
            <a:ext cx="416748" cy="100513"/>
          </a:xfrm>
          <a:custGeom xmlns:a="http://schemas.openxmlformats.org/drawingml/2006/main">
            <a:pathLst>
              <a:path w="416748" h="100513">
                <a:moveTo>
                  <a:pt x="4046" y="81029"/>
                </a:moveTo>
                <a:lnTo>
                  <a:pt x="4046" y="81029"/>
                </a:lnTo>
                <a:cubicBezTo>
                  <a:pt x="8199" y="76663"/>
                  <a:pt x="15013" y="76344"/>
                  <a:pt x="19378" y="80496"/>
                </a:cubicBezTo>
                <a:cubicBezTo>
                  <a:pt x="23850" y="84542"/>
                  <a:pt x="24063" y="91463"/>
                  <a:pt x="20017" y="95829"/>
                </a:cubicBezTo>
                <a:cubicBezTo>
                  <a:pt x="15971" y="100194"/>
                  <a:pt x="9050" y="100513"/>
                  <a:pt x="4685" y="96468"/>
                </a:cubicBezTo>
                <a:cubicBezTo>
                  <a:pt x="213" y="92315"/>
                  <a:pt x="0" y="85500"/>
                  <a:pt x="4046" y="81029"/>
                </a:cubicBezTo>
                <a:moveTo>
                  <a:pt x="37691" y="50363"/>
                </a:moveTo>
                <a:lnTo>
                  <a:pt x="37691" y="50363"/>
                </a:lnTo>
                <a:cubicBezTo>
                  <a:pt x="42590" y="46850"/>
                  <a:pt x="49405" y="48021"/>
                  <a:pt x="52812" y="52918"/>
                </a:cubicBezTo>
                <a:cubicBezTo>
                  <a:pt x="56325" y="57817"/>
                  <a:pt x="55155" y="64524"/>
                  <a:pt x="50256" y="68039"/>
                </a:cubicBezTo>
                <a:cubicBezTo>
                  <a:pt x="45358" y="71552"/>
                  <a:pt x="38651" y="70381"/>
                  <a:pt x="35136" y="65483"/>
                </a:cubicBezTo>
                <a:cubicBezTo>
                  <a:pt x="31623" y="60585"/>
                  <a:pt x="32794" y="53770"/>
                  <a:pt x="37691" y="50363"/>
                </a:cubicBezTo>
                <a:moveTo>
                  <a:pt x="76982" y="27791"/>
                </a:moveTo>
                <a:lnTo>
                  <a:pt x="76982" y="27791"/>
                </a:lnTo>
                <a:cubicBezTo>
                  <a:pt x="82412" y="25235"/>
                  <a:pt x="88907" y="27471"/>
                  <a:pt x="91463" y="32901"/>
                </a:cubicBezTo>
                <a:cubicBezTo>
                  <a:pt x="94018" y="38332"/>
                  <a:pt x="91676" y="44827"/>
                  <a:pt x="86245" y="47382"/>
                </a:cubicBezTo>
                <a:cubicBezTo>
                  <a:pt x="80815" y="49937"/>
                  <a:pt x="74427" y="47701"/>
                  <a:pt x="71765" y="42271"/>
                </a:cubicBezTo>
                <a:cubicBezTo>
                  <a:pt x="69209" y="36841"/>
                  <a:pt x="71551" y="30346"/>
                  <a:pt x="76982" y="27791"/>
                </a:cubicBezTo>
                <a:moveTo>
                  <a:pt x="119253" y="12458"/>
                </a:moveTo>
                <a:lnTo>
                  <a:pt x="119253" y="12458"/>
                </a:lnTo>
                <a:cubicBezTo>
                  <a:pt x="125003" y="10648"/>
                  <a:pt x="131072" y="13949"/>
                  <a:pt x="132881" y="19592"/>
                </a:cubicBezTo>
                <a:cubicBezTo>
                  <a:pt x="134585" y="25341"/>
                  <a:pt x="131392" y="31410"/>
                  <a:pt x="125642" y="33221"/>
                </a:cubicBezTo>
                <a:cubicBezTo>
                  <a:pt x="119892" y="34924"/>
                  <a:pt x="113822" y="31730"/>
                  <a:pt x="112013" y="25980"/>
                </a:cubicBezTo>
                <a:cubicBezTo>
                  <a:pt x="110309" y="20231"/>
                  <a:pt x="113503" y="14161"/>
                  <a:pt x="119253" y="12458"/>
                </a:cubicBezTo>
                <a:moveTo>
                  <a:pt x="163228" y="3407"/>
                </a:moveTo>
                <a:lnTo>
                  <a:pt x="163228" y="3407"/>
                </a:lnTo>
                <a:cubicBezTo>
                  <a:pt x="169191" y="2449"/>
                  <a:pt x="174727" y="6495"/>
                  <a:pt x="175685" y="12351"/>
                </a:cubicBezTo>
                <a:cubicBezTo>
                  <a:pt x="176644" y="18314"/>
                  <a:pt x="172704" y="23957"/>
                  <a:pt x="166741" y="24915"/>
                </a:cubicBezTo>
                <a:cubicBezTo>
                  <a:pt x="160778" y="25874"/>
                  <a:pt x="155242" y="21828"/>
                  <a:pt x="154283" y="15971"/>
                </a:cubicBezTo>
                <a:cubicBezTo>
                  <a:pt x="153326" y="10009"/>
                  <a:pt x="157265" y="4472"/>
                  <a:pt x="163228" y="3407"/>
                </a:cubicBezTo>
                <a:moveTo>
                  <a:pt x="207947" y="213"/>
                </a:moveTo>
                <a:lnTo>
                  <a:pt x="207947" y="213"/>
                </a:lnTo>
                <a:cubicBezTo>
                  <a:pt x="213910" y="0"/>
                  <a:pt x="219022" y="4685"/>
                  <a:pt x="219234" y="10754"/>
                </a:cubicBezTo>
                <a:cubicBezTo>
                  <a:pt x="219447" y="16717"/>
                  <a:pt x="214762" y="21721"/>
                  <a:pt x="208693" y="21934"/>
                </a:cubicBezTo>
                <a:cubicBezTo>
                  <a:pt x="202730" y="22147"/>
                  <a:pt x="197726" y="17462"/>
                  <a:pt x="197513" y="11500"/>
                </a:cubicBezTo>
                <a:cubicBezTo>
                  <a:pt x="197193" y="5537"/>
                  <a:pt x="201879" y="426"/>
                  <a:pt x="207947" y="213"/>
                </a:cubicBezTo>
                <a:moveTo>
                  <a:pt x="252667" y="2875"/>
                </a:moveTo>
                <a:lnTo>
                  <a:pt x="252774" y="2875"/>
                </a:lnTo>
                <a:cubicBezTo>
                  <a:pt x="258736" y="3407"/>
                  <a:pt x="263102" y="8731"/>
                  <a:pt x="262463" y="14694"/>
                </a:cubicBezTo>
                <a:cubicBezTo>
                  <a:pt x="261931" y="20656"/>
                  <a:pt x="256606" y="25022"/>
                  <a:pt x="250644" y="24489"/>
                </a:cubicBezTo>
                <a:cubicBezTo>
                  <a:pt x="244682" y="23957"/>
                  <a:pt x="240317" y="18633"/>
                  <a:pt x="240849" y="12671"/>
                </a:cubicBezTo>
                <a:cubicBezTo>
                  <a:pt x="241487" y="6708"/>
                  <a:pt x="246705" y="2343"/>
                  <a:pt x="252667" y="2875"/>
                </a:cubicBezTo>
                <a:moveTo>
                  <a:pt x="296748" y="11286"/>
                </a:moveTo>
                <a:lnTo>
                  <a:pt x="296855" y="11286"/>
                </a:lnTo>
                <a:cubicBezTo>
                  <a:pt x="302711" y="12671"/>
                  <a:pt x="306332" y="18421"/>
                  <a:pt x="304947" y="24277"/>
                </a:cubicBezTo>
                <a:cubicBezTo>
                  <a:pt x="303563" y="30133"/>
                  <a:pt x="297707" y="33753"/>
                  <a:pt x="291851" y="32475"/>
                </a:cubicBezTo>
                <a:lnTo>
                  <a:pt x="291851" y="32369"/>
                </a:lnTo>
                <a:cubicBezTo>
                  <a:pt x="285994" y="31091"/>
                  <a:pt x="282375" y="25235"/>
                  <a:pt x="283758" y="19379"/>
                </a:cubicBezTo>
                <a:cubicBezTo>
                  <a:pt x="285143" y="13522"/>
                  <a:pt x="291000" y="9902"/>
                  <a:pt x="296748" y="11286"/>
                </a:cubicBezTo>
                <a:moveTo>
                  <a:pt x="339978" y="26193"/>
                </a:moveTo>
                <a:lnTo>
                  <a:pt x="339978" y="26193"/>
                </a:lnTo>
                <a:cubicBezTo>
                  <a:pt x="345408" y="28749"/>
                  <a:pt x="347750" y="35244"/>
                  <a:pt x="345195" y="40674"/>
                </a:cubicBezTo>
                <a:cubicBezTo>
                  <a:pt x="342640" y="46104"/>
                  <a:pt x="336145" y="48447"/>
                  <a:pt x="330714" y="45892"/>
                </a:cubicBezTo>
                <a:cubicBezTo>
                  <a:pt x="325285" y="43336"/>
                  <a:pt x="322942" y="36841"/>
                  <a:pt x="325498" y="31410"/>
                </a:cubicBezTo>
                <a:cubicBezTo>
                  <a:pt x="328053" y="25980"/>
                  <a:pt x="334548" y="23638"/>
                  <a:pt x="339978" y="26193"/>
                </a:cubicBezTo>
                <a:moveTo>
                  <a:pt x="379268" y="48021"/>
                </a:moveTo>
                <a:lnTo>
                  <a:pt x="379268" y="48021"/>
                </a:lnTo>
                <a:cubicBezTo>
                  <a:pt x="384272" y="51322"/>
                  <a:pt x="385656" y="58029"/>
                  <a:pt x="382462" y="63034"/>
                </a:cubicBezTo>
                <a:cubicBezTo>
                  <a:pt x="379161" y="68039"/>
                  <a:pt x="372347" y="69529"/>
                  <a:pt x="367342" y="66228"/>
                </a:cubicBezTo>
                <a:cubicBezTo>
                  <a:pt x="362338" y="62928"/>
                  <a:pt x="360954" y="56113"/>
                  <a:pt x="364255" y="51109"/>
                </a:cubicBezTo>
                <a:cubicBezTo>
                  <a:pt x="367556" y="46104"/>
                  <a:pt x="374264" y="44720"/>
                  <a:pt x="379268" y="48021"/>
                </a:cubicBezTo>
                <a:moveTo>
                  <a:pt x="403757" y="53345"/>
                </a:moveTo>
                <a:lnTo>
                  <a:pt x="416748" y="100088"/>
                </a:lnTo>
                <a:lnTo>
                  <a:pt x="371495" y="82413"/>
                </a:lnTo>
                <a:lnTo>
                  <a:pt x="403757" y="53345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CDA73441-5188-4279-A99D-C3B466BE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705" y="3048153"/>
            <a:ext cx="416322" cy="99875"/>
          </a:xfrm>
          <a:custGeom xmlns:a="http://schemas.openxmlformats.org/drawingml/2006/main">
            <a:pathLst>
              <a:path w="416322" h="99875">
                <a:moveTo>
                  <a:pt x="412276" y="19485"/>
                </a:moveTo>
                <a:lnTo>
                  <a:pt x="412276" y="19485"/>
                </a:lnTo>
                <a:cubicBezTo>
                  <a:pt x="408123" y="23851"/>
                  <a:pt x="401308" y="24064"/>
                  <a:pt x="396943" y="20017"/>
                </a:cubicBezTo>
                <a:cubicBezTo>
                  <a:pt x="392577" y="15865"/>
                  <a:pt x="392258" y="9050"/>
                  <a:pt x="396411" y="4685"/>
                </a:cubicBezTo>
                <a:cubicBezTo>
                  <a:pt x="400563" y="213"/>
                  <a:pt x="407378" y="0"/>
                  <a:pt x="411743" y="4152"/>
                </a:cubicBezTo>
                <a:cubicBezTo>
                  <a:pt x="416109" y="8198"/>
                  <a:pt x="416322" y="15120"/>
                  <a:pt x="412276" y="19485"/>
                </a:cubicBezTo>
                <a:moveTo>
                  <a:pt x="378522" y="50044"/>
                </a:moveTo>
                <a:lnTo>
                  <a:pt x="378522" y="50044"/>
                </a:lnTo>
                <a:cubicBezTo>
                  <a:pt x="373625" y="53558"/>
                  <a:pt x="366810" y="52386"/>
                  <a:pt x="363296" y="47488"/>
                </a:cubicBezTo>
                <a:cubicBezTo>
                  <a:pt x="359889" y="42590"/>
                  <a:pt x="361060" y="35776"/>
                  <a:pt x="365958" y="32262"/>
                </a:cubicBezTo>
                <a:cubicBezTo>
                  <a:pt x="370857" y="28855"/>
                  <a:pt x="377671" y="30027"/>
                  <a:pt x="381078" y="34924"/>
                </a:cubicBezTo>
                <a:cubicBezTo>
                  <a:pt x="384591" y="39822"/>
                  <a:pt x="383421" y="46636"/>
                  <a:pt x="378522" y="50044"/>
                </a:cubicBezTo>
                <a:moveTo>
                  <a:pt x="339127" y="72511"/>
                </a:moveTo>
                <a:lnTo>
                  <a:pt x="339127" y="72511"/>
                </a:lnTo>
                <a:cubicBezTo>
                  <a:pt x="333696" y="75066"/>
                  <a:pt x="327201" y="72723"/>
                  <a:pt x="324752" y="67293"/>
                </a:cubicBezTo>
                <a:cubicBezTo>
                  <a:pt x="322197" y="61863"/>
                  <a:pt x="324539" y="55368"/>
                  <a:pt x="329969" y="52812"/>
                </a:cubicBezTo>
                <a:cubicBezTo>
                  <a:pt x="335400" y="50257"/>
                  <a:pt x="341895" y="52599"/>
                  <a:pt x="344344" y="58029"/>
                </a:cubicBezTo>
                <a:cubicBezTo>
                  <a:pt x="346899" y="63460"/>
                  <a:pt x="344556" y="69955"/>
                  <a:pt x="339127" y="72511"/>
                </a:cubicBezTo>
                <a:moveTo>
                  <a:pt x="296855" y="87630"/>
                </a:moveTo>
                <a:lnTo>
                  <a:pt x="296749" y="87630"/>
                </a:lnTo>
                <a:cubicBezTo>
                  <a:pt x="290999" y="89440"/>
                  <a:pt x="285037" y="86139"/>
                  <a:pt x="283227" y="80389"/>
                </a:cubicBezTo>
                <a:cubicBezTo>
                  <a:pt x="281523" y="74640"/>
                  <a:pt x="284823" y="68571"/>
                  <a:pt x="290573" y="66867"/>
                </a:cubicBezTo>
                <a:cubicBezTo>
                  <a:pt x="296323" y="65164"/>
                  <a:pt x="302393" y="68358"/>
                  <a:pt x="304095" y="74107"/>
                </a:cubicBezTo>
                <a:cubicBezTo>
                  <a:pt x="305799" y="79857"/>
                  <a:pt x="302605" y="85926"/>
                  <a:pt x="296855" y="87630"/>
                </a:cubicBezTo>
                <a:moveTo>
                  <a:pt x="252880" y="96574"/>
                </a:moveTo>
                <a:lnTo>
                  <a:pt x="252774" y="96574"/>
                </a:lnTo>
                <a:cubicBezTo>
                  <a:pt x="246918" y="97532"/>
                  <a:pt x="241275" y="93486"/>
                  <a:pt x="240423" y="87630"/>
                </a:cubicBezTo>
                <a:cubicBezTo>
                  <a:pt x="239465" y="81667"/>
                  <a:pt x="243405" y="76130"/>
                  <a:pt x="249367" y="75172"/>
                </a:cubicBezTo>
                <a:cubicBezTo>
                  <a:pt x="255329" y="74214"/>
                  <a:pt x="260866" y="78260"/>
                  <a:pt x="261826" y="84222"/>
                </a:cubicBezTo>
                <a:cubicBezTo>
                  <a:pt x="262783" y="90079"/>
                  <a:pt x="258737" y="95616"/>
                  <a:pt x="252880" y="96574"/>
                </a:cubicBezTo>
                <a:moveTo>
                  <a:pt x="208160" y="99662"/>
                </a:moveTo>
                <a:lnTo>
                  <a:pt x="208160" y="99662"/>
                </a:lnTo>
                <a:cubicBezTo>
                  <a:pt x="202091" y="99875"/>
                  <a:pt x="197087" y="95190"/>
                  <a:pt x="196874" y="89227"/>
                </a:cubicBezTo>
                <a:cubicBezTo>
                  <a:pt x="196662" y="83265"/>
                  <a:pt x="201453" y="78154"/>
                  <a:pt x="207416" y="78047"/>
                </a:cubicBezTo>
                <a:cubicBezTo>
                  <a:pt x="213378" y="77834"/>
                  <a:pt x="218489" y="82519"/>
                  <a:pt x="218595" y="88482"/>
                </a:cubicBezTo>
                <a:cubicBezTo>
                  <a:pt x="218808" y="94444"/>
                  <a:pt x="214123" y="99555"/>
                  <a:pt x="208160" y="99662"/>
                </a:cubicBezTo>
                <a:moveTo>
                  <a:pt x="163441" y="97000"/>
                </a:moveTo>
                <a:lnTo>
                  <a:pt x="163334" y="97000"/>
                </a:lnTo>
                <a:cubicBezTo>
                  <a:pt x="157372" y="96467"/>
                  <a:pt x="153005" y="91143"/>
                  <a:pt x="153538" y="85181"/>
                </a:cubicBezTo>
                <a:cubicBezTo>
                  <a:pt x="154178" y="79218"/>
                  <a:pt x="159500" y="74853"/>
                  <a:pt x="165463" y="75385"/>
                </a:cubicBezTo>
                <a:cubicBezTo>
                  <a:pt x="171426" y="75918"/>
                  <a:pt x="175792" y="81241"/>
                  <a:pt x="175260" y="87204"/>
                </a:cubicBezTo>
                <a:cubicBezTo>
                  <a:pt x="174622" y="93167"/>
                  <a:pt x="169403" y="97532"/>
                  <a:pt x="163441" y="97000"/>
                </a:cubicBezTo>
                <a:moveTo>
                  <a:pt x="119360" y="88588"/>
                </a:moveTo>
                <a:lnTo>
                  <a:pt x="119253" y="88588"/>
                </a:lnTo>
                <a:cubicBezTo>
                  <a:pt x="113397" y="87204"/>
                  <a:pt x="109777" y="81454"/>
                  <a:pt x="111162" y="75598"/>
                </a:cubicBezTo>
                <a:cubicBezTo>
                  <a:pt x="112545" y="69742"/>
                  <a:pt x="118401" y="66122"/>
                  <a:pt x="124258" y="67400"/>
                </a:cubicBezTo>
                <a:cubicBezTo>
                  <a:pt x="130114" y="68783"/>
                  <a:pt x="133733" y="74640"/>
                  <a:pt x="132349" y="80496"/>
                </a:cubicBezTo>
                <a:cubicBezTo>
                  <a:pt x="130966" y="86352"/>
                  <a:pt x="125109" y="89972"/>
                  <a:pt x="119360" y="88588"/>
                </a:cubicBezTo>
                <a:moveTo>
                  <a:pt x="76237" y="73575"/>
                </a:moveTo>
                <a:lnTo>
                  <a:pt x="76237" y="73575"/>
                </a:lnTo>
                <a:cubicBezTo>
                  <a:pt x="70701" y="71020"/>
                  <a:pt x="68357" y="64524"/>
                  <a:pt x="70913" y="59094"/>
                </a:cubicBezTo>
                <a:cubicBezTo>
                  <a:pt x="73468" y="53664"/>
                  <a:pt x="79857" y="51322"/>
                  <a:pt x="85287" y="53877"/>
                </a:cubicBezTo>
                <a:lnTo>
                  <a:pt x="85394" y="53877"/>
                </a:lnTo>
                <a:cubicBezTo>
                  <a:pt x="90824" y="56326"/>
                  <a:pt x="93166" y="62821"/>
                  <a:pt x="90611" y="68251"/>
                </a:cubicBezTo>
                <a:cubicBezTo>
                  <a:pt x="88056" y="73682"/>
                  <a:pt x="81667" y="76130"/>
                  <a:pt x="76237" y="73575"/>
                </a:cubicBezTo>
                <a:moveTo>
                  <a:pt x="36841" y="51854"/>
                </a:moveTo>
                <a:lnTo>
                  <a:pt x="36841" y="51854"/>
                </a:lnTo>
                <a:cubicBezTo>
                  <a:pt x="31836" y="48553"/>
                  <a:pt x="30346" y="41845"/>
                  <a:pt x="33647" y="36841"/>
                </a:cubicBezTo>
                <a:cubicBezTo>
                  <a:pt x="36947" y="31836"/>
                  <a:pt x="43655" y="30346"/>
                  <a:pt x="48659" y="33646"/>
                </a:cubicBezTo>
                <a:cubicBezTo>
                  <a:pt x="53770" y="36947"/>
                  <a:pt x="55154" y="43655"/>
                  <a:pt x="51854" y="48659"/>
                </a:cubicBezTo>
                <a:cubicBezTo>
                  <a:pt x="48553" y="53770"/>
                  <a:pt x="41845" y="55155"/>
                  <a:pt x="36841" y="51854"/>
                </a:cubicBezTo>
                <a:moveTo>
                  <a:pt x="13310" y="47169"/>
                </a:moveTo>
                <a:lnTo>
                  <a:pt x="0" y="426"/>
                </a:lnTo>
                <a:lnTo>
                  <a:pt x="45359" y="17888"/>
                </a:lnTo>
                <a:lnTo>
                  <a:pt x="13310" y="47169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53580EB3-09DC-4723-B4E9-50C3FA64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1765" y="3591820"/>
            <a:ext cx="1824149" cy="95"/>
          </a:xfrm>
          <a:custGeom xmlns:a="http://schemas.openxmlformats.org/drawingml/2006/main">
            <a:pathLst>
              <a:path w="1824149" h="95">
                <a:moveTo>
                  <a:pt x="0" y="0"/>
                </a:moveTo>
                <a:lnTo>
                  <a:pt x="18241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0">
            <a:solidFill>
              <a:srgbClr val="404040"/>
            </a:solidFill>
            <a:prstDash val="solid"/>
          </a:ln>
        </p:spPr>
      </p:sp>
      <p:sp>
        <p:nvSpPr>
          <p:cNvPr id="128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6CD9D930-159A-443F-A4B4-106456DC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515" y="3021321"/>
            <a:ext cx="316873" cy="383315"/>
          </a:xfrm>
          <a:custGeom xmlns:a="http://schemas.openxmlformats.org/drawingml/2006/main">
            <a:pathLst>
              <a:path w="316873" h="383315">
                <a:moveTo>
                  <a:pt x="0" y="383315"/>
                </a:moveTo>
                <a:lnTo>
                  <a:pt x="316873" y="304096"/>
                </a:lnTo>
                <a:lnTo>
                  <a:pt x="316873" y="79219"/>
                </a:lnTo>
                <a:lnTo>
                  <a:pt x="0" y="0"/>
                </a:lnTo>
                <a:lnTo>
                  <a:pt x="0" y="383315"/>
                </a:lnTo>
              </a:path>
            </a:pathLst>
          </a:custGeom>
          <a:solidFill xmlns:a="http://schemas.openxmlformats.org/drawingml/2006/main">
            <a:srgbClr val="90A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699BE901-B206-4EAD-8B6E-2BECEE4A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330" y="2784304"/>
            <a:ext cx="95" cy="434636"/>
          </a:xfrm>
          <a:custGeom xmlns:a="http://schemas.openxmlformats.org/drawingml/2006/main">
            <a:pathLst>
              <a:path w="95" h="434636">
                <a:moveTo>
                  <a:pt x="0" y="0"/>
                </a:moveTo>
                <a:lnTo>
                  <a:pt x="0" y="434636"/>
                </a:lnTo>
              </a:path>
            </a:pathLst>
          </a:custGeom>
          <a:noFill xmlns:a="http://schemas.openxmlformats.org/drawingml/2006/main"/>
          <a:ln xmlns:a="http://schemas.openxmlformats.org/drawingml/2006/main" w="16610">
            <a:solidFill>
              <a:srgbClr val="404040"/>
            </a:solidFill>
            <a:prstDash val="solid"/>
          </a:ln>
        </p:spPr>
      </p:sp>
      <p:sp>
        <p:nvSpPr>
          <p:cNvPr id="130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5371D58F-DB06-4981-A6A5-C001A8B2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6387" y="2781111"/>
            <a:ext cx="156519" cy="40248"/>
          </a:xfrm>
          <a:custGeom xmlns:a="http://schemas.openxmlformats.org/drawingml/2006/main">
            <a:pathLst>
              <a:path w="156519" h="40248">
                <a:moveTo>
                  <a:pt x="0" y="0"/>
                </a:moveTo>
                <a:lnTo>
                  <a:pt x="103281" y="0"/>
                </a:lnTo>
                <a:lnTo>
                  <a:pt x="103281" y="16610"/>
                </a:lnTo>
                <a:lnTo>
                  <a:pt x="0" y="16610"/>
                </a:lnTo>
                <a:close/>
                <a:moveTo>
                  <a:pt x="92633" y="-23638"/>
                </a:moveTo>
                <a:lnTo>
                  <a:pt x="156519" y="8305"/>
                </a:lnTo>
                <a:lnTo>
                  <a:pt x="92633" y="40248"/>
                </a:lnTo>
                <a:lnTo>
                  <a:pt x="92633" y="-23638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8D05BB82-3BF3-4789-8C36-D24DDDF7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775" y="3205311"/>
            <a:ext cx="153857" cy="40248"/>
          </a:xfrm>
          <a:custGeom xmlns:a="http://schemas.openxmlformats.org/drawingml/2006/main">
            <a:pathLst>
              <a:path w="153857" h="40248">
                <a:moveTo>
                  <a:pt x="0" y="0"/>
                </a:moveTo>
                <a:lnTo>
                  <a:pt x="100619" y="0"/>
                </a:lnTo>
                <a:lnTo>
                  <a:pt x="100619" y="16611"/>
                </a:lnTo>
                <a:lnTo>
                  <a:pt x="0" y="16611"/>
                </a:lnTo>
                <a:close/>
                <a:moveTo>
                  <a:pt x="89972" y="-23638"/>
                </a:moveTo>
                <a:lnTo>
                  <a:pt x="153857" y="8305"/>
                </a:lnTo>
                <a:lnTo>
                  <a:pt x="89972" y="40248"/>
                </a:lnTo>
                <a:lnTo>
                  <a:pt x="89972" y="-23638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42A752D1-CC44-4C89-920C-D7766C60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0914" y="2788138"/>
            <a:ext cx="132670" cy="95"/>
          </a:xfrm>
          <a:custGeom xmlns:a="http://schemas.openxmlformats.org/drawingml/2006/main">
            <a:pathLst>
              <a:path w="132670" h="95">
                <a:moveTo>
                  <a:pt x="13267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0">
            <a:solidFill>
              <a:srgbClr val="404040"/>
            </a:solidFill>
            <a:prstDash val="solid"/>
          </a:ln>
        </p:spPr>
      </p:sp>
      <p:sp>
        <p:nvSpPr>
          <p:cNvPr id="133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7180CF4A-8667-4EA2-AD04-1169A000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8358" y="3214894"/>
            <a:ext cx="142572" cy="95"/>
          </a:xfrm>
          <a:custGeom xmlns:a="http://schemas.openxmlformats.org/drawingml/2006/main">
            <a:pathLst>
              <a:path w="142572" h="95">
                <a:moveTo>
                  <a:pt x="14257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0">
            <a:solidFill>
              <a:srgbClr val="404040"/>
            </a:solidFill>
            <a:prstDash val="solid"/>
          </a:ln>
        </p:spPr>
      </p:sp>
      <p:sp>
        <p:nvSpPr>
          <p:cNvPr id="134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36051648-370B-4238-88D5-A04E9894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9834" y="3383553"/>
            <a:ext cx="271088" cy="216146"/>
          </a:xfrm>
          <a:custGeom xmlns:a="http://schemas.openxmlformats.org/drawingml/2006/main">
            <a:pathLst>
              <a:path w="271088" h="216146">
                <a:moveTo>
                  <a:pt x="46956" y="26406"/>
                </a:moveTo>
                <a:lnTo>
                  <a:pt x="271088" y="203156"/>
                </a:lnTo>
                <a:lnTo>
                  <a:pt x="260867" y="216146"/>
                </a:lnTo>
                <a:lnTo>
                  <a:pt x="36627" y="39503"/>
                </a:lnTo>
                <a:lnTo>
                  <a:pt x="46956" y="26406"/>
                </a:lnTo>
                <a:moveTo>
                  <a:pt x="30452" y="64631"/>
                </a:moveTo>
                <a:lnTo>
                  <a:pt x="0" y="0"/>
                </a:lnTo>
                <a:lnTo>
                  <a:pt x="69954" y="14481"/>
                </a:lnTo>
                <a:lnTo>
                  <a:pt x="30452" y="64631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1649FBDC-8545-4FC4-97D3-1F66ACA2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071" y="3002794"/>
            <a:ext cx="154816" cy="95"/>
          </a:xfrm>
          <a:custGeom xmlns:a="http://schemas.openxmlformats.org/drawingml/2006/main">
            <a:pathLst>
              <a:path w="154816" h="95">
                <a:moveTo>
                  <a:pt x="0" y="0"/>
                </a:moveTo>
                <a:lnTo>
                  <a:pt x="1548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0">
            <a:solidFill>
              <a:srgbClr val="404040"/>
            </a:solidFill>
            <a:prstDash val="solid"/>
          </a:ln>
        </p:spPr>
      </p:sp>
      <p:sp>
        <p:nvSpPr>
          <p:cNvPr id="136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125482A5-BBD8-42C4-A953-BE7A0CB3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340" y="2995128"/>
            <a:ext cx="95" cy="603613"/>
          </a:xfrm>
          <a:custGeom xmlns:a="http://schemas.openxmlformats.org/drawingml/2006/main">
            <a:pathLst>
              <a:path w="95" h="603613">
                <a:moveTo>
                  <a:pt x="0" y="0"/>
                </a:moveTo>
                <a:lnTo>
                  <a:pt x="0" y="603613"/>
                </a:lnTo>
              </a:path>
            </a:pathLst>
          </a:custGeom>
          <a:noFill xmlns:a="http://schemas.openxmlformats.org/drawingml/2006/main"/>
          <a:ln xmlns:a="http://schemas.openxmlformats.org/drawingml/2006/main" w="16610">
            <a:solidFill>
              <a:srgbClr val="404040"/>
            </a:solidFill>
            <a:prstDash val="solid"/>
          </a:ln>
        </p:spPr>
      </p:sp>
      <p:sp>
        <p:nvSpPr>
          <p:cNvPr id="137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F03981A6-7A80-4946-A123-E1624487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1463" y="2780472"/>
            <a:ext cx="95" cy="440704"/>
          </a:xfrm>
          <a:custGeom xmlns:a="http://schemas.openxmlformats.org/drawingml/2006/main">
            <a:pathLst>
              <a:path w="95" h="440704">
                <a:moveTo>
                  <a:pt x="0" y="0"/>
                </a:moveTo>
                <a:lnTo>
                  <a:pt x="0" y="440704"/>
                </a:lnTo>
              </a:path>
            </a:pathLst>
          </a:custGeom>
          <a:noFill xmlns:a="http://schemas.openxmlformats.org/drawingml/2006/main"/>
          <a:ln xmlns:a="http://schemas.openxmlformats.org/drawingml/2006/main" w="16610">
            <a:solidFill>
              <a:srgbClr val="404040"/>
            </a:solidFill>
            <a:prstDash val="solid"/>
          </a:ln>
        </p:spPr>
      </p:sp>
      <p:sp>
        <p:nvSpPr>
          <p:cNvPr id="138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66DD9C82-E86D-4907-A1A2-B1493FE5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2049" y="2944658"/>
            <a:ext cx="114995" cy="114994"/>
          </a:xfrm>
          <a:custGeom xmlns:a="http://schemas.openxmlformats.org/drawingml/2006/main">
            <a:pathLst>
              <a:path w="114995" h="114994">
                <a:moveTo>
                  <a:pt x="0" y="57497"/>
                </a:moveTo>
                <a:cubicBezTo>
                  <a:pt x="0" y="25767"/>
                  <a:pt x="25768" y="0"/>
                  <a:pt x="57497" y="0"/>
                </a:cubicBezTo>
                <a:cubicBezTo>
                  <a:pt x="89227" y="0"/>
                  <a:pt x="114995" y="25767"/>
                  <a:pt x="114995" y="57497"/>
                </a:cubicBezTo>
                <a:cubicBezTo>
                  <a:pt x="114995" y="89227"/>
                  <a:pt x="89227" y="114994"/>
                  <a:pt x="57497" y="114994"/>
                </a:cubicBezTo>
                <a:cubicBezTo>
                  <a:pt x="25768" y="114994"/>
                  <a:pt x="0" y="89227"/>
                  <a:pt x="0" y="5749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CE759FB7-CD5C-4132-802C-8D017073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3105" y="2939547"/>
            <a:ext cx="131605" cy="125216"/>
          </a:xfrm>
          <a:custGeom xmlns:a="http://schemas.openxmlformats.org/drawingml/2006/main">
            <a:pathLst>
              <a:path w="131605" h="125216">
                <a:moveTo>
                  <a:pt x="0" y="62608"/>
                </a:moveTo>
                <a:cubicBezTo>
                  <a:pt x="0" y="28004"/>
                  <a:pt x="29494" y="0"/>
                  <a:pt x="65802" y="0"/>
                </a:cubicBezTo>
                <a:cubicBezTo>
                  <a:pt x="102111" y="0"/>
                  <a:pt x="131605" y="28004"/>
                  <a:pt x="131605" y="62608"/>
                </a:cubicBezTo>
                <a:cubicBezTo>
                  <a:pt x="131605" y="97213"/>
                  <a:pt x="102111" y="125216"/>
                  <a:pt x="65802" y="125216"/>
                </a:cubicBezTo>
                <a:cubicBezTo>
                  <a:pt x="29494" y="125216"/>
                  <a:pt x="0" y="97213"/>
                  <a:pt x="0" y="62608"/>
                </a:cubicBezTo>
                <a:moveTo>
                  <a:pt x="10754" y="62608"/>
                </a:moveTo>
                <a:cubicBezTo>
                  <a:pt x="10754" y="91250"/>
                  <a:pt x="35457" y="114462"/>
                  <a:pt x="65802" y="114462"/>
                </a:cubicBezTo>
                <a:cubicBezTo>
                  <a:pt x="96148" y="114462"/>
                  <a:pt x="120850" y="91250"/>
                  <a:pt x="120850" y="62608"/>
                </a:cubicBezTo>
                <a:cubicBezTo>
                  <a:pt x="120850" y="33966"/>
                  <a:pt x="96148" y="10754"/>
                  <a:pt x="65802" y="10754"/>
                </a:cubicBezTo>
                <a:cubicBezTo>
                  <a:pt x="35457" y="10754"/>
                  <a:pt x="10754" y="33966"/>
                  <a:pt x="10754" y="626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8C298BFD-322D-451C-8ABC-B438A882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5900" y="2967231"/>
            <a:ext cx="68571" cy="68571"/>
          </a:xfrm>
          <a:custGeom xmlns:a="http://schemas.openxmlformats.org/drawingml/2006/main">
            <a:pathLst>
              <a:path w="68571" h="68571">
                <a:moveTo>
                  <a:pt x="0" y="9476"/>
                </a:moveTo>
                <a:lnTo>
                  <a:pt x="9476" y="0"/>
                </a:lnTo>
                <a:lnTo>
                  <a:pt x="34285" y="24915"/>
                </a:lnTo>
                <a:lnTo>
                  <a:pt x="59094" y="0"/>
                </a:lnTo>
                <a:lnTo>
                  <a:pt x="68571" y="9476"/>
                </a:lnTo>
                <a:lnTo>
                  <a:pt x="43655" y="34285"/>
                </a:lnTo>
                <a:lnTo>
                  <a:pt x="68571" y="59094"/>
                </a:lnTo>
                <a:lnTo>
                  <a:pt x="59094" y="68571"/>
                </a:lnTo>
                <a:lnTo>
                  <a:pt x="34285" y="43655"/>
                </a:lnTo>
                <a:lnTo>
                  <a:pt x="9476" y="68571"/>
                </a:lnTo>
                <a:lnTo>
                  <a:pt x="0" y="59094"/>
                </a:lnTo>
                <a:lnTo>
                  <a:pt x="24915" y="34285"/>
                </a:lnTo>
                <a:lnTo>
                  <a:pt x="0" y="94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8D7F4C28-D18C-4DB7-9C55-B52C9C08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2565" y="3001516"/>
            <a:ext cx="239997" cy="95"/>
          </a:xfrm>
          <a:custGeom xmlns:a="http://schemas.openxmlformats.org/drawingml/2006/main">
            <a:pathLst>
              <a:path w="239997" h="95">
                <a:moveTo>
                  <a:pt x="0" y="0"/>
                </a:moveTo>
                <a:lnTo>
                  <a:pt x="2399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0">
            <a:solidFill>
              <a:srgbClr val="404040"/>
            </a:solidFill>
            <a:prstDash val="solid"/>
          </a:ln>
        </p:spPr>
      </p:sp>
      <p:sp>
        <p:nvSpPr>
          <p:cNvPr id="142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2FCD4046-AA4B-4873-9F9A-59C6F23E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5730" y="3441891"/>
            <a:ext cx="445604" cy="11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2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2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2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Intrinsic </a:t>
            </a:r>
          </a:p>
        </p:txBody>
      </p:sp>
      <p:sp>
        <p:nvSpPr>
          <p:cNvPr id="143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FAEE4641-83B5-49F4-BE3D-4F098C61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8749" y="3441891"/>
            <a:ext cx="958325" cy="11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2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2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2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Instruction reward</a:t>
            </a:r>
          </a:p>
        </p:txBody>
      </p:sp>
      <p:sp>
        <p:nvSpPr>
          <p:cNvPr id="144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7F05EE60-C3C1-40E1-AC84-01E3FFEE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6602" y="3982800"/>
            <a:ext cx="1406763" cy="111162"/>
          </a:xfrm>
          <a:custGeom xmlns:a="http://schemas.openxmlformats.org/drawingml/2006/main">
            <a:pathLst>
              <a:path w="1406763" h="111162">
                <a:moveTo>
                  <a:pt x="1406763" y="111162"/>
                </a:moveTo>
                <a:lnTo>
                  <a:pt x="1300713" y="0"/>
                </a:lnTo>
                <a:lnTo>
                  <a:pt x="0" y="0"/>
                </a:lnTo>
                <a:lnTo>
                  <a:pt x="106051" y="111162"/>
                </a:lnTo>
                <a:lnTo>
                  <a:pt x="1406763" y="111162"/>
                </a:lnTo>
              </a:path>
            </a:pathLst>
          </a:custGeom>
          <a:solidFill xmlns:a="http://schemas.openxmlformats.org/drawingml/2006/main">
            <a:srgbClr val="EBDDC3"/>
          </a:solidFill>
          <a:ln xmlns:a="http://schemas.openxmlformats.org/drawingml/2006/main" w="16610">
            <a:solidFill>
              <a:srgbClr val="E0CBA3"/>
            </a:solidFill>
            <a:prstDash val="solid"/>
          </a:ln>
        </p:spPr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7296407-370A-4638-9C2F-5502AE2D11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f767492044b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4939" y="3770348"/>
            <a:ext cx="304630" cy="304629"/>
          </a:xfrm>
          <a:prstGeom xmlns:a="http://schemas.openxmlformats.org/drawingml/2006/main" prst="rect">
            <a:avLst/>
          </a:prstGeom>
        </p:spPr>
      </p:pic>
      <p:sp>
        <p:nvSpPr>
          <p:cNvPr id="146" name="dodont-source-component-31">
            <a:extLst xmlns:a="http://schemas.openxmlformats.org/drawingml/2006/main">
              <a:ext uri="{FF2B5EF4-FFF2-40B4-BE49-F238E27FC236}">
                <a16:creationId xmlns:a16="http://schemas.microsoft.com/office/drawing/2014/main" id="{E28C79AB-BE10-4050-91F2-EA4E55AE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4939" y="3770348"/>
            <a:ext cx="304630" cy="304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D49C3BE-F7E4-4C53-854C-1D169EB1CA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445578bb443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7734" y="3769209"/>
            <a:ext cx="311126" cy="311125"/>
          </a:xfrm>
          <a:prstGeom xmlns:a="http://schemas.openxmlformats.org/drawingml/2006/main" prst="rect">
            <a:avLst/>
          </a:prstGeom>
        </p:spPr>
      </p:pic>
      <p:sp>
        <p:nvSpPr>
          <p:cNvPr id="148" name="dodont-source-component-32">
            <a:extLst xmlns:a="http://schemas.openxmlformats.org/drawingml/2006/main">
              <a:ext uri="{FF2B5EF4-FFF2-40B4-BE49-F238E27FC236}">
                <a16:creationId xmlns:a16="http://schemas.microsoft.com/office/drawing/2014/main" id="{B4F0786A-3980-4A4B-8CFE-A71A6415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7734" y="3769209"/>
            <a:ext cx="311126" cy="31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AA65987-A8DC-4404-9DA7-3958D65CA3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340f90ece49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15018" y="3766407"/>
            <a:ext cx="312518" cy="312519"/>
          </a:xfrm>
          <a:prstGeom xmlns:a="http://schemas.openxmlformats.org/drawingml/2006/main" prst="rect">
            <a:avLst/>
          </a:prstGeom>
        </p:spPr>
      </p:pic>
      <p:sp>
        <p:nvSpPr>
          <p:cNvPr id="150" name="dodont-source-component-33">
            <a:extLst xmlns:a="http://schemas.openxmlformats.org/drawingml/2006/main">
              <a:ext uri="{FF2B5EF4-FFF2-40B4-BE49-F238E27FC236}">
                <a16:creationId xmlns:a16="http://schemas.microsoft.com/office/drawing/2014/main" id="{AC8F49EF-4349-4316-835C-75626310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018" y="3766407"/>
            <a:ext cx="312518" cy="31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7E0D445-9C03-43BF-829C-91C187208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081f4d83441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75550" y="3758956"/>
            <a:ext cx="327420" cy="327420"/>
          </a:xfrm>
          <a:prstGeom xmlns:a="http://schemas.openxmlformats.org/drawingml/2006/main" prst="rect">
            <a:avLst/>
          </a:prstGeom>
        </p:spPr>
      </p:pic>
      <p:sp>
        <p:nvSpPr>
          <p:cNvPr id="152" name="dodont-source-component-34">
            <a:extLst xmlns:a="http://schemas.openxmlformats.org/drawingml/2006/main">
              <a:ext uri="{FF2B5EF4-FFF2-40B4-BE49-F238E27FC236}">
                <a16:creationId xmlns:a16="http://schemas.microsoft.com/office/drawing/2014/main" id="{6BDC6252-02AD-4B5D-83D5-DC64BFC5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5550" y="3758956"/>
            <a:ext cx="327420" cy="327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3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37212696-808C-4547-B804-B568DD90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0887" y="3855668"/>
            <a:ext cx="185269" cy="186546"/>
          </a:xfrm>
          <a:custGeom xmlns:a="http://schemas.openxmlformats.org/drawingml/2006/main">
            <a:pathLst>
              <a:path w="185269" h="186546">
                <a:moveTo>
                  <a:pt x="0" y="93273"/>
                </a:moveTo>
                <a:cubicBezTo>
                  <a:pt x="0" y="41760"/>
                  <a:pt x="41527" y="0"/>
                  <a:pt x="92635" y="0"/>
                </a:cubicBezTo>
                <a:cubicBezTo>
                  <a:pt x="143744" y="0"/>
                  <a:pt x="185269" y="41760"/>
                  <a:pt x="185269" y="93273"/>
                </a:cubicBezTo>
                <a:cubicBezTo>
                  <a:pt x="185269" y="144786"/>
                  <a:pt x="143744" y="186546"/>
                  <a:pt x="92635" y="186546"/>
                </a:cubicBezTo>
                <a:cubicBezTo>
                  <a:pt x="41527" y="186546"/>
                  <a:pt x="0" y="144786"/>
                  <a:pt x="0" y="9327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7448DBD0-AF77-45BA-ACAD-189F053E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6833" y="3848002"/>
            <a:ext cx="213378" cy="203156"/>
          </a:xfrm>
          <a:custGeom xmlns:a="http://schemas.openxmlformats.org/drawingml/2006/main">
            <a:pathLst>
              <a:path w="213378" h="203156">
                <a:moveTo>
                  <a:pt x="0" y="101578"/>
                </a:moveTo>
                <a:cubicBezTo>
                  <a:pt x="0" y="45476"/>
                  <a:pt x="47808" y="0"/>
                  <a:pt x="106689" y="0"/>
                </a:cubicBezTo>
                <a:cubicBezTo>
                  <a:pt x="165570" y="0"/>
                  <a:pt x="213378" y="45476"/>
                  <a:pt x="213378" y="101578"/>
                </a:cubicBezTo>
                <a:cubicBezTo>
                  <a:pt x="213378" y="157680"/>
                  <a:pt x="165570" y="203156"/>
                  <a:pt x="106689" y="203156"/>
                </a:cubicBezTo>
                <a:cubicBezTo>
                  <a:pt x="47808" y="203156"/>
                  <a:pt x="0" y="157680"/>
                  <a:pt x="0" y="101578"/>
                </a:cubicBezTo>
                <a:moveTo>
                  <a:pt x="19911" y="101578"/>
                </a:moveTo>
                <a:cubicBezTo>
                  <a:pt x="19911" y="146671"/>
                  <a:pt x="58775" y="183235"/>
                  <a:pt x="106689" y="183235"/>
                </a:cubicBezTo>
                <a:cubicBezTo>
                  <a:pt x="154603" y="183235"/>
                  <a:pt x="193467" y="146671"/>
                  <a:pt x="193467" y="101578"/>
                </a:cubicBezTo>
                <a:cubicBezTo>
                  <a:pt x="193467" y="56486"/>
                  <a:pt x="154603" y="19922"/>
                  <a:pt x="106689" y="19922"/>
                </a:cubicBezTo>
                <a:cubicBezTo>
                  <a:pt x="58775" y="19922"/>
                  <a:pt x="19911" y="56486"/>
                  <a:pt x="19911" y="101578"/>
                </a:cubicBez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D30CB91C-3BBC-4D75-9B31-C1B407CE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6771" y="3905658"/>
            <a:ext cx="112545" cy="89951"/>
          </a:xfrm>
          <a:custGeom xmlns:a="http://schemas.openxmlformats.org/drawingml/2006/main">
            <a:pathLst>
              <a:path w="112545" h="89951">
                <a:moveTo>
                  <a:pt x="0" y="48862"/>
                </a:moveTo>
                <a:lnTo>
                  <a:pt x="14161" y="31794"/>
                </a:lnTo>
                <a:lnTo>
                  <a:pt x="46742" y="58881"/>
                </a:lnTo>
                <a:lnTo>
                  <a:pt x="95722" y="0"/>
                </a:lnTo>
                <a:lnTo>
                  <a:pt x="112545" y="13991"/>
                </a:lnTo>
                <a:lnTo>
                  <a:pt x="49298" y="89951"/>
                </a:lnTo>
                <a:lnTo>
                  <a:pt x="0" y="48862"/>
                </a:ln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52BD9239-3958-4191-9070-292921FB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6602" y="4390391"/>
            <a:ext cx="1406763" cy="111161"/>
          </a:xfrm>
          <a:custGeom xmlns:a="http://schemas.openxmlformats.org/drawingml/2006/main">
            <a:pathLst>
              <a:path w="1406763" h="111161">
                <a:moveTo>
                  <a:pt x="1406763" y="111161"/>
                </a:moveTo>
                <a:lnTo>
                  <a:pt x="1300713" y="0"/>
                </a:lnTo>
                <a:lnTo>
                  <a:pt x="0" y="0"/>
                </a:lnTo>
                <a:lnTo>
                  <a:pt x="106051" y="111161"/>
                </a:lnTo>
                <a:lnTo>
                  <a:pt x="1406763" y="111161"/>
                </a:lnTo>
              </a:path>
            </a:pathLst>
          </a:custGeom>
          <a:solidFill xmlns:a="http://schemas.openxmlformats.org/drawingml/2006/main">
            <a:srgbClr val="EBDDC3"/>
          </a:solidFill>
          <a:ln xmlns:a="http://schemas.openxmlformats.org/drawingml/2006/main" w="16610">
            <a:solidFill>
              <a:srgbClr val="E0CBA3"/>
            </a:solidFill>
            <a:prstDash val="solid"/>
          </a:ln>
        </p:spPr>
      </p:sp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E060BB0-69E2-46B1-8F6E-AF75E14566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61494b12a4d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4939" y="4178002"/>
            <a:ext cx="304630" cy="304629"/>
          </a:xfrm>
          <a:prstGeom xmlns:a="http://schemas.openxmlformats.org/drawingml/2006/main" prst="rect">
            <a:avLst/>
          </a:prstGeom>
        </p:spPr>
      </p:pic>
      <p:sp>
        <p:nvSpPr>
          <p:cNvPr id="158" name="dodont-source-component-35">
            <a:extLst xmlns:a="http://schemas.openxmlformats.org/drawingml/2006/main">
              <a:ext uri="{FF2B5EF4-FFF2-40B4-BE49-F238E27FC236}">
                <a16:creationId xmlns:a16="http://schemas.microsoft.com/office/drawing/2014/main" id="{2CFADD81-9089-4F57-948F-0EC1A149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4939" y="4178002"/>
            <a:ext cx="304630" cy="304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C07B8C3-5C6F-4812-BEFC-04E323DCE5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e47f7390642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4968" y="4174130"/>
            <a:ext cx="316584" cy="316583"/>
          </a:xfrm>
          <a:prstGeom xmlns:a="http://schemas.openxmlformats.org/drawingml/2006/main" prst="rect">
            <a:avLst/>
          </a:prstGeom>
        </p:spPr>
      </p:pic>
      <p:sp>
        <p:nvSpPr>
          <p:cNvPr id="160" name="dodont-source-component-36">
            <a:extLst xmlns:a="http://schemas.openxmlformats.org/drawingml/2006/main">
              <a:ext uri="{FF2B5EF4-FFF2-40B4-BE49-F238E27FC236}">
                <a16:creationId xmlns:a16="http://schemas.microsoft.com/office/drawing/2014/main" id="{9D4BD5E3-BE6B-4145-97C7-8F1B9AA9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4968" y="4174130"/>
            <a:ext cx="316584" cy="316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66A2BA0-FDCE-4CF9-8D26-FF2BCDF4C1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96f7714fb46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3160" y="4142163"/>
            <a:ext cx="376287" cy="376287"/>
          </a:xfrm>
          <a:prstGeom xmlns:a="http://schemas.openxmlformats.org/drawingml/2006/main" prst="rect">
            <a:avLst/>
          </a:prstGeom>
        </p:spPr>
      </p:pic>
      <p:sp>
        <p:nvSpPr>
          <p:cNvPr id="162" name="dodont-source-component-37">
            <a:extLst xmlns:a="http://schemas.openxmlformats.org/drawingml/2006/main">
              <a:ext uri="{FF2B5EF4-FFF2-40B4-BE49-F238E27FC236}">
                <a16:creationId xmlns:a16="http://schemas.microsoft.com/office/drawing/2014/main" id="{A3C62787-F14F-41D2-A06D-2F6A6E53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3160" y="4142163"/>
            <a:ext cx="376287" cy="376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807AEA8-0472-48B3-86DF-3DAA0936EB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687154ff24f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638" y="4153623"/>
            <a:ext cx="353380" cy="353381"/>
          </a:xfrm>
          <a:prstGeom xmlns:a="http://schemas.openxmlformats.org/drawingml/2006/main" prst="rect">
            <a:avLst/>
          </a:prstGeom>
        </p:spPr>
      </p:pic>
      <p:sp>
        <p:nvSpPr>
          <p:cNvPr id="164" name="dodont-source-component-38">
            <a:extLst xmlns:a="http://schemas.openxmlformats.org/drawingml/2006/main">
              <a:ext uri="{FF2B5EF4-FFF2-40B4-BE49-F238E27FC236}">
                <a16:creationId xmlns:a16="http://schemas.microsoft.com/office/drawing/2014/main" id="{8DDE6DBC-3802-4B6D-8D68-1EB96ED9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638" y="4153623"/>
            <a:ext cx="353380" cy="353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5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7DCE3ACE-358A-4C94-9CF1-3D1450B7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0887" y="4269647"/>
            <a:ext cx="185269" cy="185268"/>
          </a:xfrm>
          <a:custGeom xmlns:a="http://schemas.openxmlformats.org/drawingml/2006/main">
            <a:pathLst>
              <a:path w="185269" h="185268">
                <a:moveTo>
                  <a:pt x="0" y="92634"/>
                </a:moveTo>
                <a:cubicBezTo>
                  <a:pt x="0" y="41472"/>
                  <a:pt x="41527" y="0"/>
                  <a:pt x="92635" y="0"/>
                </a:cubicBezTo>
                <a:cubicBezTo>
                  <a:pt x="143744" y="0"/>
                  <a:pt x="185269" y="41472"/>
                  <a:pt x="185269" y="92634"/>
                </a:cubicBezTo>
                <a:cubicBezTo>
                  <a:pt x="185269" y="143796"/>
                  <a:pt x="143744" y="185268"/>
                  <a:pt x="92635" y="185268"/>
                </a:cubicBezTo>
                <a:cubicBezTo>
                  <a:pt x="41527" y="185268"/>
                  <a:pt x="0" y="143796"/>
                  <a:pt x="0" y="9263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8903B232-2259-4BDD-9B89-D2F04164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6833" y="4260703"/>
            <a:ext cx="213378" cy="203156"/>
          </a:xfrm>
          <a:custGeom xmlns:a="http://schemas.openxmlformats.org/drawingml/2006/main">
            <a:pathLst>
              <a:path w="213378" h="203156">
                <a:moveTo>
                  <a:pt x="0" y="101578"/>
                </a:moveTo>
                <a:cubicBezTo>
                  <a:pt x="0" y="45476"/>
                  <a:pt x="47808" y="0"/>
                  <a:pt x="106689" y="0"/>
                </a:cubicBezTo>
                <a:cubicBezTo>
                  <a:pt x="165570" y="0"/>
                  <a:pt x="213378" y="45476"/>
                  <a:pt x="213378" y="101578"/>
                </a:cubicBezTo>
                <a:cubicBezTo>
                  <a:pt x="213378" y="157680"/>
                  <a:pt x="165570" y="203156"/>
                  <a:pt x="106689" y="203156"/>
                </a:cubicBezTo>
                <a:cubicBezTo>
                  <a:pt x="47808" y="203156"/>
                  <a:pt x="0" y="157680"/>
                  <a:pt x="0" y="101578"/>
                </a:cubicBezTo>
                <a:moveTo>
                  <a:pt x="19911" y="101578"/>
                </a:moveTo>
                <a:cubicBezTo>
                  <a:pt x="19911" y="146671"/>
                  <a:pt x="58775" y="183235"/>
                  <a:pt x="106689" y="183235"/>
                </a:cubicBezTo>
                <a:cubicBezTo>
                  <a:pt x="154603" y="183235"/>
                  <a:pt x="193467" y="146671"/>
                  <a:pt x="193467" y="101578"/>
                </a:cubicBezTo>
                <a:cubicBezTo>
                  <a:pt x="193467" y="56486"/>
                  <a:pt x="154603" y="19922"/>
                  <a:pt x="106689" y="19922"/>
                </a:cubicBezTo>
                <a:cubicBezTo>
                  <a:pt x="58775" y="19922"/>
                  <a:pt x="19911" y="56486"/>
                  <a:pt x="19911" y="101578"/>
                </a:cubicBez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C054B585-1E35-4BF5-91DE-AEB69443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6771" y="4318818"/>
            <a:ext cx="112545" cy="89951"/>
          </a:xfrm>
          <a:custGeom xmlns:a="http://schemas.openxmlformats.org/drawingml/2006/main">
            <a:pathLst>
              <a:path w="112545" h="89951">
                <a:moveTo>
                  <a:pt x="0" y="48862"/>
                </a:moveTo>
                <a:lnTo>
                  <a:pt x="14161" y="31794"/>
                </a:lnTo>
                <a:lnTo>
                  <a:pt x="46742" y="58881"/>
                </a:lnTo>
                <a:lnTo>
                  <a:pt x="95722" y="0"/>
                </a:lnTo>
                <a:lnTo>
                  <a:pt x="112545" y="13991"/>
                </a:lnTo>
                <a:lnTo>
                  <a:pt x="49298" y="89951"/>
                </a:lnTo>
                <a:lnTo>
                  <a:pt x="0" y="48862"/>
                </a:ln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880C4FC1-5E12-4150-807F-C2BDC966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2998" y="3975557"/>
            <a:ext cx="460185" cy="127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8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8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Learned</a:t>
            </a:r>
          </a:p>
        </p:txBody>
      </p:sp>
      <p:sp>
        <p:nvSpPr>
          <p:cNvPr id="169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35A7DA95-B7ED-412B-816E-66077FF7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4993" y="4131884"/>
            <a:ext cx="278094" cy="128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170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91E62BC3-99BF-480E-9EDF-FD920B5F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0218" y="2643756"/>
            <a:ext cx="95" cy="2008375"/>
          </a:xfrm>
          <a:custGeom xmlns:a="http://schemas.openxmlformats.org/drawingml/2006/main">
            <a:pathLst>
              <a:path w="95" h="2008375">
                <a:moveTo>
                  <a:pt x="0" y="0"/>
                </a:moveTo>
                <a:lnTo>
                  <a:pt x="0" y="2008375"/>
                </a:lnTo>
              </a:path>
            </a:pathLst>
          </a:custGeom>
          <a:noFill xmlns:a="http://schemas.openxmlformats.org/drawingml/2006/main"/>
          <a:ln xmlns:a="http://schemas.openxmlformats.org/drawingml/2006/main" w="24277">
            <a:solidFill>
              <a:srgbClr val="BFD3E4"/>
            </a:solidFill>
            <a:prstDash val="dash"/>
          </a:ln>
        </p:spPr>
      </p:sp>
      <p:sp>
        <p:nvSpPr>
          <p:cNvPr id="171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4A53E5A9-73B4-4745-983A-784675EC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9673" y="2733750"/>
            <a:ext cx="326554" cy="127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 </a:t>
            </a:r>
          </a:p>
        </p:txBody>
      </p:sp>
      <p:sp>
        <p:nvSpPr>
          <p:cNvPr id="172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1BDCE90A-E3F1-464F-8E07-CBD800DA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4213" y="2733744"/>
            <a:ext cx="638443" cy="127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instruction </a:t>
            </a:r>
          </a:p>
        </p:txBody>
      </p:sp>
      <p:sp>
        <p:nvSpPr>
          <p:cNvPr id="173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31B18F8B-A4A0-4F8E-AA68-2B7FB135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1793" y="2733744"/>
            <a:ext cx="456881" cy="127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74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2E3A6004-F91A-4E3F-A10B-F23B12F8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0846" y="2887070"/>
            <a:ext cx="1688084" cy="127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using Do’s and Don’ts dataset </a:t>
            </a:r>
          </a:p>
        </p:txBody>
      </p:sp>
      <p:sp>
        <p:nvSpPr>
          <p:cNvPr id="175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3A20CB9A-F152-4C4A-BEDB-EC415358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9392" y="3602681"/>
            <a:ext cx="333484" cy="471476"/>
          </a:xfrm>
          <a:custGeom xmlns:a="http://schemas.openxmlformats.org/drawingml/2006/main">
            <a:pathLst>
              <a:path w="333484" h="471476">
                <a:moveTo>
                  <a:pt x="0" y="471476"/>
                </a:moveTo>
                <a:lnTo>
                  <a:pt x="333484" y="388106"/>
                </a:lnTo>
                <a:lnTo>
                  <a:pt x="333484" y="83370"/>
                </a:lnTo>
                <a:lnTo>
                  <a:pt x="0" y="0"/>
                </a:lnTo>
                <a:lnTo>
                  <a:pt x="0" y="471476"/>
                </a:lnTo>
              </a:path>
            </a:pathLst>
          </a:custGeom>
          <a:solidFill xmlns:a="http://schemas.openxmlformats.org/drawingml/2006/main">
            <a:srgbClr val="90A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07408140-FECC-4166-B3FF-AA2D72D2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7773" y="3819892"/>
            <a:ext cx="328905" cy="40248"/>
          </a:xfrm>
          <a:custGeom xmlns:a="http://schemas.openxmlformats.org/drawingml/2006/main">
            <a:pathLst>
              <a:path w="328905" h="40248">
                <a:moveTo>
                  <a:pt x="0" y="0"/>
                </a:moveTo>
                <a:lnTo>
                  <a:pt x="275667" y="0"/>
                </a:lnTo>
                <a:lnTo>
                  <a:pt x="275667" y="16611"/>
                </a:lnTo>
                <a:lnTo>
                  <a:pt x="0" y="16611"/>
                </a:lnTo>
                <a:close/>
                <a:moveTo>
                  <a:pt x="265019" y="-23638"/>
                </a:moveTo>
                <a:lnTo>
                  <a:pt x="328905" y="8305"/>
                </a:lnTo>
                <a:lnTo>
                  <a:pt x="265019" y="40248"/>
                </a:lnTo>
                <a:lnTo>
                  <a:pt x="265019" y="-23638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6FB73355-1E18-4985-A4C5-BC7C83F7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0032" y="3347457"/>
            <a:ext cx="1218939" cy="1153456"/>
          </a:xfrm>
          <a:custGeom xmlns:a="http://schemas.openxmlformats.org/drawingml/2006/main">
            <a:pathLst>
              <a:path w="1218939" h="1153456">
                <a:moveTo>
                  <a:pt x="0" y="0"/>
                </a:moveTo>
                <a:cubicBezTo>
                  <a:pt x="0" y="84116"/>
                  <a:pt x="272899" y="152367"/>
                  <a:pt x="609469" y="152367"/>
                </a:cubicBezTo>
                <a:cubicBezTo>
                  <a:pt x="946041" y="152367"/>
                  <a:pt x="1218939" y="84116"/>
                  <a:pt x="1218939" y="0"/>
                </a:cubicBezTo>
                <a:lnTo>
                  <a:pt x="1218939" y="1001089"/>
                </a:lnTo>
                <a:cubicBezTo>
                  <a:pt x="1218939" y="1085237"/>
                  <a:pt x="946041" y="1153456"/>
                  <a:pt x="609469" y="1153456"/>
                </a:cubicBezTo>
                <a:cubicBezTo>
                  <a:pt x="272899" y="1153456"/>
                  <a:pt x="0" y="1085237"/>
                  <a:pt x="0" y="1001089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58BB8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C713A709-5A9C-47E5-AD33-4897BF21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0032" y="3195090"/>
            <a:ext cx="1218939" cy="304735"/>
          </a:xfrm>
          <a:custGeom xmlns:a="http://schemas.openxmlformats.org/drawingml/2006/main">
            <a:pathLst>
              <a:path w="1218939" h="304735">
                <a:moveTo>
                  <a:pt x="0" y="152368"/>
                </a:moveTo>
                <a:cubicBezTo>
                  <a:pt x="0" y="68252"/>
                  <a:pt x="272899" y="0"/>
                  <a:pt x="609469" y="0"/>
                </a:cubicBezTo>
                <a:cubicBezTo>
                  <a:pt x="946041" y="0"/>
                  <a:pt x="1218939" y="68252"/>
                  <a:pt x="1218939" y="152368"/>
                </a:cubicBezTo>
                <a:cubicBezTo>
                  <a:pt x="1218939" y="236484"/>
                  <a:pt x="946041" y="304735"/>
                  <a:pt x="609469" y="304735"/>
                </a:cubicBezTo>
                <a:cubicBezTo>
                  <a:pt x="272899" y="304735"/>
                  <a:pt x="0" y="236484"/>
                  <a:pt x="0" y="152368"/>
                </a:cubicBezTo>
              </a:path>
            </a:pathLst>
          </a:custGeom>
          <a:solidFill xmlns:a="http://schemas.openxmlformats.org/drawingml/2006/main">
            <a:srgbClr val="99B9D4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24601CFA-0DF5-47B3-AE3E-4ABA5FA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0482" y="3662733"/>
            <a:ext cx="150770" cy="150770"/>
          </a:xfrm>
          <a:custGeom xmlns:a="http://schemas.openxmlformats.org/drawingml/2006/main">
            <a:pathLst>
              <a:path w="150770" h="150770">
                <a:moveTo>
                  <a:pt x="0" y="75385"/>
                </a:moveTo>
                <a:cubicBezTo>
                  <a:pt x="0" y="33753"/>
                  <a:pt x="33752" y="0"/>
                  <a:pt x="75385" y="0"/>
                </a:cubicBezTo>
                <a:cubicBezTo>
                  <a:pt x="117017" y="0"/>
                  <a:pt x="150770" y="33753"/>
                  <a:pt x="150770" y="75385"/>
                </a:cubicBezTo>
                <a:cubicBezTo>
                  <a:pt x="150770" y="117017"/>
                  <a:pt x="117017" y="150770"/>
                  <a:pt x="75385" y="150770"/>
                </a:cubicBezTo>
                <a:cubicBezTo>
                  <a:pt x="33752" y="150770"/>
                  <a:pt x="0" y="117017"/>
                  <a:pt x="0" y="7538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A63E4192-64BD-4DAD-A5FC-F654D992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8983" y="3655067"/>
            <a:ext cx="173770" cy="166103"/>
          </a:xfrm>
          <a:custGeom xmlns:a="http://schemas.openxmlformats.org/drawingml/2006/main">
            <a:pathLst>
              <a:path w="173770" h="166103">
                <a:moveTo>
                  <a:pt x="0" y="83051"/>
                </a:moveTo>
                <a:cubicBezTo>
                  <a:pt x="0" y="37160"/>
                  <a:pt x="38863" y="0"/>
                  <a:pt x="86885" y="0"/>
                </a:cubicBezTo>
                <a:cubicBezTo>
                  <a:pt x="134905" y="0"/>
                  <a:pt x="173770" y="37160"/>
                  <a:pt x="173770" y="83051"/>
                </a:cubicBezTo>
                <a:cubicBezTo>
                  <a:pt x="173770" y="128921"/>
                  <a:pt x="134905" y="166103"/>
                  <a:pt x="86885" y="166103"/>
                </a:cubicBezTo>
                <a:cubicBezTo>
                  <a:pt x="38863" y="166103"/>
                  <a:pt x="0" y="128921"/>
                  <a:pt x="0" y="83051"/>
                </a:cubicBezTo>
                <a:moveTo>
                  <a:pt x="16291" y="83051"/>
                </a:moveTo>
                <a:cubicBezTo>
                  <a:pt x="16291" y="119924"/>
                  <a:pt x="47914" y="149812"/>
                  <a:pt x="86885" y="149812"/>
                </a:cubicBezTo>
                <a:cubicBezTo>
                  <a:pt x="125855" y="149812"/>
                  <a:pt x="157478" y="119924"/>
                  <a:pt x="157478" y="83051"/>
                </a:cubicBezTo>
                <a:cubicBezTo>
                  <a:pt x="157478" y="46211"/>
                  <a:pt x="125855" y="16291"/>
                  <a:pt x="86885" y="16291"/>
                </a:cubicBezTo>
                <a:cubicBezTo>
                  <a:pt x="47914" y="16291"/>
                  <a:pt x="16291" y="46211"/>
                  <a:pt x="16291" y="83051"/>
                </a:cubicBez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83ACC14A-E1E0-43C0-969F-2ABF45EC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9444" y="3702768"/>
            <a:ext cx="91357" cy="73085"/>
          </a:xfrm>
          <a:custGeom xmlns:a="http://schemas.openxmlformats.org/drawingml/2006/main">
            <a:pathLst>
              <a:path w="91357" h="73085">
                <a:moveTo>
                  <a:pt x="0" y="39716"/>
                </a:moveTo>
                <a:lnTo>
                  <a:pt x="11500" y="25873"/>
                </a:lnTo>
                <a:lnTo>
                  <a:pt x="37906" y="47851"/>
                </a:lnTo>
                <a:lnTo>
                  <a:pt x="77728" y="0"/>
                </a:lnTo>
                <a:lnTo>
                  <a:pt x="91357" y="11393"/>
                </a:lnTo>
                <a:lnTo>
                  <a:pt x="40035" y="73085"/>
                </a:lnTo>
                <a:lnTo>
                  <a:pt x="0" y="39716"/>
                </a:ln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21B38E27-F242-4664-B62D-158D36D1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7926" y="3945108"/>
            <a:ext cx="150770" cy="150770"/>
          </a:xfrm>
          <a:custGeom xmlns:a="http://schemas.openxmlformats.org/drawingml/2006/main">
            <a:pathLst>
              <a:path w="150770" h="150770">
                <a:moveTo>
                  <a:pt x="0" y="75385"/>
                </a:moveTo>
                <a:cubicBezTo>
                  <a:pt x="0" y="33753"/>
                  <a:pt x="33753" y="0"/>
                  <a:pt x="75385" y="0"/>
                </a:cubicBezTo>
                <a:cubicBezTo>
                  <a:pt x="117017" y="0"/>
                  <a:pt x="150770" y="33753"/>
                  <a:pt x="150770" y="75385"/>
                </a:cubicBezTo>
                <a:cubicBezTo>
                  <a:pt x="150770" y="117017"/>
                  <a:pt x="117017" y="150770"/>
                  <a:pt x="75385" y="150770"/>
                </a:cubicBezTo>
                <a:cubicBezTo>
                  <a:pt x="33753" y="150770"/>
                  <a:pt x="0" y="117017"/>
                  <a:pt x="0" y="7538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003B2D77-21B4-4E96-87EF-88A69FE9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6428" y="3937441"/>
            <a:ext cx="173769" cy="164825"/>
          </a:xfrm>
          <a:custGeom xmlns:a="http://schemas.openxmlformats.org/drawingml/2006/main">
            <a:pathLst>
              <a:path w="173769" h="164825">
                <a:moveTo>
                  <a:pt x="0" y="82413"/>
                </a:moveTo>
                <a:cubicBezTo>
                  <a:pt x="0" y="36894"/>
                  <a:pt x="38863" y="0"/>
                  <a:pt x="86884" y="0"/>
                </a:cubicBezTo>
                <a:cubicBezTo>
                  <a:pt x="134905" y="0"/>
                  <a:pt x="173769" y="36894"/>
                  <a:pt x="173769" y="82413"/>
                </a:cubicBezTo>
                <a:cubicBezTo>
                  <a:pt x="173769" y="127931"/>
                  <a:pt x="134905" y="164825"/>
                  <a:pt x="86884" y="164825"/>
                </a:cubicBezTo>
                <a:cubicBezTo>
                  <a:pt x="38863" y="164825"/>
                  <a:pt x="0" y="127931"/>
                  <a:pt x="0" y="82413"/>
                </a:cubicBezTo>
                <a:moveTo>
                  <a:pt x="16184" y="82413"/>
                </a:moveTo>
                <a:cubicBezTo>
                  <a:pt x="16184" y="118998"/>
                  <a:pt x="47807" y="148662"/>
                  <a:pt x="86884" y="148662"/>
                </a:cubicBezTo>
                <a:cubicBezTo>
                  <a:pt x="125961" y="148662"/>
                  <a:pt x="157585" y="118998"/>
                  <a:pt x="157585" y="82413"/>
                </a:cubicBezTo>
                <a:cubicBezTo>
                  <a:pt x="157585" y="45827"/>
                  <a:pt x="125961" y="16163"/>
                  <a:pt x="86884" y="16163"/>
                </a:cubicBezTo>
                <a:cubicBezTo>
                  <a:pt x="47807" y="16163"/>
                  <a:pt x="16184" y="45827"/>
                  <a:pt x="16184" y="82413"/>
                </a:cubicBez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18CDAF04-2D18-4C64-BAC5-1991C33E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2212" y="3980713"/>
            <a:ext cx="82199" cy="82114"/>
          </a:xfrm>
          <a:custGeom xmlns:a="http://schemas.openxmlformats.org/drawingml/2006/main">
            <a:pathLst>
              <a:path w="82199" h="82114">
                <a:moveTo>
                  <a:pt x="0" y="14396"/>
                </a:moveTo>
                <a:lnTo>
                  <a:pt x="14480" y="0"/>
                </a:lnTo>
                <a:lnTo>
                  <a:pt x="41099" y="26662"/>
                </a:lnTo>
                <a:lnTo>
                  <a:pt x="67718" y="0"/>
                </a:lnTo>
                <a:lnTo>
                  <a:pt x="82199" y="14396"/>
                </a:lnTo>
                <a:lnTo>
                  <a:pt x="55474" y="41057"/>
                </a:lnTo>
                <a:lnTo>
                  <a:pt x="82199" y="67719"/>
                </a:lnTo>
                <a:lnTo>
                  <a:pt x="67718" y="82114"/>
                </a:lnTo>
                <a:lnTo>
                  <a:pt x="41099" y="55453"/>
                </a:lnTo>
                <a:lnTo>
                  <a:pt x="14480" y="82114"/>
                </a:lnTo>
                <a:lnTo>
                  <a:pt x="0" y="67719"/>
                </a:lnTo>
                <a:lnTo>
                  <a:pt x="26725" y="41057"/>
                </a:lnTo>
                <a:lnTo>
                  <a:pt x="0" y="14396"/>
                </a:ln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FD0BAD58-B148-4FCB-A041-F97C3CDD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7439" y="3617374"/>
            <a:ext cx="764073" cy="241488"/>
          </a:xfrm>
          <a:custGeom xmlns:a="http://schemas.openxmlformats.org/drawingml/2006/main">
            <a:pathLst>
              <a:path w="764073" h="241488">
                <a:moveTo>
                  <a:pt x="0" y="241488"/>
                </a:moveTo>
                <a:lnTo>
                  <a:pt x="764073" y="241488"/>
                </a:lnTo>
                <a:lnTo>
                  <a:pt x="764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186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908C7173-F109-4D81-A2ED-8EC963F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216" y="361865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23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23"/>
                  <a:pt x="54942" y="4472"/>
                </a:cubicBezTo>
                <a:lnTo>
                  <a:pt x="54942" y="22360"/>
                </a:lnTo>
                <a:cubicBezTo>
                  <a:pt x="54942" y="24809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09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187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57E84F57-ACDF-4C08-83BD-19D78734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8938" y="3646762"/>
            <a:ext cx="223601" cy="183991"/>
          </a:xfrm>
          <a:custGeom xmlns:a="http://schemas.openxmlformats.org/drawingml/2006/main">
            <a:pathLst>
              <a:path w="223601" h="183991">
                <a:moveTo>
                  <a:pt x="0" y="183991"/>
                </a:moveTo>
                <a:lnTo>
                  <a:pt x="223601" y="183991"/>
                </a:lnTo>
                <a:lnTo>
                  <a:pt x="22360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188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8A7E6979-84B3-46BD-8D90-A7DAD421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1925" y="3644206"/>
            <a:ext cx="224878" cy="183991"/>
          </a:xfrm>
          <a:custGeom xmlns:a="http://schemas.openxmlformats.org/drawingml/2006/main">
            <a:pathLst>
              <a:path w="224878" h="183991">
                <a:moveTo>
                  <a:pt x="0" y="183991"/>
                </a:moveTo>
                <a:lnTo>
                  <a:pt x="224878" y="183991"/>
                </a:lnTo>
                <a:lnTo>
                  <a:pt x="2248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189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0001513F-41F3-414F-8E7D-CA7061A4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7469" y="3644206"/>
            <a:ext cx="223600" cy="183991"/>
          </a:xfrm>
          <a:custGeom xmlns:a="http://schemas.openxmlformats.org/drawingml/2006/main">
            <a:pathLst>
              <a:path w="223600" h="183991">
                <a:moveTo>
                  <a:pt x="0" y="183991"/>
                </a:moveTo>
                <a:lnTo>
                  <a:pt x="223600" y="183991"/>
                </a:lnTo>
                <a:lnTo>
                  <a:pt x="2236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BB69FD5-63DB-4405-BD8F-416D0CEB0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6dd6ecc5441f5"/>
          <a:srcRect xmlns:a="http://schemas.openxmlformats.org/drawingml/2006/main" l="417" t="0" r="4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2797" y="3678066"/>
            <a:ext cx="152048" cy="153326"/>
          </a:xfrm>
          <a:prstGeom xmlns:a="http://schemas.openxmlformats.org/drawingml/2006/main" prst="rect">
            <a:avLst/>
          </a:prstGeom>
        </p:spPr>
      </p:pic>
      <p:sp>
        <p:nvSpPr>
          <p:cNvPr id="191" name="dodont-source-component-39">
            <a:extLst xmlns:a="http://schemas.openxmlformats.org/drawingml/2006/main">
              <a:ext uri="{FF2B5EF4-FFF2-40B4-BE49-F238E27FC236}">
                <a16:creationId xmlns:a16="http://schemas.microsoft.com/office/drawing/2014/main" id="{46BEB33D-F470-4853-8DF9-57D938B1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2797" y="3678066"/>
            <a:ext cx="152048" cy="15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45CA482-BB40-407D-8942-42C4076216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4ebb980534c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1952" y="3678066"/>
            <a:ext cx="153326" cy="153326"/>
          </a:xfrm>
          <a:prstGeom xmlns:a="http://schemas.openxmlformats.org/drawingml/2006/main" prst="rect">
            <a:avLst/>
          </a:prstGeom>
        </p:spPr>
      </p:pic>
      <p:sp>
        <p:nvSpPr>
          <p:cNvPr id="193" name="dodont-source-component-40">
            <a:extLst xmlns:a="http://schemas.openxmlformats.org/drawingml/2006/main">
              <a:ext uri="{FF2B5EF4-FFF2-40B4-BE49-F238E27FC236}">
                <a16:creationId xmlns:a16="http://schemas.microsoft.com/office/drawing/2014/main" id="{EC4BD923-5376-4504-BD8D-1FED976F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1952" y="3678066"/>
            <a:ext cx="153326" cy="15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DF14130-7150-43CB-BAB2-1F3DDB6F7E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64dfb0e234a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2384" y="3678066"/>
            <a:ext cx="153326" cy="153326"/>
          </a:xfrm>
          <a:prstGeom xmlns:a="http://schemas.openxmlformats.org/drawingml/2006/main" prst="rect">
            <a:avLst/>
          </a:prstGeom>
        </p:spPr>
      </p:pic>
      <p:sp>
        <p:nvSpPr>
          <p:cNvPr id="195" name="dodont-source-component-41">
            <a:extLst xmlns:a="http://schemas.openxmlformats.org/drawingml/2006/main">
              <a:ext uri="{FF2B5EF4-FFF2-40B4-BE49-F238E27FC236}">
                <a16:creationId xmlns:a16="http://schemas.microsoft.com/office/drawing/2014/main" id="{F5F96E7F-5F12-4CB2-8B71-76AB0E1F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2384" y="3678066"/>
            <a:ext cx="153326" cy="15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6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BFDBCC55-0405-42A3-BBD8-72E0F02A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7439" y="3893360"/>
            <a:ext cx="764073" cy="241488"/>
          </a:xfrm>
          <a:custGeom xmlns:a="http://schemas.openxmlformats.org/drawingml/2006/main">
            <a:pathLst>
              <a:path w="764073" h="241488">
                <a:moveTo>
                  <a:pt x="0" y="241488"/>
                </a:moveTo>
                <a:lnTo>
                  <a:pt x="764073" y="241488"/>
                </a:lnTo>
                <a:lnTo>
                  <a:pt x="764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197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1FAD2E98-0D9A-4E87-B2DB-AC86CE57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8938" y="3922748"/>
            <a:ext cx="224878" cy="183991"/>
          </a:xfrm>
          <a:custGeom xmlns:a="http://schemas.openxmlformats.org/drawingml/2006/main">
            <a:pathLst>
              <a:path w="224878" h="183991">
                <a:moveTo>
                  <a:pt x="0" y="183991"/>
                </a:moveTo>
                <a:lnTo>
                  <a:pt x="224878" y="183991"/>
                </a:lnTo>
                <a:lnTo>
                  <a:pt x="2248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198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FB2F65A0-D1BF-4E5A-85AD-F392F6B3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1925" y="3921470"/>
            <a:ext cx="224878" cy="185269"/>
          </a:xfrm>
          <a:custGeom xmlns:a="http://schemas.openxmlformats.org/drawingml/2006/main">
            <a:pathLst>
              <a:path w="224878" h="185269">
                <a:moveTo>
                  <a:pt x="0" y="185269"/>
                </a:moveTo>
                <a:lnTo>
                  <a:pt x="224878" y="185269"/>
                </a:lnTo>
                <a:lnTo>
                  <a:pt x="2248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199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5B424872-544C-4299-BB06-13FD09D0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7469" y="3921470"/>
            <a:ext cx="223600" cy="185269"/>
          </a:xfrm>
          <a:custGeom xmlns:a="http://schemas.openxmlformats.org/drawingml/2006/main">
            <a:pathLst>
              <a:path w="223600" h="185269">
                <a:moveTo>
                  <a:pt x="0" y="185269"/>
                </a:moveTo>
                <a:lnTo>
                  <a:pt x="223600" y="185269"/>
                </a:lnTo>
                <a:lnTo>
                  <a:pt x="2236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98C4C43-7E42-4158-ADE9-4A86BC43E0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1a0c16d944b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2797" y="3954052"/>
            <a:ext cx="153326" cy="153326"/>
          </a:xfrm>
          <a:prstGeom xmlns:a="http://schemas.openxmlformats.org/drawingml/2006/main" prst="rect">
            <a:avLst/>
          </a:prstGeom>
        </p:spPr>
      </p:pic>
      <p:sp>
        <p:nvSpPr>
          <p:cNvPr id="201" name="dodont-source-component-42">
            <a:extLst xmlns:a="http://schemas.openxmlformats.org/drawingml/2006/main">
              <a:ext uri="{FF2B5EF4-FFF2-40B4-BE49-F238E27FC236}">
                <a16:creationId xmlns:a16="http://schemas.microsoft.com/office/drawing/2014/main" id="{294BC8A7-E2DB-4298-A09A-C60B63FF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2797" y="3954052"/>
            <a:ext cx="153326" cy="15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D2FE32F-02F5-417A-8FD6-3A62E67B41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4566b20b44c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41713" y="3895471"/>
            <a:ext cx="214430" cy="214430"/>
          </a:xfrm>
          <a:prstGeom xmlns:a="http://schemas.openxmlformats.org/drawingml/2006/main" prst="rect">
            <a:avLst/>
          </a:prstGeom>
        </p:spPr>
      </p:pic>
      <p:sp>
        <p:nvSpPr>
          <p:cNvPr id="203" name="dodont-source-component-43">
            <a:extLst xmlns:a="http://schemas.openxmlformats.org/drawingml/2006/main">
              <a:ext uri="{FF2B5EF4-FFF2-40B4-BE49-F238E27FC236}">
                <a16:creationId xmlns:a16="http://schemas.microsoft.com/office/drawing/2014/main" id="{D68BE06C-3258-4EE9-A138-AFF6326E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1713" y="3895471"/>
            <a:ext cx="214430" cy="214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15F6DD0-82B9-485A-BDE4-DCF9FF706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3e628c76342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1775" y="3939081"/>
            <a:ext cx="165013" cy="165013"/>
          </a:xfrm>
          <a:prstGeom xmlns:a="http://schemas.openxmlformats.org/drawingml/2006/main" prst="rect">
            <a:avLst/>
          </a:prstGeom>
        </p:spPr>
      </p:pic>
      <p:sp>
        <p:nvSpPr>
          <p:cNvPr id="205" name="dodont-source-component-44">
            <a:extLst xmlns:a="http://schemas.openxmlformats.org/drawingml/2006/main">
              <a:ext uri="{FF2B5EF4-FFF2-40B4-BE49-F238E27FC236}">
                <a16:creationId xmlns:a16="http://schemas.microsoft.com/office/drawing/2014/main" id="{9D13F9A3-440C-4D2B-9671-BC02C419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1775" y="3939081"/>
            <a:ext cx="165013" cy="165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1AB5520D-46CE-4597-8ED1-27345F70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935" y="361865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23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23"/>
                  <a:pt x="54942" y="4472"/>
                </a:cubicBezTo>
                <a:lnTo>
                  <a:pt x="54942" y="22360"/>
                </a:lnTo>
                <a:cubicBezTo>
                  <a:pt x="54942" y="24809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09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07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C098C528-A36B-49CE-BADD-034AC6E9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6931" y="361865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23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23"/>
                  <a:pt x="54942" y="4472"/>
                </a:cubicBezTo>
                <a:lnTo>
                  <a:pt x="54942" y="22360"/>
                </a:lnTo>
                <a:cubicBezTo>
                  <a:pt x="54942" y="24809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09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08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988F38E8-3CD2-46A3-9CCB-9BB66E8B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2095" y="3618652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23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23"/>
                  <a:pt x="54941" y="4472"/>
                </a:cubicBezTo>
                <a:lnTo>
                  <a:pt x="54941" y="22360"/>
                </a:lnTo>
                <a:cubicBezTo>
                  <a:pt x="54941" y="24809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09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09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44E88B11-BBF3-4CA1-A1F5-C22FB726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9814" y="3618652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23"/>
                  <a:pt x="2022" y="0"/>
                  <a:pt x="4472" y="0"/>
                </a:cubicBezTo>
                <a:lnTo>
                  <a:pt x="50468" y="0"/>
                </a:lnTo>
                <a:cubicBezTo>
                  <a:pt x="52918" y="0"/>
                  <a:pt x="54941" y="2023"/>
                  <a:pt x="54941" y="4472"/>
                </a:cubicBezTo>
                <a:lnTo>
                  <a:pt x="54941" y="22360"/>
                </a:lnTo>
                <a:cubicBezTo>
                  <a:pt x="54941" y="24809"/>
                  <a:pt x="52918" y="26832"/>
                  <a:pt x="50468" y="26832"/>
                </a:cubicBezTo>
                <a:lnTo>
                  <a:pt x="4472" y="26832"/>
                </a:lnTo>
                <a:cubicBezTo>
                  <a:pt x="2022" y="26832"/>
                  <a:pt x="0" y="24809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10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893886AD-93E2-4183-8584-1A4AF125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365" y="361865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23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23"/>
                  <a:pt x="54942" y="4472"/>
                </a:cubicBezTo>
                <a:lnTo>
                  <a:pt x="54942" y="22360"/>
                </a:lnTo>
                <a:cubicBezTo>
                  <a:pt x="54942" y="24809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09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11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28A7FE5E-8800-4806-8559-B4A4127A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084" y="361865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23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23"/>
                  <a:pt x="54942" y="4472"/>
                </a:cubicBezTo>
                <a:lnTo>
                  <a:pt x="54942" y="22360"/>
                </a:lnTo>
                <a:cubicBezTo>
                  <a:pt x="54942" y="24809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09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12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16FF288F-0403-4BDA-949E-2775E238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804" y="361865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23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23"/>
                  <a:pt x="54942" y="4472"/>
                </a:cubicBezTo>
                <a:lnTo>
                  <a:pt x="54942" y="22360"/>
                </a:lnTo>
                <a:cubicBezTo>
                  <a:pt x="54942" y="24809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09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13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33558824-5AE8-4AC4-8461-7E001D8A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1967" y="361865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23"/>
                  <a:pt x="2023" y="0"/>
                  <a:pt x="4473" y="0"/>
                </a:cubicBezTo>
                <a:lnTo>
                  <a:pt x="50469" y="0"/>
                </a:lnTo>
                <a:cubicBezTo>
                  <a:pt x="52919" y="0"/>
                  <a:pt x="54942" y="2023"/>
                  <a:pt x="54942" y="4472"/>
                </a:cubicBezTo>
                <a:lnTo>
                  <a:pt x="54942" y="22360"/>
                </a:lnTo>
                <a:cubicBezTo>
                  <a:pt x="54942" y="24809"/>
                  <a:pt x="52919" y="26832"/>
                  <a:pt x="50469" y="26832"/>
                </a:cubicBezTo>
                <a:lnTo>
                  <a:pt x="4473" y="26832"/>
                </a:lnTo>
                <a:cubicBezTo>
                  <a:pt x="2023" y="26832"/>
                  <a:pt x="0" y="24809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14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EFE975A9-7C5B-4A9C-9806-3CEAC630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963" y="361865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23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23"/>
                  <a:pt x="54942" y="4472"/>
                </a:cubicBezTo>
                <a:lnTo>
                  <a:pt x="54942" y="22360"/>
                </a:lnTo>
                <a:cubicBezTo>
                  <a:pt x="54942" y="24809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09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15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3574163C-652F-45AC-9E9E-CE193D3B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6127" y="3618652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23"/>
                  <a:pt x="2023" y="0"/>
                  <a:pt x="4472" y="0"/>
                </a:cubicBezTo>
                <a:lnTo>
                  <a:pt x="50468" y="0"/>
                </a:lnTo>
                <a:cubicBezTo>
                  <a:pt x="52918" y="0"/>
                  <a:pt x="54941" y="2023"/>
                  <a:pt x="54941" y="4472"/>
                </a:cubicBezTo>
                <a:lnTo>
                  <a:pt x="54941" y="22360"/>
                </a:lnTo>
                <a:cubicBezTo>
                  <a:pt x="54941" y="24809"/>
                  <a:pt x="52918" y="26832"/>
                  <a:pt x="50468" y="26832"/>
                </a:cubicBezTo>
                <a:lnTo>
                  <a:pt x="4472" y="26832"/>
                </a:lnTo>
                <a:cubicBezTo>
                  <a:pt x="2023" y="26832"/>
                  <a:pt x="0" y="24809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16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B073A966-839B-4BE9-9146-F86E3100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216" y="38307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17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33A53062-B3FA-4CB0-892F-95FDAE1C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935" y="38307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18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A6064DDA-B34C-4F12-89A3-7A5A2564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6931" y="38307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19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231E4832-7B8F-48E9-87AB-592ADF03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2095" y="3830753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20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A10A22A4-C82B-4D2C-BBAC-C9989482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9814" y="3830753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2" y="0"/>
                  <a:pt x="4472" y="0"/>
                </a:cubicBezTo>
                <a:lnTo>
                  <a:pt x="50468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8" y="26832"/>
                </a:cubicBezTo>
                <a:lnTo>
                  <a:pt x="4472" y="26832"/>
                </a:lnTo>
                <a:cubicBezTo>
                  <a:pt x="2022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21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28F43AEF-103C-41C4-8497-1358FC2B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365" y="38307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22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ED3B31B0-C776-491E-866C-08E64849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084" y="38307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23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8C47B3E1-B3A5-4797-9CCA-BC2A0916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804" y="38307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24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6388AA61-CDB5-48DC-8E92-19852E75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1967" y="38307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25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63682931-D8B4-49AC-A33F-91D84ED9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963" y="38307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26" name="pdf-path-248">
            <a:extLst xmlns:a="http://schemas.openxmlformats.org/drawingml/2006/main">
              <a:ext uri="{FF2B5EF4-FFF2-40B4-BE49-F238E27FC236}">
                <a16:creationId xmlns:a16="http://schemas.microsoft.com/office/drawing/2014/main" id="{54B9CD8E-95CF-4049-8E9E-AD5D1127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6127" y="3830753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8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8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27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6D769BB7-9C9B-4652-AB36-FE1A563D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216" y="38959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28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64149C13-8FA2-48C5-A411-72DE172B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935" y="38959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29" name="pdf-path-254">
            <a:extLst xmlns:a="http://schemas.openxmlformats.org/drawingml/2006/main">
              <a:ext uri="{FF2B5EF4-FFF2-40B4-BE49-F238E27FC236}">
                <a16:creationId xmlns:a16="http://schemas.microsoft.com/office/drawing/2014/main" id="{939A3BF7-9AA6-4E9B-A206-49094258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6931" y="38959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30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0F11EB91-ABE2-448E-946F-75276237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2095" y="3895916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31" name="pdf-path-258">
            <a:extLst xmlns:a="http://schemas.openxmlformats.org/drawingml/2006/main">
              <a:ext uri="{FF2B5EF4-FFF2-40B4-BE49-F238E27FC236}">
                <a16:creationId xmlns:a16="http://schemas.microsoft.com/office/drawing/2014/main" id="{B98A7F72-778B-4464-ACAD-794C9E93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9814" y="3895916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2" y="0"/>
                  <a:pt x="4472" y="0"/>
                </a:cubicBezTo>
                <a:lnTo>
                  <a:pt x="50468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8" y="26832"/>
                </a:cubicBezTo>
                <a:lnTo>
                  <a:pt x="4472" y="26832"/>
                </a:lnTo>
                <a:cubicBezTo>
                  <a:pt x="2022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32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DD77B7C3-9361-4AFA-B0C5-6233895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365" y="38959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33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11C56842-606F-45AD-8CAA-DA043030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084" y="38959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34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F79CD01B-1D87-4DB5-9CA2-60629E2D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804" y="38959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35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D8BA2C59-BE10-4EA1-A82B-4BDFA6DE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1967" y="38959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36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9B7DE9D9-536A-4ED3-ABDD-9DFBCE33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963" y="38959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37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F66796D3-3852-4859-84B4-0018C482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6127" y="3895916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8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8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38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88A121A3-9A14-41EF-838A-E3E780B8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216" y="41080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39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3395DBE1-7B2D-422F-99FB-254C0C5F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935" y="41080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40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5F9299B2-D25A-4CF8-8888-06E3BF67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6931" y="41080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41" name="pdf-path-278">
            <a:extLst xmlns:a="http://schemas.openxmlformats.org/drawingml/2006/main">
              <a:ext uri="{FF2B5EF4-FFF2-40B4-BE49-F238E27FC236}">
                <a16:creationId xmlns:a16="http://schemas.microsoft.com/office/drawing/2014/main" id="{D0EB685A-15C6-4607-8BAC-1362EB29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2095" y="4108016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42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66EFFB6B-E394-4E34-A18F-8FF685D6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9814" y="4108016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2" y="0"/>
                  <a:pt x="4472" y="0"/>
                </a:cubicBezTo>
                <a:lnTo>
                  <a:pt x="50468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8" y="26832"/>
                </a:cubicBezTo>
                <a:lnTo>
                  <a:pt x="4472" y="26832"/>
                </a:lnTo>
                <a:cubicBezTo>
                  <a:pt x="2022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43" name="pdf-path-282">
            <a:extLst xmlns:a="http://schemas.openxmlformats.org/drawingml/2006/main">
              <a:ext uri="{FF2B5EF4-FFF2-40B4-BE49-F238E27FC236}">
                <a16:creationId xmlns:a16="http://schemas.microsoft.com/office/drawing/2014/main" id="{389F517A-02A0-408F-8D6E-F58FD4EE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365" y="41080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44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8FBA616D-FF86-461E-A19E-32337C53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9084" y="41080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45" name="pdf-path-286">
            <a:extLst xmlns:a="http://schemas.openxmlformats.org/drawingml/2006/main">
              <a:ext uri="{FF2B5EF4-FFF2-40B4-BE49-F238E27FC236}">
                <a16:creationId xmlns:a16="http://schemas.microsoft.com/office/drawing/2014/main" id="{71659ECD-2AB4-46C8-8730-D5C600EB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804" y="41080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46" name="pdf-path-288">
            <a:extLst xmlns:a="http://schemas.openxmlformats.org/drawingml/2006/main">
              <a:ext uri="{FF2B5EF4-FFF2-40B4-BE49-F238E27FC236}">
                <a16:creationId xmlns:a16="http://schemas.microsoft.com/office/drawing/2014/main" id="{7466370A-EDBE-4897-ADFE-8A1956B5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1967" y="41080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47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24A65AFA-20F4-4BAF-831E-004AE889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963" y="4108016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48" name="pdf-path-292">
            <a:extLst xmlns:a="http://schemas.openxmlformats.org/drawingml/2006/main">
              <a:ext uri="{FF2B5EF4-FFF2-40B4-BE49-F238E27FC236}">
                <a16:creationId xmlns:a16="http://schemas.microsoft.com/office/drawing/2014/main" id="{98E2C0E6-2ECE-4DB3-839C-A3A151D5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6127" y="4108016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8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8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49" name="pdf-path-294">
            <a:extLst xmlns:a="http://schemas.openxmlformats.org/drawingml/2006/main">
              <a:ext uri="{FF2B5EF4-FFF2-40B4-BE49-F238E27FC236}">
                <a16:creationId xmlns:a16="http://schemas.microsoft.com/office/drawing/2014/main" id="{C313D45D-922D-438D-9C71-841924A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1929" y="3738118"/>
            <a:ext cx="152048" cy="150770"/>
          </a:xfrm>
          <a:custGeom xmlns:a="http://schemas.openxmlformats.org/drawingml/2006/main">
            <a:pathLst>
              <a:path w="152048" h="150770">
                <a:moveTo>
                  <a:pt x="0" y="75385"/>
                </a:moveTo>
                <a:cubicBezTo>
                  <a:pt x="0" y="33753"/>
                  <a:pt x="34073" y="0"/>
                  <a:pt x="76024" y="0"/>
                </a:cubicBezTo>
                <a:cubicBezTo>
                  <a:pt x="117976" y="0"/>
                  <a:pt x="152048" y="33753"/>
                  <a:pt x="152048" y="75385"/>
                </a:cubicBezTo>
                <a:cubicBezTo>
                  <a:pt x="152048" y="117017"/>
                  <a:pt x="117976" y="150770"/>
                  <a:pt x="76024" y="150770"/>
                </a:cubicBezTo>
                <a:cubicBezTo>
                  <a:pt x="34073" y="150770"/>
                  <a:pt x="0" y="117017"/>
                  <a:pt x="0" y="7538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295">
            <a:extLst xmlns:a="http://schemas.openxmlformats.org/drawingml/2006/main">
              <a:ext uri="{FF2B5EF4-FFF2-40B4-BE49-F238E27FC236}">
                <a16:creationId xmlns:a16="http://schemas.microsoft.com/office/drawing/2014/main" id="{290F2AEB-5B89-4BB8-81FB-D9838D67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1708" y="3730452"/>
            <a:ext cx="173769" cy="164825"/>
          </a:xfrm>
          <a:custGeom xmlns:a="http://schemas.openxmlformats.org/drawingml/2006/main">
            <a:pathLst>
              <a:path w="173769" h="164825">
                <a:moveTo>
                  <a:pt x="0" y="82413"/>
                </a:moveTo>
                <a:cubicBezTo>
                  <a:pt x="0" y="36894"/>
                  <a:pt x="38863" y="0"/>
                  <a:pt x="86885" y="0"/>
                </a:cubicBezTo>
                <a:cubicBezTo>
                  <a:pt x="134905" y="0"/>
                  <a:pt x="173769" y="36894"/>
                  <a:pt x="173769" y="82413"/>
                </a:cubicBezTo>
                <a:cubicBezTo>
                  <a:pt x="173769" y="127931"/>
                  <a:pt x="134905" y="164825"/>
                  <a:pt x="86885" y="164825"/>
                </a:cubicBezTo>
                <a:cubicBezTo>
                  <a:pt x="38863" y="164825"/>
                  <a:pt x="0" y="127931"/>
                  <a:pt x="0" y="82413"/>
                </a:cubicBezTo>
                <a:moveTo>
                  <a:pt x="16183" y="82413"/>
                </a:moveTo>
                <a:cubicBezTo>
                  <a:pt x="16183" y="118998"/>
                  <a:pt x="47807" y="148662"/>
                  <a:pt x="86885" y="148662"/>
                </a:cubicBezTo>
                <a:cubicBezTo>
                  <a:pt x="125961" y="148662"/>
                  <a:pt x="157585" y="118998"/>
                  <a:pt x="157585" y="82413"/>
                </a:cubicBezTo>
                <a:cubicBezTo>
                  <a:pt x="157585" y="45827"/>
                  <a:pt x="125961" y="16184"/>
                  <a:pt x="86885" y="16184"/>
                </a:cubicBezTo>
                <a:cubicBezTo>
                  <a:pt x="47807" y="16184"/>
                  <a:pt x="16183" y="45827"/>
                  <a:pt x="16183" y="82413"/>
                </a:cubicBez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296">
            <a:extLst xmlns:a="http://schemas.openxmlformats.org/drawingml/2006/main">
              <a:ext uri="{FF2B5EF4-FFF2-40B4-BE49-F238E27FC236}">
                <a16:creationId xmlns:a16="http://schemas.microsoft.com/office/drawing/2014/main" id="{659E86E3-4F20-4D36-BBE5-FC553916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1956" y="3778004"/>
            <a:ext cx="91463" cy="73064"/>
          </a:xfrm>
          <a:custGeom xmlns:a="http://schemas.openxmlformats.org/drawingml/2006/main">
            <a:pathLst>
              <a:path w="91463" h="73064">
                <a:moveTo>
                  <a:pt x="0" y="39694"/>
                </a:moveTo>
                <a:lnTo>
                  <a:pt x="11605" y="25820"/>
                </a:lnTo>
                <a:lnTo>
                  <a:pt x="38012" y="47829"/>
                </a:lnTo>
                <a:lnTo>
                  <a:pt x="77833" y="0"/>
                </a:lnTo>
                <a:lnTo>
                  <a:pt x="91463" y="11371"/>
                </a:lnTo>
                <a:lnTo>
                  <a:pt x="40141" y="73064"/>
                </a:lnTo>
                <a:lnTo>
                  <a:pt x="0" y="39694"/>
                </a:ln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df-path-297">
            <a:extLst xmlns:a="http://schemas.openxmlformats.org/drawingml/2006/main">
              <a:ext uri="{FF2B5EF4-FFF2-40B4-BE49-F238E27FC236}">
                <a16:creationId xmlns:a16="http://schemas.microsoft.com/office/drawing/2014/main" id="{4703D60C-9E7D-4426-8307-7870D0D4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0651" y="4020493"/>
            <a:ext cx="150770" cy="150770"/>
          </a:xfrm>
          <a:custGeom xmlns:a="http://schemas.openxmlformats.org/drawingml/2006/main">
            <a:pathLst>
              <a:path w="150770" h="150770">
                <a:moveTo>
                  <a:pt x="0" y="75385"/>
                </a:moveTo>
                <a:cubicBezTo>
                  <a:pt x="0" y="33753"/>
                  <a:pt x="33753" y="0"/>
                  <a:pt x="75384" y="0"/>
                </a:cubicBezTo>
                <a:cubicBezTo>
                  <a:pt x="117017" y="0"/>
                  <a:pt x="150770" y="33753"/>
                  <a:pt x="150770" y="75385"/>
                </a:cubicBezTo>
                <a:cubicBezTo>
                  <a:pt x="150770" y="117017"/>
                  <a:pt x="117017" y="150770"/>
                  <a:pt x="75384" y="150770"/>
                </a:cubicBezTo>
                <a:cubicBezTo>
                  <a:pt x="33753" y="150770"/>
                  <a:pt x="0" y="117017"/>
                  <a:pt x="0" y="7538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298">
            <a:extLst xmlns:a="http://schemas.openxmlformats.org/drawingml/2006/main">
              <a:ext uri="{FF2B5EF4-FFF2-40B4-BE49-F238E27FC236}">
                <a16:creationId xmlns:a16="http://schemas.microsoft.com/office/drawing/2014/main" id="{900AC5E2-C9DE-4A07-8A42-B77B6692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9153" y="4012827"/>
            <a:ext cx="173768" cy="164825"/>
          </a:xfrm>
          <a:custGeom xmlns:a="http://schemas.openxmlformats.org/drawingml/2006/main">
            <a:pathLst>
              <a:path w="173768" h="164825">
                <a:moveTo>
                  <a:pt x="0" y="82413"/>
                </a:moveTo>
                <a:cubicBezTo>
                  <a:pt x="0" y="36894"/>
                  <a:pt x="38863" y="0"/>
                  <a:pt x="86883" y="0"/>
                </a:cubicBezTo>
                <a:cubicBezTo>
                  <a:pt x="134905" y="0"/>
                  <a:pt x="173768" y="36894"/>
                  <a:pt x="173768" y="82413"/>
                </a:cubicBezTo>
                <a:cubicBezTo>
                  <a:pt x="173768" y="127931"/>
                  <a:pt x="134905" y="164825"/>
                  <a:pt x="86883" y="164825"/>
                </a:cubicBezTo>
                <a:cubicBezTo>
                  <a:pt x="38863" y="164825"/>
                  <a:pt x="0" y="127931"/>
                  <a:pt x="0" y="82413"/>
                </a:cubicBezTo>
                <a:moveTo>
                  <a:pt x="16183" y="82413"/>
                </a:moveTo>
                <a:cubicBezTo>
                  <a:pt x="16183" y="118998"/>
                  <a:pt x="47807" y="148662"/>
                  <a:pt x="86883" y="148662"/>
                </a:cubicBezTo>
                <a:cubicBezTo>
                  <a:pt x="125961" y="148662"/>
                  <a:pt x="157585" y="118998"/>
                  <a:pt x="157585" y="82413"/>
                </a:cubicBezTo>
                <a:cubicBezTo>
                  <a:pt x="157585" y="45827"/>
                  <a:pt x="125961" y="16163"/>
                  <a:pt x="86883" y="16163"/>
                </a:cubicBezTo>
                <a:cubicBezTo>
                  <a:pt x="47807" y="16163"/>
                  <a:pt x="16183" y="45827"/>
                  <a:pt x="16183" y="82413"/>
                </a:cubicBez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path-299">
            <a:extLst xmlns:a="http://schemas.openxmlformats.org/drawingml/2006/main">
              <a:ext uri="{FF2B5EF4-FFF2-40B4-BE49-F238E27FC236}">
                <a16:creationId xmlns:a16="http://schemas.microsoft.com/office/drawing/2014/main" id="{5A125D38-DC0B-42E1-8FCE-B66DB089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4936" y="4056099"/>
            <a:ext cx="82200" cy="82114"/>
          </a:xfrm>
          <a:custGeom xmlns:a="http://schemas.openxmlformats.org/drawingml/2006/main">
            <a:pathLst>
              <a:path w="82200" h="82114">
                <a:moveTo>
                  <a:pt x="0" y="14396"/>
                </a:moveTo>
                <a:lnTo>
                  <a:pt x="14481" y="0"/>
                </a:lnTo>
                <a:lnTo>
                  <a:pt x="41099" y="26662"/>
                </a:lnTo>
                <a:lnTo>
                  <a:pt x="67719" y="0"/>
                </a:lnTo>
                <a:lnTo>
                  <a:pt x="82200" y="14396"/>
                </a:lnTo>
                <a:lnTo>
                  <a:pt x="55474" y="41057"/>
                </a:lnTo>
                <a:lnTo>
                  <a:pt x="82200" y="67719"/>
                </a:lnTo>
                <a:lnTo>
                  <a:pt x="67719" y="82114"/>
                </a:lnTo>
                <a:lnTo>
                  <a:pt x="41099" y="55453"/>
                </a:lnTo>
                <a:lnTo>
                  <a:pt x="14481" y="82114"/>
                </a:lnTo>
                <a:lnTo>
                  <a:pt x="0" y="67719"/>
                </a:lnTo>
                <a:lnTo>
                  <a:pt x="26726" y="41057"/>
                </a:lnTo>
                <a:lnTo>
                  <a:pt x="0" y="14396"/>
                </a:ln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df-path-300">
            <a:extLst xmlns:a="http://schemas.openxmlformats.org/drawingml/2006/main">
              <a:ext uri="{FF2B5EF4-FFF2-40B4-BE49-F238E27FC236}">
                <a16:creationId xmlns:a16="http://schemas.microsoft.com/office/drawing/2014/main" id="{4333DE70-7CE5-4E66-9067-ECB3566A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0164" y="3692759"/>
            <a:ext cx="764073" cy="241488"/>
          </a:xfrm>
          <a:custGeom xmlns:a="http://schemas.openxmlformats.org/drawingml/2006/main">
            <a:pathLst>
              <a:path w="764073" h="241488">
                <a:moveTo>
                  <a:pt x="0" y="241488"/>
                </a:moveTo>
                <a:lnTo>
                  <a:pt x="764073" y="241488"/>
                </a:lnTo>
                <a:lnTo>
                  <a:pt x="764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56" name="pdf-path-302">
            <a:extLst xmlns:a="http://schemas.openxmlformats.org/drawingml/2006/main">
              <a:ext uri="{FF2B5EF4-FFF2-40B4-BE49-F238E27FC236}">
                <a16:creationId xmlns:a16="http://schemas.microsoft.com/office/drawing/2014/main" id="{3E18C51C-72E0-4365-923E-77DD5CF2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2940" y="3692759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130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130"/>
                  <a:pt x="54942" y="4685"/>
                </a:cubicBezTo>
                <a:lnTo>
                  <a:pt x="54942" y="23425"/>
                </a:lnTo>
                <a:cubicBezTo>
                  <a:pt x="54942" y="25980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5980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57" name="pdf-path-304">
            <a:extLst xmlns:a="http://schemas.openxmlformats.org/drawingml/2006/main">
              <a:ext uri="{FF2B5EF4-FFF2-40B4-BE49-F238E27FC236}">
                <a16:creationId xmlns:a16="http://schemas.microsoft.com/office/drawing/2014/main" id="{B885D08E-56F1-43AE-8CE1-3C4FE4C8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1663" y="3720869"/>
            <a:ext cx="223600" cy="185268"/>
          </a:xfrm>
          <a:custGeom xmlns:a="http://schemas.openxmlformats.org/drawingml/2006/main">
            <a:pathLst>
              <a:path w="223600" h="185268">
                <a:moveTo>
                  <a:pt x="0" y="185268"/>
                </a:moveTo>
                <a:lnTo>
                  <a:pt x="223600" y="185268"/>
                </a:lnTo>
                <a:lnTo>
                  <a:pt x="2236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58" name="pdf-path-306">
            <a:extLst xmlns:a="http://schemas.openxmlformats.org/drawingml/2006/main">
              <a:ext uri="{FF2B5EF4-FFF2-40B4-BE49-F238E27FC236}">
                <a16:creationId xmlns:a16="http://schemas.microsoft.com/office/drawing/2014/main" id="{E0623672-687A-4198-B450-B43837A7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650" y="3719592"/>
            <a:ext cx="223600" cy="183991"/>
          </a:xfrm>
          <a:custGeom xmlns:a="http://schemas.openxmlformats.org/drawingml/2006/main">
            <a:pathLst>
              <a:path w="223600" h="183991">
                <a:moveTo>
                  <a:pt x="0" y="183991"/>
                </a:moveTo>
                <a:lnTo>
                  <a:pt x="223600" y="183991"/>
                </a:lnTo>
                <a:lnTo>
                  <a:pt x="2236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59" name="pdf-path-308">
            <a:extLst xmlns:a="http://schemas.openxmlformats.org/drawingml/2006/main">
              <a:ext uri="{FF2B5EF4-FFF2-40B4-BE49-F238E27FC236}">
                <a16:creationId xmlns:a16="http://schemas.microsoft.com/office/drawing/2014/main" id="{D7525B2B-F497-46EC-A565-89C70CB2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0193" y="3719592"/>
            <a:ext cx="223600" cy="183991"/>
          </a:xfrm>
          <a:custGeom xmlns:a="http://schemas.openxmlformats.org/drawingml/2006/main">
            <a:pathLst>
              <a:path w="223600" h="183991">
                <a:moveTo>
                  <a:pt x="0" y="183991"/>
                </a:moveTo>
                <a:lnTo>
                  <a:pt x="223600" y="183991"/>
                </a:lnTo>
                <a:lnTo>
                  <a:pt x="2236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pic>
        <p:nvPic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EE5D61E-61F4-4841-B34C-EDB8B94880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fe691a0fe48d8"/>
          <a:srcRect xmlns:a="http://schemas.openxmlformats.org/drawingml/2006/main" l="417" t="0" r="4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75522" y="3753451"/>
            <a:ext cx="152048" cy="153326"/>
          </a:xfrm>
          <a:prstGeom xmlns:a="http://schemas.openxmlformats.org/drawingml/2006/main" prst="rect">
            <a:avLst/>
          </a:prstGeom>
        </p:spPr>
      </p:pic>
      <p:sp>
        <p:nvSpPr>
          <p:cNvPr id="261" name="dodont-source-component-45">
            <a:extLst xmlns:a="http://schemas.openxmlformats.org/drawingml/2006/main">
              <a:ext uri="{FF2B5EF4-FFF2-40B4-BE49-F238E27FC236}">
                <a16:creationId xmlns:a16="http://schemas.microsoft.com/office/drawing/2014/main" id="{4FF7370F-75E0-440C-9346-5941DD59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5522" y="3753451"/>
            <a:ext cx="152048" cy="15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EA60154-8CCA-4E33-8FCB-4BD01F24B7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eaf42308b4b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24676" y="3753451"/>
            <a:ext cx="153326" cy="153326"/>
          </a:xfrm>
          <a:prstGeom xmlns:a="http://schemas.openxmlformats.org/drawingml/2006/main" prst="rect">
            <a:avLst/>
          </a:prstGeom>
        </p:spPr>
      </p:pic>
      <p:sp>
        <p:nvSpPr>
          <p:cNvPr id="263" name="dodont-source-component-46">
            <a:extLst xmlns:a="http://schemas.openxmlformats.org/drawingml/2006/main">
              <a:ext uri="{FF2B5EF4-FFF2-40B4-BE49-F238E27FC236}">
                <a16:creationId xmlns:a16="http://schemas.microsoft.com/office/drawing/2014/main" id="{7385E74E-C63C-4065-AC3B-19D73923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4676" y="3753451"/>
            <a:ext cx="153326" cy="15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6ACFCF3-5679-45F6-842E-0C4E542B69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9a30d6a3446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5109" y="3753451"/>
            <a:ext cx="153326" cy="153326"/>
          </a:xfrm>
          <a:prstGeom xmlns:a="http://schemas.openxmlformats.org/drawingml/2006/main" prst="rect">
            <a:avLst/>
          </a:prstGeom>
        </p:spPr>
      </p:pic>
      <p:sp>
        <p:nvSpPr>
          <p:cNvPr id="265" name="dodont-source-component-47">
            <a:extLst xmlns:a="http://schemas.openxmlformats.org/drawingml/2006/main">
              <a:ext uri="{FF2B5EF4-FFF2-40B4-BE49-F238E27FC236}">
                <a16:creationId xmlns:a16="http://schemas.microsoft.com/office/drawing/2014/main" id="{9251B65D-56F4-4CE2-846C-93BB783D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5109" y="3753451"/>
            <a:ext cx="153326" cy="15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pdf-path-313">
            <a:extLst xmlns:a="http://schemas.openxmlformats.org/drawingml/2006/main">
              <a:ext uri="{FF2B5EF4-FFF2-40B4-BE49-F238E27FC236}">
                <a16:creationId xmlns:a16="http://schemas.microsoft.com/office/drawing/2014/main" id="{FED86C72-8FA7-42F4-84A8-35CA233E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0164" y="3968746"/>
            <a:ext cx="764073" cy="241488"/>
          </a:xfrm>
          <a:custGeom xmlns:a="http://schemas.openxmlformats.org/drawingml/2006/main">
            <a:pathLst>
              <a:path w="764073" h="241488">
                <a:moveTo>
                  <a:pt x="0" y="241488"/>
                </a:moveTo>
                <a:lnTo>
                  <a:pt x="764073" y="241488"/>
                </a:lnTo>
                <a:lnTo>
                  <a:pt x="764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67" name="pdf-path-315">
            <a:extLst xmlns:a="http://schemas.openxmlformats.org/drawingml/2006/main">
              <a:ext uri="{FF2B5EF4-FFF2-40B4-BE49-F238E27FC236}">
                <a16:creationId xmlns:a16="http://schemas.microsoft.com/office/drawing/2014/main" id="{60950039-21A5-42B0-8ADD-7D0946B1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1663" y="3996855"/>
            <a:ext cx="223600" cy="185268"/>
          </a:xfrm>
          <a:custGeom xmlns:a="http://schemas.openxmlformats.org/drawingml/2006/main">
            <a:pathLst>
              <a:path w="223600" h="185268">
                <a:moveTo>
                  <a:pt x="0" y="185268"/>
                </a:moveTo>
                <a:lnTo>
                  <a:pt x="223600" y="185268"/>
                </a:lnTo>
                <a:lnTo>
                  <a:pt x="2236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68" name="pdf-path-317">
            <a:extLst xmlns:a="http://schemas.openxmlformats.org/drawingml/2006/main">
              <a:ext uri="{FF2B5EF4-FFF2-40B4-BE49-F238E27FC236}">
                <a16:creationId xmlns:a16="http://schemas.microsoft.com/office/drawing/2014/main" id="{74B0F5F1-4F92-480C-AF1D-6D075065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650" y="3996855"/>
            <a:ext cx="224878" cy="185268"/>
          </a:xfrm>
          <a:custGeom xmlns:a="http://schemas.openxmlformats.org/drawingml/2006/main">
            <a:pathLst>
              <a:path w="224878" h="185268">
                <a:moveTo>
                  <a:pt x="0" y="185268"/>
                </a:moveTo>
                <a:lnTo>
                  <a:pt x="224878" y="185268"/>
                </a:lnTo>
                <a:lnTo>
                  <a:pt x="2248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69" name="pdf-path-319">
            <a:extLst xmlns:a="http://schemas.openxmlformats.org/drawingml/2006/main">
              <a:ext uri="{FF2B5EF4-FFF2-40B4-BE49-F238E27FC236}">
                <a16:creationId xmlns:a16="http://schemas.microsoft.com/office/drawing/2014/main" id="{44285554-6F10-4018-A703-51017873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0193" y="3996855"/>
            <a:ext cx="223600" cy="185268"/>
          </a:xfrm>
          <a:custGeom xmlns:a="http://schemas.openxmlformats.org/drawingml/2006/main">
            <a:pathLst>
              <a:path w="223600" h="185268">
                <a:moveTo>
                  <a:pt x="0" y="185268"/>
                </a:moveTo>
                <a:lnTo>
                  <a:pt x="223600" y="185268"/>
                </a:lnTo>
                <a:lnTo>
                  <a:pt x="2236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pic>
        <p:nvPic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C719FBA-B67F-4270-B89F-81E5AB377D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1aeddc5c348d5"/>
          <a:srcRect xmlns:a="http://schemas.openxmlformats.org/drawingml/2006/main" l="417" t="0" r="4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75522" y="4029437"/>
            <a:ext cx="152048" cy="153326"/>
          </a:xfrm>
          <a:prstGeom xmlns:a="http://schemas.openxmlformats.org/drawingml/2006/main" prst="rect">
            <a:avLst/>
          </a:prstGeom>
        </p:spPr>
      </p:pic>
      <p:sp>
        <p:nvSpPr>
          <p:cNvPr id="271" name="dodont-source-component-48">
            <a:extLst xmlns:a="http://schemas.openxmlformats.org/drawingml/2006/main">
              <a:ext uri="{FF2B5EF4-FFF2-40B4-BE49-F238E27FC236}">
                <a16:creationId xmlns:a16="http://schemas.microsoft.com/office/drawing/2014/main" id="{E5BB110A-B0F1-4C5C-8575-21678DBD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5522" y="4029437"/>
            <a:ext cx="152048" cy="15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1DCDCD7-17EF-4643-A200-6A76C41F7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0d7b063a045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94331" y="3970675"/>
            <a:ext cx="214430" cy="214430"/>
          </a:xfrm>
          <a:prstGeom xmlns:a="http://schemas.openxmlformats.org/drawingml/2006/main" prst="rect">
            <a:avLst/>
          </a:prstGeom>
        </p:spPr>
      </p:pic>
      <p:sp>
        <p:nvSpPr>
          <p:cNvPr id="273" name="dodont-source-component-49">
            <a:extLst xmlns:a="http://schemas.openxmlformats.org/drawingml/2006/main">
              <a:ext uri="{FF2B5EF4-FFF2-40B4-BE49-F238E27FC236}">
                <a16:creationId xmlns:a16="http://schemas.microsoft.com/office/drawing/2014/main" id="{9C16A96A-7295-4634-A964-9C4280F7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4331" y="3970675"/>
            <a:ext cx="214430" cy="214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24CC685-5ACF-4766-87BA-8342C67DA1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8da779d4a4a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4393" y="4014296"/>
            <a:ext cx="165013" cy="165013"/>
          </a:xfrm>
          <a:prstGeom xmlns:a="http://schemas.openxmlformats.org/drawingml/2006/main" prst="rect">
            <a:avLst/>
          </a:prstGeom>
        </p:spPr>
      </p:pic>
      <p:sp>
        <p:nvSpPr>
          <p:cNvPr id="275" name="dodont-source-component-50">
            <a:extLst xmlns:a="http://schemas.openxmlformats.org/drawingml/2006/main">
              <a:ext uri="{FF2B5EF4-FFF2-40B4-BE49-F238E27FC236}">
                <a16:creationId xmlns:a16="http://schemas.microsoft.com/office/drawing/2014/main" id="{12A8304F-4636-47A7-BCC3-D0C4136A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4393" y="4014296"/>
            <a:ext cx="165013" cy="165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6" name="pdf-path-324">
            <a:extLst xmlns:a="http://schemas.openxmlformats.org/drawingml/2006/main">
              <a:ext uri="{FF2B5EF4-FFF2-40B4-BE49-F238E27FC236}">
                <a16:creationId xmlns:a16="http://schemas.microsoft.com/office/drawing/2014/main" id="{25FCFE03-2F8F-4270-94BA-A194197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660" y="3692759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130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130"/>
                  <a:pt x="54942" y="4685"/>
                </a:cubicBezTo>
                <a:lnTo>
                  <a:pt x="54942" y="23425"/>
                </a:lnTo>
                <a:cubicBezTo>
                  <a:pt x="54942" y="25980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5980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77" name="pdf-path-326">
            <a:extLst xmlns:a="http://schemas.openxmlformats.org/drawingml/2006/main">
              <a:ext uri="{FF2B5EF4-FFF2-40B4-BE49-F238E27FC236}">
                <a16:creationId xmlns:a16="http://schemas.microsoft.com/office/drawing/2014/main" id="{A5AB761F-09AA-4E4D-A5E7-4D516B9F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8378" y="3692759"/>
            <a:ext cx="56220" cy="28110"/>
          </a:xfrm>
          <a:custGeom xmlns:a="http://schemas.openxmlformats.org/drawingml/2006/main">
            <a:pathLst>
              <a:path w="56220" h="28110">
                <a:moveTo>
                  <a:pt x="0" y="4685"/>
                </a:moveTo>
                <a:cubicBezTo>
                  <a:pt x="0" y="2130"/>
                  <a:pt x="2130" y="0"/>
                  <a:pt x="4685" y="0"/>
                </a:cubicBezTo>
                <a:lnTo>
                  <a:pt x="51535" y="0"/>
                </a:lnTo>
                <a:cubicBezTo>
                  <a:pt x="54091" y="0"/>
                  <a:pt x="56220" y="2130"/>
                  <a:pt x="56220" y="4685"/>
                </a:cubicBezTo>
                <a:lnTo>
                  <a:pt x="56220" y="23425"/>
                </a:lnTo>
                <a:cubicBezTo>
                  <a:pt x="56220" y="25980"/>
                  <a:pt x="54091" y="28110"/>
                  <a:pt x="51535" y="28110"/>
                </a:cubicBezTo>
                <a:lnTo>
                  <a:pt x="4685" y="28110"/>
                </a:lnTo>
                <a:cubicBezTo>
                  <a:pt x="2130" y="28110"/>
                  <a:pt x="0" y="25980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78" name="pdf-path-328">
            <a:extLst xmlns:a="http://schemas.openxmlformats.org/drawingml/2006/main">
              <a:ext uri="{FF2B5EF4-FFF2-40B4-BE49-F238E27FC236}">
                <a16:creationId xmlns:a16="http://schemas.microsoft.com/office/drawing/2014/main" id="{A1DA7DCA-1358-4C16-AF57-976D1759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4820" y="3692759"/>
            <a:ext cx="54941" cy="28110"/>
          </a:xfrm>
          <a:custGeom xmlns:a="http://schemas.openxmlformats.org/drawingml/2006/main">
            <a:pathLst>
              <a:path w="54941" h="28110">
                <a:moveTo>
                  <a:pt x="0" y="4685"/>
                </a:moveTo>
                <a:cubicBezTo>
                  <a:pt x="0" y="2130"/>
                  <a:pt x="2129" y="0"/>
                  <a:pt x="4685" y="0"/>
                </a:cubicBezTo>
                <a:lnTo>
                  <a:pt x="50256" y="0"/>
                </a:lnTo>
                <a:cubicBezTo>
                  <a:pt x="52812" y="0"/>
                  <a:pt x="54941" y="2130"/>
                  <a:pt x="54941" y="4685"/>
                </a:cubicBezTo>
                <a:lnTo>
                  <a:pt x="54941" y="23425"/>
                </a:lnTo>
                <a:cubicBezTo>
                  <a:pt x="54941" y="25980"/>
                  <a:pt x="52812" y="28110"/>
                  <a:pt x="50256" y="28110"/>
                </a:cubicBezTo>
                <a:lnTo>
                  <a:pt x="4685" y="28110"/>
                </a:lnTo>
                <a:cubicBezTo>
                  <a:pt x="2129" y="28110"/>
                  <a:pt x="0" y="25980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79" name="pdf-path-330">
            <a:extLst xmlns:a="http://schemas.openxmlformats.org/drawingml/2006/main">
              <a:ext uri="{FF2B5EF4-FFF2-40B4-BE49-F238E27FC236}">
                <a16:creationId xmlns:a16="http://schemas.microsoft.com/office/drawing/2014/main" id="{3774E69C-77C5-48AA-A42B-552A463E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2539" y="3692759"/>
            <a:ext cx="54941" cy="28110"/>
          </a:xfrm>
          <a:custGeom xmlns:a="http://schemas.openxmlformats.org/drawingml/2006/main">
            <a:pathLst>
              <a:path w="54941" h="28110">
                <a:moveTo>
                  <a:pt x="0" y="4685"/>
                </a:moveTo>
                <a:cubicBezTo>
                  <a:pt x="0" y="2130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1" y="2130"/>
                  <a:pt x="54941" y="4685"/>
                </a:cubicBezTo>
                <a:lnTo>
                  <a:pt x="54941" y="23425"/>
                </a:lnTo>
                <a:cubicBezTo>
                  <a:pt x="54941" y="25980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5980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80" name="pdf-path-332">
            <a:extLst xmlns:a="http://schemas.openxmlformats.org/drawingml/2006/main">
              <a:ext uri="{FF2B5EF4-FFF2-40B4-BE49-F238E27FC236}">
                <a16:creationId xmlns:a16="http://schemas.microsoft.com/office/drawing/2014/main" id="{1B76162F-F09F-4B69-8511-C9283455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4090" y="3692759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130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130"/>
                  <a:pt x="54942" y="4685"/>
                </a:cubicBezTo>
                <a:lnTo>
                  <a:pt x="54942" y="23425"/>
                </a:lnTo>
                <a:cubicBezTo>
                  <a:pt x="54942" y="25980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5980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81" name="pdf-path-334">
            <a:extLst xmlns:a="http://schemas.openxmlformats.org/drawingml/2006/main">
              <a:ext uri="{FF2B5EF4-FFF2-40B4-BE49-F238E27FC236}">
                <a16:creationId xmlns:a16="http://schemas.microsoft.com/office/drawing/2014/main" id="{1EFDE522-D5B9-4AFC-8CCC-82B6E97E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1809" y="3692759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130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130"/>
                  <a:pt x="54942" y="4685"/>
                </a:cubicBezTo>
                <a:lnTo>
                  <a:pt x="54942" y="23425"/>
                </a:lnTo>
                <a:cubicBezTo>
                  <a:pt x="54942" y="25980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5980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82" name="pdf-path-336">
            <a:extLst xmlns:a="http://schemas.openxmlformats.org/drawingml/2006/main">
              <a:ext uri="{FF2B5EF4-FFF2-40B4-BE49-F238E27FC236}">
                <a16:creationId xmlns:a16="http://schemas.microsoft.com/office/drawing/2014/main" id="{9895517F-B1BC-4337-9AEC-83899664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28" y="3692759"/>
            <a:ext cx="54941" cy="28110"/>
          </a:xfrm>
          <a:custGeom xmlns:a="http://schemas.openxmlformats.org/drawingml/2006/main">
            <a:pathLst>
              <a:path w="54941" h="28110">
                <a:moveTo>
                  <a:pt x="0" y="4685"/>
                </a:moveTo>
                <a:cubicBezTo>
                  <a:pt x="0" y="2130"/>
                  <a:pt x="2130" y="0"/>
                  <a:pt x="4685" y="0"/>
                </a:cubicBezTo>
                <a:lnTo>
                  <a:pt x="50256" y="0"/>
                </a:lnTo>
                <a:cubicBezTo>
                  <a:pt x="52812" y="0"/>
                  <a:pt x="54941" y="2130"/>
                  <a:pt x="54941" y="4685"/>
                </a:cubicBezTo>
                <a:lnTo>
                  <a:pt x="54941" y="23425"/>
                </a:lnTo>
                <a:cubicBezTo>
                  <a:pt x="54941" y="25980"/>
                  <a:pt x="52812" y="28110"/>
                  <a:pt x="50256" y="28110"/>
                </a:cubicBezTo>
                <a:lnTo>
                  <a:pt x="4685" y="28110"/>
                </a:lnTo>
                <a:cubicBezTo>
                  <a:pt x="2130" y="28110"/>
                  <a:pt x="0" y="25980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83" name="pdf-path-338">
            <a:extLst xmlns:a="http://schemas.openxmlformats.org/drawingml/2006/main">
              <a:ext uri="{FF2B5EF4-FFF2-40B4-BE49-F238E27FC236}">
                <a16:creationId xmlns:a16="http://schemas.microsoft.com/office/drawing/2014/main" id="{D3F22EA3-2658-4194-ABCC-F52AC51F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4691" y="3692759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130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130"/>
                  <a:pt x="54942" y="4685"/>
                </a:cubicBezTo>
                <a:lnTo>
                  <a:pt x="54942" y="23425"/>
                </a:lnTo>
                <a:cubicBezTo>
                  <a:pt x="54942" y="25980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5980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84" name="pdf-path-340">
            <a:extLst xmlns:a="http://schemas.openxmlformats.org/drawingml/2006/main">
              <a:ext uri="{FF2B5EF4-FFF2-40B4-BE49-F238E27FC236}">
                <a16:creationId xmlns:a16="http://schemas.microsoft.com/office/drawing/2014/main" id="{73681AEB-758D-4448-9C6B-61C03B8C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3688" y="3692759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130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130"/>
                  <a:pt x="54942" y="4685"/>
                </a:cubicBezTo>
                <a:lnTo>
                  <a:pt x="54942" y="23425"/>
                </a:lnTo>
                <a:cubicBezTo>
                  <a:pt x="54942" y="25980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5980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85" name="pdf-path-342">
            <a:extLst xmlns:a="http://schemas.openxmlformats.org/drawingml/2006/main">
              <a:ext uri="{FF2B5EF4-FFF2-40B4-BE49-F238E27FC236}">
                <a16:creationId xmlns:a16="http://schemas.microsoft.com/office/drawing/2014/main" id="{72A9283D-76D7-416B-BDC6-CD750F56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8851" y="3692759"/>
            <a:ext cx="54941" cy="28110"/>
          </a:xfrm>
          <a:custGeom xmlns:a="http://schemas.openxmlformats.org/drawingml/2006/main">
            <a:pathLst>
              <a:path w="54941" h="28110">
                <a:moveTo>
                  <a:pt x="0" y="4685"/>
                </a:moveTo>
                <a:cubicBezTo>
                  <a:pt x="0" y="2130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1" y="2130"/>
                  <a:pt x="54941" y="4685"/>
                </a:cubicBezTo>
                <a:lnTo>
                  <a:pt x="54941" y="23425"/>
                </a:lnTo>
                <a:cubicBezTo>
                  <a:pt x="54941" y="25980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5980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86" name="pdf-path-344">
            <a:extLst xmlns:a="http://schemas.openxmlformats.org/drawingml/2006/main">
              <a:ext uri="{FF2B5EF4-FFF2-40B4-BE49-F238E27FC236}">
                <a16:creationId xmlns:a16="http://schemas.microsoft.com/office/drawing/2014/main" id="{FD3DA218-B279-4219-ACB7-10F20878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2940" y="3906137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87" name="pdf-path-346">
            <a:extLst xmlns:a="http://schemas.openxmlformats.org/drawingml/2006/main">
              <a:ext uri="{FF2B5EF4-FFF2-40B4-BE49-F238E27FC236}">
                <a16:creationId xmlns:a16="http://schemas.microsoft.com/office/drawing/2014/main" id="{8D99BE91-89DE-44A7-8D0D-D5B28B36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660" y="3906137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88" name="pdf-path-348">
            <a:extLst xmlns:a="http://schemas.openxmlformats.org/drawingml/2006/main">
              <a:ext uri="{FF2B5EF4-FFF2-40B4-BE49-F238E27FC236}">
                <a16:creationId xmlns:a16="http://schemas.microsoft.com/office/drawing/2014/main" id="{5C23184A-887B-4F3C-A577-618592C7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8378" y="3906137"/>
            <a:ext cx="56220" cy="26832"/>
          </a:xfrm>
          <a:custGeom xmlns:a="http://schemas.openxmlformats.org/drawingml/2006/main">
            <a:pathLst>
              <a:path w="56220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1749" y="0"/>
                </a:lnTo>
                <a:cubicBezTo>
                  <a:pt x="54197" y="0"/>
                  <a:pt x="56220" y="2002"/>
                  <a:pt x="56220" y="4472"/>
                </a:cubicBezTo>
                <a:lnTo>
                  <a:pt x="56220" y="22360"/>
                </a:lnTo>
                <a:cubicBezTo>
                  <a:pt x="56220" y="24830"/>
                  <a:pt x="54197" y="26832"/>
                  <a:pt x="51749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89" name="pdf-path-350">
            <a:extLst xmlns:a="http://schemas.openxmlformats.org/drawingml/2006/main">
              <a:ext uri="{FF2B5EF4-FFF2-40B4-BE49-F238E27FC236}">
                <a16:creationId xmlns:a16="http://schemas.microsoft.com/office/drawing/2014/main" id="{6D9EDF63-BE21-456B-A529-100CA9DD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4820" y="3906137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2" y="0"/>
                  <a:pt x="4472" y="0"/>
                </a:cubicBezTo>
                <a:lnTo>
                  <a:pt x="50468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8" y="26832"/>
                </a:cubicBezTo>
                <a:lnTo>
                  <a:pt x="4472" y="26832"/>
                </a:lnTo>
                <a:cubicBezTo>
                  <a:pt x="2022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90" name="pdf-path-352">
            <a:extLst xmlns:a="http://schemas.openxmlformats.org/drawingml/2006/main">
              <a:ext uri="{FF2B5EF4-FFF2-40B4-BE49-F238E27FC236}">
                <a16:creationId xmlns:a16="http://schemas.microsoft.com/office/drawing/2014/main" id="{E1EF82F2-C019-4D69-B9F0-8A4648E7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2539" y="3906137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2" y="0"/>
                  <a:pt x="4472" y="0"/>
                </a:cubicBezTo>
                <a:lnTo>
                  <a:pt x="50469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9" y="26832"/>
                </a:cubicBezTo>
                <a:lnTo>
                  <a:pt x="4472" y="26832"/>
                </a:lnTo>
                <a:cubicBezTo>
                  <a:pt x="2022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91" name="pdf-path-354">
            <a:extLst xmlns:a="http://schemas.openxmlformats.org/drawingml/2006/main">
              <a:ext uri="{FF2B5EF4-FFF2-40B4-BE49-F238E27FC236}">
                <a16:creationId xmlns:a16="http://schemas.microsoft.com/office/drawing/2014/main" id="{0A79A1B2-3B0C-4A98-8303-92B3D013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4090" y="3906137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92" name="pdf-path-356">
            <a:extLst xmlns:a="http://schemas.openxmlformats.org/drawingml/2006/main">
              <a:ext uri="{FF2B5EF4-FFF2-40B4-BE49-F238E27FC236}">
                <a16:creationId xmlns:a16="http://schemas.microsoft.com/office/drawing/2014/main" id="{BFDC7092-D8BE-4768-9B5B-F8360B4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1809" y="3906137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93" name="pdf-path-358">
            <a:extLst xmlns:a="http://schemas.openxmlformats.org/drawingml/2006/main">
              <a:ext uri="{FF2B5EF4-FFF2-40B4-BE49-F238E27FC236}">
                <a16:creationId xmlns:a16="http://schemas.microsoft.com/office/drawing/2014/main" id="{4349588C-5C43-4E5A-8533-AD0670C9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28" y="3906137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94" name="pdf-path-360">
            <a:extLst xmlns:a="http://schemas.openxmlformats.org/drawingml/2006/main">
              <a:ext uri="{FF2B5EF4-FFF2-40B4-BE49-F238E27FC236}">
                <a16:creationId xmlns:a16="http://schemas.microsoft.com/office/drawing/2014/main" id="{F641980A-6739-4702-B4EF-D3E47A7D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4691" y="3906137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95" name="pdf-path-362">
            <a:extLst xmlns:a="http://schemas.openxmlformats.org/drawingml/2006/main">
              <a:ext uri="{FF2B5EF4-FFF2-40B4-BE49-F238E27FC236}">
                <a16:creationId xmlns:a16="http://schemas.microsoft.com/office/drawing/2014/main" id="{FBB2FED5-F046-4BAF-BF99-3EE9BE09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3688" y="3906137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96" name="pdf-path-364">
            <a:extLst xmlns:a="http://schemas.openxmlformats.org/drawingml/2006/main">
              <a:ext uri="{FF2B5EF4-FFF2-40B4-BE49-F238E27FC236}">
                <a16:creationId xmlns:a16="http://schemas.microsoft.com/office/drawing/2014/main" id="{A3819564-1BCD-4783-A3B3-A2A8CDE5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8851" y="3906137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69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9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97" name="pdf-path-366">
            <a:extLst xmlns:a="http://schemas.openxmlformats.org/drawingml/2006/main">
              <a:ext uri="{FF2B5EF4-FFF2-40B4-BE49-F238E27FC236}">
                <a16:creationId xmlns:a16="http://schemas.microsoft.com/office/drawing/2014/main" id="{BEFB1C3B-203B-42C1-8C78-B3E3CF61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2940" y="3971301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98" name="pdf-path-368">
            <a:extLst xmlns:a="http://schemas.openxmlformats.org/drawingml/2006/main">
              <a:ext uri="{FF2B5EF4-FFF2-40B4-BE49-F238E27FC236}">
                <a16:creationId xmlns:a16="http://schemas.microsoft.com/office/drawing/2014/main" id="{A41F805E-F274-464C-8C5A-A235B702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660" y="3971301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299" name="pdf-path-370">
            <a:extLst xmlns:a="http://schemas.openxmlformats.org/drawingml/2006/main">
              <a:ext uri="{FF2B5EF4-FFF2-40B4-BE49-F238E27FC236}">
                <a16:creationId xmlns:a16="http://schemas.microsoft.com/office/drawing/2014/main" id="{E22E3646-C928-422A-BCFB-6B82BB1B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8378" y="3971301"/>
            <a:ext cx="56220" cy="26832"/>
          </a:xfrm>
          <a:custGeom xmlns:a="http://schemas.openxmlformats.org/drawingml/2006/main">
            <a:pathLst>
              <a:path w="56220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1749" y="0"/>
                </a:lnTo>
                <a:cubicBezTo>
                  <a:pt x="54197" y="0"/>
                  <a:pt x="56220" y="2002"/>
                  <a:pt x="56220" y="4472"/>
                </a:cubicBezTo>
                <a:lnTo>
                  <a:pt x="56220" y="22360"/>
                </a:lnTo>
                <a:cubicBezTo>
                  <a:pt x="56220" y="24830"/>
                  <a:pt x="54197" y="26832"/>
                  <a:pt x="51749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00" name="pdf-path-372">
            <a:extLst xmlns:a="http://schemas.openxmlformats.org/drawingml/2006/main">
              <a:ext uri="{FF2B5EF4-FFF2-40B4-BE49-F238E27FC236}">
                <a16:creationId xmlns:a16="http://schemas.microsoft.com/office/drawing/2014/main" id="{040ADD72-16EF-456F-9022-3C1BCCA2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4820" y="3971301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2" y="0"/>
                  <a:pt x="4472" y="0"/>
                </a:cubicBezTo>
                <a:lnTo>
                  <a:pt x="50468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8" y="26832"/>
                </a:cubicBezTo>
                <a:lnTo>
                  <a:pt x="4472" y="26832"/>
                </a:lnTo>
                <a:cubicBezTo>
                  <a:pt x="2022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01" name="pdf-path-374">
            <a:extLst xmlns:a="http://schemas.openxmlformats.org/drawingml/2006/main">
              <a:ext uri="{FF2B5EF4-FFF2-40B4-BE49-F238E27FC236}">
                <a16:creationId xmlns:a16="http://schemas.microsoft.com/office/drawing/2014/main" id="{304E61ED-3259-4B6E-BACB-47D9C6D3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2539" y="3971301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2" y="0"/>
                  <a:pt x="4472" y="0"/>
                </a:cubicBezTo>
                <a:lnTo>
                  <a:pt x="50469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9" y="26832"/>
                </a:cubicBezTo>
                <a:lnTo>
                  <a:pt x="4472" y="26832"/>
                </a:lnTo>
                <a:cubicBezTo>
                  <a:pt x="2022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02" name="pdf-path-376">
            <a:extLst xmlns:a="http://schemas.openxmlformats.org/drawingml/2006/main">
              <a:ext uri="{FF2B5EF4-FFF2-40B4-BE49-F238E27FC236}">
                <a16:creationId xmlns:a16="http://schemas.microsoft.com/office/drawing/2014/main" id="{23C1C2F5-161C-4CF3-899F-05D49BBB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4090" y="3971301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03" name="pdf-path-378">
            <a:extLst xmlns:a="http://schemas.openxmlformats.org/drawingml/2006/main">
              <a:ext uri="{FF2B5EF4-FFF2-40B4-BE49-F238E27FC236}">
                <a16:creationId xmlns:a16="http://schemas.microsoft.com/office/drawing/2014/main" id="{08AFDEFE-C9E4-4280-96AB-2B1AA136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1809" y="3971301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04" name="pdf-path-380">
            <a:extLst xmlns:a="http://schemas.openxmlformats.org/drawingml/2006/main">
              <a:ext uri="{FF2B5EF4-FFF2-40B4-BE49-F238E27FC236}">
                <a16:creationId xmlns:a16="http://schemas.microsoft.com/office/drawing/2014/main" id="{008CFCF5-9A9E-4343-AE82-0DCEDF92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28" y="3971301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05" name="pdf-path-382">
            <a:extLst xmlns:a="http://schemas.openxmlformats.org/drawingml/2006/main">
              <a:ext uri="{FF2B5EF4-FFF2-40B4-BE49-F238E27FC236}">
                <a16:creationId xmlns:a16="http://schemas.microsoft.com/office/drawing/2014/main" id="{0BE7C7DF-CE7E-4EF4-8190-046FEEF9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4691" y="3971301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06" name="pdf-path-384">
            <a:extLst xmlns:a="http://schemas.openxmlformats.org/drawingml/2006/main">
              <a:ext uri="{FF2B5EF4-FFF2-40B4-BE49-F238E27FC236}">
                <a16:creationId xmlns:a16="http://schemas.microsoft.com/office/drawing/2014/main" id="{66016286-0CCC-4CD2-BC2B-F8CE5FE6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3688" y="3971301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07" name="pdf-path-386">
            <a:extLst xmlns:a="http://schemas.openxmlformats.org/drawingml/2006/main">
              <a:ext uri="{FF2B5EF4-FFF2-40B4-BE49-F238E27FC236}">
                <a16:creationId xmlns:a16="http://schemas.microsoft.com/office/drawing/2014/main" id="{64FD90FB-1378-4E04-BD1F-343FE546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8851" y="3971301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69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9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08" name="pdf-path-388">
            <a:extLst xmlns:a="http://schemas.openxmlformats.org/drawingml/2006/main">
              <a:ext uri="{FF2B5EF4-FFF2-40B4-BE49-F238E27FC236}">
                <a16:creationId xmlns:a16="http://schemas.microsoft.com/office/drawing/2014/main" id="{E5560D4B-466A-4BA4-BD26-5DE78C52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2940" y="418340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09" name="pdf-path-390">
            <a:extLst xmlns:a="http://schemas.openxmlformats.org/drawingml/2006/main">
              <a:ext uri="{FF2B5EF4-FFF2-40B4-BE49-F238E27FC236}">
                <a16:creationId xmlns:a16="http://schemas.microsoft.com/office/drawing/2014/main" id="{290341B7-D97C-467D-9364-FEA9C7E3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660" y="418340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10" name="pdf-path-392">
            <a:extLst xmlns:a="http://schemas.openxmlformats.org/drawingml/2006/main">
              <a:ext uri="{FF2B5EF4-FFF2-40B4-BE49-F238E27FC236}">
                <a16:creationId xmlns:a16="http://schemas.microsoft.com/office/drawing/2014/main" id="{7EF2A446-E993-41B8-9D08-4FE60B7D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8378" y="4183402"/>
            <a:ext cx="56220" cy="26832"/>
          </a:xfrm>
          <a:custGeom xmlns:a="http://schemas.openxmlformats.org/drawingml/2006/main">
            <a:pathLst>
              <a:path w="56220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1749" y="0"/>
                </a:lnTo>
                <a:cubicBezTo>
                  <a:pt x="54197" y="0"/>
                  <a:pt x="56220" y="2002"/>
                  <a:pt x="56220" y="4472"/>
                </a:cubicBezTo>
                <a:lnTo>
                  <a:pt x="56220" y="22360"/>
                </a:lnTo>
                <a:cubicBezTo>
                  <a:pt x="56220" y="24830"/>
                  <a:pt x="54197" y="26832"/>
                  <a:pt x="51749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11" name="pdf-path-394">
            <a:extLst xmlns:a="http://schemas.openxmlformats.org/drawingml/2006/main">
              <a:ext uri="{FF2B5EF4-FFF2-40B4-BE49-F238E27FC236}">
                <a16:creationId xmlns:a16="http://schemas.microsoft.com/office/drawing/2014/main" id="{18D0C674-A434-4832-B41E-7CD808AC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4820" y="4183402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2" y="0"/>
                  <a:pt x="4472" y="0"/>
                </a:cubicBezTo>
                <a:lnTo>
                  <a:pt x="50468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8" y="26832"/>
                </a:cubicBezTo>
                <a:lnTo>
                  <a:pt x="4472" y="26832"/>
                </a:lnTo>
                <a:cubicBezTo>
                  <a:pt x="2022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12" name="pdf-path-396">
            <a:extLst xmlns:a="http://schemas.openxmlformats.org/drawingml/2006/main">
              <a:ext uri="{FF2B5EF4-FFF2-40B4-BE49-F238E27FC236}">
                <a16:creationId xmlns:a16="http://schemas.microsoft.com/office/drawing/2014/main" id="{822AC40F-11D2-4D7A-A215-E4F5D8D8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2539" y="4183402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2" y="0"/>
                  <a:pt x="4472" y="0"/>
                </a:cubicBezTo>
                <a:lnTo>
                  <a:pt x="50469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9" y="26832"/>
                </a:cubicBezTo>
                <a:lnTo>
                  <a:pt x="4472" y="26832"/>
                </a:lnTo>
                <a:cubicBezTo>
                  <a:pt x="2022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13" name="pdf-path-398">
            <a:extLst xmlns:a="http://schemas.openxmlformats.org/drawingml/2006/main">
              <a:ext uri="{FF2B5EF4-FFF2-40B4-BE49-F238E27FC236}">
                <a16:creationId xmlns:a16="http://schemas.microsoft.com/office/drawing/2014/main" id="{F7B9260F-D9CA-4669-B692-F1DC4F4C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4090" y="418340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14" name="pdf-path-400">
            <a:extLst xmlns:a="http://schemas.openxmlformats.org/drawingml/2006/main">
              <a:ext uri="{FF2B5EF4-FFF2-40B4-BE49-F238E27FC236}">
                <a16:creationId xmlns:a16="http://schemas.microsoft.com/office/drawing/2014/main" id="{56FAFDD2-2483-4AF2-80AF-91ECC34F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1809" y="418340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15" name="pdf-path-402">
            <a:extLst xmlns:a="http://schemas.openxmlformats.org/drawingml/2006/main">
              <a:ext uri="{FF2B5EF4-FFF2-40B4-BE49-F238E27FC236}">
                <a16:creationId xmlns:a16="http://schemas.microsoft.com/office/drawing/2014/main" id="{D99B4769-1CE9-4977-941A-E309B33D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28" y="4183402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16" name="pdf-path-404">
            <a:extLst xmlns:a="http://schemas.openxmlformats.org/drawingml/2006/main">
              <a:ext uri="{FF2B5EF4-FFF2-40B4-BE49-F238E27FC236}">
                <a16:creationId xmlns:a16="http://schemas.microsoft.com/office/drawing/2014/main" id="{CAB02531-162C-4A1C-BE62-2EBF9754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4691" y="418340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17" name="pdf-path-406">
            <a:extLst xmlns:a="http://schemas.openxmlformats.org/drawingml/2006/main">
              <a:ext uri="{FF2B5EF4-FFF2-40B4-BE49-F238E27FC236}">
                <a16:creationId xmlns:a16="http://schemas.microsoft.com/office/drawing/2014/main" id="{DC1A898F-3568-456C-A11B-2FC6D404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3688" y="4183402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18" name="pdf-path-408">
            <a:extLst xmlns:a="http://schemas.openxmlformats.org/drawingml/2006/main">
              <a:ext uri="{FF2B5EF4-FFF2-40B4-BE49-F238E27FC236}">
                <a16:creationId xmlns:a16="http://schemas.microsoft.com/office/drawing/2014/main" id="{A81D682E-FDB1-43FE-ACA0-C0A4A9E4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8851" y="4183402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69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9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19" name="pdf-path-410">
            <a:extLst xmlns:a="http://schemas.openxmlformats.org/drawingml/2006/main">
              <a:ext uri="{FF2B5EF4-FFF2-40B4-BE49-F238E27FC236}">
                <a16:creationId xmlns:a16="http://schemas.microsoft.com/office/drawing/2014/main" id="{BA434F6C-E8AD-48B8-9F9A-A95E230E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9543" y="3821169"/>
            <a:ext cx="150770" cy="150770"/>
          </a:xfrm>
          <a:custGeom xmlns:a="http://schemas.openxmlformats.org/drawingml/2006/main">
            <a:pathLst>
              <a:path w="150770" h="150770">
                <a:moveTo>
                  <a:pt x="0" y="75385"/>
                </a:moveTo>
                <a:cubicBezTo>
                  <a:pt x="0" y="33753"/>
                  <a:pt x="33753" y="0"/>
                  <a:pt x="75385" y="0"/>
                </a:cubicBezTo>
                <a:cubicBezTo>
                  <a:pt x="117017" y="0"/>
                  <a:pt x="150770" y="33753"/>
                  <a:pt x="150770" y="75385"/>
                </a:cubicBezTo>
                <a:cubicBezTo>
                  <a:pt x="150770" y="117018"/>
                  <a:pt x="117017" y="150770"/>
                  <a:pt x="75385" y="150770"/>
                </a:cubicBezTo>
                <a:cubicBezTo>
                  <a:pt x="33753" y="150770"/>
                  <a:pt x="0" y="117018"/>
                  <a:pt x="0" y="7538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df-path-411">
            <a:extLst xmlns:a="http://schemas.openxmlformats.org/drawingml/2006/main">
              <a:ext uri="{FF2B5EF4-FFF2-40B4-BE49-F238E27FC236}">
                <a16:creationId xmlns:a16="http://schemas.microsoft.com/office/drawing/2014/main" id="{E0D55DEF-E442-4B0A-9DA5-69F9BC90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9321" y="3814781"/>
            <a:ext cx="172491" cy="164825"/>
          </a:xfrm>
          <a:custGeom xmlns:a="http://schemas.openxmlformats.org/drawingml/2006/main">
            <a:pathLst>
              <a:path w="172491" h="164825">
                <a:moveTo>
                  <a:pt x="0" y="82413"/>
                </a:moveTo>
                <a:cubicBezTo>
                  <a:pt x="0" y="36894"/>
                  <a:pt x="38651" y="0"/>
                  <a:pt x="86246" y="0"/>
                </a:cubicBezTo>
                <a:cubicBezTo>
                  <a:pt x="133841" y="0"/>
                  <a:pt x="172491" y="36894"/>
                  <a:pt x="172491" y="82413"/>
                </a:cubicBezTo>
                <a:cubicBezTo>
                  <a:pt x="172491" y="127931"/>
                  <a:pt x="133841" y="164825"/>
                  <a:pt x="86246" y="164825"/>
                </a:cubicBezTo>
                <a:cubicBezTo>
                  <a:pt x="38651" y="164825"/>
                  <a:pt x="0" y="127931"/>
                  <a:pt x="0" y="82413"/>
                </a:cubicBezTo>
                <a:moveTo>
                  <a:pt x="16185" y="82413"/>
                </a:moveTo>
                <a:cubicBezTo>
                  <a:pt x="16185" y="118998"/>
                  <a:pt x="47489" y="148662"/>
                  <a:pt x="86246" y="148662"/>
                </a:cubicBezTo>
                <a:cubicBezTo>
                  <a:pt x="124897" y="148662"/>
                  <a:pt x="156308" y="118998"/>
                  <a:pt x="156308" y="82413"/>
                </a:cubicBezTo>
                <a:cubicBezTo>
                  <a:pt x="156308" y="45827"/>
                  <a:pt x="124897" y="16163"/>
                  <a:pt x="86246" y="16163"/>
                </a:cubicBezTo>
                <a:cubicBezTo>
                  <a:pt x="47489" y="16163"/>
                  <a:pt x="16185" y="45827"/>
                  <a:pt x="16185" y="82413"/>
                </a:cubicBez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df-path-412">
            <a:extLst xmlns:a="http://schemas.openxmlformats.org/drawingml/2006/main">
              <a:ext uri="{FF2B5EF4-FFF2-40B4-BE49-F238E27FC236}">
                <a16:creationId xmlns:a16="http://schemas.microsoft.com/office/drawing/2014/main" id="{9A5A239C-6D9D-4FFF-BC03-42B057D5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9356" y="3861726"/>
            <a:ext cx="91463" cy="73064"/>
          </a:xfrm>
          <a:custGeom xmlns:a="http://schemas.openxmlformats.org/drawingml/2006/main">
            <a:pathLst>
              <a:path w="91463" h="73064">
                <a:moveTo>
                  <a:pt x="0" y="39684"/>
                </a:moveTo>
                <a:lnTo>
                  <a:pt x="11606" y="25821"/>
                </a:lnTo>
                <a:lnTo>
                  <a:pt x="38012" y="47819"/>
                </a:lnTo>
                <a:lnTo>
                  <a:pt x="77834" y="0"/>
                </a:lnTo>
                <a:lnTo>
                  <a:pt x="91463" y="11372"/>
                </a:lnTo>
                <a:lnTo>
                  <a:pt x="40142" y="73064"/>
                </a:lnTo>
                <a:lnTo>
                  <a:pt x="0" y="39684"/>
                </a:lnTo>
              </a:path>
            </a:pathLst>
          </a:custGeom>
          <a:solidFill xmlns:a="http://schemas.openxmlformats.org/drawingml/2006/main">
            <a:srgbClr val="5F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df-path-413">
            <a:extLst xmlns:a="http://schemas.openxmlformats.org/drawingml/2006/main">
              <a:ext uri="{FF2B5EF4-FFF2-40B4-BE49-F238E27FC236}">
                <a16:creationId xmlns:a16="http://schemas.microsoft.com/office/drawing/2014/main" id="{9C3E42F2-EAF1-4236-B4FF-DAF47F89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8264" y="4103545"/>
            <a:ext cx="150770" cy="150770"/>
          </a:xfrm>
          <a:custGeom xmlns:a="http://schemas.openxmlformats.org/drawingml/2006/main">
            <a:pathLst>
              <a:path w="150770" h="150770">
                <a:moveTo>
                  <a:pt x="0" y="75385"/>
                </a:moveTo>
                <a:cubicBezTo>
                  <a:pt x="0" y="33753"/>
                  <a:pt x="33753" y="0"/>
                  <a:pt x="75386" y="0"/>
                </a:cubicBezTo>
                <a:cubicBezTo>
                  <a:pt x="117018" y="0"/>
                  <a:pt x="150770" y="33753"/>
                  <a:pt x="150770" y="75385"/>
                </a:cubicBezTo>
                <a:cubicBezTo>
                  <a:pt x="150770" y="117017"/>
                  <a:pt x="117018" y="150770"/>
                  <a:pt x="75386" y="150770"/>
                </a:cubicBezTo>
                <a:cubicBezTo>
                  <a:pt x="33753" y="150770"/>
                  <a:pt x="0" y="117017"/>
                  <a:pt x="0" y="7538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df-path-414">
            <a:extLst xmlns:a="http://schemas.openxmlformats.org/drawingml/2006/main">
              <a:ext uri="{FF2B5EF4-FFF2-40B4-BE49-F238E27FC236}">
                <a16:creationId xmlns:a16="http://schemas.microsoft.com/office/drawing/2014/main" id="{F7922F01-DB19-4399-A89C-FD99A64F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6766" y="4097156"/>
            <a:ext cx="173770" cy="164825"/>
          </a:xfrm>
          <a:custGeom xmlns:a="http://schemas.openxmlformats.org/drawingml/2006/main">
            <a:pathLst>
              <a:path w="173770" h="164825">
                <a:moveTo>
                  <a:pt x="0" y="82413"/>
                </a:moveTo>
                <a:cubicBezTo>
                  <a:pt x="0" y="36894"/>
                  <a:pt x="38863" y="0"/>
                  <a:pt x="86885" y="0"/>
                </a:cubicBezTo>
                <a:cubicBezTo>
                  <a:pt x="134905" y="0"/>
                  <a:pt x="173770" y="36894"/>
                  <a:pt x="173770" y="82413"/>
                </a:cubicBezTo>
                <a:cubicBezTo>
                  <a:pt x="173770" y="127931"/>
                  <a:pt x="134905" y="164825"/>
                  <a:pt x="86885" y="164825"/>
                </a:cubicBezTo>
                <a:cubicBezTo>
                  <a:pt x="38863" y="164825"/>
                  <a:pt x="0" y="127931"/>
                  <a:pt x="0" y="82413"/>
                </a:cubicBezTo>
                <a:moveTo>
                  <a:pt x="16184" y="82413"/>
                </a:moveTo>
                <a:cubicBezTo>
                  <a:pt x="16184" y="118998"/>
                  <a:pt x="47808" y="148662"/>
                  <a:pt x="86885" y="148662"/>
                </a:cubicBezTo>
                <a:cubicBezTo>
                  <a:pt x="125961" y="148662"/>
                  <a:pt x="157585" y="118998"/>
                  <a:pt x="157585" y="82413"/>
                </a:cubicBezTo>
                <a:cubicBezTo>
                  <a:pt x="157585" y="45827"/>
                  <a:pt x="125961" y="16163"/>
                  <a:pt x="86885" y="16163"/>
                </a:cubicBezTo>
                <a:cubicBezTo>
                  <a:pt x="47808" y="16163"/>
                  <a:pt x="16184" y="45827"/>
                  <a:pt x="16184" y="82413"/>
                </a:cubicBez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df-path-415">
            <a:extLst xmlns:a="http://schemas.openxmlformats.org/drawingml/2006/main">
              <a:ext uri="{FF2B5EF4-FFF2-40B4-BE49-F238E27FC236}">
                <a16:creationId xmlns:a16="http://schemas.microsoft.com/office/drawing/2014/main" id="{6936DDBC-9050-4A3D-8C1B-950649DB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2550" y="4139150"/>
            <a:ext cx="82199" cy="82114"/>
          </a:xfrm>
          <a:custGeom xmlns:a="http://schemas.openxmlformats.org/drawingml/2006/main">
            <a:pathLst>
              <a:path w="82199" h="82114">
                <a:moveTo>
                  <a:pt x="0" y="14396"/>
                </a:moveTo>
                <a:lnTo>
                  <a:pt x="14480" y="0"/>
                </a:lnTo>
                <a:lnTo>
                  <a:pt x="41100" y="26662"/>
                </a:lnTo>
                <a:lnTo>
                  <a:pt x="67718" y="0"/>
                </a:lnTo>
                <a:lnTo>
                  <a:pt x="82199" y="14396"/>
                </a:lnTo>
                <a:lnTo>
                  <a:pt x="55475" y="41057"/>
                </a:lnTo>
                <a:lnTo>
                  <a:pt x="82199" y="67719"/>
                </a:lnTo>
                <a:lnTo>
                  <a:pt x="67718" y="82114"/>
                </a:lnTo>
                <a:lnTo>
                  <a:pt x="41100" y="55453"/>
                </a:lnTo>
                <a:lnTo>
                  <a:pt x="14480" y="82114"/>
                </a:lnTo>
                <a:lnTo>
                  <a:pt x="0" y="67719"/>
                </a:lnTo>
                <a:lnTo>
                  <a:pt x="26725" y="41057"/>
                </a:lnTo>
                <a:lnTo>
                  <a:pt x="0" y="14396"/>
                </a:lnTo>
              </a:path>
            </a:pathLst>
          </a:custGeom>
          <a:solidFill xmlns:a="http://schemas.openxmlformats.org/drawingml/2006/main">
            <a:srgbClr val="EE6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df-path-416">
            <a:extLst xmlns:a="http://schemas.openxmlformats.org/drawingml/2006/main">
              <a:ext uri="{FF2B5EF4-FFF2-40B4-BE49-F238E27FC236}">
                <a16:creationId xmlns:a16="http://schemas.microsoft.com/office/drawing/2014/main" id="{D7603C41-9A51-434E-AA00-8FD528C8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7777" y="3777089"/>
            <a:ext cx="764073" cy="240210"/>
          </a:xfrm>
          <a:custGeom xmlns:a="http://schemas.openxmlformats.org/drawingml/2006/main">
            <a:pathLst>
              <a:path w="764073" h="240210">
                <a:moveTo>
                  <a:pt x="0" y="240210"/>
                </a:moveTo>
                <a:lnTo>
                  <a:pt x="764073" y="240210"/>
                </a:lnTo>
                <a:lnTo>
                  <a:pt x="764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26" name="pdf-path-418">
            <a:extLst xmlns:a="http://schemas.openxmlformats.org/drawingml/2006/main">
              <a:ext uri="{FF2B5EF4-FFF2-40B4-BE49-F238E27FC236}">
                <a16:creationId xmlns:a16="http://schemas.microsoft.com/office/drawing/2014/main" id="{82DCE587-6794-4FA0-8788-3D71F0B6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0554" y="37770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27" name="pdf-path-420">
            <a:extLst xmlns:a="http://schemas.openxmlformats.org/drawingml/2006/main">
              <a:ext uri="{FF2B5EF4-FFF2-40B4-BE49-F238E27FC236}">
                <a16:creationId xmlns:a16="http://schemas.microsoft.com/office/drawing/2014/main" id="{FDA8F7AC-A98F-40AE-813F-1CE35641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277" y="3805198"/>
            <a:ext cx="223601" cy="183991"/>
          </a:xfrm>
          <a:custGeom xmlns:a="http://schemas.openxmlformats.org/drawingml/2006/main">
            <a:pathLst>
              <a:path w="223601" h="183991">
                <a:moveTo>
                  <a:pt x="0" y="183991"/>
                </a:moveTo>
                <a:lnTo>
                  <a:pt x="223601" y="183991"/>
                </a:lnTo>
                <a:lnTo>
                  <a:pt x="22360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28" name="pdf-path-422">
            <a:extLst xmlns:a="http://schemas.openxmlformats.org/drawingml/2006/main">
              <a:ext uri="{FF2B5EF4-FFF2-40B4-BE49-F238E27FC236}">
                <a16:creationId xmlns:a16="http://schemas.microsoft.com/office/drawing/2014/main" id="{D6C32FA7-CBCC-481E-A9DD-32C61469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2263" y="3803920"/>
            <a:ext cx="223601" cy="183991"/>
          </a:xfrm>
          <a:custGeom xmlns:a="http://schemas.openxmlformats.org/drawingml/2006/main">
            <a:pathLst>
              <a:path w="223601" h="183991">
                <a:moveTo>
                  <a:pt x="0" y="183991"/>
                </a:moveTo>
                <a:lnTo>
                  <a:pt x="223601" y="183991"/>
                </a:lnTo>
                <a:lnTo>
                  <a:pt x="22360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29" name="pdf-path-424">
            <a:extLst xmlns:a="http://schemas.openxmlformats.org/drawingml/2006/main">
              <a:ext uri="{FF2B5EF4-FFF2-40B4-BE49-F238E27FC236}">
                <a16:creationId xmlns:a16="http://schemas.microsoft.com/office/drawing/2014/main" id="{C1ED598B-2BC3-4978-B512-9418A605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6529" y="3803920"/>
            <a:ext cx="224877" cy="183991"/>
          </a:xfrm>
          <a:custGeom xmlns:a="http://schemas.openxmlformats.org/drawingml/2006/main">
            <a:pathLst>
              <a:path w="224877" h="183991">
                <a:moveTo>
                  <a:pt x="0" y="183991"/>
                </a:moveTo>
                <a:lnTo>
                  <a:pt x="224877" y="183991"/>
                </a:lnTo>
                <a:lnTo>
                  <a:pt x="22487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pic>
        <p:nvPic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183BD6FD-C008-49ED-B3D8-30DAC7A7EA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3fccde9c54a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21859" y="3836502"/>
            <a:ext cx="153326" cy="153326"/>
          </a:xfrm>
          <a:prstGeom xmlns:a="http://schemas.openxmlformats.org/drawingml/2006/main" prst="rect">
            <a:avLst/>
          </a:prstGeom>
        </p:spPr>
      </p:pic>
      <p:sp>
        <p:nvSpPr>
          <p:cNvPr id="331" name="dodont-source-component-51">
            <a:extLst xmlns:a="http://schemas.openxmlformats.org/drawingml/2006/main">
              <a:ext uri="{FF2B5EF4-FFF2-40B4-BE49-F238E27FC236}">
                <a16:creationId xmlns:a16="http://schemas.microsoft.com/office/drawing/2014/main" id="{4FC6CBBD-E0CB-4952-B0A2-7B388748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1859" y="3836502"/>
            <a:ext cx="153326" cy="15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9AA686A-2EE6-43D9-849D-4362ADF2DD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24fc2c1d84a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2290" y="3836502"/>
            <a:ext cx="153326" cy="153326"/>
          </a:xfrm>
          <a:prstGeom xmlns:a="http://schemas.openxmlformats.org/drawingml/2006/main" prst="rect">
            <a:avLst/>
          </a:prstGeom>
        </p:spPr>
      </p:pic>
      <p:sp>
        <p:nvSpPr>
          <p:cNvPr id="333" name="dodont-source-component-52">
            <a:extLst xmlns:a="http://schemas.openxmlformats.org/drawingml/2006/main">
              <a:ext uri="{FF2B5EF4-FFF2-40B4-BE49-F238E27FC236}">
                <a16:creationId xmlns:a16="http://schemas.microsoft.com/office/drawing/2014/main" id="{C2B7DC28-728A-4411-BDB3-607ACD3F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2290" y="3836502"/>
            <a:ext cx="153326" cy="15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0B8DAC49-4684-4C1B-83A3-CD4254EF1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d14ebae8848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22722" y="3836502"/>
            <a:ext cx="153326" cy="153326"/>
          </a:xfrm>
          <a:prstGeom xmlns:a="http://schemas.openxmlformats.org/drawingml/2006/main" prst="rect">
            <a:avLst/>
          </a:prstGeom>
        </p:spPr>
      </p:pic>
      <p:sp>
        <p:nvSpPr>
          <p:cNvPr id="335" name="dodont-source-component-53">
            <a:extLst xmlns:a="http://schemas.openxmlformats.org/drawingml/2006/main">
              <a:ext uri="{FF2B5EF4-FFF2-40B4-BE49-F238E27FC236}">
                <a16:creationId xmlns:a16="http://schemas.microsoft.com/office/drawing/2014/main" id="{98B55920-6188-4B86-B243-20A882EA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2722" y="3836502"/>
            <a:ext cx="153326" cy="15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6" name="pdf-path-429">
            <a:extLst xmlns:a="http://schemas.openxmlformats.org/drawingml/2006/main">
              <a:ext uri="{FF2B5EF4-FFF2-40B4-BE49-F238E27FC236}">
                <a16:creationId xmlns:a16="http://schemas.microsoft.com/office/drawing/2014/main" id="{9EF67B15-E11F-4522-9AD1-152DF16A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7777" y="4053075"/>
            <a:ext cx="764073" cy="241488"/>
          </a:xfrm>
          <a:custGeom xmlns:a="http://schemas.openxmlformats.org/drawingml/2006/main">
            <a:pathLst>
              <a:path w="764073" h="241488">
                <a:moveTo>
                  <a:pt x="0" y="241488"/>
                </a:moveTo>
                <a:lnTo>
                  <a:pt x="764073" y="241488"/>
                </a:lnTo>
                <a:lnTo>
                  <a:pt x="764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37" name="pdf-path-431">
            <a:extLst xmlns:a="http://schemas.openxmlformats.org/drawingml/2006/main">
              <a:ext uri="{FF2B5EF4-FFF2-40B4-BE49-F238E27FC236}">
                <a16:creationId xmlns:a16="http://schemas.microsoft.com/office/drawing/2014/main" id="{6B4A9218-2F1F-4A69-B12C-3A58FC77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277" y="4081185"/>
            <a:ext cx="223601" cy="183991"/>
          </a:xfrm>
          <a:custGeom xmlns:a="http://schemas.openxmlformats.org/drawingml/2006/main">
            <a:pathLst>
              <a:path w="223601" h="183991">
                <a:moveTo>
                  <a:pt x="0" y="183991"/>
                </a:moveTo>
                <a:lnTo>
                  <a:pt x="223601" y="183991"/>
                </a:lnTo>
                <a:lnTo>
                  <a:pt x="22360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38" name="pdf-path-433">
            <a:extLst xmlns:a="http://schemas.openxmlformats.org/drawingml/2006/main">
              <a:ext uri="{FF2B5EF4-FFF2-40B4-BE49-F238E27FC236}">
                <a16:creationId xmlns:a16="http://schemas.microsoft.com/office/drawing/2014/main" id="{E1BC71FB-960B-4461-BB2F-63D9DF85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2263" y="4081185"/>
            <a:ext cx="223601" cy="183991"/>
          </a:xfrm>
          <a:custGeom xmlns:a="http://schemas.openxmlformats.org/drawingml/2006/main">
            <a:pathLst>
              <a:path w="223601" h="183991">
                <a:moveTo>
                  <a:pt x="0" y="183991"/>
                </a:moveTo>
                <a:lnTo>
                  <a:pt x="223601" y="183991"/>
                </a:lnTo>
                <a:lnTo>
                  <a:pt x="22360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39" name="pdf-path-435">
            <a:extLst xmlns:a="http://schemas.openxmlformats.org/drawingml/2006/main">
              <a:ext uri="{FF2B5EF4-FFF2-40B4-BE49-F238E27FC236}">
                <a16:creationId xmlns:a16="http://schemas.microsoft.com/office/drawing/2014/main" id="{3EE3B780-9C68-4301-A52E-C784F15A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7807" y="4081185"/>
            <a:ext cx="223600" cy="183991"/>
          </a:xfrm>
          <a:custGeom xmlns:a="http://schemas.openxmlformats.org/drawingml/2006/main">
            <a:pathLst>
              <a:path w="223600" h="183991">
                <a:moveTo>
                  <a:pt x="0" y="183991"/>
                </a:moveTo>
                <a:lnTo>
                  <a:pt x="223600" y="183991"/>
                </a:lnTo>
                <a:lnTo>
                  <a:pt x="2236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pic>
        <p:nvPic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07C1BA15-88C3-41E9-A96E-7CB1533470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eac05ec5a4cf8"/>
          <a:srcRect xmlns:a="http://schemas.openxmlformats.org/drawingml/2006/main" l="417" t="0" r="4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23136" y="4112489"/>
            <a:ext cx="152048" cy="153326"/>
          </a:xfrm>
          <a:prstGeom xmlns:a="http://schemas.openxmlformats.org/drawingml/2006/main" prst="rect">
            <a:avLst/>
          </a:prstGeom>
        </p:spPr>
      </p:pic>
      <p:sp>
        <p:nvSpPr>
          <p:cNvPr id="341" name="dodont-source-component-54">
            <a:extLst xmlns:a="http://schemas.openxmlformats.org/drawingml/2006/main">
              <a:ext uri="{FF2B5EF4-FFF2-40B4-BE49-F238E27FC236}">
                <a16:creationId xmlns:a16="http://schemas.microsoft.com/office/drawing/2014/main" id="{B235E85B-66C8-4E60-9A98-60DBDC0C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3136" y="4112489"/>
            <a:ext cx="152048" cy="15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6E059E56-37BA-4BB1-AF84-8DFA98F4EB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bef93deae49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41731" y="4054397"/>
            <a:ext cx="214430" cy="214430"/>
          </a:xfrm>
          <a:prstGeom xmlns:a="http://schemas.openxmlformats.org/drawingml/2006/main" prst="rect">
            <a:avLst/>
          </a:prstGeom>
        </p:spPr>
      </p:pic>
      <p:sp>
        <p:nvSpPr>
          <p:cNvPr id="343" name="dodont-source-component-55">
            <a:extLst xmlns:a="http://schemas.openxmlformats.org/drawingml/2006/main">
              <a:ext uri="{FF2B5EF4-FFF2-40B4-BE49-F238E27FC236}">
                <a16:creationId xmlns:a16="http://schemas.microsoft.com/office/drawing/2014/main" id="{00C87C7D-6377-45D3-ABA9-B449F350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1731" y="4054397"/>
            <a:ext cx="214430" cy="214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CF0076B-840A-4B89-9E10-900F8352B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d634f0f6847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1794" y="4098008"/>
            <a:ext cx="165013" cy="165013"/>
          </a:xfrm>
          <a:prstGeom xmlns:a="http://schemas.openxmlformats.org/drawingml/2006/main" prst="rect">
            <a:avLst/>
          </a:prstGeom>
        </p:spPr>
      </p:pic>
      <p:sp>
        <p:nvSpPr>
          <p:cNvPr id="345" name="dodont-source-component-56">
            <a:extLst xmlns:a="http://schemas.openxmlformats.org/drawingml/2006/main">
              <a:ext uri="{FF2B5EF4-FFF2-40B4-BE49-F238E27FC236}">
                <a16:creationId xmlns:a16="http://schemas.microsoft.com/office/drawing/2014/main" id="{1A0992C3-023E-43E5-BAAC-9F7363C4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1794" y="4098008"/>
            <a:ext cx="165013" cy="165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6" name="pdf-path-440">
            <a:extLst xmlns:a="http://schemas.openxmlformats.org/drawingml/2006/main">
              <a:ext uri="{FF2B5EF4-FFF2-40B4-BE49-F238E27FC236}">
                <a16:creationId xmlns:a16="http://schemas.microsoft.com/office/drawing/2014/main" id="{5F806F9C-3292-483E-B728-5CD174C4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8274" y="37770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47" name="pdf-path-442">
            <a:extLst xmlns:a="http://schemas.openxmlformats.org/drawingml/2006/main">
              <a:ext uri="{FF2B5EF4-FFF2-40B4-BE49-F238E27FC236}">
                <a16:creationId xmlns:a16="http://schemas.microsoft.com/office/drawing/2014/main" id="{9F5676D0-915E-432A-91D8-10494379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5993" y="3777089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48" name="pdf-path-444">
            <a:extLst xmlns:a="http://schemas.openxmlformats.org/drawingml/2006/main">
              <a:ext uri="{FF2B5EF4-FFF2-40B4-BE49-F238E27FC236}">
                <a16:creationId xmlns:a16="http://schemas.microsoft.com/office/drawing/2014/main" id="{E654D1C9-5F48-4B6E-8F57-93B98417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2433" y="37770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49" name="pdf-path-446">
            <a:extLst xmlns:a="http://schemas.openxmlformats.org/drawingml/2006/main">
              <a:ext uri="{FF2B5EF4-FFF2-40B4-BE49-F238E27FC236}">
                <a16:creationId xmlns:a16="http://schemas.microsoft.com/office/drawing/2014/main" id="{8BBB9DC8-6135-495C-826A-4DAB587F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0152" y="3777089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50" name="pdf-path-448">
            <a:extLst xmlns:a="http://schemas.openxmlformats.org/drawingml/2006/main">
              <a:ext uri="{FF2B5EF4-FFF2-40B4-BE49-F238E27FC236}">
                <a16:creationId xmlns:a16="http://schemas.microsoft.com/office/drawing/2014/main" id="{7B7591E1-51A0-4126-8638-8E6480AE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1704" y="3777089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2" y="0"/>
                  <a:pt x="4472" y="0"/>
                </a:cubicBezTo>
                <a:lnTo>
                  <a:pt x="50469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9" y="26832"/>
                </a:cubicBezTo>
                <a:lnTo>
                  <a:pt x="4472" y="26832"/>
                </a:lnTo>
                <a:cubicBezTo>
                  <a:pt x="2022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51" name="pdf-path-450">
            <a:extLst xmlns:a="http://schemas.openxmlformats.org/drawingml/2006/main">
              <a:ext uri="{FF2B5EF4-FFF2-40B4-BE49-F238E27FC236}">
                <a16:creationId xmlns:a16="http://schemas.microsoft.com/office/drawing/2014/main" id="{5D20680C-5BA9-4C6E-8375-F6DDDBA2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9422" y="37770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52" name="pdf-path-452">
            <a:extLst xmlns:a="http://schemas.openxmlformats.org/drawingml/2006/main">
              <a:ext uri="{FF2B5EF4-FFF2-40B4-BE49-F238E27FC236}">
                <a16:creationId xmlns:a16="http://schemas.microsoft.com/office/drawing/2014/main" id="{1EED793B-98E9-4259-BF6E-8C9A1FBF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7142" y="37770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53" name="pdf-path-454">
            <a:extLst xmlns:a="http://schemas.openxmlformats.org/drawingml/2006/main">
              <a:ext uri="{FF2B5EF4-FFF2-40B4-BE49-F238E27FC236}">
                <a16:creationId xmlns:a16="http://schemas.microsoft.com/office/drawing/2014/main" id="{B3D70AEE-60F7-455D-9F2B-BB89972C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2306" y="37770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54" name="pdf-path-456">
            <a:extLst xmlns:a="http://schemas.openxmlformats.org/drawingml/2006/main">
              <a:ext uri="{FF2B5EF4-FFF2-40B4-BE49-F238E27FC236}">
                <a16:creationId xmlns:a16="http://schemas.microsoft.com/office/drawing/2014/main" id="{065EF4FF-88E2-4A82-A9AC-980FCB0A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0024" y="37770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55" name="pdf-path-458">
            <a:extLst xmlns:a="http://schemas.openxmlformats.org/drawingml/2006/main">
              <a:ext uri="{FF2B5EF4-FFF2-40B4-BE49-F238E27FC236}">
                <a16:creationId xmlns:a16="http://schemas.microsoft.com/office/drawing/2014/main" id="{A910BF0A-FF8A-4BF8-A385-0DA9838D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6465" y="3777089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56" name="pdf-path-460">
            <a:extLst xmlns:a="http://schemas.openxmlformats.org/drawingml/2006/main">
              <a:ext uri="{FF2B5EF4-FFF2-40B4-BE49-F238E27FC236}">
                <a16:creationId xmlns:a16="http://schemas.microsoft.com/office/drawing/2014/main" id="{6CF0B9B4-DBCD-42F4-827B-704E6EBF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0554" y="39891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57" name="pdf-path-462">
            <a:extLst xmlns:a="http://schemas.openxmlformats.org/drawingml/2006/main">
              <a:ext uri="{FF2B5EF4-FFF2-40B4-BE49-F238E27FC236}">
                <a16:creationId xmlns:a16="http://schemas.microsoft.com/office/drawing/2014/main" id="{3593EA84-3527-40E0-9097-DE859341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8274" y="39891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58" name="pdf-path-464">
            <a:extLst xmlns:a="http://schemas.openxmlformats.org/drawingml/2006/main">
              <a:ext uri="{FF2B5EF4-FFF2-40B4-BE49-F238E27FC236}">
                <a16:creationId xmlns:a16="http://schemas.microsoft.com/office/drawing/2014/main" id="{9FF7CDAF-7F9A-4F8E-AFBD-3A536A60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5993" y="3989189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59" name="pdf-path-466">
            <a:extLst xmlns:a="http://schemas.openxmlformats.org/drawingml/2006/main">
              <a:ext uri="{FF2B5EF4-FFF2-40B4-BE49-F238E27FC236}">
                <a16:creationId xmlns:a16="http://schemas.microsoft.com/office/drawing/2014/main" id="{C283BC1D-9452-4A72-9C29-9BCE1C29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2433" y="39891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60" name="pdf-path-468">
            <a:extLst xmlns:a="http://schemas.openxmlformats.org/drawingml/2006/main">
              <a:ext uri="{FF2B5EF4-FFF2-40B4-BE49-F238E27FC236}">
                <a16:creationId xmlns:a16="http://schemas.microsoft.com/office/drawing/2014/main" id="{7FC40712-1E44-49FE-9AF3-AD53BB90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0152" y="3989189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61" name="pdf-path-470">
            <a:extLst xmlns:a="http://schemas.openxmlformats.org/drawingml/2006/main">
              <a:ext uri="{FF2B5EF4-FFF2-40B4-BE49-F238E27FC236}">
                <a16:creationId xmlns:a16="http://schemas.microsoft.com/office/drawing/2014/main" id="{2472C6AD-8325-44F4-AABE-F88FD5D8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1704" y="3989189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2" y="0"/>
                  <a:pt x="4472" y="0"/>
                </a:cubicBezTo>
                <a:lnTo>
                  <a:pt x="50469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9" y="26832"/>
                </a:cubicBezTo>
                <a:lnTo>
                  <a:pt x="4472" y="26832"/>
                </a:lnTo>
                <a:cubicBezTo>
                  <a:pt x="2022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62" name="pdf-path-472">
            <a:extLst xmlns:a="http://schemas.openxmlformats.org/drawingml/2006/main">
              <a:ext uri="{FF2B5EF4-FFF2-40B4-BE49-F238E27FC236}">
                <a16:creationId xmlns:a16="http://schemas.microsoft.com/office/drawing/2014/main" id="{10E9C473-F942-4579-8D5C-22D2FB52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9422" y="39891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63" name="pdf-path-474">
            <a:extLst xmlns:a="http://schemas.openxmlformats.org/drawingml/2006/main">
              <a:ext uri="{FF2B5EF4-FFF2-40B4-BE49-F238E27FC236}">
                <a16:creationId xmlns:a16="http://schemas.microsoft.com/office/drawing/2014/main" id="{09443BFA-8F12-4D39-B9D7-B073B821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7142" y="39891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64" name="pdf-path-476">
            <a:extLst xmlns:a="http://schemas.openxmlformats.org/drawingml/2006/main">
              <a:ext uri="{FF2B5EF4-FFF2-40B4-BE49-F238E27FC236}">
                <a16:creationId xmlns:a16="http://schemas.microsoft.com/office/drawing/2014/main" id="{919F9338-954E-4E68-9CC5-4420A81E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2306" y="39891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65" name="pdf-path-478">
            <a:extLst xmlns:a="http://schemas.openxmlformats.org/drawingml/2006/main">
              <a:ext uri="{FF2B5EF4-FFF2-40B4-BE49-F238E27FC236}">
                <a16:creationId xmlns:a16="http://schemas.microsoft.com/office/drawing/2014/main" id="{119B39CA-0A59-4194-BFD6-517719B9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0024" y="3989189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66" name="pdf-path-480">
            <a:extLst xmlns:a="http://schemas.openxmlformats.org/drawingml/2006/main">
              <a:ext uri="{FF2B5EF4-FFF2-40B4-BE49-F238E27FC236}">
                <a16:creationId xmlns:a16="http://schemas.microsoft.com/office/drawing/2014/main" id="{CA340A2D-4A2F-4053-9613-F8981F95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6465" y="3989189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67" name="pdf-path-482">
            <a:extLst xmlns:a="http://schemas.openxmlformats.org/drawingml/2006/main">
              <a:ext uri="{FF2B5EF4-FFF2-40B4-BE49-F238E27FC236}">
                <a16:creationId xmlns:a16="http://schemas.microsoft.com/office/drawing/2014/main" id="{AD1678D9-94FB-4F87-AE55-4310C247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0554" y="4054352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098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098"/>
                  <a:pt x="54942" y="4685"/>
                </a:cubicBezTo>
                <a:lnTo>
                  <a:pt x="54942" y="23425"/>
                </a:lnTo>
                <a:cubicBezTo>
                  <a:pt x="54942" y="26012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6012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68" name="pdf-path-484">
            <a:extLst xmlns:a="http://schemas.openxmlformats.org/drawingml/2006/main">
              <a:ext uri="{FF2B5EF4-FFF2-40B4-BE49-F238E27FC236}">
                <a16:creationId xmlns:a16="http://schemas.microsoft.com/office/drawing/2014/main" id="{9C5D4510-772A-4D8B-A813-3EACF102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8274" y="4054352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098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098"/>
                  <a:pt x="54942" y="4685"/>
                </a:cubicBezTo>
                <a:lnTo>
                  <a:pt x="54942" y="23425"/>
                </a:lnTo>
                <a:cubicBezTo>
                  <a:pt x="54942" y="26012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6012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69" name="pdf-path-486">
            <a:extLst xmlns:a="http://schemas.openxmlformats.org/drawingml/2006/main">
              <a:ext uri="{FF2B5EF4-FFF2-40B4-BE49-F238E27FC236}">
                <a16:creationId xmlns:a16="http://schemas.microsoft.com/office/drawing/2014/main" id="{4B14C21C-7410-4067-AD0B-BF16A41A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5993" y="4054352"/>
            <a:ext cx="54941" cy="28110"/>
          </a:xfrm>
          <a:custGeom xmlns:a="http://schemas.openxmlformats.org/drawingml/2006/main">
            <a:pathLst>
              <a:path w="54941" h="28110">
                <a:moveTo>
                  <a:pt x="0" y="4685"/>
                </a:moveTo>
                <a:cubicBezTo>
                  <a:pt x="0" y="2098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1" y="2098"/>
                  <a:pt x="54941" y="4685"/>
                </a:cubicBezTo>
                <a:lnTo>
                  <a:pt x="54941" y="23425"/>
                </a:lnTo>
                <a:cubicBezTo>
                  <a:pt x="54941" y="26012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6012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70" name="pdf-path-488">
            <a:extLst xmlns:a="http://schemas.openxmlformats.org/drawingml/2006/main">
              <a:ext uri="{FF2B5EF4-FFF2-40B4-BE49-F238E27FC236}">
                <a16:creationId xmlns:a16="http://schemas.microsoft.com/office/drawing/2014/main" id="{123CDB2C-725E-4382-AA9F-808D83A0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2433" y="4054352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098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098"/>
                  <a:pt x="54942" y="4685"/>
                </a:cubicBezTo>
                <a:lnTo>
                  <a:pt x="54942" y="23425"/>
                </a:lnTo>
                <a:cubicBezTo>
                  <a:pt x="54942" y="26012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6012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71" name="pdf-path-490">
            <a:extLst xmlns:a="http://schemas.openxmlformats.org/drawingml/2006/main">
              <a:ext uri="{FF2B5EF4-FFF2-40B4-BE49-F238E27FC236}">
                <a16:creationId xmlns:a16="http://schemas.microsoft.com/office/drawing/2014/main" id="{3C13FFA3-4762-4256-8FBE-DF913BDD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0152" y="4054352"/>
            <a:ext cx="54941" cy="28110"/>
          </a:xfrm>
          <a:custGeom xmlns:a="http://schemas.openxmlformats.org/drawingml/2006/main">
            <a:pathLst>
              <a:path w="54941" h="28110">
                <a:moveTo>
                  <a:pt x="0" y="4685"/>
                </a:moveTo>
                <a:cubicBezTo>
                  <a:pt x="0" y="2098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1" y="2098"/>
                  <a:pt x="54941" y="4685"/>
                </a:cubicBezTo>
                <a:lnTo>
                  <a:pt x="54941" y="23425"/>
                </a:lnTo>
                <a:cubicBezTo>
                  <a:pt x="54941" y="26012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6012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72" name="pdf-path-492">
            <a:extLst xmlns:a="http://schemas.openxmlformats.org/drawingml/2006/main">
              <a:ext uri="{FF2B5EF4-FFF2-40B4-BE49-F238E27FC236}">
                <a16:creationId xmlns:a16="http://schemas.microsoft.com/office/drawing/2014/main" id="{B3CD7EDD-12EF-42F3-80B6-0A11C834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1704" y="4054352"/>
            <a:ext cx="54941" cy="28110"/>
          </a:xfrm>
          <a:custGeom xmlns:a="http://schemas.openxmlformats.org/drawingml/2006/main">
            <a:pathLst>
              <a:path w="54941" h="28110">
                <a:moveTo>
                  <a:pt x="0" y="4685"/>
                </a:moveTo>
                <a:cubicBezTo>
                  <a:pt x="0" y="2098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1" y="2098"/>
                  <a:pt x="54941" y="4685"/>
                </a:cubicBezTo>
                <a:lnTo>
                  <a:pt x="54941" y="23425"/>
                </a:lnTo>
                <a:cubicBezTo>
                  <a:pt x="54941" y="26012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6012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73" name="pdf-path-494">
            <a:extLst xmlns:a="http://schemas.openxmlformats.org/drawingml/2006/main">
              <a:ext uri="{FF2B5EF4-FFF2-40B4-BE49-F238E27FC236}">
                <a16:creationId xmlns:a16="http://schemas.microsoft.com/office/drawing/2014/main" id="{D54105AC-12E7-4EC6-A9C4-C05B8144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9422" y="4054352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098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098"/>
                  <a:pt x="54942" y="4685"/>
                </a:cubicBezTo>
                <a:lnTo>
                  <a:pt x="54942" y="23425"/>
                </a:lnTo>
                <a:cubicBezTo>
                  <a:pt x="54942" y="26012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6012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74" name="pdf-path-496">
            <a:extLst xmlns:a="http://schemas.openxmlformats.org/drawingml/2006/main">
              <a:ext uri="{FF2B5EF4-FFF2-40B4-BE49-F238E27FC236}">
                <a16:creationId xmlns:a16="http://schemas.microsoft.com/office/drawing/2014/main" id="{43C11AA9-696F-4846-B2C8-60045191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7142" y="4054352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098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098"/>
                  <a:pt x="54942" y="4685"/>
                </a:cubicBezTo>
                <a:lnTo>
                  <a:pt x="54942" y="23425"/>
                </a:lnTo>
                <a:cubicBezTo>
                  <a:pt x="54942" y="26012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6012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75" name="pdf-path-498">
            <a:extLst xmlns:a="http://schemas.openxmlformats.org/drawingml/2006/main">
              <a:ext uri="{FF2B5EF4-FFF2-40B4-BE49-F238E27FC236}">
                <a16:creationId xmlns:a16="http://schemas.microsoft.com/office/drawing/2014/main" id="{A25BBB77-978A-47AF-BF0F-E642FABA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2306" y="4054352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098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098"/>
                  <a:pt x="54942" y="4685"/>
                </a:cubicBezTo>
                <a:lnTo>
                  <a:pt x="54942" y="23425"/>
                </a:lnTo>
                <a:cubicBezTo>
                  <a:pt x="54942" y="26012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6012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76" name="pdf-path-500">
            <a:extLst xmlns:a="http://schemas.openxmlformats.org/drawingml/2006/main">
              <a:ext uri="{FF2B5EF4-FFF2-40B4-BE49-F238E27FC236}">
                <a16:creationId xmlns:a16="http://schemas.microsoft.com/office/drawing/2014/main" id="{CD2ED095-F74C-4539-9678-2A0FAAEC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0024" y="4054352"/>
            <a:ext cx="54942" cy="28110"/>
          </a:xfrm>
          <a:custGeom xmlns:a="http://schemas.openxmlformats.org/drawingml/2006/main">
            <a:pathLst>
              <a:path w="54942" h="28110">
                <a:moveTo>
                  <a:pt x="0" y="4685"/>
                </a:moveTo>
                <a:cubicBezTo>
                  <a:pt x="0" y="2098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2" y="2098"/>
                  <a:pt x="54942" y="4685"/>
                </a:cubicBezTo>
                <a:lnTo>
                  <a:pt x="54942" y="23425"/>
                </a:lnTo>
                <a:cubicBezTo>
                  <a:pt x="54942" y="26012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6012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77" name="pdf-path-502">
            <a:extLst xmlns:a="http://schemas.openxmlformats.org/drawingml/2006/main">
              <a:ext uri="{FF2B5EF4-FFF2-40B4-BE49-F238E27FC236}">
                <a16:creationId xmlns:a16="http://schemas.microsoft.com/office/drawing/2014/main" id="{C299FC31-C84B-4278-B551-0EE4705B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6465" y="4054352"/>
            <a:ext cx="54941" cy="28110"/>
          </a:xfrm>
          <a:custGeom xmlns:a="http://schemas.openxmlformats.org/drawingml/2006/main">
            <a:pathLst>
              <a:path w="54941" h="28110">
                <a:moveTo>
                  <a:pt x="0" y="4685"/>
                </a:moveTo>
                <a:cubicBezTo>
                  <a:pt x="0" y="2098"/>
                  <a:pt x="2130" y="0"/>
                  <a:pt x="4685" y="0"/>
                </a:cubicBezTo>
                <a:lnTo>
                  <a:pt x="50257" y="0"/>
                </a:lnTo>
                <a:cubicBezTo>
                  <a:pt x="52812" y="0"/>
                  <a:pt x="54941" y="2098"/>
                  <a:pt x="54941" y="4685"/>
                </a:cubicBezTo>
                <a:lnTo>
                  <a:pt x="54941" y="23425"/>
                </a:lnTo>
                <a:cubicBezTo>
                  <a:pt x="54941" y="26012"/>
                  <a:pt x="52812" y="28110"/>
                  <a:pt x="50257" y="28110"/>
                </a:cubicBezTo>
                <a:lnTo>
                  <a:pt x="4685" y="28110"/>
                </a:lnTo>
                <a:cubicBezTo>
                  <a:pt x="2130" y="28110"/>
                  <a:pt x="0" y="26012"/>
                  <a:pt x="0" y="23425"/>
                </a:cubicBezTo>
                <a:lnTo>
                  <a:pt x="0" y="46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78" name="pdf-path-504">
            <a:extLst xmlns:a="http://schemas.openxmlformats.org/drawingml/2006/main">
              <a:ext uri="{FF2B5EF4-FFF2-40B4-BE49-F238E27FC236}">
                <a16:creationId xmlns:a16="http://schemas.microsoft.com/office/drawing/2014/main" id="{195E90BA-1041-4B83-A1BC-2C44752A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0554" y="42664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79" name="pdf-path-506">
            <a:extLst xmlns:a="http://schemas.openxmlformats.org/drawingml/2006/main">
              <a:ext uri="{FF2B5EF4-FFF2-40B4-BE49-F238E27FC236}">
                <a16:creationId xmlns:a16="http://schemas.microsoft.com/office/drawing/2014/main" id="{3664C70E-8492-4FAE-9A92-E4189482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8274" y="42664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80" name="pdf-path-508">
            <a:extLst xmlns:a="http://schemas.openxmlformats.org/drawingml/2006/main">
              <a:ext uri="{FF2B5EF4-FFF2-40B4-BE49-F238E27FC236}">
                <a16:creationId xmlns:a16="http://schemas.microsoft.com/office/drawing/2014/main" id="{85A09B4B-CB8A-46B9-9380-87C8688F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5993" y="4266453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81" name="pdf-path-510">
            <a:extLst xmlns:a="http://schemas.openxmlformats.org/drawingml/2006/main">
              <a:ext uri="{FF2B5EF4-FFF2-40B4-BE49-F238E27FC236}">
                <a16:creationId xmlns:a16="http://schemas.microsoft.com/office/drawing/2014/main" id="{44D4FA77-9B0E-4010-8707-F2E9641A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2433" y="42664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82" name="pdf-path-512">
            <a:extLst xmlns:a="http://schemas.openxmlformats.org/drawingml/2006/main">
              <a:ext uri="{FF2B5EF4-FFF2-40B4-BE49-F238E27FC236}">
                <a16:creationId xmlns:a16="http://schemas.microsoft.com/office/drawing/2014/main" id="{1EE23611-19F1-4A33-A273-33295487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0152" y="4266453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83" name="pdf-path-514">
            <a:extLst xmlns:a="http://schemas.openxmlformats.org/drawingml/2006/main">
              <a:ext uri="{FF2B5EF4-FFF2-40B4-BE49-F238E27FC236}">
                <a16:creationId xmlns:a16="http://schemas.microsoft.com/office/drawing/2014/main" id="{39464990-1FB4-4733-AEE2-EE455207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1704" y="4266453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2" y="0"/>
                  <a:pt x="4472" y="0"/>
                </a:cubicBezTo>
                <a:lnTo>
                  <a:pt x="50469" y="0"/>
                </a:lnTo>
                <a:cubicBezTo>
                  <a:pt x="52918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8" y="26832"/>
                  <a:pt x="50469" y="26832"/>
                </a:cubicBezTo>
                <a:lnTo>
                  <a:pt x="4472" y="26832"/>
                </a:lnTo>
                <a:cubicBezTo>
                  <a:pt x="2022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84" name="pdf-path-516">
            <a:extLst xmlns:a="http://schemas.openxmlformats.org/drawingml/2006/main">
              <a:ext uri="{FF2B5EF4-FFF2-40B4-BE49-F238E27FC236}">
                <a16:creationId xmlns:a16="http://schemas.microsoft.com/office/drawing/2014/main" id="{6F6C6613-9512-4EF3-A0D8-0653A086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9422" y="42664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85" name="pdf-path-518">
            <a:extLst xmlns:a="http://schemas.openxmlformats.org/drawingml/2006/main">
              <a:ext uri="{FF2B5EF4-FFF2-40B4-BE49-F238E27FC236}">
                <a16:creationId xmlns:a16="http://schemas.microsoft.com/office/drawing/2014/main" id="{774A61EA-4A3A-498F-8546-7E128B96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7142" y="42664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70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70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86" name="pdf-path-520">
            <a:extLst xmlns:a="http://schemas.openxmlformats.org/drawingml/2006/main">
              <a:ext uri="{FF2B5EF4-FFF2-40B4-BE49-F238E27FC236}">
                <a16:creationId xmlns:a16="http://schemas.microsoft.com/office/drawing/2014/main" id="{67FD9E5C-D554-48A8-96B1-3CEA5AF7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2306" y="42664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87" name="pdf-path-522">
            <a:extLst xmlns:a="http://schemas.openxmlformats.org/drawingml/2006/main">
              <a:ext uri="{FF2B5EF4-FFF2-40B4-BE49-F238E27FC236}">
                <a16:creationId xmlns:a16="http://schemas.microsoft.com/office/drawing/2014/main" id="{6CE213B6-70AA-47A3-BC4B-F1EC9029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0024" y="4266453"/>
            <a:ext cx="54942" cy="26832"/>
          </a:xfrm>
          <a:custGeom xmlns:a="http://schemas.openxmlformats.org/drawingml/2006/main">
            <a:pathLst>
              <a:path w="54942" h="26832">
                <a:moveTo>
                  <a:pt x="0" y="4472"/>
                </a:moveTo>
                <a:cubicBezTo>
                  <a:pt x="0" y="2002"/>
                  <a:pt x="2023" y="0"/>
                  <a:pt x="4473" y="0"/>
                </a:cubicBezTo>
                <a:lnTo>
                  <a:pt x="50469" y="0"/>
                </a:lnTo>
                <a:cubicBezTo>
                  <a:pt x="52919" y="0"/>
                  <a:pt x="54942" y="2002"/>
                  <a:pt x="54942" y="4472"/>
                </a:cubicBezTo>
                <a:lnTo>
                  <a:pt x="54942" y="22360"/>
                </a:lnTo>
                <a:cubicBezTo>
                  <a:pt x="54942" y="24830"/>
                  <a:pt x="52919" y="26832"/>
                  <a:pt x="50469" y="26832"/>
                </a:cubicBezTo>
                <a:lnTo>
                  <a:pt x="4473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88" name="pdf-path-524">
            <a:extLst xmlns:a="http://schemas.openxmlformats.org/drawingml/2006/main">
              <a:ext uri="{FF2B5EF4-FFF2-40B4-BE49-F238E27FC236}">
                <a16:creationId xmlns:a16="http://schemas.microsoft.com/office/drawing/2014/main" id="{B1AD1F47-25C4-449A-8762-3672D56A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6465" y="4266453"/>
            <a:ext cx="54941" cy="26832"/>
          </a:xfrm>
          <a:custGeom xmlns:a="http://schemas.openxmlformats.org/drawingml/2006/main">
            <a:pathLst>
              <a:path w="54941" h="26832">
                <a:moveTo>
                  <a:pt x="0" y="4472"/>
                </a:moveTo>
                <a:cubicBezTo>
                  <a:pt x="0" y="2002"/>
                  <a:pt x="2023" y="0"/>
                  <a:pt x="4472" y="0"/>
                </a:cubicBezTo>
                <a:lnTo>
                  <a:pt x="50469" y="0"/>
                </a:lnTo>
                <a:cubicBezTo>
                  <a:pt x="52919" y="0"/>
                  <a:pt x="54941" y="2002"/>
                  <a:pt x="54941" y="4472"/>
                </a:cubicBezTo>
                <a:lnTo>
                  <a:pt x="54941" y="22360"/>
                </a:lnTo>
                <a:cubicBezTo>
                  <a:pt x="54941" y="24830"/>
                  <a:pt x="52919" y="26832"/>
                  <a:pt x="50469" y="26832"/>
                </a:cubicBezTo>
                <a:lnTo>
                  <a:pt x="4472" y="26832"/>
                </a:lnTo>
                <a:cubicBezTo>
                  <a:pt x="2023" y="26832"/>
                  <a:pt x="0" y="24830"/>
                  <a:pt x="0" y="22360"/>
                </a:cubicBezTo>
                <a:lnTo>
                  <a:pt x="0" y="4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610">
            <a:solidFill>
              <a:srgbClr val="000000"/>
            </a:solidFill>
            <a:prstDash val="solid"/>
          </a:ln>
        </p:spPr>
      </p:sp>
      <p:sp>
        <p:nvSpPr>
          <p:cNvPr id="389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6A8A759B-8C82-4AF1-97AB-29EE36EA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8363" y="2953066"/>
            <a:ext cx="66790" cy="71024"/>
          </a:xfrm>
          <a:custGeom xmlns:a="http://schemas.openxmlformats.org/drawingml/2006/main">
            <a:pathLst>
              <a:path w="66790" h="71024">
                <a:moveTo>
                  <a:pt x="30731" y="18833"/>
                </a:moveTo>
                <a:cubicBezTo>
                  <a:pt x="35500" y="12361"/>
                  <a:pt x="40086" y="7616"/>
                  <a:pt x="44490" y="4599"/>
                </a:cubicBezTo>
                <a:cubicBezTo>
                  <a:pt x="48894" y="1582"/>
                  <a:pt x="53359" y="73"/>
                  <a:pt x="57885" y="73"/>
                </a:cubicBezTo>
                <a:cubicBezTo>
                  <a:pt x="61437" y="73"/>
                  <a:pt x="64405" y="341"/>
                  <a:pt x="66790" y="876"/>
                </a:cubicBezTo>
                <a:lnTo>
                  <a:pt x="63287" y="17227"/>
                </a:lnTo>
                <a:lnTo>
                  <a:pt x="55768" y="17227"/>
                </a:lnTo>
                <a:cubicBezTo>
                  <a:pt x="55476" y="15183"/>
                  <a:pt x="55062" y="13602"/>
                  <a:pt x="54527" y="12482"/>
                </a:cubicBezTo>
                <a:cubicBezTo>
                  <a:pt x="53992" y="11363"/>
                  <a:pt x="53359" y="10584"/>
                  <a:pt x="52629" y="10146"/>
                </a:cubicBezTo>
                <a:cubicBezTo>
                  <a:pt x="51899" y="9708"/>
                  <a:pt x="50975" y="9490"/>
                  <a:pt x="49855" y="9490"/>
                </a:cubicBezTo>
                <a:cubicBezTo>
                  <a:pt x="48103" y="9490"/>
                  <a:pt x="46194" y="10244"/>
                  <a:pt x="44125" y="11752"/>
                </a:cubicBezTo>
                <a:cubicBezTo>
                  <a:pt x="42057" y="13261"/>
                  <a:pt x="39734" y="15621"/>
                  <a:pt x="37154" y="18833"/>
                </a:cubicBezTo>
                <a:cubicBezTo>
                  <a:pt x="34575" y="22044"/>
                  <a:pt x="32519" y="25134"/>
                  <a:pt x="30986" y="28103"/>
                </a:cubicBezTo>
                <a:cubicBezTo>
                  <a:pt x="29454" y="31072"/>
                  <a:pt x="28176" y="34843"/>
                  <a:pt x="27154" y="39417"/>
                </a:cubicBezTo>
                <a:lnTo>
                  <a:pt x="20220" y="71024"/>
                </a:lnTo>
                <a:lnTo>
                  <a:pt x="7592" y="71024"/>
                </a:lnTo>
                <a:lnTo>
                  <a:pt x="18176" y="24745"/>
                </a:lnTo>
                <a:cubicBezTo>
                  <a:pt x="18857" y="21825"/>
                  <a:pt x="19295" y="19562"/>
                  <a:pt x="19490" y="17957"/>
                </a:cubicBezTo>
                <a:cubicBezTo>
                  <a:pt x="19685" y="16351"/>
                  <a:pt x="19782" y="15013"/>
                  <a:pt x="19782" y="13942"/>
                </a:cubicBezTo>
                <a:cubicBezTo>
                  <a:pt x="19782" y="11996"/>
                  <a:pt x="19465" y="10584"/>
                  <a:pt x="18833" y="9708"/>
                </a:cubicBezTo>
                <a:cubicBezTo>
                  <a:pt x="18200" y="8832"/>
                  <a:pt x="17203" y="8395"/>
                  <a:pt x="15840" y="8395"/>
                </a:cubicBezTo>
                <a:cubicBezTo>
                  <a:pt x="14332" y="8395"/>
                  <a:pt x="12738" y="9015"/>
                  <a:pt x="11059" y="10256"/>
                </a:cubicBezTo>
                <a:cubicBezTo>
                  <a:pt x="9380" y="11497"/>
                  <a:pt x="7081" y="13747"/>
                  <a:pt x="4161" y="17008"/>
                </a:cubicBezTo>
                <a:lnTo>
                  <a:pt x="0" y="12920"/>
                </a:lnTo>
                <a:cubicBezTo>
                  <a:pt x="4477" y="8249"/>
                  <a:pt x="8224" y="4927"/>
                  <a:pt x="11241" y="2957"/>
                </a:cubicBezTo>
                <a:cubicBezTo>
                  <a:pt x="14258" y="985"/>
                  <a:pt x="17592" y="0"/>
                  <a:pt x="21242" y="0"/>
                </a:cubicBezTo>
                <a:cubicBezTo>
                  <a:pt x="24307" y="0"/>
                  <a:pt x="26728" y="1010"/>
                  <a:pt x="28504" y="3029"/>
                </a:cubicBezTo>
                <a:cubicBezTo>
                  <a:pt x="30281" y="5049"/>
                  <a:pt x="31169" y="7689"/>
                  <a:pt x="31169" y="10949"/>
                </a:cubicBezTo>
                <a:cubicBezTo>
                  <a:pt x="31169" y="13382"/>
                  <a:pt x="30707" y="15889"/>
                  <a:pt x="29782" y="18468"/>
                </a:cubicBezTo>
                <a:lnTo>
                  <a:pt x="30731" y="188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A38B5F60-AD8F-4803-AC35-2263D22E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0428" y="2979770"/>
            <a:ext cx="26197" cy="75939"/>
          </a:xfrm>
          <a:custGeom xmlns:a="http://schemas.openxmlformats.org/drawingml/2006/main">
            <a:pathLst>
              <a:path w="26197" h="75939">
                <a:moveTo>
                  <a:pt x="24182" y="0"/>
                </a:moveTo>
                <a:lnTo>
                  <a:pt x="21583" y="11401"/>
                </a:lnTo>
                <a:lnTo>
                  <a:pt x="11084" y="11401"/>
                </a:lnTo>
                <a:lnTo>
                  <a:pt x="13576" y="0"/>
                </a:lnTo>
                <a:lnTo>
                  <a:pt x="24182" y="0"/>
                </a:lnTo>
                <a:moveTo>
                  <a:pt x="11401" y="56689"/>
                </a:moveTo>
                <a:cubicBezTo>
                  <a:pt x="10907" y="58775"/>
                  <a:pt x="10562" y="60437"/>
                  <a:pt x="10368" y="61674"/>
                </a:cubicBezTo>
                <a:cubicBezTo>
                  <a:pt x="10173" y="62911"/>
                  <a:pt x="10076" y="64025"/>
                  <a:pt x="10076" y="65015"/>
                </a:cubicBezTo>
                <a:cubicBezTo>
                  <a:pt x="10076" y="66358"/>
                  <a:pt x="10350" y="67331"/>
                  <a:pt x="10898" y="67931"/>
                </a:cubicBezTo>
                <a:cubicBezTo>
                  <a:pt x="11446" y="68533"/>
                  <a:pt x="12268" y="68833"/>
                  <a:pt x="13364" y="68833"/>
                </a:cubicBezTo>
                <a:cubicBezTo>
                  <a:pt x="14000" y="68833"/>
                  <a:pt x="14636" y="68709"/>
                  <a:pt x="15273" y="68462"/>
                </a:cubicBezTo>
                <a:cubicBezTo>
                  <a:pt x="15909" y="68214"/>
                  <a:pt x="16590" y="67826"/>
                  <a:pt x="17314" y="67295"/>
                </a:cubicBezTo>
                <a:cubicBezTo>
                  <a:pt x="18039" y="66765"/>
                  <a:pt x="18835" y="66084"/>
                  <a:pt x="19701" y="65253"/>
                </a:cubicBezTo>
                <a:cubicBezTo>
                  <a:pt x="20567" y="64423"/>
                  <a:pt x="21530" y="63424"/>
                  <a:pt x="22591" y="62257"/>
                </a:cubicBezTo>
                <a:lnTo>
                  <a:pt x="26197" y="65757"/>
                </a:lnTo>
                <a:cubicBezTo>
                  <a:pt x="24359" y="67631"/>
                  <a:pt x="22688" y="69213"/>
                  <a:pt x="21186" y="70504"/>
                </a:cubicBezTo>
                <a:cubicBezTo>
                  <a:pt x="19683" y="71794"/>
                  <a:pt x="18260" y="72846"/>
                  <a:pt x="16917" y="73659"/>
                </a:cubicBezTo>
                <a:cubicBezTo>
                  <a:pt x="15573" y="74472"/>
                  <a:pt x="14257" y="75055"/>
                  <a:pt x="12966" y="75409"/>
                </a:cubicBezTo>
                <a:cubicBezTo>
                  <a:pt x="11676" y="75762"/>
                  <a:pt x="10306" y="75939"/>
                  <a:pt x="8856" y="75939"/>
                </a:cubicBezTo>
                <a:cubicBezTo>
                  <a:pt x="7513" y="75939"/>
                  <a:pt x="6302" y="75692"/>
                  <a:pt x="5224" y="75196"/>
                </a:cubicBezTo>
                <a:cubicBezTo>
                  <a:pt x="4145" y="74702"/>
                  <a:pt x="3217" y="74021"/>
                  <a:pt x="2440" y="73155"/>
                </a:cubicBezTo>
                <a:cubicBezTo>
                  <a:pt x="1662" y="72289"/>
                  <a:pt x="1061" y="71255"/>
                  <a:pt x="637" y="70053"/>
                </a:cubicBezTo>
                <a:cubicBezTo>
                  <a:pt x="212" y="68851"/>
                  <a:pt x="0" y="67525"/>
                  <a:pt x="0" y="66075"/>
                </a:cubicBezTo>
                <a:cubicBezTo>
                  <a:pt x="0" y="64909"/>
                  <a:pt x="142" y="63459"/>
                  <a:pt x="424" y="61727"/>
                </a:cubicBezTo>
                <a:cubicBezTo>
                  <a:pt x="707" y="59995"/>
                  <a:pt x="1070" y="58112"/>
                  <a:pt x="1512" y="56079"/>
                </a:cubicBezTo>
                <a:cubicBezTo>
                  <a:pt x="1953" y="54046"/>
                  <a:pt x="2440" y="51916"/>
                  <a:pt x="2970" y="49689"/>
                </a:cubicBezTo>
                <a:cubicBezTo>
                  <a:pt x="3500" y="47462"/>
                  <a:pt x="4022" y="45252"/>
                  <a:pt x="4534" y="43060"/>
                </a:cubicBezTo>
                <a:cubicBezTo>
                  <a:pt x="5047" y="40869"/>
                  <a:pt x="5506" y="38756"/>
                  <a:pt x="5913" y="36723"/>
                </a:cubicBezTo>
                <a:cubicBezTo>
                  <a:pt x="6320" y="34691"/>
                  <a:pt x="6611" y="32843"/>
                  <a:pt x="6788" y="31182"/>
                </a:cubicBezTo>
                <a:cubicBezTo>
                  <a:pt x="6859" y="30899"/>
                  <a:pt x="6894" y="30625"/>
                  <a:pt x="6894" y="30360"/>
                </a:cubicBezTo>
                <a:cubicBezTo>
                  <a:pt x="6894" y="30095"/>
                  <a:pt x="6894" y="29856"/>
                  <a:pt x="6894" y="29644"/>
                </a:cubicBezTo>
                <a:cubicBezTo>
                  <a:pt x="6823" y="28265"/>
                  <a:pt x="6337" y="27257"/>
                  <a:pt x="5436" y="26621"/>
                </a:cubicBezTo>
                <a:cubicBezTo>
                  <a:pt x="4534" y="25985"/>
                  <a:pt x="2934" y="25631"/>
                  <a:pt x="637" y="25560"/>
                </a:cubicBezTo>
                <a:lnTo>
                  <a:pt x="1273" y="21954"/>
                </a:lnTo>
                <a:lnTo>
                  <a:pt x="16652" y="21371"/>
                </a:lnTo>
                <a:lnTo>
                  <a:pt x="19250" y="21371"/>
                </a:lnTo>
                <a:lnTo>
                  <a:pt x="11401" y="566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D62E826C-6FE4-4943-BDAD-A7DE67B3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1921" y="3000611"/>
            <a:ext cx="66394" cy="55098"/>
          </a:xfrm>
          <a:custGeom xmlns:a="http://schemas.openxmlformats.org/drawingml/2006/main">
            <a:pathLst>
              <a:path w="66394" h="55098">
                <a:moveTo>
                  <a:pt x="25242" y="14053"/>
                </a:moveTo>
                <a:cubicBezTo>
                  <a:pt x="28671" y="9351"/>
                  <a:pt x="32057" y="5833"/>
                  <a:pt x="35397" y="3500"/>
                </a:cubicBezTo>
                <a:cubicBezTo>
                  <a:pt x="38738" y="1166"/>
                  <a:pt x="42194" y="0"/>
                  <a:pt x="45765" y="0"/>
                </a:cubicBezTo>
                <a:cubicBezTo>
                  <a:pt x="49512" y="0"/>
                  <a:pt x="52314" y="1008"/>
                  <a:pt x="54170" y="3022"/>
                </a:cubicBezTo>
                <a:cubicBezTo>
                  <a:pt x="56026" y="5038"/>
                  <a:pt x="56954" y="7866"/>
                  <a:pt x="56954" y="11507"/>
                </a:cubicBezTo>
                <a:cubicBezTo>
                  <a:pt x="56954" y="12604"/>
                  <a:pt x="56795" y="14124"/>
                  <a:pt x="56477" y="16068"/>
                </a:cubicBezTo>
                <a:cubicBezTo>
                  <a:pt x="56158" y="18012"/>
                  <a:pt x="55752" y="20134"/>
                  <a:pt x="55257" y="22431"/>
                </a:cubicBezTo>
                <a:cubicBezTo>
                  <a:pt x="54762" y="24730"/>
                  <a:pt x="54232" y="27089"/>
                  <a:pt x="53666" y="29511"/>
                </a:cubicBezTo>
                <a:cubicBezTo>
                  <a:pt x="53101" y="31933"/>
                  <a:pt x="52570" y="34169"/>
                  <a:pt x="52075" y="36219"/>
                </a:cubicBezTo>
                <a:cubicBezTo>
                  <a:pt x="51580" y="38270"/>
                  <a:pt x="51174" y="40020"/>
                  <a:pt x="50856" y="41469"/>
                </a:cubicBezTo>
                <a:cubicBezTo>
                  <a:pt x="50537" y="42919"/>
                  <a:pt x="50379" y="43820"/>
                  <a:pt x="50379" y="44174"/>
                </a:cubicBezTo>
                <a:cubicBezTo>
                  <a:pt x="50379" y="45517"/>
                  <a:pt x="50626" y="46490"/>
                  <a:pt x="51121" y="47091"/>
                </a:cubicBezTo>
                <a:cubicBezTo>
                  <a:pt x="51616" y="47692"/>
                  <a:pt x="52411" y="47992"/>
                  <a:pt x="53507" y="47992"/>
                </a:cubicBezTo>
                <a:cubicBezTo>
                  <a:pt x="54179" y="47992"/>
                  <a:pt x="54842" y="47868"/>
                  <a:pt x="55496" y="47621"/>
                </a:cubicBezTo>
                <a:cubicBezTo>
                  <a:pt x="56150" y="47374"/>
                  <a:pt x="56830" y="46985"/>
                  <a:pt x="57538" y="46454"/>
                </a:cubicBezTo>
                <a:cubicBezTo>
                  <a:pt x="58244" y="45924"/>
                  <a:pt x="59022" y="45244"/>
                  <a:pt x="59871" y="44413"/>
                </a:cubicBezTo>
                <a:cubicBezTo>
                  <a:pt x="60719" y="43582"/>
                  <a:pt x="61674" y="42583"/>
                  <a:pt x="62735" y="41416"/>
                </a:cubicBezTo>
                <a:lnTo>
                  <a:pt x="66394" y="44917"/>
                </a:lnTo>
                <a:cubicBezTo>
                  <a:pt x="64661" y="46684"/>
                  <a:pt x="63070" y="48204"/>
                  <a:pt x="61621" y="49477"/>
                </a:cubicBezTo>
                <a:cubicBezTo>
                  <a:pt x="60171" y="50750"/>
                  <a:pt x="58766" y="51801"/>
                  <a:pt x="57405" y="52632"/>
                </a:cubicBezTo>
                <a:cubicBezTo>
                  <a:pt x="56044" y="53463"/>
                  <a:pt x="54692" y="54082"/>
                  <a:pt x="53348" y="54489"/>
                </a:cubicBezTo>
                <a:cubicBezTo>
                  <a:pt x="52005" y="54895"/>
                  <a:pt x="50573" y="55098"/>
                  <a:pt x="49053" y="55098"/>
                </a:cubicBezTo>
                <a:cubicBezTo>
                  <a:pt x="47780" y="55098"/>
                  <a:pt x="46604" y="54851"/>
                  <a:pt x="45526" y="54356"/>
                </a:cubicBezTo>
                <a:cubicBezTo>
                  <a:pt x="44448" y="53861"/>
                  <a:pt x="43520" y="53180"/>
                  <a:pt x="42742" y="52314"/>
                </a:cubicBezTo>
                <a:cubicBezTo>
                  <a:pt x="41964" y="51448"/>
                  <a:pt x="41363" y="50423"/>
                  <a:pt x="40939" y="49238"/>
                </a:cubicBezTo>
                <a:cubicBezTo>
                  <a:pt x="40515" y="48054"/>
                  <a:pt x="40303" y="46755"/>
                  <a:pt x="40303" y="45341"/>
                </a:cubicBezTo>
                <a:cubicBezTo>
                  <a:pt x="40303" y="43926"/>
                  <a:pt x="40453" y="42274"/>
                  <a:pt x="40753" y="40382"/>
                </a:cubicBezTo>
                <a:cubicBezTo>
                  <a:pt x="41054" y="38491"/>
                  <a:pt x="41505" y="36414"/>
                  <a:pt x="42106" y="34151"/>
                </a:cubicBezTo>
                <a:cubicBezTo>
                  <a:pt x="42742" y="31853"/>
                  <a:pt x="43334" y="29652"/>
                  <a:pt x="43882" y="27549"/>
                </a:cubicBezTo>
                <a:cubicBezTo>
                  <a:pt x="44430" y="25446"/>
                  <a:pt x="44907" y="23501"/>
                  <a:pt x="45314" y="21716"/>
                </a:cubicBezTo>
                <a:cubicBezTo>
                  <a:pt x="45721" y="19930"/>
                  <a:pt x="46039" y="18339"/>
                  <a:pt x="46269" y="16943"/>
                </a:cubicBezTo>
                <a:cubicBezTo>
                  <a:pt x="46498" y="15547"/>
                  <a:pt x="46613" y="14389"/>
                  <a:pt x="46613" y="13470"/>
                </a:cubicBezTo>
                <a:cubicBezTo>
                  <a:pt x="46613" y="11278"/>
                  <a:pt x="46198" y="9669"/>
                  <a:pt x="45367" y="8644"/>
                </a:cubicBezTo>
                <a:cubicBezTo>
                  <a:pt x="44536" y="7619"/>
                  <a:pt x="43202" y="7106"/>
                  <a:pt x="41363" y="7106"/>
                </a:cubicBezTo>
                <a:cubicBezTo>
                  <a:pt x="40303" y="7106"/>
                  <a:pt x="39162" y="7380"/>
                  <a:pt x="37943" y="7928"/>
                </a:cubicBezTo>
                <a:cubicBezTo>
                  <a:pt x="36723" y="8476"/>
                  <a:pt x="35495" y="9236"/>
                  <a:pt x="34257" y="10208"/>
                </a:cubicBezTo>
                <a:cubicBezTo>
                  <a:pt x="33020" y="11180"/>
                  <a:pt x="31809" y="12329"/>
                  <a:pt x="30625" y="13655"/>
                </a:cubicBezTo>
                <a:cubicBezTo>
                  <a:pt x="29440" y="14981"/>
                  <a:pt x="28353" y="16395"/>
                  <a:pt x="27363" y="17898"/>
                </a:cubicBezTo>
                <a:cubicBezTo>
                  <a:pt x="26374" y="19400"/>
                  <a:pt x="25498" y="20973"/>
                  <a:pt x="24738" y="22617"/>
                </a:cubicBezTo>
                <a:cubicBezTo>
                  <a:pt x="23978" y="24261"/>
                  <a:pt x="23421" y="25896"/>
                  <a:pt x="23068" y="27522"/>
                </a:cubicBezTo>
                <a:lnTo>
                  <a:pt x="17129" y="54144"/>
                </a:lnTo>
                <a:lnTo>
                  <a:pt x="6735" y="54144"/>
                </a:lnTo>
                <a:lnTo>
                  <a:pt x="14689" y="19568"/>
                </a:lnTo>
                <a:cubicBezTo>
                  <a:pt x="15149" y="17729"/>
                  <a:pt x="15485" y="16086"/>
                  <a:pt x="15697" y="14636"/>
                </a:cubicBezTo>
                <a:cubicBezTo>
                  <a:pt x="15909" y="13187"/>
                  <a:pt x="16015" y="12002"/>
                  <a:pt x="16015" y="11083"/>
                </a:cubicBezTo>
                <a:cubicBezTo>
                  <a:pt x="16015" y="8502"/>
                  <a:pt x="14972" y="7212"/>
                  <a:pt x="12886" y="7212"/>
                </a:cubicBezTo>
                <a:cubicBezTo>
                  <a:pt x="12250" y="7212"/>
                  <a:pt x="11605" y="7345"/>
                  <a:pt x="10951" y="7610"/>
                </a:cubicBezTo>
                <a:cubicBezTo>
                  <a:pt x="10297" y="7875"/>
                  <a:pt x="9607" y="8273"/>
                  <a:pt x="8882" y="8803"/>
                </a:cubicBezTo>
                <a:cubicBezTo>
                  <a:pt x="8157" y="9333"/>
                  <a:pt x="7371" y="10005"/>
                  <a:pt x="6522" y="10818"/>
                </a:cubicBezTo>
                <a:cubicBezTo>
                  <a:pt x="5674" y="11631"/>
                  <a:pt x="4719" y="12586"/>
                  <a:pt x="3659" y="13682"/>
                </a:cubicBezTo>
                <a:lnTo>
                  <a:pt x="0" y="10235"/>
                </a:lnTo>
                <a:cubicBezTo>
                  <a:pt x="1768" y="8432"/>
                  <a:pt x="3385" y="6885"/>
                  <a:pt x="4852" y="5595"/>
                </a:cubicBezTo>
                <a:cubicBezTo>
                  <a:pt x="6319" y="4304"/>
                  <a:pt x="7716" y="3244"/>
                  <a:pt x="9041" y="2413"/>
                </a:cubicBezTo>
                <a:cubicBezTo>
                  <a:pt x="10367" y="1582"/>
                  <a:pt x="11684" y="972"/>
                  <a:pt x="12992" y="583"/>
                </a:cubicBezTo>
                <a:cubicBezTo>
                  <a:pt x="14300" y="194"/>
                  <a:pt x="15679" y="0"/>
                  <a:pt x="17129" y="0"/>
                </a:cubicBezTo>
                <a:cubicBezTo>
                  <a:pt x="19745" y="0"/>
                  <a:pt x="21769" y="857"/>
                  <a:pt x="23201" y="2572"/>
                </a:cubicBezTo>
                <a:cubicBezTo>
                  <a:pt x="24633" y="4287"/>
                  <a:pt x="25348" y="6540"/>
                  <a:pt x="25348" y="9333"/>
                </a:cubicBezTo>
                <a:cubicBezTo>
                  <a:pt x="25348" y="10040"/>
                  <a:pt x="25287" y="10783"/>
                  <a:pt x="25163" y="11561"/>
                </a:cubicBezTo>
                <a:cubicBezTo>
                  <a:pt x="25039" y="12338"/>
                  <a:pt x="24818" y="13081"/>
                  <a:pt x="24500" y="13788"/>
                </a:cubicBezTo>
                <a:lnTo>
                  <a:pt x="25242" y="140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46A40675-57E6-4D4D-91B2-158C35FC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7761" y="2988255"/>
            <a:ext cx="38553" cy="67454"/>
          </a:xfrm>
          <a:custGeom xmlns:a="http://schemas.openxmlformats.org/drawingml/2006/main">
            <a:pathLst>
              <a:path w="38553" h="67454">
                <a:moveTo>
                  <a:pt x="33409" y="56265"/>
                </a:moveTo>
                <a:cubicBezTo>
                  <a:pt x="31606" y="58280"/>
                  <a:pt x="29891" y="59995"/>
                  <a:pt x="28265" y="61409"/>
                </a:cubicBezTo>
                <a:cubicBezTo>
                  <a:pt x="26639" y="62823"/>
                  <a:pt x="25048" y="63981"/>
                  <a:pt x="23493" y="64882"/>
                </a:cubicBezTo>
                <a:cubicBezTo>
                  <a:pt x="21937" y="65784"/>
                  <a:pt x="20399" y="66438"/>
                  <a:pt x="18879" y="66844"/>
                </a:cubicBezTo>
                <a:cubicBezTo>
                  <a:pt x="17359" y="67251"/>
                  <a:pt x="15803" y="67454"/>
                  <a:pt x="14212" y="67454"/>
                </a:cubicBezTo>
                <a:cubicBezTo>
                  <a:pt x="10005" y="67454"/>
                  <a:pt x="6868" y="66464"/>
                  <a:pt x="4799" y="64484"/>
                </a:cubicBezTo>
                <a:cubicBezTo>
                  <a:pt x="2731" y="62505"/>
                  <a:pt x="1697" y="59588"/>
                  <a:pt x="1697" y="55734"/>
                </a:cubicBezTo>
                <a:cubicBezTo>
                  <a:pt x="1697" y="54426"/>
                  <a:pt x="1794" y="52986"/>
                  <a:pt x="1989" y="51412"/>
                </a:cubicBezTo>
                <a:cubicBezTo>
                  <a:pt x="2183" y="49839"/>
                  <a:pt x="2457" y="48310"/>
                  <a:pt x="2811" y="46825"/>
                </a:cubicBezTo>
                <a:lnTo>
                  <a:pt x="9122" y="19356"/>
                </a:lnTo>
                <a:lnTo>
                  <a:pt x="0" y="19356"/>
                </a:lnTo>
                <a:lnTo>
                  <a:pt x="1061" y="15272"/>
                </a:lnTo>
                <a:cubicBezTo>
                  <a:pt x="3182" y="15272"/>
                  <a:pt x="4835" y="15069"/>
                  <a:pt x="6019" y="14662"/>
                </a:cubicBezTo>
                <a:cubicBezTo>
                  <a:pt x="7203" y="14256"/>
                  <a:pt x="8202" y="13699"/>
                  <a:pt x="9015" y="12992"/>
                </a:cubicBezTo>
                <a:cubicBezTo>
                  <a:pt x="9546" y="12497"/>
                  <a:pt x="10058" y="11887"/>
                  <a:pt x="10553" y="11163"/>
                </a:cubicBezTo>
                <a:cubicBezTo>
                  <a:pt x="11048" y="10438"/>
                  <a:pt x="11543" y="9563"/>
                  <a:pt x="12038" y="8538"/>
                </a:cubicBezTo>
                <a:cubicBezTo>
                  <a:pt x="12533" y="7512"/>
                  <a:pt x="13037" y="6301"/>
                  <a:pt x="13549" y="4905"/>
                </a:cubicBezTo>
                <a:cubicBezTo>
                  <a:pt x="14062" y="3509"/>
                  <a:pt x="14636" y="1874"/>
                  <a:pt x="15273" y="0"/>
                </a:cubicBezTo>
                <a:lnTo>
                  <a:pt x="23546" y="0"/>
                </a:lnTo>
                <a:lnTo>
                  <a:pt x="20523" y="13470"/>
                </a:lnTo>
                <a:lnTo>
                  <a:pt x="38553" y="13470"/>
                </a:lnTo>
                <a:lnTo>
                  <a:pt x="37333" y="19356"/>
                </a:lnTo>
                <a:lnTo>
                  <a:pt x="19356" y="19356"/>
                </a:lnTo>
                <a:lnTo>
                  <a:pt x="13947" y="41575"/>
                </a:lnTo>
                <a:cubicBezTo>
                  <a:pt x="13594" y="43060"/>
                  <a:pt x="13302" y="44395"/>
                  <a:pt x="13072" y="45579"/>
                </a:cubicBezTo>
                <a:cubicBezTo>
                  <a:pt x="12843" y="46764"/>
                  <a:pt x="12657" y="47833"/>
                  <a:pt x="12516" y="48788"/>
                </a:cubicBezTo>
                <a:cubicBezTo>
                  <a:pt x="12374" y="49742"/>
                  <a:pt x="12277" y="50608"/>
                  <a:pt x="12224" y="51386"/>
                </a:cubicBezTo>
                <a:cubicBezTo>
                  <a:pt x="12171" y="52164"/>
                  <a:pt x="12144" y="52888"/>
                  <a:pt x="12144" y="53560"/>
                </a:cubicBezTo>
                <a:cubicBezTo>
                  <a:pt x="12144" y="55681"/>
                  <a:pt x="12586" y="57343"/>
                  <a:pt x="13470" y="58545"/>
                </a:cubicBezTo>
                <a:cubicBezTo>
                  <a:pt x="14354" y="59747"/>
                  <a:pt x="15803" y="60348"/>
                  <a:pt x="17818" y="60348"/>
                </a:cubicBezTo>
                <a:cubicBezTo>
                  <a:pt x="19515" y="60348"/>
                  <a:pt x="21318" y="59721"/>
                  <a:pt x="23227" y="58465"/>
                </a:cubicBezTo>
                <a:cubicBezTo>
                  <a:pt x="25137" y="57211"/>
                  <a:pt x="27311" y="55239"/>
                  <a:pt x="29750" y="52553"/>
                </a:cubicBezTo>
                <a:lnTo>
                  <a:pt x="33409" y="562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97D4A235-1251-4D11-AACE-67069339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665" y="3286299"/>
            <a:ext cx="84965" cy="70951"/>
          </a:xfrm>
          <a:custGeom xmlns:a="http://schemas.openxmlformats.org/drawingml/2006/main">
            <a:pathLst>
              <a:path w="84965" h="70951">
                <a:moveTo>
                  <a:pt x="47227" y="37081"/>
                </a:moveTo>
                <a:cubicBezTo>
                  <a:pt x="48055" y="33188"/>
                  <a:pt x="49235" y="28492"/>
                  <a:pt x="50768" y="22994"/>
                </a:cubicBezTo>
                <a:cubicBezTo>
                  <a:pt x="52301" y="17494"/>
                  <a:pt x="53627" y="13261"/>
                  <a:pt x="54746" y="10292"/>
                </a:cubicBezTo>
                <a:lnTo>
                  <a:pt x="54381" y="9636"/>
                </a:lnTo>
                <a:lnTo>
                  <a:pt x="32921" y="9636"/>
                </a:lnTo>
                <a:lnTo>
                  <a:pt x="23942" y="51169"/>
                </a:lnTo>
                <a:cubicBezTo>
                  <a:pt x="23212" y="54430"/>
                  <a:pt x="22361" y="57946"/>
                  <a:pt x="21388" y="61717"/>
                </a:cubicBezTo>
                <a:cubicBezTo>
                  <a:pt x="20414" y="65488"/>
                  <a:pt x="19660" y="68177"/>
                  <a:pt x="19125" y="69783"/>
                </a:cubicBezTo>
                <a:lnTo>
                  <a:pt x="3650" y="69783"/>
                </a:lnTo>
                <a:lnTo>
                  <a:pt x="4380" y="66206"/>
                </a:lnTo>
                <a:cubicBezTo>
                  <a:pt x="9538" y="61096"/>
                  <a:pt x="14307" y="49125"/>
                  <a:pt x="18687" y="30293"/>
                </a:cubicBezTo>
                <a:lnTo>
                  <a:pt x="23505" y="9636"/>
                </a:lnTo>
                <a:lnTo>
                  <a:pt x="21168" y="9636"/>
                </a:lnTo>
                <a:cubicBezTo>
                  <a:pt x="17713" y="9636"/>
                  <a:pt x="14794" y="10219"/>
                  <a:pt x="12409" y="11387"/>
                </a:cubicBezTo>
                <a:cubicBezTo>
                  <a:pt x="10025" y="12555"/>
                  <a:pt x="7421" y="14891"/>
                  <a:pt x="4599" y="18395"/>
                </a:cubicBezTo>
                <a:lnTo>
                  <a:pt x="0" y="14526"/>
                </a:lnTo>
                <a:cubicBezTo>
                  <a:pt x="2531" y="11460"/>
                  <a:pt x="4599" y="9125"/>
                  <a:pt x="6205" y="7519"/>
                </a:cubicBezTo>
                <a:cubicBezTo>
                  <a:pt x="7810" y="5913"/>
                  <a:pt x="9502" y="4550"/>
                  <a:pt x="11278" y="3431"/>
                </a:cubicBezTo>
                <a:cubicBezTo>
                  <a:pt x="13054" y="2312"/>
                  <a:pt x="15049" y="1460"/>
                  <a:pt x="17263" y="876"/>
                </a:cubicBezTo>
                <a:cubicBezTo>
                  <a:pt x="19477" y="292"/>
                  <a:pt x="22069" y="0"/>
                  <a:pt x="25037" y="0"/>
                </a:cubicBezTo>
                <a:lnTo>
                  <a:pt x="84965" y="0"/>
                </a:lnTo>
                <a:lnTo>
                  <a:pt x="82849" y="9636"/>
                </a:lnTo>
                <a:lnTo>
                  <a:pt x="65476" y="9636"/>
                </a:lnTo>
                <a:lnTo>
                  <a:pt x="57228" y="46205"/>
                </a:lnTo>
                <a:cubicBezTo>
                  <a:pt x="56157" y="50975"/>
                  <a:pt x="55622" y="54576"/>
                  <a:pt x="55622" y="57009"/>
                </a:cubicBezTo>
                <a:cubicBezTo>
                  <a:pt x="55622" y="58955"/>
                  <a:pt x="55938" y="60367"/>
                  <a:pt x="56571" y="61242"/>
                </a:cubicBezTo>
                <a:cubicBezTo>
                  <a:pt x="57204" y="62118"/>
                  <a:pt x="58201" y="62556"/>
                  <a:pt x="59563" y="62556"/>
                </a:cubicBezTo>
                <a:cubicBezTo>
                  <a:pt x="62483" y="62556"/>
                  <a:pt x="65914" y="60220"/>
                  <a:pt x="69856" y="55549"/>
                </a:cubicBezTo>
                <a:lnTo>
                  <a:pt x="74089" y="59491"/>
                </a:lnTo>
                <a:cubicBezTo>
                  <a:pt x="70391" y="63529"/>
                  <a:pt x="67021" y="66449"/>
                  <a:pt x="63980" y="68250"/>
                </a:cubicBezTo>
                <a:cubicBezTo>
                  <a:pt x="60938" y="70051"/>
                  <a:pt x="57690" y="70951"/>
                  <a:pt x="54235" y="70951"/>
                </a:cubicBezTo>
                <a:cubicBezTo>
                  <a:pt x="50926" y="70951"/>
                  <a:pt x="48322" y="69819"/>
                  <a:pt x="46425" y="67556"/>
                </a:cubicBezTo>
                <a:cubicBezTo>
                  <a:pt x="44527" y="65294"/>
                  <a:pt x="43578" y="62313"/>
                  <a:pt x="43578" y="58615"/>
                </a:cubicBezTo>
                <a:cubicBezTo>
                  <a:pt x="43578" y="55354"/>
                  <a:pt x="44259" y="50634"/>
                  <a:pt x="45622" y="44454"/>
                </a:cubicBezTo>
                <a:lnTo>
                  <a:pt x="47227" y="370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C186D82C-D301-4257-AC02-84BF2D10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245" y="3250605"/>
            <a:ext cx="46132" cy="138470"/>
          </a:xfrm>
          <a:custGeom xmlns:a="http://schemas.openxmlformats.org/drawingml/2006/main">
            <a:pathLst>
              <a:path w="46132" h="138470">
                <a:moveTo>
                  <a:pt x="12628" y="68541"/>
                </a:moveTo>
                <a:cubicBezTo>
                  <a:pt x="12628" y="85574"/>
                  <a:pt x="15365" y="99613"/>
                  <a:pt x="20840" y="110659"/>
                </a:cubicBezTo>
                <a:cubicBezTo>
                  <a:pt x="26314" y="121706"/>
                  <a:pt x="34672" y="129102"/>
                  <a:pt x="45913" y="132850"/>
                </a:cubicBezTo>
                <a:lnTo>
                  <a:pt x="44161" y="138470"/>
                </a:lnTo>
                <a:cubicBezTo>
                  <a:pt x="29904" y="134723"/>
                  <a:pt x="18979" y="126657"/>
                  <a:pt x="11387" y="114273"/>
                </a:cubicBezTo>
                <a:cubicBezTo>
                  <a:pt x="3796" y="101888"/>
                  <a:pt x="0" y="86887"/>
                  <a:pt x="0" y="69271"/>
                </a:cubicBezTo>
                <a:cubicBezTo>
                  <a:pt x="0" y="51704"/>
                  <a:pt x="3808" y="36704"/>
                  <a:pt x="11424" y="24271"/>
                </a:cubicBezTo>
                <a:cubicBezTo>
                  <a:pt x="19039" y="11837"/>
                  <a:pt x="29952" y="3747"/>
                  <a:pt x="44161" y="0"/>
                </a:cubicBezTo>
                <a:lnTo>
                  <a:pt x="46132" y="5620"/>
                </a:lnTo>
                <a:cubicBezTo>
                  <a:pt x="34745" y="9367"/>
                  <a:pt x="26314" y="16679"/>
                  <a:pt x="20840" y="27555"/>
                </a:cubicBezTo>
                <a:cubicBezTo>
                  <a:pt x="15365" y="38431"/>
                  <a:pt x="12628" y="52093"/>
                  <a:pt x="12628" y="685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9B374BFB-9BA6-44A3-9F65-DB061834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100" y="3282503"/>
            <a:ext cx="83433" cy="74746"/>
          </a:xfrm>
          <a:custGeom xmlns:a="http://schemas.openxmlformats.org/drawingml/2006/main">
            <a:pathLst>
              <a:path w="83433" h="74746">
                <a:moveTo>
                  <a:pt x="64673" y="50804"/>
                </a:moveTo>
                <a:cubicBezTo>
                  <a:pt x="63943" y="53870"/>
                  <a:pt x="63578" y="56644"/>
                  <a:pt x="63578" y="59126"/>
                </a:cubicBezTo>
                <a:cubicBezTo>
                  <a:pt x="63578" y="60731"/>
                  <a:pt x="63846" y="61972"/>
                  <a:pt x="64381" y="62848"/>
                </a:cubicBezTo>
                <a:cubicBezTo>
                  <a:pt x="64916" y="63724"/>
                  <a:pt x="65841" y="64162"/>
                  <a:pt x="67155" y="64162"/>
                </a:cubicBezTo>
                <a:cubicBezTo>
                  <a:pt x="68664" y="64162"/>
                  <a:pt x="70294" y="63481"/>
                  <a:pt x="72045" y="62118"/>
                </a:cubicBezTo>
                <a:cubicBezTo>
                  <a:pt x="73797" y="60756"/>
                  <a:pt x="75841" y="58736"/>
                  <a:pt x="78177" y="56060"/>
                </a:cubicBezTo>
                <a:lnTo>
                  <a:pt x="83433" y="61315"/>
                </a:lnTo>
                <a:cubicBezTo>
                  <a:pt x="78323" y="66425"/>
                  <a:pt x="73919" y="69941"/>
                  <a:pt x="70221" y="71863"/>
                </a:cubicBezTo>
                <a:cubicBezTo>
                  <a:pt x="66522" y="73785"/>
                  <a:pt x="62629" y="74746"/>
                  <a:pt x="58542" y="74746"/>
                </a:cubicBezTo>
                <a:cubicBezTo>
                  <a:pt x="54454" y="74746"/>
                  <a:pt x="51218" y="73615"/>
                  <a:pt x="48833" y="71352"/>
                </a:cubicBezTo>
                <a:cubicBezTo>
                  <a:pt x="46449" y="69089"/>
                  <a:pt x="45257" y="66108"/>
                  <a:pt x="45257" y="62410"/>
                </a:cubicBezTo>
                <a:cubicBezTo>
                  <a:pt x="45257" y="61194"/>
                  <a:pt x="45403" y="60026"/>
                  <a:pt x="45694" y="58906"/>
                </a:cubicBezTo>
                <a:lnTo>
                  <a:pt x="44672" y="58761"/>
                </a:lnTo>
                <a:cubicBezTo>
                  <a:pt x="41120" y="62946"/>
                  <a:pt x="38067" y="66096"/>
                  <a:pt x="35512" y="68213"/>
                </a:cubicBezTo>
                <a:cubicBezTo>
                  <a:pt x="32957" y="70330"/>
                  <a:pt x="30244" y="71948"/>
                  <a:pt x="27373" y="73067"/>
                </a:cubicBezTo>
                <a:cubicBezTo>
                  <a:pt x="24502" y="74187"/>
                  <a:pt x="21314" y="74746"/>
                  <a:pt x="17811" y="74746"/>
                </a:cubicBezTo>
                <a:cubicBezTo>
                  <a:pt x="11971" y="74746"/>
                  <a:pt x="7543" y="72763"/>
                  <a:pt x="4526" y="68797"/>
                </a:cubicBezTo>
                <a:cubicBezTo>
                  <a:pt x="1509" y="64831"/>
                  <a:pt x="0" y="59052"/>
                  <a:pt x="0" y="51461"/>
                </a:cubicBezTo>
                <a:cubicBezTo>
                  <a:pt x="0" y="44892"/>
                  <a:pt x="949" y="38371"/>
                  <a:pt x="2847" y="31898"/>
                </a:cubicBezTo>
                <a:cubicBezTo>
                  <a:pt x="4745" y="25427"/>
                  <a:pt x="7470" y="19842"/>
                  <a:pt x="11022" y="15146"/>
                </a:cubicBezTo>
                <a:cubicBezTo>
                  <a:pt x="14574" y="10451"/>
                  <a:pt x="19039" y="6752"/>
                  <a:pt x="24417" y="4051"/>
                </a:cubicBezTo>
                <a:cubicBezTo>
                  <a:pt x="29794" y="1350"/>
                  <a:pt x="35889" y="0"/>
                  <a:pt x="42702" y="0"/>
                </a:cubicBezTo>
                <a:cubicBezTo>
                  <a:pt x="49953" y="0"/>
                  <a:pt x="56133" y="1752"/>
                  <a:pt x="61242" y="5256"/>
                </a:cubicBezTo>
                <a:lnTo>
                  <a:pt x="68323" y="0"/>
                </a:lnTo>
                <a:lnTo>
                  <a:pt x="76498" y="1168"/>
                </a:lnTo>
                <a:lnTo>
                  <a:pt x="64673" y="50804"/>
                </a:lnTo>
                <a:moveTo>
                  <a:pt x="50220" y="28176"/>
                </a:moveTo>
                <a:cubicBezTo>
                  <a:pt x="50999" y="24575"/>
                  <a:pt x="51388" y="20974"/>
                  <a:pt x="51388" y="17373"/>
                </a:cubicBezTo>
                <a:cubicBezTo>
                  <a:pt x="51388" y="14161"/>
                  <a:pt x="50780" y="11728"/>
                  <a:pt x="49563" y="10073"/>
                </a:cubicBezTo>
                <a:cubicBezTo>
                  <a:pt x="48347" y="8419"/>
                  <a:pt x="46352" y="7592"/>
                  <a:pt x="43578" y="7592"/>
                </a:cubicBezTo>
                <a:cubicBezTo>
                  <a:pt x="39052" y="7592"/>
                  <a:pt x="35037" y="9866"/>
                  <a:pt x="31534" y="14417"/>
                </a:cubicBezTo>
                <a:cubicBezTo>
                  <a:pt x="28030" y="18966"/>
                  <a:pt x="25208" y="25086"/>
                  <a:pt x="23066" y="32774"/>
                </a:cubicBezTo>
                <a:cubicBezTo>
                  <a:pt x="20925" y="40463"/>
                  <a:pt x="19855" y="47349"/>
                  <a:pt x="19855" y="53432"/>
                </a:cubicBezTo>
                <a:cubicBezTo>
                  <a:pt x="19855" y="56984"/>
                  <a:pt x="20378" y="59637"/>
                  <a:pt x="21424" y="61388"/>
                </a:cubicBezTo>
                <a:cubicBezTo>
                  <a:pt x="22470" y="63140"/>
                  <a:pt x="24088" y="64016"/>
                  <a:pt x="26278" y="64016"/>
                </a:cubicBezTo>
                <a:cubicBezTo>
                  <a:pt x="29490" y="64016"/>
                  <a:pt x="32763" y="62447"/>
                  <a:pt x="36096" y="59308"/>
                </a:cubicBezTo>
                <a:cubicBezTo>
                  <a:pt x="39429" y="56169"/>
                  <a:pt x="42118" y="52483"/>
                  <a:pt x="44162" y="48249"/>
                </a:cubicBezTo>
                <a:cubicBezTo>
                  <a:pt x="46205" y="44016"/>
                  <a:pt x="48030" y="38225"/>
                  <a:pt x="49636" y="30877"/>
                </a:cubicBezTo>
                <a:lnTo>
                  <a:pt x="50220" y="281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DC0158E2-2BE5-48F7-9763-1B18E756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739" y="3251627"/>
            <a:ext cx="11241" cy="135843"/>
          </a:xfrm>
          <a:custGeom xmlns:a="http://schemas.openxmlformats.org/drawingml/2006/main">
            <a:pathLst>
              <a:path w="11241" h="135843">
                <a:moveTo>
                  <a:pt x="11241" y="135843"/>
                </a:moveTo>
                <a:lnTo>
                  <a:pt x="0" y="135843"/>
                </a:lnTo>
                <a:lnTo>
                  <a:pt x="0" y="0"/>
                </a:lnTo>
                <a:lnTo>
                  <a:pt x="11241" y="0"/>
                </a:lnTo>
                <a:lnTo>
                  <a:pt x="11241" y="1358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3CAC3A9D-257C-4BB9-B22B-23E4FB5B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634" y="3282503"/>
            <a:ext cx="66571" cy="74746"/>
          </a:xfrm>
          <a:custGeom xmlns:a="http://schemas.openxmlformats.org/drawingml/2006/main">
            <a:pathLst>
              <a:path w="66571" h="74746">
                <a:moveTo>
                  <a:pt x="13358" y="53140"/>
                </a:moveTo>
                <a:cubicBezTo>
                  <a:pt x="13601" y="57520"/>
                  <a:pt x="14733" y="60950"/>
                  <a:pt x="16752" y="63432"/>
                </a:cubicBezTo>
                <a:cubicBezTo>
                  <a:pt x="18772" y="65914"/>
                  <a:pt x="21874" y="67155"/>
                  <a:pt x="26059" y="67155"/>
                </a:cubicBezTo>
                <a:cubicBezTo>
                  <a:pt x="29903" y="67155"/>
                  <a:pt x="32872" y="66218"/>
                  <a:pt x="34964" y="64345"/>
                </a:cubicBezTo>
                <a:cubicBezTo>
                  <a:pt x="37056" y="62471"/>
                  <a:pt x="38103" y="59831"/>
                  <a:pt x="38103" y="56424"/>
                </a:cubicBezTo>
                <a:cubicBezTo>
                  <a:pt x="38103" y="54381"/>
                  <a:pt x="37762" y="52653"/>
                  <a:pt x="37081" y="51242"/>
                </a:cubicBezTo>
                <a:cubicBezTo>
                  <a:pt x="36400" y="49831"/>
                  <a:pt x="35281" y="48456"/>
                  <a:pt x="33723" y="47118"/>
                </a:cubicBezTo>
                <a:cubicBezTo>
                  <a:pt x="32166" y="45779"/>
                  <a:pt x="29635" y="44040"/>
                  <a:pt x="26132" y="41899"/>
                </a:cubicBezTo>
                <a:cubicBezTo>
                  <a:pt x="21266" y="38979"/>
                  <a:pt x="17725" y="35950"/>
                  <a:pt x="15511" y="32811"/>
                </a:cubicBezTo>
                <a:cubicBezTo>
                  <a:pt x="13297" y="29672"/>
                  <a:pt x="12190" y="26156"/>
                  <a:pt x="12190" y="22263"/>
                </a:cubicBezTo>
                <a:cubicBezTo>
                  <a:pt x="12190" y="15110"/>
                  <a:pt x="14867" y="9611"/>
                  <a:pt x="20219" y="5766"/>
                </a:cubicBezTo>
                <a:cubicBezTo>
                  <a:pt x="25572" y="1922"/>
                  <a:pt x="33066" y="0"/>
                  <a:pt x="42702" y="0"/>
                </a:cubicBezTo>
                <a:cubicBezTo>
                  <a:pt x="46449" y="0"/>
                  <a:pt x="50475" y="304"/>
                  <a:pt x="54782" y="913"/>
                </a:cubicBezTo>
                <a:cubicBezTo>
                  <a:pt x="59089" y="1521"/>
                  <a:pt x="63018" y="2336"/>
                  <a:pt x="66571" y="3358"/>
                </a:cubicBezTo>
                <a:lnTo>
                  <a:pt x="62775" y="20803"/>
                </a:lnTo>
                <a:lnTo>
                  <a:pt x="53505" y="20803"/>
                </a:lnTo>
                <a:cubicBezTo>
                  <a:pt x="53067" y="16278"/>
                  <a:pt x="51911" y="12945"/>
                  <a:pt x="50038" y="10803"/>
                </a:cubicBezTo>
                <a:cubicBezTo>
                  <a:pt x="48164" y="8662"/>
                  <a:pt x="45475" y="7592"/>
                  <a:pt x="41972" y="7592"/>
                </a:cubicBezTo>
                <a:cubicBezTo>
                  <a:pt x="38711" y="7592"/>
                  <a:pt x="36095" y="8431"/>
                  <a:pt x="34125" y="10110"/>
                </a:cubicBezTo>
                <a:cubicBezTo>
                  <a:pt x="32154" y="11789"/>
                  <a:pt x="31168" y="14063"/>
                  <a:pt x="31168" y="16935"/>
                </a:cubicBezTo>
                <a:cubicBezTo>
                  <a:pt x="31168" y="19465"/>
                  <a:pt x="31996" y="21679"/>
                  <a:pt x="33650" y="23577"/>
                </a:cubicBezTo>
                <a:cubicBezTo>
                  <a:pt x="35305" y="25475"/>
                  <a:pt x="38517" y="27859"/>
                  <a:pt x="43285" y="30731"/>
                </a:cubicBezTo>
                <a:cubicBezTo>
                  <a:pt x="48444" y="33796"/>
                  <a:pt x="52142" y="36960"/>
                  <a:pt x="54381" y="40220"/>
                </a:cubicBezTo>
                <a:cubicBezTo>
                  <a:pt x="56619" y="43480"/>
                  <a:pt x="57738" y="47300"/>
                  <a:pt x="57738" y="51680"/>
                </a:cubicBezTo>
                <a:cubicBezTo>
                  <a:pt x="57738" y="56644"/>
                  <a:pt x="56412" y="60878"/>
                  <a:pt x="53760" y="64381"/>
                </a:cubicBezTo>
                <a:cubicBezTo>
                  <a:pt x="51108" y="67885"/>
                  <a:pt x="47483" y="70488"/>
                  <a:pt x="42884" y="72191"/>
                </a:cubicBezTo>
                <a:cubicBezTo>
                  <a:pt x="38285" y="73894"/>
                  <a:pt x="33042" y="74746"/>
                  <a:pt x="27154" y="74746"/>
                </a:cubicBezTo>
                <a:cubicBezTo>
                  <a:pt x="17713" y="74746"/>
                  <a:pt x="8662" y="73578"/>
                  <a:pt x="0" y="71243"/>
                </a:cubicBezTo>
                <a:lnTo>
                  <a:pt x="4088" y="53140"/>
                </a:lnTo>
                <a:lnTo>
                  <a:pt x="13358" y="53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455F46E2-8EF0-4661-BBA6-C5DE4FC7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844" y="3339147"/>
            <a:ext cx="21825" cy="37081"/>
          </a:xfrm>
          <a:custGeom xmlns:a="http://schemas.openxmlformats.org/drawingml/2006/main">
            <a:pathLst>
              <a:path w="21825" h="37081">
                <a:moveTo>
                  <a:pt x="20803" y="0"/>
                </a:moveTo>
                <a:cubicBezTo>
                  <a:pt x="21484" y="3406"/>
                  <a:pt x="21825" y="6764"/>
                  <a:pt x="21825" y="10073"/>
                </a:cubicBezTo>
                <a:cubicBezTo>
                  <a:pt x="21825" y="13480"/>
                  <a:pt x="21241" y="16594"/>
                  <a:pt x="20073" y="19416"/>
                </a:cubicBezTo>
                <a:cubicBezTo>
                  <a:pt x="18905" y="22239"/>
                  <a:pt x="17044" y="25049"/>
                  <a:pt x="14489" y="27847"/>
                </a:cubicBezTo>
                <a:cubicBezTo>
                  <a:pt x="11935" y="30645"/>
                  <a:pt x="8419" y="33723"/>
                  <a:pt x="3942" y="37081"/>
                </a:cubicBezTo>
                <a:lnTo>
                  <a:pt x="0" y="32628"/>
                </a:lnTo>
                <a:cubicBezTo>
                  <a:pt x="2482" y="30292"/>
                  <a:pt x="4282" y="28188"/>
                  <a:pt x="5401" y="26314"/>
                </a:cubicBezTo>
                <a:cubicBezTo>
                  <a:pt x="6521" y="24441"/>
                  <a:pt x="7324" y="22312"/>
                  <a:pt x="7810" y="19927"/>
                </a:cubicBezTo>
                <a:cubicBezTo>
                  <a:pt x="8297" y="17543"/>
                  <a:pt x="8540" y="14550"/>
                  <a:pt x="8540" y="10949"/>
                </a:cubicBezTo>
                <a:cubicBezTo>
                  <a:pt x="8540" y="7251"/>
                  <a:pt x="8370" y="3601"/>
                  <a:pt x="8029" y="0"/>
                </a:cubicBezTo>
                <a:lnTo>
                  <a:pt x="2080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4B48BD5D-BEC7-4AB6-80CB-3A51A6C6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858" y="3283672"/>
            <a:ext cx="73578" cy="72410"/>
          </a:xfrm>
          <a:custGeom xmlns:a="http://schemas.openxmlformats.org/drawingml/2006/main">
            <a:pathLst>
              <a:path w="73578" h="72410">
                <a:moveTo>
                  <a:pt x="40585" y="46351"/>
                </a:moveTo>
                <a:cubicBezTo>
                  <a:pt x="35183" y="53164"/>
                  <a:pt x="30195" y="59052"/>
                  <a:pt x="25621" y="64016"/>
                </a:cubicBezTo>
                <a:lnTo>
                  <a:pt x="26132" y="64673"/>
                </a:lnTo>
                <a:lnTo>
                  <a:pt x="39928" y="64673"/>
                </a:lnTo>
                <a:cubicBezTo>
                  <a:pt x="42264" y="64673"/>
                  <a:pt x="44271" y="64259"/>
                  <a:pt x="45950" y="63432"/>
                </a:cubicBezTo>
                <a:cubicBezTo>
                  <a:pt x="47629" y="62605"/>
                  <a:pt x="49271" y="61096"/>
                  <a:pt x="50877" y="58906"/>
                </a:cubicBezTo>
                <a:cubicBezTo>
                  <a:pt x="52483" y="56717"/>
                  <a:pt x="54162" y="53627"/>
                  <a:pt x="55914" y="49636"/>
                </a:cubicBezTo>
                <a:lnTo>
                  <a:pt x="63651" y="49636"/>
                </a:lnTo>
                <a:lnTo>
                  <a:pt x="58761" y="72410"/>
                </a:lnTo>
                <a:lnTo>
                  <a:pt x="2555" y="72410"/>
                </a:lnTo>
                <a:lnTo>
                  <a:pt x="0" y="67593"/>
                </a:lnTo>
                <a:lnTo>
                  <a:pt x="32337" y="26862"/>
                </a:lnTo>
                <a:cubicBezTo>
                  <a:pt x="37690" y="20097"/>
                  <a:pt x="42897" y="13942"/>
                  <a:pt x="47957" y="8394"/>
                </a:cubicBezTo>
                <a:lnTo>
                  <a:pt x="47446" y="7737"/>
                </a:lnTo>
                <a:lnTo>
                  <a:pt x="33724" y="7737"/>
                </a:lnTo>
                <a:cubicBezTo>
                  <a:pt x="31874" y="7737"/>
                  <a:pt x="30195" y="8102"/>
                  <a:pt x="28687" y="8832"/>
                </a:cubicBezTo>
                <a:cubicBezTo>
                  <a:pt x="27178" y="9562"/>
                  <a:pt x="25682" y="10815"/>
                  <a:pt x="24198" y="12591"/>
                </a:cubicBezTo>
                <a:cubicBezTo>
                  <a:pt x="22714" y="14368"/>
                  <a:pt x="20852" y="17324"/>
                  <a:pt x="18614" y="21460"/>
                </a:cubicBezTo>
                <a:lnTo>
                  <a:pt x="10803" y="21460"/>
                </a:lnTo>
                <a:lnTo>
                  <a:pt x="15402" y="0"/>
                </a:lnTo>
                <a:lnTo>
                  <a:pt x="71024" y="0"/>
                </a:lnTo>
                <a:lnTo>
                  <a:pt x="73578" y="4818"/>
                </a:lnTo>
                <a:lnTo>
                  <a:pt x="40585" y="463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415E4244-101D-42E2-89DD-33FD45B8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470" y="3250605"/>
            <a:ext cx="46132" cy="138470"/>
          </a:xfrm>
          <a:custGeom xmlns:a="http://schemas.openxmlformats.org/drawingml/2006/main">
            <a:pathLst>
              <a:path w="46132" h="138470">
                <a:moveTo>
                  <a:pt x="33504" y="68541"/>
                </a:moveTo>
                <a:cubicBezTo>
                  <a:pt x="33504" y="52093"/>
                  <a:pt x="30779" y="38431"/>
                  <a:pt x="25329" y="27555"/>
                </a:cubicBezTo>
                <a:cubicBezTo>
                  <a:pt x="19879" y="16679"/>
                  <a:pt x="11435" y="9367"/>
                  <a:pt x="0" y="5620"/>
                </a:cubicBezTo>
                <a:lnTo>
                  <a:pt x="1971" y="0"/>
                </a:lnTo>
                <a:cubicBezTo>
                  <a:pt x="16180" y="3747"/>
                  <a:pt x="27093" y="11837"/>
                  <a:pt x="34708" y="24271"/>
                </a:cubicBezTo>
                <a:cubicBezTo>
                  <a:pt x="42324" y="36704"/>
                  <a:pt x="46132" y="51704"/>
                  <a:pt x="46132" y="69271"/>
                </a:cubicBezTo>
                <a:cubicBezTo>
                  <a:pt x="46132" y="86887"/>
                  <a:pt x="42337" y="101888"/>
                  <a:pt x="34745" y="114273"/>
                </a:cubicBezTo>
                <a:cubicBezTo>
                  <a:pt x="27154" y="126657"/>
                  <a:pt x="16229" y="134723"/>
                  <a:pt x="1971" y="138470"/>
                </a:cubicBezTo>
                <a:lnTo>
                  <a:pt x="219" y="132850"/>
                </a:lnTo>
                <a:cubicBezTo>
                  <a:pt x="11460" y="129102"/>
                  <a:pt x="19818" y="121706"/>
                  <a:pt x="25292" y="110659"/>
                </a:cubicBezTo>
                <a:cubicBezTo>
                  <a:pt x="30767" y="99613"/>
                  <a:pt x="33504" y="85574"/>
                  <a:pt x="33504" y="685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D4F6919B-8C7B-468C-A5B5-C92C3EAE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4247" y="2745330"/>
            <a:ext cx="66790" cy="71024"/>
          </a:xfrm>
          <a:custGeom xmlns:a="http://schemas.openxmlformats.org/drawingml/2006/main">
            <a:pathLst>
              <a:path w="66790" h="71024">
                <a:moveTo>
                  <a:pt x="30731" y="18833"/>
                </a:moveTo>
                <a:cubicBezTo>
                  <a:pt x="35500" y="12361"/>
                  <a:pt x="40086" y="7616"/>
                  <a:pt x="44491" y="4599"/>
                </a:cubicBezTo>
                <a:cubicBezTo>
                  <a:pt x="48894" y="1582"/>
                  <a:pt x="53359" y="73"/>
                  <a:pt x="57885" y="73"/>
                </a:cubicBezTo>
                <a:cubicBezTo>
                  <a:pt x="61437" y="73"/>
                  <a:pt x="64405" y="341"/>
                  <a:pt x="66790" y="876"/>
                </a:cubicBezTo>
                <a:lnTo>
                  <a:pt x="63287" y="17227"/>
                </a:lnTo>
                <a:lnTo>
                  <a:pt x="55768" y="17227"/>
                </a:lnTo>
                <a:cubicBezTo>
                  <a:pt x="55476" y="15183"/>
                  <a:pt x="55062" y="13602"/>
                  <a:pt x="54527" y="12482"/>
                </a:cubicBezTo>
                <a:cubicBezTo>
                  <a:pt x="53991" y="11363"/>
                  <a:pt x="53359" y="10584"/>
                  <a:pt x="52629" y="10146"/>
                </a:cubicBezTo>
                <a:cubicBezTo>
                  <a:pt x="51899" y="9708"/>
                  <a:pt x="50974" y="9490"/>
                  <a:pt x="49855" y="9490"/>
                </a:cubicBezTo>
                <a:cubicBezTo>
                  <a:pt x="48103" y="9490"/>
                  <a:pt x="46194" y="10244"/>
                  <a:pt x="44125" y="11752"/>
                </a:cubicBezTo>
                <a:cubicBezTo>
                  <a:pt x="42057" y="13261"/>
                  <a:pt x="39734" y="15621"/>
                  <a:pt x="37154" y="18833"/>
                </a:cubicBezTo>
                <a:cubicBezTo>
                  <a:pt x="34576" y="22044"/>
                  <a:pt x="32519" y="25134"/>
                  <a:pt x="30986" y="28103"/>
                </a:cubicBezTo>
                <a:cubicBezTo>
                  <a:pt x="29453" y="31072"/>
                  <a:pt x="28176" y="34843"/>
                  <a:pt x="27154" y="39417"/>
                </a:cubicBezTo>
                <a:lnTo>
                  <a:pt x="20220" y="71024"/>
                </a:lnTo>
                <a:lnTo>
                  <a:pt x="7592" y="71024"/>
                </a:lnTo>
                <a:lnTo>
                  <a:pt x="18176" y="24745"/>
                </a:lnTo>
                <a:cubicBezTo>
                  <a:pt x="18857" y="21825"/>
                  <a:pt x="19295" y="19562"/>
                  <a:pt x="19490" y="17957"/>
                </a:cubicBezTo>
                <a:cubicBezTo>
                  <a:pt x="19685" y="16351"/>
                  <a:pt x="19781" y="15013"/>
                  <a:pt x="19781" y="13942"/>
                </a:cubicBezTo>
                <a:cubicBezTo>
                  <a:pt x="19781" y="11996"/>
                  <a:pt x="19466" y="10584"/>
                  <a:pt x="18833" y="9708"/>
                </a:cubicBezTo>
                <a:cubicBezTo>
                  <a:pt x="18200" y="8832"/>
                  <a:pt x="17203" y="8395"/>
                  <a:pt x="15840" y="8395"/>
                </a:cubicBezTo>
                <a:cubicBezTo>
                  <a:pt x="14331" y="8395"/>
                  <a:pt x="12738" y="9015"/>
                  <a:pt x="11059" y="10256"/>
                </a:cubicBezTo>
                <a:cubicBezTo>
                  <a:pt x="9380" y="11497"/>
                  <a:pt x="7081" y="13747"/>
                  <a:pt x="4161" y="17008"/>
                </a:cubicBezTo>
                <a:lnTo>
                  <a:pt x="0" y="12920"/>
                </a:lnTo>
                <a:cubicBezTo>
                  <a:pt x="4477" y="8249"/>
                  <a:pt x="8224" y="4927"/>
                  <a:pt x="11241" y="2957"/>
                </a:cubicBezTo>
                <a:cubicBezTo>
                  <a:pt x="14259" y="985"/>
                  <a:pt x="17592" y="0"/>
                  <a:pt x="21241" y="0"/>
                </a:cubicBezTo>
                <a:cubicBezTo>
                  <a:pt x="24307" y="0"/>
                  <a:pt x="26728" y="1010"/>
                  <a:pt x="28504" y="3029"/>
                </a:cubicBezTo>
                <a:cubicBezTo>
                  <a:pt x="30281" y="5049"/>
                  <a:pt x="31168" y="7689"/>
                  <a:pt x="31168" y="10949"/>
                </a:cubicBezTo>
                <a:cubicBezTo>
                  <a:pt x="31168" y="13382"/>
                  <a:pt x="30706" y="15889"/>
                  <a:pt x="29782" y="18468"/>
                </a:cubicBezTo>
                <a:lnTo>
                  <a:pt x="30731" y="188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722D6E52-0692-4850-8F90-02E00019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6313" y="2772034"/>
            <a:ext cx="26197" cy="75939"/>
          </a:xfrm>
          <a:custGeom xmlns:a="http://schemas.openxmlformats.org/drawingml/2006/main">
            <a:pathLst>
              <a:path w="26197" h="75939">
                <a:moveTo>
                  <a:pt x="24182" y="0"/>
                </a:moveTo>
                <a:lnTo>
                  <a:pt x="21583" y="11401"/>
                </a:lnTo>
                <a:lnTo>
                  <a:pt x="11083" y="11401"/>
                </a:lnTo>
                <a:lnTo>
                  <a:pt x="13575" y="0"/>
                </a:lnTo>
                <a:lnTo>
                  <a:pt x="24182" y="0"/>
                </a:lnTo>
                <a:moveTo>
                  <a:pt x="11401" y="56689"/>
                </a:moveTo>
                <a:cubicBezTo>
                  <a:pt x="10907" y="58775"/>
                  <a:pt x="10561" y="60437"/>
                  <a:pt x="10367" y="61674"/>
                </a:cubicBezTo>
                <a:cubicBezTo>
                  <a:pt x="10172" y="62911"/>
                  <a:pt x="10076" y="64025"/>
                  <a:pt x="10076" y="65015"/>
                </a:cubicBezTo>
                <a:cubicBezTo>
                  <a:pt x="10076" y="66358"/>
                  <a:pt x="10349" y="67331"/>
                  <a:pt x="10897" y="67931"/>
                </a:cubicBezTo>
                <a:cubicBezTo>
                  <a:pt x="11446" y="68533"/>
                  <a:pt x="12267" y="68833"/>
                  <a:pt x="13363" y="68833"/>
                </a:cubicBezTo>
                <a:cubicBezTo>
                  <a:pt x="14000" y="68833"/>
                  <a:pt x="14636" y="68709"/>
                  <a:pt x="15272" y="68462"/>
                </a:cubicBezTo>
                <a:cubicBezTo>
                  <a:pt x="15909" y="68214"/>
                  <a:pt x="16590" y="67826"/>
                  <a:pt x="17314" y="67295"/>
                </a:cubicBezTo>
                <a:cubicBezTo>
                  <a:pt x="18039" y="66765"/>
                  <a:pt x="18834" y="66084"/>
                  <a:pt x="19700" y="65253"/>
                </a:cubicBezTo>
                <a:cubicBezTo>
                  <a:pt x="20566" y="64423"/>
                  <a:pt x="21530" y="63424"/>
                  <a:pt x="22590" y="62257"/>
                </a:cubicBezTo>
                <a:lnTo>
                  <a:pt x="26197" y="65757"/>
                </a:lnTo>
                <a:cubicBezTo>
                  <a:pt x="24359" y="67631"/>
                  <a:pt x="22688" y="69213"/>
                  <a:pt x="21185" y="70504"/>
                </a:cubicBezTo>
                <a:cubicBezTo>
                  <a:pt x="19683" y="71794"/>
                  <a:pt x="18260" y="72846"/>
                  <a:pt x="16917" y="73659"/>
                </a:cubicBezTo>
                <a:cubicBezTo>
                  <a:pt x="15573" y="74472"/>
                  <a:pt x="14256" y="75055"/>
                  <a:pt x="12965" y="75409"/>
                </a:cubicBezTo>
                <a:cubicBezTo>
                  <a:pt x="11675" y="75762"/>
                  <a:pt x="10305" y="75939"/>
                  <a:pt x="8856" y="75939"/>
                </a:cubicBezTo>
                <a:cubicBezTo>
                  <a:pt x="7513" y="75939"/>
                  <a:pt x="6301" y="75692"/>
                  <a:pt x="5224" y="75196"/>
                </a:cubicBezTo>
                <a:cubicBezTo>
                  <a:pt x="4145" y="74702"/>
                  <a:pt x="3217" y="74021"/>
                  <a:pt x="2439" y="73155"/>
                </a:cubicBezTo>
                <a:cubicBezTo>
                  <a:pt x="1661" y="72289"/>
                  <a:pt x="1060" y="71255"/>
                  <a:pt x="636" y="70053"/>
                </a:cubicBezTo>
                <a:cubicBezTo>
                  <a:pt x="212" y="68851"/>
                  <a:pt x="0" y="67525"/>
                  <a:pt x="0" y="66075"/>
                </a:cubicBezTo>
                <a:cubicBezTo>
                  <a:pt x="0" y="64909"/>
                  <a:pt x="141" y="63459"/>
                  <a:pt x="424" y="61727"/>
                </a:cubicBezTo>
                <a:cubicBezTo>
                  <a:pt x="707" y="59995"/>
                  <a:pt x="1069" y="58112"/>
                  <a:pt x="1511" y="56079"/>
                </a:cubicBezTo>
                <a:cubicBezTo>
                  <a:pt x="1953" y="54046"/>
                  <a:pt x="2439" y="51916"/>
                  <a:pt x="2969" y="49689"/>
                </a:cubicBezTo>
                <a:cubicBezTo>
                  <a:pt x="3499" y="47462"/>
                  <a:pt x="4021" y="45252"/>
                  <a:pt x="4534" y="43060"/>
                </a:cubicBezTo>
                <a:cubicBezTo>
                  <a:pt x="5046" y="40869"/>
                  <a:pt x="5506" y="38756"/>
                  <a:pt x="5912" y="36723"/>
                </a:cubicBezTo>
                <a:cubicBezTo>
                  <a:pt x="6319" y="34691"/>
                  <a:pt x="6611" y="32843"/>
                  <a:pt x="6788" y="31182"/>
                </a:cubicBezTo>
                <a:cubicBezTo>
                  <a:pt x="6859" y="30899"/>
                  <a:pt x="6893" y="30625"/>
                  <a:pt x="6893" y="30360"/>
                </a:cubicBezTo>
                <a:cubicBezTo>
                  <a:pt x="6893" y="30095"/>
                  <a:pt x="6893" y="29856"/>
                  <a:pt x="6893" y="29644"/>
                </a:cubicBezTo>
                <a:cubicBezTo>
                  <a:pt x="6823" y="28265"/>
                  <a:pt x="6337" y="27257"/>
                  <a:pt x="5435" y="26621"/>
                </a:cubicBezTo>
                <a:cubicBezTo>
                  <a:pt x="4534" y="25985"/>
                  <a:pt x="2934" y="25631"/>
                  <a:pt x="636" y="25560"/>
                </a:cubicBezTo>
                <a:lnTo>
                  <a:pt x="1272" y="21954"/>
                </a:lnTo>
                <a:lnTo>
                  <a:pt x="16652" y="21371"/>
                </a:lnTo>
                <a:lnTo>
                  <a:pt x="19249" y="21371"/>
                </a:lnTo>
                <a:lnTo>
                  <a:pt x="11401" y="566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1270EFD9-A3B7-4DDE-AF68-FBEBAD50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7804" y="2792875"/>
            <a:ext cx="66394" cy="55098"/>
          </a:xfrm>
          <a:custGeom xmlns:a="http://schemas.openxmlformats.org/drawingml/2006/main">
            <a:pathLst>
              <a:path w="66394" h="55098">
                <a:moveTo>
                  <a:pt x="25243" y="14053"/>
                </a:moveTo>
                <a:cubicBezTo>
                  <a:pt x="28672" y="9351"/>
                  <a:pt x="32057" y="5833"/>
                  <a:pt x="35398" y="3500"/>
                </a:cubicBezTo>
                <a:cubicBezTo>
                  <a:pt x="38739" y="1166"/>
                  <a:pt x="42195" y="0"/>
                  <a:pt x="45766" y="0"/>
                </a:cubicBezTo>
                <a:cubicBezTo>
                  <a:pt x="49513" y="0"/>
                  <a:pt x="52315" y="1008"/>
                  <a:pt x="54170" y="3022"/>
                </a:cubicBezTo>
                <a:cubicBezTo>
                  <a:pt x="56027" y="5038"/>
                  <a:pt x="56955" y="7866"/>
                  <a:pt x="56955" y="11507"/>
                </a:cubicBezTo>
                <a:cubicBezTo>
                  <a:pt x="56955" y="12604"/>
                  <a:pt x="56795" y="14124"/>
                  <a:pt x="56478" y="16068"/>
                </a:cubicBezTo>
                <a:cubicBezTo>
                  <a:pt x="56159" y="18012"/>
                  <a:pt x="55753" y="20134"/>
                  <a:pt x="55258" y="22431"/>
                </a:cubicBezTo>
                <a:cubicBezTo>
                  <a:pt x="54762" y="24730"/>
                  <a:pt x="54232" y="27089"/>
                  <a:pt x="53667" y="29511"/>
                </a:cubicBezTo>
                <a:cubicBezTo>
                  <a:pt x="53101" y="31933"/>
                  <a:pt x="52571" y="34169"/>
                  <a:pt x="52076" y="36219"/>
                </a:cubicBezTo>
                <a:cubicBezTo>
                  <a:pt x="51581" y="38270"/>
                  <a:pt x="51174" y="40020"/>
                  <a:pt x="50856" y="41469"/>
                </a:cubicBezTo>
                <a:cubicBezTo>
                  <a:pt x="50538" y="42919"/>
                  <a:pt x="50379" y="43820"/>
                  <a:pt x="50379" y="44174"/>
                </a:cubicBezTo>
                <a:cubicBezTo>
                  <a:pt x="50379" y="45517"/>
                  <a:pt x="50626" y="46490"/>
                  <a:pt x="51122" y="47091"/>
                </a:cubicBezTo>
                <a:cubicBezTo>
                  <a:pt x="51616" y="47692"/>
                  <a:pt x="52411" y="47992"/>
                  <a:pt x="53507" y="47992"/>
                </a:cubicBezTo>
                <a:cubicBezTo>
                  <a:pt x="54179" y="47992"/>
                  <a:pt x="54843" y="47868"/>
                  <a:pt x="55497" y="47621"/>
                </a:cubicBezTo>
                <a:cubicBezTo>
                  <a:pt x="56151" y="47374"/>
                  <a:pt x="56831" y="46985"/>
                  <a:pt x="57538" y="46454"/>
                </a:cubicBezTo>
                <a:cubicBezTo>
                  <a:pt x="58245" y="45924"/>
                  <a:pt x="59023" y="45244"/>
                  <a:pt x="59872" y="44413"/>
                </a:cubicBezTo>
                <a:cubicBezTo>
                  <a:pt x="60720" y="43582"/>
                  <a:pt x="61674" y="42583"/>
                  <a:pt x="62735" y="41416"/>
                </a:cubicBezTo>
                <a:lnTo>
                  <a:pt x="66394" y="44917"/>
                </a:lnTo>
                <a:cubicBezTo>
                  <a:pt x="64662" y="46684"/>
                  <a:pt x="63071" y="48204"/>
                  <a:pt x="61621" y="49477"/>
                </a:cubicBezTo>
                <a:cubicBezTo>
                  <a:pt x="60172" y="50750"/>
                  <a:pt x="58767" y="51801"/>
                  <a:pt x="57406" y="52632"/>
                </a:cubicBezTo>
                <a:cubicBezTo>
                  <a:pt x="56044" y="53463"/>
                  <a:pt x="54692" y="54082"/>
                  <a:pt x="53349" y="54489"/>
                </a:cubicBezTo>
                <a:cubicBezTo>
                  <a:pt x="52005" y="54895"/>
                  <a:pt x="50573" y="55098"/>
                  <a:pt x="49053" y="55098"/>
                </a:cubicBezTo>
                <a:cubicBezTo>
                  <a:pt x="47781" y="55098"/>
                  <a:pt x="46605" y="54851"/>
                  <a:pt x="45527" y="54356"/>
                </a:cubicBezTo>
                <a:cubicBezTo>
                  <a:pt x="44449" y="53861"/>
                  <a:pt x="43520" y="53180"/>
                  <a:pt x="42742" y="52314"/>
                </a:cubicBezTo>
                <a:cubicBezTo>
                  <a:pt x="41964" y="51448"/>
                  <a:pt x="41363" y="50423"/>
                  <a:pt x="40940" y="49238"/>
                </a:cubicBezTo>
                <a:cubicBezTo>
                  <a:pt x="40515" y="48054"/>
                  <a:pt x="40303" y="46755"/>
                  <a:pt x="40303" y="45341"/>
                </a:cubicBezTo>
                <a:cubicBezTo>
                  <a:pt x="40303" y="43926"/>
                  <a:pt x="40453" y="42274"/>
                  <a:pt x="40754" y="40382"/>
                </a:cubicBezTo>
                <a:cubicBezTo>
                  <a:pt x="41055" y="38491"/>
                  <a:pt x="41505" y="36414"/>
                  <a:pt x="42106" y="34151"/>
                </a:cubicBezTo>
                <a:cubicBezTo>
                  <a:pt x="42742" y="31853"/>
                  <a:pt x="43334" y="29652"/>
                  <a:pt x="43883" y="27549"/>
                </a:cubicBezTo>
                <a:cubicBezTo>
                  <a:pt x="44430" y="25446"/>
                  <a:pt x="44908" y="23501"/>
                  <a:pt x="45315" y="21716"/>
                </a:cubicBezTo>
                <a:cubicBezTo>
                  <a:pt x="45721" y="19930"/>
                  <a:pt x="46039" y="18339"/>
                  <a:pt x="46269" y="16943"/>
                </a:cubicBezTo>
                <a:cubicBezTo>
                  <a:pt x="46499" y="15547"/>
                  <a:pt x="46614" y="14389"/>
                  <a:pt x="46614" y="13470"/>
                </a:cubicBezTo>
                <a:cubicBezTo>
                  <a:pt x="46614" y="11278"/>
                  <a:pt x="46198" y="9669"/>
                  <a:pt x="45368" y="8644"/>
                </a:cubicBezTo>
                <a:cubicBezTo>
                  <a:pt x="44537" y="7619"/>
                  <a:pt x="43202" y="7106"/>
                  <a:pt x="41363" y="7106"/>
                </a:cubicBezTo>
                <a:cubicBezTo>
                  <a:pt x="40303" y="7106"/>
                  <a:pt x="39163" y="7380"/>
                  <a:pt x="37943" y="7928"/>
                </a:cubicBezTo>
                <a:cubicBezTo>
                  <a:pt x="36723" y="8476"/>
                  <a:pt x="35495" y="9236"/>
                  <a:pt x="34258" y="10208"/>
                </a:cubicBezTo>
                <a:cubicBezTo>
                  <a:pt x="33021" y="11180"/>
                  <a:pt x="31809" y="12329"/>
                  <a:pt x="30625" y="13655"/>
                </a:cubicBezTo>
                <a:cubicBezTo>
                  <a:pt x="29441" y="14981"/>
                  <a:pt x="28354" y="16395"/>
                  <a:pt x="27364" y="17898"/>
                </a:cubicBezTo>
                <a:cubicBezTo>
                  <a:pt x="26374" y="19400"/>
                  <a:pt x="25499" y="20973"/>
                  <a:pt x="24739" y="22617"/>
                </a:cubicBezTo>
                <a:cubicBezTo>
                  <a:pt x="23978" y="24261"/>
                  <a:pt x="23422" y="25896"/>
                  <a:pt x="23068" y="27522"/>
                </a:cubicBezTo>
                <a:lnTo>
                  <a:pt x="17129" y="54144"/>
                </a:lnTo>
                <a:lnTo>
                  <a:pt x="6735" y="54144"/>
                </a:lnTo>
                <a:lnTo>
                  <a:pt x="14690" y="19568"/>
                </a:lnTo>
                <a:cubicBezTo>
                  <a:pt x="15149" y="17729"/>
                  <a:pt x="15485" y="16086"/>
                  <a:pt x="15697" y="14636"/>
                </a:cubicBezTo>
                <a:cubicBezTo>
                  <a:pt x="15909" y="13187"/>
                  <a:pt x="16015" y="12002"/>
                  <a:pt x="16015" y="11083"/>
                </a:cubicBezTo>
                <a:cubicBezTo>
                  <a:pt x="16015" y="8502"/>
                  <a:pt x="14972" y="7212"/>
                  <a:pt x="12886" y="7212"/>
                </a:cubicBezTo>
                <a:cubicBezTo>
                  <a:pt x="12250" y="7212"/>
                  <a:pt x="11605" y="7345"/>
                  <a:pt x="10951" y="7610"/>
                </a:cubicBezTo>
                <a:cubicBezTo>
                  <a:pt x="10297" y="7875"/>
                  <a:pt x="9607" y="8273"/>
                  <a:pt x="8883" y="8803"/>
                </a:cubicBezTo>
                <a:cubicBezTo>
                  <a:pt x="8158" y="9333"/>
                  <a:pt x="7371" y="10005"/>
                  <a:pt x="6523" y="10818"/>
                </a:cubicBezTo>
                <a:cubicBezTo>
                  <a:pt x="5674" y="11631"/>
                  <a:pt x="4720" y="12586"/>
                  <a:pt x="3659" y="13682"/>
                </a:cubicBezTo>
                <a:lnTo>
                  <a:pt x="0" y="10235"/>
                </a:lnTo>
                <a:cubicBezTo>
                  <a:pt x="1768" y="8432"/>
                  <a:pt x="3385" y="6885"/>
                  <a:pt x="4853" y="5595"/>
                </a:cubicBezTo>
                <a:cubicBezTo>
                  <a:pt x="6320" y="4304"/>
                  <a:pt x="7716" y="3244"/>
                  <a:pt x="9042" y="2413"/>
                </a:cubicBezTo>
                <a:cubicBezTo>
                  <a:pt x="10368" y="1582"/>
                  <a:pt x="11684" y="972"/>
                  <a:pt x="12993" y="583"/>
                </a:cubicBezTo>
                <a:cubicBezTo>
                  <a:pt x="14301" y="194"/>
                  <a:pt x="15679" y="0"/>
                  <a:pt x="17129" y="0"/>
                </a:cubicBezTo>
                <a:cubicBezTo>
                  <a:pt x="19745" y="0"/>
                  <a:pt x="21769" y="857"/>
                  <a:pt x="23201" y="2572"/>
                </a:cubicBezTo>
                <a:cubicBezTo>
                  <a:pt x="24633" y="4287"/>
                  <a:pt x="25348" y="6540"/>
                  <a:pt x="25348" y="9333"/>
                </a:cubicBezTo>
                <a:cubicBezTo>
                  <a:pt x="25348" y="10040"/>
                  <a:pt x="25287" y="10783"/>
                  <a:pt x="25163" y="11561"/>
                </a:cubicBezTo>
                <a:cubicBezTo>
                  <a:pt x="25039" y="12338"/>
                  <a:pt x="24818" y="13081"/>
                  <a:pt x="24500" y="13788"/>
                </a:cubicBezTo>
                <a:lnTo>
                  <a:pt x="25243" y="140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BA5F4BA3-3F8B-445A-9B8A-F7AF89DC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3645" y="2780519"/>
            <a:ext cx="38553" cy="67454"/>
          </a:xfrm>
          <a:custGeom xmlns:a="http://schemas.openxmlformats.org/drawingml/2006/main">
            <a:pathLst>
              <a:path w="38553" h="67454">
                <a:moveTo>
                  <a:pt x="33410" y="56265"/>
                </a:moveTo>
                <a:cubicBezTo>
                  <a:pt x="31606" y="58280"/>
                  <a:pt x="29892" y="59995"/>
                  <a:pt x="28265" y="61409"/>
                </a:cubicBezTo>
                <a:cubicBezTo>
                  <a:pt x="26639" y="62823"/>
                  <a:pt x="25048" y="63981"/>
                  <a:pt x="23493" y="64882"/>
                </a:cubicBezTo>
                <a:cubicBezTo>
                  <a:pt x="21937" y="65784"/>
                  <a:pt x="20399" y="66438"/>
                  <a:pt x="18879" y="66844"/>
                </a:cubicBezTo>
                <a:cubicBezTo>
                  <a:pt x="17359" y="67251"/>
                  <a:pt x="15803" y="67454"/>
                  <a:pt x="14213" y="67454"/>
                </a:cubicBezTo>
                <a:cubicBezTo>
                  <a:pt x="10005" y="67454"/>
                  <a:pt x="6867" y="66464"/>
                  <a:pt x="4800" y="64484"/>
                </a:cubicBezTo>
                <a:cubicBezTo>
                  <a:pt x="2731" y="62505"/>
                  <a:pt x="1697" y="59588"/>
                  <a:pt x="1697" y="55735"/>
                </a:cubicBezTo>
                <a:cubicBezTo>
                  <a:pt x="1697" y="54426"/>
                  <a:pt x="1795" y="52986"/>
                  <a:pt x="1989" y="51412"/>
                </a:cubicBezTo>
                <a:cubicBezTo>
                  <a:pt x="2184" y="49839"/>
                  <a:pt x="2457" y="48310"/>
                  <a:pt x="2811" y="46825"/>
                </a:cubicBezTo>
                <a:lnTo>
                  <a:pt x="9122" y="19356"/>
                </a:lnTo>
                <a:lnTo>
                  <a:pt x="0" y="19356"/>
                </a:lnTo>
                <a:lnTo>
                  <a:pt x="1060" y="15272"/>
                </a:lnTo>
                <a:cubicBezTo>
                  <a:pt x="3182" y="15272"/>
                  <a:pt x="4835" y="15069"/>
                  <a:pt x="6019" y="14662"/>
                </a:cubicBezTo>
                <a:cubicBezTo>
                  <a:pt x="7203" y="14256"/>
                  <a:pt x="8202" y="13699"/>
                  <a:pt x="9015" y="12992"/>
                </a:cubicBezTo>
                <a:cubicBezTo>
                  <a:pt x="9545" y="12497"/>
                  <a:pt x="10058" y="11887"/>
                  <a:pt x="10553" y="11163"/>
                </a:cubicBezTo>
                <a:cubicBezTo>
                  <a:pt x="11048" y="10438"/>
                  <a:pt x="11543" y="9563"/>
                  <a:pt x="12038" y="8538"/>
                </a:cubicBezTo>
                <a:cubicBezTo>
                  <a:pt x="12533" y="7513"/>
                  <a:pt x="13037" y="6301"/>
                  <a:pt x="13550" y="4905"/>
                </a:cubicBezTo>
                <a:cubicBezTo>
                  <a:pt x="14062" y="3509"/>
                  <a:pt x="14636" y="1874"/>
                  <a:pt x="15273" y="0"/>
                </a:cubicBezTo>
                <a:lnTo>
                  <a:pt x="23546" y="0"/>
                </a:lnTo>
                <a:lnTo>
                  <a:pt x="20523" y="13470"/>
                </a:lnTo>
                <a:lnTo>
                  <a:pt x="38553" y="13470"/>
                </a:lnTo>
                <a:lnTo>
                  <a:pt x="37334" y="19356"/>
                </a:lnTo>
                <a:lnTo>
                  <a:pt x="19356" y="19356"/>
                </a:lnTo>
                <a:lnTo>
                  <a:pt x="13947" y="41575"/>
                </a:lnTo>
                <a:cubicBezTo>
                  <a:pt x="13593" y="43060"/>
                  <a:pt x="13302" y="44395"/>
                  <a:pt x="13072" y="45579"/>
                </a:cubicBezTo>
                <a:cubicBezTo>
                  <a:pt x="12843" y="46764"/>
                  <a:pt x="12657" y="47833"/>
                  <a:pt x="12516" y="48788"/>
                </a:cubicBezTo>
                <a:cubicBezTo>
                  <a:pt x="12374" y="49742"/>
                  <a:pt x="12277" y="50608"/>
                  <a:pt x="12223" y="51386"/>
                </a:cubicBezTo>
                <a:cubicBezTo>
                  <a:pt x="12170" y="52164"/>
                  <a:pt x="12144" y="52888"/>
                  <a:pt x="12144" y="53560"/>
                </a:cubicBezTo>
                <a:cubicBezTo>
                  <a:pt x="12144" y="55681"/>
                  <a:pt x="12586" y="57343"/>
                  <a:pt x="13470" y="58545"/>
                </a:cubicBezTo>
                <a:cubicBezTo>
                  <a:pt x="14354" y="59747"/>
                  <a:pt x="15803" y="60348"/>
                  <a:pt x="17818" y="60348"/>
                </a:cubicBezTo>
                <a:cubicBezTo>
                  <a:pt x="19515" y="60348"/>
                  <a:pt x="21318" y="59721"/>
                  <a:pt x="23228" y="58465"/>
                </a:cubicBezTo>
                <a:cubicBezTo>
                  <a:pt x="25137" y="57211"/>
                  <a:pt x="27311" y="55239"/>
                  <a:pt x="29751" y="52553"/>
                </a:cubicBezTo>
                <a:lnTo>
                  <a:pt x="33410" y="562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7E9B8BFF-E785-4972-A4E1-DABE03B4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5982" y="3290132"/>
            <a:ext cx="84965" cy="70951"/>
          </a:xfrm>
          <a:custGeom xmlns:a="http://schemas.openxmlformats.org/drawingml/2006/main">
            <a:pathLst>
              <a:path w="84965" h="70951">
                <a:moveTo>
                  <a:pt x="47227" y="37081"/>
                </a:moveTo>
                <a:cubicBezTo>
                  <a:pt x="48055" y="33188"/>
                  <a:pt x="49234" y="28492"/>
                  <a:pt x="50768" y="22994"/>
                </a:cubicBezTo>
                <a:cubicBezTo>
                  <a:pt x="52301" y="17494"/>
                  <a:pt x="53626" y="13261"/>
                  <a:pt x="54746" y="10292"/>
                </a:cubicBezTo>
                <a:lnTo>
                  <a:pt x="54380" y="9636"/>
                </a:lnTo>
                <a:lnTo>
                  <a:pt x="32920" y="9636"/>
                </a:lnTo>
                <a:lnTo>
                  <a:pt x="23942" y="51169"/>
                </a:lnTo>
                <a:cubicBezTo>
                  <a:pt x="23212" y="54430"/>
                  <a:pt x="22360" y="57946"/>
                  <a:pt x="21387" y="61717"/>
                </a:cubicBezTo>
                <a:cubicBezTo>
                  <a:pt x="20414" y="65488"/>
                  <a:pt x="19659" y="68177"/>
                  <a:pt x="19124" y="69783"/>
                </a:cubicBezTo>
                <a:lnTo>
                  <a:pt x="3649" y="69783"/>
                </a:lnTo>
                <a:lnTo>
                  <a:pt x="4379" y="66206"/>
                </a:lnTo>
                <a:cubicBezTo>
                  <a:pt x="9537" y="61096"/>
                  <a:pt x="14307" y="49125"/>
                  <a:pt x="18686" y="30293"/>
                </a:cubicBezTo>
                <a:lnTo>
                  <a:pt x="23504" y="9636"/>
                </a:lnTo>
                <a:lnTo>
                  <a:pt x="21168" y="9636"/>
                </a:lnTo>
                <a:cubicBezTo>
                  <a:pt x="17713" y="9636"/>
                  <a:pt x="14793" y="10219"/>
                  <a:pt x="12409" y="11387"/>
                </a:cubicBezTo>
                <a:cubicBezTo>
                  <a:pt x="10024" y="12555"/>
                  <a:pt x="7421" y="14891"/>
                  <a:pt x="4598" y="18395"/>
                </a:cubicBezTo>
                <a:lnTo>
                  <a:pt x="0" y="14526"/>
                </a:lnTo>
                <a:cubicBezTo>
                  <a:pt x="2530" y="11460"/>
                  <a:pt x="4598" y="9125"/>
                  <a:pt x="6205" y="7519"/>
                </a:cubicBezTo>
                <a:cubicBezTo>
                  <a:pt x="7810" y="5913"/>
                  <a:pt x="9501" y="4550"/>
                  <a:pt x="11277" y="3431"/>
                </a:cubicBezTo>
                <a:cubicBezTo>
                  <a:pt x="13054" y="2312"/>
                  <a:pt x="15049" y="1460"/>
                  <a:pt x="17263" y="876"/>
                </a:cubicBezTo>
                <a:cubicBezTo>
                  <a:pt x="19477" y="292"/>
                  <a:pt x="22069" y="0"/>
                  <a:pt x="25037" y="0"/>
                </a:cubicBezTo>
                <a:lnTo>
                  <a:pt x="84965" y="0"/>
                </a:lnTo>
                <a:lnTo>
                  <a:pt x="82848" y="9636"/>
                </a:lnTo>
                <a:lnTo>
                  <a:pt x="65475" y="9636"/>
                </a:lnTo>
                <a:lnTo>
                  <a:pt x="57228" y="46205"/>
                </a:lnTo>
                <a:cubicBezTo>
                  <a:pt x="56157" y="50975"/>
                  <a:pt x="55621" y="54576"/>
                  <a:pt x="55621" y="57009"/>
                </a:cubicBezTo>
                <a:cubicBezTo>
                  <a:pt x="55621" y="58955"/>
                  <a:pt x="55938" y="60367"/>
                  <a:pt x="56570" y="61242"/>
                </a:cubicBezTo>
                <a:cubicBezTo>
                  <a:pt x="57203" y="62118"/>
                  <a:pt x="58201" y="62556"/>
                  <a:pt x="59563" y="62556"/>
                </a:cubicBezTo>
                <a:cubicBezTo>
                  <a:pt x="62483" y="62556"/>
                  <a:pt x="65914" y="60220"/>
                  <a:pt x="69856" y="55549"/>
                </a:cubicBezTo>
                <a:lnTo>
                  <a:pt x="74089" y="59491"/>
                </a:lnTo>
                <a:cubicBezTo>
                  <a:pt x="70391" y="63529"/>
                  <a:pt x="67021" y="66449"/>
                  <a:pt x="63979" y="68250"/>
                </a:cubicBezTo>
                <a:cubicBezTo>
                  <a:pt x="60938" y="70051"/>
                  <a:pt x="57690" y="70951"/>
                  <a:pt x="54235" y="70951"/>
                </a:cubicBezTo>
                <a:cubicBezTo>
                  <a:pt x="50925" y="70951"/>
                  <a:pt x="48322" y="69819"/>
                  <a:pt x="46424" y="67556"/>
                </a:cubicBezTo>
                <a:cubicBezTo>
                  <a:pt x="44526" y="65294"/>
                  <a:pt x="43578" y="62313"/>
                  <a:pt x="43578" y="58615"/>
                </a:cubicBezTo>
                <a:cubicBezTo>
                  <a:pt x="43578" y="55354"/>
                  <a:pt x="44259" y="50634"/>
                  <a:pt x="45622" y="44454"/>
                </a:cubicBezTo>
                <a:lnTo>
                  <a:pt x="47227" y="370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9031CE4A-3B52-4BB5-ACD2-583065F2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8561" y="3254438"/>
            <a:ext cx="46133" cy="138470"/>
          </a:xfrm>
          <a:custGeom xmlns:a="http://schemas.openxmlformats.org/drawingml/2006/main">
            <a:pathLst>
              <a:path w="46133" h="138470">
                <a:moveTo>
                  <a:pt x="12628" y="68541"/>
                </a:moveTo>
                <a:cubicBezTo>
                  <a:pt x="12628" y="85574"/>
                  <a:pt x="15365" y="99613"/>
                  <a:pt x="20840" y="110659"/>
                </a:cubicBezTo>
                <a:cubicBezTo>
                  <a:pt x="26315" y="121706"/>
                  <a:pt x="34672" y="129102"/>
                  <a:pt x="45914" y="132850"/>
                </a:cubicBezTo>
                <a:lnTo>
                  <a:pt x="44162" y="138470"/>
                </a:lnTo>
                <a:cubicBezTo>
                  <a:pt x="29903" y="134723"/>
                  <a:pt x="18978" y="126657"/>
                  <a:pt x="11387" y="114273"/>
                </a:cubicBezTo>
                <a:cubicBezTo>
                  <a:pt x="3796" y="101888"/>
                  <a:pt x="0" y="86887"/>
                  <a:pt x="0" y="69271"/>
                </a:cubicBezTo>
                <a:cubicBezTo>
                  <a:pt x="0" y="51704"/>
                  <a:pt x="3808" y="36704"/>
                  <a:pt x="11424" y="24271"/>
                </a:cubicBezTo>
                <a:cubicBezTo>
                  <a:pt x="19039" y="11837"/>
                  <a:pt x="29952" y="3747"/>
                  <a:pt x="44162" y="0"/>
                </a:cubicBezTo>
                <a:lnTo>
                  <a:pt x="46133" y="5620"/>
                </a:lnTo>
                <a:cubicBezTo>
                  <a:pt x="34746" y="9367"/>
                  <a:pt x="26315" y="16679"/>
                  <a:pt x="20840" y="27555"/>
                </a:cubicBezTo>
                <a:cubicBezTo>
                  <a:pt x="15365" y="38431"/>
                  <a:pt x="12628" y="52093"/>
                  <a:pt x="12628" y="685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7EE9DAE8-4A4E-46E9-AB63-8E11C905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418" y="3286336"/>
            <a:ext cx="83432" cy="74746"/>
          </a:xfrm>
          <a:custGeom xmlns:a="http://schemas.openxmlformats.org/drawingml/2006/main">
            <a:pathLst>
              <a:path w="83432" h="74746">
                <a:moveTo>
                  <a:pt x="64673" y="50804"/>
                </a:moveTo>
                <a:cubicBezTo>
                  <a:pt x="63943" y="53870"/>
                  <a:pt x="63578" y="56644"/>
                  <a:pt x="63578" y="59126"/>
                </a:cubicBezTo>
                <a:cubicBezTo>
                  <a:pt x="63578" y="60731"/>
                  <a:pt x="63846" y="61972"/>
                  <a:pt x="64381" y="62848"/>
                </a:cubicBezTo>
                <a:cubicBezTo>
                  <a:pt x="64916" y="63724"/>
                  <a:pt x="65841" y="64162"/>
                  <a:pt x="67155" y="64162"/>
                </a:cubicBezTo>
                <a:cubicBezTo>
                  <a:pt x="68664" y="64162"/>
                  <a:pt x="70293" y="63481"/>
                  <a:pt x="72045" y="62118"/>
                </a:cubicBezTo>
                <a:cubicBezTo>
                  <a:pt x="73797" y="60756"/>
                  <a:pt x="75841" y="58736"/>
                  <a:pt x="78177" y="56060"/>
                </a:cubicBezTo>
                <a:lnTo>
                  <a:pt x="83432" y="61315"/>
                </a:lnTo>
                <a:cubicBezTo>
                  <a:pt x="78323" y="66425"/>
                  <a:pt x="73919" y="69941"/>
                  <a:pt x="70221" y="71863"/>
                </a:cubicBezTo>
                <a:cubicBezTo>
                  <a:pt x="66523" y="73785"/>
                  <a:pt x="62629" y="74746"/>
                  <a:pt x="58542" y="74746"/>
                </a:cubicBezTo>
                <a:cubicBezTo>
                  <a:pt x="54454" y="74746"/>
                  <a:pt x="51218" y="73615"/>
                  <a:pt x="48833" y="71352"/>
                </a:cubicBezTo>
                <a:cubicBezTo>
                  <a:pt x="46449" y="69089"/>
                  <a:pt x="45256" y="66108"/>
                  <a:pt x="45256" y="62410"/>
                </a:cubicBezTo>
                <a:cubicBezTo>
                  <a:pt x="45256" y="61194"/>
                  <a:pt x="45403" y="60026"/>
                  <a:pt x="45695" y="58906"/>
                </a:cubicBezTo>
                <a:lnTo>
                  <a:pt x="44673" y="58761"/>
                </a:lnTo>
                <a:cubicBezTo>
                  <a:pt x="41120" y="62946"/>
                  <a:pt x="38066" y="66096"/>
                  <a:pt x="35512" y="68213"/>
                </a:cubicBezTo>
                <a:cubicBezTo>
                  <a:pt x="32957" y="70330"/>
                  <a:pt x="30244" y="71948"/>
                  <a:pt x="27373" y="73067"/>
                </a:cubicBezTo>
                <a:cubicBezTo>
                  <a:pt x="24502" y="74187"/>
                  <a:pt x="21314" y="74746"/>
                  <a:pt x="17811" y="74746"/>
                </a:cubicBezTo>
                <a:cubicBezTo>
                  <a:pt x="11971" y="74746"/>
                  <a:pt x="7543" y="72763"/>
                  <a:pt x="4526" y="68797"/>
                </a:cubicBezTo>
                <a:cubicBezTo>
                  <a:pt x="1509" y="64831"/>
                  <a:pt x="0" y="59052"/>
                  <a:pt x="0" y="51461"/>
                </a:cubicBezTo>
                <a:cubicBezTo>
                  <a:pt x="0" y="44892"/>
                  <a:pt x="949" y="38371"/>
                  <a:pt x="2847" y="31899"/>
                </a:cubicBezTo>
                <a:cubicBezTo>
                  <a:pt x="4745" y="25427"/>
                  <a:pt x="7470" y="19842"/>
                  <a:pt x="11023" y="15146"/>
                </a:cubicBezTo>
                <a:cubicBezTo>
                  <a:pt x="14574" y="10451"/>
                  <a:pt x="19039" y="6752"/>
                  <a:pt x="24416" y="4051"/>
                </a:cubicBezTo>
                <a:cubicBezTo>
                  <a:pt x="29794" y="1350"/>
                  <a:pt x="35889" y="0"/>
                  <a:pt x="42702" y="0"/>
                </a:cubicBezTo>
                <a:cubicBezTo>
                  <a:pt x="49952" y="0"/>
                  <a:pt x="56132" y="1752"/>
                  <a:pt x="61242" y="5256"/>
                </a:cubicBezTo>
                <a:lnTo>
                  <a:pt x="68323" y="0"/>
                </a:lnTo>
                <a:lnTo>
                  <a:pt x="76498" y="1168"/>
                </a:lnTo>
                <a:lnTo>
                  <a:pt x="64673" y="50804"/>
                </a:lnTo>
                <a:moveTo>
                  <a:pt x="50220" y="28176"/>
                </a:moveTo>
                <a:cubicBezTo>
                  <a:pt x="50999" y="24575"/>
                  <a:pt x="51388" y="20974"/>
                  <a:pt x="51388" y="17373"/>
                </a:cubicBezTo>
                <a:cubicBezTo>
                  <a:pt x="51388" y="14161"/>
                  <a:pt x="50780" y="11728"/>
                  <a:pt x="49563" y="10073"/>
                </a:cubicBezTo>
                <a:cubicBezTo>
                  <a:pt x="48347" y="8419"/>
                  <a:pt x="46352" y="7592"/>
                  <a:pt x="43578" y="7592"/>
                </a:cubicBezTo>
                <a:cubicBezTo>
                  <a:pt x="39052" y="7592"/>
                  <a:pt x="35038" y="9866"/>
                  <a:pt x="31534" y="14417"/>
                </a:cubicBezTo>
                <a:cubicBezTo>
                  <a:pt x="28030" y="18966"/>
                  <a:pt x="25207" y="25086"/>
                  <a:pt x="23066" y="32774"/>
                </a:cubicBezTo>
                <a:cubicBezTo>
                  <a:pt x="20925" y="40463"/>
                  <a:pt x="19855" y="47349"/>
                  <a:pt x="19855" y="53432"/>
                </a:cubicBezTo>
                <a:cubicBezTo>
                  <a:pt x="19855" y="56984"/>
                  <a:pt x="20378" y="59637"/>
                  <a:pt x="21424" y="61388"/>
                </a:cubicBezTo>
                <a:cubicBezTo>
                  <a:pt x="22470" y="63140"/>
                  <a:pt x="24088" y="64016"/>
                  <a:pt x="26278" y="64016"/>
                </a:cubicBezTo>
                <a:cubicBezTo>
                  <a:pt x="29490" y="64016"/>
                  <a:pt x="32763" y="62447"/>
                  <a:pt x="36095" y="59308"/>
                </a:cubicBezTo>
                <a:cubicBezTo>
                  <a:pt x="39429" y="56169"/>
                  <a:pt x="42118" y="52483"/>
                  <a:pt x="44162" y="48249"/>
                </a:cubicBezTo>
                <a:cubicBezTo>
                  <a:pt x="46206" y="44016"/>
                  <a:pt x="48030" y="38225"/>
                  <a:pt x="49637" y="30877"/>
                </a:cubicBezTo>
                <a:lnTo>
                  <a:pt x="50220" y="281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58EC8735-053B-4C6D-9888-0555EF5D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8054" y="3255460"/>
            <a:ext cx="11241" cy="135843"/>
          </a:xfrm>
          <a:custGeom xmlns:a="http://schemas.openxmlformats.org/drawingml/2006/main">
            <a:pathLst>
              <a:path w="11241" h="135843">
                <a:moveTo>
                  <a:pt x="11241" y="135843"/>
                </a:moveTo>
                <a:lnTo>
                  <a:pt x="0" y="135843"/>
                </a:lnTo>
                <a:lnTo>
                  <a:pt x="0" y="0"/>
                </a:lnTo>
                <a:lnTo>
                  <a:pt x="11241" y="0"/>
                </a:lnTo>
                <a:lnTo>
                  <a:pt x="11241" y="1358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83FB6E47-C587-41CF-89E2-629E10EB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1163" y="3286336"/>
            <a:ext cx="66572" cy="74746"/>
          </a:xfrm>
          <a:custGeom xmlns:a="http://schemas.openxmlformats.org/drawingml/2006/main">
            <a:pathLst>
              <a:path w="66572" h="74746">
                <a:moveTo>
                  <a:pt x="13358" y="53140"/>
                </a:moveTo>
                <a:cubicBezTo>
                  <a:pt x="13601" y="57520"/>
                  <a:pt x="14733" y="60950"/>
                  <a:pt x="16753" y="63432"/>
                </a:cubicBezTo>
                <a:cubicBezTo>
                  <a:pt x="18772" y="65914"/>
                  <a:pt x="21874" y="67155"/>
                  <a:pt x="26059" y="67155"/>
                </a:cubicBezTo>
                <a:cubicBezTo>
                  <a:pt x="29904" y="67155"/>
                  <a:pt x="32872" y="66218"/>
                  <a:pt x="34964" y="64345"/>
                </a:cubicBezTo>
                <a:cubicBezTo>
                  <a:pt x="37057" y="62471"/>
                  <a:pt x="38103" y="59831"/>
                  <a:pt x="38103" y="56424"/>
                </a:cubicBezTo>
                <a:cubicBezTo>
                  <a:pt x="38103" y="54381"/>
                  <a:pt x="37763" y="52653"/>
                  <a:pt x="37082" y="51242"/>
                </a:cubicBezTo>
                <a:cubicBezTo>
                  <a:pt x="36400" y="49831"/>
                  <a:pt x="35281" y="48456"/>
                  <a:pt x="33724" y="47118"/>
                </a:cubicBezTo>
                <a:cubicBezTo>
                  <a:pt x="32166" y="45779"/>
                  <a:pt x="29636" y="44040"/>
                  <a:pt x="26132" y="41899"/>
                </a:cubicBezTo>
                <a:cubicBezTo>
                  <a:pt x="21266" y="38979"/>
                  <a:pt x="17726" y="35950"/>
                  <a:pt x="15512" y="32811"/>
                </a:cubicBezTo>
                <a:cubicBezTo>
                  <a:pt x="13298" y="29672"/>
                  <a:pt x="12190" y="26156"/>
                  <a:pt x="12190" y="22263"/>
                </a:cubicBezTo>
                <a:cubicBezTo>
                  <a:pt x="12190" y="15110"/>
                  <a:pt x="14867" y="9611"/>
                  <a:pt x="20220" y="5766"/>
                </a:cubicBezTo>
                <a:cubicBezTo>
                  <a:pt x="25573" y="1922"/>
                  <a:pt x="33067" y="0"/>
                  <a:pt x="42702" y="0"/>
                </a:cubicBezTo>
                <a:cubicBezTo>
                  <a:pt x="46449" y="0"/>
                  <a:pt x="50476" y="304"/>
                  <a:pt x="54782" y="913"/>
                </a:cubicBezTo>
                <a:cubicBezTo>
                  <a:pt x="59089" y="1521"/>
                  <a:pt x="63019" y="2336"/>
                  <a:pt x="66572" y="3358"/>
                </a:cubicBezTo>
                <a:lnTo>
                  <a:pt x="62776" y="20803"/>
                </a:lnTo>
                <a:lnTo>
                  <a:pt x="53505" y="20803"/>
                </a:lnTo>
                <a:cubicBezTo>
                  <a:pt x="53067" y="16278"/>
                  <a:pt x="51912" y="12945"/>
                  <a:pt x="50038" y="10803"/>
                </a:cubicBezTo>
                <a:cubicBezTo>
                  <a:pt x="48165" y="8662"/>
                  <a:pt x="45476" y="7592"/>
                  <a:pt x="41972" y="7592"/>
                </a:cubicBezTo>
                <a:cubicBezTo>
                  <a:pt x="38712" y="7592"/>
                  <a:pt x="36096" y="8431"/>
                  <a:pt x="34126" y="10110"/>
                </a:cubicBezTo>
                <a:cubicBezTo>
                  <a:pt x="32154" y="11789"/>
                  <a:pt x="31168" y="14064"/>
                  <a:pt x="31168" y="16935"/>
                </a:cubicBezTo>
                <a:cubicBezTo>
                  <a:pt x="31168" y="19465"/>
                  <a:pt x="31996" y="21679"/>
                  <a:pt x="33650" y="23577"/>
                </a:cubicBezTo>
                <a:cubicBezTo>
                  <a:pt x="35305" y="25475"/>
                  <a:pt x="38517" y="27859"/>
                  <a:pt x="43286" y="30731"/>
                </a:cubicBezTo>
                <a:cubicBezTo>
                  <a:pt x="48444" y="33796"/>
                  <a:pt x="52143" y="36960"/>
                  <a:pt x="54381" y="40220"/>
                </a:cubicBezTo>
                <a:cubicBezTo>
                  <a:pt x="56620" y="43480"/>
                  <a:pt x="57739" y="47300"/>
                  <a:pt x="57739" y="51680"/>
                </a:cubicBezTo>
                <a:cubicBezTo>
                  <a:pt x="57739" y="56644"/>
                  <a:pt x="56413" y="60878"/>
                  <a:pt x="53760" y="64381"/>
                </a:cubicBezTo>
                <a:cubicBezTo>
                  <a:pt x="51109" y="67885"/>
                  <a:pt x="47483" y="70488"/>
                  <a:pt x="42884" y="72191"/>
                </a:cubicBezTo>
                <a:cubicBezTo>
                  <a:pt x="38286" y="73894"/>
                  <a:pt x="33042" y="74746"/>
                  <a:pt x="27154" y="74746"/>
                </a:cubicBezTo>
                <a:cubicBezTo>
                  <a:pt x="17714" y="74746"/>
                  <a:pt x="8662" y="73578"/>
                  <a:pt x="0" y="71243"/>
                </a:cubicBezTo>
                <a:lnTo>
                  <a:pt x="4088" y="53140"/>
                </a:lnTo>
                <a:lnTo>
                  <a:pt x="13358" y="53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661DF29C-DFA3-4831-A6F8-84C1487B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3373" y="3342980"/>
            <a:ext cx="21825" cy="37081"/>
          </a:xfrm>
          <a:custGeom xmlns:a="http://schemas.openxmlformats.org/drawingml/2006/main">
            <a:pathLst>
              <a:path w="21825" h="37081">
                <a:moveTo>
                  <a:pt x="20803" y="0"/>
                </a:moveTo>
                <a:cubicBezTo>
                  <a:pt x="21484" y="3406"/>
                  <a:pt x="21825" y="6764"/>
                  <a:pt x="21825" y="10073"/>
                </a:cubicBezTo>
                <a:cubicBezTo>
                  <a:pt x="21825" y="13480"/>
                  <a:pt x="21241" y="16594"/>
                  <a:pt x="20073" y="19416"/>
                </a:cubicBezTo>
                <a:cubicBezTo>
                  <a:pt x="18906" y="22239"/>
                  <a:pt x="17044" y="25049"/>
                  <a:pt x="14489" y="27847"/>
                </a:cubicBezTo>
                <a:cubicBezTo>
                  <a:pt x="11935" y="30645"/>
                  <a:pt x="8419" y="33723"/>
                  <a:pt x="3942" y="37081"/>
                </a:cubicBezTo>
                <a:lnTo>
                  <a:pt x="0" y="32628"/>
                </a:lnTo>
                <a:cubicBezTo>
                  <a:pt x="2482" y="30292"/>
                  <a:pt x="4283" y="28188"/>
                  <a:pt x="5401" y="26314"/>
                </a:cubicBezTo>
                <a:cubicBezTo>
                  <a:pt x="6521" y="24441"/>
                  <a:pt x="7323" y="22312"/>
                  <a:pt x="7810" y="19927"/>
                </a:cubicBezTo>
                <a:cubicBezTo>
                  <a:pt x="8297" y="17543"/>
                  <a:pt x="8540" y="14550"/>
                  <a:pt x="8540" y="10949"/>
                </a:cubicBezTo>
                <a:cubicBezTo>
                  <a:pt x="8540" y="7251"/>
                  <a:pt x="8370" y="3601"/>
                  <a:pt x="8030" y="0"/>
                </a:cubicBezTo>
                <a:lnTo>
                  <a:pt x="2080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4F5B1550-38A7-4A44-852F-859E607A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8388" y="3287505"/>
            <a:ext cx="73578" cy="72410"/>
          </a:xfrm>
          <a:custGeom xmlns:a="http://schemas.openxmlformats.org/drawingml/2006/main">
            <a:pathLst>
              <a:path w="73578" h="72410">
                <a:moveTo>
                  <a:pt x="40585" y="46351"/>
                </a:moveTo>
                <a:cubicBezTo>
                  <a:pt x="35183" y="53164"/>
                  <a:pt x="30195" y="59052"/>
                  <a:pt x="25621" y="64016"/>
                </a:cubicBezTo>
                <a:lnTo>
                  <a:pt x="26132" y="64673"/>
                </a:lnTo>
                <a:lnTo>
                  <a:pt x="39927" y="64673"/>
                </a:lnTo>
                <a:cubicBezTo>
                  <a:pt x="42263" y="64673"/>
                  <a:pt x="44271" y="64259"/>
                  <a:pt x="45950" y="63432"/>
                </a:cubicBezTo>
                <a:cubicBezTo>
                  <a:pt x="47628" y="62605"/>
                  <a:pt x="49271" y="61096"/>
                  <a:pt x="50877" y="58906"/>
                </a:cubicBezTo>
                <a:cubicBezTo>
                  <a:pt x="52483" y="56717"/>
                  <a:pt x="54162" y="53627"/>
                  <a:pt x="55913" y="49636"/>
                </a:cubicBezTo>
                <a:lnTo>
                  <a:pt x="63651" y="49636"/>
                </a:lnTo>
                <a:lnTo>
                  <a:pt x="58760" y="72410"/>
                </a:lnTo>
                <a:lnTo>
                  <a:pt x="2554" y="72410"/>
                </a:lnTo>
                <a:lnTo>
                  <a:pt x="0" y="67593"/>
                </a:lnTo>
                <a:lnTo>
                  <a:pt x="32336" y="26862"/>
                </a:lnTo>
                <a:cubicBezTo>
                  <a:pt x="37689" y="20097"/>
                  <a:pt x="42896" y="13942"/>
                  <a:pt x="47957" y="8394"/>
                </a:cubicBezTo>
                <a:lnTo>
                  <a:pt x="47446" y="7737"/>
                </a:lnTo>
                <a:lnTo>
                  <a:pt x="33723" y="7737"/>
                </a:lnTo>
                <a:cubicBezTo>
                  <a:pt x="31874" y="7737"/>
                  <a:pt x="30195" y="8102"/>
                  <a:pt x="28687" y="8832"/>
                </a:cubicBezTo>
                <a:cubicBezTo>
                  <a:pt x="27178" y="9562"/>
                  <a:pt x="25682" y="10815"/>
                  <a:pt x="24197" y="12591"/>
                </a:cubicBezTo>
                <a:cubicBezTo>
                  <a:pt x="22713" y="14368"/>
                  <a:pt x="20851" y="17324"/>
                  <a:pt x="18613" y="21460"/>
                </a:cubicBezTo>
                <a:lnTo>
                  <a:pt x="10803" y="21460"/>
                </a:lnTo>
                <a:lnTo>
                  <a:pt x="15401" y="0"/>
                </a:lnTo>
                <a:lnTo>
                  <a:pt x="71023" y="0"/>
                </a:lnTo>
                <a:lnTo>
                  <a:pt x="73578" y="4818"/>
                </a:lnTo>
                <a:lnTo>
                  <a:pt x="40585" y="463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A4ED843B-C952-49C7-9388-FF170B13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6001" y="3254438"/>
            <a:ext cx="46133" cy="138470"/>
          </a:xfrm>
          <a:custGeom xmlns:a="http://schemas.openxmlformats.org/drawingml/2006/main">
            <a:pathLst>
              <a:path w="46133" h="138470">
                <a:moveTo>
                  <a:pt x="33505" y="68541"/>
                </a:moveTo>
                <a:cubicBezTo>
                  <a:pt x="33505" y="52093"/>
                  <a:pt x="30780" y="38431"/>
                  <a:pt x="25329" y="27555"/>
                </a:cubicBezTo>
                <a:cubicBezTo>
                  <a:pt x="19879" y="16679"/>
                  <a:pt x="11436" y="9367"/>
                  <a:pt x="0" y="5620"/>
                </a:cubicBezTo>
                <a:lnTo>
                  <a:pt x="1971" y="0"/>
                </a:lnTo>
                <a:cubicBezTo>
                  <a:pt x="16180" y="3747"/>
                  <a:pt x="27093" y="11837"/>
                  <a:pt x="34709" y="24271"/>
                </a:cubicBezTo>
                <a:cubicBezTo>
                  <a:pt x="42324" y="36704"/>
                  <a:pt x="46133" y="51704"/>
                  <a:pt x="46133" y="69271"/>
                </a:cubicBezTo>
                <a:cubicBezTo>
                  <a:pt x="46133" y="86887"/>
                  <a:pt x="42337" y="101888"/>
                  <a:pt x="34746" y="114273"/>
                </a:cubicBezTo>
                <a:cubicBezTo>
                  <a:pt x="27154" y="126657"/>
                  <a:pt x="16229" y="134723"/>
                  <a:pt x="1971" y="138470"/>
                </a:cubicBezTo>
                <a:lnTo>
                  <a:pt x="219" y="132850"/>
                </a:lnTo>
                <a:cubicBezTo>
                  <a:pt x="11460" y="129102"/>
                  <a:pt x="19818" y="121706"/>
                  <a:pt x="25293" y="110659"/>
                </a:cubicBezTo>
                <a:cubicBezTo>
                  <a:pt x="30767" y="99613"/>
                  <a:pt x="33505" y="85574"/>
                  <a:pt x="33505" y="685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4C492724-9EE3-41E8-A9FD-B5EA5BF5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6572" y="3140195"/>
            <a:ext cx="41826" cy="27154"/>
          </a:xfrm>
          <a:custGeom xmlns:a="http://schemas.openxmlformats.org/drawingml/2006/main">
            <a:pathLst>
              <a:path w="41826" h="27154">
                <a:moveTo>
                  <a:pt x="26132" y="0"/>
                </a:moveTo>
                <a:lnTo>
                  <a:pt x="41826" y="22993"/>
                </a:lnTo>
                <a:lnTo>
                  <a:pt x="36716" y="27154"/>
                </a:lnTo>
                <a:lnTo>
                  <a:pt x="21241" y="9416"/>
                </a:lnTo>
                <a:lnTo>
                  <a:pt x="20438" y="9416"/>
                </a:lnTo>
                <a:lnTo>
                  <a:pt x="4964" y="27154"/>
                </a:lnTo>
                <a:lnTo>
                  <a:pt x="0" y="22993"/>
                </a:lnTo>
                <a:lnTo>
                  <a:pt x="16351" y="0"/>
                </a:lnTo>
                <a:lnTo>
                  <a:pt x="2613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C9A9EF9C-2937-486D-A21D-C28927BE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6042" y="3174429"/>
            <a:ext cx="73943" cy="102411"/>
          </a:xfrm>
          <a:custGeom xmlns:a="http://schemas.openxmlformats.org/drawingml/2006/main">
            <a:pathLst>
              <a:path w="73943" h="102411">
                <a:moveTo>
                  <a:pt x="18248" y="24964"/>
                </a:moveTo>
                <a:cubicBezTo>
                  <a:pt x="19270" y="20487"/>
                  <a:pt x="19781" y="16813"/>
                  <a:pt x="19781" y="13942"/>
                </a:cubicBezTo>
                <a:cubicBezTo>
                  <a:pt x="19781" y="11996"/>
                  <a:pt x="19465" y="10584"/>
                  <a:pt x="18833" y="9708"/>
                </a:cubicBezTo>
                <a:cubicBezTo>
                  <a:pt x="18199" y="8832"/>
                  <a:pt x="17202" y="8395"/>
                  <a:pt x="15840" y="8395"/>
                </a:cubicBezTo>
                <a:cubicBezTo>
                  <a:pt x="14331" y="8395"/>
                  <a:pt x="12738" y="9015"/>
                  <a:pt x="11058" y="10256"/>
                </a:cubicBezTo>
                <a:cubicBezTo>
                  <a:pt x="9380" y="11497"/>
                  <a:pt x="7080" y="13747"/>
                  <a:pt x="4161" y="17008"/>
                </a:cubicBezTo>
                <a:lnTo>
                  <a:pt x="0" y="12920"/>
                </a:lnTo>
                <a:cubicBezTo>
                  <a:pt x="4379" y="8346"/>
                  <a:pt x="8090" y="5049"/>
                  <a:pt x="11132" y="3029"/>
                </a:cubicBezTo>
                <a:cubicBezTo>
                  <a:pt x="14173" y="1010"/>
                  <a:pt x="17543" y="0"/>
                  <a:pt x="21241" y="0"/>
                </a:cubicBezTo>
                <a:cubicBezTo>
                  <a:pt x="24258" y="0"/>
                  <a:pt x="26655" y="998"/>
                  <a:pt x="28431" y="2993"/>
                </a:cubicBezTo>
                <a:cubicBezTo>
                  <a:pt x="30207" y="4988"/>
                  <a:pt x="31095" y="7640"/>
                  <a:pt x="31095" y="10949"/>
                </a:cubicBezTo>
                <a:cubicBezTo>
                  <a:pt x="31095" y="13674"/>
                  <a:pt x="30536" y="16546"/>
                  <a:pt x="29417" y="19562"/>
                </a:cubicBezTo>
                <a:lnTo>
                  <a:pt x="30293" y="19855"/>
                </a:lnTo>
                <a:cubicBezTo>
                  <a:pt x="39295" y="6667"/>
                  <a:pt x="48249" y="73"/>
                  <a:pt x="57154" y="73"/>
                </a:cubicBezTo>
                <a:cubicBezTo>
                  <a:pt x="62459" y="73"/>
                  <a:pt x="66583" y="2093"/>
                  <a:pt x="69527" y="6132"/>
                </a:cubicBezTo>
                <a:cubicBezTo>
                  <a:pt x="72471" y="10171"/>
                  <a:pt x="73943" y="15864"/>
                  <a:pt x="73943" y="23212"/>
                </a:cubicBezTo>
                <a:cubicBezTo>
                  <a:pt x="73943" y="31242"/>
                  <a:pt x="72325" y="39137"/>
                  <a:pt x="69089" y="46899"/>
                </a:cubicBezTo>
                <a:cubicBezTo>
                  <a:pt x="65853" y="54661"/>
                  <a:pt x="61364" y="60816"/>
                  <a:pt x="55621" y="65367"/>
                </a:cubicBezTo>
                <a:cubicBezTo>
                  <a:pt x="49880" y="69917"/>
                  <a:pt x="43456" y="72192"/>
                  <a:pt x="36351" y="72192"/>
                </a:cubicBezTo>
                <a:cubicBezTo>
                  <a:pt x="29879" y="72192"/>
                  <a:pt x="24502" y="70780"/>
                  <a:pt x="20219" y="67958"/>
                </a:cubicBezTo>
                <a:lnTo>
                  <a:pt x="16862" y="83944"/>
                </a:lnTo>
                <a:cubicBezTo>
                  <a:pt x="16132" y="87399"/>
                  <a:pt x="15766" y="90246"/>
                  <a:pt x="15766" y="92484"/>
                </a:cubicBezTo>
                <a:cubicBezTo>
                  <a:pt x="15766" y="94625"/>
                  <a:pt x="16314" y="96146"/>
                  <a:pt x="17409" y="97046"/>
                </a:cubicBezTo>
                <a:cubicBezTo>
                  <a:pt x="18504" y="97947"/>
                  <a:pt x="20633" y="98543"/>
                  <a:pt x="23796" y="98834"/>
                </a:cubicBezTo>
                <a:lnTo>
                  <a:pt x="23212" y="102411"/>
                </a:lnTo>
                <a:lnTo>
                  <a:pt x="657" y="102411"/>
                </a:lnTo>
                <a:lnTo>
                  <a:pt x="18248" y="24964"/>
                </a:lnTo>
                <a:moveTo>
                  <a:pt x="25621" y="45622"/>
                </a:moveTo>
                <a:cubicBezTo>
                  <a:pt x="25134" y="48201"/>
                  <a:pt x="24830" y="50172"/>
                  <a:pt x="24708" y="51534"/>
                </a:cubicBezTo>
                <a:cubicBezTo>
                  <a:pt x="24587" y="52897"/>
                  <a:pt x="24526" y="54235"/>
                  <a:pt x="24526" y="55549"/>
                </a:cubicBezTo>
                <a:cubicBezTo>
                  <a:pt x="24526" y="59344"/>
                  <a:pt x="25341" y="62106"/>
                  <a:pt x="26971" y="63834"/>
                </a:cubicBezTo>
                <a:cubicBezTo>
                  <a:pt x="28601" y="65561"/>
                  <a:pt x="31412" y="66425"/>
                  <a:pt x="35402" y="66425"/>
                </a:cubicBezTo>
                <a:cubicBezTo>
                  <a:pt x="37884" y="66425"/>
                  <a:pt x="40171" y="65938"/>
                  <a:pt x="42263" y="64965"/>
                </a:cubicBezTo>
                <a:cubicBezTo>
                  <a:pt x="44356" y="63992"/>
                  <a:pt x="46339" y="62581"/>
                  <a:pt x="48212" y="60731"/>
                </a:cubicBezTo>
                <a:cubicBezTo>
                  <a:pt x="50086" y="58882"/>
                  <a:pt x="51777" y="56644"/>
                  <a:pt x="53286" y="54016"/>
                </a:cubicBezTo>
                <a:cubicBezTo>
                  <a:pt x="54795" y="51388"/>
                  <a:pt x="56145" y="48335"/>
                  <a:pt x="57337" y="44855"/>
                </a:cubicBezTo>
                <a:cubicBezTo>
                  <a:pt x="58530" y="41376"/>
                  <a:pt x="59430" y="37799"/>
                  <a:pt x="60038" y="34125"/>
                </a:cubicBezTo>
                <a:cubicBezTo>
                  <a:pt x="60646" y="30451"/>
                  <a:pt x="60950" y="27008"/>
                  <a:pt x="60950" y="23796"/>
                </a:cubicBezTo>
                <a:cubicBezTo>
                  <a:pt x="60950" y="18687"/>
                  <a:pt x="60233" y="14879"/>
                  <a:pt x="58797" y="12373"/>
                </a:cubicBezTo>
                <a:cubicBezTo>
                  <a:pt x="57361" y="9867"/>
                  <a:pt x="55087" y="8614"/>
                  <a:pt x="51972" y="8614"/>
                </a:cubicBezTo>
                <a:cubicBezTo>
                  <a:pt x="49490" y="8614"/>
                  <a:pt x="47045" y="9453"/>
                  <a:pt x="44636" y="11132"/>
                </a:cubicBezTo>
                <a:cubicBezTo>
                  <a:pt x="42227" y="12811"/>
                  <a:pt x="39587" y="15499"/>
                  <a:pt x="36716" y="19198"/>
                </a:cubicBezTo>
                <a:cubicBezTo>
                  <a:pt x="33845" y="22896"/>
                  <a:pt x="31606" y="26546"/>
                  <a:pt x="30001" y="30147"/>
                </a:cubicBezTo>
                <a:cubicBezTo>
                  <a:pt x="28394" y="33748"/>
                  <a:pt x="27129" y="37884"/>
                  <a:pt x="26205" y="42556"/>
                </a:cubicBezTo>
                <a:lnTo>
                  <a:pt x="25621" y="456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65A3442A-A0ED-4EE8-BD80-5FB06EC7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193" y="3200019"/>
            <a:ext cx="77901" cy="98795"/>
          </a:xfrm>
          <a:custGeom xmlns:a="http://schemas.openxmlformats.org/drawingml/2006/main">
            <a:pathLst>
              <a:path w="77901" h="98795">
                <a:moveTo>
                  <a:pt x="10287" y="52659"/>
                </a:moveTo>
                <a:cubicBezTo>
                  <a:pt x="10783" y="50184"/>
                  <a:pt x="11278" y="47904"/>
                  <a:pt x="11773" y="45818"/>
                </a:cubicBezTo>
                <a:cubicBezTo>
                  <a:pt x="12268" y="43732"/>
                  <a:pt x="12719" y="41867"/>
                  <a:pt x="13125" y="40223"/>
                </a:cubicBezTo>
                <a:cubicBezTo>
                  <a:pt x="13531" y="38579"/>
                  <a:pt x="13858" y="37156"/>
                  <a:pt x="14106" y="35954"/>
                </a:cubicBezTo>
                <a:cubicBezTo>
                  <a:pt x="14354" y="34752"/>
                  <a:pt x="14478" y="33780"/>
                  <a:pt x="14478" y="33038"/>
                </a:cubicBezTo>
                <a:cubicBezTo>
                  <a:pt x="14478" y="31659"/>
                  <a:pt x="14213" y="30669"/>
                  <a:pt x="13681" y="30068"/>
                </a:cubicBezTo>
                <a:cubicBezTo>
                  <a:pt x="13151" y="29467"/>
                  <a:pt x="12321" y="29167"/>
                  <a:pt x="11189" y="29167"/>
                </a:cubicBezTo>
                <a:cubicBezTo>
                  <a:pt x="9952" y="29167"/>
                  <a:pt x="8733" y="29591"/>
                  <a:pt x="7530" y="30439"/>
                </a:cubicBezTo>
                <a:cubicBezTo>
                  <a:pt x="6328" y="31287"/>
                  <a:pt x="4985" y="32507"/>
                  <a:pt x="3500" y="34098"/>
                </a:cubicBezTo>
                <a:cubicBezTo>
                  <a:pt x="2864" y="33462"/>
                  <a:pt x="2272" y="32879"/>
                  <a:pt x="1723" y="32348"/>
                </a:cubicBezTo>
                <a:cubicBezTo>
                  <a:pt x="1176" y="31818"/>
                  <a:pt x="601" y="31252"/>
                  <a:pt x="0" y="30651"/>
                </a:cubicBezTo>
                <a:cubicBezTo>
                  <a:pt x="1626" y="29096"/>
                  <a:pt x="3120" y="27770"/>
                  <a:pt x="4481" y="26674"/>
                </a:cubicBezTo>
                <a:cubicBezTo>
                  <a:pt x="5842" y="25578"/>
                  <a:pt x="7132" y="24677"/>
                  <a:pt x="8352" y="23969"/>
                </a:cubicBezTo>
                <a:cubicBezTo>
                  <a:pt x="9572" y="23263"/>
                  <a:pt x="10765" y="22750"/>
                  <a:pt x="11932" y="22431"/>
                </a:cubicBezTo>
                <a:cubicBezTo>
                  <a:pt x="13098" y="22114"/>
                  <a:pt x="14318" y="21954"/>
                  <a:pt x="15591" y="21954"/>
                </a:cubicBezTo>
                <a:cubicBezTo>
                  <a:pt x="18383" y="21954"/>
                  <a:pt x="20584" y="22830"/>
                  <a:pt x="22193" y="24579"/>
                </a:cubicBezTo>
                <a:cubicBezTo>
                  <a:pt x="23801" y="26329"/>
                  <a:pt x="24606" y="28707"/>
                  <a:pt x="24606" y="31712"/>
                </a:cubicBezTo>
                <a:cubicBezTo>
                  <a:pt x="24606" y="34434"/>
                  <a:pt x="24023" y="38093"/>
                  <a:pt x="22856" y="42689"/>
                </a:cubicBezTo>
                <a:cubicBezTo>
                  <a:pt x="22467" y="44103"/>
                  <a:pt x="22078" y="45553"/>
                  <a:pt x="21689" y="47038"/>
                </a:cubicBezTo>
                <a:cubicBezTo>
                  <a:pt x="21300" y="48522"/>
                  <a:pt x="20947" y="49990"/>
                  <a:pt x="20629" y="51439"/>
                </a:cubicBezTo>
                <a:cubicBezTo>
                  <a:pt x="20311" y="52889"/>
                  <a:pt x="20046" y="54312"/>
                  <a:pt x="19834" y="55708"/>
                </a:cubicBezTo>
                <a:cubicBezTo>
                  <a:pt x="19621" y="57105"/>
                  <a:pt x="19515" y="58421"/>
                  <a:pt x="19515" y="59659"/>
                </a:cubicBezTo>
                <a:cubicBezTo>
                  <a:pt x="19515" y="66659"/>
                  <a:pt x="23758" y="70530"/>
                  <a:pt x="32242" y="71272"/>
                </a:cubicBezTo>
                <a:lnTo>
                  <a:pt x="48045" y="0"/>
                </a:lnTo>
                <a:lnTo>
                  <a:pt x="57697" y="0"/>
                </a:lnTo>
                <a:lnTo>
                  <a:pt x="41788" y="71272"/>
                </a:lnTo>
                <a:cubicBezTo>
                  <a:pt x="45747" y="71131"/>
                  <a:pt x="49327" y="70212"/>
                  <a:pt x="52526" y="68515"/>
                </a:cubicBezTo>
                <a:cubicBezTo>
                  <a:pt x="55726" y="66818"/>
                  <a:pt x="58457" y="64564"/>
                  <a:pt x="60719" y="61753"/>
                </a:cubicBezTo>
                <a:cubicBezTo>
                  <a:pt x="62982" y="58943"/>
                  <a:pt x="64732" y="55673"/>
                  <a:pt x="65970" y="51943"/>
                </a:cubicBezTo>
                <a:cubicBezTo>
                  <a:pt x="67207" y="48213"/>
                  <a:pt x="67826" y="44209"/>
                  <a:pt x="67826" y="39932"/>
                </a:cubicBezTo>
                <a:cubicBezTo>
                  <a:pt x="67826" y="37563"/>
                  <a:pt x="67614" y="35230"/>
                  <a:pt x="67189" y="32932"/>
                </a:cubicBezTo>
                <a:cubicBezTo>
                  <a:pt x="66765" y="30633"/>
                  <a:pt x="66164" y="28442"/>
                  <a:pt x="65386" y="26356"/>
                </a:cubicBezTo>
                <a:lnTo>
                  <a:pt x="66075" y="23068"/>
                </a:lnTo>
                <a:lnTo>
                  <a:pt x="76787" y="23068"/>
                </a:lnTo>
                <a:cubicBezTo>
                  <a:pt x="77176" y="24659"/>
                  <a:pt x="77459" y="26382"/>
                  <a:pt x="77636" y="28238"/>
                </a:cubicBezTo>
                <a:cubicBezTo>
                  <a:pt x="77813" y="30095"/>
                  <a:pt x="77901" y="31800"/>
                  <a:pt x="77901" y="33356"/>
                </a:cubicBezTo>
                <a:cubicBezTo>
                  <a:pt x="77901" y="37351"/>
                  <a:pt x="77512" y="41196"/>
                  <a:pt x="76734" y="44890"/>
                </a:cubicBezTo>
                <a:cubicBezTo>
                  <a:pt x="75956" y="48584"/>
                  <a:pt x="74799" y="52040"/>
                  <a:pt x="73261" y="55257"/>
                </a:cubicBezTo>
                <a:cubicBezTo>
                  <a:pt x="71724" y="58475"/>
                  <a:pt x="69850" y="61400"/>
                  <a:pt x="67640" y="64034"/>
                </a:cubicBezTo>
                <a:cubicBezTo>
                  <a:pt x="65430" y="66667"/>
                  <a:pt x="62938" y="68930"/>
                  <a:pt x="60163" y="70821"/>
                </a:cubicBezTo>
                <a:cubicBezTo>
                  <a:pt x="57387" y="72713"/>
                  <a:pt x="54365" y="74180"/>
                  <a:pt x="51095" y="75223"/>
                </a:cubicBezTo>
                <a:cubicBezTo>
                  <a:pt x="47824" y="76266"/>
                  <a:pt x="44369" y="76805"/>
                  <a:pt x="40727" y="76841"/>
                </a:cubicBezTo>
                <a:lnTo>
                  <a:pt x="35795" y="98795"/>
                </a:lnTo>
                <a:lnTo>
                  <a:pt x="25985" y="98795"/>
                </a:lnTo>
                <a:lnTo>
                  <a:pt x="30916" y="76628"/>
                </a:lnTo>
                <a:cubicBezTo>
                  <a:pt x="23917" y="75992"/>
                  <a:pt x="18587" y="74225"/>
                  <a:pt x="14928" y="71325"/>
                </a:cubicBezTo>
                <a:cubicBezTo>
                  <a:pt x="11268" y="68426"/>
                  <a:pt x="9439" y="64502"/>
                  <a:pt x="9439" y="59553"/>
                </a:cubicBezTo>
                <a:cubicBezTo>
                  <a:pt x="9439" y="58846"/>
                  <a:pt x="9501" y="57918"/>
                  <a:pt x="9625" y="56768"/>
                </a:cubicBezTo>
                <a:cubicBezTo>
                  <a:pt x="9749" y="55620"/>
                  <a:pt x="9970" y="54250"/>
                  <a:pt x="10287" y="5265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B2137532-C26C-4739-A40A-6251EEAB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9615" y="3496510"/>
            <a:ext cx="41268" cy="43278"/>
          </a:xfrm>
          <a:custGeom xmlns:a="http://schemas.openxmlformats.org/drawingml/2006/main">
            <a:pathLst>
              <a:path w="41268" h="43278">
                <a:moveTo>
                  <a:pt x="41268" y="29330"/>
                </a:moveTo>
                <a:lnTo>
                  <a:pt x="37538" y="35701"/>
                </a:lnTo>
                <a:lnTo>
                  <a:pt x="22786" y="25312"/>
                </a:lnTo>
                <a:lnTo>
                  <a:pt x="24451" y="43278"/>
                </a:lnTo>
                <a:lnTo>
                  <a:pt x="16875" y="43278"/>
                </a:lnTo>
                <a:lnTo>
                  <a:pt x="18596" y="25312"/>
                </a:lnTo>
                <a:lnTo>
                  <a:pt x="3788" y="35701"/>
                </a:lnTo>
                <a:lnTo>
                  <a:pt x="0" y="29330"/>
                </a:lnTo>
                <a:lnTo>
                  <a:pt x="16415" y="21639"/>
                </a:lnTo>
                <a:lnTo>
                  <a:pt x="0" y="14005"/>
                </a:lnTo>
                <a:lnTo>
                  <a:pt x="3788" y="7577"/>
                </a:lnTo>
                <a:lnTo>
                  <a:pt x="18596" y="17966"/>
                </a:lnTo>
                <a:lnTo>
                  <a:pt x="16875" y="0"/>
                </a:lnTo>
                <a:lnTo>
                  <a:pt x="24451" y="0"/>
                </a:lnTo>
                <a:lnTo>
                  <a:pt x="22786" y="17966"/>
                </a:lnTo>
                <a:lnTo>
                  <a:pt x="37538" y="7577"/>
                </a:lnTo>
                <a:lnTo>
                  <a:pt x="41268" y="14005"/>
                </a:lnTo>
                <a:lnTo>
                  <a:pt x="24910" y="21639"/>
                </a:lnTo>
                <a:lnTo>
                  <a:pt x="41268" y="293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96220B6F-EB7E-4312-A5F1-C4D5BE13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4948" y="3771364"/>
            <a:ext cx="41826" cy="27154"/>
          </a:xfrm>
          <a:custGeom xmlns:a="http://schemas.openxmlformats.org/drawingml/2006/main">
            <a:pathLst>
              <a:path w="41826" h="27154">
                <a:moveTo>
                  <a:pt x="26132" y="0"/>
                </a:moveTo>
                <a:lnTo>
                  <a:pt x="41826" y="22993"/>
                </a:lnTo>
                <a:lnTo>
                  <a:pt x="36716" y="27154"/>
                </a:lnTo>
                <a:lnTo>
                  <a:pt x="21241" y="9416"/>
                </a:lnTo>
                <a:lnTo>
                  <a:pt x="20438" y="9416"/>
                </a:lnTo>
                <a:lnTo>
                  <a:pt x="4964" y="27154"/>
                </a:lnTo>
                <a:lnTo>
                  <a:pt x="0" y="22993"/>
                </a:lnTo>
                <a:lnTo>
                  <a:pt x="16351" y="0"/>
                </a:lnTo>
                <a:lnTo>
                  <a:pt x="2613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45D8D64F-809A-4E87-A82E-76D52E2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4419" y="3805598"/>
            <a:ext cx="73943" cy="102411"/>
          </a:xfrm>
          <a:custGeom xmlns:a="http://schemas.openxmlformats.org/drawingml/2006/main">
            <a:pathLst>
              <a:path w="73943" h="102411">
                <a:moveTo>
                  <a:pt x="18248" y="24964"/>
                </a:moveTo>
                <a:cubicBezTo>
                  <a:pt x="19270" y="20487"/>
                  <a:pt x="19781" y="16813"/>
                  <a:pt x="19781" y="13942"/>
                </a:cubicBezTo>
                <a:cubicBezTo>
                  <a:pt x="19781" y="11996"/>
                  <a:pt x="19465" y="10584"/>
                  <a:pt x="18833" y="9708"/>
                </a:cubicBezTo>
                <a:cubicBezTo>
                  <a:pt x="18199" y="8832"/>
                  <a:pt x="17202" y="8395"/>
                  <a:pt x="15840" y="8395"/>
                </a:cubicBezTo>
                <a:cubicBezTo>
                  <a:pt x="14331" y="8395"/>
                  <a:pt x="12738" y="9015"/>
                  <a:pt x="11058" y="10256"/>
                </a:cubicBezTo>
                <a:cubicBezTo>
                  <a:pt x="9380" y="11497"/>
                  <a:pt x="7080" y="13747"/>
                  <a:pt x="4161" y="17008"/>
                </a:cubicBezTo>
                <a:lnTo>
                  <a:pt x="0" y="12920"/>
                </a:lnTo>
                <a:cubicBezTo>
                  <a:pt x="4379" y="8346"/>
                  <a:pt x="8090" y="5049"/>
                  <a:pt x="11132" y="3029"/>
                </a:cubicBezTo>
                <a:cubicBezTo>
                  <a:pt x="14173" y="1010"/>
                  <a:pt x="17543" y="0"/>
                  <a:pt x="21241" y="0"/>
                </a:cubicBezTo>
                <a:cubicBezTo>
                  <a:pt x="24258" y="0"/>
                  <a:pt x="26655" y="998"/>
                  <a:pt x="28431" y="2993"/>
                </a:cubicBezTo>
                <a:cubicBezTo>
                  <a:pt x="30207" y="4988"/>
                  <a:pt x="31095" y="7640"/>
                  <a:pt x="31095" y="10949"/>
                </a:cubicBezTo>
                <a:cubicBezTo>
                  <a:pt x="31095" y="13674"/>
                  <a:pt x="30536" y="16546"/>
                  <a:pt x="29417" y="19562"/>
                </a:cubicBezTo>
                <a:lnTo>
                  <a:pt x="30293" y="19855"/>
                </a:lnTo>
                <a:cubicBezTo>
                  <a:pt x="39295" y="6667"/>
                  <a:pt x="48249" y="73"/>
                  <a:pt x="57154" y="73"/>
                </a:cubicBezTo>
                <a:cubicBezTo>
                  <a:pt x="62459" y="73"/>
                  <a:pt x="66583" y="2093"/>
                  <a:pt x="69527" y="6132"/>
                </a:cubicBezTo>
                <a:cubicBezTo>
                  <a:pt x="72471" y="10171"/>
                  <a:pt x="73943" y="15864"/>
                  <a:pt x="73943" y="23212"/>
                </a:cubicBezTo>
                <a:cubicBezTo>
                  <a:pt x="73943" y="31242"/>
                  <a:pt x="72325" y="39137"/>
                  <a:pt x="69089" y="46899"/>
                </a:cubicBezTo>
                <a:cubicBezTo>
                  <a:pt x="65853" y="54661"/>
                  <a:pt x="61364" y="60816"/>
                  <a:pt x="55621" y="65367"/>
                </a:cubicBezTo>
                <a:cubicBezTo>
                  <a:pt x="49880" y="69917"/>
                  <a:pt x="43456" y="72192"/>
                  <a:pt x="36351" y="72192"/>
                </a:cubicBezTo>
                <a:cubicBezTo>
                  <a:pt x="29879" y="72192"/>
                  <a:pt x="24502" y="70780"/>
                  <a:pt x="20219" y="67958"/>
                </a:cubicBezTo>
                <a:lnTo>
                  <a:pt x="16862" y="83944"/>
                </a:lnTo>
                <a:cubicBezTo>
                  <a:pt x="16132" y="87399"/>
                  <a:pt x="15766" y="90246"/>
                  <a:pt x="15766" y="92484"/>
                </a:cubicBezTo>
                <a:cubicBezTo>
                  <a:pt x="15766" y="94625"/>
                  <a:pt x="16314" y="96146"/>
                  <a:pt x="17409" y="97046"/>
                </a:cubicBezTo>
                <a:cubicBezTo>
                  <a:pt x="18504" y="97947"/>
                  <a:pt x="20633" y="98543"/>
                  <a:pt x="23796" y="98834"/>
                </a:cubicBezTo>
                <a:lnTo>
                  <a:pt x="23212" y="102411"/>
                </a:lnTo>
                <a:lnTo>
                  <a:pt x="657" y="102411"/>
                </a:lnTo>
                <a:lnTo>
                  <a:pt x="18248" y="24964"/>
                </a:lnTo>
                <a:moveTo>
                  <a:pt x="25621" y="45622"/>
                </a:moveTo>
                <a:cubicBezTo>
                  <a:pt x="25134" y="48201"/>
                  <a:pt x="24830" y="50172"/>
                  <a:pt x="24708" y="51534"/>
                </a:cubicBezTo>
                <a:cubicBezTo>
                  <a:pt x="24587" y="52897"/>
                  <a:pt x="24526" y="54235"/>
                  <a:pt x="24526" y="55549"/>
                </a:cubicBezTo>
                <a:cubicBezTo>
                  <a:pt x="24526" y="59344"/>
                  <a:pt x="25341" y="62106"/>
                  <a:pt x="26971" y="63834"/>
                </a:cubicBezTo>
                <a:cubicBezTo>
                  <a:pt x="28601" y="65561"/>
                  <a:pt x="31412" y="66425"/>
                  <a:pt x="35402" y="66425"/>
                </a:cubicBezTo>
                <a:cubicBezTo>
                  <a:pt x="37884" y="66425"/>
                  <a:pt x="40171" y="65938"/>
                  <a:pt x="42263" y="64965"/>
                </a:cubicBezTo>
                <a:cubicBezTo>
                  <a:pt x="44356" y="63992"/>
                  <a:pt x="46339" y="62581"/>
                  <a:pt x="48212" y="60731"/>
                </a:cubicBezTo>
                <a:cubicBezTo>
                  <a:pt x="50086" y="58882"/>
                  <a:pt x="51777" y="56644"/>
                  <a:pt x="53286" y="54016"/>
                </a:cubicBezTo>
                <a:cubicBezTo>
                  <a:pt x="54795" y="51388"/>
                  <a:pt x="56145" y="48335"/>
                  <a:pt x="57337" y="44855"/>
                </a:cubicBezTo>
                <a:cubicBezTo>
                  <a:pt x="58530" y="41376"/>
                  <a:pt x="59430" y="37799"/>
                  <a:pt x="60038" y="34125"/>
                </a:cubicBezTo>
                <a:cubicBezTo>
                  <a:pt x="60646" y="30451"/>
                  <a:pt x="60950" y="27008"/>
                  <a:pt x="60950" y="23796"/>
                </a:cubicBezTo>
                <a:cubicBezTo>
                  <a:pt x="60950" y="18687"/>
                  <a:pt x="60233" y="14879"/>
                  <a:pt x="58797" y="12373"/>
                </a:cubicBezTo>
                <a:cubicBezTo>
                  <a:pt x="57361" y="9867"/>
                  <a:pt x="55087" y="8614"/>
                  <a:pt x="51972" y="8614"/>
                </a:cubicBezTo>
                <a:cubicBezTo>
                  <a:pt x="49490" y="8614"/>
                  <a:pt x="47045" y="9453"/>
                  <a:pt x="44636" y="11132"/>
                </a:cubicBezTo>
                <a:cubicBezTo>
                  <a:pt x="42227" y="12811"/>
                  <a:pt x="39587" y="15499"/>
                  <a:pt x="36716" y="19198"/>
                </a:cubicBezTo>
                <a:cubicBezTo>
                  <a:pt x="33845" y="22896"/>
                  <a:pt x="31606" y="26546"/>
                  <a:pt x="30001" y="30147"/>
                </a:cubicBezTo>
                <a:cubicBezTo>
                  <a:pt x="28394" y="33748"/>
                  <a:pt x="27129" y="37884"/>
                  <a:pt x="26205" y="42556"/>
                </a:cubicBezTo>
                <a:lnTo>
                  <a:pt x="25621" y="456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73EDF476-A9FE-4568-A8BC-C00C42AD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570" y="3831189"/>
            <a:ext cx="77901" cy="98795"/>
          </a:xfrm>
          <a:custGeom xmlns:a="http://schemas.openxmlformats.org/drawingml/2006/main">
            <a:pathLst>
              <a:path w="77901" h="98795">
                <a:moveTo>
                  <a:pt x="10287" y="52659"/>
                </a:moveTo>
                <a:cubicBezTo>
                  <a:pt x="10783" y="50184"/>
                  <a:pt x="11278" y="47904"/>
                  <a:pt x="11773" y="45818"/>
                </a:cubicBezTo>
                <a:cubicBezTo>
                  <a:pt x="12268" y="43732"/>
                  <a:pt x="12719" y="41867"/>
                  <a:pt x="13125" y="40223"/>
                </a:cubicBezTo>
                <a:cubicBezTo>
                  <a:pt x="13531" y="38579"/>
                  <a:pt x="13858" y="37156"/>
                  <a:pt x="14106" y="35954"/>
                </a:cubicBezTo>
                <a:cubicBezTo>
                  <a:pt x="14354" y="34753"/>
                  <a:pt x="14478" y="33780"/>
                  <a:pt x="14478" y="33038"/>
                </a:cubicBezTo>
                <a:cubicBezTo>
                  <a:pt x="14478" y="31659"/>
                  <a:pt x="14213" y="30669"/>
                  <a:pt x="13681" y="30068"/>
                </a:cubicBezTo>
                <a:cubicBezTo>
                  <a:pt x="13151" y="29467"/>
                  <a:pt x="12321" y="29167"/>
                  <a:pt x="11189" y="29167"/>
                </a:cubicBezTo>
                <a:cubicBezTo>
                  <a:pt x="9952" y="29167"/>
                  <a:pt x="8733" y="29591"/>
                  <a:pt x="7530" y="30439"/>
                </a:cubicBezTo>
                <a:cubicBezTo>
                  <a:pt x="6328" y="31287"/>
                  <a:pt x="4985" y="32507"/>
                  <a:pt x="3500" y="34098"/>
                </a:cubicBezTo>
                <a:cubicBezTo>
                  <a:pt x="2864" y="33462"/>
                  <a:pt x="2272" y="32879"/>
                  <a:pt x="1723" y="32348"/>
                </a:cubicBezTo>
                <a:cubicBezTo>
                  <a:pt x="1176" y="31818"/>
                  <a:pt x="601" y="31252"/>
                  <a:pt x="0" y="30651"/>
                </a:cubicBezTo>
                <a:cubicBezTo>
                  <a:pt x="1626" y="29096"/>
                  <a:pt x="3120" y="27770"/>
                  <a:pt x="4481" y="26674"/>
                </a:cubicBezTo>
                <a:cubicBezTo>
                  <a:pt x="5842" y="25578"/>
                  <a:pt x="7132" y="24677"/>
                  <a:pt x="8352" y="23969"/>
                </a:cubicBezTo>
                <a:cubicBezTo>
                  <a:pt x="9572" y="23263"/>
                  <a:pt x="10765" y="22750"/>
                  <a:pt x="11932" y="22431"/>
                </a:cubicBezTo>
                <a:cubicBezTo>
                  <a:pt x="13098" y="22114"/>
                  <a:pt x="14318" y="21954"/>
                  <a:pt x="15591" y="21954"/>
                </a:cubicBezTo>
                <a:cubicBezTo>
                  <a:pt x="18383" y="21954"/>
                  <a:pt x="20584" y="22830"/>
                  <a:pt x="22193" y="24579"/>
                </a:cubicBezTo>
                <a:cubicBezTo>
                  <a:pt x="23801" y="26329"/>
                  <a:pt x="24606" y="28707"/>
                  <a:pt x="24606" y="31712"/>
                </a:cubicBezTo>
                <a:cubicBezTo>
                  <a:pt x="24606" y="34434"/>
                  <a:pt x="24023" y="38093"/>
                  <a:pt x="22856" y="42689"/>
                </a:cubicBezTo>
                <a:cubicBezTo>
                  <a:pt x="22467" y="44103"/>
                  <a:pt x="22078" y="45553"/>
                  <a:pt x="21689" y="47038"/>
                </a:cubicBezTo>
                <a:cubicBezTo>
                  <a:pt x="21300" y="48522"/>
                  <a:pt x="20947" y="49990"/>
                  <a:pt x="20629" y="51439"/>
                </a:cubicBezTo>
                <a:cubicBezTo>
                  <a:pt x="20311" y="52889"/>
                  <a:pt x="20046" y="54312"/>
                  <a:pt x="19834" y="55708"/>
                </a:cubicBezTo>
                <a:cubicBezTo>
                  <a:pt x="19621" y="57105"/>
                  <a:pt x="19515" y="58421"/>
                  <a:pt x="19515" y="59659"/>
                </a:cubicBezTo>
                <a:cubicBezTo>
                  <a:pt x="19515" y="66659"/>
                  <a:pt x="23758" y="70530"/>
                  <a:pt x="32242" y="71272"/>
                </a:cubicBezTo>
                <a:lnTo>
                  <a:pt x="48045" y="0"/>
                </a:lnTo>
                <a:lnTo>
                  <a:pt x="57697" y="0"/>
                </a:lnTo>
                <a:lnTo>
                  <a:pt x="41788" y="71272"/>
                </a:lnTo>
                <a:cubicBezTo>
                  <a:pt x="45747" y="71131"/>
                  <a:pt x="49327" y="70212"/>
                  <a:pt x="52526" y="68515"/>
                </a:cubicBezTo>
                <a:cubicBezTo>
                  <a:pt x="55726" y="66818"/>
                  <a:pt x="58457" y="64564"/>
                  <a:pt x="60719" y="61753"/>
                </a:cubicBezTo>
                <a:cubicBezTo>
                  <a:pt x="62982" y="58943"/>
                  <a:pt x="64732" y="55673"/>
                  <a:pt x="65970" y="51943"/>
                </a:cubicBezTo>
                <a:cubicBezTo>
                  <a:pt x="67207" y="48213"/>
                  <a:pt x="67826" y="44209"/>
                  <a:pt x="67826" y="39932"/>
                </a:cubicBezTo>
                <a:cubicBezTo>
                  <a:pt x="67826" y="37563"/>
                  <a:pt x="67614" y="35230"/>
                  <a:pt x="67189" y="32932"/>
                </a:cubicBezTo>
                <a:cubicBezTo>
                  <a:pt x="66765" y="30633"/>
                  <a:pt x="66164" y="28442"/>
                  <a:pt x="65386" y="26356"/>
                </a:cubicBezTo>
                <a:lnTo>
                  <a:pt x="66075" y="23068"/>
                </a:lnTo>
                <a:lnTo>
                  <a:pt x="76787" y="23068"/>
                </a:lnTo>
                <a:cubicBezTo>
                  <a:pt x="77176" y="24659"/>
                  <a:pt x="77459" y="26382"/>
                  <a:pt x="77636" y="28238"/>
                </a:cubicBezTo>
                <a:cubicBezTo>
                  <a:pt x="77813" y="30095"/>
                  <a:pt x="77901" y="31800"/>
                  <a:pt x="77901" y="33356"/>
                </a:cubicBezTo>
                <a:cubicBezTo>
                  <a:pt x="77901" y="37351"/>
                  <a:pt x="77512" y="41196"/>
                  <a:pt x="76734" y="44890"/>
                </a:cubicBezTo>
                <a:cubicBezTo>
                  <a:pt x="75956" y="48584"/>
                  <a:pt x="74799" y="52040"/>
                  <a:pt x="73261" y="55257"/>
                </a:cubicBezTo>
                <a:cubicBezTo>
                  <a:pt x="71724" y="58475"/>
                  <a:pt x="69850" y="61400"/>
                  <a:pt x="67640" y="64034"/>
                </a:cubicBezTo>
                <a:cubicBezTo>
                  <a:pt x="65430" y="66667"/>
                  <a:pt x="62938" y="68930"/>
                  <a:pt x="60163" y="70821"/>
                </a:cubicBezTo>
                <a:cubicBezTo>
                  <a:pt x="57387" y="72713"/>
                  <a:pt x="54365" y="74180"/>
                  <a:pt x="51095" y="75223"/>
                </a:cubicBezTo>
                <a:cubicBezTo>
                  <a:pt x="47824" y="76266"/>
                  <a:pt x="44369" y="76805"/>
                  <a:pt x="40727" y="76841"/>
                </a:cubicBezTo>
                <a:lnTo>
                  <a:pt x="35795" y="98795"/>
                </a:lnTo>
                <a:lnTo>
                  <a:pt x="25985" y="98795"/>
                </a:lnTo>
                <a:lnTo>
                  <a:pt x="30916" y="76628"/>
                </a:lnTo>
                <a:cubicBezTo>
                  <a:pt x="23917" y="75992"/>
                  <a:pt x="18587" y="74225"/>
                  <a:pt x="14928" y="71325"/>
                </a:cubicBezTo>
                <a:cubicBezTo>
                  <a:pt x="11268" y="68426"/>
                  <a:pt x="9439" y="64502"/>
                  <a:pt x="9439" y="59553"/>
                </a:cubicBezTo>
                <a:cubicBezTo>
                  <a:pt x="9439" y="58846"/>
                  <a:pt x="9501" y="57918"/>
                  <a:pt x="9625" y="56768"/>
                </a:cubicBezTo>
                <a:cubicBezTo>
                  <a:pt x="9749" y="55620"/>
                  <a:pt x="9970" y="54250"/>
                  <a:pt x="10287" y="5265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4700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2026-10-09T21:41:10.2400000Z</dcterms:created>
  <dcterms:modified xsi:type="dcterms:W3CDTF">2026-10-09T21:41:10.2400000Z</dcterms:modified>
</coreProperties>
</file>