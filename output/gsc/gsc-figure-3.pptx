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0d3e2175948b4" /><Relationship Type="http://schemas.openxmlformats.org/officeDocument/2006/relationships/extended-properties" Target="/docProps/app.xml" Id="R34d0c52a99dd4231" /><Relationship Type="http://schemas.openxmlformats.org/officeDocument/2006/relationships/officeDocument" Target="/ppt/presentation.xml" Id="R108c69cd56244f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239b3227ea4d5d"/>
  </p:sldMasterIdLst>
  <p:notesMasterIdLst>
    <p:notesMasterId xmlns:r="http://schemas.openxmlformats.org/officeDocument/2006/relationships" r:id="Rc633fc33c1444ec6"/>
  </p:notesMasterIdLst>
  <p:sldIdLst>
    <p:sldId xmlns:r="http://schemas.openxmlformats.org/officeDocument/2006/relationships" id="256" r:id="R349a320c30304dce"/>
  </p:sldIdLst>
  <p:sldSz cx="151257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49a8223d2e44d8" /><Relationship Type="http://schemas.openxmlformats.org/officeDocument/2006/relationships/slideMaster" Target="/ppt/slideMasters/slideMaster1.xml" Id="Rf1239b3227ea4d5d" /><Relationship Type="http://schemas.openxmlformats.org/officeDocument/2006/relationships/notesMaster" Target="/ppt/notesMasters/notesMaster1.xml" Id="Rc633fc33c1444ec6" /><Relationship Type="http://schemas.openxmlformats.org/officeDocument/2006/relationships/presProps" Target="/ppt/presProps.xml" Id="R47fbcf36c1eb491b" /><Relationship Type="http://schemas.openxmlformats.org/officeDocument/2006/relationships/tableStyles" Target="/ppt/tableStyles.xml" Id="Ra40b792d443c4e8d" /><Relationship Type="http://schemas.openxmlformats.org/officeDocument/2006/relationships/slide" Target="/ppt/slides/slide1.xml" Id="R349a320c30304d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3df2c7834840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73c12b65a4e2b" /><Relationship Type="http://schemas.openxmlformats.org/officeDocument/2006/relationships/notesMaster" Target="/ppt/notesMasters/notesMaster1.xml" Id="R36811ff7b9354d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"Generative Skill Chaining: Long-Horizon Skill Planning with Diffusion Models",</a:t>
            </a:r>
          </a:p>
          <a:p xmlns:a="http://schemas.openxmlformats.org/drawingml/2006/main">
            <a:r>
              <a:t>  "paper_url": "https://arxiv.org/pdf/2401.03360v1",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"License not verified; private authorized source reference",</a:t>
            </a:r>
          </a:p>
          <a:p xmlns:a="http://schemas.openxmlformats.org/drawingml/2006/main">
            <a:r>
              <a:t>  "notes": "Original primitive-skill examples and transformer diffusion score network. Architecture, embeddings, arrows and mathematical glyph geometry are native. Eight original robot demonstration renderings remain separate source raster images, with live external captions.",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"d97f87dd437392ee3efe1b67b90c298723f93770652a7c430af9f79280fb90b2",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250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132: [108.23829650878906, 71.99940490722656, 167.68499755859375, 111.62887573242188]; requires reviewed raster region",</a:t>
            </a:r>
          </a:p>
          <a:p xmlns:a="http://schemas.openxmlformats.org/drawingml/2006/main">
            <a:r>
              <a:t>    "unhandled image/shading at seq 133: [190.96986389160156, 71.99940490722656, 250.41656494140625, 111.62887573242188]; requires reviewed raster region",</a:t>
            </a:r>
          </a:p>
          <a:p xmlns:a="http://schemas.openxmlformats.org/drawingml/2006/main">
            <a:r>
              <a:t>    "unhandled image/shading at seq 134: [108.23829650878906, 117.07875061035156, 167.68499755859375, 156.70822143554688]; requires reviewed raster region",</a:t>
            </a:r>
          </a:p>
          <a:p xmlns:a="http://schemas.openxmlformats.org/drawingml/2006/main">
            <a:r>
              <a:t>    "unhandled image/shading at seq 135: [190.96986389160156, 117.07875061035156, 250.41656494140625, 156.70822143554688]; requires reviewed raster region",</a:t>
            </a:r>
          </a:p>
          <a:p xmlns:a="http://schemas.openxmlformats.org/drawingml/2006/main">
            <a:r>
              <a:t>    "unhandled image/shading at seq 136: [108.23829650878906, 162.16305541992188, 167.68499755859375, 201.79254150390625]; requires reviewed raster region",</a:t>
            </a:r>
          </a:p>
          <a:p xmlns:a="http://schemas.openxmlformats.org/drawingml/2006/main">
            <a:r>
              <a:t>    "unhandled image/shading at seq 137: [190.96986389160156, 162.16305541992188, 250.41656494140625, 201.79254150390625]; requires reviewed raster region",</a:t>
            </a:r>
          </a:p>
          <a:p xmlns:a="http://schemas.openxmlformats.org/drawingml/2006/main">
            <a:r>
              <a:t>    "unhandled image/shading at seq 138: [190.96986389160156, 207.7391815185547, 250.41656494140625, 247.36865234375]; requires reviewed raster region",</a:t>
            </a:r>
          </a:p>
          <a:p xmlns:a="http://schemas.openxmlformats.org/drawingml/2006/main">
            <a:r>
              <a:t>    "unhandled image/shading at seq 139: [108.23829650878906, 207.7391815185547, 167.68499755859375, 247.36865234375];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"image_repairs": "Eight source raster objects extracted directly by PDF xref without surrounding captions. Original full image bounds retained and all external captions remain live text; this avoids duplicating captions in rendered crops."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137e749b24b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52b3f228c43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ca5800fde4b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057c755a84c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7d2887fe642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90b9d5b7a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8FF443-5DDA-4C85-872C-EEA5AB8C3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2590800"/>
            <a:ext cx="1210056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064E2E-F245-4F2A-8ABD-E73EBC1553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855" y="3771900"/>
            <a:ext cx="1058799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58C45E-AA26-4772-98F1-2351512BA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2857500"/>
            <a:ext cx="12100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BAFDE2-E5E7-44B1-9ED1-40DF005A0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533400"/>
            <a:ext cx="1342405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03E278-55D6-4C12-ADEC-682E9E716B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905000"/>
            <a:ext cx="1342405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49AE4E-4485-4AF5-B4A1-534E9F71D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533400"/>
            <a:ext cx="1342405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0550B7-8772-4E34-8677-2A740552FB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905000"/>
            <a:ext cx="6239351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01A064-D0A1-4E04-A983-5FEB52D665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5528" y="1905000"/>
            <a:ext cx="6239351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B9C8AB-C001-4C14-A509-EEE32A4A6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533400"/>
            <a:ext cx="1342405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287769-000D-41BD-8593-11989AD41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905000"/>
            <a:ext cx="6239351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8bb20b30145c8" /><Relationship Type="http://schemas.openxmlformats.org/officeDocument/2006/relationships/slideLayout" Target="/ppt/slideLayouts/slideLayout1.xml" Id="Ra0806f64c34543fc" /><Relationship Type="http://schemas.openxmlformats.org/officeDocument/2006/relationships/slideLayout" Target="/ppt/slideLayouts/slideLayout2.xml" Id="Rdd0ba516c1b94072" /><Relationship Type="http://schemas.openxmlformats.org/officeDocument/2006/relationships/slideLayout" Target="/ppt/slideLayouts/slideLayout3.xml" Id="R6ce756e59bde4d4d" /><Relationship Type="http://schemas.openxmlformats.org/officeDocument/2006/relationships/slideLayout" Target="/ppt/slideLayouts/slideLayout4.xml" Id="R0deb0f2212714d28" /><Relationship Type="http://schemas.openxmlformats.org/officeDocument/2006/relationships/slideLayout" Target="/ppt/slideLayouts/slideLayout5.xml" Id="R3d42894a5fba4bd5" /><Relationship Type="http://schemas.openxmlformats.org/officeDocument/2006/relationships/slideLayout" Target="/ppt/slideLayouts/slideLayout6.xml" Id="R27e589f9928941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806f64c34543fc"/>
    <p:sldLayoutId xmlns:r="http://schemas.openxmlformats.org/officeDocument/2006/relationships" id="2147483650" r:id="Rdd0ba516c1b94072"/>
    <p:sldLayoutId xmlns:r="http://schemas.openxmlformats.org/officeDocument/2006/relationships" id="2147483651" r:id="R6ce756e59bde4d4d"/>
    <p:sldLayoutId xmlns:r="http://schemas.openxmlformats.org/officeDocument/2006/relationships" id="2147483652" r:id="R0deb0f2212714d28"/>
    <p:sldLayoutId xmlns:r="http://schemas.openxmlformats.org/officeDocument/2006/relationships" id="2147483653" r:id="R3d42894a5fba4bd5"/>
    <p:sldLayoutId xmlns:r="http://schemas.openxmlformats.org/officeDocument/2006/relationships" id="2147483654" r:id="R27e589f9928941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a8246bb1a483a" /><Relationship Type="http://schemas.openxmlformats.org/officeDocument/2006/relationships/image" Target="/ppt/media/image.png" Id="R83106e592d5e4051" /><Relationship Type="http://schemas.openxmlformats.org/officeDocument/2006/relationships/image" Target="/ppt/media/image2.png" Id="R2d99f3ab137a4470" /><Relationship Type="http://schemas.openxmlformats.org/officeDocument/2006/relationships/image" Target="/ppt/media/image3.png" Id="Re79ae717cebb4891" /><Relationship Type="http://schemas.openxmlformats.org/officeDocument/2006/relationships/image" Target="/ppt/media/image4.png" Id="R99d69488fd654cde" /><Relationship Type="http://schemas.openxmlformats.org/officeDocument/2006/relationships/image" Target="/ppt/media/image5.png" Id="Re25f4f786b8f4986" /><Relationship Type="http://schemas.openxmlformats.org/officeDocument/2006/relationships/image" Target="/ppt/media/image6.png" Id="R8ab6f844d76648c8" /><Relationship Type="http://schemas.openxmlformats.org/officeDocument/2006/relationships/image" Target="/ppt/media/image7.png" Id="R791e5eeec116456c" /><Relationship Type="http://schemas.openxmlformats.org/officeDocument/2006/relationships/image" Target="/ppt/media/image8.png" Id="R50d5ef8580b04cc4" /><Relationship Type="http://schemas.openxmlformats.org/officeDocument/2006/relationships/notesSlide" Target="/ppt/notesSlides/notesSlide1.xml" Id="R7797c96dc62643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pdf-path-0">
            <a:extLst xmlns:a="http://schemas.openxmlformats.org/drawingml/2006/main">
              <a:ext uri="{FF2B5EF4-FFF2-40B4-BE49-F238E27FC236}">
                <a16:creationId xmlns:a16="http://schemas.microsoft.com/office/drawing/2014/main" id="{1E9814F2-28D7-490D-BDCB-D5E95429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9" y="76177"/>
            <a:ext cx="15066654" cy="6757281"/>
          </a:xfrm>
          <a:custGeom xmlns:a="http://schemas.openxmlformats.org/drawingml/2006/main">
            <a:pathLst>
              <a:path w="15066654" h="6757281">
                <a:moveTo>
                  <a:pt x="0" y="0"/>
                </a:moveTo>
                <a:lnTo>
                  <a:pt x="15066654" y="0"/>
                </a:lnTo>
                <a:lnTo>
                  <a:pt x="15066654" y="6757281"/>
                </a:lnTo>
                <a:lnTo>
                  <a:pt x="0" y="67572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3DBC1DFC-C9BC-4E3C-9838-CB278C28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0355" y="2199515"/>
            <a:ext cx="8682254" cy="1132460"/>
          </a:xfrm>
          <a:custGeom xmlns:a="http://schemas.openxmlformats.org/drawingml/2006/main">
            <a:pathLst>
              <a:path w="8682254" h="1132460">
                <a:moveTo>
                  <a:pt x="169784" y="0"/>
                </a:moveTo>
                <a:lnTo>
                  <a:pt x="8512470" y="0"/>
                </a:lnTo>
                <a:cubicBezTo>
                  <a:pt x="8523619" y="0"/>
                  <a:pt x="8534659" y="1087"/>
                  <a:pt x="8545592" y="3262"/>
                </a:cubicBezTo>
                <a:cubicBezTo>
                  <a:pt x="8556527" y="5437"/>
                  <a:pt x="8567143" y="8657"/>
                  <a:pt x="8577443" y="12924"/>
                </a:cubicBezTo>
                <a:cubicBezTo>
                  <a:pt x="8587742" y="17190"/>
                  <a:pt x="8597526" y="22420"/>
                  <a:pt x="8606796" y="28614"/>
                </a:cubicBezTo>
                <a:cubicBezTo>
                  <a:pt x="8616065" y="34807"/>
                  <a:pt x="8624641" y="41845"/>
                  <a:pt x="8632524" y="49728"/>
                </a:cubicBezTo>
                <a:cubicBezTo>
                  <a:pt x="8640406" y="57611"/>
                  <a:pt x="8647444" y="66187"/>
                  <a:pt x="8653639" y="75457"/>
                </a:cubicBezTo>
                <a:cubicBezTo>
                  <a:pt x="8659832" y="84726"/>
                  <a:pt x="8665061" y="94510"/>
                  <a:pt x="8669328" y="104810"/>
                </a:cubicBezTo>
                <a:cubicBezTo>
                  <a:pt x="8673594" y="115110"/>
                  <a:pt x="8676815" y="125726"/>
                  <a:pt x="8678990" y="136661"/>
                </a:cubicBezTo>
                <a:cubicBezTo>
                  <a:pt x="8681165" y="147594"/>
                  <a:pt x="8682254" y="158635"/>
                  <a:pt x="8682254" y="169784"/>
                </a:cubicBezTo>
                <a:lnTo>
                  <a:pt x="8682254" y="962676"/>
                </a:lnTo>
                <a:cubicBezTo>
                  <a:pt x="8682254" y="973824"/>
                  <a:pt x="8681165" y="984865"/>
                  <a:pt x="8678990" y="995799"/>
                </a:cubicBezTo>
                <a:cubicBezTo>
                  <a:pt x="8676815" y="1006733"/>
                  <a:pt x="8673594" y="1017350"/>
                  <a:pt x="8669328" y="1027649"/>
                </a:cubicBezTo>
                <a:cubicBezTo>
                  <a:pt x="8665061" y="1037949"/>
                  <a:pt x="8659831" y="1047733"/>
                  <a:pt x="8653638" y="1057002"/>
                </a:cubicBezTo>
                <a:cubicBezTo>
                  <a:pt x="8647444" y="1066272"/>
                  <a:pt x="8640406" y="1074849"/>
                  <a:pt x="8632524" y="1082731"/>
                </a:cubicBezTo>
                <a:cubicBezTo>
                  <a:pt x="8624641" y="1090614"/>
                  <a:pt x="8616065" y="1097652"/>
                  <a:pt x="8606794" y="1103846"/>
                </a:cubicBezTo>
                <a:cubicBezTo>
                  <a:pt x="8597526" y="1110040"/>
                  <a:pt x="8587741" y="1115269"/>
                  <a:pt x="8577442" y="1119535"/>
                </a:cubicBezTo>
                <a:cubicBezTo>
                  <a:pt x="8567142" y="1123801"/>
                  <a:pt x="8556525" y="1127022"/>
                  <a:pt x="8545592" y="1129197"/>
                </a:cubicBezTo>
                <a:cubicBezTo>
                  <a:pt x="8534659" y="1131372"/>
                  <a:pt x="8523619" y="1132460"/>
                  <a:pt x="8512470" y="1132460"/>
                </a:cubicBezTo>
                <a:lnTo>
                  <a:pt x="169784" y="1132460"/>
                </a:lnTo>
                <a:cubicBezTo>
                  <a:pt x="158636" y="1132460"/>
                  <a:pt x="147594" y="1131372"/>
                  <a:pt x="136660" y="1129197"/>
                </a:cubicBezTo>
                <a:cubicBezTo>
                  <a:pt x="125726" y="1127022"/>
                  <a:pt x="115108" y="1123801"/>
                  <a:pt x="104809" y="1119535"/>
                </a:cubicBezTo>
                <a:cubicBezTo>
                  <a:pt x="94509" y="1115269"/>
                  <a:pt x="84724" y="1110040"/>
                  <a:pt x="75456" y="1103846"/>
                </a:cubicBezTo>
                <a:cubicBezTo>
                  <a:pt x="66187" y="1097652"/>
                  <a:pt x="57610" y="1090614"/>
                  <a:pt x="49727" y="1082731"/>
                </a:cubicBezTo>
                <a:cubicBezTo>
                  <a:pt x="41845" y="1074849"/>
                  <a:pt x="34806" y="1066272"/>
                  <a:pt x="28612" y="1057002"/>
                </a:cubicBezTo>
                <a:cubicBezTo>
                  <a:pt x="22420" y="1047733"/>
                  <a:pt x="17190" y="1037949"/>
                  <a:pt x="12924" y="1027649"/>
                </a:cubicBezTo>
                <a:cubicBezTo>
                  <a:pt x="8658" y="1017350"/>
                  <a:pt x="5436" y="1006733"/>
                  <a:pt x="3261" y="995799"/>
                </a:cubicBezTo>
                <a:cubicBezTo>
                  <a:pt x="1087" y="984865"/>
                  <a:pt x="0" y="973824"/>
                  <a:pt x="0" y="962676"/>
                </a:cubicBezTo>
                <a:lnTo>
                  <a:pt x="0" y="169784"/>
                </a:lnTo>
                <a:cubicBezTo>
                  <a:pt x="0" y="158635"/>
                  <a:pt x="1087" y="147594"/>
                  <a:pt x="3261" y="136661"/>
                </a:cubicBezTo>
                <a:cubicBezTo>
                  <a:pt x="5436" y="125726"/>
                  <a:pt x="8658" y="115110"/>
                  <a:pt x="12924" y="104810"/>
                </a:cubicBezTo>
                <a:cubicBezTo>
                  <a:pt x="17190" y="94511"/>
                  <a:pt x="22420" y="84726"/>
                  <a:pt x="28613" y="75457"/>
                </a:cubicBezTo>
                <a:cubicBezTo>
                  <a:pt x="34807" y="66187"/>
                  <a:pt x="41845" y="57611"/>
                  <a:pt x="49728" y="49728"/>
                </a:cubicBezTo>
                <a:cubicBezTo>
                  <a:pt x="57612" y="41845"/>
                  <a:pt x="66187" y="34807"/>
                  <a:pt x="75456" y="28614"/>
                </a:cubicBezTo>
                <a:cubicBezTo>
                  <a:pt x="84725" y="22420"/>
                  <a:pt x="94509" y="17190"/>
                  <a:pt x="104809" y="12924"/>
                </a:cubicBezTo>
                <a:cubicBezTo>
                  <a:pt x="115109" y="8657"/>
                  <a:pt x="125726" y="5437"/>
                  <a:pt x="136660" y="3262"/>
                </a:cubicBezTo>
                <a:cubicBezTo>
                  <a:pt x="147594" y="1087"/>
                  <a:pt x="158636" y="0"/>
                  <a:pt x="169784" y="0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18928">
            <a:solidFill>
              <a:srgbClr val="D6B656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DAE15037-140D-4A3B-B0CA-9D144835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7994" y="4539957"/>
            <a:ext cx="1132459" cy="755036"/>
          </a:xfrm>
          <a:custGeom xmlns:a="http://schemas.openxmlformats.org/drawingml/2006/main">
            <a:pathLst>
              <a:path w="1132459" h="755036">
                <a:moveTo>
                  <a:pt x="113188" y="0"/>
                </a:moveTo>
                <a:lnTo>
                  <a:pt x="1019270" y="0"/>
                </a:lnTo>
                <a:cubicBezTo>
                  <a:pt x="1026702" y="0"/>
                  <a:pt x="1034062" y="725"/>
                  <a:pt x="1041350" y="2175"/>
                </a:cubicBezTo>
                <a:cubicBezTo>
                  <a:pt x="1048641" y="3625"/>
                  <a:pt x="1055719" y="5771"/>
                  <a:pt x="1062585" y="8615"/>
                </a:cubicBezTo>
                <a:cubicBezTo>
                  <a:pt x="1069451" y="11460"/>
                  <a:pt x="1075974" y="14946"/>
                  <a:pt x="1082153" y="19076"/>
                </a:cubicBezTo>
                <a:cubicBezTo>
                  <a:pt x="1088334" y="23205"/>
                  <a:pt x="1094051" y="27897"/>
                  <a:pt x="1099307" y="33152"/>
                </a:cubicBezTo>
                <a:cubicBezTo>
                  <a:pt x="1104562" y="38408"/>
                  <a:pt x="1109253" y="44125"/>
                  <a:pt x="1113383" y="50304"/>
                </a:cubicBezTo>
                <a:cubicBezTo>
                  <a:pt x="1117512" y="56484"/>
                  <a:pt x="1120999" y="63007"/>
                  <a:pt x="1123843" y="69873"/>
                </a:cubicBezTo>
                <a:cubicBezTo>
                  <a:pt x="1126687" y="76740"/>
                  <a:pt x="1128833" y="83818"/>
                  <a:pt x="1130284" y="91107"/>
                </a:cubicBezTo>
                <a:cubicBezTo>
                  <a:pt x="1131733" y="98396"/>
                  <a:pt x="1132459" y="105757"/>
                  <a:pt x="1132459" y="113189"/>
                </a:cubicBezTo>
                <a:lnTo>
                  <a:pt x="1132459" y="641847"/>
                </a:lnTo>
                <a:cubicBezTo>
                  <a:pt x="1132459" y="649279"/>
                  <a:pt x="1131733" y="656640"/>
                  <a:pt x="1130284" y="663929"/>
                </a:cubicBezTo>
                <a:cubicBezTo>
                  <a:pt x="1128833" y="671217"/>
                  <a:pt x="1126687" y="678295"/>
                  <a:pt x="1123842" y="685162"/>
                </a:cubicBezTo>
                <a:cubicBezTo>
                  <a:pt x="1120999" y="692029"/>
                  <a:pt x="1117512" y="698552"/>
                  <a:pt x="1113382" y="704731"/>
                </a:cubicBezTo>
                <a:cubicBezTo>
                  <a:pt x="1109253" y="710911"/>
                  <a:pt x="1104562" y="716628"/>
                  <a:pt x="1099307" y="721883"/>
                </a:cubicBezTo>
                <a:cubicBezTo>
                  <a:pt x="1094051" y="727139"/>
                  <a:pt x="1088334" y="731831"/>
                  <a:pt x="1082155" y="735960"/>
                </a:cubicBezTo>
                <a:cubicBezTo>
                  <a:pt x="1075974" y="740089"/>
                  <a:pt x="1069451" y="743576"/>
                  <a:pt x="1062585" y="746419"/>
                </a:cubicBezTo>
                <a:cubicBezTo>
                  <a:pt x="1055719" y="749264"/>
                  <a:pt x="1048641" y="751411"/>
                  <a:pt x="1041352" y="752861"/>
                </a:cubicBezTo>
                <a:cubicBezTo>
                  <a:pt x="1034062" y="754312"/>
                  <a:pt x="1026702" y="755036"/>
                  <a:pt x="1019270" y="755036"/>
                </a:cubicBezTo>
                <a:lnTo>
                  <a:pt x="113188" y="755036"/>
                </a:lnTo>
                <a:cubicBezTo>
                  <a:pt x="105756" y="755036"/>
                  <a:pt x="98396" y="754312"/>
                  <a:pt x="91106" y="752861"/>
                </a:cubicBezTo>
                <a:cubicBezTo>
                  <a:pt x="83816" y="751411"/>
                  <a:pt x="76740" y="749264"/>
                  <a:pt x="69872" y="746420"/>
                </a:cubicBezTo>
                <a:cubicBezTo>
                  <a:pt x="63005" y="743576"/>
                  <a:pt x="56483" y="740089"/>
                  <a:pt x="50304" y="735960"/>
                </a:cubicBezTo>
                <a:cubicBezTo>
                  <a:pt x="44124" y="731831"/>
                  <a:pt x="38407" y="727139"/>
                  <a:pt x="33151" y="721883"/>
                </a:cubicBezTo>
                <a:cubicBezTo>
                  <a:pt x="27896" y="716628"/>
                  <a:pt x="23203" y="710911"/>
                  <a:pt x="19074" y="704731"/>
                </a:cubicBezTo>
                <a:cubicBezTo>
                  <a:pt x="14946" y="698552"/>
                  <a:pt x="11460" y="692029"/>
                  <a:pt x="8615" y="685162"/>
                </a:cubicBezTo>
                <a:cubicBezTo>
                  <a:pt x="5772" y="678295"/>
                  <a:pt x="3624" y="671217"/>
                  <a:pt x="2174" y="663929"/>
                </a:cubicBezTo>
                <a:cubicBezTo>
                  <a:pt x="726" y="656640"/>
                  <a:pt x="0" y="649279"/>
                  <a:pt x="0" y="641847"/>
                </a:cubicBezTo>
                <a:lnTo>
                  <a:pt x="0" y="113189"/>
                </a:lnTo>
                <a:cubicBezTo>
                  <a:pt x="0" y="105757"/>
                  <a:pt x="726" y="98396"/>
                  <a:pt x="2174" y="91107"/>
                </a:cubicBezTo>
                <a:cubicBezTo>
                  <a:pt x="3624" y="83818"/>
                  <a:pt x="5772" y="76740"/>
                  <a:pt x="8615" y="69873"/>
                </a:cubicBezTo>
                <a:cubicBezTo>
                  <a:pt x="11460" y="63007"/>
                  <a:pt x="14946" y="56484"/>
                  <a:pt x="19076" y="50304"/>
                </a:cubicBezTo>
                <a:cubicBezTo>
                  <a:pt x="23203" y="44125"/>
                  <a:pt x="27896" y="38408"/>
                  <a:pt x="33151" y="33152"/>
                </a:cubicBezTo>
                <a:cubicBezTo>
                  <a:pt x="38407" y="27897"/>
                  <a:pt x="44124" y="23205"/>
                  <a:pt x="50304" y="19076"/>
                </a:cubicBezTo>
                <a:cubicBezTo>
                  <a:pt x="56483" y="14947"/>
                  <a:pt x="63005" y="11460"/>
                  <a:pt x="69872" y="8616"/>
                </a:cubicBezTo>
                <a:cubicBezTo>
                  <a:pt x="76740" y="5772"/>
                  <a:pt x="83817" y="3625"/>
                  <a:pt x="91106" y="2175"/>
                </a:cubicBezTo>
                <a:cubicBezTo>
                  <a:pt x="98396" y="725"/>
                  <a:pt x="105756" y="0"/>
                  <a:pt x="11318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E43CCEA4-9BB2-4746-9F91-C52D095C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6409" y="4870109"/>
            <a:ext cx="102658" cy="128201"/>
          </a:xfrm>
          <a:custGeom xmlns:a="http://schemas.openxmlformats.org/drawingml/2006/main">
            <a:pathLst>
              <a:path w="102658" h="128201">
                <a:moveTo>
                  <a:pt x="21878" y="43520"/>
                </a:moveTo>
                <a:cubicBezTo>
                  <a:pt x="21878" y="37479"/>
                  <a:pt x="23374" y="31342"/>
                  <a:pt x="26366" y="25111"/>
                </a:cubicBezTo>
                <a:cubicBezTo>
                  <a:pt x="29358" y="18881"/>
                  <a:pt x="34593" y="13122"/>
                  <a:pt x="42073" y="7836"/>
                </a:cubicBezTo>
                <a:cubicBezTo>
                  <a:pt x="49553" y="2549"/>
                  <a:pt x="58622" y="0"/>
                  <a:pt x="69281" y="189"/>
                </a:cubicBezTo>
                <a:cubicBezTo>
                  <a:pt x="80873" y="189"/>
                  <a:pt x="89288" y="2738"/>
                  <a:pt x="94523" y="7836"/>
                </a:cubicBezTo>
                <a:cubicBezTo>
                  <a:pt x="99759" y="12934"/>
                  <a:pt x="102470" y="18598"/>
                  <a:pt x="102658" y="24828"/>
                </a:cubicBezTo>
                <a:cubicBezTo>
                  <a:pt x="102658" y="30870"/>
                  <a:pt x="101068" y="35307"/>
                  <a:pt x="97889" y="38140"/>
                </a:cubicBezTo>
                <a:cubicBezTo>
                  <a:pt x="94710" y="40971"/>
                  <a:pt x="91158" y="42482"/>
                  <a:pt x="87231" y="42671"/>
                </a:cubicBezTo>
                <a:cubicBezTo>
                  <a:pt x="84801" y="42671"/>
                  <a:pt x="82557" y="41915"/>
                  <a:pt x="80500" y="40405"/>
                </a:cubicBezTo>
                <a:cubicBezTo>
                  <a:pt x="78443" y="38895"/>
                  <a:pt x="77321" y="36440"/>
                  <a:pt x="77134" y="33042"/>
                </a:cubicBezTo>
                <a:cubicBezTo>
                  <a:pt x="77134" y="30021"/>
                  <a:pt x="77975" y="27377"/>
                  <a:pt x="79658" y="25111"/>
                </a:cubicBezTo>
                <a:cubicBezTo>
                  <a:pt x="81340" y="22846"/>
                  <a:pt x="82930" y="21146"/>
                  <a:pt x="84426" y="20014"/>
                </a:cubicBezTo>
                <a:cubicBezTo>
                  <a:pt x="85923" y="18881"/>
                  <a:pt x="87138" y="18315"/>
                  <a:pt x="88073" y="18315"/>
                </a:cubicBezTo>
                <a:cubicBezTo>
                  <a:pt x="88260" y="18315"/>
                  <a:pt x="88353" y="18220"/>
                  <a:pt x="88353" y="18031"/>
                </a:cubicBezTo>
                <a:cubicBezTo>
                  <a:pt x="88353" y="17465"/>
                  <a:pt x="87698" y="16615"/>
                  <a:pt x="86390" y="15482"/>
                </a:cubicBezTo>
                <a:cubicBezTo>
                  <a:pt x="85081" y="14350"/>
                  <a:pt x="82744" y="13311"/>
                  <a:pt x="79378" y="12367"/>
                </a:cubicBezTo>
                <a:cubicBezTo>
                  <a:pt x="76012" y="11423"/>
                  <a:pt x="72365" y="10856"/>
                  <a:pt x="68439" y="10668"/>
                </a:cubicBezTo>
                <a:cubicBezTo>
                  <a:pt x="59463" y="10668"/>
                  <a:pt x="52919" y="13122"/>
                  <a:pt x="48805" y="18031"/>
                </a:cubicBezTo>
                <a:cubicBezTo>
                  <a:pt x="44691" y="22940"/>
                  <a:pt x="42540" y="27944"/>
                  <a:pt x="42353" y="33042"/>
                </a:cubicBezTo>
                <a:cubicBezTo>
                  <a:pt x="42353" y="37762"/>
                  <a:pt x="44130" y="41066"/>
                  <a:pt x="47683" y="42954"/>
                </a:cubicBezTo>
                <a:cubicBezTo>
                  <a:pt x="51235" y="44842"/>
                  <a:pt x="56378" y="46447"/>
                  <a:pt x="63109" y="47769"/>
                </a:cubicBezTo>
                <a:cubicBezTo>
                  <a:pt x="69841" y="49090"/>
                  <a:pt x="74702" y="50506"/>
                  <a:pt x="77694" y="52017"/>
                </a:cubicBezTo>
                <a:cubicBezTo>
                  <a:pt x="90036" y="57492"/>
                  <a:pt x="96207" y="66555"/>
                  <a:pt x="96207" y="79205"/>
                </a:cubicBezTo>
                <a:cubicBezTo>
                  <a:pt x="96207" y="84491"/>
                  <a:pt x="95178" y="89778"/>
                  <a:pt x="93121" y="95065"/>
                </a:cubicBezTo>
                <a:cubicBezTo>
                  <a:pt x="91064" y="100351"/>
                  <a:pt x="87980" y="105638"/>
                  <a:pt x="83866" y="110925"/>
                </a:cubicBezTo>
                <a:cubicBezTo>
                  <a:pt x="79751" y="116212"/>
                  <a:pt x="73862" y="120365"/>
                  <a:pt x="66195" y="123386"/>
                </a:cubicBezTo>
                <a:cubicBezTo>
                  <a:pt x="58528" y="126407"/>
                  <a:pt x="49740" y="128012"/>
                  <a:pt x="39829" y="128201"/>
                </a:cubicBezTo>
                <a:cubicBezTo>
                  <a:pt x="25431" y="128201"/>
                  <a:pt x="15240" y="125463"/>
                  <a:pt x="9256" y="119987"/>
                </a:cubicBezTo>
                <a:cubicBezTo>
                  <a:pt x="3273" y="114512"/>
                  <a:pt x="187" y="108093"/>
                  <a:pt x="0" y="100729"/>
                </a:cubicBezTo>
                <a:cubicBezTo>
                  <a:pt x="0" y="93366"/>
                  <a:pt x="1964" y="88079"/>
                  <a:pt x="5890" y="84869"/>
                </a:cubicBezTo>
                <a:cubicBezTo>
                  <a:pt x="9817" y="81660"/>
                  <a:pt x="13931" y="80054"/>
                  <a:pt x="18231" y="80054"/>
                </a:cubicBezTo>
                <a:cubicBezTo>
                  <a:pt x="21037" y="80054"/>
                  <a:pt x="23654" y="80904"/>
                  <a:pt x="26086" y="82604"/>
                </a:cubicBezTo>
                <a:cubicBezTo>
                  <a:pt x="28516" y="84303"/>
                  <a:pt x="29825" y="87230"/>
                  <a:pt x="30012" y="91383"/>
                </a:cubicBezTo>
                <a:cubicBezTo>
                  <a:pt x="30012" y="96292"/>
                  <a:pt x="28330" y="100446"/>
                  <a:pt x="24964" y="103844"/>
                </a:cubicBezTo>
                <a:cubicBezTo>
                  <a:pt x="21598" y="107243"/>
                  <a:pt x="18699" y="108942"/>
                  <a:pt x="16269" y="108942"/>
                </a:cubicBezTo>
                <a:cubicBezTo>
                  <a:pt x="15894" y="109131"/>
                  <a:pt x="15614" y="109225"/>
                  <a:pt x="15427" y="109225"/>
                </a:cubicBezTo>
                <a:cubicBezTo>
                  <a:pt x="15240" y="109225"/>
                  <a:pt x="15147" y="109414"/>
                  <a:pt x="15147" y="109792"/>
                </a:cubicBezTo>
                <a:cubicBezTo>
                  <a:pt x="15334" y="110358"/>
                  <a:pt x="16082" y="111114"/>
                  <a:pt x="17391" y="112058"/>
                </a:cubicBezTo>
                <a:cubicBezTo>
                  <a:pt x="18699" y="113002"/>
                  <a:pt x="21598" y="114229"/>
                  <a:pt x="26086" y="115739"/>
                </a:cubicBezTo>
                <a:cubicBezTo>
                  <a:pt x="30574" y="117250"/>
                  <a:pt x="35715" y="117911"/>
                  <a:pt x="41513" y="117722"/>
                </a:cubicBezTo>
                <a:cubicBezTo>
                  <a:pt x="48244" y="117722"/>
                  <a:pt x="54041" y="116684"/>
                  <a:pt x="58902" y="114606"/>
                </a:cubicBezTo>
                <a:cubicBezTo>
                  <a:pt x="63764" y="112530"/>
                  <a:pt x="67317" y="109886"/>
                  <a:pt x="69561" y="106677"/>
                </a:cubicBezTo>
                <a:cubicBezTo>
                  <a:pt x="71805" y="103467"/>
                  <a:pt x="73394" y="100540"/>
                  <a:pt x="74329" y="97897"/>
                </a:cubicBezTo>
                <a:cubicBezTo>
                  <a:pt x="75264" y="95253"/>
                  <a:pt x="75731" y="92894"/>
                  <a:pt x="75731" y="90817"/>
                </a:cubicBezTo>
                <a:cubicBezTo>
                  <a:pt x="75731" y="85530"/>
                  <a:pt x="73768" y="81565"/>
                  <a:pt x="69841" y="78922"/>
                </a:cubicBezTo>
                <a:cubicBezTo>
                  <a:pt x="65915" y="76278"/>
                  <a:pt x="61426" y="74673"/>
                  <a:pt x="56378" y="74107"/>
                </a:cubicBezTo>
                <a:cubicBezTo>
                  <a:pt x="51329" y="73541"/>
                  <a:pt x="45812" y="72125"/>
                  <a:pt x="39829" y="69859"/>
                </a:cubicBezTo>
                <a:cubicBezTo>
                  <a:pt x="33846" y="67594"/>
                  <a:pt x="29452" y="64289"/>
                  <a:pt x="26646" y="59946"/>
                </a:cubicBezTo>
                <a:cubicBezTo>
                  <a:pt x="23467" y="55226"/>
                  <a:pt x="21878" y="49751"/>
                  <a:pt x="21878" y="435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5" name="pdf-path-7">
            <a:extLst xmlns:a="http://schemas.openxmlformats.org/drawingml/2006/main">
              <a:ext uri="{FF2B5EF4-FFF2-40B4-BE49-F238E27FC236}">
                <a16:creationId xmlns:a16="http://schemas.microsoft.com/office/drawing/2014/main" id="{1D1055FD-FCE6-42CA-A2B8-287CEA1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114" y="4912615"/>
            <a:ext cx="61673" cy="127547"/>
          </a:xfrm>
          <a:custGeom xmlns:a="http://schemas.openxmlformats.org/drawingml/2006/main">
            <a:pathLst>
              <a:path w="61673" h="127547">
                <a:moveTo>
                  <a:pt x="1388" y="48256"/>
                </a:moveTo>
                <a:cubicBezTo>
                  <a:pt x="463" y="47322"/>
                  <a:pt x="0" y="46654"/>
                  <a:pt x="0" y="46254"/>
                </a:cubicBezTo>
                <a:cubicBezTo>
                  <a:pt x="0" y="45720"/>
                  <a:pt x="199" y="44652"/>
                  <a:pt x="595" y="43050"/>
                </a:cubicBezTo>
                <a:cubicBezTo>
                  <a:pt x="992" y="41448"/>
                  <a:pt x="1322" y="40514"/>
                  <a:pt x="1587" y="40246"/>
                </a:cubicBezTo>
                <a:cubicBezTo>
                  <a:pt x="1851" y="39579"/>
                  <a:pt x="2446" y="39245"/>
                  <a:pt x="3372" y="39245"/>
                </a:cubicBezTo>
                <a:cubicBezTo>
                  <a:pt x="4297" y="39245"/>
                  <a:pt x="7668" y="39179"/>
                  <a:pt x="13485" y="39045"/>
                </a:cubicBezTo>
                <a:lnTo>
                  <a:pt x="23995" y="39045"/>
                </a:lnTo>
                <a:lnTo>
                  <a:pt x="27763" y="23027"/>
                </a:lnTo>
                <a:cubicBezTo>
                  <a:pt x="28160" y="21559"/>
                  <a:pt x="28623" y="19623"/>
                  <a:pt x="29151" y="17220"/>
                </a:cubicBezTo>
                <a:cubicBezTo>
                  <a:pt x="29680" y="14817"/>
                  <a:pt x="30142" y="13082"/>
                  <a:pt x="30539" y="12014"/>
                </a:cubicBezTo>
                <a:cubicBezTo>
                  <a:pt x="30935" y="10946"/>
                  <a:pt x="31332" y="9611"/>
                  <a:pt x="31729" y="8009"/>
                </a:cubicBezTo>
                <a:cubicBezTo>
                  <a:pt x="32126" y="6408"/>
                  <a:pt x="32654" y="5273"/>
                  <a:pt x="33315" y="4606"/>
                </a:cubicBezTo>
                <a:cubicBezTo>
                  <a:pt x="33977" y="3938"/>
                  <a:pt x="34637" y="3137"/>
                  <a:pt x="35299" y="2203"/>
                </a:cubicBezTo>
                <a:cubicBezTo>
                  <a:pt x="35959" y="1269"/>
                  <a:pt x="36885" y="667"/>
                  <a:pt x="38074" y="401"/>
                </a:cubicBezTo>
                <a:cubicBezTo>
                  <a:pt x="39265" y="134"/>
                  <a:pt x="40455" y="0"/>
                  <a:pt x="41644" y="0"/>
                </a:cubicBezTo>
                <a:cubicBezTo>
                  <a:pt x="44024" y="134"/>
                  <a:pt x="45676" y="868"/>
                  <a:pt x="46602" y="2203"/>
                </a:cubicBezTo>
                <a:cubicBezTo>
                  <a:pt x="47527" y="3538"/>
                  <a:pt x="47990" y="4806"/>
                  <a:pt x="47990" y="6007"/>
                </a:cubicBezTo>
                <a:cubicBezTo>
                  <a:pt x="47990" y="6941"/>
                  <a:pt x="47395" y="10078"/>
                  <a:pt x="46205" y="15418"/>
                </a:cubicBezTo>
                <a:cubicBezTo>
                  <a:pt x="45015" y="20757"/>
                  <a:pt x="43693" y="26030"/>
                  <a:pt x="42239" y="31236"/>
                </a:cubicBezTo>
                <a:lnTo>
                  <a:pt x="40256" y="38645"/>
                </a:lnTo>
                <a:cubicBezTo>
                  <a:pt x="40256" y="38912"/>
                  <a:pt x="43561" y="39045"/>
                  <a:pt x="50171" y="39045"/>
                </a:cubicBezTo>
                <a:lnTo>
                  <a:pt x="60285" y="39045"/>
                </a:lnTo>
                <a:cubicBezTo>
                  <a:pt x="61210" y="39980"/>
                  <a:pt x="61673" y="40714"/>
                  <a:pt x="61673" y="41248"/>
                </a:cubicBezTo>
                <a:cubicBezTo>
                  <a:pt x="61673" y="44185"/>
                  <a:pt x="60814" y="46520"/>
                  <a:pt x="59095" y="48256"/>
                </a:cubicBezTo>
                <a:lnTo>
                  <a:pt x="37877" y="48256"/>
                </a:lnTo>
                <a:lnTo>
                  <a:pt x="30738" y="77289"/>
                </a:lnTo>
                <a:cubicBezTo>
                  <a:pt x="25582" y="98647"/>
                  <a:pt x="23003" y="110127"/>
                  <a:pt x="23003" y="111729"/>
                </a:cubicBezTo>
                <a:cubicBezTo>
                  <a:pt x="23003" y="117335"/>
                  <a:pt x="24788" y="120139"/>
                  <a:pt x="28358" y="120139"/>
                </a:cubicBezTo>
                <a:cubicBezTo>
                  <a:pt x="32985" y="120139"/>
                  <a:pt x="37480" y="117870"/>
                  <a:pt x="41843" y="113331"/>
                </a:cubicBezTo>
                <a:cubicBezTo>
                  <a:pt x="46205" y="108792"/>
                  <a:pt x="49709" y="103186"/>
                  <a:pt x="52353" y="96512"/>
                </a:cubicBezTo>
                <a:cubicBezTo>
                  <a:pt x="52617" y="95710"/>
                  <a:pt x="52948" y="95244"/>
                  <a:pt x="53344" y="95110"/>
                </a:cubicBezTo>
                <a:cubicBezTo>
                  <a:pt x="53741" y="94976"/>
                  <a:pt x="54732" y="94843"/>
                  <a:pt x="56319" y="94709"/>
                </a:cubicBezTo>
                <a:lnTo>
                  <a:pt x="57112" y="94709"/>
                </a:lnTo>
                <a:cubicBezTo>
                  <a:pt x="59095" y="94709"/>
                  <a:pt x="60086" y="95244"/>
                  <a:pt x="60086" y="96311"/>
                </a:cubicBezTo>
                <a:cubicBezTo>
                  <a:pt x="60086" y="96712"/>
                  <a:pt x="59888" y="97513"/>
                  <a:pt x="59492" y="98714"/>
                </a:cubicBezTo>
                <a:cubicBezTo>
                  <a:pt x="58830" y="100850"/>
                  <a:pt x="57641" y="103386"/>
                  <a:pt x="55922" y="106323"/>
                </a:cubicBezTo>
                <a:cubicBezTo>
                  <a:pt x="54204" y="109260"/>
                  <a:pt x="51956" y="112397"/>
                  <a:pt x="49180" y="115734"/>
                </a:cubicBezTo>
                <a:cubicBezTo>
                  <a:pt x="46403" y="119071"/>
                  <a:pt x="43032" y="121874"/>
                  <a:pt x="39066" y="124143"/>
                </a:cubicBezTo>
                <a:cubicBezTo>
                  <a:pt x="35100" y="126413"/>
                  <a:pt x="31068" y="127547"/>
                  <a:pt x="26969" y="127547"/>
                </a:cubicBezTo>
                <a:cubicBezTo>
                  <a:pt x="23003" y="127547"/>
                  <a:pt x="19236" y="126546"/>
                  <a:pt x="15666" y="124544"/>
                </a:cubicBezTo>
                <a:cubicBezTo>
                  <a:pt x="12097" y="122541"/>
                  <a:pt x="9519" y="119071"/>
                  <a:pt x="7932" y="114132"/>
                </a:cubicBezTo>
                <a:cubicBezTo>
                  <a:pt x="7668" y="113064"/>
                  <a:pt x="7536" y="111262"/>
                  <a:pt x="7536" y="108725"/>
                </a:cubicBezTo>
                <a:lnTo>
                  <a:pt x="7536" y="105121"/>
                </a:lnTo>
                <a:lnTo>
                  <a:pt x="14477" y="77089"/>
                </a:lnTo>
                <a:cubicBezTo>
                  <a:pt x="19103" y="58267"/>
                  <a:pt x="21484" y="48790"/>
                  <a:pt x="21616" y="48656"/>
                </a:cubicBezTo>
                <a:cubicBezTo>
                  <a:pt x="21616" y="48389"/>
                  <a:pt x="18244" y="48256"/>
                  <a:pt x="11502" y="48256"/>
                </a:cubicBezTo>
                <a:lnTo>
                  <a:pt x="1388" y="482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5F5879A5-37CC-4B24-BE64-6AAD88DD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0238" y="4539957"/>
            <a:ext cx="1132460" cy="755036"/>
          </a:xfrm>
          <a:custGeom xmlns:a="http://schemas.openxmlformats.org/drawingml/2006/main">
            <a:pathLst>
              <a:path w="1132460" h="755036">
                <a:moveTo>
                  <a:pt x="113188" y="0"/>
                </a:moveTo>
                <a:lnTo>
                  <a:pt x="1019270" y="0"/>
                </a:lnTo>
                <a:cubicBezTo>
                  <a:pt x="1026702" y="0"/>
                  <a:pt x="1034062" y="725"/>
                  <a:pt x="1041352" y="2175"/>
                </a:cubicBezTo>
                <a:cubicBezTo>
                  <a:pt x="1048641" y="3625"/>
                  <a:pt x="1055719" y="5771"/>
                  <a:pt x="1062584" y="8615"/>
                </a:cubicBezTo>
                <a:cubicBezTo>
                  <a:pt x="1069451" y="11460"/>
                  <a:pt x="1075974" y="14946"/>
                  <a:pt x="1082153" y="19076"/>
                </a:cubicBezTo>
                <a:cubicBezTo>
                  <a:pt x="1088334" y="23205"/>
                  <a:pt x="1094052" y="27897"/>
                  <a:pt x="1099307" y="33152"/>
                </a:cubicBezTo>
                <a:cubicBezTo>
                  <a:pt x="1104563" y="38408"/>
                  <a:pt x="1109254" y="44125"/>
                  <a:pt x="1113383" y="50304"/>
                </a:cubicBezTo>
                <a:cubicBezTo>
                  <a:pt x="1117513" y="56484"/>
                  <a:pt x="1120999" y="63007"/>
                  <a:pt x="1123843" y="69873"/>
                </a:cubicBezTo>
                <a:cubicBezTo>
                  <a:pt x="1126687" y="76740"/>
                  <a:pt x="1128833" y="83818"/>
                  <a:pt x="1130284" y="91107"/>
                </a:cubicBezTo>
                <a:cubicBezTo>
                  <a:pt x="1131734" y="98396"/>
                  <a:pt x="1132459" y="105757"/>
                  <a:pt x="1132460" y="113189"/>
                </a:cubicBezTo>
                <a:lnTo>
                  <a:pt x="1132460" y="641847"/>
                </a:lnTo>
                <a:cubicBezTo>
                  <a:pt x="1132459" y="649279"/>
                  <a:pt x="1131734" y="656640"/>
                  <a:pt x="1130284" y="663929"/>
                </a:cubicBezTo>
                <a:cubicBezTo>
                  <a:pt x="1128833" y="671217"/>
                  <a:pt x="1126687" y="678295"/>
                  <a:pt x="1123843" y="685162"/>
                </a:cubicBezTo>
                <a:cubicBezTo>
                  <a:pt x="1120999" y="692029"/>
                  <a:pt x="1117513" y="698552"/>
                  <a:pt x="1113383" y="704731"/>
                </a:cubicBezTo>
                <a:cubicBezTo>
                  <a:pt x="1109254" y="710911"/>
                  <a:pt x="1104563" y="716628"/>
                  <a:pt x="1099307" y="721883"/>
                </a:cubicBezTo>
                <a:cubicBezTo>
                  <a:pt x="1094052" y="727139"/>
                  <a:pt x="1088334" y="731831"/>
                  <a:pt x="1082154" y="735960"/>
                </a:cubicBezTo>
                <a:cubicBezTo>
                  <a:pt x="1075974" y="740089"/>
                  <a:pt x="1069451" y="743576"/>
                  <a:pt x="1062585" y="746419"/>
                </a:cubicBezTo>
                <a:cubicBezTo>
                  <a:pt x="1055719" y="749264"/>
                  <a:pt x="1048641" y="751411"/>
                  <a:pt x="1041353" y="752861"/>
                </a:cubicBezTo>
                <a:cubicBezTo>
                  <a:pt x="1034062" y="754312"/>
                  <a:pt x="1026702" y="755036"/>
                  <a:pt x="1019270" y="755036"/>
                </a:cubicBezTo>
                <a:lnTo>
                  <a:pt x="113188" y="755036"/>
                </a:lnTo>
                <a:cubicBezTo>
                  <a:pt x="105756" y="755036"/>
                  <a:pt x="98396" y="754312"/>
                  <a:pt x="91106" y="752861"/>
                </a:cubicBezTo>
                <a:cubicBezTo>
                  <a:pt x="83817" y="751411"/>
                  <a:pt x="76740" y="749264"/>
                  <a:pt x="69872" y="746420"/>
                </a:cubicBezTo>
                <a:cubicBezTo>
                  <a:pt x="63007" y="743576"/>
                  <a:pt x="56484" y="740089"/>
                  <a:pt x="50304" y="735960"/>
                </a:cubicBezTo>
                <a:cubicBezTo>
                  <a:pt x="44124" y="731831"/>
                  <a:pt x="38407" y="727139"/>
                  <a:pt x="33151" y="721883"/>
                </a:cubicBezTo>
                <a:cubicBezTo>
                  <a:pt x="27896" y="716628"/>
                  <a:pt x="23203" y="710911"/>
                  <a:pt x="19074" y="704731"/>
                </a:cubicBezTo>
                <a:cubicBezTo>
                  <a:pt x="14946" y="698552"/>
                  <a:pt x="11460" y="692029"/>
                  <a:pt x="8616" y="685162"/>
                </a:cubicBezTo>
                <a:cubicBezTo>
                  <a:pt x="5772" y="678295"/>
                  <a:pt x="3624" y="671217"/>
                  <a:pt x="2174" y="663929"/>
                </a:cubicBezTo>
                <a:cubicBezTo>
                  <a:pt x="724" y="656640"/>
                  <a:pt x="0" y="649279"/>
                  <a:pt x="0" y="641847"/>
                </a:cubicBezTo>
                <a:lnTo>
                  <a:pt x="0" y="113189"/>
                </a:lnTo>
                <a:cubicBezTo>
                  <a:pt x="0" y="105757"/>
                  <a:pt x="724" y="98396"/>
                  <a:pt x="2174" y="91107"/>
                </a:cubicBezTo>
                <a:cubicBezTo>
                  <a:pt x="3624" y="83818"/>
                  <a:pt x="5772" y="76740"/>
                  <a:pt x="8616" y="69873"/>
                </a:cubicBezTo>
                <a:cubicBezTo>
                  <a:pt x="11460" y="63007"/>
                  <a:pt x="14946" y="56484"/>
                  <a:pt x="19074" y="50304"/>
                </a:cubicBezTo>
                <a:cubicBezTo>
                  <a:pt x="23203" y="44125"/>
                  <a:pt x="27896" y="38408"/>
                  <a:pt x="33151" y="33152"/>
                </a:cubicBezTo>
                <a:cubicBezTo>
                  <a:pt x="38407" y="27897"/>
                  <a:pt x="44123" y="23205"/>
                  <a:pt x="50304" y="19076"/>
                </a:cubicBezTo>
                <a:cubicBezTo>
                  <a:pt x="56483" y="14947"/>
                  <a:pt x="63007" y="11460"/>
                  <a:pt x="69872" y="8616"/>
                </a:cubicBezTo>
                <a:cubicBezTo>
                  <a:pt x="76740" y="5772"/>
                  <a:pt x="83817" y="3625"/>
                  <a:pt x="91106" y="2175"/>
                </a:cubicBezTo>
                <a:cubicBezTo>
                  <a:pt x="98396" y="725"/>
                  <a:pt x="105756" y="0"/>
                  <a:pt x="11318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7" name="pdf-path-11">
            <a:extLst xmlns:a="http://schemas.openxmlformats.org/drawingml/2006/main">
              <a:ext uri="{FF2B5EF4-FFF2-40B4-BE49-F238E27FC236}">
                <a16:creationId xmlns:a16="http://schemas.microsoft.com/office/drawing/2014/main" id="{A4DA19F4-3964-4F3D-930E-E3565D05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2514" y="4870297"/>
            <a:ext cx="123473" cy="127942"/>
          </a:xfrm>
          <a:custGeom xmlns:a="http://schemas.openxmlformats.org/drawingml/2006/main">
            <a:pathLst>
              <a:path w="123473" h="127942">
                <a:moveTo>
                  <a:pt x="0" y="80567"/>
                </a:moveTo>
                <a:cubicBezTo>
                  <a:pt x="0" y="61465"/>
                  <a:pt x="6612" y="43310"/>
                  <a:pt x="19839" y="26099"/>
                </a:cubicBezTo>
                <a:cubicBezTo>
                  <a:pt x="33065" y="8889"/>
                  <a:pt x="47945" y="190"/>
                  <a:pt x="64477" y="0"/>
                </a:cubicBezTo>
                <a:cubicBezTo>
                  <a:pt x="73352" y="0"/>
                  <a:pt x="81185" y="4633"/>
                  <a:pt x="87971" y="13901"/>
                </a:cubicBezTo>
                <a:cubicBezTo>
                  <a:pt x="90756" y="8227"/>
                  <a:pt x="94758" y="5390"/>
                  <a:pt x="99980" y="5390"/>
                </a:cubicBezTo>
                <a:cubicBezTo>
                  <a:pt x="102241" y="5390"/>
                  <a:pt x="104244" y="6147"/>
                  <a:pt x="105983" y="7659"/>
                </a:cubicBezTo>
                <a:cubicBezTo>
                  <a:pt x="107724" y="9173"/>
                  <a:pt x="108593" y="11064"/>
                  <a:pt x="108593" y="13333"/>
                </a:cubicBezTo>
                <a:cubicBezTo>
                  <a:pt x="108593" y="15792"/>
                  <a:pt x="105374" y="30922"/>
                  <a:pt x="98935" y="58723"/>
                </a:cubicBezTo>
                <a:cubicBezTo>
                  <a:pt x="92497" y="86524"/>
                  <a:pt x="89190" y="102221"/>
                  <a:pt x="89015" y="105814"/>
                </a:cubicBezTo>
                <a:cubicBezTo>
                  <a:pt x="89015" y="110543"/>
                  <a:pt x="89625" y="113663"/>
                  <a:pt x="90843" y="115176"/>
                </a:cubicBezTo>
                <a:cubicBezTo>
                  <a:pt x="92061" y="116689"/>
                  <a:pt x="93888" y="117540"/>
                  <a:pt x="96324" y="117729"/>
                </a:cubicBezTo>
                <a:cubicBezTo>
                  <a:pt x="97891" y="117540"/>
                  <a:pt x="99631" y="116689"/>
                  <a:pt x="101546" y="115176"/>
                </a:cubicBezTo>
                <a:cubicBezTo>
                  <a:pt x="105201" y="111394"/>
                  <a:pt x="108768" y="102316"/>
                  <a:pt x="112249" y="87942"/>
                </a:cubicBezTo>
                <a:cubicBezTo>
                  <a:pt x="113293" y="84160"/>
                  <a:pt x="114163" y="82174"/>
                  <a:pt x="114859" y="81985"/>
                </a:cubicBezTo>
                <a:cubicBezTo>
                  <a:pt x="115207" y="81796"/>
                  <a:pt x="116077" y="81701"/>
                  <a:pt x="117470" y="81701"/>
                </a:cubicBezTo>
                <a:lnTo>
                  <a:pt x="118514" y="81701"/>
                </a:lnTo>
                <a:cubicBezTo>
                  <a:pt x="121820" y="81701"/>
                  <a:pt x="123473" y="82553"/>
                  <a:pt x="123473" y="84255"/>
                </a:cubicBezTo>
                <a:cubicBezTo>
                  <a:pt x="123473" y="85390"/>
                  <a:pt x="123038" y="87942"/>
                  <a:pt x="122168" y="91914"/>
                </a:cubicBezTo>
                <a:cubicBezTo>
                  <a:pt x="121298" y="95885"/>
                  <a:pt x="119558" y="100992"/>
                  <a:pt x="116948" y="107233"/>
                </a:cubicBezTo>
                <a:cubicBezTo>
                  <a:pt x="114337" y="113474"/>
                  <a:pt x="111552" y="118202"/>
                  <a:pt x="108593" y="121417"/>
                </a:cubicBezTo>
                <a:cubicBezTo>
                  <a:pt x="106332" y="123876"/>
                  <a:pt x="103547" y="125862"/>
                  <a:pt x="100240" y="127375"/>
                </a:cubicBezTo>
                <a:cubicBezTo>
                  <a:pt x="98849" y="127753"/>
                  <a:pt x="96760" y="127942"/>
                  <a:pt x="93976" y="127942"/>
                </a:cubicBezTo>
                <a:cubicBezTo>
                  <a:pt x="88059" y="127942"/>
                  <a:pt x="83098" y="126524"/>
                  <a:pt x="79096" y="123687"/>
                </a:cubicBezTo>
                <a:cubicBezTo>
                  <a:pt x="75093" y="120850"/>
                  <a:pt x="72483" y="117918"/>
                  <a:pt x="71264" y="114892"/>
                </a:cubicBezTo>
                <a:lnTo>
                  <a:pt x="69698" y="110637"/>
                </a:lnTo>
                <a:cubicBezTo>
                  <a:pt x="69525" y="110448"/>
                  <a:pt x="69176" y="110543"/>
                  <a:pt x="68654" y="110921"/>
                </a:cubicBezTo>
                <a:cubicBezTo>
                  <a:pt x="68306" y="111299"/>
                  <a:pt x="67959" y="111677"/>
                  <a:pt x="67610" y="112055"/>
                </a:cubicBezTo>
                <a:cubicBezTo>
                  <a:pt x="57342" y="122647"/>
                  <a:pt x="46901" y="127942"/>
                  <a:pt x="36285" y="127942"/>
                </a:cubicBezTo>
                <a:cubicBezTo>
                  <a:pt x="26713" y="127942"/>
                  <a:pt x="18273" y="124159"/>
                  <a:pt x="10963" y="116595"/>
                </a:cubicBezTo>
                <a:cubicBezTo>
                  <a:pt x="3654" y="109030"/>
                  <a:pt x="0" y="97020"/>
                  <a:pt x="0" y="80567"/>
                </a:cubicBezTo>
                <a:moveTo>
                  <a:pt x="83011" y="32057"/>
                </a:moveTo>
                <a:cubicBezTo>
                  <a:pt x="83011" y="30922"/>
                  <a:pt x="82576" y="28841"/>
                  <a:pt x="81707" y="25815"/>
                </a:cubicBezTo>
                <a:cubicBezTo>
                  <a:pt x="80836" y="22789"/>
                  <a:pt x="78835" y="19480"/>
                  <a:pt x="75702" y="15887"/>
                </a:cubicBezTo>
                <a:cubicBezTo>
                  <a:pt x="72570" y="12293"/>
                  <a:pt x="68567" y="10402"/>
                  <a:pt x="63695" y="10213"/>
                </a:cubicBezTo>
                <a:cubicBezTo>
                  <a:pt x="57603" y="10213"/>
                  <a:pt x="51774" y="13145"/>
                  <a:pt x="46204" y="19007"/>
                </a:cubicBezTo>
                <a:cubicBezTo>
                  <a:pt x="40636" y="24870"/>
                  <a:pt x="36285" y="32529"/>
                  <a:pt x="33153" y="41986"/>
                </a:cubicBezTo>
                <a:cubicBezTo>
                  <a:pt x="28105" y="56926"/>
                  <a:pt x="24538" y="72435"/>
                  <a:pt x="22450" y="88510"/>
                </a:cubicBezTo>
                <a:cubicBezTo>
                  <a:pt x="22450" y="89077"/>
                  <a:pt x="22450" y="90117"/>
                  <a:pt x="22450" y="91630"/>
                </a:cubicBezTo>
                <a:cubicBezTo>
                  <a:pt x="22450" y="93143"/>
                  <a:pt x="22363" y="94278"/>
                  <a:pt x="22188" y="95034"/>
                </a:cubicBezTo>
                <a:cubicBezTo>
                  <a:pt x="22188" y="103545"/>
                  <a:pt x="23754" y="109408"/>
                  <a:pt x="26887" y="112623"/>
                </a:cubicBezTo>
                <a:cubicBezTo>
                  <a:pt x="30020" y="115838"/>
                  <a:pt x="33762" y="117540"/>
                  <a:pt x="38112" y="117729"/>
                </a:cubicBezTo>
                <a:cubicBezTo>
                  <a:pt x="44725" y="117729"/>
                  <a:pt x="51252" y="114609"/>
                  <a:pt x="57691" y="108368"/>
                </a:cubicBezTo>
                <a:cubicBezTo>
                  <a:pt x="64130" y="102127"/>
                  <a:pt x="67959" y="97304"/>
                  <a:pt x="69176" y="93900"/>
                </a:cubicBezTo>
                <a:cubicBezTo>
                  <a:pt x="69525" y="93143"/>
                  <a:pt x="71874" y="83025"/>
                  <a:pt x="76224" y="63546"/>
                </a:cubicBezTo>
                <a:cubicBezTo>
                  <a:pt x="80575" y="44066"/>
                  <a:pt x="82838" y="33569"/>
                  <a:pt x="83011" y="320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8" name="pdf-path-13">
            <a:extLst xmlns:a="http://schemas.openxmlformats.org/drawingml/2006/main">
              <a:ext uri="{FF2B5EF4-FFF2-40B4-BE49-F238E27FC236}">
                <a16:creationId xmlns:a16="http://schemas.microsoft.com/office/drawing/2014/main" id="{C6DE4756-6AF6-42AD-942D-B643ACAD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4114" y="4912401"/>
            <a:ext cx="57398" cy="127760"/>
          </a:xfrm>
          <a:custGeom xmlns:a="http://schemas.openxmlformats.org/drawingml/2006/main">
            <a:pathLst>
              <a:path w="57398" h="127760">
                <a:moveTo>
                  <a:pt x="1292" y="48337"/>
                </a:moveTo>
                <a:cubicBezTo>
                  <a:pt x="430" y="47401"/>
                  <a:pt x="0" y="46732"/>
                  <a:pt x="0" y="46331"/>
                </a:cubicBezTo>
                <a:cubicBezTo>
                  <a:pt x="0" y="45796"/>
                  <a:pt x="185" y="44726"/>
                  <a:pt x="553" y="43122"/>
                </a:cubicBezTo>
                <a:cubicBezTo>
                  <a:pt x="923" y="41517"/>
                  <a:pt x="1230" y="40581"/>
                  <a:pt x="1477" y="40314"/>
                </a:cubicBezTo>
                <a:cubicBezTo>
                  <a:pt x="1722" y="39645"/>
                  <a:pt x="2277" y="39311"/>
                  <a:pt x="3137" y="39311"/>
                </a:cubicBezTo>
                <a:cubicBezTo>
                  <a:pt x="3999" y="39311"/>
                  <a:pt x="7136" y="39244"/>
                  <a:pt x="12549" y="39110"/>
                </a:cubicBezTo>
                <a:lnTo>
                  <a:pt x="22331" y="39110"/>
                </a:lnTo>
                <a:lnTo>
                  <a:pt x="25838" y="23065"/>
                </a:lnTo>
                <a:cubicBezTo>
                  <a:pt x="26207" y="21595"/>
                  <a:pt x="26638" y="19656"/>
                  <a:pt x="27130" y="17249"/>
                </a:cubicBezTo>
                <a:cubicBezTo>
                  <a:pt x="27622" y="14842"/>
                  <a:pt x="28053" y="13104"/>
                  <a:pt x="28422" y="12034"/>
                </a:cubicBezTo>
                <a:cubicBezTo>
                  <a:pt x="28791" y="10964"/>
                  <a:pt x="29160" y="9627"/>
                  <a:pt x="29530" y="8023"/>
                </a:cubicBezTo>
                <a:cubicBezTo>
                  <a:pt x="29898" y="6418"/>
                  <a:pt x="30390" y="5282"/>
                  <a:pt x="31005" y="4613"/>
                </a:cubicBezTo>
                <a:cubicBezTo>
                  <a:pt x="31620" y="3945"/>
                  <a:pt x="32236" y="3142"/>
                  <a:pt x="32851" y="2206"/>
                </a:cubicBezTo>
                <a:cubicBezTo>
                  <a:pt x="33467" y="1270"/>
                  <a:pt x="34327" y="669"/>
                  <a:pt x="35435" y="401"/>
                </a:cubicBezTo>
                <a:cubicBezTo>
                  <a:pt x="36542" y="134"/>
                  <a:pt x="37650" y="0"/>
                  <a:pt x="38757" y="0"/>
                </a:cubicBezTo>
                <a:cubicBezTo>
                  <a:pt x="40972" y="134"/>
                  <a:pt x="42509" y="869"/>
                  <a:pt x="43371" y="2206"/>
                </a:cubicBezTo>
                <a:cubicBezTo>
                  <a:pt x="44232" y="3543"/>
                  <a:pt x="44662" y="4814"/>
                  <a:pt x="44662" y="6017"/>
                </a:cubicBezTo>
                <a:cubicBezTo>
                  <a:pt x="44662" y="6953"/>
                  <a:pt x="44109" y="10095"/>
                  <a:pt x="43002" y="15444"/>
                </a:cubicBezTo>
                <a:cubicBezTo>
                  <a:pt x="41894" y="20792"/>
                  <a:pt x="40664" y="26073"/>
                  <a:pt x="39310" y="31288"/>
                </a:cubicBezTo>
                <a:lnTo>
                  <a:pt x="37465" y="38709"/>
                </a:lnTo>
                <a:cubicBezTo>
                  <a:pt x="37465" y="38977"/>
                  <a:pt x="40541" y="39110"/>
                  <a:pt x="46692" y="39110"/>
                </a:cubicBezTo>
                <a:lnTo>
                  <a:pt x="56106" y="39110"/>
                </a:lnTo>
                <a:cubicBezTo>
                  <a:pt x="56966" y="40046"/>
                  <a:pt x="57398" y="40782"/>
                  <a:pt x="57398" y="41317"/>
                </a:cubicBezTo>
                <a:cubicBezTo>
                  <a:pt x="57398" y="44258"/>
                  <a:pt x="56598" y="46598"/>
                  <a:pt x="54998" y="48337"/>
                </a:cubicBezTo>
                <a:lnTo>
                  <a:pt x="35250" y="48337"/>
                </a:lnTo>
                <a:lnTo>
                  <a:pt x="28606" y="77419"/>
                </a:lnTo>
                <a:cubicBezTo>
                  <a:pt x="23808" y="98812"/>
                  <a:pt x="21408" y="110311"/>
                  <a:pt x="21408" y="111915"/>
                </a:cubicBezTo>
                <a:cubicBezTo>
                  <a:pt x="21408" y="117531"/>
                  <a:pt x="23070" y="120339"/>
                  <a:pt x="26391" y="120339"/>
                </a:cubicBezTo>
                <a:cubicBezTo>
                  <a:pt x="30698" y="120339"/>
                  <a:pt x="34882" y="118066"/>
                  <a:pt x="38942" y="113520"/>
                </a:cubicBezTo>
                <a:cubicBezTo>
                  <a:pt x="43002" y="108974"/>
                  <a:pt x="46262" y="103358"/>
                  <a:pt x="48723" y="96673"/>
                </a:cubicBezTo>
                <a:cubicBezTo>
                  <a:pt x="48969" y="95870"/>
                  <a:pt x="49277" y="95402"/>
                  <a:pt x="49646" y="95269"/>
                </a:cubicBezTo>
                <a:cubicBezTo>
                  <a:pt x="50014" y="95135"/>
                  <a:pt x="50938" y="95001"/>
                  <a:pt x="52414" y="94867"/>
                </a:cubicBezTo>
                <a:lnTo>
                  <a:pt x="53153" y="94867"/>
                </a:lnTo>
                <a:cubicBezTo>
                  <a:pt x="54998" y="94867"/>
                  <a:pt x="55921" y="95402"/>
                  <a:pt x="55921" y="96472"/>
                </a:cubicBezTo>
                <a:cubicBezTo>
                  <a:pt x="55921" y="96873"/>
                  <a:pt x="55736" y="97675"/>
                  <a:pt x="55368" y="98879"/>
                </a:cubicBezTo>
                <a:cubicBezTo>
                  <a:pt x="54752" y="101018"/>
                  <a:pt x="53644" y="103559"/>
                  <a:pt x="52044" y="106500"/>
                </a:cubicBezTo>
                <a:cubicBezTo>
                  <a:pt x="50446" y="109442"/>
                  <a:pt x="48354" y="112584"/>
                  <a:pt x="45770" y="115927"/>
                </a:cubicBezTo>
                <a:cubicBezTo>
                  <a:pt x="43186" y="119269"/>
                  <a:pt x="40049" y="122077"/>
                  <a:pt x="36358" y="124351"/>
                </a:cubicBezTo>
                <a:cubicBezTo>
                  <a:pt x="32667" y="126624"/>
                  <a:pt x="28913" y="127760"/>
                  <a:pt x="25100" y="127760"/>
                </a:cubicBezTo>
                <a:cubicBezTo>
                  <a:pt x="21408" y="127760"/>
                  <a:pt x="17902" y="126757"/>
                  <a:pt x="14579" y="124752"/>
                </a:cubicBezTo>
                <a:cubicBezTo>
                  <a:pt x="11257" y="122746"/>
                  <a:pt x="8859" y="119269"/>
                  <a:pt x="7382" y="114322"/>
                </a:cubicBezTo>
                <a:cubicBezTo>
                  <a:pt x="7136" y="113252"/>
                  <a:pt x="7014" y="111447"/>
                  <a:pt x="7014" y="108907"/>
                </a:cubicBezTo>
                <a:lnTo>
                  <a:pt x="7014" y="105297"/>
                </a:lnTo>
                <a:lnTo>
                  <a:pt x="13472" y="77218"/>
                </a:lnTo>
                <a:cubicBezTo>
                  <a:pt x="17779" y="58364"/>
                  <a:pt x="19994" y="48871"/>
                  <a:pt x="20116" y="48738"/>
                </a:cubicBezTo>
                <a:cubicBezTo>
                  <a:pt x="20116" y="48470"/>
                  <a:pt x="16979" y="48337"/>
                  <a:pt x="10704" y="48337"/>
                </a:cubicBezTo>
                <a:lnTo>
                  <a:pt x="1292" y="483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9" name="pdf-path-15">
            <a:extLst xmlns:a="http://schemas.openxmlformats.org/drawingml/2006/main">
              <a:ext uri="{FF2B5EF4-FFF2-40B4-BE49-F238E27FC236}">
                <a16:creationId xmlns:a16="http://schemas.microsoft.com/office/drawing/2014/main" id="{0FAE8451-3F10-4134-91BD-5711A80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742" y="4539957"/>
            <a:ext cx="1132460" cy="755036"/>
          </a:xfrm>
          <a:custGeom xmlns:a="http://schemas.openxmlformats.org/drawingml/2006/main">
            <a:pathLst>
              <a:path w="1132460" h="755036">
                <a:moveTo>
                  <a:pt x="113190" y="0"/>
                </a:moveTo>
                <a:lnTo>
                  <a:pt x="1019272" y="0"/>
                </a:lnTo>
                <a:cubicBezTo>
                  <a:pt x="1026704" y="0"/>
                  <a:pt x="1034064" y="725"/>
                  <a:pt x="1041354" y="2175"/>
                </a:cubicBezTo>
                <a:cubicBezTo>
                  <a:pt x="1048642" y="3625"/>
                  <a:pt x="1055719" y="5771"/>
                  <a:pt x="1062586" y="8615"/>
                </a:cubicBezTo>
                <a:cubicBezTo>
                  <a:pt x="1069452" y="11460"/>
                  <a:pt x="1075974" y="14946"/>
                  <a:pt x="1082153" y="19076"/>
                </a:cubicBezTo>
                <a:cubicBezTo>
                  <a:pt x="1088334" y="23205"/>
                  <a:pt x="1094051" y="27897"/>
                  <a:pt x="1099306" y="33152"/>
                </a:cubicBezTo>
                <a:cubicBezTo>
                  <a:pt x="1104562" y="38408"/>
                  <a:pt x="1109254" y="44125"/>
                  <a:pt x="1113382" y="50304"/>
                </a:cubicBezTo>
                <a:cubicBezTo>
                  <a:pt x="1117511" y="56484"/>
                  <a:pt x="1120998" y="63007"/>
                  <a:pt x="1123842" y="69873"/>
                </a:cubicBezTo>
                <a:cubicBezTo>
                  <a:pt x="1126687" y="76740"/>
                  <a:pt x="1128833" y="83818"/>
                  <a:pt x="1130283" y="91107"/>
                </a:cubicBezTo>
                <a:cubicBezTo>
                  <a:pt x="1131734" y="98396"/>
                  <a:pt x="1132460" y="105757"/>
                  <a:pt x="1132460" y="113189"/>
                </a:cubicBezTo>
                <a:lnTo>
                  <a:pt x="1132460" y="641847"/>
                </a:lnTo>
                <a:cubicBezTo>
                  <a:pt x="1132460" y="649279"/>
                  <a:pt x="1131734" y="656640"/>
                  <a:pt x="1130283" y="663929"/>
                </a:cubicBezTo>
                <a:cubicBezTo>
                  <a:pt x="1128833" y="671217"/>
                  <a:pt x="1126687" y="678295"/>
                  <a:pt x="1123843" y="685162"/>
                </a:cubicBezTo>
                <a:cubicBezTo>
                  <a:pt x="1120999" y="692029"/>
                  <a:pt x="1117512" y="698552"/>
                  <a:pt x="1113382" y="704731"/>
                </a:cubicBezTo>
                <a:cubicBezTo>
                  <a:pt x="1109254" y="710911"/>
                  <a:pt x="1104562" y="716628"/>
                  <a:pt x="1099306" y="721883"/>
                </a:cubicBezTo>
                <a:cubicBezTo>
                  <a:pt x="1094051" y="727139"/>
                  <a:pt x="1088334" y="731831"/>
                  <a:pt x="1082153" y="735960"/>
                </a:cubicBezTo>
                <a:cubicBezTo>
                  <a:pt x="1075974" y="740089"/>
                  <a:pt x="1069451" y="743576"/>
                  <a:pt x="1062585" y="746419"/>
                </a:cubicBezTo>
                <a:cubicBezTo>
                  <a:pt x="1055719" y="749264"/>
                  <a:pt x="1048641" y="751411"/>
                  <a:pt x="1041353" y="752861"/>
                </a:cubicBezTo>
                <a:cubicBezTo>
                  <a:pt x="1034064" y="754312"/>
                  <a:pt x="1026704" y="755036"/>
                  <a:pt x="1019272" y="755036"/>
                </a:cubicBezTo>
                <a:lnTo>
                  <a:pt x="113190" y="755036"/>
                </a:lnTo>
                <a:cubicBezTo>
                  <a:pt x="105757" y="755036"/>
                  <a:pt x="98396" y="754312"/>
                  <a:pt x="91107" y="752861"/>
                </a:cubicBezTo>
                <a:cubicBezTo>
                  <a:pt x="83817" y="751411"/>
                  <a:pt x="76738" y="749264"/>
                  <a:pt x="69874" y="746420"/>
                </a:cubicBezTo>
                <a:cubicBezTo>
                  <a:pt x="63007" y="743576"/>
                  <a:pt x="56484" y="740089"/>
                  <a:pt x="50304" y="735960"/>
                </a:cubicBezTo>
                <a:cubicBezTo>
                  <a:pt x="44124" y="731831"/>
                  <a:pt x="38408" y="727139"/>
                  <a:pt x="33153" y="721883"/>
                </a:cubicBezTo>
                <a:cubicBezTo>
                  <a:pt x="27897" y="716628"/>
                  <a:pt x="23204" y="710911"/>
                  <a:pt x="19074" y="704731"/>
                </a:cubicBezTo>
                <a:cubicBezTo>
                  <a:pt x="14947" y="698552"/>
                  <a:pt x="11459" y="692029"/>
                  <a:pt x="8615" y="685162"/>
                </a:cubicBezTo>
                <a:cubicBezTo>
                  <a:pt x="5772" y="678295"/>
                  <a:pt x="3624" y="671217"/>
                  <a:pt x="2174" y="663929"/>
                </a:cubicBezTo>
                <a:cubicBezTo>
                  <a:pt x="724" y="656640"/>
                  <a:pt x="0" y="649279"/>
                  <a:pt x="1" y="641847"/>
                </a:cubicBezTo>
                <a:lnTo>
                  <a:pt x="1" y="113189"/>
                </a:lnTo>
                <a:cubicBezTo>
                  <a:pt x="0" y="105757"/>
                  <a:pt x="724" y="98396"/>
                  <a:pt x="2175" y="91107"/>
                </a:cubicBezTo>
                <a:cubicBezTo>
                  <a:pt x="3624" y="83818"/>
                  <a:pt x="5772" y="76740"/>
                  <a:pt x="8615" y="69873"/>
                </a:cubicBezTo>
                <a:cubicBezTo>
                  <a:pt x="11459" y="63007"/>
                  <a:pt x="14947" y="56484"/>
                  <a:pt x="19076" y="50304"/>
                </a:cubicBezTo>
                <a:cubicBezTo>
                  <a:pt x="23204" y="44125"/>
                  <a:pt x="27897" y="38408"/>
                  <a:pt x="33153" y="33152"/>
                </a:cubicBezTo>
                <a:cubicBezTo>
                  <a:pt x="38408" y="27897"/>
                  <a:pt x="44124" y="23205"/>
                  <a:pt x="50304" y="19076"/>
                </a:cubicBezTo>
                <a:cubicBezTo>
                  <a:pt x="56484" y="14947"/>
                  <a:pt x="63007" y="11460"/>
                  <a:pt x="69874" y="8616"/>
                </a:cubicBezTo>
                <a:cubicBezTo>
                  <a:pt x="76738" y="5772"/>
                  <a:pt x="83817" y="3625"/>
                  <a:pt x="91107" y="2175"/>
                </a:cubicBezTo>
                <a:cubicBezTo>
                  <a:pt x="98396" y="725"/>
                  <a:pt x="105757" y="0"/>
                  <a:pt x="11319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10" name="pdf-path-17">
            <a:extLst xmlns:a="http://schemas.openxmlformats.org/drawingml/2006/main">
              <a:ext uri="{FF2B5EF4-FFF2-40B4-BE49-F238E27FC236}">
                <a16:creationId xmlns:a16="http://schemas.microsoft.com/office/drawing/2014/main" id="{7996FBA2-285E-4B2B-8259-7CEDE880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2189" y="4873421"/>
            <a:ext cx="102683" cy="120470"/>
          </a:xfrm>
          <a:custGeom xmlns:a="http://schemas.openxmlformats.org/drawingml/2006/main">
            <a:pathLst>
              <a:path w="102683" h="120470">
                <a:moveTo>
                  <a:pt x="21884" y="40896"/>
                </a:moveTo>
                <a:cubicBezTo>
                  <a:pt x="21884" y="35218"/>
                  <a:pt x="23379" y="29452"/>
                  <a:pt x="26372" y="23597"/>
                </a:cubicBezTo>
                <a:cubicBezTo>
                  <a:pt x="29364" y="17742"/>
                  <a:pt x="34601" y="12331"/>
                  <a:pt x="42083" y="7363"/>
                </a:cubicBezTo>
                <a:cubicBezTo>
                  <a:pt x="49564" y="2395"/>
                  <a:pt x="58636" y="0"/>
                  <a:pt x="69297" y="177"/>
                </a:cubicBezTo>
                <a:cubicBezTo>
                  <a:pt x="80894" y="177"/>
                  <a:pt x="89310" y="2573"/>
                  <a:pt x="94548" y="7363"/>
                </a:cubicBezTo>
                <a:cubicBezTo>
                  <a:pt x="99785" y="12153"/>
                  <a:pt x="102496" y="17476"/>
                  <a:pt x="102683" y="23331"/>
                </a:cubicBezTo>
                <a:cubicBezTo>
                  <a:pt x="102683" y="29009"/>
                  <a:pt x="101094" y="33178"/>
                  <a:pt x="97914" y="35839"/>
                </a:cubicBezTo>
                <a:cubicBezTo>
                  <a:pt x="94735" y="38501"/>
                  <a:pt x="91180" y="39920"/>
                  <a:pt x="87253" y="40098"/>
                </a:cubicBezTo>
                <a:cubicBezTo>
                  <a:pt x="84822" y="40098"/>
                  <a:pt x="82576" y="39388"/>
                  <a:pt x="80520" y="37968"/>
                </a:cubicBezTo>
                <a:cubicBezTo>
                  <a:pt x="78461" y="36549"/>
                  <a:pt x="77339" y="34243"/>
                  <a:pt x="77152" y="31049"/>
                </a:cubicBezTo>
                <a:cubicBezTo>
                  <a:pt x="77152" y="28210"/>
                  <a:pt x="77994" y="25726"/>
                  <a:pt x="79678" y="23597"/>
                </a:cubicBezTo>
                <a:cubicBezTo>
                  <a:pt x="81361" y="21468"/>
                  <a:pt x="82951" y="19871"/>
                  <a:pt x="84447" y="18806"/>
                </a:cubicBezTo>
                <a:cubicBezTo>
                  <a:pt x="85944" y="17742"/>
                  <a:pt x="87160" y="17210"/>
                  <a:pt x="88095" y="17210"/>
                </a:cubicBezTo>
                <a:cubicBezTo>
                  <a:pt x="88282" y="17210"/>
                  <a:pt x="88375" y="17121"/>
                  <a:pt x="88375" y="16944"/>
                </a:cubicBezTo>
                <a:cubicBezTo>
                  <a:pt x="88375" y="16411"/>
                  <a:pt x="87720" y="15613"/>
                  <a:pt x="86411" y="14549"/>
                </a:cubicBezTo>
                <a:cubicBezTo>
                  <a:pt x="85102" y="13484"/>
                  <a:pt x="82764" y="12508"/>
                  <a:pt x="79397" y="11621"/>
                </a:cubicBezTo>
                <a:cubicBezTo>
                  <a:pt x="76030" y="10734"/>
                  <a:pt x="72383" y="10202"/>
                  <a:pt x="68455" y="10024"/>
                </a:cubicBezTo>
                <a:cubicBezTo>
                  <a:pt x="59478" y="10024"/>
                  <a:pt x="52932" y="12331"/>
                  <a:pt x="48817" y="16944"/>
                </a:cubicBezTo>
                <a:cubicBezTo>
                  <a:pt x="44702" y="21557"/>
                  <a:pt x="42551" y="26258"/>
                  <a:pt x="42364" y="31049"/>
                </a:cubicBezTo>
                <a:cubicBezTo>
                  <a:pt x="42364" y="35484"/>
                  <a:pt x="44140" y="38590"/>
                  <a:pt x="47695" y="40363"/>
                </a:cubicBezTo>
                <a:cubicBezTo>
                  <a:pt x="51248" y="42138"/>
                  <a:pt x="56392" y="43646"/>
                  <a:pt x="63125" y="44888"/>
                </a:cubicBezTo>
                <a:cubicBezTo>
                  <a:pt x="69859" y="46130"/>
                  <a:pt x="74721" y="47460"/>
                  <a:pt x="77714" y="48880"/>
                </a:cubicBezTo>
                <a:cubicBezTo>
                  <a:pt x="90058" y="54025"/>
                  <a:pt x="96230" y="62542"/>
                  <a:pt x="96230" y="74429"/>
                </a:cubicBezTo>
                <a:cubicBezTo>
                  <a:pt x="96230" y="79396"/>
                  <a:pt x="95202" y="84365"/>
                  <a:pt x="93144" y="89332"/>
                </a:cubicBezTo>
                <a:cubicBezTo>
                  <a:pt x="91087" y="94300"/>
                  <a:pt x="88000" y="99268"/>
                  <a:pt x="83886" y="104235"/>
                </a:cubicBezTo>
                <a:cubicBezTo>
                  <a:pt x="79771" y="109203"/>
                  <a:pt x="73879" y="113107"/>
                  <a:pt x="66211" y="115946"/>
                </a:cubicBezTo>
                <a:cubicBezTo>
                  <a:pt x="58543" y="118785"/>
                  <a:pt x="49752" y="120293"/>
                  <a:pt x="39838" y="120470"/>
                </a:cubicBezTo>
                <a:cubicBezTo>
                  <a:pt x="25437" y="120470"/>
                  <a:pt x="15243" y="117897"/>
                  <a:pt x="9258" y="112752"/>
                </a:cubicBezTo>
                <a:cubicBezTo>
                  <a:pt x="3273" y="107607"/>
                  <a:pt x="186" y="101575"/>
                  <a:pt x="0" y="94655"/>
                </a:cubicBezTo>
                <a:cubicBezTo>
                  <a:pt x="0" y="87735"/>
                  <a:pt x="1964" y="82768"/>
                  <a:pt x="5892" y="79752"/>
                </a:cubicBezTo>
                <a:cubicBezTo>
                  <a:pt x="9819" y="76735"/>
                  <a:pt x="13934" y="75227"/>
                  <a:pt x="18236" y="75227"/>
                </a:cubicBezTo>
                <a:cubicBezTo>
                  <a:pt x="21042" y="75227"/>
                  <a:pt x="23660" y="76026"/>
                  <a:pt x="26091" y="77622"/>
                </a:cubicBezTo>
                <a:cubicBezTo>
                  <a:pt x="28523" y="79219"/>
                  <a:pt x="29832" y="81969"/>
                  <a:pt x="30019" y="85873"/>
                </a:cubicBezTo>
                <a:cubicBezTo>
                  <a:pt x="30019" y="90485"/>
                  <a:pt x="28335" y="94388"/>
                  <a:pt x="24969" y="97582"/>
                </a:cubicBezTo>
                <a:cubicBezTo>
                  <a:pt x="21602" y="100776"/>
                  <a:pt x="18704" y="102373"/>
                  <a:pt x="16272" y="102373"/>
                </a:cubicBezTo>
                <a:cubicBezTo>
                  <a:pt x="15898" y="102550"/>
                  <a:pt x="15618" y="102639"/>
                  <a:pt x="15430" y="102639"/>
                </a:cubicBezTo>
                <a:cubicBezTo>
                  <a:pt x="15243" y="102639"/>
                  <a:pt x="15149" y="102816"/>
                  <a:pt x="15149" y="103171"/>
                </a:cubicBezTo>
                <a:cubicBezTo>
                  <a:pt x="15336" y="103704"/>
                  <a:pt x="16085" y="104413"/>
                  <a:pt x="17394" y="105300"/>
                </a:cubicBezTo>
                <a:cubicBezTo>
                  <a:pt x="18704" y="106187"/>
                  <a:pt x="21602" y="107341"/>
                  <a:pt x="26091" y="108760"/>
                </a:cubicBezTo>
                <a:cubicBezTo>
                  <a:pt x="30581" y="110179"/>
                  <a:pt x="35723" y="110800"/>
                  <a:pt x="41522" y="110623"/>
                </a:cubicBezTo>
                <a:cubicBezTo>
                  <a:pt x="48255" y="110623"/>
                  <a:pt x="54054" y="109647"/>
                  <a:pt x="58916" y="107695"/>
                </a:cubicBezTo>
                <a:cubicBezTo>
                  <a:pt x="63780" y="105744"/>
                  <a:pt x="67333" y="103260"/>
                  <a:pt x="69577" y="100244"/>
                </a:cubicBezTo>
                <a:cubicBezTo>
                  <a:pt x="71822" y="97227"/>
                  <a:pt x="73412" y="94477"/>
                  <a:pt x="74347" y="91993"/>
                </a:cubicBezTo>
                <a:cubicBezTo>
                  <a:pt x="75283" y="89510"/>
                  <a:pt x="75750" y="87292"/>
                  <a:pt x="75750" y="85340"/>
                </a:cubicBezTo>
                <a:cubicBezTo>
                  <a:pt x="75750" y="80372"/>
                  <a:pt x="73786" y="76646"/>
                  <a:pt x="69859" y="74162"/>
                </a:cubicBezTo>
                <a:cubicBezTo>
                  <a:pt x="65931" y="71679"/>
                  <a:pt x="61442" y="70171"/>
                  <a:pt x="56392" y="69638"/>
                </a:cubicBezTo>
                <a:cubicBezTo>
                  <a:pt x="51341" y="69106"/>
                  <a:pt x="45824" y="67776"/>
                  <a:pt x="39838" y="65646"/>
                </a:cubicBezTo>
                <a:cubicBezTo>
                  <a:pt x="33854" y="63517"/>
                  <a:pt x="29458" y="60412"/>
                  <a:pt x="26653" y="56331"/>
                </a:cubicBezTo>
                <a:cubicBezTo>
                  <a:pt x="23473" y="51896"/>
                  <a:pt x="21884" y="46751"/>
                  <a:pt x="21884" y="408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11" name="pdf-path-19">
            <a:extLst xmlns:a="http://schemas.openxmlformats.org/drawingml/2006/main">
              <a:ext uri="{FF2B5EF4-FFF2-40B4-BE49-F238E27FC236}">
                <a16:creationId xmlns:a16="http://schemas.microsoft.com/office/drawing/2014/main" id="{3F08E0AC-45BD-4741-BD92-153864B7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110" y="4775948"/>
            <a:ext cx="46018" cy="97277"/>
          </a:xfrm>
          <a:custGeom xmlns:a="http://schemas.openxmlformats.org/drawingml/2006/main">
            <a:pathLst>
              <a:path w="46018" h="97277">
                <a:moveTo>
                  <a:pt x="9719" y="97277"/>
                </a:moveTo>
                <a:cubicBezTo>
                  <a:pt x="8926" y="97277"/>
                  <a:pt x="7140" y="96901"/>
                  <a:pt x="4364" y="96148"/>
                </a:cubicBezTo>
                <a:cubicBezTo>
                  <a:pt x="1587" y="95396"/>
                  <a:pt x="133" y="94643"/>
                  <a:pt x="0" y="93890"/>
                </a:cubicBezTo>
                <a:cubicBezTo>
                  <a:pt x="0" y="93012"/>
                  <a:pt x="3636" y="78461"/>
                  <a:pt x="10910" y="50238"/>
                </a:cubicBezTo>
                <a:cubicBezTo>
                  <a:pt x="18183" y="22014"/>
                  <a:pt x="22215" y="7276"/>
                  <a:pt x="23009" y="6021"/>
                </a:cubicBezTo>
                <a:cubicBezTo>
                  <a:pt x="24993" y="2007"/>
                  <a:pt x="28431" y="0"/>
                  <a:pt x="33324" y="0"/>
                </a:cubicBezTo>
                <a:cubicBezTo>
                  <a:pt x="35968" y="0"/>
                  <a:pt x="38745" y="941"/>
                  <a:pt x="41654" y="2823"/>
                </a:cubicBezTo>
                <a:cubicBezTo>
                  <a:pt x="44564" y="4704"/>
                  <a:pt x="46018" y="7463"/>
                  <a:pt x="46018" y="11102"/>
                </a:cubicBezTo>
                <a:cubicBezTo>
                  <a:pt x="46018" y="11728"/>
                  <a:pt x="45886" y="12670"/>
                  <a:pt x="45622" y="13924"/>
                </a:cubicBezTo>
                <a:cubicBezTo>
                  <a:pt x="45489" y="14802"/>
                  <a:pt x="39737" y="28788"/>
                  <a:pt x="28365" y="55883"/>
                </a:cubicBezTo>
                <a:cubicBezTo>
                  <a:pt x="16992" y="82977"/>
                  <a:pt x="11107" y="96650"/>
                  <a:pt x="10711" y="96901"/>
                </a:cubicBezTo>
                <a:cubicBezTo>
                  <a:pt x="10314" y="97152"/>
                  <a:pt x="9983" y="97277"/>
                  <a:pt x="9719" y="972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2" name="pdf-path-21">
            <a:extLst xmlns:a="http://schemas.openxmlformats.org/drawingml/2006/main">
              <a:ext uri="{FF2B5EF4-FFF2-40B4-BE49-F238E27FC236}">
                <a16:creationId xmlns:a16="http://schemas.microsoft.com/office/drawing/2014/main" id="{7885C5E6-FFD3-4DD3-AFDB-B0842725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1927" y="4939178"/>
            <a:ext cx="61688" cy="119856"/>
          </a:xfrm>
          <a:custGeom xmlns:a="http://schemas.openxmlformats.org/drawingml/2006/main">
            <a:pathLst>
              <a:path w="61688" h="119856">
                <a:moveTo>
                  <a:pt x="1388" y="45346"/>
                </a:moveTo>
                <a:cubicBezTo>
                  <a:pt x="463" y="44468"/>
                  <a:pt x="0" y="43841"/>
                  <a:pt x="0" y="43464"/>
                </a:cubicBezTo>
                <a:cubicBezTo>
                  <a:pt x="0" y="42962"/>
                  <a:pt x="199" y="41959"/>
                  <a:pt x="595" y="40454"/>
                </a:cubicBezTo>
                <a:cubicBezTo>
                  <a:pt x="992" y="38949"/>
                  <a:pt x="1323" y="38071"/>
                  <a:pt x="1587" y="37820"/>
                </a:cubicBezTo>
                <a:cubicBezTo>
                  <a:pt x="1852" y="37192"/>
                  <a:pt x="2446" y="36879"/>
                  <a:pt x="3372" y="36879"/>
                </a:cubicBezTo>
                <a:cubicBezTo>
                  <a:pt x="4299" y="36879"/>
                  <a:pt x="7670" y="36816"/>
                  <a:pt x="13489" y="36691"/>
                </a:cubicBezTo>
                <a:lnTo>
                  <a:pt x="24001" y="36691"/>
                </a:lnTo>
                <a:lnTo>
                  <a:pt x="27770" y="21638"/>
                </a:lnTo>
                <a:cubicBezTo>
                  <a:pt x="28167" y="20259"/>
                  <a:pt x="28630" y="18440"/>
                  <a:pt x="29159" y="16182"/>
                </a:cubicBezTo>
                <a:cubicBezTo>
                  <a:pt x="29688" y="13924"/>
                  <a:pt x="30150" y="12293"/>
                  <a:pt x="30547" y="11289"/>
                </a:cubicBezTo>
                <a:cubicBezTo>
                  <a:pt x="30943" y="10286"/>
                  <a:pt x="31340" y="9032"/>
                  <a:pt x="31736" y="7526"/>
                </a:cubicBezTo>
                <a:cubicBezTo>
                  <a:pt x="32134" y="6021"/>
                  <a:pt x="32663" y="4955"/>
                  <a:pt x="33324" y="4328"/>
                </a:cubicBezTo>
                <a:cubicBezTo>
                  <a:pt x="33985" y="3701"/>
                  <a:pt x="34647" y="2948"/>
                  <a:pt x="35307" y="2070"/>
                </a:cubicBezTo>
                <a:cubicBezTo>
                  <a:pt x="35969" y="1192"/>
                  <a:pt x="36894" y="627"/>
                  <a:pt x="38085" y="377"/>
                </a:cubicBezTo>
                <a:cubicBezTo>
                  <a:pt x="39274" y="126"/>
                  <a:pt x="40465" y="0"/>
                  <a:pt x="41654" y="0"/>
                </a:cubicBezTo>
                <a:cubicBezTo>
                  <a:pt x="44035" y="126"/>
                  <a:pt x="45688" y="816"/>
                  <a:pt x="46613" y="2070"/>
                </a:cubicBezTo>
                <a:cubicBezTo>
                  <a:pt x="47539" y="3324"/>
                  <a:pt x="48002" y="4516"/>
                  <a:pt x="48002" y="5645"/>
                </a:cubicBezTo>
                <a:cubicBezTo>
                  <a:pt x="48002" y="6523"/>
                  <a:pt x="47406" y="9471"/>
                  <a:pt x="46217" y="14488"/>
                </a:cubicBezTo>
                <a:cubicBezTo>
                  <a:pt x="45026" y="19506"/>
                  <a:pt x="43704" y="24461"/>
                  <a:pt x="42250" y="29353"/>
                </a:cubicBezTo>
                <a:lnTo>
                  <a:pt x="40266" y="36315"/>
                </a:lnTo>
                <a:cubicBezTo>
                  <a:pt x="40266" y="36565"/>
                  <a:pt x="43572" y="36691"/>
                  <a:pt x="50184" y="36691"/>
                </a:cubicBezTo>
                <a:lnTo>
                  <a:pt x="60300" y="36691"/>
                </a:lnTo>
                <a:cubicBezTo>
                  <a:pt x="61225" y="37569"/>
                  <a:pt x="61688" y="38259"/>
                  <a:pt x="61688" y="38760"/>
                </a:cubicBezTo>
                <a:cubicBezTo>
                  <a:pt x="61688" y="41520"/>
                  <a:pt x="60829" y="43715"/>
                  <a:pt x="59110" y="45346"/>
                </a:cubicBezTo>
                <a:lnTo>
                  <a:pt x="37886" y="45346"/>
                </a:lnTo>
                <a:lnTo>
                  <a:pt x="30746" y="72629"/>
                </a:lnTo>
                <a:cubicBezTo>
                  <a:pt x="25588" y="92699"/>
                  <a:pt x="23009" y="103487"/>
                  <a:pt x="23009" y="104992"/>
                </a:cubicBezTo>
                <a:cubicBezTo>
                  <a:pt x="23009" y="110260"/>
                  <a:pt x="24795" y="112894"/>
                  <a:pt x="28365" y="112894"/>
                </a:cubicBezTo>
                <a:cubicBezTo>
                  <a:pt x="32993" y="112894"/>
                  <a:pt x="37490" y="110762"/>
                  <a:pt x="41853" y="106497"/>
                </a:cubicBezTo>
                <a:cubicBezTo>
                  <a:pt x="46217" y="102232"/>
                  <a:pt x="49721" y="96964"/>
                  <a:pt x="52365" y="90692"/>
                </a:cubicBezTo>
                <a:cubicBezTo>
                  <a:pt x="52631" y="89939"/>
                  <a:pt x="52961" y="89500"/>
                  <a:pt x="53357" y="89375"/>
                </a:cubicBezTo>
                <a:cubicBezTo>
                  <a:pt x="53754" y="89249"/>
                  <a:pt x="54745" y="89124"/>
                  <a:pt x="56333" y="88999"/>
                </a:cubicBezTo>
                <a:lnTo>
                  <a:pt x="57127" y="88999"/>
                </a:lnTo>
                <a:cubicBezTo>
                  <a:pt x="59110" y="88999"/>
                  <a:pt x="60102" y="89500"/>
                  <a:pt x="60102" y="90504"/>
                </a:cubicBezTo>
                <a:cubicBezTo>
                  <a:pt x="60102" y="90880"/>
                  <a:pt x="59903" y="91633"/>
                  <a:pt x="59507" y="92762"/>
                </a:cubicBezTo>
                <a:cubicBezTo>
                  <a:pt x="58845" y="94769"/>
                  <a:pt x="57656" y="97152"/>
                  <a:pt x="55936" y="99911"/>
                </a:cubicBezTo>
                <a:cubicBezTo>
                  <a:pt x="54218" y="102671"/>
                  <a:pt x="51969" y="105619"/>
                  <a:pt x="49192" y="108755"/>
                </a:cubicBezTo>
                <a:cubicBezTo>
                  <a:pt x="46415" y="111891"/>
                  <a:pt x="43043" y="114525"/>
                  <a:pt x="39076" y="116657"/>
                </a:cubicBezTo>
                <a:cubicBezTo>
                  <a:pt x="35109" y="118790"/>
                  <a:pt x="31076" y="119856"/>
                  <a:pt x="26976" y="119856"/>
                </a:cubicBezTo>
                <a:cubicBezTo>
                  <a:pt x="23009" y="119856"/>
                  <a:pt x="19241" y="118915"/>
                  <a:pt x="15670" y="117034"/>
                </a:cubicBezTo>
                <a:cubicBezTo>
                  <a:pt x="12100" y="115152"/>
                  <a:pt x="9522" y="111891"/>
                  <a:pt x="7934" y="107250"/>
                </a:cubicBezTo>
                <a:cubicBezTo>
                  <a:pt x="7670" y="106246"/>
                  <a:pt x="7538" y="104553"/>
                  <a:pt x="7538" y="102169"/>
                </a:cubicBezTo>
                <a:lnTo>
                  <a:pt x="7538" y="98782"/>
                </a:lnTo>
                <a:lnTo>
                  <a:pt x="14481" y="72440"/>
                </a:lnTo>
                <a:cubicBezTo>
                  <a:pt x="19108" y="54754"/>
                  <a:pt x="21488" y="45848"/>
                  <a:pt x="21621" y="45722"/>
                </a:cubicBezTo>
                <a:cubicBezTo>
                  <a:pt x="21621" y="45472"/>
                  <a:pt x="18249" y="45346"/>
                  <a:pt x="11505" y="45346"/>
                </a:cubicBezTo>
                <a:lnTo>
                  <a:pt x="1388" y="453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3" name="pdf-path-23">
            <a:extLst xmlns:a="http://schemas.openxmlformats.org/drawingml/2006/main">
              <a:ext uri="{FF2B5EF4-FFF2-40B4-BE49-F238E27FC236}">
                <a16:creationId xmlns:a16="http://schemas.microsoft.com/office/drawing/2014/main" id="{108B7815-D95D-4605-B5D5-17D43A9E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7832" y="614110"/>
            <a:ext cx="1132461" cy="755036"/>
          </a:xfrm>
          <a:custGeom xmlns:a="http://schemas.openxmlformats.org/drawingml/2006/main">
            <a:pathLst>
              <a:path w="1132461" h="755036">
                <a:moveTo>
                  <a:pt x="113191" y="0"/>
                </a:moveTo>
                <a:lnTo>
                  <a:pt x="1019273" y="0"/>
                </a:lnTo>
                <a:cubicBezTo>
                  <a:pt x="1026705" y="0"/>
                  <a:pt x="1034065" y="725"/>
                  <a:pt x="1041354" y="2175"/>
                </a:cubicBezTo>
                <a:cubicBezTo>
                  <a:pt x="1048642" y="3625"/>
                  <a:pt x="1055720" y="5772"/>
                  <a:pt x="1062587" y="8616"/>
                </a:cubicBezTo>
                <a:cubicBezTo>
                  <a:pt x="1069453" y="11460"/>
                  <a:pt x="1075976" y="14947"/>
                  <a:pt x="1082155" y="19076"/>
                </a:cubicBezTo>
                <a:cubicBezTo>
                  <a:pt x="1088335" y="23205"/>
                  <a:pt x="1094053" y="27897"/>
                  <a:pt x="1099308" y="33152"/>
                </a:cubicBezTo>
                <a:cubicBezTo>
                  <a:pt x="1104564" y="38408"/>
                  <a:pt x="1109256" y="44125"/>
                  <a:pt x="1113384" y="50304"/>
                </a:cubicBezTo>
                <a:cubicBezTo>
                  <a:pt x="1117514" y="56484"/>
                  <a:pt x="1121001" y="63007"/>
                  <a:pt x="1123845" y="69873"/>
                </a:cubicBezTo>
                <a:cubicBezTo>
                  <a:pt x="1126689" y="76740"/>
                  <a:pt x="1128838" y="83818"/>
                  <a:pt x="1130288" y="91107"/>
                </a:cubicBezTo>
                <a:cubicBezTo>
                  <a:pt x="1131737" y="98396"/>
                  <a:pt x="1132461" y="105757"/>
                  <a:pt x="1132461" y="113189"/>
                </a:cubicBezTo>
                <a:lnTo>
                  <a:pt x="1132461" y="641847"/>
                </a:lnTo>
                <a:cubicBezTo>
                  <a:pt x="1132461" y="649279"/>
                  <a:pt x="1131736" y="656640"/>
                  <a:pt x="1130287" y="663929"/>
                </a:cubicBezTo>
                <a:cubicBezTo>
                  <a:pt x="1128837" y="671218"/>
                  <a:pt x="1126688" y="678296"/>
                  <a:pt x="1123844" y="685163"/>
                </a:cubicBezTo>
                <a:cubicBezTo>
                  <a:pt x="1121000" y="692029"/>
                  <a:pt x="1117513" y="698552"/>
                  <a:pt x="1113383" y="704731"/>
                </a:cubicBezTo>
                <a:cubicBezTo>
                  <a:pt x="1109256" y="710911"/>
                  <a:pt x="1104564" y="716628"/>
                  <a:pt x="1099308" y="721884"/>
                </a:cubicBezTo>
                <a:cubicBezTo>
                  <a:pt x="1094053" y="727139"/>
                  <a:pt x="1088335" y="731831"/>
                  <a:pt x="1082155" y="735960"/>
                </a:cubicBezTo>
                <a:cubicBezTo>
                  <a:pt x="1075976" y="740089"/>
                  <a:pt x="1069452" y="743576"/>
                  <a:pt x="1062585" y="746420"/>
                </a:cubicBezTo>
                <a:cubicBezTo>
                  <a:pt x="1055719" y="749264"/>
                  <a:pt x="1048641" y="751411"/>
                  <a:pt x="1041353" y="752861"/>
                </a:cubicBezTo>
                <a:cubicBezTo>
                  <a:pt x="1034064" y="754311"/>
                  <a:pt x="1026705" y="755036"/>
                  <a:pt x="1019273" y="755036"/>
                </a:cubicBezTo>
                <a:lnTo>
                  <a:pt x="113191" y="755036"/>
                </a:lnTo>
                <a:cubicBezTo>
                  <a:pt x="105759" y="755036"/>
                  <a:pt x="98397" y="754311"/>
                  <a:pt x="91107" y="752861"/>
                </a:cubicBezTo>
                <a:cubicBezTo>
                  <a:pt x="83818" y="751411"/>
                  <a:pt x="76740" y="749264"/>
                  <a:pt x="69874" y="746420"/>
                </a:cubicBezTo>
                <a:cubicBezTo>
                  <a:pt x="63007" y="743576"/>
                  <a:pt x="56484" y="740089"/>
                  <a:pt x="50304" y="735960"/>
                </a:cubicBezTo>
                <a:cubicBezTo>
                  <a:pt x="44125" y="731831"/>
                  <a:pt x="38408" y="727139"/>
                  <a:pt x="33154" y="721884"/>
                </a:cubicBezTo>
                <a:cubicBezTo>
                  <a:pt x="27898" y="716628"/>
                  <a:pt x="23206" y="710911"/>
                  <a:pt x="19077" y="704731"/>
                </a:cubicBezTo>
                <a:cubicBezTo>
                  <a:pt x="14948" y="698552"/>
                  <a:pt x="11461" y="692029"/>
                  <a:pt x="8617" y="685163"/>
                </a:cubicBezTo>
                <a:cubicBezTo>
                  <a:pt x="5772" y="678296"/>
                  <a:pt x="3624" y="671218"/>
                  <a:pt x="2174" y="663929"/>
                </a:cubicBezTo>
                <a:cubicBezTo>
                  <a:pt x="724" y="656640"/>
                  <a:pt x="0" y="649279"/>
                  <a:pt x="1" y="641847"/>
                </a:cubicBezTo>
                <a:lnTo>
                  <a:pt x="1" y="113189"/>
                </a:lnTo>
                <a:cubicBezTo>
                  <a:pt x="0" y="105757"/>
                  <a:pt x="724" y="98396"/>
                  <a:pt x="2174" y="91107"/>
                </a:cubicBezTo>
                <a:cubicBezTo>
                  <a:pt x="3624" y="83818"/>
                  <a:pt x="5772" y="76740"/>
                  <a:pt x="8617" y="69873"/>
                </a:cubicBezTo>
                <a:cubicBezTo>
                  <a:pt x="11461" y="63007"/>
                  <a:pt x="14948" y="56484"/>
                  <a:pt x="19077" y="50304"/>
                </a:cubicBezTo>
                <a:cubicBezTo>
                  <a:pt x="23206" y="44125"/>
                  <a:pt x="27898" y="38408"/>
                  <a:pt x="33154" y="33152"/>
                </a:cubicBezTo>
                <a:cubicBezTo>
                  <a:pt x="38408" y="27897"/>
                  <a:pt x="44125" y="23205"/>
                  <a:pt x="50304" y="19076"/>
                </a:cubicBezTo>
                <a:cubicBezTo>
                  <a:pt x="56484" y="14947"/>
                  <a:pt x="63007" y="11460"/>
                  <a:pt x="69874" y="8616"/>
                </a:cubicBezTo>
                <a:cubicBezTo>
                  <a:pt x="76740" y="5772"/>
                  <a:pt x="83818" y="3625"/>
                  <a:pt x="91107" y="2175"/>
                </a:cubicBezTo>
                <a:cubicBezTo>
                  <a:pt x="98397" y="725"/>
                  <a:pt x="105759" y="0"/>
                  <a:pt x="11319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14" name="pdf-path-25">
            <a:extLst xmlns:a="http://schemas.openxmlformats.org/drawingml/2006/main">
              <a:ext uri="{FF2B5EF4-FFF2-40B4-BE49-F238E27FC236}">
                <a16:creationId xmlns:a16="http://schemas.microsoft.com/office/drawing/2014/main" id="{6C924628-2473-406B-8B1A-BF67F2E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1577" y="953199"/>
            <a:ext cx="90344" cy="116795"/>
          </a:xfrm>
          <a:custGeom xmlns:a="http://schemas.openxmlformats.org/drawingml/2006/main">
            <a:pathLst>
              <a:path w="90344" h="116795">
                <a:moveTo>
                  <a:pt x="49399" y="116795"/>
                </a:moveTo>
                <a:cubicBezTo>
                  <a:pt x="35662" y="116795"/>
                  <a:pt x="24039" y="112215"/>
                  <a:pt x="14529" y="103055"/>
                </a:cubicBezTo>
                <a:cubicBezTo>
                  <a:pt x="5019" y="93894"/>
                  <a:pt x="176" y="82180"/>
                  <a:pt x="0" y="67910"/>
                </a:cubicBezTo>
                <a:cubicBezTo>
                  <a:pt x="0" y="52408"/>
                  <a:pt x="4138" y="39372"/>
                  <a:pt x="12416" y="28803"/>
                </a:cubicBezTo>
                <a:cubicBezTo>
                  <a:pt x="18404" y="20875"/>
                  <a:pt x="25976" y="14357"/>
                  <a:pt x="35134" y="9249"/>
                </a:cubicBezTo>
                <a:cubicBezTo>
                  <a:pt x="44291" y="4140"/>
                  <a:pt x="54330" y="1145"/>
                  <a:pt x="65250" y="264"/>
                </a:cubicBezTo>
                <a:cubicBezTo>
                  <a:pt x="65601" y="88"/>
                  <a:pt x="69299" y="0"/>
                  <a:pt x="76344" y="0"/>
                </a:cubicBezTo>
                <a:lnTo>
                  <a:pt x="86382" y="0"/>
                </a:lnTo>
                <a:cubicBezTo>
                  <a:pt x="89024" y="881"/>
                  <a:pt x="90344" y="2643"/>
                  <a:pt x="90344" y="5285"/>
                </a:cubicBezTo>
                <a:cubicBezTo>
                  <a:pt x="90344" y="9865"/>
                  <a:pt x="86734" y="12155"/>
                  <a:pt x="79514" y="12155"/>
                </a:cubicBezTo>
                <a:lnTo>
                  <a:pt x="75287" y="12155"/>
                </a:lnTo>
                <a:lnTo>
                  <a:pt x="71853" y="12155"/>
                </a:lnTo>
                <a:cubicBezTo>
                  <a:pt x="50543" y="12155"/>
                  <a:pt x="36631" y="21668"/>
                  <a:pt x="30114" y="40693"/>
                </a:cubicBezTo>
                <a:lnTo>
                  <a:pt x="29059" y="43864"/>
                </a:lnTo>
                <a:lnTo>
                  <a:pt x="75815" y="43864"/>
                </a:lnTo>
                <a:cubicBezTo>
                  <a:pt x="78105" y="45450"/>
                  <a:pt x="79250" y="47123"/>
                  <a:pt x="79250" y="48885"/>
                </a:cubicBezTo>
                <a:cubicBezTo>
                  <a:pt x="79250" y="52056"/>
                  <a:pt x="77488" y="54434"/>
                  <a:pt x="73966" y="56020"/>
                </a:cubicBezTo>
                <a:lnTo>
                  <a:pt x="25888" y="56020"/>
                </a:lnTo>
                <a:lnTo>
                  <a:pt x="25888" y="56548"/>
                </a:lnTo>
                <a:cubicBezTo>
                  <a:pt x="24128" y="61833"/>
                  <a:pt x="23246" y="68351"/>
                  <a:pt x="23246" y="76102"/>
                </a:cubicBezTo>
                <a:cubicBezTo>
                  <a:pt x="23246" y="87729"/>
                  <a:pt x="26065" y="95744"/>
                  <a:pt x="31700" y="100148"/>
                </a:cubicBezTo>
                <a:cubicBezTo>
                  <a:pt x="37335" y="104552"/>
                  <a:pt x="43587" y="106842"/>
                  <a:pt x="50455" y="107018"/>
                </a:cubicBezTo>
                <a:cubicBezTo>
                  <a:pt x="55211" y="107018"/>
                  <a:pt x="59878" y="106138"/>
                  <a:pt x="64457" y="104376"/>
                </a:cubicBezTo>
                <a:cubicBezTo>
                  <a:pt x="69035" y="102614"/>
                  <a:pt x="72734" y="100764"/>
                  <a:pt x="75551" y="98827"/>
                </a:cubicBezTo>
                <a:cubicBezTo>
                  <a:pt x="78370" y="96889"/>
                  <a:pt x="79866" y="95920"/>
                  <a:pt x="80043" y="95920"/>
                </a:cubicBezTo>
                <a:cubicBezTo>
                  <a:pt x="81275" y="95920"/>
                  <a:pt x="82244" y="96801"/>
                  <a:pt x="82948" y="98563"/>
                </a:cubicBezTo>
                <a:cubicBezTo>
                  <a:pt x="83653" y="100324"/>
                  <a:pt x="84004" y="101998"/>
                  <a:pt x="84004" y="103583"/>
                </a:cubicBezTo>
                <a:cubicBezTo>
                  <a:pt x="84004" y="104112"/>
                  <a:pt x="83917" y="104464"/>
                  <a:pt x="83740" y="104640"/>
                </a:cubicBezTo>
                <a:cubicBezTo>
                  <a:pt x="83212" y="105345"/>
                  <a:pt x="81451" y="106578"/>
                  <a:pt x="78457" y="108340"/>
                </a:cubicBezTo>
                <a:cubicBezTo>
                  <a:pt x="75463" y="110101"/>
                  <a:pt x="71236" y="111951"/>
                  <a:pt x="65777" y="113889"/>
                </a:cubicBezTo>
                <a:cubicBezTo>
                  <a:pt x="60317" y="115826"/>
                  <a:pt x="54858" y="116795"/>
                  <a:pt x="49399" y="116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15" name="pdf-path-27">
            <a:extLst xmlns:a="http://schemas.openxmlformats.org/drawingml/2006/main">
              <a:ext uri="{FF2B5EF4-FFF2-40B4-BE49-F238E27FC236}">
                <a16:creationId xmlns:a16="http://schemas.microsoft.com/office/drawing/2014/main" id="{B5D819A3-8661-4352-9380-501D7AD6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0526" y="1026205"/>
            <a:ext cx="103468" cy="82574"/>
          </a:xfrm>
          <a:custGeom xmlns:a="http://schemas.openxmlformats.org/drawingml/2006/main">
            <a:pathLst>
              <a:path w="103468" h="82574">
                <a:moveTo>
                  <a:pt x="21105" y="82574"/>
                </a:moveTo>
                <a:cubicBezTo>
                  <a:pt x="16871" y="82574"/>
                  <a:pt x="14755" y="80519"/>
                  <a:pt x="14755" y="76409"/>
                </a:cubicBezTo>
                <a:lnTo>
                  <a:pt x="14755" y="74354"/>
                </a:lnTo>
                <a:lnTo>
                  <a:pt x="17183" y="69123"/>
                </a:lnTo>
                <a:cubicBezTo>
                  <a:pt x="26520" y="49445"/>
                  <a:pt x="33306" y="32444"/>
                  <a:pt x="37540" y="18122"/>
                </a:cubicBezTo>
                <a:lnTo>
                  <a:pt x="39034" y="13638"/>
                </a:lnTo>
                <a:lnTo>
                  <a:pt x="33057" y="13638"/>
                </a:lnTo>
                <a:cubicBezTo>
                  <a:pt x="28326" y="13638"/>
                  <a:pt x="24965" y="13824"/>
                  <a:pt x="22972" y="14198"/>
                </a:cubicBezTo>
                <a:cubicBezTo>
                  <a:pt x="20980" y="14572"/>
                  <a:pt x="18552" y="15755"/>
                  <a:pt x="15689" y="17748"/>
                </a:cubicBezTo>
                <a:cubicBezTo>
                  <a:pt x="14319" y="18620"/>
                  <a:pt x="12949" y="19741"/>
                  <a:pt x="11580" y="21111"/>
                </a:cubicBezTo>
                <a:cubicBezTo>
                  <a:pt x="10210" y="22481"/>
                  <a:pt x="9027" y="23788"/>
                  <a:pt x="8031" y="25034"/>
                </a:cubicBezTo>
                <a:cubicBezTo>
                  <a:pt x="7034" y="26279"/>
                  <a:pt x="6474" y="27027"/>
                  <a:pt x="6350" y="27276"/>
                </a:cubicBezTo>
                <a:cubicBezTo>
                  <a:pt x="6101" y="27400"/>
                  <a:pt x="5167" y="27462"/>
                  <a:pt x="3549" y="27462"/>
                </a:cubicBezTo>
                <a:cubicBezTo>
                  <a:pt x="1182" y="27462"/>
                  <a:pt x="0" y="26840"/>
                  <a:pt x="0" y="25594"/>
                </a:cubicBezTo>
                <a:cubicBezTo>
                  <a:pt x="0" y="24847"/>
                  <a:pt x="1182" y="22668"/>
                  <a:pt x="3549" y="19056"/>
                </a:cubicBezTo>
                <a:cubicBezTo>
                  <a:pt x="5914" y="15444"/>
                  <a:pt x="9338" y="11583"/>
                  <a:pt x="13820" y="7473"/>
                </a:cubicBezTo>
                <a:cubicBezTo>
                  <a:pt x="18302" y="3363"/>
                  <a:pt x="22723" y="996"/>
                  <a:pt x="27081" y="374"/>
                </a:cubicBezTo>
                <a:cubicBezTo>
                  <a:pt x="27953" y="124"/>
                  <a:pt x="41960" y="0"/>
                  <a:pt x="69103" y="0"/>
                </a:cubicBezTo>
                <a:cubicBezTo>
                  <a:pt x="89025" y="0"/>
                  <a:pt x="99235" y="62"/>
                  <a:pt x="99732" y="187"/>
                </a:cubicBezTo>
                <a:cubicBezTo>
                  <a:pt x="102223" y="1059"/>
                  <a:pt x="103468" y="2802"/>
                  <a:pt x="103468" y="5418"/>
                </a:cubicBezTo>
                <a:cubicBezTo>
                  <a:pt x="103468" y="9279"/>
                  <a:pt x="101476" y="11894"/>
                  <a:pt x="97492" y="13264"/>
                </a:cubicBezTo>
                <a:cubicBezTo>
                  <a:pt x="96744" y="13513"/>
                  <a:pt x="92449" y="13638"/>
                  <a:pt x="84605" y="13638"/>
                </a:cubicBezTo>
                <a:lnTo>
                  <a:pt x="72651" y="13638"/>
                </a:lnTo>
                <a:lnTo>
                  <a:pt x="72091" y="16814"/>
                </a:lnTo>
                <a:cubicBezTo>
                  <a:pt x="70597" y="25781"/>
                  <a:pt x="69850" y="33192"/>
                  <a:pt x="69850" y="39045"/>
                </a:cubicBezTo>
                <a:cubicBezTo>
                  <a:pt x="69850" y="45522"/>
                  <a:pt x="70411" y="51313"/>
                  <a:pt x="71532" y="56420"/>
                </a:cubicBezTo>
                <a:cubicBezTo>
                  <a:pt x="72651" y="61526"/>
                  <a:pt x="73835" y="65511"/>
                  <a:pt x="75079" y="68376"/>
                </a:cubicBezTo>
                <a:cubicBezTo>
                  <a:pt x="76324" y="71240"/>
                  <a:pt x="76948" y="72984"/>
                  <a:pt x="76948" y="73607"/>
                </a:cubicBezTo>
                <a:cubicBezTo>
                  <a:pt x="76948" y="75724"/>
                  <a:pt x="76076" y="77717"/>
                  <a:pt x="74333" y="79585"/>
                </a:cubicBezTo>
                <a:cubicBezTo>
                  <a:pt x="72590" y="81453"/>
                  <a:pt x="70348" y="82387"/>
                  <a:pt x="67609" y="82387"/>
                </a:cubicBezTo>
                <a:cubicBezTo>
                  <a:pt x="66239" y="82387"/>
                  <a:pt x="65119" y="82201"/>
                  <a:pt x="64247" y="81827"/>
                </a:cubicBezTo>
                <a:cubicBezTo>
                  <a:pt x="63375" y="81453"/>
                  <a:pt x="62380" y="79959"/>
                  <a:pt x="61259" y="77343"/>
                </a:cubicBezTo>
                <a:cubicBezTo>
                  <a:pt x="60138" y="74728"/>
                  <a:pt x="59143" y="70991"/>
                  <a:pt x="58271" y="66134"/>
                </a:cubicBezTo>
                <a:cubicBezTo>
                  <a:pt x="58146" y="65013"/>
                  <a:pt x="58084" y="62273"/>
                  <a:pt x="58084" y="57914"/>
                </a:cubicBezTo>
                <a:cubicBezTo>
                  <a:pt x="58084" y="51811"/>
                  <a:pt x="58644" y="45273"/>
                  <a:pt x="59765" y="38298"/>
                </a:cubicBezTo>
                <a:cubicBezTo>
                  <a:pt x="60886" y="31323"/>
                  <a:pt x="62006" y="25594"/>
                  <a:pt x="63126" y="21111"/>
                </a:cubicBezTo>
                <a:cubicBezTo>
                  <a:pt x="64247" y="16627"/>
                  <a:pt x="64869" y="14136"/>
                  <a:pt x="64995" y="13638"/>
                </a:cubicBezTo>
                <a:lnTo>
                  <a:pt x="46691" y="13638"/>
                </a:lnTo>
                <a:lnTo>
                  <a:pt x="46504" y="14385"/>
                </a:lnTo>
                <a:cubicBezTo>
                  <a:pt x="46504" y="14759"/>
                  <a:pt x="45322" y="19678"/>
                  <a:pt x="42956" y="29144"/>
                </a:cubicBezTo>
                <a:cubicBezTo>
                  <a:pt x="40591" y="38609"/>
                  <a:pt x="37913" y="48635"/>
                  <a:pt x="34925" y="59222"/>
                </a:cubicBezTo>
                <a:cubicBezTo>
                  <a:pt x="31936" y="69808"/>
                  <a:pt x="30007" y="75849"/>
                  <a:pt x="29135" y="77343"/>
                </a:cubicBezTo>
                <a:cubicBezTo>
                  <a:pt x="27766" y="80831"/>
                  <a:pt x="25089" y="82574"/>
                  <a:pt x="21105" y="825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6" name="pdf-path-29">
            <a:extLst xmlns:a="http://schemas.openxmlformats.org/drawingml/2006/main">
              <a:ext uri="{FF2B5EF4-FFF2-40B4-BE49-F238E27FC236}">
                <a16:creationId xmlns:a16="http://schemas.microsoft.com/office/drawing/2014/main" id="{C6F5E565-00F1-46C4-9449-A2948740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1505" y="868906"/>
            <a:ext cx="63136" cy="264243"/>
          </a:xfrm>
          <a:custGeom xmlns:a="http://schemas.openxmlformats.org/drawingml/2006/main">
            <a:pathLst>
              <a:path w="63136" h="264243">
                <a:moveTo>
                  <a:pt x="0" y="132121"/>
                </a:moveTo>
                <a:cubicBezTo>
                  <a:pt x="0" y="119966"/>
                  <a:pt x="880" y="108428"/>
                  <a:pt x="2641" y="97506"/>
                </a:cubicBezTo>
                <a:cubicBezTo>
                  <a:pt x="4402" y="86583"/>
                  <a:pt x="6428" y="77159"/>
                  <a:pt x="8717" y="69232"/>
                </a:cubicBezTo>
                <a:cubicBezTo>
                  <a:pt x="11006" y="61304"/>
                  <a:pt x="14264" y="53553"/>
                  <a:pt x="18491" y="45978"/>
                </a:cubicBezTo>
                <a:cubicBezTo>
                  <a:pt x="22717" y="38403"/>
                  <a:pt x="26064" y="32502"/>
                  <a:pt x="28530" y="28274"/>
                </a:cubicBezTo>
                <a:cubicBezTo>
                  <a:pt x="30995" y="24046"/>
                  <a:pt x="34693" y="19466"/>
                  <a:pt x="39624" y="14533"/>
                </a:cubicBezTo>
                <a:cubicBezTo>
                  <a:pt x="44555" y="9601"/>
                  <a:pt x="47461" y="6606"/>
                  <a:pt x="48342" y="5549"/>
                </a:cubicBezTo>
                <a:cubicBezTo>
                  <a:pt x="49223" y="4492"/>
                  <a:pt x="51424" y="2642"/>
                  <a:pt x="54945" y="0"/>
                </a:cubicBezTo>
                <a:lnTo>
                  <a:pt x="58380" y="0"/>
                </a:lnTo>
                <a:lnTo>
                  <a:pt x="59437" y="0"/>
                </a:lnTo>
                <a:cubicBezTo>
                  <a:pt x="61902" y="0"/>
                  <a:pt x="63136" y="793"/>
                  <a:pt x="63136" y="2378"/>
                </a:cubicBezTo>
                <a:cubicBezTo>
                  <a:pt x="63136" y="2907"/>
                  <a:pt x="61638" y="4756"/>
                  <a:pt x="58644" y="7927"/>
                </a:cubicBezTo>
                <a:cubicBezTo>
                  <a:pt x="55650" y="11098"/>
                  <a:pt x="52040" y="15766"/>
                  <a:pt x="47813" y="21932"/>
                </a:cubicBezTo>
                <a:cubicBezTo>
                  <a:pt x="43587" y="28098"/>
                  <a:pt x="39272" y="35673"/>
                  <a:pt x="34869" y="44657"/>
                </a:cubicBezTo>
                <a:cubicBezTo>
                  <a:pt x="30467" y="53641"/>
                  <a:pt x="26768" y="65796"/>
                  <a:pt x="23774" y="81122"/>
                </a:cubicBezTo>
                <a:cubicBezTo>
                  <a:pt x="20780" y="96448"/>
                  <a:pt x="19284" y="113448"/>
                  <a:pt x="19284" y="132121"/>
                </a:cubicBezTo>
                <a:cubicBezTo>
                  <a:pt x="19284" y="150795"/>
                  <a:pt x="20780" y="167706"/>
                  <a:pt x="23774" y="182856"/>
                </a:cubicBezTo>
                <a:cubicBezTo>
                  <a:pt x="26768" y="198006"/>
                  <a:pt x="30378" y="210249"/>
                  <a:pt x="34605" y="219586"/>
                </a:cubicBezTo>
                <a:cubicBezTo>
                  <a:pt x="38831" y="228922"/>
                  <a:pt x="43146" y="236497"/>
                  <a:pt x="47549" y="242311"/>
                </a:cubicBezTo>
                <a:cubicBezTo>
                  <a:pt x="51953" y="248124"/>
                  <a:pt x="55650" y="252792"/>
                  <a:pt x="58644" y="256315"/>
                </a:cubicBezTo>
                <a:cubicBezTo>
                  <a:pt x="61638" y="259839"/>
                  <a:pt x="63136" y="261688"/>
                  <a:pt x="63136" y="261865"/>
                </a:cubicBezTo>
                <a:cubicBezTo>
                  <a:pt x="63136" y="263450"/>
                  <a:pt x="61815" y="264243"/>
                  <a:pt x="59173" y="264243"/>
                </a:cubicBezTo>
                <a:lnTo>
                  <a:pt x="58380" y="264243"/>
                </a:lnTo>
                <a:lnTo>
                  <a:pt x="54945" y="264243"/>
                </a:lnTo>
                <a:lnTo>
                  <a:pt x="47549" y="257901"/>
                </a:lnTo>
                <a:cubicBezTo>
                  <a:pt x="30995" y="242927"/>
                  <a:pt x="18931" y="224254"/>
                  <a:pt x="11359" y="201882"/>
                </a:cubicBezTo>
                <a:cubicBezTo>
                  <a:pt x="3786" y="179509"/>
                  <a:pt x="0" y="156256"/>
                  <a:pt x="0" y="1321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17" name="pdf-path-31">
            <a:extLst xmlns:a="http://schemas.openxmlformats.org/drawingml/2006/main">
              <a:ext uri="{FF2B5EF4-FFF2-40B4-BE49-F238E27FC236}">
                <a16:creationId xmlns:a16="http://schemas.microsoft.com/office/drawing/2014/main" id="{AB4F0FE5-ECF0-4021-A929-F6918FC5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3434" y="950116"/>
            <a:ext cx="96685" cy="119614"/>
          </a:xfrm>
          <a:custGeom xmlns:a="http://schemas.openxmlformats.org/drawingml/2006/main">
            <a:pathLst>
              <a:path w="96685" h="119614">
                <a:moveTo>
                  <a:pt x="20606" y="40605"/>
                </a:moveTo>
                <a:cubicBezTo>
                  <a:pt x="20606" y="34968"/>
                  <a:pt x="22015" y="29243"/>
                  <a:pt x="24832" y="23430"/>
                </a:cubicBezTo>
                <a:cubicBezTo>
                  <a:pt x="27649" y="17616"/>
                  <a:pt x="32581" y="12243"/>
                  <a:pt x="39625" y="7311"/>
                </a:cubicBezTo>
                <a:cubicBezTo>
                  <a:pt x="46670" y="2378"/>
                  <a:pt x="55212" y="0"/>
                  <a:pt x="65250" y="176"/>
                </a:cubicBezTo>
                <a:cubicBezTo>
                  <a:pt x="76169" y="176"/>
                  <a:pt x="84094" y="2554"/>
                  <a:pt x="89025" y="7311"/>
                </a:cubicBezTo>
                <a:cubicBezTo>
                  <a:pt x="93956" y="12067"/>
                  <a:pt x="96509" y="17352"/>
                  <a:pt x="96685" y="23165"/>
                </a:cubicBezTo>
                <a:cubicBezTo>
                  <a:pt x="96685" y="28803"/>
                  <a:pt x="95188" y="32942"/>
                  <a:pt x="92194" y="35585"/>
                </a:cubicBezTo>
                <a:cubicBezTo>
                  <a:pt x="89200" y="38227"/>
                  <a:pt x="85854" y="39637"/>
                  <a:pt x="82157" y="39813"/>
                </a:cubicBezTo>
                <a:cubicBezTo>
                  <a:pt x="79867" y="39813"/>
                  <a:pt x="77753" y="39108"/>
                  <a:pt x="75816" y="37699"/>
                </a:cubicBezTo>
                <a:cubicBezTo>
                  <a:pt x="73879" y="36289"/>
                  <a:pt x="72822" y="33999"/>
                  <a:pt x="72647" y="30828"/>
                </a:cubicBezTo>
                <a:cubicBezTo>
                  <a:pt x="72647" y="28010"/>
                  <a:pt x="73439" y="25543"/>
                  <a:pt x="75023" y="23430"/>
                </a:cubicBezTo>
                <a:cubicBezTo>
                  <a:pt x="76609" y="21316"/>
                  <a:pt x="78106" y="19730"/>
                  <a:pt x="79515" y="18673"/>
                </a:cubicBezTo>
                <a:cubicBezTo>
                  <a:pt x="80923" y="17616"/>
                  <a:pt x="82068" y="17088"/>
                  <a:pt x="82948" y="17088"/>
                </a:cubicBezTo>
                <a:cubicBezTo>
                  <a:pt x="83125" y="17088"/>
                  <a:pt x="83212" y="17000"/>
                  <a:pt x="83212" y="16824"/>
                </a:cubicBezTo>
                <a:cubicBezTo>
                  <a:pt x="83212" y="16295"/>
                  <a:pt x="82596" y="15502"/>
                  <a:pt x="81364" y="14445"/>
                </a:cubicBezTo>
                <a:cubicBezTo>
                  <a:pt x="80131" y="13388"/>
                  <a:pt x="77930" y="12420"/>
                  <a:pt x="74759" y="11539"/>
                </a:cubicBezTo>
                <a:cubicBezTo>
                  <a:pt x="71590" y="10658"/>
                  <a:pt x="68155" y="10129"/>
                  <a:pt x="64457" y="9953"/>
                </a:cubicBezTo>
                <a:cubicBezTo>
                  <a:pt x="56004" y="9953"/>
                  <a:pt x="49840" y="12243"/>
                  <a:pt x="45966" y="16824"/>
                </a:cubicBezTo>
                <a:cubicBezTo>
                  <a:pt x="42090" y="21404"/>
                  <a:pt x="40066" y="26072"/>
                  <a:pt x="39889" y="30828"/>
                </a:cubicBezTo>
                <a:cubicBezTo>
                  <a:pt x="39889" y="35232"/>
                  <a:pt x="41563" y="38315"/>
                  <a:pt x="44909" y="40077"/>
                </a:cubicBezTo>
                <a:cubicBezTo>
                  <a:pt x="48255" y="41839"/>
                  <a:pt x="53098" y="43336"/>
                  <a:pt x="59438" y="44569"/>
                </a:cubicBezTo>
                <a:cubicBezTo>
                  <a:pt x="65777" y="45802"/>
                  <a:pt x="70357" y="47124"/>
                  <a:pt x="73175" y="48533"/>
                </a:cubicBezTo>
                <a:cubicBezTo>
                  <a:pt x="84798" y="53641"/>
                  <a:pt x="90610" y="62097"/>
                  <a:pt x="90610" y="73900"/>
                </a:cubicBezTo>
                <a:cubicBezTo>
                  <a:pt x="90610" y="78833"/>
                  <a:pt x="89641" y="83765"/>
                  <a:pt x="87704" y="88698"/>
                </a:cubicBezTo>
                <a:cubicBezTo>
                  <a:pt x="85767" y="93630"/>
                  <a:pt x="82861" y="98563"/>
                  <a:pt x="78986" y="103495"/>
                </a:cubicBezTo>
                <a:cubicBezTo>
                  <a:pt x="75112" y="108428"/>
                  <a:pt x="69564" y="112303"/>
                  <a:pt x="62344" y="115122"/>
                </a:cubicBezTo>
                <a:cubicBezTo>
                  <a:pt x="55123" y="117940"/>
                  <a:pt x="46846" y="119438"/>
                  <a:pt x="37512" y="119614"/>
                </a:cubicBezTo>
                <a:cubicBezTo>
                  <a:pt x="23952" y="119614"/>
                  <a:pt x="14354" y="117060"/>
                  <a:pt x="8718" y="111951"/>
                </a:cubicBezTo>
                <a:cubicBezTo>
                  <a:pt x="3082" y="106842"/>
                  <a:pt x="177" y="100853"/>
                  <a:pt x="0" y="93983"/>
                </a:cubicBezTo>
                <a:cubicBezTo>
                  <a:pt x="0" y="87112"/>
                  <a:pt x="1850" y="82180"/>
                  <a:pt x="5548" y="79185"/>
                </a:cubicBezTo>
                <a:cubicBezTo>
                  <a:pt x="9246" y="76190"/>
                  <a:pt x="13121" y="74693"/>
                  <a:pt x="17171" y="74693"/>
                </a:cubicBezTo>
                <a:cubicBezTo>
                  <a:pt x="19813" y="74693"/>
                  <a:pt x="22279" y="75486"/>
                  <a:pt x="24568" y="77071"/>
                </a:cubicBezTo>
                <a:cubicBezTo>
                  <a:pt x="26858" y="78657"/>
                  <a:pt x="28090" y="81387"/>
                  <a:pt x="28267" y="85263"/>
                </a:cubicBezTo>
                <a:cubicBezTo>
                  <a:pt x="28267" y="89843"/>
                  <a:pt x="26681" y="93718"/>
                  <a:pt x="23511" y="96889"/>
                </a:cubicBezTo>
                <a:cubicBezTo>
                  <a:pt x="20342" y="100060"/>
                  <a:pt x="17612" y="101646"/>
                  <a:pt x="15322" y="101646"/>
                </a:cubicBezTo>
                <a:cubicBezTo>
                  <a:pt x="14970" y="101822"/>
                  <a:pt x="14706" y="101910"/>
                  <a:pt x="14529" y="101910"/>
                </a:cubicBezTo>
                <a:cubicBezTo>
                  <a:pt x="14354" y="101910"/>
                  <a:pt x="14265" y="102086"/>
                  <a:pt x="14265" y="102438"/>
                </a:cubicBezTo>
                <a:cubicBezTo>
                  <a:pt x="14442" y="102967"/>
                  <a:pt x="15146" y="103671"/>
                  <a:pt x="16379" y="104552"/>
                </a:cubicBezTo>
                <a:cubicBezTo>
                  <a:pt x="17612" y="105433"/>
                  <a:pt x="20342" y="106578"/>
                  <a:pt x="24568" y="107987"/>
                </a:cubicBezTo>
                <a:cubicBezTo>
                  <a:pt x="28795" y="109397"/>
                  <a:pt x="33637" y="110013"/>
                  <a:pt x="39098" y="109837"/>
                </a:cubicBezTo>
                <a:cubicBezTo>
                  <a:pt x="45437" y="109837"/>
                  <a:pt x="50897" y="108868"/>
                  <a:pt x="55476" y="106930"/>
                </a:cubicBezTo>
                <a:cubicBezTo>
                  <a:pt x="60054" y="104993"/>
                  <a:pt x="63401" y="102526"/>
                  <a:pt x="65513" y="99532"/>
                </a:cubicBezTo>
                <a:cubicBezTo>
                  <a:pt x="67627" y="96537"/>
                  <a:pt x="69124" y="93806"/>
                  <a:pt x="70005" y="91340"/>
                </a:cubicBezTo>
                <a:cubicBezTo>
                  <a:pt x="70885" y="88874"/>
                  <a:pt x="71326" y="86672"/>
                  <a:pt x="71326" y="84734"/>
                </a:cubicBezTo>
                <a:cubicBezTo>
                  <a:pt x="71326" y="79802"/>
                  <a:pt x="69476" y="76102"/>
                  <a:pt x="65777" y="73636"/>
                </a:cubicBezTo>
                <a:cubicBezTo>
                  <a:pt x="62080" y="71169"/>
                  <a:pt x="57853" y="69672"/>
                  <a:pt x="53098" y="69144"/>
                </a:cubicBezTo>
                <a:cubicBezTo>
                  <a:pt x="48342" y="68615"/>
                  <a:pt x="43147" y="67294"/>
                  <a:pt x="37512" y="65180"/>
                </a:cubicBezTo>
                <a:cubicBezTo>
                  <a:pt x="31877" y="63066"/>
                  <a:pt x="27738" y="59983"/>
                  <a:pt x="25096" y="55931"/>
                </a:cubicBezTo>
                <a:cubicBezTo>
                  <a:pt x="22102" y="51527"/>
                  <a:pt x="20606" y="46419"/>
                  <a:pt x="20606" y="406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18" name="pdf-path-33">
            <a:extLst xmlns:a="http://schemas.openxmlformats.org/drawingml/2006/main">
              <a:ext uri="{FF2B5EF4-FFF2-40B4-BE49-F238E27FC236}">
                <a16:creationId xmlns:a16="http://schemas.microsoft.com/office/drawing/2014/main" id="{57C97CB6-BC1A-4BD0-9F06-9101AE1C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5593" y="989775"/>
            <a:ext cx="58084" cy="119004"/>
          </a:xfrm>
          <a:custGeom xmlns:a="http://schemas.openxmlformats.org/drawingml/2006/main">
            <a:pathLst>
              <a:path w="58084" h="119004">
                <a:moveTo>
                  <a:pt x="1307" y="45024"/>
                </a:moveTo>
                <a:cubicBezTo>
                  <a:pt x="436" y="44152"/>
                  <a:pt x="0" y="43529"/>
                  <a:pt x="0" y="43156"/>
                </a:cubicBezTo>
                <a:cubicBezTo>
                  <a:pt x="0" y="42657"/>
                  <a:pt x="187" y="41661"/>
                  <a:pt x="560" y="40166"/>
                </a:cubicBezTo>
                <a:cubicBezTo>
                  <a:pt x="934" y="38672"/>
                  <a:pt x="1245" y="37800"/>
                  <a:pt x="1494" y="37551"/>
                </a:cubicBezTo>
                <a:cubicBezTo>
                  <a:pt x="1743" y="36928"/>
                  <a:pt x="2303" y="36617"/>
                  <a:pt x="3175" y="36617"/>
                </a:cubicBezTo>
                <a:cubicBezTo>
                  <a:pt x="4046" y="36617"/>
                  <a:pt x="7222" y="36554"/>
                  <a:pt x="12700" y="36430"/>
                </a:cubicBezTo>
                <a:lnTo>
                  <a:pt x="22599" y="36430"/>
                </a:lnTo>
                <a:lnTo>
                  <a:pt x="26147" y="21484"/>
                </a:lnTo>
                <a:cubicBezTo>
                  <a:pt x="26520" y="20114"/>
                  <a:pt x="26956" y="18308"/>
                  <a:pt x="27454" y="16067"/>
                </a:cubicBezTo>
                <a:cubicBezTo>
                  <a:pt x="27953" y="13825"/>
                  <a:pt x="28388" y="12206"/>
                  <a:pt x="28762" y="11209"/>
                </a:cubicBezTo>
                <a:cubicBezTo>
                  <a:pt x="29135" y="10213"/>
                  <a:pt x="29509" y="8967"/>
                  <a:pt x="29882" y="7473"/>
                </a:cubicBezTo>
                <a:cubicBezTo>
                  <a:pt x="30256" y="5978"/>
                  <a:pt x="30754" y="4920"/>
                  <a:pt x="31376" y="4297"/>
                </a:cubicBezTo>
                <a:cubicBezTo>
                  <a:pt x="31999" y="3674"/>
                  <a:pt x="32621" y="2927"/>
                  <a:pt x="33244" y="2055"/>
                </a:cubicBezTo>
                <a:cubicBezTo>
                  <a:pt x="33867" y="1183"/>
                  <a:pt x="34739" y="623"/>
                  <a:pt x="35859" y="374"/>
                </a:cubicBezTo>
                <a:cubicBezTo>
                  <a:pt x="36979" y="125"/>
                  <a:pt x="38100" y="0"/>
                  <a:pt x="39221" y="0"/>
                </a:cubicBezTo>
                <a:cubicBezTo>
                  <a:pt x="41461" y="125"/>
                  <a:pt x="43018" y="810"/>
                  <a:pt x="43890" y="2055"/>
                </a:cubicBezTo>
                <a:cubicBezTo>
                  <a:pt x="44761" y="3301"/>
                  <a:pt x="45197" y="4484"/>
                  <a:pt x="45197" y="5605"/>
                </a:cubicBezTo>
                <a:cubicBezTo>
                  <a:pt x="45197" y="6477"/>
                  <a:pt x="44637" y="9403"/>
                  <a:pt x="43516" y="14385"/>
                </a:cubicBezTo>
                <a:cubicBezTo>
                  <a:pt x="42396" y="19367"/>
                  <a:pt x="41151" y="24287"/>
                  <a:pt x="39781" y="29144"/>
                </a:cubicBezTo>
                <a:lnTo>
                  <a:pt x="37913" y="36056"/>
                </a:lnTo>
                <a:cubicBezTo>
                  <a:pt x="37913" y="36305"/>
                  <a:pt x="41027" y="36430"/>
                  <a:pt x="47252" y="36430"/>
                </a:cubicBezTo>
                <a:lnTo>
                  <a:pt x="56777" y="36430"/>
                </a:lnTo>
                <a:cubicBezTo>
                  <a:pt x="57648" y="37302"/>
                  <a:pt x="58084" y="37987"/>
                  <a:pt x="58084" y="38485"/>
                </a:cubicBezTo>
                <a:cubicBezTo>
                  <a:pt x="58084" y="41225"/>
                  <a:pt x="57274" y="43405"/>
                  <a:pt x="55656" y="45024"/>
                </a:cubicBezTo>
                <a:lnTo>
                  <a:pt x="35672" y="45024"/>
                </a:lnTo>
                <a:lnTo>
                  <a:pt x="28948" y="72112"/>
                </a:lnTo>
                <a:cubicBezTo>
                  <a:pt x="24093" y="92040"/>
                  <a:pt x="21665" y="102751"/>
                  <a:pt x="21665" y="104245"/>
                </a:cubicBezTo>
                <a:cubicBezTo>
                  <a:pt x="21665" y="109476"/>
                  <a:pt x="23345" y="112092"/>
                  <a:pt x="26708" y="112092"/>
                </a:cubicBezTo>
                <a:cubicBezTo>
                  <a:pt x="31066" y="112092"/>
                  <a:pt x="35299" y="109975"/>
                  <a:pt x="39407" y="105740"/>
                </a:cubicBezTo>
                <a:cubicBezTo>
                  <a:pt x="43516" y="101505"/>
                  <a:pt x="46816" y="96275"/>
                  <a:pt x="49306" y="90047"/>
                </a:cubicBezTo>
                <a:cubicBezTo>
                  <a:pt x="49555" y="89300"/>
                  <a:pt x="49867" y="88864"/>
                  <a:pt x="50240" y="88739"/>
                </a:cubicBezTo>
                <a:cubicBezTo>
                  <a:pt x="50613" y="88615"/>
                  <a:pt x="51547" y="88491"/>
                  <a:pt x="53041" y="88366"/>
                </a:cubicBezTo>
                <a:lnTo>
                  <a:pt x="53789" y="88366"/>
                </a:lnTo>
                <a:cubicBezTo>
                  <a:pt x="55656" y="88366"/>
                  <a:pt x="56590" y="88864"/>
                  <a:pt x="56590" y="89861"/>
                </a:cubicBezTo>
                <a:cubicBezTo>
                  <a:pt x="56590" y="90234"/>
                  <a:pt x="56404" y="90981"/>
                  <a:pt x="56029" y="92102"/>
                </a:cubicBezTo>
                <a:cubicBezTo>
                  <a:pt x="55407" y="94095"/>
                  <a:pt x="54286" y="96461"/>
                  <a:pt x="52668" y="99202"/>
                </a:cubicBezTo>
                <a:cubicBezTo>
                  <a:pt x="51049" y="101941"/>
                  <a:pt x="48933" y="104868"/>
                  <a:pt x="46318" y="107982"/>
                </a:cubicBezTo>
                <a:cubicBezTo>
                  <a:pt x="43703" y="111096"/>
                  <a:pt x="40528" y="113711"/>
                  <a:pt x="36793" y="115828"/>
                </a:cubicBezTo>
                <a:cubicBezTo>
                  <a:pt x="33057" y="117946"/>
                  <a:pt x="29260" y="119004"/>
                  <a:pt x="25400" y="119004"/>
                </a:cubicBezTo>
                <a:cubicBezTo>
                  <a:pt x="21665" y="119004"/>
                  <a:pt x="18116" y="118070"/>
                  <a:pt x="14755" y="116202"/>
                </a:cubicBezTo>
                <a:cubicBezTo>
                  <a:pt x="11392" y="114334"/>
                  <a:pt x="8965" y="111096"/>
                  <a:pt x="7470" y="106487"/>
                </a:cubicBezTo>
                <a:cubicBezTo>
                  <a:pt x="7222" y="105491"/>
                  <a:pt x="7097" y="103810"/>
                  <a:pt x="7097" y="101443"/>
                </a:cubicBezTo>
                <a:lnTo>
                  <a:pt x="7097" y="98080"/>
                </a:lnTo>
                <a:lnTo>
                  <a:pt x="13634" y="71926"/>
                </a:lnTo>
                <a:cubicBezTo>
                  <a:pt x="17992" y="54365"/>
                  <a:pt x="20232" y="45522"/>
                  <a:pt x="20357" y="45397"/>
                </a:cubicBezTo>
                <a:cubicBezTo>
                  <a:pt x="20357" y="45148"/>
                  <a:pt x="17183" y="45024"/>
                  <a:pt x="10832" y="45024"/>
                </a:cubicBezTo>
                <a:lnTo>
                  <a:pt x="1307" y="450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9" name="pdf-path-35">
            <a:extLst xmlns:a="http://schemas.openxmlformats.org/drawingml/2006/main">
              <a:ext uri="{FF2B5EF4-FFF2-40B4-BE49-F238E27FC236}">
                <a16:creationId xmlns:a16="http://schemas.microsoft.com/office/drawing/2014/main" id="{50F3D040-8FCD-46FC-8C04-9E3D877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3274" y="1035115"/>
            <a:ext cx="34870" cy="83413"/>
          </a:xfrm>
          <a:custGeom xmlns:a="http://schemas.openxmlformats.org/drawingml/2006/main">
            <a:pathLst>
              <a:path w="34870" h="83413">
                <a:moveTo>
                  <a:pt x="0" y="22725"/>
                </a:moveTo>
                <a:cubicBezTo>
                  <a:pt x="0" y="22725"/>
                  <a:pt x="0" y="20523"/>
                  <a:pt x="0" y="16119"/>
                </a:cubicBezTo>
                <a:cubicBezTo>
                  <a:pt x="0" y="11715"/>
                  <a:pt x="1409" y="7927"/>
                  <a:pt x="4228" y="4756"/>
                </a:cubicBezTo>
                <a:cubicBezTo>
                  <a:pt x="7045" y="1585"/>
                  <a:pt x="10831" y="0"/>
                  <a:pt x="15586" y="0"/>
                </a:cubicBezTo>
                <a:cubicBezTo>
                  <a:pt x="20517" y="0"/>
                  <a:pt x="24921" y="2202"/>
                  <a:pt x="28795" y="6606"/>
                </a:cubicBezTo>
                <a:cubicBezTo>
                  <a:pt x="32669" y="11010"/>
                  <a:pt x="34694" y="18761"/>
                  <a:pt x="34870" y="29860"/>
                </a:cubicBezTo>
                <a:cubicBezTo>
                  <a:pt x="34870" y="36025"/>
                  <a:pt x="34078" y="42015"/>
                  <a:pt x="32493" y="47828"/>
                </a:cubicBezTo>
                <a:cubicBezTo>
                  <a:pt x="30907" y="53641"/>
                  <a:pt x="29059" y="58662"/>
                  <a:pt x="26945" y="62890"/>
                </a:cubicBezTo>
                <a:cubicBezTo>
                  <a:pt x="24832" y="67118"/>
                  <a:pt x="22543" y="70729"/>
                  <a:pt x="20077" y="73724"/>
                </a:cubicBezTo>
                <a:cubicBezTo>
                  <a:pt x="17612" y="76719"/>
                  <a:pt x="15498" y="79097"/>
                  <a:pt x="13738" y="80858"/>
                </a:cubicBezTo>
                <a:cubicBezTo>
                  <a:pt x="11976" y="82620"/>
                  <a:pt x="10831" y="83413"/>
                  <a:pt x="10303" y="83236"/>
                </a:cubicBezTo>
                <a:cubicBezTo>
                  <a:pt x="9598" y="83236"/>
                  <a:pt x="8454" y="82444"/>
                  <a:pt x="6868" y="80858"/>
                </a:cubicBezTo>
                <a:cubicBezTo>
                  <a:pt x="5283" y="79273"/>
                  <a:pt x="4492" y="78128"/>
                  <a:pt x="4492" y="77423"/>
                </a:cubicBezTo>
                <a:cubicBezTo>
                  <a:pt x="4492" y="76719"/>
                  <a:pt x="5460" y="75309"/>
                  <a:pt x="7397" y="73195"/>
                </a:cubicBezTo>
                <a:cubicBezTo>
                  <a:pt x="9334" y="71081"/>
                  <a:pt x="11535" y="68439"/>
                  <a:pt x="14001" y="65268"/>
                </a:cubicBezTo>
                <a:cubicBezTo>
                  <a:pt x="16466" y="62097"/>
                  <a:pt x="18756" y="57693"/>
                  <a:pt x="20870" y="52056"/>
                </a:cubicBezTo>
                <a:cubicBezTo>
                  <a:pt x="22982" y="46419"/>
                  <a:pt x="24392" y="39989"/>
                  <a:pt x="25096" y="32766"/>
                </a:cubicBezTo>
                <a:lnTo>
                  <a:pt x="25096" y="29595"/>
                </a:lnTo>
                <a:lnTo>
                  <a:pt x="24832" y="29860"/>
                </a:lnTo>
                <a:cubicBezTo>
                  <a:pt x="24480" y="30036"/>
                  <a:pt x="24039" y="30212"/>
                  <a:pt x="23511" y="30388"/>
                </a:cubicBezTo>
                <a:cubicBezTo>
                  <a:pt x="22982" y="30564"/>
                  <a:pt x="22454" y="30828"/>
                  <a:pt x="21927" y="31181"/>
                </a:cubicBezTo>
                <a:cubicBezTo>
                  <a:pt x="21398" y="31533"/>
                  <a:pt x="20606" y="31709"/>
                  <a:pt x="19549" y="31709"/>
                </a:cubicBezTo>
                <a:cubicBezTo>
                  <a:pt x="18492" y="31709"/>
                  <a:pt x="17435" y="31797"/>
                  <a:pt x="16379" y="31973"/>
                </a:cubicBezTo>
                <a:cubicBezTo>
                  <a:pt x="11624" y="31973"/>
                  <a:pt x="7750" y="30476"/>
                  <a:pt x="4756" y="27481"/>
                </a:cubicBezTo>
                <a:lnTo>
                  <a:pt x="0" y="227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0" name="pdf-path-37">
            <a:extLst xmlns:a="http://schemas.openxmlformats.org/drawingml/2006/main">
              <a:ext uri="{FF2B5EF4-FFF2-40B4-BE49-F238E27FC236}">
                <a16:creationId xmlns:a16="http://schemas.microsoft.com/office/drawing/2014/main" id="{E80912C9-1EC1-48B9-B27A-6FA3A57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5163" y="901672"/>
            <a:ext cx="82155" cy="168323"/>
          </a:xfrm>
          <a:custGeom xmlns:a="http://schemas.openxmlformats.org/drawingml/2006/main">
            <a:pathLst>
              <a:path w="82155" h="168323">
                <a:moveTo>
                  <a:pt x="1849" y="63682"/>
                </a:moveTo>
                <a:cubicBezTo>
                  <a:pt x="616" y="62449"/>
                  <a:pt x="0" y="61569"/>
                  <a:pt x="0" y="61040"/>
                </a:cubicBezTo>
                <a:cubicBezTo>
                  <a:pt x="0" y="60336"/>
                  <a:pt x="264" y="58926"/>
                  <a:pt x="792" y="56812"/>
                </a:cubicBezTo>
                <a:cubicBezTo>
                  <a:pt x="1321" y="54698"/>
                  <a:pt x="1760" y="53465"/>
                  <a:pt x="2113" y="53113"/>
                </a:cubicBezTo>
                <a:cubicBezTo>
                  <a:pt x="2465" y="52232"/>
                  <a:pt x="3258" y="51792"/>
                  <a:pt x="4490" y="51792"/>
                </a:cubicBezTo>
                <a:cubicBezTo>
                  <a:pt x="5723" y="51792"/>
                  <a:pt x="10214" y="51704"/>
                  <a:pt x="17963" y="51527"/>
                </a:cubicBezTo>
                <a:lnTo>
                  <a:pt x="31964" y="51527"/>
                </a:lnTo>
                <a:lnTo>
                  <a:pt x="36983" y="30388"/>
                </a:lnTo>
                <a:cubicBezTo>
                  <a:pt x="37512" y="28450"/>
                  <a:pt x="38128" y="25896"/>
                  <a:pt x="38833" y="22725"/>
                </a:cubicBezTo>
                <a:cubicBezTo>
                  <a:pt x="39537" y="19554"/>
                  <a:pt x="40153" y="17264"/>
                  <a:pt x="40681" y="15855"/>
                </a:cubicBezTo>
                <a:cubicBezTo>
                  <a:pt x="41209" y="14445"/>
                  <a:pt x="41738" y="12684"/>
                  <a:pt x="42266" y="10570"/>
                </a:cubicBezTo>
                <a:cubicBezTo>
                  <a:pt x="42795" y="8456"/>
                  <a:pt x="43499" y="6958"/>
                  <a:pt x="44380" y="6078"/>
                </a:cubicBezTo>
                <a:cubicBezTo>
                  <a:pt x="45260" y="5197"/>
                  <a:pt x="46140" y="4140"/>
                  <a:pt x="47022" y="2907"/>
                </a:cubicBezTo>
                <a:cubicBezTo>
                  <a:pt x="47902" y="1673"/>
                  <a:pt x="49134" y="881"/>
                  <a:pt x="50720" y="528"/>
                </a:cubicBezTo>
                <a:cubicBezTo>
                  <a:pt x="52305" y="176"/>
                  <a:pt x="53890" y="0"/>
                  <a:pt x="55475" y="0"/>
                </a:cubicBezTo>
                <a:cubicBezTo>
                  <a:pt x="58644" y="176"/>
                  <a:pt x="60846" y="1145"/>
                  <a:pt x="62079" y="2907"/>
                </a:cubicBezTo>
                <a:cubicBezTo>
                  <a:pt x="63311" y="4668"/>
                  <a:pt x="63927" y="6342"/>
                  <a:pt x="63927" y="7927"/>
                </a:cubicBezTo>
                <a:cubicBezTo>
                  <a:pt x="63927" y="9160"/>
                  <a:pt x="63136" y="13300"/>
                  <a:pt x="61551" y="20347"/>
                </a:cubicBezTo>
                <a:cubicBezTo>
                  <a:pt x="59965" y="27393"/>
                  <a:pt x="58205" y="34352"/>
                  <a:pt x="56267" y="41222"/>
                </a:cubicBezTo>
                <a:lnTo>
                  <a:pt x="53626" y="50999"/>
                </a:lnTo>
                <a:cubicBezTo>
                  <a:pt x="53626" y="51351"/>
                  <a:pt x="58028" y="51527"/>
                  <a:pt x="66834" y="51527"/>
                </a:cubicBezTo>
                <a:lnTo>
                  <a:pt x="80307" y="51527"/>
                </a:lnTo>
                <a:cubicBezTo>
                  <a:pt x="81539" y="52760"/>
                  <a:pt x="82155" y="53730"/>
                  <a:pt x="82155" y="54434"/>
                </a:cubicBezTo>
                <a:cubicBezTo>
                  <a:pt x="82155" y="58310"/>
                  <a:pt x="81010" y="61392"/>
                  <a:pt x="78721" y="63682"/>
                </a:cubicBezTo>
                <a:lnTo>
                  <a:pt x="50455" y="63682"/>
                </a:lnTo>
                <a:lnTo>
                  <a:pt x="40945" y="101998"/>
                </a:lnTo>
                <a:cubicBezTo>
                  <a:pt x="34077" y="130184"/>
                  <a:pt x="30643" y="145334"/>
                  <a:pt x="30643" y="147448"/>
                </a:cubicBezTo>
                <a:cubicBezTo>
                  <a:pt x="30643" y="154846"/>
                  <a:pt x="33020" y="158546"/>
                  <a:pt x="37776" y="158546"/>
                </a:cubicBezTo>
                <a:cubicBezTo>
                  <a:pt x="43939" y="158546"/>
                  <a:pt x="49927" y="155551"/>
                  <a:pt x="55738" y="149562"/>
                </a:cubicBezTo>
                <a:cubicBezTo>
                  <a:pt x="61551" y="143572"/>
                  <a:pt x="66217" y="136173"/>
                  <a:pt x="69740" y="127365"/>
                </a:cubicBezTo>
                <a:cubicBezTo>
                  <a:pt x="70092" y="126308"/>
                  <a:pt x="70532" y="125691"/>
                  <a:pt x="71061" y="125515"/>
                </a:cubicBezTo>
                <a:cubicBezTo>
                  <a:pt x="71589" y="125339"/>
                  <a:pt x="72910" y="125163"/>
                  <a:pt x="75023" y="124987"/>
                </a:cubicBezTo>
                <a:lnTo>
                  <a:pt x="76079" y="124987"/>
                </a:lnTo>
                <a:cubicBezTo>
                  <a:pt x="78721" y="124987"/>
                  <a:pt x="80042" y="125691"/>
                  <a:pt x="80042" y="127101"/>
                </a:cubicBezTo>
                <a:cubicBezTo>
                  <a:pt x="80042" y="127629"/>
                  <a:pt x="79778" y="128686"/>
                  <a:pt x="79250" y="130272"/>
                </a:cubicBezTo>
                <a:cubicBezTo>
                  <a:pt x="78368" y="133090"/>
                  <a:pt x="76784" y="136437"/>
                  <a:pt x="74494" y="140313"/>
                </a:cubicBezTo>
                <a:cubicBezTo>
                  <a:pt x="72205" y="144189"/>
                  <a:pt x="69211" y="148328"/>
                  <a:pt x="65513" y="152733"/>
                </a:cubicBezTo>
                <a:cubicBezTo>
                  <a:pt x="61815" y="157136"/>
                  <a:pt x="57323" y="160836"/>
                  <a:pt x="52041" y="163831"/>
                </a:cubicBezTo>
                <a:cubicBezTo>
                  <a:pt x="46758" y="166825"/>
                  <a:pt x="41386" y="168323"/>
                  <a:pt x="35927" y="168323"/>
                </a:cubicBezTo>
                <a:cubicBezTo>
                  <a:pt x="30643" y="168323"/>
                  <a:pt x="25624" y="167001"/>
                  <a:pt x="20868" y="164359"/>
                </a:cubicBezTo>
                <a:cubicBezTo>
                  <a:pt x="16114" y="161717"/>
                  <a:pt x="12679" y="157136"/>
                  <a:pt x="10567" y="150618"/>
                </a:cubicBezTo>
                <a:cubicBezTo>
                  <a:pt x="10214" y="149209"/>
                  <a:pt x="10038" y="146831"/>
                  <a:pt x="10038" y="143484"/>
                </a:cubicBezTo>
                <a:lnTo>
                  <a:pt x="10038" y="138728"/>
                </a:lnTo>
                <a:lnTo>
                  <a:pt x="19284" y="101734"/>
                </a:lnTo>
                <a:cubicBezTo>
                  <a:pt x="25447" y="76895"/>
                  <a:pt x="28618" y="64387"/>
                  <a:pt x="28794" y="64211"/>
                </a:cubicBezTo>
                <a:cubicBezTo>
                  <a:pt x="28794" y="63859"/>
                  <a:pt x="24303" y="63682"/>
                  <a:pt x="15321" y="63682"/>
                </a:cubicBezTo>
                <a:lnTo>
                  <a:pt x="1849" y="636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1" name="pdf-path-39">
            <a:extLst xmlns:a="http://schemas.openxmlformats.org/drawingml/2006/main">
              <a:ext uri="{FF2B5EF4-FFF2-40B4-BE49-F238E27FC236}">
                <a16:creationId xmlns:a16="http://schemas.microsoft.com/office/drawing/2014/main" id="{5753F41A-BF87-43F5-ABF6-90486705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035" y="868906"/>
            <a:ext cx="63136" cy="264243"/>
          </a:xfrm>
          <a:custGeom xmlns:a="http://schemas.openxmlformats.org/drawingml/2006/main">
            <a:pathLst>
              <a:path w="63136" h="264243">
                <a:moveTo>
                  <a:pt x="1321" y="264"/>
                </a:moveTo>
                <a:lnTo>
                  <a:pt x="2378" y="0"/>
                </a:lnTo>
                <a:cubicBezTo>
                  <a:pt x="3258" y="0"/>
                  <a:pt x="4138" y="0"/>
                  <a:pt x="5019" y="0"/>
                </a:cubicBezTo>
                <a:lnTo>
                  <a:pt x="8189" y="0"/>
                </a:lnTo>
                <a:lnTo>
                  <a:pt x="15585" y="6342"/>
                </a:lnTo>
                <a:cubicBezTo>
                  <a:pt x="32140" y="21316"/>
                  <a:pt x="44203" y="39989"/>
                  <a:pt x="51776" y="62361"/>
                </a:cubicBezTo>
                <a:cubicBezTo>
                  <a:pt x="59349" y="84734"/>
                  <a:pt x="63136" y="107987"/>
                  <a:pt x="63136" y="132121"/>
                </a:cubicBezTo>
                <a:cubicBezTo>
                  <a:pt x="63136" y="144101"/>
                  <a:pt x="62256" y="155639"/>
                  <a:pt x="60494" y="166737"/>
                </a:cubicBezTo>
                <a:cubicBezTo>
                  <a:pt x="58732" y="177835"/>
                  <a:pt x="56707" y="187260"/>
                  <a:pt x="54418" y="195011"/>
                </a:cubicBezTo>
                <a:cubicBezTo>
                  <a:pt x="52128" y="202762"/>
                  <a:pt x="48870" y="210513"/>
                  <a:pt x="44644" y="218265"/>
                </a:cubicBezTo>
                <a:cubicBezTo>
                  <a:pt x="40417" y="226016"/>
                  <a:pt x="37071" y="231917"/>
                  <a:pt x="34606" y="235969"/>
                </a:cubicBezTo>
                <a:cubicBezTo>
                  <a:pt x="32140" y="240021"/>
                  <a:pt x="28530" y="244513"/>
                  <a:pt x="23775" y="249445"/>
                </a:cubicBezTo>
                <a:cubicBezTo>
                  <a:pt x="19020" y="254378"/>
                  <a:pt x="16202" y="257284"/>
                  <a:pt x="15321" y="258165"/>
                </a:cubicBezTo>
                <a:cubicBezTo>
                  <a:pt x="14441" y="259046"/>
                  <a:pt x="12416" y="260720"/>
                  <a:pt x="9246" y="263186"/>
                </a:cubicBezTo>
                <a:cubicBezTo>
                  <a:pt x="8717" y="263714"/>
                  <a:pt x="8365" y="264067"/>
                  <a:pt x="8189" y="264243"/>
                </a:cubicBezTo>
                <a:lnTo>
                  <a:pt x="5019" y="264243"/>
                </a:lnTo>
                <a:cubicBezTo>
                  <a:pt x="3610" y="264243"/>
                  <a:pt x="2642" y="264243"/>
                  <a:pt x="2113" y="264243"/>
                </a:cubicBezTo>
                <a:cubicBezTo>
                  <a:pt x="1585" y="264243"/>
                  <a:pt x="1144" y="263979"/>
                  <a:pt x="792" y="263450"/>
                </a:cubicBezTo>
                <a:cubicBezTo>
                  <a:pt x="440" y="262921"/>
                  <a:pt x="176" y="262129"/>
                  <a:pt x="0" y="261072"/>
                </a:cubicBezTo>
                <a:cubicBezTo>
                  <a:pt x="176" y="260896"/>
                  <a:pt x="1144" y="259751"/>
                  <a:pt x="2906" y="257637"/>
                </a:cubicBezTo>
                <a:cubicBezTo>
                  <a:pt x="30203" y="229275"/>
                  <a:pt x="43852" y="187436"/>
                  <a:pt x="43852" y="132121"/>
                </a:cubicBezTo>
                <a:cubicBezTo>
                  <a:pt x="43852" y="76807"/>
                  <a:pt x="30203" y="34968"/>
                  <a:pt x="2906" y="6606"/>
                </a:cubicBezTo>
                <a:cubicBezTo>
                  <a:pt x="1144" y="4492"/>
                  <a:pt x="176" y="3347"/>
                  <a:pt x="0" y="3171"/>
                </a:cubicBezTo>
                <a:cubicBezTo>
                  <a:pt x="0" y="1762"/>
                  <a:pt x="440" y="793"/>
                  <a:pt x="1321" y="2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2" name="pdf-path-41">
            <a:extLst xmlns:a="http://schemas.openxmlformats.org/drawingml/2006/main">
              <a:ext uri="{FF2B5EF4-FFF2-40B4-BE49-F238E27FC236}">
                <a16:creationId xmlns:a16="http://schemas.microsoft.com/office/drawing/2014/main" id="{935893B7-711E-42B8-B2FE-917C76F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266" y="614110"/>
            <a:ext cx="1132460" cy="755036"/>
          </a:xfrm>
          <a:custGeom xmlns:a="http://schemas.openxmlformats.org/drawingml/2006/main">
            <a:pathLst>
              <a:path w="1132460" h="755036">
                <a:moveTo>
                  <a:pt x="113188" y="0"/>
                </a:moveTo>
                <a:lnTo>
                  <a:pt x="1019272" y="0"/>
                </a:lnTo>
                <a:cubicBezTo>
                  <a:pt x="1026702" y="0"/>
                  <a:pt x="1034065" y="725"/>
                  <a:pt x="1041353" y="2175"/>
                </a:cubicBezTo>
                <a:cubicBezTo>
                  <a:pt x="1048642" y="3625"/>
                  <a:pt x="1055718" y="5772"/>
                  <a:pt x="1062584" y="8616"/>
                </a:cubicBezTo>
                <a:cubicBezTo>
                  <a:pt x="1069450" y="11460"/>
                  <a:pt x="1075974" y="14947"/>
                  <a:pt x="1082154" y="19076"/>
                </a:cubicBezTo>
                <a:cubicBezTo>
                  <a:pt x="1088334" y="23205"/>
                  <a:pt x="1094051" y="27897"/>
                  <a:pt x="1099306" y="33152"/>
                </a:cubicBezTo>
                <a:cubicBezTo>
                  <a:pt x="1104562" y="38408"/>
                  <a:pt x="1109253" y="44125"/>
                  <a:pt x="1113382" y="50304"/>
                </a:cubicBezTo>
                <a:cubicBezTo>
                  <a:pt x="1117511" y="56484"/>
                  <a:pt x="1120997" y="63007"/>
                  <a:pt x="1123842" y="69873"/>
                </a:cubicBezTo>
                <a:cubicBezTo>
                  <a:pt x="1126686" y="76740"/>
                  <a:pt x="1128833" y="83818"/>
                  <a:pt x="1130283" y="91107"/>
                </a:cubicBezTo>
                <a:cubicBezTo>
                  <a:pt x="1131733" y="98396"/>
                  <a:pt x="1132459" y="105757"/>
                  <a:pt x="1132460" y="113189"/>
                </a:cubicBezTo>
                <a:lnTo>
                  <a:pt x="1132460" y="641847"/>
                </a:lnTo>
                <a:cubicBezTo>
                  <a:pt x="1132459" y="649279"/>
                  <a:pt x="1131733" y="656640"/>
                  <a:pt x="1130283" y="663929"/>
                </a:cubicBezTo>
                <a:cubicBezTo>
                  <a:pt x="1128833" y="671218"/>
                  <a:pt x="1126687" y="678296"/>
                  <a:pt x="1123843" y="685163"/>
                </a:cubicBezTo>
                <a:cubicBezTo>
                  <a:pt x="1120997" y="692029"/>
                  <a:pt x="1117511" y="698552"/>
                  <a:pt x="1113383" y="704731"/>
                </a:cubicBezTo>
                <a:cubicBezTo>
                  <a:pt x="1109253" y="710911"/>
                  <a:pt x="1104562" y="716628"/>
                  <a:pt x="1099306" y="721884"/>
                </a:cubicBezTo>
                <a:cubicBezTo>
                  <a:pt x="1094051" y="727139"/>
                  <a:pt x="1088332" y="731831"/>
                  <a:pt x="1082153" y="735960"/>
                </a:cubicBezTo>
                <a:cubicBezTo>
                  <a:pt x="1075973" y="740089"/>
                  <a:pt x="1069450" y="743576"/>
                  <a:pt x="1062584" y="746420"/>
                </a:cubicBezTo>
                <a:cubicBezTo>
                  <a:pt x="1055718" y="749264"/>
                  <a:pt x="1048642" y="751411"/>
                  <a:pt x="1041353" y="752861"/>
                </a:cubicBezTo>
                <a:cubicBezTo>
                  <a:pt x="1034065" y="754311"/>
                  <a:pt x="1026702" y="755036"/>
                  <a:pt x="1019272" y="755036"/>
                </a:cubicBezTo>
                <a:lnTo>
                  <a:pt x="113188" y="755036"/>
                </a:lnTo>
                <a:cubicBezTo>
                  <a:pt x="105756" y="755036"/>
                  <a:pt x="98395" y="754311"/>
                  <a:pt x="91106" y="752861"/>
                </a:cubicBezTo>
                <a:cubicBezTo>
                  <a:pt x="83816" y="751411"/>
                  <a:pt x="76737" y="749264"/>
                  <a:pt x="69871" y="746420"/>
                </a:cubicBezTo>
                <a:cubicBezTo>
                  <a:pt x="63005" y="743576"/>
                  <a:pt x="56483" y="740089"/>
                  <a:pt x="50303" y="735960"/>
                </a:cubicBezTo>
                <a:cubicBezTo>
                  <a:pt x="44123" y="731831"/>
                  <a:pt x="38406" y="727139"/>
                  <a:pt x="33150" y="721884"/>
                </a:cubicBezTo>
                <a:cubicBezTo>
                  <a:pt x="27895" y="716628"/>
                  <a:pt x="23203" y="710911"/>
                  <a:pt x="19074" y="704731"/>
                </a:cubicBezTo>
                <a:cubicBezTo>
                  <a:pt x="14946" y="698552"/>
                  <a:pt x="11459" y="692029"/>
                  <a:pt x="8615" y="685163"/>
                </a:cubicBezTo>
                <a:cubicBezTo>
                  <a:pt x="5771" y="678296"/>
                  <a:pt x="3624" y="671218"/>
                  <a:pt x="2174" y="663929"/>
                </a:cubicBezTo>
                <a:cubicBezTo>
                  <a:pt x="724" y="656640"/>
                  <a:pt x="0" y="649279"/>
                  <a:pt x="0" y="641847"/>
                </a:cubicBezTo>
                <a:lnTo>
                  <a:pt x="0" y="113189"/>
                </a:lnTo>
                <a:cubicBezTo>
                  <a:pt x="0" y="105757"/>
                  <a:pt x="724" y="98396"/>
                  <a:pt x="2174" y="91107"/>
                </a:cubicBezTo>
                <a:cubicBezTo>
                  <a:pt x="3624" y="83818"/>
                  <a:pt x="5771" y="76740"/>
                  <a:pt x="8615" y="69873"/>
                </a:cubicBezTo>
                <a:cubicBezTo>
                  <a:pt x="11459" y="63007"/>
                  <a:pt x="14946" y="56484"/>
                  <a:pt x="19073" y="50304"/>
                </a:cubicBezTo>
                <a:cubicBezTo>
                  <a:pt x="23203" y="44125"/>
                  <a:pt x="27895" y="38408"/>
                  <a:pt x="33150" y="33152"/>
                </a:cubicBezTo>
                <a:cubicBezTo>
                  <a:pt x="38406" y="27897"/>
                  <a:pt x="44124" y="23205"/>
                  <a:pt x="50304" y="19076"/>
                </a:cubicBezTo>
                <a:cubicBezTo>
                  <a:pt x="56484" y="14947"/>
                  <a:pt x="63005" y="11460"/>
                  <a:pt x="69871" y="8616"/>
                </a:cubicBezTo>
                <a:cubicBezTo>
                  <a:pt x="76737" y="5772"/>
                  <a:pt x="83816" y="3625"/>
                  <a:pt x="91106" y="2175"/>
                </a:cubicBezTo>
                <a:cubicBezTo>
                  <a:pt x="98395" y="725"/>
                  <a:pt x="105756" y="0"/>
                  <a:pt x="11318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2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F0C99D91-4FC0-4575-8E31-19EFA83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5169" y="953199"/>
            <a:ext cx="92614" cy="116795"/>
          </a:xfrm>
          <a:custGeom xmlns:a="http://schemas.openxmlformats.org/drawingml/2006/main">
            <a:pathLst>
              <a:path w="92614" h="116795">
                <a:moveTo>
                  <a:pt x="50640" y="116795"/>
                </a:moveTo>
                <a:cubicBezTo>
                  <a:pt x="36558" y="116795"/>
                  <a:pt x="24643" y="112215"/>
                  <a:pt x="14894" y="103055"/>
                </a:cubicBezTo>
                <a:cubicBezTo>
                  <a:pt x="5145" y="93894"/>
                  <a:pt x="180" y="82180"/>
                  <a:pt x="0" y="67910"/>
                </a:cubicBezTo>
                <a:cubicBezTo>
                  <a:pt x="0" y="52408"/>
                  <a:pt x="4243" y="39372"/>
                  <a:pt x="12727" y="28803"/>
                </a:cubicBezTo>
                <a:cubicBezTo>
                  <a:pt x="18866" y="20875"/>
                  <a:pt x="26629" y="14357"/>
                  <a:pt x="36016" y="9249"/>
                </a:cubicBezTo>
                <a:cubicBezTo>
                  <a:pt x="45404" y="4140"/>
                  <a:pt x="55694" y="1145"/>
                  <a:pt x="66888" y="264"/>
                </a:cubicBezTo>
                <a:cubicBezTo>
                  <a:pt x="67248" y="88"/>
                  <a:pt x="71040" y="0"/>
                  <a:pt x="78262" y="0"/>
                </a:cubicBezTo>
                <a:lnTo>
                  <a:pt x="88552" y="0"/>
                </a:lnTo>
                <a:cubicBezTo>
                  <a:pt x="91260" y="881"/>
                  <a:pt x="92614" y="2643"/>
                  <a:pt x="92614" y="5285"/>
                </a:cubicBezTo>
                <a:cubicBezTo>
                  <a:pt x="92614" y="9865"/>
                  <a:pt x="88913" y="12155"/>
                  <a:pt x="81511" y="12155"/>
                </a:cubicBezTo>
                <a:lnTo>
                  <a:pt x="77178" y="12155"/>
                </a:lnTo>
                <a:lnTo>
                  <a:pt x="73657" y="12155"/>
                </a:lnTo>
                <a:cubicBezTo>
                  <a:pt x="51813" y="12155"/>
                  <a:pt x="37551" y="21668"/>
                  <a:pt x="30871" y="40693"/>
                </a:cubicBezTo>
                <a:lnTo>
                  <a:pt x="29788" y="43864"/>
                </a:lnTo>
                <a:lnTo>
                  <a:pt x="77720" y="43864"/>
                </a:lnTo>
                <a:cubicBezTo>
                  <a:pt x="80066" y="45450"/>
                  <a:pt x="81240" y="47123"/>
                  <a:pt x="81240" y="48885"/>
                </a:cubicBezTo>
                <a:cubicBezTo>
                  <a:pt x="81240" y="52056"/>
                  <a:pt x="79435" y="54434"/>
                  <a:pt x="75824" y="56020"/>
                </a:cubicBezTo>
                <a:lnTo>
                  <a:pt x="26538" y="56020"/>
                </a:lnTo>
                <a:lnTo>
                  <a:pt x="26538" y="56548"/>
                </a:lnTo>
                <a:cubicBezTo>
                  <a:pt x="24733" y="61833"/>
                  <a:pt x="23830" y="68351"/>
                  <a:pt x="23830" y="76102"/>
                </a:cubicBezTo>
                <a:cubicBezTo>
                  <a:pt x="23830" y="87729"/>
                  <a:pt x="26719" y="95744"/>
                  <a:pt x="32496" y="100148"/>
                </a:cubicBezTo>
                <a:cubicBezTo>
                  <a:pt x="38273" y="104552"/>
                  <a:pt x="44682" y="106842"/>
                  <a:pt x="51722" y="107018"/>
                </a:cubicBezTo>
                <a:cubicBezTo>
                  <a:pt x="56598" y="107018"/>
                  <a:pt x="61381" y="106138"/>
                  <a:pt x="66075" y="104376"/>
                </a:cubicBezTo>
                <a:cubicBezTo>
                  <a:pt x="70769" y="102614"/>
                  <a:pt x="74561" y="100764"/>
                  <a:pt x="77449" y="98827"/>
                </a:cubicBezTo>
                <a:cubicBezTo>
                  <a:pt x="80337" y="96889"/>
                  <a:pt x="81872" y="95920"/>
                  <a:pt x="82052" y="95920"/>
                </a:cubicBezTo>
                <a:cubicBezTo>
                  <a:pt x="83316" y="95920"/>
                  <a:pt x="84309" y="96801"/>
                  <a:pt x="85031" y="98563"/>
                </a:cubicBezTo>
                <a:cubicBezTo>
                  <a:pt x="85753" y="100324"/>
                  <a:pt x="86115" y="101998"/>
                  <a:pt x="86115" y="103583"/>
                </a:cubicBezTo>
                <a:cubicBezTo>
                  <a:pt x="86115" y="104112"/>
                  <a:pt x="86024" y="104464"/>
                  <a:pt x="85844" y="104640"/>
                </a:cubicBezTo>
                <a:cubicBezTo>
                  <a:pt x="85302" y="105345"/>
                  <a:pt x="83497" y="106578"/>
                  <a:pt x="80428" y="108340"/>
                </a:cubicBezTo>
                <a:cubicBezTo>
                  <a:pt x="77358" y="110101"/>
                  <a:pt x="73026" y="111951"/>
                  <a:pt x="67430" y="113889"/>
                </a:cubicBezTo>
                <a:cubicBezTo>
                  <a:pt x="61832" y="115826"/>
                  <a:pt x="56236" y="116795"/>
                  <a:pt x="50640" y="116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4" name="pdf-path-45">
            <a:extLst xmlns:a="http://schemas.openxmlformats.org/drawingml/2006/main">
              <a:ext uri="{FF2B5EF4-FFF2-40B4-BE49-F238E27FC236}">
                <a16:creationId xmlns:a16="http://schemas.microsoft.com/office/drawing/2014/main" id="{BC0842FF-3F9C-4A7A-96F3-48C24560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6856" y="1026205"/>
            <a:ext cx="106066" cy="82574"/>
          </a:xfrm>
          <a:custGeom xmlns:a="http://schemas.openxmlformats.org/drawingml/2006/main">
            <a:pathLst>
              <a:path w="106066" h="82574">
                <a:moveTo>
                  <a:pt x="21634" y="82574"/>
                </a:moveTo>
                <a:cubicBezTo>
                  <a:pt x="17294" y="82574"/>
                  <a:pt x="15125" y="80519"/>
                  <a:pt x="15125" y="76409"/>
                </a:cubicBezTo>
                <a:lnTo>
                  <a:pt x="15125" y="74354"/>
                </a:lnTo>
                <a:lnTo>
                  <a:pt x="17613" y="69123"/>
                </a:lnTo>
                <a:cubicBezTo>
                  <a:pt x="27187" y="49445"/>
                  <a:pt x="34142" y="32444"/>
                  <a:pt x="38483" y="18122"/>
                </a:cubicBezTo>
                <a:lnTo>
                  <a:pt x="40014" y="13638"/>
                </a:lnTo>
                <a:lnTo>
                  <a:pt x="33887" y="13638"/>
                </a:lnTo>
                <a:cubicBezTo>
                  <a:pt x="29037" y="13638"/>
                  <a:pt x="25590" y="13824"/>
                  <a:pt x="23549" y="14198"/>
                </a:cubicBezTo>
                <a:cubicBezTo>
                  <a:pt x="21507" y="14572"/>
                  <a:pt x="19017" y="15755"/>
                  <a:pt x="16082" y="17748"/>
                </a:cubicBezTo>
                <a:cubicBezTo>
                  <a:pt x="14678" y="18620"/>
                  <a:pt x="13274" y="19741"/>
                  <a:pt x="11870" y="21111"/>
                </a:cubicBezTo>
                <a:cubicBezTo>
                  <a:pt x="10466" y="22481"/>
                  <a:pt x="9253" y="23788"/>
                  <a:pt x="8232" y="25034"/>
                </a:cubicBezTo>
                <a:cubicBezTo>
                  <a:pt x="7211" y="26279"/>
                  <a:pt x="6637" y="27027"/>
                  <a:pt x="6509" y="27276"/>
                </a:cubicBezTo>
                <a:cubicBezTo>
                  <a:pt x="6254" y="27400"/>
                  <a:pt x="5296" y="27462"/>
                  <a:pt x="3637" y="27462"/>
                </a:cubicBezTo>
                <a:cubicBezTo>
                  <a:pt x="1212" y="27462"/>
                  <a:pt x="0" y="26840"/>
                  <a:pt x="0" y="25594"/>
                </a:cubicBezTo>
                <a:cubicBezTo>
                  <a:pt x="0" y="24847"/>
                  <a:pt x="1212" y="22668"/>
                  <a:pt x="3637" y="19056"/>
                </a:cubicBezTo>
                <a:cubicBezTo>
                  <a:pt x="6062" y="15444"/>
                  <a:pt x="9573" y="11583"/>
                  <a:pt x="14168" y="7473"/>
                </a:cubicBezTo>
                <a:cubicBezTo>
                  <a:pt x="18762" y="3363"/>
                  <a:pt x="23293" y="996"/>
                  <a:pt x="27761" y="374"/>
                </a:cubicBezTo>
                <a:cubicBezTo>
                  <a:pt x="28654" y="124"/>
                  <a:pt x="43014" y="0"/>
                  <a:pt x="70838" y="0"/>
                </a:cubicBezTo>
                <a:cubicBezTo>
                  <a:pt x="91260" y="0"/>
                  <a:pt x="101726" y="62"/>
                  <a:pt x="102237" y="187"/>
                </a:cubicBezTo>
                <a:cubicBezTo>
                  <a:pt x="104789" y="1059"/>
                  <a:pt x="106066" y="2802"/>
                  <a:pt x="106066" y="5418"/>
                </a:cubicBezTo>
                <a:cubicBezTo>
                  <a:pt x="106066" y="9279"/>
                  <a:pt x="104024" y="11894"/>
                  <a:pt x="99939" y="13264"/>
                </a:cubicBezTo>
                <a:cubicBezTo>
                  <a:pt x="99173" y="13513"/>
                  <a:pt x="94770" y="13638"/>
                  <a:pt x="86728" y="13638"/>
                </a:cubicBezTo>
                <a:lnTo>
                  <a:pt x="74476" y="13638"/>
                </a:lnTo>
                <a:lnTo>
                  <a:pt x="73901" y="16814"/>
                </a:lnTo>
                <a:cubicBezTo>
                  <a:pt x="72370" y="25781"/>
                  <a:pt x="71604" y="33192"/>
                  <a:pt x="71604" y="39045"/>
                </a:cubicBezTo>
                <a:cubicBezTo>
                  <a:pt x="71604" y="45522"/>
                  <a:pt x="72178" y="51313"/>
                  <a:pt x="73327" y="56420"/>
                </a:cubicBezTo>
                <a:cubicBezTo>
                  <a:pt x="74476" y="61526"/>
                  <a:pt x="75688" y="65511"/>
                  <a:pt x="76965" y="68376"/>
                </a:cubicBezTo>
                <a:cubicBezTo>
                  <a:pt x="78241" y="71240"/>
                  <a:pt x="78879" y="72984"/>
                  <a:pt x="78879" y="73607"/>
                </a:cubicBezTo>
                <a:cubicBezTo>
                  <a:pt x="78879" y="75724"/>
                  <a:pt x="77986" y="77717"/>
                  <a:pt x="76199" y="79585"/>
                </a:cubicBezTo>
                <a:cubicBezTo>
                  <a:pt x="74412" y="81453"/>
                  <a:pt x="72114" y="82387"/>
                  <a:pt x="69306" y="82387"/>
                </a:cubicBezTo>
                <a:cubicBezTo>
                  <a:pt x="67903" y="82387"/>
                  <a:pt x="66754" y="82201"/>
                  <a:pt x="65860" y="81827"/>
                </a:cubicBezTo>
                <a:cubicBezTo>
                  <a:pt x="64967" y="81453"/>
                  <a:pt x="63946" y="79959"/>
                  <a:pt x="62797" y="77343"/>
                </a:cubicBezTo>
                <a:cubicBezTo>
                  <a:pt x="61649" y="74728"/>
                  <a:pt x="60627" y="70991"/>
                  <a:pt x="59734" y="66134"/>
                </a:cubicBezTo>
                <a:cubicBezTo>
                  <a:pt x="59606" y="65013"/>
                  <a:pt x="59542" y="62273"/>
                  <a:pt x="59542" y="57914"/>
                </a:cubicBezTo>
                <a:cubicBezTo>
                  <a:pt x="59542" y="51811"/>
                  <a:pt x="60116" y="45273"/>
                  <a:pt x="61265" y="38298"/>
                </a:cubicBezTo>
                <a:cubicBezTo>
                  <a:pt x="62414" y="31323"/>
                  <a:pt x="63562" y="25594"/>
                  <a:pt x="64711" y="21111"/>
                </a:cubicBezTo>
                <a:cubicBezTo>
                  <a:pt x="65860" y="16627"/>
                  <a:pt x="66498" y="14136"/>
                  <a:pt x="66626" y="13638"/>
                </a:cubicBezTo>
                <a:lnTo>
                  <a:pt x="47863" y="13638"/>
                </a:lnTo>
                <a:lnTo>
                  <a:pt x="47672" y="14385"/>
                </a:lnTo>
                <a:cubicBezTo>
                  <a:pt x="47672" y="14759"/>
                  <a:pt x="46459" y="19678"/>
                  <a:pt x="44035" y="29144"/>
                </a:cubicBezTo>
                <a:cubicBezTo>
                  <a:pt x="41609" y="38609"/>
                  <a:pt x="38865" y="48635"/>
                  <a:pt x="35801" y="59222"/>
                </a:cubicBezTo>
                <a:cubicBezTo>
                  <a:pt x="32739" y="69808"/>
                  <a:pt x="30760" y="75849"/>
                  <a:pt x="29867" y="77343"/>
                </a:cubicBezTo>
                <a:cubicBezTo>
                  <a:pt x="28462" y="80831"/>
                  <a:pt x="25718" y="82574"/>
                  <a:pt x="21634" y="825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25" name="pdf-path-47">
            <a:extLst xmlns:a="http://schemas.openxmlformats.org/drawingml/2006/main">
              <a:ext uri="{FF2B5EF4-FFF2-40B4-BE49-F238E27FC236}">
                <a16:creationId xmlns:a16="http://schemas.microsoft.com/office/drawing/2014/main" id="{0D8FBE95-CBD6-48AA-83DC-1861666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1373" y="868906"/>
            <a:ext cx="64720" cy="264243"/>
          </a:xfrm>
          <a:custGeom xmlns:a="http://schemas.openxmlformats.org/drawingml/2006/main">
            <a:pathLst>
              <a:path w="64720" h="264243">
                <a:moveTo>
                  <a:pt x="0" y="132121"/>
                </a:moveTo>
                <a:cubicBezTo>
                  <a:pt x="0" y="119966"/>
                  <a:pt x="902" y="108428"/>
                  <a:pt x="2708" y="97506"/>
                </a:cubicBezTo>
                <a:cubicBezTo>
                  <a:pt x="4513" y="86583"/>
                  <a:pt x="6589" y="77159"/>
                  <a:pt x="8937" y="69232"/>
                </a:cubicBezTo>
                <a:cubicBezTo>
                  <a:pt x="11283" y="61304"/>
                  <a:pt x="14622" y="53553"/>
                  <a:pt x="18956" y="45978"/>
                </a:cubicBezTo>
                <a:cubicBezTo>
                  <a:pt x="23288" y="38403"/>
                  <a:pt x="26718" y="32502"/>
                  <a:pt x="29246" y="28274"/>
                </a:cubicBezTo>
                <a:cubicBezTo>
                  <a:pt x="31774" y="24046"/>
                  <a:pt x="35565" y="19466"/>
                  <a:pt x="40620" y="14533"/>
                </a:cubicBezTo>
                <a:cubicBezTo>
                  <a:pt x="45675" y="9601"/>
                  <a:pt x="48654" y="6606"/>
                  <a:pt x="49556" y="5549"/>
                </a:cubicBezTo>
                <a:cubicBezTo>
                  <a:pt x="50459" y="4492"/>
                  <a:pt x="52715" y="2642"/>
                  <a:pt x="56326" y="0"/>
                </a:cubicBezTo>
                <a:lnTo>
                  <a:pt x="59846" y="0"/>
                </a:lnTo>
                <a:lnTo>
                  <a:pt x="60930" y="0"/>
                </a:lnTo>
                <a:cubicBezTo>
                  <a:pt x="63457" y="0"/>
                  <a:pt x="64720" y="793"/>
                  <a:pt x="64720" y="2378"/>
                </a:cubicBezTo>
                <a:cubicBezTo>
                  <a:pt x="64720" y="2907"/>
                  <a:pt x="63187" y="4756"/>
                  <a:pt x="60117" y="7927"/>
                </a:cubicBezTo>
                <a:cubicBezTo>
                  <a:pt x="57048" y="11098"/>
                  <a:pt x="53347" y="15766"/>
                  <a:pt x="49014" y="21932"/>
                </a:cubicBezTo>
                <a:cubicBezTo>
                  <a:pt x="44682" y="28098"/>
                  <a:pt x="40259" y="35673"/>
                  <a:pt x="35745" y="44657"/>
                </a:cubicBezTo>
                <a:cubicBezTo>
                  <a:pt x="31232" y="53641"/>
                  <a:pt x="27441" y="65796"/>
                  <a:pt x="24372" y="81122"/>
                </a:cubicBezTo>
                <a:cubicBezTo>
                  <a:pt x="21302" y="96448"/>
                  <a:pt x="19769" y="113448"/>
                  <a:pt x="19769" y="132121"/>
                </a:cubicBezTo>
                <a:cubicBezTo>
                  <a:pt x="19769" y="150795"/>
                  <a:pt x="21302" y="167706"/>
                  <a:pt x="24372" y="182856"/>
                </a:cubicBezTo>
                <a:cubicBezTo>
                  <a:pt x="27441" y="198006"/>
                  <a:pt x="31142" y="210249"/>
                  <a:pt x="35475" y="219586"/>
                </a:cubicBezTo>
                <a:cubicBezTo>
                  <a:pt x="39807" y="228922"/>
                  <a:pt x="44230" y="236497"/>
                  <a:pt x="48744" y="242311"/>
                </a:cubicBezTo>
                <a:cubicBezTo>
                  <a:pt x="53257" y="248124"/>
                  <a:pt x="57048" y="252792"/>
                  <a:pt x="60117" y="256315"/>
                </a:cubicBezTo>
                <a:cubicBezTo>
                  <a:pt x="63187" y="259839"/>
                  <a:pt x="64720" y="261688"/>
                  <a:pt x="64720" y="261865"/>
                </a:cubicBezTo>
                <a:cubicBezTo>
                  <a:pt x="64720" y="263450"/>
                  <a:pt x="63367" y="264243"/>
                  <a:pt x="60659" y="264243"/>
                </a:cubicBezTo>
                <a:lnTo>
                  <a:pt x="59846" y="264243"/>
                </a:lnTo>
                <a:lnTo>
                  <a:pt x="56326" y="264243"/>
                </a:lnTo>
                <a:lnTo>
                  <a:pt x="48744" y="257901"/>
                </a:lnTo>
                <a:cubicBezTo>
                  <a:pt x="31774" y="242927"/>
                  <a:pt x="19407" y="224254"/>
                  <a:pt x="11645" y="201882"/>
                </a:cubicBezTo>
                <a:cubicBezTo>
                  <a:pt x="3881" y="179509"/>
                  <a:pt x="0" y="156256"/>
                  <a:pt x="0" y="1321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6" name="pdf-path-49">
            <a:extLst xmlns:a="http://schemas.openxmlformats.org/drawingml/2006/main">
              <a:ext uri="{FF2B5EF4-FFF2-40B4-BE49-F238E27FC236}">
                <a16:creationId xmlns:a16="http://schemas.microsoft.com/office/drawing/2014/main" id="{594DC694-B1F8-420D-A742-496ED993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0194" y="950557"/>
            <a:ext cx="128088" cy="119174"/>
          </a:xfrm>
          <a:custGeom xmlns:a="http://schemas.openxmlformats.org/drawingml/2006/main">
            <a:pathLst>
              <a:path w="128088" h="119174">
                <a:moveTo>
                  <a:pt x="0" y="75045"/>
                </a:moveTo>
                <a:cubicBezTo>
                  <a:pt x="0" y="57253"/>
                  <a:pt x="6860" y="40341"/>
                  <a:pt x="20580" y="24310"/>
                </a:cubicBezTo>
                <a:cubicBezTo>
                  <a:pt x="34301" y="8279"/>
                  <a:pt x="49736" y="176"/>
                  <a:pt x="66888" y="0"/>
                </a:cubicBezTo>
                <a:cubicBezTo>
                  <a:pt x="76094" y="0"/>
                  <a:pt x="84218" y="4316"/>
                  <a:pt x="91260" y="12948"/>
                </a:cubicBezTo>
                <a:cubicBezTo>
                  <a:pt x="94148" y="7663"/>
                  <a:pt x="98300" y="5021"/>
                  <a:pt x="103716" y="5021"/>
                </a:cubicBezTo>
                <a:cubicBezTo>
                  <a:pt x="106063" y="5021"/>
                  <a:pt x="108139" y="5725"/>
                  <a:pt x="109944" y="7134"/>
                </a:cubicBezTo>
                <a:cubicBezTo>
                  <a:pt x="111750" y="8544"/>
                  <a:pt x="112652" y="10305"/>
                  <a:pt x="112652" y="12419"/>
                </a:cubicBezTo>
                <a:cubicBezTo>
                  <a:pt x="112652" y="14709"/>
                  <a:pt x="109313" y="28802"/>
                  <a:pt x="102633" y="54698"/>
                </a:cubicBezTo>
                <a:cubicBezTo>
                  <a:pt x="95953" y="80594"/>
                  <a:pt x="92523" y="95215"/>
                  <a:pt x="92342" y="98563"/>
                </a:cubicBezTo>
                <a:cubicBezTo>
                  <a:pt x="92342" y="102966"/>
                  <a:pt x="92975" y="105873"/>
                  <a:pt x="94238" y="107282"/>
                </a:cubicBezTo>
                <a:cubicBezTo>
                  <a:pt x="95502" y="108692"/>
                  <a:pt x="97398" y="109485"/>
                  <a:pt x="99925" y="109661"/>
                </a:cubicBezTo>
                <a:cubicBezTo>
                  <a:pt x="101550" y="109485"/>
                  <a:pt x="103355" y="108692"/>
                  <a:pt x="105341" y="107282"/>
                </a:cubicBezTo>
                <a:cubicBezTo>
                  <a:pt x="109132" y="103759"/>
                  <a:pt x="112833" y="95303"/>
                  <a:pt x="116444" y="81915"/>
                </a:cubicBezTo>
                <a:cubicBezTo>
                  <a:pt x="117527" y="78392"/>
                  <a:pt x="118430" y="76542"/>
                  <a:pt x="119152" y="76366"/>
                </a:cubicBezTo>
                <a:cubicBezTo>
                  <a:pt x="119512" y="76190"/>
                  <a:pt x="120416" y="76102"/>
                  <a:pt x="121860" y="76102"/>
                </a:cubicBezTo>
                <a:lnTo>
                  <a:pt x="122942" y="76102"/>
                </a:lnTo>
                <a:cubicBezTo>
                  <a:pt x="126373" y="76102"/>
                  <a:pt x="128088" y="76894"/>
                  <a:pt x="128088" y="78480"/>
                </a:cubicBezTo>
                <a:cubicBezTo>
                  <a:pt x="128088" y="79537"/>
                  <a:pt x="127636" y="81915"/>
                  <a:pt x="126734" y="85615"/>
                </a:cubicBezTo>
                <a:cubicBezTo>
                  <a:pt x="125832" y="89314"/>
                  <a:pt x="124026" y="94070"/>
                  <a:pt x="121318" y="99884"/>
                </a:cubicBezTo>
                <a:cubicBezTo>
                  <a:pt x="118610" y="105697"/>
                  <a:pt x="115722" y="110101"/>
                  <a:pt x="112652" y="113096"/>
                </a:cubicBezTo>
                <a:cubicBezTo>
                  <a:pt x="110305" y="115386"/>
                  <a:pt x="107417" y="117236"/>
                  <a:pt x="103987" y="118645"/>
                </a:cubicBezTo>
                <a:cubicBezTo>
                  <a:pt x="102543" y="118997"/>
                  <a:pt x="100376" y="119174"/>
                  <a:pt x="97487" y="119174"/>
                </a:cubicBezTo>
                <a:cubicBezTo>
                  <a:pt x="91349" y="119174"/>
                  <a:pt x="86204" y="117852"/>
                  <a:pt x="82052" y="115210"/>
                </a:cubicBezTo>
                <a:cubicBezTo>
                  <a:pt x="77900" y="112567"/>
                  <a:pt x="75192" y="109837"/>
                  <a:pt x="73928" y="107018"/>
                </a:cubicBezTo>
                <a:lnTo>
                  <a:pt x="72304" y="103054"/>
                </a:lnTo>
                <a:cubicBezTo>
                  <a:pt x="72122" y="102878"/>
                  <a:pt x="71762" y="102966"/>
                  <a:pt x="71220" y="103319"/>
                </a:cubicBezTo>
                <a:cubicBezTo>
                  <a:pt x="70858" y="103671"/>
                  <a:pt x="70498" y="104024"/>
                  <a:pt x="70136" y="104376"/>
                </a:cubicBezTo>
                <a:cubicBezTo>
                  <a:pt x="59486" y="114241"/>
                  <a:pt x="48653" y="119174"/>
                  <a:pt x="37641" y="119174"/>
                </a:cubicBezTo>
                <a:cubicBezTo>
                  <a:pt x="27711" y="119174"/>
                  <a:pt x="18956" y="115650"/>
                  <a:pt x="11374" y="108604"/>
                </a:cubicBezTo>
                <a:cubicBezTo>
                  <a:pt x="3790" y="101557"/>
                  <a:pt x="0" y="90371"/>
                  <a:pt x="0" y="75045"/>
                </a:cubicBezTo>
                <a:moveTo>
                  <a:pt x="86115" y="29859"/>
                </a:moveTo>
                <a:cubicBezTo>
                  <a:pt x="86115" y="28802"/>
                  <a:pt x="85662" y="26865"/>
                  <a:pt x="84760" y="24046"/>
                </a:cubicBezTo>
                <a:cubicBezTo>
                  <a:pt x="83858" y="21227"/>
                  <a:pt x="81781" y="18145"/>
                  <a:pt x="78531" y="14797"/>
                </a:cubicBezTo>
                <a:cubicBezTo>
                  <a:pt x="75283" y="11450"/>
                  <a:pt x="71129" y="9689"/>
                  <a:pt x="66075" y="9513"/>
                </a:cubicBezTo>
                <a:cubicBezTo>
                  <a:pt x="59756" y="9513"/>
                  <a:pt x="53708" y="12243"/>
                  <a:pt x="47931" y="17704"/>
                </a:cubicBezTo>
                <a:cubicBezTo>
                  <a:pt x="42154" y="23165"/>
                  <a:pt x="37641" y="30300"/>
                  <a:pt x="34391" y="39108"/>
                </a:cubicBezTo>
                <a:cubicBezTo>
                  <a:pt x="29156" y="53025"/>
                  <a:pt x="25455" y="67470"/>
                  <a:pt x="23288" y="82444"/>
                </a:cubicBezTo>
                <a:cubicBezTo>
                  <a:pt x="23288" y="82972"/>
                  <a:pt x="23288" y="83941"/>
                  <a:pt x="23288" y="85350"/>
                </a:cubicBezTo>
                <a:cubicBezTo>
                  <a:pt x="23288" y="86760"/>
                  <a:pt x="23199" y="87816"/>
                  <a:pt x="23017" y="88521"/>
                </a:cubicBezTo>
                <a:cubicBezTo>
                  <a:pt x="23017" y="96448"/>
                  <a:pt x="24643" y="101909"/>
                  <a:pt x="27892" y="104904"/>
                </a:cubicBezTo>
                <a:cubicBezTo>
                  <a:pt x="31141" y="107899"/>
                  <a:pt x="35023" y="109485"/>
                  <a:pt x="39536" y="109661"/>
                </a:cubicBezTo>
                <a:cubicBezTo>
                  <a:pt x="46397" y="109661"/>
                  <a:pt x="53167" y="106754"/>
                  <a:pt x="59846" y="100941"/>
                </a:cubicBezTo>
                <a:cubicBezTo>
                  <a:pt x="66526" y="95127"/>
                  <a:pt x="70498" y="90635"/>
                  <a:pt x="71762" y="87464"/>
                </a:cubicBezTo>
                <a:cubicBezTo>
                  <a:pt x="72122" y="86760"/>
                  <a:pt x="74559" y="77335"/>
                  <a:pt x="79073" y="59190"/>
                </a:cubicBezTo>
                <a:cubicBezTo>
                  <a:pt x="83587" y="41045"/>
                  <a:pt x="85933" y="31269"/>
                  <a:pt x="86115" y="298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7" name="pdf-path-51">
            <a:extLst xmlns:a="http://schemas.openxmlformats.org/drawingml/2006/main">
              <a:ext uri="{FF2B5EF4-FFF2-40B4-BE49-F238E27FC236}">
                <a16:creationId xmlns:a16="http://schemas.microsoft.com/office/drawing/2014/main" id="{A3E75C10-D97F-45E2-970E-9C65EF11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7086" y="989775"/>
            <a:ext cx="59542" cy="119004"/>
          </a:xfrm>
          <a:custGeom xmlns:a="http://schemas.openxmlformats.org/drawingml/2006/main">
            <a:pathLst>
              <a:path w="59542" h="119004">
                <a:moveTo>
                  <a:pt x="1339" y="45024"/>
                </a:moveTo>
                <a:cubicBezTo>
                  <a:pt x="446" y="44152"/>
                  <a:pt x="0" y="43529"/>
                  <a:pt x="0" y="43156"/>
                </a:cubicBezTo>
                <a:cubicBezTo>
                  <a:pt x="0" y="42657"/>
                  <a:pt x="191" y="41661"/>
                  <a:pt x="574" y="40166"/>
                </a:cubicBezTo>
                <a:cubicBezTo>
                  <a:pt x="957" y="38672"/>
                  <a:pt x="1276" y="37800"/>
                  <a:pt x="1531" y="37551"/>
                </a:cubicBezTo>
                <a:cubicBezTo>
                  <a:pt x="1786" y="36928"/>
                  <a:pt x="2360" y="36617"/>
                  <a:pt x="3254" y="36617"/>
                </a:cubicBezTo>
                <a:cubicBezTo>
                  <a:pt x="4147" y="36617"/>
                  <a:pt x="7402" y="36554"/>
                  <a:pt x="13019" y="36430"/>
                </a:cubicBezTo>
                <a:lnTo>
                  <a:pt x="23166" y="36430"/>
                </a:lnTo>
                <a:lnTo>
                  <a:pt x="26803" y="21484"/>
                </a:lnTo>
                <a:cubicBezTo>
                  <a:pt x="27187" y="20114"/>
                  <a:pt x="27633" y="18308"/>
                  <a:pt x="28144" y="16067"/>
                </a:cubicBezTo>
                <a:cubicBezTo>
                  <a:pt x="28654" y="13825"/>
                  <a:pt x="29101" y="12206"/>
                  <a:pt x="29483" y="11209"/>
                </a:cubicBezTo>
                <a:cubicBezTo>
                  <a:pt x="29867" y="10213"/>
                  <a:pt x="30249" y="8967"/>
                  <a:pt x="30632" y="7473"/>
                </a:cubicBezTo>
                <a:cubicBezTo>
                  <a:pt x="31016" y="5978"/>
                  <a:pt x="31526" y="4920"/>
                  <a:pt x="32164" y="4297"/>
                </a:cubicBezTo>
                <a:cubicBezTo>
                  <a:pt x="32803" y="3674"/>
                  <a:pt x="33440" y="2927"/>
                  <a:pt x="34078" y="2055"/>
                </a:cubicBezTo>
                <a:cubicBezTo>
                  <a:pt x="34716" y="1183"/>
                  <a:pt x="35611" y="623"/>
                  <a:pt x="36759" y="374"/>
                </a:cubicBezTo>
                <a:cubicBezTo>
                  <a:pt x="37908" y="125"/>
                  <a:pt x="39057" y="0"/>
                  <a:pt x="40206" y="0"/>
                </a:cubicBezTo>
                <a:cubicBezTo>
                  <a:pt x="42502" y="125"/>
                  <a:pt x="44098" y="810"/>
                  <a:pt x="44991" y="2055"/>
                </a:cubicBezTo>
                <a:cubicBezTo>
                  <a:pt x="45884" y="3301"/>
                  <a:pt x="46332" y="4484"/>
                  <a:pt x="46332" y="5605"/>
                </a:cubicBezTo>
                <a:cubicBezTo>
                  <a:pt x="46332" y="6477"/>
                  <a:pt x="45758" y="9403"/>
                  <a:pt x="44609" y="14385"/>
                </a:cubicBezTo>
                <a:cubicBezTo>
                  <a:pt x="43460" y="19367"/>
                  <a:pt x="42183" y="24287"/>
                  <a:pt x="40780" y="29144"/>
                </a:cubicBezTo>
                <a:lnTo>
                  <a:pt x="38865" y="36056"/>
                </a:lnTo>
                <a:cubicBezTo>
                  <a:pt x="38865" y="36305"/>
                  <a:pt x="42056" y="36430"/>
                  <a:pt x="48438" y="36430"/>
                </a:cubicBezTo>
                <a:lnTo>
                  <a:pt x="58202" y="36430"/>
                </a:lnTo>
                <a:cubicBezTo>
                  <a:pt x="59095" y="37302"/>
                  <a:pt x="59542" y="37987"/>
                  <a:pt x="59542" y="38485"/>
                </a:cubicBezTo>
                <a:cubicBezTo>
                  <a:pt x="59542" y="41225"/>
                  <a:pt x="58713" y="43405"/>
                  <a:pt x="57053" y="45024"/>
                </a:cubicBezTo>
                <a:lnTo>
                  <a:pt x="36568" y="45024"/>
                </a:lnTo>
                <a:lnTo>
                  <a:pt x="29675" y="72112"/>
                </a:lnTo>
                <a:cubicBezTo>
                  <a:pt x="24697" y="92040"/>
                  <a:pt x="22208" y="102751"/>
                  <a:pt x="22208" y="104245"/>
                </a:cubicBezTo>
                <a:cubicBezTo>
                  <a:pt x="22208" y="109476"/>
                  <a:pt x="23931" y="112092"/>
                  <a:pt x="27377" y="112092"/>
                </a:cubicBezTo>
                <a:cubicBezTo>
                  <a:pt x="31845" y="112092"/>
                  <a:pt x="36185" y="109975"/>
                  <a:pt x="40396" y="105740"/>
                </a:cubicBezTo>
                <a:cubicBezTo>
                  <a:pt x="44609" y="101505"/>
                  <a:pt x="47991" y="96275"/>
                  <a:pt x="50543" y="90047"/>
                </a:cubicBezTo>
                <a:cubicBezTo>
                  <a:pt x="50799" y="89300"/>
                  <a:pt x="51118" y="88864"/>
                  <a:pt x="51502" y="88739"/>
                </a:cubicBezTo>
                <a:cubicBezTo>
                  <a:pt x="51884" y="88615"/>
                  <a:pt x="52841" y="88491"/>
                  <a:pt x="54372" y="88366"/>
                </a:cubicBezTo>
                <a:lnTo>
                  <a:pt x="55138" y="88366"/>
                </a:lnTo>
                <a:cubicBezTo>
                  <a:pt x="57053" y="88366"/>
                  <a:pt x="58010" y="88864"/>
                  <a:pt x="58010" y="89861"/>
                </a:cubicBezTo>
                <a:cubicBezTo>
                  <a:pt x="58010" y="90234"/>
                  <a:pt x="57819" y="90981"/>
                  <a:pt x="57436" y="92102"/>
                </a:cubicBezTo>
                <a:cubicBezTo>
                  <a:pt x="56798" y="94095"/>
                  <a:pt x="55649" y="96461"/>
                  <a:pt x="53990" y="99202"/>
                </a:cubicBezTo>
                <a:cubicBezTo>
                  <a:pt x="52331" y="101941"/>
                  <a:pt x="50161" y="104868"/>
                  <a:pt x="47481" y="107982"/>
                </a:cubicBezTo>
                <a:cubicBezTo>
                  <a:pt x="44800" y="111096"/>
                  <a:pt x="41545" y="113711"/>
                  <a:pt x="37716" y="115828"/>
                </a:cubicBezTo>
                <a:cubicBezTo>
                  <a:pt x="33887" y="117946"/>
                  <a:pt x="29995" y="119004"/>
                  <a:pt x="26038" y="119004"/>
                </a:cubicBezTo>
                <a:cubicBezTo>
                  <a:pt x="22208" y="119004"/>
                  <a:pt x="18571" y="118070"/>
                  <a:pt x="15125" y="116202"/>
                </a:cubicBezTo>
                <a:cubicBezTo>
                  <a:pt x="11678" y="114334"/>
                  <a:pt x="9189" y="111096"/>
                  <a:pt x="7658" y="106487"/>
                </a:cubicBezTo>
                <a:cubicBezTo>
                  <a:pt x="7402" y="105491"/>
                  <a:pt x="7275" y="103810"/>
                  <a:pt x="7275" y="101443"/>
                </a:cubicBezTo>
                <a:lnTo>
                  <a:pt x="7275" y="98080"/>
                </a:lnTo>
                <a:lnTo>
                  <a:pt x="13976" y="71926"/>
                </a:lnTo>
                <a:cubicBezTo>
                  <a:pt x="18443" y="54365"/>
                  <a:pt x="20741" y="45522"/>
                  <a:pt x="20868" y="45397"/>
                </a:cubicBezTo>
                <a:cubicBezTo>
                  <a:pt x="20868" y="45148"/>
                  <a:pt x="17613" y="45024"/>
                  <a:pt x="11104" y="45024"/>
                </a:cubicBezTo>
                <a:lnTo>
                  <a:pt x="1339" y="450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28" name="pdf-path-53">
            <a:extLst xmlns:a="http://schemas.openxmlformats.org/drawingml/2006/main">
              <a:ext uri="{FF2B5EF4-FFF2-40B4-BE49-F238E27FC236}">
                <a16:creationId xmlns:a16="http://schemas.microsoft.com/office/drawing/2014/main" id="{3289CBD6-F00E-4781-B0BF-6B1EC85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7219" y="1035115"/>
            <a:ext cx="35745" cy="83413"/>
          </a:xfrm>
          <a:custGeom xmlns:a="http://schemas.openxmlformats.org/drawingml/2006/main">
            <a:pathLst>
              <a:path w="35745" h="83413">
                <a:moveTo>
                  <a:pt x="0" y="22725"/>
                </a:moveTo>
                <a:cubicBezTo>
                  <a:pt x="0" y="22725"/>
                  <a:pt x="0" y="20523"/>
                  <a:pt x="0" y="16119"/>
                </a:cubicBezTo>
                <a:cubicBezTo>
                  <a:pt x="0" y="11715"/>
                  <a:pt x="1444" y="7927"/>
                  <a:pt x="4333" y="4756"/>
                </a:cubicBezTo>
                <a:cubicBezTo>
                  <a:pt x="7222" y="1585"/>
                  <a:pt x="11103" y="0"/>
                  <a:pt x="15978" y="0"/>
                </a:cubicBezTo>
                <a:cubicBezTo>
                  <a:pt x="21032" y="0"/>
                  <a:pt x="25546" y="2202"/>
                  <a:pt x="29518" y="6606"/>
                </a:cubicBezTo>
                <a:cubicBezTo>
                  <a:pt x="33490" y="11010"/>
                  <a:pt x="35565" y="18761"/>
                  <a:pt x="35745" y="29860"/>
                </a:cubicBezTo>
                <a:cubicBezTo>
                  <a:pt x="35745" y="36025"/>
                  <a:pt x="34934" y="42015"/>
                  <a:pt x="33308" y="47828"/>
                </a:cubicBezTo>
                <a:cubicBezTo>
                  <a:pt x="31684" y="53641"/>
                  <a:pt x="29789" y="58662"/>
                  <a:pt x="27622" y="62890"/>
                </a:cubicBezTo>
                <a:cubicBezTo>
                  <a:pt x="25455" y="67118"/>
                  <a:pt x="23109" y="70729"/>
                  <a:pt x="20581" y="73724"/>
                </a:cubicBezTo>
                <a:cubicBezTo>
                  <a:pt x="18054" y="76719"/>
                  <a:pt x="15887" y="79097"/>
                  <a:pt x="14082" y="80858"/>
                </a:cubicBezTo>
                <a:cubicBezTo>
                  <a:pt x="12277" y="82620"/>
                  <a:pt x="11103" y="83413"/>
                  <a:pt x="10562" y="83236"/>
                </a:cubicBezTo>
                <a:cubicBezTo>
                  <a:pt x="9839" y="83236"/>
                  <a:pt x="8666" y="82444"/>
                  <a:pt x="7041" y="80858"/>
                </a:cubicBezTo>
                <a:cubicBezTo>
                  <a:pt x="5416" y="79273"/>
                  <a:pt x="4604" y="78128"/>
                  <a:pt x="4604" y="77423"/>
                </a:cubicBezTo>
                <a:cubicBezTo>
                  <a:pt x="4604" y="76719"/>
                  <a:pt x="5597" y="75309"/>
                  <a:pt x="7583" y="73195"/>
                </a:cubicBezTo>
                <a:cubicBezTo>
                  <a:pt x="9569" y="71081"/>
                  <a:pt x="11825" y="68439"/>
                  <a:pt x="14353" y="65268"/>
                </a:cubicBezTo>
                <a:cubicBezTo>
                  <a:pt x="16880" y="62097"/>
                  <a:pt x="19227" y="57693"/>
                  <a:pt x="21394" y="52056"/>
                </a:cubicBezTo>
                <a:cubicBezTo>
                  <a:pt x="23560" y="46419"/>
                  <a:pt x="25004" y="39989"/>
                  <a:pt x="25726" y="32766"/>
                </a:cubicBezTo>
                <a:lnTo>
                  <a:pt x="25726" y="29595"/>
                </a:lnTo>
                <a:lnTo>
                  <a:pt x="25455" y="29860"/>
                </a:lnTo>
                <a:cubicBezTo>
                  <a:pt x="25095" y="30036"/>
                  <a:pt x="24643" y="30212"/>
                  <a:pt x="24102" y="30388"/>
                </a:cubicBezTo>
                <a:cubicBezTo>
                  <a:pt x="23560" y="30564"/>
                  <a:pt x="23018" y="30828"/>
                  <a:pt x="22477" y="31181"/>
                </a:cubicBezTo>
                <a:cubicBezTo>
                  <a:pt x="21935" y="31533"/>
                  <a:pt x="21123" y="31709"/>
                  <a:pt x="20039" y="31709"/>
                </a:cubicBezTo>
                <a:cubicBezTo>
                  <a:pt x="18956" y="31709"/>
                  <a:pt x="17873" y="31797"/>
                  <a:pt x="16790" y="31973"/>
                </a:cubicBezTo>
                <a:cubicBezTo>
                  <a:pt x="11916" y="31973"/>
                  <a:pt x="7944" y="30476"/>
                  <a:pt x="4875" y="27481"/>
                </a:cubicBezTo>
                <a:lnTo>
                  <a:pt x="0" y="227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29" name="pdf-path-55">
            <a:extLst xmlns:a="http://schemas.openxmlformats.org/drawingml/2006/main">
              <a:ext uri="{FF2B5EF4-FFF2-40B4-BE49-F238E27FC236}">
                <a16:creationId xmlns:a16="http://schemas.microsoft.com/office/drawing/2014/main" id="{CB38C0C8-7C83-4BEF-9B5F-3E3A012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665" y="901672"/>
            <a:ext cx="84219" cy="168323"/>
          </a:xfrm>
          <a:custGeom xmlns:a="http://schemas.openxmlformats.org/drawingml/2006/main">
            <a:pathLst>
              <a:path w="84219" h="168323">
                <a:moveTo>
                  <a:pt x="1895" y="63682"/>
                </a:moveTo>
                <a:cubicBezTo>
                  <a:pt x="633" y="62449"/>
                  <a:pt x="0" y="61569"/>
                  <a:pt x="0" y="61040"/>
                </a:cubicBezTo>
                <a:cubicBezTo>
                  <a:pt x="0" y="60336"/>
                  <a:pt x="271" y="58926"/>
                  <a:pt x="813" y="56812"/>
                </a:cubicBezTo>
                <a:cubicBezTo>
                  <a:pt x="1355" y="54698"/>
                  <a:pt x="1806" y="53465"/>
                  <a:pt x="2166" y="53113"/>
                </a:cubicBezTo>
                <a:cubicBezTo>
                  <a:pt x="2528" y="52232"/>
                  <a:pt x="3340" y="51792"/>
                  <a:pt x="4603" y="51792"/>
                </a:cubicBezTo>
                <a:cubicBezTo>
                  <a:pt x="5867" y="51792"/>
                  <a:pt x="10471" y="51704"/>
                  <a:pt x="18414" y="51527"/>
                </a:cubicBezTo>
                <a:lnTo>
                  <a:pt x="32767" y="51527"/>
                </a:lnTo>
                <a:lnTo>
                  <a:pt x="37912" y="30388"/>
                </a:lnTo>
                <a:cubicBezTo>
                  <a:pt x="38453" y="28450"/>
                  <a:pt x="39086" y="25896"/>
                  <a:pt x="39808" y="22725"/>
                </a:cubicBezTo>
                <a:cubicBezTo>
                  <a:pt x="40530" y="19554"/>
                  <a:pt x="41161" y="17264"/>
                  <a:pt x="41703" y="15855"/>
                </a:cubicBezTo>
                <a:cubicBezTo>
                  <a:pt x="42245" y="14445"/>
                  <a:pt x="42787" y="12684"/>
                  <a:pt x="43328" y="10570"/>
                </a:cubicBezTo>
                <a:cubicBezTo>
                  <a:pt x="43869" y="8456"/>
                  <a:pt x="44591" y="6958"/>
                  <a:pt x="45495" y="6078"/>
                </a:cubicBezTo>
                <a:cubicBezTo>
                  <a:pt x="46397" y="5197"/>
                  <a:pt x="47299" y="4140"/>
                  <a:pt x="48203" y="2907"/>
                </a:cubicBezTo>
                <a:cubicBezTo>
                  <a:pt x="49105" y="1673"/>
                  <a:pt x="50369" y="881"/>
                  <a:pt x="51993" y="528"/>
                </a:cubicBezTo>
                <a:cubicBezTo>
                  <a:pt x="53619" y="176"/>
                  <a:pt x="55243" y="0"/>
                  <a:pt x="56869" y="0"/>
                </a:cubicBezTo>
                <a:cubicBezTo>
                  <a:pt x="60117" y="176"/>
                  <a:pt x="62374" y="1145"/>
                  <a:pt x="63638" y="2907"/>
                </a:cubicBezTo>
                <a:cubicBezTo>
                  <a:pt x="64902" y="4668"/>
                  <a:pt x="65533" y="6342"/>
                  <a:pt x="65533" y="7927"/>
                </a:cubicBezTo>
                <a:cubicBezTo>
                  <a:pt x="65533" y="9160"/>
                  <a:pt x="64722" y="13300"/>
                  <a:pt x="63096" y="20347"/>
                </a:cubicBezTo>
                <a:cubicBezTo>
                  <a:pt x="61472" y="27393"/>
                  <a:pt x="59666" y="34352"/>
                  <a:pt x="57680" y="41222"/>
                </a:cubicBezTo>
                <a:lnTo>
                  <a:pt x="54972" y="50999"/>
                </a:lnTo>
                <a:cubicBezTo>
                  <a:pt x="54972" y="51351"/>
                  <a:pt x="59486" y="51527"/>
                  <a:pt x="68512" y="51527"/>
                </a:cubicBezTo>
                <a:lnTo>
                  <a:pt x="82323" y="51527"/>
                </a:lnTo>
                <a:cubicBezTo>
                  <a:pt x="83587" y="52760"/>
                  <a:pt x="84219" y="53730"/>
                  <a:pt x="84219" y="54434"/>
                </a:cubicBezTo>
                <a:cubicBezTo>
                  <a:pt x="84219" y="58310"/>
                  <a:pt x="83045" y="61392"/>
                  <a:pt x="80699" y="63682"/>
                </a:cubicBezTo>
                <a:lnTo>
                  <a:pt x="51722" y="63682"/>
                </a:lnTo>
                <a:lnTo>
                  <a:pt x="41974" y="101998"/>
                </a:lnTo>
                <a:cubicBezTo>
                  <a:pt x="34933" y="130184"/>
                  <a:pt x="31413" y="145334"/>
                  <a:pt x="31413" y="147448"/>
                </a:cubicBezTo>
                <a:cubicBezTo>
                  <a:pt x="31413" y="154846"/>
                  <a:pt x="33850" y="158546"/>
                  <a:pt x="38724" y="158546"/>
                </a:cubicBezTo>
                <a:cubicBezTo>
                  <a:pt x="45043" y="158546"/>
                  <a:pt x="51182" y="155551"/>
                  <a:pt x="57138" y="149562"/>
                </a:cubicBezTo>
                <a:cubicBezTo>
                  <a:pt x="63096" y="143572"/>
                  <a:pt x="67881" y="136173"/>
                  <a:pt x="71491" y="127365"/>
                </a:cubicBezTo>
                <a:cubicBezTo>
                  <a:pt x="71853" y="126308"/>
                  <a:pt x="72304" y="125691"/>
                  <a:pt x="72846" y="125515"/>
                </a:cubicBezTo>
                <a:cubicBezTo>
                  <a:pt x="73387" y="125339"/>
                  <a:pt x="74741" y="125163"/>
                  <a:pt x="76907" y="124987"/>
                </a:cubicBezTo>
                <a:lnTo>
                  <a:pt x="77991" y="124987"/>
                </a:lnTo>
                <a:cubicBezTo>
                  <a:pt x="80699" y="124987"/>
                  <a:pt x="82052" y="125691"/>
                  <a:pt x="82052" y="127101"/>
                </a:cubicBezTo>
                <a:cubicBezTo>
                  <a:pt x="82052" y="127629"/>
                  <a:pt x="81782" y="128686"/>
                  <a:pt x="81240" y="130272"/>
                </a:cubicBezTo>
                <a:cubicBezTo>
                  <a:pt x="80337" y="133090"/>
                  <a:pt x="78713" y="136437"/>
                  <a:pt x="76365" y="140313"/>
                </a:cubicBezTo>
                <a:cubicBezTo>
                  <a:pt x="74019" y="144189"/>
                  <a:pt x="70949" y="148328"/>
                  <a:pt x="67159" y="152733"/>
                </a:cubicBezTo>
                <a:cubicBezTo>
                  <a:pt x="63367" y="157136"/>
                  <a:pt x="58764" y="160836"/>
                  <a:pt x="53348" y="163831"/>
                </a:cubicBezTo>
                <a:cubicBezTo>
                  <a:pt x="47932" y="166825"/>
                  <a:pt x="42425" y="168323"/>
                  <a:pt x="36829" y="168323"/>
                </a:cubicBezTo>
                <a:cubicBezTo>
                  <a:pt x="31413" y="168323"/>
                  <a:pt x="26268" y="167001"/>
                  <a:pt x="21393" y="164359"/>
                </a:cubicBezTo>
                <a:cubicBezTo>
                  <a:pt x="16519" y="161717"/>
                  <a:pt x="12998" y="157136"/>
                  <a:pt x="10832" y="150618"/>
                </a:cubicBezTo>
                <a:cubicBezTo>
                  <a:pt x="10471" y="149209"/>
                  <a:pt x="10290" y="146831"/>
                  <a:pt x="10290" y="143484"/>
                </a:cubicBezTo>
                <a:lnTo>
                  <a:pt x="10290" y="138728"/>
                </a:lnTo>
                <a:lnTo>
                  <a:pt x="19769" y="101734"/>
                </a:lnTo>
                <a:cubicBezTo>
                  <a:pt x="26087" y="76895"/>
                  <a:pt x="29337" y="64387"/>
                  <a:pt x="29517" y="64211"/>
                </a:cubicBezTo>
                <a:cubicBezTo>
                  <a:pt x="29517" y="63859"/>
                  <a:pt x="24914" y="63682"/>
                  <a:pt x="15706" y="63682"/>
                </a:cubicBezTo>
                <a:lnTo>
                  <a:pt x="1895" y="636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30" name="pdf-path-57">
            <a:extLst xmlns:a="http://schemas.openxmlformats.org/drawingml/2006/main">
              <a:ext uri="{FF2B5EF4-FFF2-40B4-BE49-F238E27FC236}">
                <a16:creationId xmlns:a16="http://schemas.microsoft.com/office/drawing/2014/main" id="{BE019296-F89C-427A-BC44-2F1EB2A1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9173" y="868906"/>
            <a:ext cx="64720" cy="264243"/>
          </a:xfrm>
          <a:custGeom xmlns:a="http://schemas.openxmlformats.org/drawingml/2006/main">
            <a:pathLst>
              <a:path w="64720" h="264243">
                <a:moveTo>
                  <a:pt x="1353" y="264"/>
                </a:moveTo>
                <a:lnTo>
                  <a:pt x="2437" y="0"/>
                </a:lnTo>
                <a:cubicBezTo>
                  <a:pt x="3339" y="0"/>
                  <a:pt x="4242" y="0"/>
                  <a:pt x="5145" y="0"/>
                </a:cubicBezTo>
                <a:lnTo>
                  <a:pt x="8395" y="0"/>
                </a:lnTo>
                <a:lnTo>
                  <a:pt x="15977" y="6342"/>
                </a:lnTo>
                <a:cubicBezTo>
                  <a:pt x="32947" y="21316"/>
                  <a:pt x="45314" y="39989"/>
                  <a:pt x="53076" y="62361"/>
                </a:cubicBezTo>
                <a:cubicBezTo>
                  <a:pt x="60839" y="84734"/>
                  <a:pt x="64720" y="107987"/>
                  <a:pt x="64720" y="132121"/>
                </a:cubicBezTo>
                <a:cubicBezTo>
                  <a:pt x="64720" y="144101"/>
                  <a:pt x="63818" y="155639"/>
                  <a:pt x="62012" y="166737"/>
                </a:cubicBezTo>
                <a:cubicBezTo>
                  <a:pt x="60207" y="177835"/>
                  <a:pt x="58131" y="187260"/>
                  <a:pt x="55784" y="195011"/>
                </a:cubicBezTo>
                <a:cubicBezTo>
                  <a:pt x="53437" y="202762"/>
                  <a:pt x="50097" y="210513"/>
                  <a:pt x="45765" y="218265"/>
                </a:cubicBezTo>
                <a:cubicBezTo>
                  <a:pt x="41432" y="226016"/>
                  <a:pt x="38002" y="231917"/>
                  <a:pt x="35475" y="235969"/>
                </a:cubicBezTo>
                <a:cubicBezTo>
                  <a:pt x="32947" y="240021"/>
                  <a:pt x="29246" y="244513"/>
                  <a:pt x="24372" y="249445"/>
                </a:cubicBezTo>
                <a:cubicBezTo>
                  <a:pt x="19498" y="254378"/>
                  <a:pt x="16608" y="257284"/>
                  <a:pt x="15706" y="258165"/>
                </a:cubicBezTo>
                <a:cubicBezTo>
                  <a:pt x="14804" y="259046"/>
                  <a:pt x="12727" y="260720"/>
                  <a:pt x="9477" y="263186"/>
                </a:cubicBezTo>
                <a:cubicBezTo>
                  <a:pt x="8936" y="263714"/>
                  <a:pt x="8575" y="264067"/>
                  <a:pt x="8395" y="264243"/>
                </a:cubicBezTo>
                <a:lnTo>
                  <a:pt x="5145" y="264243"/>
                </a:lnTo>
                <a:cubicBezTo>
                  <a:pt x="3701" y="264243"/>
                  <a:pt x="2708" y="264243"/>
                  <a:pt x="2166" y="264243"/>
                </a:cubicBezTo>
                <a:cubicBezTo>
                  <a:pt x="1624" y="264243"/>
                  <a:pt x="1173" y="263979"/>
                  <a:pt x="812" y="263450"/>
                </a:cubicBezTo>
                <a:cubicBezTo>
                  <a:pt x="451" y="262921"/>
                  <a:pt x="180" y="262129"/>
                  <a:pt x="0" y="261072"/>
                </a:cubicBezTo>
                <a:cubicBezTo>
                  <a:pt x="180" y="260896"/>
                  <a:pt x="1173" y="259751"/>
                  <a:pt x="2979" y="257637"/>
                </a:cubicBezTo>
                <a:cubicBezTo>
                  <a:pt x="30961" y="229275"/>
                  <a:pt x="44952" y="187436"/>
                  <a:pt x="44952" y="132121"/>
                </a:cubicBezTo>
                <a:cubicBezTo>
                  <a:pt x="44952" y="76807"/>
                  <a:pt x="30961" y="34968"/>
                  <a:pt x="2979" y="6606"/>
                </a:cubicBezTo>
                <a:cubicBezTo>
                  <a:pt x="1173" y="4492"/>
                  <a:pt x="180" y="3347"/>
                  <a:pt x="0" y="3171"/>
                </a:cubicBezTo>
                <a:cubicBezTo>
                  <a:pt x="0" y="1762"/>
                  <a:pt x="451" y="793"/>
                  <a:pt x="1353" y="2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31" name="pdf-path-59">
            <a:extLst xmlns:a="http://schemas.openxmlformats.org/drawingml/2006/main">
              <a:ext uri="{FF2B5EF4-FFF2-40B4-BE49-F238E27FC236}">
                <a16:creationId xmlns:a16="http://schemas.microsoft.com/office/drawing/2014/main" id="{42A14014-1B01-4709-8BA1-113272DB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1437" y="614110"/>
            <a:ext cx="1132460" cy="755036"/>
          </a:xfrm>
          <a:custGeom xmlns:a="http://schemas.openxmlformats.org/drawingml/2006/main">
            <a:pathLst>
              <a:path w="1132460" h="755036">
                <a:moveTo>
                  <a:pt x="113190" y="0"/>
                </a:moveTo>
                <a:lnTo>
                  <a:pt x="1019272" y="0"/>
                </a:lnTo>
                <a:cubicBezTo>
                  <a:pt x="1026704" y="0"/>
                  <a:pt x="1034064" y="725"/>
                  <a:pt x="1041353" y="2175"/>
                </a:cubicBezTo>
                <a:cubicBezTo>
                  <a:pt x="1048641" y="3625"/>
                  <a:pt x="1055719" y="5772"/>
                  <a:pt x="1062586" y="8616"/>
                </a:cubicBezTo>
                <a:cubicBezTo>
                  <a:pt x="1069452" y="11460"/>
                  <a:pt x="1075976" y="14947"/>
                  <a:pt x="1082155" y="19076"/>
                </a:cubicBezTo>
                <a:cubicBezTo>
                  <a:pt x="1088335" y="23205"/>
                  <a:pt x="1094052" y="27897"/>
                  <a:pt x="1099307" y="33152"/>
                </a:cubicBezTo>
                <a:cubicBezTo>
                  <a:pt x="1104563" y="38408"/>
                  <a:pt x="1109254" y="44125"/>
                  <a:pt x="1113383" y="50304"/>
                </a:cubicBezTo>
                <a:cubicBezTo>
                  <a:pt x="1117511" y="56484"/>
                  <a:pt x="1120998" y="63007"/>
                  <a:pt x="1123843" y="69873"/>
                </a:cubicBezTo>
                <a:cubicBezTo>
                  <a:pt x="1126687" y="76740"/>
                  <a:pt x="1128836" y="83818"/>
                  <a:pt x="1130284" y="91107"/>
                </a:cubicBezTo>
                <a:cubicBezTo>
                  <a:pt x="1131734" y="98396"/>
                  <a:pt x="1132460" y="105757"/>
                  <a:pt x="1132460" y="113189"/>
                </a:cubicBezTo>
                <a:lnTo>
                  <a:pt x="1132460" y="641847"/>
                </a:lnTo>
                <a:cubicBezTo>
                  <a:pt x="1132460" y="649279"/>
                  <a:pt x="1131734" y="656640"/>
                  <a:pt x="1130283" y="663929"/>
                </a:cubicBezTo>
                <a:cubicBezTo>
                  <a:pt x="1128835" y="671218"/>
                  <a:pt x="1126687" y="678296"/>
                  <a:pt x="1123843" y="685163"/>
                </a:cubicBezTo>
                <a:cubicBezTo>
                  <a:pt x="1120998" y="692029"/>
                  <a:pt x="1117511" y="698552"/>
                  <a:pt x="1113383" y="704731"/>
                </a:cubicBezTo>
                <a:cubicBezTo>
                  <a:pt x="1109254" y="710911"/>
                  <a:pt x="1104563" y="716628"/>
                  <a:pt x="1099307" y="721884"/>
                </a:cubicBezTo>
                <a:cubicBezTo>
                  <a:pt x="1094052" y="727139"/>
                  <a:pt x="1088334" y="731831"/>
                  <a:pt x="1082154" y="735960"/>
                </a:cubicBezTo>
                <a:cubicBezTo>
                  <a:pt x="1075975" y="740089"/>
                  <a:pt x="1069452" y="743576"/>
                  <a:pt x="1062586" y="746420"/>
                </a:cubicBezTo>
                <a:cubicBezTo>
                  <a:pt x="1055719" y="749264"/>
                  <a:pt x="1048642" y="751411"/>
                  <a:pt x="1041354" y="752861"/>
                </a:cubicBezTo>
                <a:cubicBezTo>
                  <a:pt x="1034065" y="754311"/>
                  <a:pt x="1026704" y="755036"/>
                  <a:pt x="1019272" y="755036"/>
                </a:cubicBezTo>
                <a:lnTo>
                  <a:pt x="113190" y="755036"/>
                </a:lnTo>
                <a:cubicBezTo>
                  <a:pt x="105757" y="755036"/>
                  <a:pt x="98396" y="754311"/>
                  <a:pt x="91106" y="752861"/>
                </a:cubicBezTo>
                <a:cubicBezTo>
                  <a:pt x="83817" y="751411"/>
                  <a:pt x="76738" y="749264"/>
                  <a:pt x="69872" y="746420"/>
                </a:cubicBezTo>
                <a:cubicBezTo>
                  <a:pt x="63007" y="743576"/>
                  <a:pt x="56484" y="740089"/>
                  <a:pt x="50304" y="735960"/>
                </a:cubicBezTo>
                <a:cubicBezTo>
                  <a:pt x="44125" y="731831"/>
                  <a:pt x="38407" y="727139"/>
                  <a:pt x="33153" y="721884"/>
                </a:cubicBezTo>
                <a:cubicBezTo>
                  <a:pt x="27897" y="716628"/>
                  <a:pt x="23204" y="710911"/>
                  <a:pt x="19074" y="704731"/>
                </a:cubicBezTo>
                <a:cubicBezTo>
                  <a:pt x="14947" y="698552"/>
                  <a:pt x="11460" y="692029"/>
                  <a:pt x="8616" y="685163"/>
                </a:cubicBezTo>
                <a:cubicBezTo>
                  <a:pt x="5771" y="678296"/>
                  <a:pt x="3624" y="671218"/>
                  <a:pt x="2174" y="663929"/>
                </a:cubicBezTo>
                <a:cubicBezTo>
                  <a:pt x="724" y="656640"/>
                  <a:pt x="0" y="649279"/>
                  <a:pt x="0" y="641847"/>
                </a:cubicBezTo>
                <a:lnTo>
                  <a:pt x="0" y="113189"/>
                </a:lnTo>
                <a:cubicBezTo>
                  <a:pt x="0" y="105757"/>
                  <a:pt x="724" y="98396"/>
                  <a:pt x="2174" y="91107"/>
                </a:cubicBezTo>
                <a:cubicBezTo>
                  <a:pt x="3624" y="83818"/>
                  <a:pt x="5771" y="76740"/>
                  <a:pt x="8616" y="69873"/>
                </a:cubicBezTo>
                <a:cubicBezTo>
                  <a:pt x="11460" y="63007"/>
                  <a:pt x="14947" y="56484"/>
                  <a:pt x="19076" y="50304"/>
                </a:cubicBezTo>
                <a:cubicBezTo>
                  <a:pt x="23204" y="44125"/>
                  <a:pt x="27897" y="38408"/>
                  <a:pt x="33153" y="33152"/>
                </a:cubicBezTo>
                <a:cubicBezTo>
                  <a:pt x="38407" y="27897"/>
                  <a:pt x="44124" y="23205"/>
                  <a:pt x="50303" y="19076"/>
                </a:cubicBezTo>
                <a:cubicBezTo>
                  <a:pt x="56483" y="14947"/>
                  <a:pt x="63007" y="11460"/>
                  <a:pt x="69872" y="8616"/>
                </a:cubicBezTo>
                <a:cubicBezTo>
                  <a:pt x="76738" y="5772"/>
                  <a:pt x="83817" y="3625"/>
                  <a:pt x="91105" y="2175"/>
                </a:cubicBezTo>
                <a:cubicBezTo>
                  <a:pt x="98396" y="725"/>
                  <a:pt x="105757" y="0"/>
                  <a:pt x="11319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32" name="pdf-path-61">
            <a:extLst xmlns:a="http://schemas.openxmlformats.org/drawingml/2006/main">
              <a:ext uri="{FF2B5EF4-FFF2-40B4-BE49-F238E27FC236}">
                <a16:creationId xmlns:a16="http://schemas.microsoft.com/office/drawing/2014/main" id="{3A9A659E-9577-4CD6-8582-4A3DBBD7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4874" y="950631"/>
            <a:ext cx="90400" cy="117633"/>
          </a:xfrm>
          <a:custGeom xmlns:a="http://schemas.openxmlformats.org/drawingml/2006/main">
            <a:pathLst>
              <a:path w="90400" h="117633">
                <a:moveTo>
                  <a:pt x="49430" y="117633"/>
                </a:moveTo>
                <a:cubicBezTo>
                  <a:pt x="35685" y="117633"/>
                  <a:pt x="24054" y="113020"/>
                  <a:pt x="14539" y="103794"/>
                </a:cubicBezTo>
                <a:cubicBezTo>
                  <a:pt x="5023" y="94568"/>
                  <a:pt x="177" y="82769"/>
                  <a:pt x="0" y="68398"/>
                </a:cubicBezTo>
                <a:cubicBezTo>
                  <a:pt x="0" y="52784"/>
                  <a:pt x="4142" y="39655"/>
                  <a:pt x="12424" y="29009"/>
                </a:cubicBezTo>
                <a:cubicBezTo>
                  <a:pt x="18415" y="21025"/>
                  <a:pt x="25993" y="14460"/>
                  <a:pt x="35156" y="9315"/>
                </a:cubicBezTo>
                <a:cubicBezTo>
                  <a:pt x="44319" y="4170"/>
                  <a:pt x="54364" y="1153"/>
                  <a:pt x="65289" y="266"/>
                </a:cubicBezTo>
                <a:cubicBezTo>
                  <a:pt x="65641" y="89"/>
                  <a:pt x="69342" y="0"/>
                  <a:pt x="76391" y="0"/>
                </a:cubicBezTo>
                <a:lnTo>
                  <a:pt x="86435" y="0"/>
                </a:lnTo>
                <a:cubicBezTo>
                  <a:pt x="89078" y="887"/>
                  <a:pt x="90400" y="2661"/>
                  <a:pt x="90400" y="5323"/>
                </a:cubicBezTo>
                <a:cubicBezTo>
                  <a:pt x="90400" y="9936"/>
                  <a:pt x="86788" y="12243"/>
                  <a:pt x="79563" y="12243"/>
                </a:cubicBezTo>
                <a:lnTo>
                  <a:pt x="75334" y="12243"/>
                </a:lnTo>
                <a:lnTo>
                  <a:pt x="71897" y="12243"/>
                </a:lnTo>
                <a:cubicBezTo>
                  <a:pt x="50575" y="12243"/>
                  <a:pt x="36654" y="21823"/>
                  <a:pt x="30134" y="40985"/>
                </a:cubicBezTo>
                <a:lnTo>
                  <a:pt x="29076" y="44179"/>
                </a:lnTo>
                <a:lnTo>
                  <a:pt x="75862" y="44179"/>
                </a:lnTo>
                <a:cubicBezTo>
                  <a:pt x="78153" y="45776"/>
                  <a:pt x="79299" y="47461"/>
                  <a:pt x="79299" y="49236"/>
                </a:cubicBezTo>
                <a:cubicBezTo>
                  <a:pt x="79299" y="52429"/>
                  <a:pt x="77536" y="54825"/>
                  <a:pt x="74012" y="56421"/>
                </a:cubicBezTo>
                <a:lnTo>
                  <a:pt x="25904" y="56421"/>
                </a:lnTo>
                <a:lnTo>
                  <a:pt x="25904" y="56954"/>
                </a:lnTo>
                <a:cubicBezTo>
                  <a:pt x="24143" y="62276"/>
                  <a:pt x="23261" y="68841"/>
                  <a:pt x="23261" y="76648"/>
                </a:cubicBezTo>
                <a:cubicBezTo>
                  <a:pt x="23261" y="88358"/>
                  <a:pt x="26081" y="96431"/>
                  <a:pt x="31720" y="100866"/>
                </a:cubicBezTo>
                <a:cubicBezTo>
                  <a:pt x="37358" y="105302"/>
                  <a:pt x="43615" y="107609"/>
                  <a:pt x="50486" y="107786"/>
                </a:cubicBezTo>
                <a:cubicBezTo>
                  <a:pt x="55244" y="107786"/>
                  <a:pt x="59915" y="106899"/>
                  <a:pt x="64496" y="105124"/>
                </a:cubicBezTo>
                <a:cubicBezTo>
                  <a:pt x="69077" y="103350"/>
                  <a:pt x="72778" y="101487"/>
                  <a:pt x="75598" y="99536"/>
                </a:cubicBezTo>
                <a:cubicBezTo>
                  <a:pt x="78417" y="97584"/>
                  <a:pt x="79915" y="96608"/>
                  <a:pt x="80092" y="96608"/>
                </a:cubicBezTo>
                <a:cubicBezTo>
                  <a:pt x="81325" y="96608"/>
                  <a:pt x="82294" y="97495"/>
                  <a:pt x="82998" y="99270"/>
                </a:cubicBezTo>
                <a:cubicBezTo>
                  <a:pt x="83704" y="101044"/>
                  <a:pt x="84056" y="102729"/>
                  <a:pt x="84056" y="104326"/>
                </a:cubicBezTo>
                <a:cubicBezTo>
                  <a:pt x="84056" y="104858"/>
                  <a:pt x="83968" y="105213"/>
                  <a:pt x="83791" y="105391"/>
                </a:cubicBezTo>
                <a:cubicBezTo>
                  <a:pt x="83264" y="106101"/>
                  <a:pt x="81501" y="107342"/>
                  <a:pt x="78506" y="109117"/>
                </a:cubicBezTo>
                <a:cubicBezTo>
                  <a:pt x="75509" y="110891"/>
                  <a:pt x="71281" y="112754"/>
                  <a:pt x="65818" y="114705"/>
                </a:cubicBezTo>
                <a:cubicBezTo>
                  <a:pt x="60354" y="116657"/>
                  <a:pt x="54892" y="117633"/>
                  <a:pt x="49430" y="11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33" name="pdf-path-63">
            <a:extLst xmlns:a="http://schemas.openxmlformats.org/drawingml/2006/main">
              <a:ext uri="{FF2B5EF4-FFF2-40B4-BE49-F238E27FC236}">
                <a16:creationId xmlns:a16="http://schemas.microsoft.com/office/drawing/2014/main" id="{2DB89DB3-F1DC-4F5B-AE1F-272B921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3892" y="1024161"/>
            <a:ext cx="103531" cy="83166"/>
          </a:xfrm>
          <a:custGeom xmlns:a="http://schemas.openxmlformats.org/drawingml/2006/main">
            <a:pathLst>
              <a:path w="103531" h="83166">
                <a:moveTo>
                  <a:pt x="21117" y="83166"/>
                </a:moveTo>
                <a:cubicBezTo>
                  <a:pt x="16882" y="83166"/>
                  <a:pt x="14763" y="81097"/>
                  <a:pt x="14763" y="76957"/>
                </a:cubicBezTo>
                <a:lnTo>
                  <a:pt x="14763" y="74888"/>
                </a:lnTo>
                <a:lnTo>
                  <a:pt x="17193" y="69619"/>
                </a:lnTo>
                <a:cubicBezTo>
                  <a:pt x="26537" y="49800"/>
                  <a:pt x="33326" y="32677"/>
                  <a:pt x="37563" y="18252"/>
                </a:cubicBezTo>
                <a:lnTo>
                  <a:pt x="39057" y="13736"/>
                </a:lnTo>
                <a:lnTo>
                  <a:pt x="33077" y="13736"/>
                </a:lnTo>
                <a:cubicBezTo>
                  <a:pt x="28342" y="13736"/>
                  <a:pt x="24979" y="13924"/>
                  <a:pt x="22986" y="14300"/>
                </a:cubicBezTo>
                <a:cubicBezTo>
                  <a:pt x="20993" y="14676"/>
                  <a:pt x="18563" y="15868"/>
                  <a:pt x="15698" y="17875"/>
                </a:cubicBezTo>
                <a:cubicBezTo>
                  <a:pt x="14327" y="18753"/>
                  <a:pt x="12956" y="19882"/>
                  <a:pt x="11587" y="21262"/>
                </a:cubicBezTo>
                <a:cubicBezTo>
                  <a:pt x="10216" y="22642"/>
                  <a:pt x="9032" y="23959"/>
                  <a:pt x="8036" y="25214"/>
                </a:cubicBezTo>
                <a:cubicBezTo>
                  <a:pt x="7039" y="26468"/>
                  <a:pt x="6479" y="27220"/>
                  <a:pt x="6353" y="27471"/>
                </a:cubicBezTo>
                <a:cubicBezTo>
                  <a:pt x="6104" y="27597"/>
                  <a:pt x="5171" y="27660"/>
                  <a:pt x="3551" y="27660"/>
                </a:cubicBezTo>
                <a:cubicBezTo>
                  <a:pt x="1184" y="27660"/>
                  <a:pt x="0" y="27032"/>
                  <a:pt x="0" y="25778"/>
                </a:cubicBezTo>
                <a:cubicBezTo>
                  <a:pt x="0" y="25025"/>
                  <a:pt x="1184" y="22830"/>
                  <a:pt x="3551" y="19192"/>
                </a:cubicBezTo>
                <a:cubicBezTo>
                  <a:pt x="5917" y="15555"/>
                  <a:pt x="9344" y="11666"/>
                  <a:pt x="13828" y="7527"/>
                </a:cubicBezTo>
                <a:cubicBezTo>
                  <a:pt x="18314" y="3387"/>
                  <a:pt x="22737" y="1004"/>
                  <a:pt x="27097" y="376"/>
                </a:cubicBezTo>
                <a:cubicBezTo>
                  <a:pt x="27969" y="126"/>
                  <a:pt x="41985" y="0"/>
                  <a:pt x="69145" y="0"/>
                </a:cubicBezTo>
                <a:cubicBezTo>
                  <a:pt x="89078" y="0"/>
                  <a:pt x="99295" y="63"/>
                  <a:pt x="99793" y="188"/>
                </a:cubicBezTo>
                <a:cubicBezTo>
                  <a:pt x="102284" y="1066"/>
                  <a:pt x="103531" y="2823"/>
                  <a:pt x="103531" y="5457"/>
                </a:cubicBezTo>
                <a:cubicBezTo>
                  <a:pt x="103531" y="9345"/>
                  <a:pt x="101537" y="11980"/>
                  <a:pt x="97550" y="13359"/>
                </a:cubicBezTo>
                <a:cubicBezTo>
                  <a:pt x="96803" y="13610"/>
                  <a:pt x="92505" y="13736"/>
                  <a:pt x="84655" y="13736"/>
                </a:cubicBezTo>
                <a:lnTo>
                  <a:pt x="72696" y="13736"/>
                </a:lnTo>
                <a:lnTo>
                  <a:pt x="72135" y="16934"/>
                </a:lnTo>
                <a:cubicBezTo>
                  <a:pt x="70640" y="25966"/>
                  <a:pt x="69892" y="33430"/>
                  <a:pt x="69892" y="39326"/>
                </a:cubicBezTo>
                <a:cubicBezTo>
                  <a:pt x="69892" y="45848"/>
                  <a:pt x="70453" y="51681"/>
                  <a:pt x="71575" y="56824"/>
                </a:cubicBezTo>
                <a:cubicBezTo>
                  <a:pt x="72696" y="61967"/>
                  <a:pt x="73879" y="65981"/>
                  <a:pt x="75124" y="68866"/>
                </a:cubicBezTo>
                <a:cubicBezTo>
                  <a:pt x="76371" y="71751"/>
                  <a:pt x="76994" y="73508"/>
                  <a:pt x="76994" y="74135"/>
                </a:cubicBezTo>
                <a:cubicBezTo>
                  <a:pt x="76994" y="76267"/>
                  <a:pt x="76122" y="78274"/>
                  <a:pt x="74378" y="80156"/>
                </a:cubicBezTo>
                <a:cubicBezTo>
                  <a:pt x="72633" y="82038"/>
                  <a:pt x="70391" y="82978"/>
                  <a:pt x="67649" y="82978"/>
                </a:cubicBezTo>
                <a:cubicBezTo>
                  <a:pt x="66280" y="82978"/>
                  <a:pt x="65158" y="82790"/>
                  <a:pt x="64286" y="82414"/>
                </a:cubicBezTo>
                <a:cubicBezTo>
                  <a:pt x="63414" y="82038"/>
                  <a:pt x="62417" y="80532"/>
                  <a:pt x="61296" y="77898"/>
                </a:cubicBezTo>
                <a:cubicBezTo>
                  <a:pt x="60174" y="75264"/>
                  <a:pt x="59178" y="71501"/>
                  <a:pt x="58306" y="66608"/>
                </a:cubicBezTo>
                <a:cubicBezTo>
                  <a:pt x="58181" y="65479"/>
                  <a:pt x="58119" y="62720"/>
                  <a:pt x="58119" y="58330"/>
                </a:cubicBezTo>
                <a:cubicBezTo>
                  <a:pt x="58119" y="52183"/>
                  <a:pt x="58680" y="45598"/>
                  <a:pt x="59801" y="38573"/>
                </a:cubicBezTo>
                <a:cubicBezTo>
                  <a:pt x="60922" y="31548"/>
                  <a:pt x="62044" y="25778"/>
                  <a:pt x="63165" y="21262"/>
                </a:cubicBezTo>
                <a:cubicBezTo>
                  <a:pt x="64286" y="16746"/>
                  <a:pt x="64909" y="14238"/>
                  <a:pt x="65033" y="13736"/>
                </a:cubicBezTo>
                <a:lnTo>
                  <a:pt x="46719" y="13736"/>
                </a:lnTo>
                <a:lnTo>
                  <a:pt x="46532" y="14488"/>
                </a:lnTo>
                <a:cubicBezTo>
                  <a:pt x="46532" y="14865"/>
                  <a:pt x="45348" y="19819"/>
                  <a:pt x="42982" y="29353"/>
                </a:cubicBezTo>
                <a:cubicBezTo>
                  <a:pt x="40615" y="38886"/>
                  <a:pt x="37936" y="48984"/>
                  <a:pt x="34946" y="59647"/>
                </a:cubicBezTo>
                <a:cubicBezTo>
                  <a:pt x="31956" y="70309"/>
                  <a:pt x="30025" y="76393"/>
                  <a:pt x="29153" y="77898"/>
                </a:cubicBezTo>
                <a:cubicBezTo>
                  <a:pt x="27782" y="81410"/>
                  <a:pt x="25104" y="83166"/>
                  <a:pt x="21117" y="831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4" name="pdf-path-65">
            <a:extLst xmlns:a="http://schemas.openxmlformats.org/drawingml/2006/main">
              <a:ext uri="{FF2B5EF4-FFF2-40B4-BE49-F238E27FC236}">
                <a16:creationId xmlns:a16="http://schemas.microsoft.com/office/drawing/2014/main" id="{2F835DFF-E64C-43D3-9D43-D832719F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4952" y="865733"/>
            <a:ext cx="63174" cy="266138"/>
          </a:xfrm>
          <a:custGeom xmlns:a="http://schemas.openxmlformats.org/drawingml/2006/main">
            <a:pathLst>
              <a:path w="63174" h="266138">
                <a:moveTo>
                  <a:pt x="0" y="133069"/>
                </a:moveTo>
                <a:cubicBezTo>
                  <a:pt x="0" y="120826"/>
                  <a:pt x="881" y="109205"/>
                  <a:pt x="2644" y="98205"/>
                </a:cubicBezTo>
                <a:cubicBezTo>
                  <a:pt x="4406" y="87204"/>
                  <a:pt x="6432" y="77712"/>
                  <a:pt x="8723" y="69728"/>
                </a:cubicBezTo>
                <a:cubicBezTo>
                  <a:pt x="11014" y="61744"/>
                  <a:pt x="14275" y="53937"/>
                  <a:pt x="18504" y="46308"/>
                </a:cubicBezTo>
                <a:cubicBezTo>
                  <a:pt x="22732" y="38678"/>
                  <a:pt x="26081" y="32735"/>
                  <a:pt x="28548" y="28477"/>
                </a:cubicBezTo>
                <a:cubicBezTo>
                  <a:pt x="31014" y="24219"/>
                  <a:pt x="34715" y="19605"/>
                  <a:pt x="39650" y="14637"/>
                </a:cubicBezTo>
                <a:cubicBezTo>
                  <a:pt x="44583" y="9669"/>
                  <a:pt x="47491" y="6653"/>
                  <a:pt x="48373" y="5589"/>
                </a:cubicBezTo>
                <a:cubicBezTo>
                  <a:pt x="49253" y="4524"/>
                  <a:pt x="51456" y="2661"/>
                  <a:pt x="54980" y="0"/>
                </a:cubicBezTo>
                <a:lnTo>
                  <a:pt x="58416" y="0"/>
                </a:lnTo>
                <a:lnTo>
                  <a:pt x="59474" y="0"/>
                </a:lnTo>
                <a:cubicBezTo>
                  <a:pt x="61940" y="0"/>
                  <a:pt x="63174" y="798"/>
                  <a:pt x="63174" y="2395"/>
                </a:cubicBezTo>
                <a:cubicBezTo>
                  <a:pt x="63174" y="2927"/>
                  <a:pt x="61676" y="4790"/>
                  <a:pt x="58681" y="7984"/>
                </a:cubicBezTo>
                <a:cubicBezTo>
                  <a:pt x="55685" y="11178"/>
                  <a:pt x="52072" y="15880"/>
                  <a:pt x="47844" y="22089"/>
                </a:cubicBezTo>
                <a:cubicBezTo>
                  <a:pt x="43615" y="28299"/>
                  <a:pt x="39298" y="35929"/>
                  <a:pt x="34892" y="44977"/>
                </a:cubicBezTo>
                <a:cubicBezTo>
                  <a:pt x="30487" y="54026"/>
                  <a:pt x="26786" y="66268"/>
                  <a:pt x="23790" y="81704"/>
                </a:cubicBezTo>
                <a:cubicBezTo>
                  <a:pt x="20794" y="97140"/>
                  <a:pt x="19296" y="114262"/>
                  <a:pt x="19296" y="133069"/>
                </a:cubicBezTo>
                <a:cubicBezTo>
                  <a:pt x="19296" y="151876"/>
                  <a:pt x="20794" y="168909"/>
                  <a:pt x="23790" y="184167"/>
                </a:cubicBezTo>
                <a:cubicBezTo>
                  <a:pt x="26786" y="199426"/>
                  <a:pt x="30398" y="211757"/>
                  <a:pt x="34627" y="221160"/>
                </a:cubicBezTo>
                <a:cubicBezTo>
                  <a:pt x="38857" y="230564"/>
                  <a:pt x="43174" y="238193"/>
                  <a:pt x="47580" y="244048"/>
                </a:cubicBezTo>
                <a:cubicBezTo>
                  <a:pt x="51985" y="249903"/>
                  <a:pt x="55685" y="254605"/>
                  <a:pt x="58681" y="258153"/>
                </a:cubicBezTo>
                <a:cubicBezTo>
                  <a:pt x="61676" y="261702"/>
                  <a:pt x="63174" y="263565"/>
                  <a:pt x="63174" y="263742"/>
                </a:cubicBezTo>
                <a:cubicBezTo>
                  <a:pt x="63174" y="265339"/>
                  <a:pt x="61853" y="266138"/>
                  <a:pt x="59209" y="266138"/>
                </a:cubicBezTo>
                <a:lnTo>
                  <a:pt x="58416" y="266138"/>
                </a:lnTo>
                <a:lnTo>
                  <a:pt x="54980" y="266138"/>
                </a:lnTo>
                <a:lnTo>
                  <a:pt x="47580" y="259750"/>
                </a:lnTo>
                <a:cubicBezTo>
                  <a:pt x="31014" y="244669"/>
                  <a:pt x="18944" y="225862"/>
                  <a:pt x="11367" y="203329"/>
                </a:cubicBezTo>
                <a:cubicBezTo>
                  <a:pt x="3789" y="180796"/>
                  <a:pt x="0" y="157376"/>
                  <a:pt x="0" y="13306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35" name="pdf-path-67">
            <a:extLst xmlns:a="http://schemas.openxmlformats.org/drawingml/2006/main">
              <a:ext uri="{FF2B5EF4-FFF2-40B4-BE49-F238E27FC236}">
                <a16:creationId xmlns:a16="http://schemas.microsoft.com/office/drawing/2014/main" id="{827A40ED-0845-4753-9F19-B195B6A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6939" y="947526"/>
            <a:ext cx="96743" cy="120472"/>
          </a:xfrm>
          <a:custGeom xmlns:a="http://schemas.openxmlformats.org/drawingml/2006/main">
            <a:pathLst>
              <a:path w="96743" h="120472">
                <a:moveTo>
                  <a:pt x="20617" y="40896"/>
                </a:moveTo>
                <a:cubicBezTo>
                  <a:pt x="20617" y="35219"/>
                  <a:pt x="22027" y="29453"/>
                  <a:pt x="24846" y="23597"/>
                </a:cubicBezTo>
                <a:cubicBezTo>
                  <a:pt x="27666" y="17743"/>
                  <a:pt x="32600" y="12331"/>
                  <a:pt x="39649" y="7363"/>
                </a:cubicBezTo>
                <a:cubicBezTo>
                  <a:pt x="46697" y="2395"/>
                  <a:pt x="55244" y="0"/>
                  <a:pt x="65288" y="177"/>
                </a:cubicBezTo>
                <a:cubicBezTo>
                  <a:pt x="76214" y="177"/>
                  <a:pt x="84144" y="2573"/>
                  <a:pt x="89077" y="7363"/>
                </a:cubicBezTo>
                <a:cubicBezTo>
                  <a:pt x="94012" y="12154"/>
                  <a:pt x="96567" y="17476"/>
                  <a:pt x="96743" y="23331"/>
                </a:cubicBezTo>
                <a:cubicBezTo>
                  <a:pt x="96743" y="29009"/>
                  <a:pt x="95245" y="33178"/>
                  <a:pt x="92249" y="35840"/>
                </a:cubicBezTo>
                <a:cubicBezTo>
                  <a:pt x="89254" y="38501"/>
                  <a:pt x="85905" y="39921"/>
                  <a:pt x="82205" y="40098"/>
                </a:cubicBezTo>
                <a:cubicBezTo>
                  <a:pt x="79915" y="40098"/>
                  <a:pt x="77800" y="39388"/>
                  <a:pt x="75862" y="37969"/>
                </a:cubicBezTo>
                <a:cubicBezTo>
                  <a:pt x="73923" y="36550"/>
                  <a:pt x="72865" y="34243"/>
                  <a:pt x="72690" y="31049"/>
                </a:cubicBezTo>
                <a:cubicBezTo>
                  <a:pt x="72690" y="28210"/>
                  <a:pt x="73483" y="25727"/>
                  <a:pt x="75069" y="23597"/>
                </a:cubicBezTo>
                <a:cubicBezTo>
                  <a:pt x="76655" y="21468"/>
                  <a:pt x="78152" y="19871"/>
                  <a:pt x="79561" y="18807"/>
                </a:cubicBezTo>
                <a:cubicBezTo>
                  <a:pt x="80972" y="17743"/>
                  <a:pt x="82117" y="17210"/>
                  <a:pt x="82998" y="17210"/>
                </a:cubicBezTo>
                <a:cubicBezTo>
                  <a:pt x="83174" y="17210"/>
                  <a:pt x="83262" y="17121"/>
                  <a:pt x="83262" y="16944"/>
                </a:cubicBezTo>
                <a:cubicBezTo>
                  <a:pt x="83262" y="16412"/>
                  <a:pt x="82646" y="15613"/>
                  <a:pt x="81412" y="14549"/>
                </a:cubicBezTo>
                <a:cubicBezTo>
                  <a:pt x="80179" y="13484"/>
                  <a:pt x="77975" y="12509"/>
                  <a:pt x="74804" y="11621"/>
                </a:cubicBezTo>
                <a:cubicBezTo>
                  <a:pt x="71632" y="10734"/>
                  <a:pt x="68196" y="10202"/>
                  <a:pt x="64495" y="10024"/>
                </a:cubicBezTo>
                <a:cubicBezTo>
                  <a:pt x="56037" y="10024"/>
                  <a:pt x="49869" y="12331"/>
                  <a:pt x="45993" y="16944"/>
                </a:cubicBezTo>
                <a:cubicBezTo>
                  <a:pt x="42116" y="21557"/>
                  <a:pt x="40089" y="26259"/>
                  <a:pt x="39913" y="31049"/>
                </a:cubicBezTo>
                <a:cubicBezTo>
                  <a:pt x="39913" y="35485"/>
                  <a:pt x="41587" y="38590"/>
                  <a:pt x="44936" y="40364"/>
                </a:cubicBezTo>
                <a:cubicBezTo>
                  <a:pt x="48283" y="42138"/>
                  <a:pt x="53129" y="43646"/>
                  <a:pt x="59473" y="44889"/>
                </a:cubicBezTo>
                <a:cubicBezTo>
                  <a:pt x="65817" y="46131"/>
                  <a:pt x="70398" y="47461"/>
                  <a:pt x="73218" y="48880"/>
                </a:cubicBezTo>
                <a:cubicBezTo>
                  <a:pt x="84848" y="54026"/>
                  <a:pt x="90663" y="62542"/>
                  <a:pt x="90663" y="74430"/>
                </a:cubicBezTo>
                <a:cubicBezTo>
                  <a:pt x="90663" y="79398"/>
                  <a:pt x="89695" y="84365"/>
                  <a:pt x="87756" y="89334"/>
                </a:cubicBezTo>
                <a:cubicBezTo>
                  <a:pt x="85818" y="94302"/>
                  <a:pt x="82910" y="99269"/>
                  <a:pt x="79034" y="104237"/>
                </a:cubicBezTo>
                <a:cubicBezTo>
                  <a:pt x="75157" y="109205"/>
                  <a:pt x="69605" y="113109"/>
                  <a:pt x="62381" y="115947"/>
                </a:cubicBezTo>
                <a:cubicBezTo>
                  <a:pt x="55156" y="118786"/>
                  <a:pt x="46874" y="120294"/>
                  <a:pt x="37534" y="120472"/>
                </a:cubicBezTo>
                <a:cubicBezTo>
                  <a:pt x="23965" y="120472"/>
                  <a:pt x="14362" y="117899"/>
                  <a:pt x="8723" y="112754"/>
                </a:cubicBezTo>
                <a:cubicBezTo>
                  <a:pt x="3084" y="107608"/>
                  <a:pt x="176" y="101576"/>
                  <a:pt x="0" y="94656"/>
                </a:cubicBezTo>
                <a:cubicBezTo>
                  <a:pt x="0" y="87737"/>
                  <a:pt x="1850" y="82769"/>
                  <a:pt x="5551" y="79753"/>
                </a:cubicBezTo>
                <a:cubicBezTo>
                  <a:pt x="9251" y="76736"/>
                  <a:pt x="13128" y="75228"/>
                  <a:pt x="17180" y="75228"/>
                </a:cubicBezTo>
                <a:cubicBezTo>
                  <a:pt x="19824" y="75228"/>
                  <a:pt x="22292" y="76027"/>
                  <a:pt x="24582" y="77623"/>
                </a:cubicBezTo>
                <a:cubicBezTo>
                  <a:pt x="26873" y="79220"/>
                  <a:pt x="28106" y="81970"/>
                  <a:pt x="28283" y="85874"/>
                </a:cubicBezTo>
                <a:cubicBezTo>
                  <a:pt x="28283" y="90487"/>
                  <a:pt x="26697" y="94390"/>
                  <a:pt x="23524" y="97584"/>
                </a:cubicBezTo>
                <a:cubicBezTo>
                  <a:pt x="20352" y="100778"/>
                  <a:pt x="17621" y="102374"/>
                  <a:pt x="15330" y="102374"/>
                </a:cubicBezTo>
                <a:cubicBezTo>
                  <a:pt x="14978" y="102552"/>
                  <a:pt x="14714" y="102641"/>
                  <a:pt x="14537" y="102641"/>
                </a:cubicBezTo>
                <a:cubicBezTo>
                  <a:pt x="14362" y="102641"/>
                  <a:pt x="14274" y="102818"/>
                  <a:pt x="14274" y="103173"/>
                </a:cubicBezTo>
                <a:cubicBezTo>
                  <a:pt x="14449" y="103705"/>
                  <a:pt x="15155" y="104415"/>
                  <a:pt x="16387" y="105302"/>
                </a:cubicBezTo>
                <a:cubicBezTo>
                  <a:pt x="17621" y="106189"/>
                  <a:pt x="20352" y="107342"/>
                  <a:pt x="24582" y="108762"/>
                </a:cubicBezTo>
                <a:cubicBezTo>
                  <a:pt x="28811" y="110181"/>
                  <a:pt x="33657" y="110802"/>
                  <a:pt x="39120" y="110625"/>
                </a:cubicBezTo>
                <a:cubicBezTo>
                  <a:pt x="45464" y="110625"/>
                  <a:pt x="50927" y="109649"/>
                  <a:pt x="55508" y="107697"/>
                </a:cubicBezTo>
                <a:cubicBezTo>
                  <a:pt x="60089" y="105745"/>
                  <a:pt x="63438" y="103261"/>
                  <a:pt x="65553" y="100245"/>
                </a:cubicBezTo>
                <a:cubicBezTo>
                  <a:pt x="67667" y="97229"/>
                  <a:pt x="69166" y="94479"/>
                  <a:pt x="70046" y="91995"/>
                </a:cubicBezTo>
                <a:cubicBezTo>
                  <a:pt x="70927" y="89511"/>
                  <a:pt x="71368" y="87293"/>
                  <a:pt x="71368" y="85341"/>
                </a:cubicBezTo>
                <a:cubicBezTo>
                  <a:pt x="71368" y="80374"/>
                  <a:pt x="69518" y="76648"/>
                  <a:pt x="65817" y="74164"/>
                </a:cubicBezTo>
                <a:cubicBezTo>
                  <a:pt x="62116" y="71680"/>
                  <a:pt x="57887" y="70172"/>
                  <a:pt x="53129" y="69639"/>
                </a:cubicBezTo>
                <a:cubicBezTo>
                  <a:pt x="48371" y="69107"/>
                  <a:pt x="43173" y="67776"/>
                  <a:pt x="37534" y="65647"/>
                </a:cubicBezTo>
                <a:cubicBezTo>
                  <a:pt x="31895" y="63518"/>
                  <a:pt x="27754" y="60413"/>
                  <a:pt x="25111" y="56332"/>
                </a:cubicBezTo>
                <a:cubicBezTo>
                  <a:pt x="22115" y="51897"/>
                  <a:pt x="20617" y="46752"/>
                  <a:pt x="20617" y="408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36" name="pdf-path-69">
            <a:extLst xmlns:a="http://schemas.openxmlformats.org/drawingml/2006/main">
              <a:ext uri="{FF2B5EF4-FFF2-40B4-BE49-F238E27FC236}">
                <a16:creationId xmlns:a16="http://schemas.microsoft.com/office/drawing/2014/main" id="{B304B399-9925-4F87-90DC-7EA3586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228" y="850053"/>
            <a:ext cx="43355" cy="97278"/>
          </a:xfrm>
          <a:custGeom xmlns:a="http://schemas.openxmlformats.org/drawingml/2006/main">
            <a:pathLst>
              <a:path w="43355" h="97278">
                <a:moveTo>
                  <a:pt x="9156" y="97278"/>
                </a:moveTo>
                <a:cubicBezTo>
                  <a:pt x="8409" y="97278"/>
                  <a:pt x="6727" y="96902"/>
                  <a:pt x="4111" y="96149"/>
                </a:cubicBezTo>
                <a:cubicBezTo>
                  <a:pt x="1495" y="95397"/>
                  <a:pt x="124" y="94644"/>
                  <a:pt x="0" y="93891"/>
                </a:cubicBezTo>
                <a:cubicBezTo>
                  <a:pt x="0" y="93013"/>
                  <a:pt x="3425" y="78462"/>
                  <a:pt x="10278" y="50239"/>
                </a:cubicBezTo>
                <a:cubicBezTo>
                  <a:pt x="17130" y="22015"/>
                  <a:pt x="20930" y="7275"/>
                  <a:pt x="21678" y="6021"/>
                </a:cubicBezTo>
                <a:cubicBezTo>
                  <a:pt x="23546" y="2007"/>
                  <a:pt x="26786" y="0"/>
                  <a:pt x="31396" y="0"/>
                </a:cubicBezTo>
                <a:cubicBezTo>
                  <a:pt x="33887" y="0"/>
                  <a:pt x="36504" y="941"/>
                  <a:pt x="39244" y="2822"/>
                </a:cubicBezTo>
                <a:cubicBezTo>
                  <a:pt x="41985" y="4704"/>
                  <a:pt x="43355" y="7463"/>
                  <a:pt x="43355" y="11101"/>
                </a:cubicBezTo>
                <a:cubicBezTo>
                  <a:pt x="43355" y="11728"/>
                  <a:pt x="43231" y="12669"/>
                  <a:pt x="42982" y="13924"/>
                </a:cubicBezTo>
                <a:cubicBezTo>
                  <a:pt x="42857" y="14802"/>
                  <a:pt x="37437" y="28788"/>
                  <a:pt x="26724" y="55883"/>
                </a:cubicBezTo>
                <a:cubicBezTo>
                  <a:pt x="16009" y="82978"/>
                  <a:pt x="10464" y="96651"/>
                  <a:pt x="10091" y="96902"/>
                </a:cubicBezTo>
                <a:cubicBezTo>
                  <a:pt x="9717" y="97153"/>
                  <a:pt x="9406" y="97278"/>
                  <a:pt x="9156" y="972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80C84816-21F7-45FC-A694-F5617831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9172" y="1013285"/>
            <a:ext cx="58119" cy="119858"/>
          </a:xfrm>
          <a:custGeom xmlns:a="http://schemas.openxmlformats.org/drawingml/2006/main">
            <a:pathLst>
              <a:path w="58119" h="119858">
                <a:moveTo>
                  <a:pt x="1308" y="45346"/>
                </a:moveTo>
                <a:cubicBezTo>
                  <a:pt x="436" y="44469"/>
                  <a:pt x="0" y="43841"/>
                  <a:pt x="0" y="43465"/>
                </a:cubicBezTo>
                <a:cubicBezTo>
                  <a:pt x="0" y="42963"/>
                  <a:pt x="187" y="41960"/>
                  <a:pt x="560" y="40454"/>
                </a:cubicBezTo>
                <a:cubicBezTo>
                  <a:pt x="934" y="38949"/>
                  <a:pt x="1245" y="38071"/>
                  <a:pt x="1495" y="37820"/>
                </a:cubicBezTo>
                <a:cubicBezTo>
                  <a:pt x="1744" y="37193"/>
                  <a:pt x="2305" y="36879"/>
                  <a:pt x="3177" y="36879"/>
                </a:cubicBezTo>
                <a:cubicBezTo>
                  <a:pt x="4049" y="36879"/>
                  <a:pt x="7226" y="36817"/>
                  <a:pt x="12707" y="36691"/>
                </a:cubicBezTo>
                <a:lnTo>
                  <a:pt x="22613" y="36691"/>
                </a:lnTo>
                <a:lnTo>
                  <a:pt x="26162" y="21639"/>
                </a:lnTo>
                <a:cubicBezTo>
                  <a:pt x="26537" y="20259"/>
                  <a:pt x="26973" y="18440"/>
                  <a:pt x="27470" y="16182"/>
                </a:cubicBezTo>
                <a:cubicBezTo>
                  <a:pt x="27969" y="13924"/>
                  <a:pt x="28405" y="12293"/>
                  <a:pt x="28780" y="11290"/>
                </a:cubicBezTo>
                <a:cubicBezTo>
                  <a:pt x="29153" y="10286"/>
                  <a:pt x="29526" y="9032"/>
                  <a:pt x="29901" y="7527"/>
                </a:cubicBezTo>
                <a:cubicBezTo>
                  <a:pt x="30274" y="6021"/>
                  <a:pt x="30773" y="4955"/>
                  <a:pt x="31396" y="4328"/>
                </a:cubicBezTo>
                <a:cubicBezTo>
                  <a:pt x="32018" y="3701"/>
                  <a:pt x="32641" y="2948"/>
                  <a:pt x="33264" y="2070"/>
                </a:cubicBezTo>
                <a:cubicBezTo>
                  <a:pt x="33887" y="1192"/>
                  <a:pt x="34760" y="627"/>
                  <a:pt x="35880" y="376"/>
                </a:cubicBezTo>
                <a:cubicBezTo>
                  <a:pt x="37001" y="126"/>
                  <a:pt x="38123" y="0"/>
                  <a:pt x="39244" y="0"/>
                </a:cubicBezTo>
                <a:cubicBezTo>
                  <a:pt x="41487" y="126"/>
                  <a:pt x="43044" y="815"/>
                  <a:pt x="43916" y="2070"/>
                </a:cubicBezTo>
                <a:cubicBezTo>
                  <a:pt x="44788" y="3324"/>
                  <a:pt x="45224" y="4516"/>
                  <a:pt x="45224" y="5645"/>
                </a:cubicBezTo>
                <a:cubicBezTo>
                  <a:pt x="45224" y="6523"/>
                  <a:pt x="44664" y="9471"/>
                  <a:pt x="43543" y="14488"/>
                </a:cubicBezTo>
                <a:cubicBezTo>
                  <a:pt x="42421" y="19506"/>
                  <a:pt x="41175" y="24461"/>
                  <a:pt x="39805" y="29353"/>
                </a:cubicBezTo>
                <a:lnTo>
                  <a:pt x="37936" y="36315"/>
                </a:lnTo>
                <a:cubicBezTo>
                  <a:pt x="37936" y="36566"/>
                  <a:pt x="41051" y="36691"/>
                  <a:pt x="47280" y="36691"/>
                </a:cubicBezTo>
                <a:lnTo>
                  <a:pt x="56810" y="36691"/>
                </a:lnTo>
                <a:cubicBezTo>
                  <a:pt x="57683" y="37569"/>
                  <a:pt x="58119" y="38259"/>
                  <a:pt x="58119" y="38761"/>
                </a:cubicBezTo>
                <a:cubicBezTo>
                  <a:pt x="58119" y="41521"/>
                  <a:pt x="57309" y="43716"/>
                  <a:pt x="55690" y="45346"/>
                </a:cubicBezTo>
                <a:lnTo>
                  <a:pt x="35693" y="45346"/>
                </a:lnTo>
                <a:lnTo>
                  <a:pt x="28966" y="72630"/>
                </a:lnTo>
                <a:cubicBezTo>
                  <a:pt x="24107" y="92700"/>
                  <a:pt x="21678" y="103488"/>
                  <a:pt x="21678" y="104993"/>
                </a:cubicBezTo>
                <a:cubicBezTo>
                  <a:pt x="21678" y="110262"/>
                  <a:pt x="23359" y="112896"/>
                  <a:pt x="26724" y="112896"/>
                </a:cubicBezTo>
                <a:cubicBezTo>
                  <a:pt x="31084" y="112896"/>
                  <a:pt x="35320" y="110763"/>
                  <a:pt x="39431" y="106498"/>
                </a:cubicBezTo>
                <a:cubicBezTo>
                  <a:pt x="43543" y="102233"/>
                  <a:pt x="46844" y="96965"/>
                  <a:pt x="49335" y="90693"/>
                </a:cubicBezTo>
                <a:cubicBezTo>
                  <a:pt x="49585" y="89940"/>
                  <a:pt x="49896" y="89501"/>
                  <a:pt x="50270" y="89376"/>
                </a:cubicBezTo>
                <a:cubicBezTo>
                  <a:pt x="50643" y="89250"/>
                  <a:pt x="51578" y="89125"/>
                  <a:pt x="53074" y="89000"/>
                </a:cubicBezTo>
                <a:lnTo>
                  <a:pt x="53821" y="89000"/>
                </a:lnTo>
                <a:cubicBezTo>
                  <a:pt x="55690" y="89000"/>
                  <a:pt x="56624" y="89501"/>
                  <a:pt x="56624" y="90505"/>
                </a:cubicBezTo>
                <a:cubicBezTo>
                  <a:pt x="56624" y="90881"/>
                  <a:pt x="56437" y="91634"/>
                  <a:pt x="56063" y="92763"/>
                </a:cubicBezTo>
                <a:cubicBezTo>
                  <a:pt x="55441" y="94770"/>
                  <a:pt x="54319" y="97153"/>
                  <a:pt x="52699" y="99913"/>
                </a:cubicBezTo>
                <a:cubicBezTo>
                  <a:pt x="51079" y="102673"/>
                  <a:pt x="48962" y="105620"/>
                  <a:pt x="46346" y="108756"/>
                </a:cubicBezTo>
                <a:cubicBezTo>
                  <a:pt x="43730" y="111892"/>
                  <a:pt x="40552" y="114526"/>
                  <a:pt x="36815" y="116659"/>
                </a:cubicBezTo>
                <a:cubicBezTo>
                  <a:pt x="33077" y="118791"/>
                  <a:pt x="29277" y="119858"/>
                  <a:pt x="25415" y="119858"/>
                </a:cubicBezTo>
                <a:cubicBezTo>
                  <a:pt x="21678" y="119858"/>
                  <a:pt x="18127" y="118917"/>
                  <a:pt x="14763" y="117035"/>
                </a:cubicBezTo>
                <a:cubicBezTo>
                  <a:pt x="11399" y="115154"/>
                  <a:pt x="8970" y="111892"/>
                  <a:pt x="7475" y="107251"/>
                </a:cubicBezTo>
                <a:cubicBezTo>
                  <a:pt x="7226" y="106247"/>
                  <a:pt x="7101" y="104554"/>
                  <a:pt x="7101" y="102171"/>
                </a:cubicBezTo>
                <a:lnTo>
                  <a:pt x="7101" y="98784"/>
                </a:lnTo>
                <a:lnTo>
                  <a:pt x="13642" y="72442"/>
                </a:lnTo>
                <a:cubicBezTo>
                  <a:pt x="18002" y="54755"/>
                  <a:pt x="20245" y="45848"/>
                  <a:pt x="20370" y="45723"/>
                </a:cubicBezTo>
                <a:cubicBezTo>
                  <a:pt x="20370" y="45472"/>
                  <a:pt x="17193" y="45346"/>
                  <a:pt x="10839" y="45346"/>
                </a:cubicBezTo>
                <a:lnTo>
                  <a:pt x="1308" y="453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8" name="pdf-path-73">
            <a:extLst xmlns:a="http://schemas.openxmlformats.org/drawingml/2006/main">
              <a:ext uri="{FF2B5EF4-FFF2-40B4-BE49-F238E27FC236}">
                <a16:creationId xmlns:a16="http://schemas.microsoft.com/office/drawing/2014/main" id="{BB65A082-D590-49DA-B186-0DEC3CA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6911" y="1033134"/>
            <a:ext cx="34891" cy="84011"/>
          </a:xfrm>
          <a:custGeom xmlns:a="http://schemas.openxmlformats.org/drawingml/2006/main">
            <a:pathLst>
              <a:path w="34891" h="84011">
                <a:moveTo>
                  <a:pt x="0" y="22888"/>
                </a:moveTo>
                <a:cubicBezTo>
                  <a:pt x="0" y="22888"/>
                  <a:pt x="0" y="20670"/>
                  <a:pt x="0" y="16234"/>
                </a:cubicBezTo>
                <a:cubicBezTo>
                  <a:pt x="0" y="11799"/>
                  <a:pt x="1410" y="7984"/>
                  <a:pt x="4229" y="4790"/>
                </a:cubicBezTo>
                <a:cubicBezTo>
                  <a:pt x="7048" y="1597"/>
                  <a:pt x="10838" y="0"/>
                  <a:pt x="15596" y="0"/>
                </a:cubicBezTo>
                <a:cubicBezTo>
                  <a:pt x="20529" y="0"/>
                  <a:pt x="24935" y="2218"/>
                  <a:pt x="28812" y="6653"/>
                </a:cubicBezTo>
                <a:cubicBezTo>
                  <a:pt x="32689" y="11089"/>
                  <a:pt x="34715" y="18896"/>
                  <a:pt x="34891" y="30073"/>
                </a:cubicBezTo>
                <a:cubicBezTo>
                  <a:pt x="34891" y="36284"/>
                  <a:pt x="34098" y="42316"/>
                  <a:pt x="32512" y="48171"/>
                </a:cubicBezTo>
                <a:cubicBezTo>
                  <a:pt x="30926" y="54026"/>
                  <a:pt x="29076" y="59083"/>
                  <a:pt x="26961" y="63341"/>
                </a:cubicBezTo>
                <a:cubicBezTo>
                  <a:pt x="24847" y="67599"/>
                  <a:pt x="22556" y="71236"/>
                  <a:pt x="20089" y="74252"/>
                </a:cubicBezTo>
                <a:cubicBezTo>
                  <a:pt x="17622" y="77269"/>
                  <a:pt x="15507" y="79664"/>
                  <a:pt x="13745" y="81438"/>
                </a:cubicBezTo>
                <a:cubicBezTo>
                  <a:pt x="11983" y="83212"/>
                  <a:pt x="10838" y="84011"/>
                  <a:pt x="10309" y="83834"/>
                </a:cubicBezTo>
                <a:cubicBezTo>
                  <a:pt x="9604" y="83834"/>
                  <a:pt x="8459" y="83035"/>
                  <a:pt x="6873" y="81438"/>
                </a:cubicBezTo>
                <a:cubicBezTo>
                  <a:pt x="5287" y="79841"/>
                  <a:pt x="4494" y="78688"/>
                  <a:pt x="4494" y="77978"/>
                </a:cubicBezTo>
                <a:cubicBezTo>
                  <a:pt x="4494" y="77269"/>
                  <a:pt x="5462" y="75849"/>
                  <a:pt x="7401" y="73720"/>
                </a:cubicBezTo>
                <a:cubicBezTo>
                  <a:pt x="9340" y="71591"/>
                  <a:pt x="11542" y="68930"/>
                  <a:pt x="14010" y="65736"/>
                </a:cubicBezTo>
                <a:cubicBezTo>
                  <a:pt x="16477" y="62542"/>
                  <a:pt x="18767" y="58107"/>
                  <a:pt x="20882" y="52429"/>
                </a:cubicBezTo>
                <a:cubicBezTo>
                  <a:pt x="22996" y="46752"/>
                  <a:pt x="24407" y="40275"/>
                  <a:pt x="25111" y="33001"/>
                </a:cubicBezTo>
                <a:lnTo>
                  <a:pt x="25111" y="29807"/>
                </a:lnTo>
                <a:lnTo>
                  <a:pt x="24847" y="30073"/>
                </a:lnTo>
                <a:cubicBezTo>
                  <a:pt x="24494" y="30251"/>
                  <a:pt x="24054" y="30428"/>
                  <a:pt x="23525" y="30606"/>
                </a:cubicBezTo>
                <a:cubicBezTo>
                  <a:pt x="22996" y="30783"/>
                  <a:pt x="22468" y="31050"/>
                  <a:pt x="21939" y="31404"/>
                </a:cubicBezTo>
                <a:cubicBezTo>
                  <a:pt x="21410" y="31759"/>
                  <a:pt x="20617" y="31936"/>
                  <a:pt x="19560" y="31936"/>
                </a:cubicBezTo>
                <a:cubicBezTo>
                  <a:pt x="18504" y="31936"/>
                  <a:pt x="17445" y="32025"/>
                  <a:pt x="16389" y="32203"/>
                </a:cubicBezTo>
                <a:cubicBezTo>
                  <a:pt x="11631" y="32203"/>
                  <a:pt x="7754" y="30695"/>
                  <a:pt x="4758" y="27678"/>
                </a:cubicBezTo>
                <a:lnTo>
                  <a:pt x="0" y="228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39" name="pdf-path-75">
            <a:extLst xmlns:a="http://schemas.openxmlformats.org/drawingml/2006/main">
              <a:ext uri="{FF2B5EF4-FFF2-40B4-BE49-F238E27FC236}">
                <a16:creationId xmlns:a16="http://schemas.microsoft.com/office/drawing/2014/main" id="{4BEABDA7-FD31-47EB-8C46-32295487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8861" y="898734"/>
            <a:ext cx="82205" cy="169530"/>
          </a:xfrm>
          <a:custGeom xmlns:a="http://schemas.openxmlformats.org/drawingml/2006/main">
            <a:pathLst>
              <a:path w="82205" h="169530">
                <a:moveTo>
                  <a:pt x="1851" y="64139"/>
                </a:moveTo>
                <a:cubicBezTo>
                  <a:pt x="617" y="62897"/>
                  <a:pt x="0" y="62010"/>
                  <a:pt x="0" y="61478"/>
                </a:cubicBezTo>
                <a:cubicBezTo>
                  <a:pt x="0" y="60768"/>
                  <a:pt x="265" y="59349"/>
                  <a:pt x="793" y="57220"/>
                </a:cubicBezTo>
                <a:cubicBezTo>
                  <a:pt x="1322" y="55091"/>
                  <a:pt x="1763" y="53849"/>
                  <a:pt x="2115" y="53494"/>
                </a:cubicBezTo>
                <a:cubicBezTo>
                  <a:pt x="2467" y="52607"/>
                  <a:pt x="3260" y="52163"/>
                  <a:pt x="4494" y="52163"/>
                </a:cubicBezTo>
                <a:cubicBezTo>
                  <a:pt x="5728" y="52163"/>
                  <a:pt x="10221" y="52074"/>
                  <a:pt x="17974" y="51897"/>
                </a:cubicBezTo>
                <a:lnTo>
                  <a:pt x="31984" y="51897"/>
                </a:lnTo>
                <a:lnTo>
                  <a:pt x="37006" y="30606"/>
                </a:lnTo>
                <a:cubicBezTo>
                  <a:pt x="37535" y="28654"/>
                  <a:pt x="38151" y="26082"/>
                  <a:pt x="38857" y="22888"/>
                </a:cubicBezTo>
                <a:cubicBezTo>
                  <a:pt x="39562" y="19694"/>
                  <a:pt x="40178" y="17388"/>
                  <a:pt x="40707" y="15969"/>
                </a:cubicBezTo>
                <a:cubicBezTo>
                  <a:pt x="41236" y="14549"/>
                  <a:pt x="41764" y="12775"/>
                  <a:pt x="42293" y="10646"/>
                </a:cubicBezTo>
                <a:cubicBezTo>
                  <a:pt x="42822" y="8517"/>
                  <a:pt x="43526" y="7008"/>
                  <a:pt x="44408" y="6121"/>
                </a:cubicBezTo>
                <a:cubicBezTo>
                  <a:pt x="45288" y="5234"/>
                  <a:pt x="46169" y="4170"/>
                  <a:pt x="47051" y="2928"/>
                </a:cubicBezTo>
                <a:cubicBezTo>
                  <a:pt x="47932" y="1686"/>
                  <a:pt x="49166" y="887"/>
                  <a:pt x="50752" y="532"/>
                </a:cubicBezTo>
                <a:cubicBezTo>
                  <a:pt x="52338" y="178"/>
                  <a:pt x="53923" y="0"/>
                  <a:pt x="55509" y="0"/>
                </a:cubicBezTo>
                <a:cubicBezTo>
                  <a:pt x="58681" y="178"/>
                  <a:pt x="60883" y="1153"/>
                  <a:pt x="62117" y="2928"/>
                </a:cubicBezTo>
                <a:cubicBezTo>
                  <a:pt x="63351" y="4702"/>
                  <a:pt x="63967" y="6387"/>
                  <a:pt x="63967" y="7984"/>
                </a:cubicBezTo>
                <a:cubicBezTo>
                  <a:pt x="63967" y="9226"/>
                  <a:pt x="63174" y="13396"/>
                  <a:pt x="61588" y="20493"/>
                </a:cubicBezTo>
                <a:cubicBezTo>
                  <a:pt x="60002" y="27590"/>
                  <a:pt x="58241" y="34598"/>
                  <a:pt x="56302" y="41518"/>
                </a:cubicBezTo>
                <a:lnTo>
                  <a:pt x="53658" y="51365"/>
                </a:lnTo>
                <a:cubicBezTo>
                  <a:pt x="53658" y="51720"/>
                  <a:pt x="58064" y="51897"/>
                  <a:pt x="66875" y="51897"/>
                </a:cubicBezTo>
                <a:lnTo>
                  <a:pt x="80356" y="51897"/>
                </a:lnTo>
                <a:cubicBezTo>
                  <a:pt x="81589" y="53139"/>
                  <a:pt x="82205" y="54115"/>
                  <a:pt x="82205" y="54825"/>
                </a:cubicBezTo>
                <a:cubicBezTo>
                  <a:pt x="82205" y="58728"/>
                  <a:pt x="81060" y="61833"/>
                  <a:pt x="78770" y="64139"/>
                </a:cubicBezTo>
                <a:lnTo>
                  <a:pt x="50486" y="64139"/>
                </a:lnTo>
                <a:lnTo>
                  <a:pt x="40971" y="102729"/>
                </a:lnTo>
                <a:cubicBezTo>
                  <a:pt x="34099" y="131117"/>
                  <a:pt x="30662" y="146376"/>
                  <a:pt x="30662" y="148505"/>
                </a:cubicBezTo>
                <a:cubicBezTo>
                  <a:pt x="30662" y="155957"/>
                  <a:pt x="33041" y="159683"/>
                  <a:pt x="37799" y="159683"/>
                </a:cubicBezTo>
                <a:cubicBezTo>
                  <a:pt x="43967" y="159683"/>
                  <a:pt x="49959" y="156667"/>
                  <a:pt x="55773" y="150634"/>
                </a:cubicBezTo>
                <a:cubicBezTo>
                  <a:pt x="61588" y="144602"/>
                  <a:pt x="66259" y="137150"/>
                  <a:pt x="69783" y="128279"/>
                </a:cubicBezTo>
                <a:cubicBezTo>
                  <a:pt x="70135" y="127214"/>
                  <a:pt x="70576" y="126593"/>
                  <a:pt x="71104" y="126416"/>
                </a:cubicBezTo>
                <a:cubicBezTo>
                  <a:pt x="71633" y="126238"/>
                  <a:pt x="72955" y="126061"/>
                  <a:pt x="75069" y="125883"/>
                </a:cubicBezTo>
                <a:lnTo>
                  <a:pt x="76127" y="125883"/>
                </a:lnTo>
                <a:cubicBezTo>
                  <a:pt x="78770" y="125883"/>
                  <a:pt x="80092" y="126593"/>
                  <a:pt x="80092" y="128012"/>
                </a:cubicBezTo>
                <a:cubicBezTo>
                  <a:pt x="80092" y="128545"/>
                  <a:pt x="79827" y="129609"/>
                  <a:pt x="79299" y="131206"/>
                </a:cubicBezTo>
                <a:cubicBezTo>
                  <a:pt x="78417" y="134045"/>
                  <a:pt x="76831" y="137416"/>
                  <a:pt x="74541" y="141319"/>
                </a:cubicBezTo>
                <a:cubicBezTo>
                  <a:pt x="72249" y="145223"/>
                  <a:pt x="69254" y="149392"/>
                  <a:pt x="65553" y="153828"/>
                </a:cubicBezTo>
                <a:cubicBezTo>
                  <a:pt x="61853" y="158263"/>
                  <a:pt x="57359" y="161989"/>
                  <a:pt x="52072" y="165006"/>
                </a:cubicBezTo>
                <a:cubicBezTo>
                  <a:pt x="46787" y="168022"/>
                  <a:pt x="41411" y="169530"/>
                  <a:pt x="35949" y="169530"/>
                </a:cubicBezTo>
                <a:cubicBezTo>
                  <a:pt x="30662" y="169530"/>
                  <a:pt x="25640" y="168199"/>
                  <a:pt x="20882" y="165538"/>
                </a:cubicBezTo>
                <a:cubicBezTo>
                  <a:pt x="16125" y="162876"/>
                  <a:pt x="12688" y="158263"/>
                  <a:pt x="10574" y="151699"/>
                </a:cubicBezTo>
                <a:cubicBezTo>
                  <a:pt x="10221" y="150279"/>
                  <a:pt x="10045" y="147884"/>
                  <a:pt x="10045" y="144513"/>
                </a:cubicBezTo>
                <a:lnTo>
                  <a:pt x="10045" y="139722"/>
                </a:lnTo>
                <a:lnTo>
                  <a:pt x="19296" y="102463"/>
                </a:lnTo>
                <a:cubicBezTo>
                  <a:pt x="25464" y="77446"/>
                  <a:pt x="28635" y="64849"/>
                  <a:pt x="28812" y="64672"/>
                </a:cubicBezTo>
                <a:cubicBezTo>
                  <a:pt x="28812" y="64317"/>
                  <a:pt x="24318" y="64139"/>
                  <a:pt x="15332" y="64139"/>
                </a:cubicBezTo>
                <a:lnTo>
                  <a:pt x="1851" y="641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4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D60FC6DE-9B4D-49F6-930F-25D1EF60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3799" y="865733"/>
            <a:ext cx="63174" cy="266138"/>
          </a:xfrm>
          <a:custGeom xmlns:a="http://schemas.openxmlformats.org/drawingml/2006/main">
            <a:pathLst>
              <a:path w="63174" h="266138">
                <a:moveTo>
                  <a:pt x="1322" y="266"/>
                </a:moveTo>
                <a:lnTo>
                  <a:pt x="2379" y="0"/>
                </a:lnTo>
                <a:cubicBezTo>
                  <a:pt x="3260" y="0"/>
                  <a:pt x="4142" y="0"/>
                  <a:pt x="5023" y="0"/>
                </a:cubicBezTo>
                <a:lnTo>
                  <a:pt x="8195" y="0"/>
                </a:lnTo>
                <a:lnTo>
                  <a:pt x="15596" y="6387"/>
                </a:lnTo>
                <a:cubicBezTo>
                  <a:pt x="32160" y="21468"/>
                  <a:pt x="44231" y="40275"/>
                  <a:pt x="51808" y="62808"/>
                </a:cubicBezTo>
                <a:cubicBezTo>
                  <a:pt x="59386" y="85341"/>
                  <a:pt x="63174" y="108762"/>
                  <a:pt x="63174" y="133069"/>
                </a:cubicBezTo>
                <a:cubicBezTo>
                  <a:pt x="63174" y="145134"/>
                  <a:pt x="62294" y="156755"/>
                  <a:pt x="60531" y="167933"/>
                </a:cubicBezTo>
                <a:cubicBezTo>
                  <a:pt x="58769" y="179111"/>
                  <a:pt x="56743" y="188603"/>
                  <a:pt x="54451" y="196410"/>
                </a:cubicBezTo>
                <a:cubicBezTo>
                  <a:pt x="52161" y="204216"/>
                  <a:pt x="48901" y="212023"/>
                  <a:pt x="44672" y="219830"/>
                </a:cubicBezTo>
                <a:cubicBezTo>
                  <a:pt x="40443" y="227636"/>
                  <a:pt x="37094" y="233580"/>
                  <a:pt x="34627" y="237661"/>
                </a:cubicBezTo>
                <a:cubicBezTo>
                  <a:pt x="32160" y="241742"/>
                  <a:pt x="28548" y="246266"/>
                  <a:pt x="23790" y="251234"/>
                </a:cubicBezTo>
                <a:cubicBezTo>
                  <a:pt x="19031" y="256202"/>
                  <a:pt x="16213" y="259129"/>
                  <a:pt x="15332" y="260016"/>
                </a:cubicBezTo>
                <a:cubicBezTo>
                  <a:pt x="14450" y="260904"/>
                  <a:pt x="12424" y="262589"/>
                  <a:pt x="9252" y="265073"/>
                </a:cubicBezTo>
                <a:cubicBezTo>
                  <a:pt x="8723" y="265605"/>
                  <a:pt x="8370" y="265960"/>
                  <a:pt x="8195" y="266138"/>
                </a:cubicBezTo>
                <a:lnTo>
                  <a:pt x="5023" y="266138"/>
                </a:lnTo>
                <a:cubicBezTo>
                  <a:pt x="3613" y="266138"/>
                  <a:pt x="2644" y="266138"/>
                  <a:pt x="2115" y="266138"/>
                </a:cubicBezTo>
                <a:cubicBezTo>
                  <a:pt x="1586" y="266138"/>
                  <a:pt x="1146" y="265872"/>
                  <a:pt x="793" y="265339"/>
                </a:cubicBezTo>
                <a:cubicBezTo>
                  <a:pt x="441" y="264807"/>
                  <a:pt x="177" y="264009"/>
                  <a:pt x="0" y="262944"/>
                </a:cubicBezTo>
                <a:cubicBezTo>
                  <a:pt x="177" y="262767"/>
                  <a:pt x="1146" y="261613"/>
                  <a:pt x="2908" y="259484"/>
                </a:cubicBezTo>
                <a:cubicBezTo>
                  <a:pt x="30221" y="230919"/>
                  <a:pt x="43879" y="188780"/>
                  <a:pt x="43879" y="133069"/>
                </a:cubicBezTo>
                <a:cubicBezTo>
                  <a:pt x="43879" y="77357"/>
                  <a:pt x="30221" y="35219"/>
                  <a:pt x="2908" y="6653"/>
                </a:cubicBezTo>
                <a:cubicBezTo>
                  <a:pt x="1146" y="4524"/>
                  <a:pt x="177" y="3371"/>
                  <a:pt x="0" y="3194"/>
                </a:cubicBezTo>
                <a:cubicBezTo>
                  <a:pt x="0" y="1774"/>
                  <a:pt x="441" y="798"/>
                  <a:pt x="1322" y="2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3000"/>
              </a:srgbClr>
            </a:solidFill>
            <a:prstDash val="solid"/>
          </a:ln>
        </p:spPr>
      </p:sp>
      <p:sp>
        <p:nvSpPr>
          <p:cNvPr id="41" name="pdf-path-79">
            <a:extLst xmlns:a="http://schemas.openxmlformats.org/drawingml/2006/main">
              <a:ext uri="{FF2B5EF4-FFF2-40B4-BE49-F238E27FC236}">
                <a16:creationId xmlns:a16="http://schemas.microsoft.com/office/drawing/2014/main" id="{8C93D88D-EA74-4C02-BD67-3DAEAC0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7994" y="4162534"/>
            <a:ext cx="1132459" cy="188712"/>
          </a:xfrm>
          <a:custGeom xmlns:a="http://schemas.openxmlformats.org/drawingml/2006/main">
            <a:pathLst>
              <a:path w="1132459" h="188712">
                <a:moveTo>
                  <a:pt x="0" y="0"/>
                </a:moveTo>
                <a:lnTo>
                  <a:pt x="1132459" y="0"/>
                </a:lnTo>
                <a:lnTo>
                  <a:pt x="1132459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0050EF"/>
          </a:solidFill>
          <a:ln xmlns:a="http://schemas.openxmlformats.org/drawingml/2006/main" w="18928">
            <a:solidFill>
              <a:srgbClr val="001DBC"/>
            </a:solidFill>
            <a:prstDash val="solid"/>
          </a:ln>
        </p:spPr>
      </p:sp>
      <p:sp>
        <p:nvSpPr>
          <p:cNvPr id="42" name="pdf-path-81">
            <a:extLst xmlns:a="http://schemas.openxmlformats.org/drawingml/2006/main">
              <a:ext uri="{FF2B5EF4-FFF2-40B4-BE49-F238E27FC236}">
                <a16:creationId xmlns:a16="http://schemas.microsoft.com/office/drawing/2014/main" id="{50683E5F-6FB4-4068-B3BA-CEF83896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2048" y="3388570"/>
            <a:ext cx="1514" cy="377612"/>
          </a:xfrm>
          <a:custGeom xmlns:a="http://schemas.openxmlformats.org/drawingml/2006/main">
            <a:pathLst>
              <a:path w="1514" h="377612">
                <a:moveTo>
                  <a:pt x="1514" y="377612"/>
                </a:moveTo>
                <a:lnTo>
                  <a:pt x="1514" y="0"/>
                </a:lnTo>
                <a:lnTo>
                  <a:pt x="0" y="82526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43" name="pdf-path-82">
            <a:extLst xmlns:a="http://schemas.openxmlformats.org/drawingml/2006/main">
              <a:ext uri="{FF2B5EF4-FFF2-40B4-BE49-F238E27FC236}">
                <a16:creationId xmlns:a16="http://schemas.microsoft.com/office/drawing/2014/main" id="{7B3E6FA1-9457-4897-8CFA-007EAE1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5421" y="3372102"/>
            <a:ext cx="132118" cy="133253"/>
          </a:xfrm>
          <a:custGeom xmlns:a="http://schemas.openxmlformats.org/drawingml/2006/main">
            <a:pathLst>
              <a:path w="132118" h="133253">
                <a:moveTo>
                  <a:pt x="68520" y="0"/>
                </a:moveTo>
                <a:lnTo>
                  <a:pt x="132118" y="133253"/>
                </a:lnTo>
                <a:lnTo>
                  <a:pt x="66627" y="98993"/>
                </a:lnTo>
                <a:lnTo>
                  <a:pt x="0" y="130792"/>
                </a:lnTo>
                <a:lnTo>
                  <a:pt x="685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83">
            <a:extLst xmlns:a="http://schemas.openxmlformats.org/drawingml/2006/main">
              <a:ext uri="{FF2B5EF4-FFF2-40B4-BE49-F238E27FC236}">
                <a16:creationId xmlns:a16="http://schemas.microsoft.com/office/drawing/2014/main" id="{A5FDA27C-0755-440B-8037-4D54EEE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5421" y="3372102"/>
            <a:ext cx="132118" cy="133253"/>
          </a:xfrm>
          <a:custGeom xmlns:a="http://schemas.openxmlformats.org/drawingml/2006/main">
            <a:pathLst>
              <a:path w="132118" h="133253">
                <a:moveTo>
                  <a:pt x="68520" y="0"/>
                </a:moveTo>
                <a:lnTo>
                  <a:pt x="0" y="130792"/>
                </a:lnTo>
                <a:lnTo>
                  <a:pt x="66627" y="98993"/>
                </a:lnTo>
                <a:lnTo>
                  <a:pt x="132118" y="1332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45" name="pdf-path-84">
            <a:extLst xmlns:a="http://schemas.openxmlformats.org/drawingml/2006/main">
              <a:ext uri="{FF2B5EF4-FFF2-40B4-BE49-F238E27FC236}">
                <a16:creationId xmlns:a16="http://schemas.microsoft.com/office/drawing/2014/main" id="{9266D1DF-976C-439B-AD13-88056BF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7994" y="3766182"/>
            <a:ext cx="1132459" cy="188712"/>
          </a:xfrm>
          <a:custGeom xmlns:a="http://schemas.openxmlformats.org/drawingml/2006/main">
            <a:pathLst>
              <a:path w="1132459" h="188712">
                <a:moveTo>
                  <a:pt x="0" y="0"/>
                </a:moveTo>
                <a:lnTo>
                  <a:pt x="1132459" y="0"/>
                </a:lnTo>
                <a:lnTo>
                  <a:pt x="1132459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sp>
        <p:nvSpPr>
          <p:cNvPr id="4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63F50E7D-3751-4F36-A86D-0AFE56B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5806" y="3471474"/>
            <a:ext cx="756" cy="294708"/>
          </a:xfrm>
          <a:custGeom xmlns:a="http://schemas.openxmlformats.org/drawingml/2006/main">
            <a:pathLst>
              <a:path w="756" h="294708">
                <a:moveTo>
                  <a:pt x="756" y="2947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47" name="pdf-path-87">
            <a:extLst xmlns:a="http://schemas.openxmlformats.org/drawingml/2006/main">
              <a:ext uri="{FF2B5EF4-FFF2-40B4-BE49-F238E27FC236}">
                <a16:creationId xmlns:a16="http://schemas.microsoft.com/office/drawing/2014/main" id="{D159764D-D502-41D6-9173-A379B4A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9747" y="3372481"/>
            <a:ext cx="132116" cy="132306"/>
          </a:xfrm>
          <a:custGeom xmlns:a="http://schemas.openxmlformats.org/drawingml/2006/main">
            <a:pathLst>
              <a:path w="132116" h="132306">
                <a:moveTo>
                  <a:pt x="65680" y="0"/>
                </a:moveTo>
                <a:lnTo>
                  <a:pt x="132116" y="131928"/>
                </a:lnTo>
                <a:lnTo>
                  <a:pt x="66059" y="98993"/>
                </a:lnTo>
                <a:lnTo>
                  <a:pt x="0" y="132306"/>
                </a:lnTo>
                <a:lnTo>
                  <a:pt x="6568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88">
            <a:extLst xmlns:a="http://schemas.openxmlformats.org/drawingml/2006/main">
              <a:ext uri="{FF2B5EF4-FFF2-40B4-BE49-F238E27FC236}">
                <a16:creationId xmlns:a16="http://schemas.microsoft.com/office/drawing/2014/main" id="{F85ED754-1DC4-4DEE-BF81-EE680D52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9747" y="3372481"/>
            <a:ext cx="132116" cy="132306"/>
          </a:xfrm>
          <a:custGeom xmlns:a="http://schemas.openxmlformats.org/drawingml/2006/main">
            <a:pathLst>
              <a:path w="132116" h="132306">
                <a:moveTo>
                  <a:pt x="65680" y="0"/>
                </a:moveTo>
                <a:lnTo>
                  <a:pt x="0" y="132306"/>
                </a:lnTo>
                <a:lnTo>
                  <a:pt x="66059" y="98993"/>
                </a:lnTo>
                <a:lnTo>
                  <a:pt x="132116" y="1319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49" name="pdf-path-89">
            <a:extLst xmlns:a="http://schemas.openxmlformats.org/drawingml/2006/main">
              <a:ext uri="{FF2B5EF4-FFF2-40B4-BE49-F238E27FC236}">
                <a16:creationId xmlns:a16="http://schemas.microsoft.com/office/drawing/2014/main" id="{E297462E-B52F-40DB-8BF4-07F3AE9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0238" y="3766182"/>
            <a:ext cx="1132460" cy="188712"/>
          </a:xfrm>
          <a:custGeom xmlns:a="http://schemas.openxmlformats.org/drawingml/2006/main">
            <a:pathLst>
              <a:path w="1132460" h="188712">
                <a:moveTo>
                  <a:pt x="0" y="0"/>
                </a:moveTo>
                <a:lnTo>
                  <a:pt x="1132460" y="0"/>
                </a:lnTo>
                <a:lnTo>
                  <a:pt x="1132460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sp>
        <p:nvSpPr>
          <p:cNvPr id="50" name="pdf-path-91">
            <a:extLst xmlns:a="http://schemas.openxmlformats.org/drawingml/2006/main">
              <a:ext uri="{FF2B5EF4-FFF2-40B4-BE49-F238E27FC236}">
                <a16:creationId xmlns:a16="http://schemas.microsoft.com/office/drawing/2014/main" id="{52E7FED6-BD98-466F-980C-A066036C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744" y="4162534"/>
            <a:ext cx="1132459" cy="188712"/>
          </a:xfrm>
          <a:custGeom xmlns:a="http://schemas.openxmlformats.org/drawingml/2006/main">
            <a:pathLst>
              <a:path w="1132459" h="188712">
                <a:moveTo>
                  <a:pt x="0" y="0"/>
                </a:moveTo>
                <a:lnTo>
                  <a:pt x="1132459" y="0"/>
                </a:lnTo>
                <a:lnTo>
                  <a:pt x="1132459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0050EF"/>
          </a:solidFill>
          <a:ln xmlns:a="http://schemas.openxmlformats.org/drawingml/2006/main" w="18928">
            <a:solidFill>
              <a:srgbClr val="001DBC"/>
            </a:solidFill>
            <a:prstDash val="solid"/>
          </a:ln>
        </p:spPr>
      </p:sp>
      <p:sp>
        <p:nvSpPr>
          <p:cNvPr id="51" name="pdf-path-93">
            <a:extLst xmlns:a="http://schemas.openxmlformats.org/drawingml/2006/main">
              <a:ext uri="{FF2B5EF4-FFF2-40B4-BE49-F238E27FC236}">
                <a16:creationId xmlns:a16="http://schemas.microsoft.com/office/drawing/2014/main" id="{CBB947BB-B92F-4F71-9AA2-631A9A0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7039" y="3388570"/>
            <a:ext cx="2081" cy="377612"/>
          </a:xfrm>
          <a:custGeom xmlns:a="http://schemas.openxmlformats.org/drawingml/2006/main">
            <a:pathLst>
              <a:path w="2081" h="377612">
                <a:moveTo>
                  <a:pt x="2081" y="377612"/>
                </a:moveTo>
                <a:lnTo>
                  <a:pt x="2081" y="0"/>
                </a:lnTo>
                <a:lnTo>
                  <a:pt x="0" y="82526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52" name="pdf-path-94">
            <a:extLst xmlns:a="http://schemas.openxmlformats.org/drawingml/2006/main">
              <a:ext uri="{FF2B5EF4-FFF2-40B4-BE49-F238E27FC236}">
                <a16:creationId xmlns:a16="http://schemas.microsoft.com/office/drawing/2014/main" id="{530CDA34-FCAB-4BC0-9447-CAD2B5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0223" y="3372102"/>
            <a:ext cx="132118" cy="133631"/>
          </a:xfrm>
          <a:custGeom xmlns:a="http://schemas.openxmlformats.org/drawingml/2006/main">
            <a:pathLst>
              <a:path w="132118" h="133631">
                <a:moveTo>
                  <a:pt x="69277" y="0"/>
                </a:moveTo>
                <a:lnTo>
                  <a:pt x="132118" y="133631"/>
                </a:lnTo>
                <a:lnTo>
                  <a:pt x="66817" y="98993"/>
                </a:lnTo>
                <a:lnTo>
                  <a:pt x="0" y="130414"/>
                </a:lnTo>
                <a:lnTo>
                  <a:pt x="6927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95">
            <a:extLst xmlns:a="http://schemas.openxmlformats.org/drawingml/2006/main">
              <a:ext uri="{FF2B5EF4-FFF2-40B4-BE49-F238E27FC236}">
                <a16:creationId xmlns:a16="http://schemas.microsoft.com/office/drawing/2014/main" id="{1291E2A0-443D-4B44-A453-C671E86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0223" y="3372102"/>
            <a:ext cx="132118" cy="133631"/>
          </a:xfrm>
          <a:custGeom xmlns:a="http://schemas.openxmlformats.org/drawingml/2006/main">
            <a:pathLst>
              <a:path w="132118" h="133631">
                <a:moveTo>
                  <a:pt x="69277" y="0"/>
                </a:moveTo>
                <a:lnTo>
                  <a:pt x="0" y="130414"/>
                </a:lnTo>
                <a:lnTo>
                  <a:pt x="66817" y="98993"/>
                </a:lnTo>
                <a:lnTo>
                  <a:pt x="132118" y="1336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54" name="pdf-path-96">
            <a:extLst xmlns:a="http://schemas.openxmlformats.org/drawingml/2006/main">
              <a:ext uri="{FF2B5EF4-FFF2-40B4-BE49-F238E27FC236}">
                <a16:creationId xmlns:a16="http://schemas.microsoft.com/office/drawing/2014/main" id="{93C85E7B-8E1D-45B9-AB83-F9076266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744" y="3766182"/>
            <a:ext cx="1132459" cy="188712"/>
          </a:xfrm>
          <a:custGeom xmlns:a="http://schemas.openxmlformats.org/drawingml/2006/main">
            <a:pathLst>
              <a:path w="1132459" h="188712">
                <a:moveTo>
                  <a:pt x="0" y="0"/>
                </a:moveTo>
                <a:lnTo>
                  <a:pt x="1132459" y="0"/>
                </a:lnTo>
                <a:lnTo>
                  <a:pt x="1132459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sp>
        <p:nvSpPr>
          <p:cNvPr id="55" name="pdf-path-99">
            <a:extLst xmlns:a="http://schemas.openxmlformats.org/drawingml/2006/main">
              <a:ext uri="{FF2B5EF4-FFF2-40B4-BE49-F238E27FC236}">
                <a16:creationId xmlns:a16="http://schemas.microsoft.com/office/drawing/2014/main" id="{F611A890-AE42-467D-8A16-A3EA120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4026" y="2720569"/>
            <a:ext cx="106647" cy="133480"/>
          </a:xfrm>
          <a:custGeom xmlns:a="http://schemas.openxmlformats.org/drawingml/2006/main">
            <a:pathLst>
              <a:path w="106647" h="133480">
                <a:moveTo>
                  <a:pt x="58313" y="133480"/>
                </a:moveTo>
                <a:cubicBezTo>
                  <a:pt x="42097" y="133480"/>
                  <a:pt x="28376" y="128246"/>
                  <a:pt x="17150" y="117777"/>
                </a:cubicBezTo>
                <a:cubicBezTo>
                  <a:pt x="5924" y="107307"/>
                  <a:pt x="208" y="93919"/>
                  <a:pt x="0" y="77612"/>
                </a:cubicBezTo>
                <a:cubicBezTo>
                  <a:pt x="0" y="59895"/>
                  <a:pt x="4885" y="44997"/>
                  <a:pt x="14656" y="32917"/>
                </a:cubicBezTo>
                <a:cubicBezTo>
                  <a:pt x="21724" y="23857"/>
                  <a:pt x="30663" y="16408"/>
                  <a:pt x="41474" y="10570"/>
                </a:cubicBezTo>
                <a:cubicBezTo>
                  <a:pt x="52284" y="4731"/>
                  <a:pt x="64133" y="1309"/>
                  <a:pt x="77023" y="302"/>
                </a:cubicBezTo>
                <a:cubicBezTo>
                  <a:pt x="77438" y="101"/>
                  <a:pt x="81804" y="0"/>
                  <a:pt x="90120" y="0"/>
                </a:cubicBezTo>
                <a:lnTo>
                  <a:pt x="101969" y="0"/>
                </a:lnTo>
                <a:cubicBezTo>
                  <a:pt x="105088" y="1006"/>
                  <a:pt x="106647" y="3020"/>
                  <a:pt x="106647" y="6040"/>
                </a:cubicBezTo>
                <a:cubicBezTo>
                  <a:pt x="106647" y="11274"/>
                  <a:pt x="102386" y="13892"/>
                  <a:pt x="93862" y="13892"/>
                </a:cubicBezTo>
                <a:lnTo>
                  <a:pt x="88872" y="13892"/>
                </a:lnTo>
                <a:lnTo>
                  <a:pt x="84819" y="13892"/>
                </a:lnTo>
                <a:cubicBezTo>
                  <a:pt x="59664" y="13892"/>
                  <a:pt x="43240" y="24763"/>
                  <a:pt x="35549" y="46506"/>
                </a:cubicBezTo>
                <a:lnTo>
                  <a:pt x="34301" y="50131"/>
                </a:lnTo>
                <a:lnTo>
                  <a:pt x="89497" y="50131"/>
                </a:lnTo>
                <a:cubicBezTo>
                  <a:pt x="92199" y="51942"/>
                  <a:pt x="93550" y="53855"/>
                  <a:pt x="93550" y="55868"/>
                </a:cubicBezTo>
                <a:cubicBezTo>
                  <a:pt x="93550" y="59492"/>
                  <a:pt x="91471" y="62210"/>
                  <a:pt x="87313" y="64022"/>
                </a:cubicBezTo>
                <a:lnTo>
                  <a:pt x="30560" y="64022"/>
                </a:lnTo>
                <a:lnTo>
                  <a:pt x="30560" y="64626"/>
                </a:lnTo>
                <a:cubicBezTo>
                  <a:pt x="28481" y="70666"/>
                  <a:pt x="27441" y="78115"/>
                  <a:pt x="27441" y="86974"/>
                </a:cubicBezTo>
                <a:cubicBezTo>
                  <a:pt x="27441" y="100261"/>
                  <a:pt x="30768" y="109422"/>
                  <a:pt x="37420" y="114455"/>
                </a:cubicBezTo>
                <a:cubicBezTo>
                  <a:pt x="44073" y="119488"/>
                  <a:pt x="51453" y="122105"/>
                  <a:pt x="59560" y="122306"/>
                </a:cubicBezTo>
                <a:cubicBezTo>
                  <a:pt x="65173" y="122306"/>
                  <a:pt x="70682" y="121300"/>
                  <a:pt x="76087" y="119287"/>
                </a:cubicBezTo>
                <a:cubicBezTo>
                  <a:pt x="81493" y="117273"/>
                  <a:pt x="85859" y="115159"/>
                  <a:pt x="89184" y="112945"/>
                </a:cubicBezTo>
                <a:cubicBezTo>
                  <a:pt x="92511" y="110730"/>
                  <a:pt x="94278" y="109623"/>
                  <a:pt x="94486" y="109623"/>
                </a:cubicBezTo>
                <a:cubicBezTo>
                  <a:pt x="95941" y="109623"/>
                  <a:pt x="97085" y="110629"/>
                  <a:pt x="97916" y="112643"/>
                </a:cubicBezTo>
                <a:cubicBezTo>
                  <a:pt x="98747" y="114656"/>
                  <a:pt x="99164" y="116568"/>
                  <a:pt x="99164" y="118381"/>
                </a:cubicBezTo>
                <a:cubicBezTo>
                  <a:pt x="99164" y="118985"/>
                  <a:pt x="99059" y="119387"/>
                  <a:pt x="98851" y="119589"/>
                </a:cubicBezTo>
                <a:cubicBezTo>
                  <a:pt x="98228" y="120394"/>
                  <a:pt x="96149" y="121803"/>
                  <a:pt x="92614" y="123816"/>
                </a:cubicBezTo>
                <a:cubicBezTo>
                  <a:pt x="89081" y="125830"/>
                  <a:pt x="84091" y="127944"/>
                  <a:pt x="77646" y="130158"/>
                </a:cubicBezTo>
                <a:cubicBezTo>
                  <a:pt x="71201" y="132373"/>
                  <a:pt x="64758" y="133480"/>
                  <a:pt x="58313" y="1334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56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C5235D81-D520-44E4-8C9D-074BE073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638" y="2804004"/>
            <a:ext cx="122138" cy="94371"/>
          </a:xfrm>
          <a:custGeom xmlns:a="http://schemas.openxmlformats.org/drawingml/2006/main">
            <a:pathLst>
              <a:path w="122138" h="94371">
                <a:moveTo>
                  <a:pt x="24912" y="94371"/>
                </a:moveTo>
                <a:cubicBezTo>
                  <a:pt x="19915" y="94371"/>
                  <a:pt x="17416" y="92022"/>
                  <a:pt x="17416" y="87325"/>
                </a:cubicBezTo>
                <a:lnTo>
                  <a:pt x="17416" y="84977"/>
                </a:lnTo>
                <a:lnTo>
                  <a:pt x="20282" y="78998"/>
                </a:lnTo>
                <a:cubicBezTo>
                  <a:pt x="31306" y="56509"/>
                  <a:pt x="39316" y="37080"/>
                  <a:pt x="44314" y="20710"/>
                </a:cubicBezTo>
                <a:lnTo>
                  <a:pt x="46077" y="15586"/>
                </a:lnTo>
                <a:lnTo>
                  <a:pt x="39022" y="15586"/>
                </a:lnTo>
                <a:cubicBezTo>
                  <a:pt x="33437" y="15586"/>
                  <a:pt x="29469" y="15800"/>
                  <a:pt x="27117" y="16227"/>
                </a:cubicBezTo>
                <a:cubicBezTo>
                  <a:pt x="24766" y="16654"/>
                  <a:pt x="21900" y="18006"/>
                  <a:pt x="18519" y="20284"/>
                </a:cubicBezTo>
                <a:cubicBezTo>
                  <a:pt x="16902" y="21280"/>
                  <a:pt x="15285" y="22561"/>
                  <a:pt x="13669" y="24126"/>
                </a:cubicBezTo>
                <a:cubicBezTo>
                  <a:pt x="12052" y="25693"/>
                  <a:pt x="10655" y="27187"/>
                  <a:pt x="9480" y="28610"/>
                </a:cubicBezTo>
                <a:cubicBezTo>
                  <a:pt x="8304" y="30034"/>
                  <a:pt x="7643" y="30888"/>
                  <a:pt x="7496" y="31173"/>
                </a:cubicBezTo>
                <a:cubicBezTo>
                  <a:pt x="7202" y="31315"/>
                  <a:pt x="6100" y="31386"/>
                  <a:pt x="4188" y="31386"/>
                </a:cubicBezTo>
                <a:cubicBezTo>
                  <a:pt x="1396" y="31386"/>
                  <a:pt x="0" y="30674"/>
                  <a:pt x="0" y="29251"/>
                </a:cubicBezTo>
                <a:cubicBezTo>
                  <a:pt x="0" y="28397"/>
                  <a:pt x="1396" y="25906"/>
                  <a:pt x="4188" y="21778"/>
                </a:cubicBezTo>
                <a:cubicBezTo>
                  <a:pt x="6981" y="17650"/>
                  <a:pt x="11023" y="13238"/>
                  <a:pt x="16314" y="8541"/>
                </a:cubicBezTo>
                <a:cubicBezTo>
                  <a:pt x="21606" y="3843"/>
                  <a:pt x="26823" y="1139"/>
                  <a:pt x="31968" y="427"/>
                </a:cubicBezTo>
                <a:cubicBezTo>
                  <a:pt x="32996" y="142"/>
                  <a:pt x="49531" y="0"/>
                  <a:pt x="81573" y="0"/>
                </a:cubicBezTo>
                <a:cubicBezTo>
                  <a:pt x="105089" y="0"/>
                  <a:pt x="117142" y="72"/>
                  <a:pt x="117729" y="214"/>
                </a:cubicBezTo>
                <a:cubicBezTo>
                  <a:pt x="120668" y="1210"/>
                  <a:pt x="122138" y="3203"/>
                  <a:pt x="122138" y="6192"/>
                </a:cubicBezTo>
                <a:cubicBezTo>
                  <a:pt x="122138" y="10605"/>
                  <a:pt x="119787" y="13593"/>
                  <a:pt x="115084" y="15160"/>
                </a:cubicBezTo>
                <a:cubicBezTo>
                  <a:pt x="114201" y="15444"/>
                  <a:pt x="109131" y="15586"/>
                  <a:pt x="99872" y="15586"/>
                </a:cubicBezTo>
                <a:lnTo>
                  <a:pt x="85761" y="15586"/>
                </a:lnTo>
                <a:lnTo>
                  <a:pt x="85099" y="19216"/>
                </a:lnTo>
                <a:cubicBezTo>
                  <a:pt x="83336" y="29464"/>
                  <a:pt x="82454" y="37934"/>
                  <a:pt x="82454" y="44623"/>
                </a:cubicBezTo>
                <a:cubicBezTo>
                  <a:pt x="82454" y="52025"/>
                  <a:pt x="83116" y="58644"/>
                  <a:pt x="84439" y="64480"/>
                </a:cubicBezTo>
                <a:cubicBezTo>
                  <a:pt x="85761" y="70315"/>
                  <a:pt x="87157" y="74870"/>
                  <a:pt x="88627" y="78144"/>
                </a:cubicBezTo>
                <a:cubicBezTo>
                  <a:pt x="90097" y="81418"/>
                  <a:pt x="90832" y="83411"/>
                  <a:pt x="90832" y="84123"/>
                </a:cubicBezTo>
                <a:cubicBezTo>
                  <a:pt x="90832" y="86542"/>
                  <a:pt x="89803" y="88820"/>
                  <a:pt x="87746" y="90955"/>
                </a:cubicBezTo>
                <a:cubicBezTo>
                  <a:pt x="85688" y="93090"/>
                  <a:pt x="83043" y="94158"/>
                  <a:pt x="79809" y="94158"/>
                </a:cubicBezTo>
                <a:cubicBezTo>
                  <a:pt x="78192" y="94158"/>
                  <a:pt x="76870" y="93944"/>
                  <a:pt x="75841" y="93517"/>
                </a:cubicBezTo>
                <a:cubicBezTo>
                  <a:pt x="74812" y="93090"/>
                  <a:pt x="73636" y="91382"/>
                  <a:pt x="72313" y="88393"/>
                </a:cubicBezTo>
                <a:cubicBezTo>
                  <a:pt x="70990" y="85404"/>
                  <a:pt x="69814" y="81133"/>
                  <a:pt x="68785" y="75582"/>
                </a:cubicBezTo>
                <a:cubicBezTo>
                  <a:pt x="68639" y="74301"/>
                  <a:pt x="68564" y="71169"/>
                  <a:pt x="68564" y="66188"/>
                </a:cubicBezTo>
                <a:cubicBezTo>
                  <a:pt x="68564" y="59213"/>
                  <a:pt x="69226" y="51740"/>
                  <a:pt x="70549" y="43769"/>
                </a:cubicBezTo>
                <a:cubicBezTo>
                  <a:pt x="71872" y="35798"/>
                  <a:pt x="73194" y="29251"/>
                  <a:pt x="74518" y="24126"/>
                </a:cubicBezTo>
                <a:cubicBezTo>
                  <a:pt x="75841" y="19002"/>
                  <a:pt x="76576" y="16156"/>
                  <a:pt x="76722" y="15586"/>
                </a:cubicBezTo>
                <a:lnTo>
                  <a:pt x="55116" y="15586"/>
                </a:lnTo>
                <a:lnTo>
                  <a:pt x="54895" y="16440"/>
                </a:lnTo>
                <a:cubicBezTo>
                  <a:pt x="54895" y="16868"/>
                  <a:pt x="53499" y="22490"/>
                  <a:pt x="50707" y="33307"/>
                </a:cubicBezTo>
                <a:cubicBezTo>
                  <a:pt x="47915" y="44125"/>
                  <a:pt x="44754" y="55584"/>
                  <a:pt x="41227" y="67682"/>
                </a:cubicBezTo>
                <a:cubicBezTo>
                  <a:pt x="37700" y="79781"/>
                  <a:pt x="35421" y="86685"/>
                  <a:pt x="34392" y="88393"/>
                </a:cubicBezTo>
                <a:cubicBezTo>
                  <a:pt x="32776" y="92378"/>
                  <a:pt x="29616" y="94371"/>
                  <a:pt x="24912" y="943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57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2EEEB1B8-A553-47D5-AC63-DC9C322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053" y="2624233"/>
            <a:ext cx="74529" cy="301991"/>
          </a:xfrm>
          <a:custGeom xmlns:a="http://schemas.openxmlformats.org/drawingml/2006/main">
            <a:pathLst>
              <a:path w="74529" h="301991">
                <a:moveTo>
                  <a:pt x="0" y="150996"/>
                </a:moveTo>
                <a:cubicBezTo>
                  <a:pt x="0" y="137104"/>
                  <a:pt x="1039" y="123917"/>
                  <a:pt x="3118" y="111435"/>
                </a:cubicBezTo>
                <a:cubicBezTo>
                  <a:pt x="5197" y="98953"/>
                  <a:pt x="7588" y="88181"/>
                  <a:pt x="10291" y="79122"/>
                </a:cubicBezTo>
                <a:cubicBezTo>
                  <a:pt x="12993" y="70062"/>
                  <a:pt x="16840" y="61204"/>
                  <a:pt x="21829" y="52546"/>
                </a:cubicBezTo>
                <a:cubicBezTo>
                  <a:pt x="26818" y="43889"/>
                  <a:pt x="30768" y="37145"/>
                  <a:pt x="33678" y="32313"/>
                </a:cubicBezTo>
                <a:cubicBezTo>
                  <a:pt x="36588" y="27481"/>
                  <a:pt x="40954" y="22247"/>
                  <a:pt x="46775" y="16609"/>
                </a:cubicBezTo>
                <a:cubicBezTo>
                  <a:pt x="52597" y="10972"/>
                  <a:pt x="56027" y="7550"/>
                  <a:pt x="57066" y="6341"/>
                </a:cubicBezTo>
                <a:cubicBezTo>
                  <a:pt x="58106" y="5134"/>
                  <a:pt x="60704" y="3020"/>
                  <a:pt x="64862" y="0"/>
                </a:cubicBezTo>
                <a:lnTo>
                  <a:pt x="68916" y="0"/>
                </a:lnTo>
                <a:lnTo>
                  <a:pt x="70163" y="0"/>
                </a:lnTo>
                <a:cubicBezTo>
                  <a:pt x="73073" y="0"/>
                  <a:pt x="74529" y="906"/>
                  <a:pt x="74529" y="2718"/>
                </a:cubicBezTo>
                <a:cubicBezTo>
                  <a:pt x="74529" y="3322"/>
                  <a:pt x="72762" y="5436"/>
                  <a:pt x="69227" y="9059"/>
                </a:cubicBezTo>
                <a:cubicBezTo>
                  <a:pt x="65694" y="12684"/>
                  <a:pt x="61432" y="18019"/>
                  <a:pt x="56442" y="25065"/>
                </a:cubicBezTo>
                <a:cubicBezTo>
                  <a:pt x="51453" y="32111"/>
                  <a:pt x="46360" y="40769"/>
                  <a:pt x="41163" y="51036"/>
                </a:cubicBezTo>
                <a:cubicBezTo>
                  <a:pt x="35965" y="61304"/>
                  <a:pt x="31599" y="75196"/>
                  <a:pt x="28066" y="92711"/>
                </a:cubicBezTo>
                <a:cubicBezTo>
                  <a:pt x="24531" y="110227"/>
                  <a:pt x="22764" y="129655"/>
                  <a:pt x="22764" y="150996"/>
                </a:cubicBezTo>
                <a:cubicBezTo>
                  <a:pt x="22764" y="172337"/>
                  <a:pt x="24531" y="191664"/>
                  <a:pt x="28066" y="208978"/>
                </a:cubicBezTo>
                <a:cubicBezTo>
                  <a:pt x="31599" y="226293"/>
                  <a:pt x="35862" y="240285"/>
                  <a:pt x="40851" y="250955"/>
                </a:cubicBezTo>
                <a:cubicBezTo>
                  <a:pt x="45840" y="261625"/>
                  <a:pt x="50933" y="270282"/>
                  <a:pt x="56130" y="276926"/>
                </a:cubicBezTo>
                <a:cubicBezTo>
                  <a:pt x="61328" y="283570"/>
                  <a:pt x="65694" y="288906"/>
                  <a:pt x="69227" y="292932"/>
                </a:cubicBezTo>
                <a:cubicBezTo>
                  <a:pt x="72762" y="296959"/>
                  <a:pt x="74529" y="299072"/>
                  <a:pt x="74529" y="299274"/>
                </a:cubicBezTo>
                <a:cubicBezTo>
                  <a:pt x="74529" y="301086"/>
                  <a:pt x="72970" y="301991"/>
                  <a:pt x="69852" y="301991"/>
                </a:cubicBezTo>
                <a:lnTo>
                  <a:pt x="68916" y="301991"/>
                </a:lnTo>
                <a:lnTo>
                  <a:pt x="64862" y="301991"/>
                </a:lnTo>
                <a:lnTo>
                  <a:pt x="56130" y="294744"/>
                </a:lnTo>
                <a:cubicBezTo>
                  <a:pt x="36588" y="277631"/>
                  <a:pt x="22349" y="256290"/>
                  <a:pt x="13410" y="230721"/>
                </a:cubicBezTo>
                <a:cubicBezTo>
                  <a:pt x="4469" y="205153"/>
                  <a:pt x="0" y="178577"/>
                  <a:pt x="0" y="1509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5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AEF4F6AA-336A-42F8-91FD-655105AC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1959" y="2717247"/>
            <a:ext cx="151863" cy="136802"/>
          </a:xfrm>
          <a:custGeom xmlns:a="http://schemas.openxmlformats.org/drawingml/2006/main">
            <a:pathLst>
              <a:path w="151863" h="136802">
                <a:moveTo>
                  <a:pt x="5301" y="46205"/>
                </a:moveTo>
                <a:cubicBezTo>
                  <a:pt x="6757" y="37749"/>
                  <a:pt x="12369" y="27984"/>
                  <a:pt x="22141" y="16911"/>
                </a:cubicBezTo>
                <a:cubicBezTo>
                  <a:pt x="31911" y="5839"/>
                  <a:pt x="43968" y="201"/>
                  <a:pt x="58313" y="0"/>
                </a:cubicBezTo>
                <a:cubicBezTo>
                  <a:pt x="65589" y="0"/>
                  <a:pt x="72241" y="1812"/>
                  <a:pt x="78271" y="5436"/>
                </a:cubicBezTo>
                <a:cubicBezTo>
                  <a:pt x="84300" y="9059"/>
                  <a:pt x="88769" y="13589"/>
                  <a:pt x="91679" y="19026"/>
                </a:cubicBezTo>
                <a:cubicBezTo>
                  <a:pt x="100410" y="6341"/>
                  <a:pt x="110910" y="0"/>
                  <a:pt x="123175" y="0"/>
                </a:cubicBezTo>
                <a:cubicBezTo>
                  <a:pt x="130866" y="0"/>
                  <a:pt x="137518" y="2214"/>
                  <a:pt x="143132" y="6644"/>
                </a:cubicBezTo>
                <a:cubicBezTo>
                  <a:pt x="148744" y="11073"/>
                  <a:pt x="151656" y="17012"/>
                  <a:pt x="151863" y="24461"/>
                </a:cubicBezTo>
                <a:cubicBezTo>
                  <a:pt x="151863" y="30300"/>
                  <a:pt x="150408" y="35031"/>
                  <a:pt x="147498" y="38655"/>
                </a:cubicBezTo>
                <a:cubicBezTo>
                  <a:pt x="144588" y="42279"/>
                  <a:pt x="141781" y="44493"/>
                  <a:pt x="139078" y="45298"/>
                </a:cubicBezTo>
                <a:cubicBezTo>
                  <a:pt x="136375" y="46104"/>
                  <a:pt x="133985" y="46506"/>
                  <a:pt x="131906" y="46506"/>
                </a:cubicBezTo>
                <a:cubicBezTo>
                  <a:pt x="127956" y="46506"/>
                  <a:pt x="124734" y="45400"/>
                  <a:pt x="122239" y="43185"/>
                </a:cubicBezTo>
                <a:cubicBezTo>
                  <a:pt x="119744" y="40970"/>
                  <a:pt x="118497" y="38051"/>
                  <a:pt x="118497" y="34427"/>
                </a:cubicBezTo>
                <a:cubicBezTo>
                  <a:pt x="118497" y="25166"/>
                  <a:pt x="123695" y="18824"/>
                  <a:pt x="134088" y="15401"/>
                </a:cubicBezTo>
                <a:cubicBezTo>
                  <a:pt x="131802" y="12784"/>
                  <a:pt x="127645" y="11475"/>
                  <a:pt x="121616" y="11475"/>
                </a:cubicBezTo>
                <a:cubicBezTo>
                  <a:pt x="118913" y="11475"/>
                  <a:pt x="116938" y="11677"/>
                  <a:pt x="115691" y="12079"/>
                </a:cubicBezTo>
                <a:cubicBezTo>
                  <a:pt x="107791" y="15301"/>
                  <a:pt x="101969" y="21945"/>
                  <a:pt x="98228" y="32011"/>
                </a:cubicBezTo>
                <a:cubicBezTo>
                  <a:pt x="85754" y="76505"/>
                  <a:pt x="79517" y="102476"/>
                  <a:pt x="79517" y="109925"/>
                </a:cubicBezTo>
                <a:cubicBezTo>
                  <a:pt x="79517" y="115562"/>
                  <a:pt x="81181" y="119589"/>
                  <a:pt x="84506" y="122005"/>
                </a:cubicBezTo>
                <a:cubicBezTo>
                  <a:pt x="87833" y="124420"/>
                  <a:pt x="91471" y="125628"/>
                  <a:pt x="95421" y="125628"/>
                </a:cubicBezTo>
                <a:cubicBezTo>
                  <a:pt x="103113" y="125628"/>
                  <a:pt x="110701" y="122306"/>
                  <a:pt x="118185" y="115663"/>
                </a:cubicBezTo>
                <a:cubicBezTo>
                  <a:pt x="125669" y="109019"/>
                  <a:pt x="130763" y="100865"/>
                  <a:pt x="133465" y="91201"/>
                </a:cubicBezTo>
                <a:cubicBezTo>
                  <a:pt x="134088" y="89188"/>
                  <a:pt x="134713" y="88081"/>
                  <a:pt x="135336" y="87880"/>
                </a:cubicBezTo>
                <a:cubicBezTo>
                  <a:pt x="135960" y="87678"/>
                  <a:pt x="137623" y="87477"/>
                  <a:pt x="140325" y="87275"/>
                </a:cubicBezTo>
                <a:lnTo>
                  <a:pt x="141573" y="87275"/>
                </a:lnTo>
                <a:cubicBezTo>
                  <a:pt x="144691" y="87275"/>
                  <a:pt x="146250" y="88081"/>
                  <a:pt x="146250" y="89692"/>
                </a:cubicBezTo>
                <a:cubicBezTo>
                  <a:pt x="146250" y="89893"/>
                  <a:pt x="146042" y="91000"/>
                  <a:pt x="145627" y="93014"/>
                </a:cubicBezTo>
                <a:cubicBezTo>
                  <a:pt x="142301" y="104489"/>
                  <a:pt x="135856" y="114656"/>
                  <a:pt x="126292" y="123515"/>
                </a:cubicBezTo>
                <a:cubicBezTo>
                  <a:pt x="116730" y="132373"/>
                  <a:pt x="105608" y="136802"/>
                  <a:pt x="92927" y="136802"/>
                </a:cubicBezTo>
                <a:cubicBezTo>
                  <a:pt x="78374" y="136802"/>
                  <a:pt x="67356" y="130460"/>
                  <a:pt x="59872" y="117777"/>
                </a:cubicBezTo>
                <a:cubicBezTo>
                  <a:pt x="51348" y="130259"/>
                  <a:pt x="41578" y="136500"/>
                  <a:pt x="30560" y="136500"/>
                </a:cubicBezTo>
                <a:lnTo>
                  <a:pt x="28689" y="136500"/>
                </a:lnTo>
                <a:cubicBezTo>
                  <a:pt x="18502" y="136500"/>
                  <a:pt x="11226" y="133883"/>
                  <a:pt x="6860" y="128649"/>
                </a:cubicBezTo>
                <a:cubicBezTo>
                  <a:pt x="2494" y="123414"/>
                  <a:pt x="208" y="117877"/>
                  <a:pt x="0" y="112039"/>
                </a:cubicBezTo>
                <a:cubicBezTo>
                  <a:pt x="0" y="105596"/>
                  <a:pt x="1974" y="100362"/>
                  <a:pt x="5924" y="96335"/>
                </a:cubicBezTo>
                <a:cubicBezTo>
                  <a:pt x="9875" y="92309"/>
                  <a:pt x="14553" y="90296"/>
                  <a:pt x="19957" y="90296"/>
                </a:cubicBezTo>
                <a:cubicBezTo>
                  <a:pt x="28896" y="90296"/>
                  <a:pt x="33367" y="94523"/>
                  <a:pt x="33367" y="102979"/>
                </a:cubicBezTo>
                <a:cubicBezTo>
                  <a:pt x="33367" y="107006"/>
                  <a:pt x="32119" y="110529"/>
                  <a:pt x="29624" y="113549"/>
                </a:cubicBezTo>
                <a:cubicBezTo>
                  <a:pt x="27130" y="116568"/>
                  <a:pt x="24739" y="118582"/>
                  <a:pt x="22452" y="119589"/>
                </a:cubicBezTo>
                <a:cubicBezTo>
                  <a:pt x="20165" y="120595"/>
                  <a:pt x="18814" y="121098"/>
                  <a:pt x="18398" y="121098"/>
                </a:cubicBezTo>
                <a:lnTo>
                  <a:pt x="17463" y="121401"/>
                </a:lnTo>
                <a:cubicBezTo>
                  <a:pt x="17463" y="121602"/>
                  <a:pt x="18086" y="122005"/>
                  <a:pt x="19334" y="122609"/>
                </a:cubicBezTo>
                <a:cubicBezTo>
                  <a:pt x="20581" y="123212"/>
                  <a:pt x="22244" y="123917"/>
                  <a:pt x="24323" y="124723"/>
                </a:cubicBezTo>
                <a:cubicBezTo>
                  <a:pt x="26402" y="125528"/>
                  <a:pt x="28376" y="125830"/>
                  <a:pt x="30248" y="125628"/>
                </a:cubicBezTo>
                <a:cubicBezTo>
                  <a:pt x="37731" y="125628"/>
                  <a:pt x="44176" y="121098"/>
                  <a:pt x="49582" y="112039"/>
                </a:cubicBezTo>
                <a:cubicBezTo>
                  <a:pt x="51453" y="108818"/>
                  <a:pt x="53843" y="101972"/>
                  <a:pt x="56754" y="91503"/>
                </a:cubicBezTo>
                <a:cubicBezTo>
                  <a:pt x="59664" y="81035"/>
                  <a:pt x="62574" y="70163"/>
                  <a:pt x="65486" y="58888"/>
                </a:cubicBezTo>
                <a:cubicBezTo>
                  <a:pt x="68396" y="47614"/>
                  <a:pt x="70059" y="40970"/>
                  <a:pt x="70475" y="38957"/>
                </a:cubicBezTo>
                <a:cubicBezTo>
                  <a:pt x="71514" y="33521"/>
                  <a:pt x="72034" y="29595"/>
                  <a:pt x="72034" y="27179"/>
                </a:cubicBezTo>
                <a:cubicBezTo>
                  <a:pt x="72034" y="21542"/>
                  <a:pt x="70475" y="17515"/>
                  <a:pt x="67356" y="15100"/>
                </a:cubicBezTo>
                <a:cubicBezTo>
                  <a:pt x="64238" y="12684"/>
                  <a:pt x="60703" y="11475"/>
                  <a:pt x="56754" y="11475"/>
                </a:cubicBezTo>
                <a:cubicBezTo>
                  <a:pt x="48438" y="11475"/>
                  <a:pt x="40642" y="14697"/>
                  <a:pt x="33367" y="21139"/>
                </a:cubicBezTo>
                <a:cubicBezTo>
                  <a:pt x="26090" y="27582"/>
                  <a:pt x="20996" y="35836"/>
                  <a:pt x="18086" y="45902"/>
                </a:cubicBezTo>
                <a:cubicBezTo>
                  <a:pt x="17670" y="47715"/>
                  <a:pt x="17150" y="48721"/>
                  <a:pt x="16527" y="48923"/>
                </a:cubicBezTo>
                <a:cubicBezTo>
                  <a:pt x="15904" y="49124"/>
                  <a:pt x="14240" y="49325"/>
                  <a:pt x="11538" y="49527"/>
                </a:cubicBezTo>
                <a:lnTo>
                  <a:pt x="7172" y="49527"/>
                </a:lnTo>
                <a:cubicBezTo>
                  <a:pt x="5924" y="48319"/>
                  <a:pt x="5301" y="47211"/>
                  <a:pt x="5301" y="462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59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E90A0DD5-476B-4F52-A6DD-18CBF1C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3892" y="2762370"/>
            <a:ext cx="68564" cy="136005"/>
          </a:xfrm>
          <a:custGeom xmlns:a="http://schemas.openxmlformats.org/drawingml/2006/main">
            <a:pathLst>
              <a:path w="68564" h="136005">
                <a:moveTo>
                  <a:pt x="1543" y="51456"/>
                </a:moveTo>
                <a:cubicBezTo>
                  <a:pt x="514" y="50459"/>
                  <a:pt x="0" y="49748"/>
                  <a:pt x="0" y="49321"/>
                </a:cubicBezTo>
                <a:cubicBezTo>
                  <a:pt x="0" y="48751"/>
                  <a:pt x="220" y="47613"/>
                  <a:pt x="660" y="45905"/>
                </a:cubicBezTo>
                <a:cubicBezTo>
                  <a:pt x="1102" y="44197"/>
                  <a:pt x="1470" y="43200"/>
                  <a:pt x="1764" y="42915"/>
                </a:cubicBezTo>
                <a:cubicBezTo>
                  <a:pt x="2057" y="42204"/>
                  <a:pt x="2718" y="41848"/>
                  <a:pt x="3747" y="41848"/>
                </a:cubicBezTo>
                <a:cubicBezTo>
                  <a:pt x="4776" y="41848"/>
                  <a:pt x="8524" y="41777"/>
                  <a:pt x="14991" y="41634"/>
                </a:cubicBezTo>
                <a:lnTo>
                  <a:pt x="26676" y="41634"/>
                </a:lnTo>
                <a:lnTo>
                  <a:pt x="30866" y="24554"/>
                </a:lnTo>
                <a:cubicBezTo>
                  <a:pt x="31306" y="22988"/>
                  <a:pt x="31820" y="20924"/>
                  <a:pt x="32408" y="18362"/>
                </a:cubicBezTo>
                <a:cubicBezTo>
                  <a:pt x="32996" y="15800"/>
                  <a:pt x="33511" y="13949"/>
                  <a:pt x="33951" y="12811"/>
                </a:cubicBezTo>
                <a:cubicBezTo>
                  <a:pt x="34392" y="11672"/>
                  <a:pt x="34834" y="10249"/>
                  <a:pt x="35275" y="8541"/>
                </a:cubicBezTo>
                <a:cubicBezTo>
                  <a:pt x="35715" y="6833"/>
                  <a:pt x="36304" y="5623"/>
                  <a:pt x="37038" y="4911"/>
                </a:cubicBezTo>
                <a:cubicBezTo>
                  <a:pt x="37773" y="4199"/>
                  <a:pt x="38508" y="3345"/>
                  <a:pt x="39243" y="2349"/>
                </a:cubicBezTo>
                <a:cubicBezTo>
                  <a:pt x="39978" y="1352"/>
                  <a:pt x="41007" y="712"/>
                  <a:pt x="42329" y="427"/>
                </a:cubicBezTo>
                <a:cubicBezTo>
                  <a:pt x="43652" y="142"/>
                  <a:pt x="44975" y="0"/>
                  <a:pt x="46297" y="0"/>
                </a:cubicBezTo>
                <a:cubicBezTo>
                  <a:pt x="48944" y="142"/>
                  <a:pt x="50781" y="926"/>
                  <a:pt x="51810" y="2349"/>
                </a:cubicBezTo>
                <a:cubicBezTo>
                  <a:pt x="52839" y="3772"/>
                  <a:pt x="53353" y="5125"/>
                  <a:pt x="53353" y="6405"/>
                </a:cubicBezTo>
                <a:cubicBezTo>
                  <a:pt x="53353" y="7402"/>
                  <a:pt x="52691" y="10747"/>
                  <a:pt x="51369" y="16440"/>
                </a:cubicBezTo>
                <a:cubicBezTo>
                  <a:pt x="50046" y="22134"/>
                  <a:pt x="48576" y="27756"/>
                  <a:pt x="46959" y="33307"/>
                </a:cubicBezTo>
                <a:lnTo>
                  <a:pt x="44754" y="41207"/>
                </a:lnTo>
                <a:cubicBezTo>
                  <a:pt x="44754" y="41492"/>
                  <a:pt x="48428" y="41634"/>
                  <a:pt x="55778" y="41634"/>
                </a:cubicBezTo>
                <a:lnTo>
                  <a:pt x="67021" y="41634"/>
                </a:lnTo>
                <a:cubicBezTo>
                  <a:pt x="68050" y="42631"/>
                  <a:pt x="68564" y="43414"/>
                  <a:pt x="68564" y="43983"/>
                </a:cubicBezTo>
                <a:cubicBezTo>
                  <a:pt x="68564" y="47115"/>
                  <a:pt x="67610" y="49605"/>
                  <a:pt x="65698" y="51456"/>
                </a:cubicBezTo>
                <a:lnTo>
                  <a:pt x="42109" y="51456"/>
                </a:lnTo>
                <a:lnTo>
                  <a:pt x="34172" y="82414"/>
                </a:lnTo>
                <a:cubicBezTo>
                  <a:pt x="28440" y="105188"/>
                  <a:pt x="25574" y="117430"/>
                  <a:pt x="25574" y="119138"/>
                </a:cubicBezTo>
                <a:cubicBezTo>
                  <a:pt x="25574" y="125116"/>
                  <a:pt x="27558" y="128105"/>
                  <a:pt x="31526" y="128105"/>
                </a:cubicBezTo>
                <a:cubicBezTo>
                  <a:pt x="36671" y="128105"/>
                  <a:pt x="41668" y="125685"/>
                  <a:pt x="46518" y="120846"/>
                </a:cubicBezTo>
                <a:cubicBezTo>
                  <a:pt x="51369" y="116006"/>
                  <a:pt x="55263" y="110028"/>
                  <a:pt x="58203" y="102911"/>
                </a:cubicBezTo>
                <a:cubicBezTo>
                  <a:pt x="58496" y="102057"/>
                  <a:pt x="58864" y="101559"/>
                  <a:pt x="59306" y="101416"/>
                </a:cubicBezTo>
                <a:cubicBezTo>
                  <a:pt x="59746" y="101274"/>
                  <a:pt x="60849" y="101132"/>
                  <a:pt x="62612" y="100990"/>
                </a:cubicBezTo>
                <a:lnTo>
                  <a:pt x="63494" y="100990"/>
                </a:lnTo>
                <a:cubicBezTo>
                  <a:pt x="65698" y="100990"/>
                  <a:pt x="66802" y="101559"/>
                  <a:pt x="66802" y="102698"/>
                </a:cubicBezTo>
                <a:cubicBezTo>
                  <a:pt x="66802" y="103125"/>
                  <a:pt x="66581" y="103979"/>
                  <a:pt x="66140" y="105260"/>
                </a:cubicBezTo>
                <a:cubicBezTo>
                  <a:pt x="65405" y="107537"/>
                  <a:pt x="64082" y="110242"/>
                  <a:pt x="62172" y="113373"/>
                </a:cubicBezTo>
                <a:cubicBezTo>
                  <a:pt x="60260" y="116505"/>
                  <a:pt x="57762" y="119850"/>
                  <a:pt x="54676" y="123408"/>
                </a:cubicBezTo>
                <a:cubicBezTo>
                  <a:pt x="51589" y="126967"/>
                  <a:pt x="47841" y="129955"/>
                  <a:pt x="43431" y="132375"/>
                </a:cubicBezTo>
                <a:cubicBezTo>
                  <a:pt x="39022" y="134795"/>
                  <a:pt x="34540" y="136005"/>
                  <a:pt x="29983" y="136005"/>
                </a:cubicBezTo>
                <a:cubicBezTo>
                  <a:pt x="25574" y="136005"/>
                  <a:pt x="21385" y="134938"/>
                  <a:pt x="17416" y="132802"/>
                </a:cubicBezTo>
                <a:cubicBezTo>
                  <a:pt x="13448" y="130667"/>
                  <a:pt x="10582" y="126967"/>
                  <a:pt x="8818" y="121700"/>
                </a:cubicBezTo>
                <a:cubicBezTo>
                  <a:pt x="8524" y="120561"/>
                  <a:pt x="8377" y="118640"/>
                  <a:pt x="8377" y="115935"/>
                </a:cubicBezTo>
                <a:lnTo>
                  <a:pt x="8377" y="112092"/>
                </a:lnTo>
                <a:lnTo>
                  <a:pt x="16093" y="82201"/>
                </a:lnTo>
                <a:cubicBezTo>
                  <a:pt x="21238" y="62131"/>
                  <a:pt x="23883" y="52025"/>
                  <a:pt x="24031" y="51883"/>
                </a:cubicBezTo>
                <a:cubicBezTo>
                  <a:pt x="24031" y="51598"/>
                  <a:pt x="20282" y="51456"/>
                  <a:pt x="12786" y="51456"/>
                </a:cubicBezTo>
                <a:lnTo>
                  <a:pt x="1543" y="514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60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04D40478-8FEB-4293-81D4-9E14C2E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9199" y="2814186"/>
            <a:ext cx="41163" cy="95328"/>
          </a:xfrm>
          <a:custGeom xmlns:a="http://schemas.openxmlformats.org/drawingml/2006/main">
            <a:pathLst>
              <a:path w="41163" h="95328">
                <a:moveTo>
                  <a:pt x="0" y="25971"/>
                </a:moveTo>
                <a:cubicBezTo>
                  <a:pt x="0" y="25971"/>
                  <a:pt x="0" y="23454"/>
                  <a:pt x="0" y="18422"/>
                </a:cubicBezTo>
                <a:cubicBezTo>
                  <a:pt x="0" y="13388"/>
                  <a:pt x="1664" y="9059"/>
                  <a:pt x="4989" y="5436"/>
                </a:cubicBezTo>
                <a:cubicBezTo>
                  <a:pt x="8316" y="1812"/>
                  <a:pt x="12785" y="0"/>
                  <a:pt x="18399" y="0"/>
                </a:cubicBezTo>
                <a:cubicBezTo>
                  <a:pt x="24219" y="0"/>
                  <a:pt x="29417" y="2516"/>
                  <a:pt x="33990" y="7550"/>
                </a:cubicBezTo>
                <a:cubicBezTo>
                  <a:pt x="38564" y="12583"/>
                  <a:pt x="40954" y="21441"/>
                  <a:pt x="41163" y="34125"/>
                </a:cubicBezTo>
                <a:cubicBezTo>
                  <a:pt x="41163" y="41171"/>
                  <a:pt x="40227" y="48016"/>
                  <a:pt x="38356" y="54660"/>
                </a:cubicBezTo>
                <a:cubicBezTo>
                  <a:pt x="36485" y="61304"/>
                  <a:pt x="34303" y="67042"/>
                  <a:pt x="31807" y="71874"/>
                </a:cubicBezTo>
                <a:cubicBezTo>
                  <a:pt x="29312" y="76706"/>
                  <a:pt x="26610" y="80833"/>
                  <a:pt x="23700" y="84255"/>
                </a:cubicBezTo>
                <a:cubicBezTo>
                  <a:pt x="20789" y="87678"/>
                  <a:pt x="18294" y="90396"/>
                  <a:pt x="16215" y="92409"/>
                </a:cubicBezTo>
                <a:cubicBezTo>
                  <a:pt x="14136" y="94423"/>
                  <a:pt x="12785" y="95328"/>
                  <a:pt x="12162" y="95127"/>
                </a:cubicBezTo>
                <a:cubicBezTo>
                  <a:pt x="11331" y="95127"/>
                  <a:pt x="9978" y="94221"/>
                  <a:pt x="8108" y="92409"/>
                </a:cubicBezTo>
                <a:cubicBezTo>
                  <a:pt x="6237" y="90597"/>
                  <a:pt x="5301" y="89289"/>
                  <a:pt x="5301" y="88484"/>
                </a:cubicBezTo>
                <a:cubicBezTo>
                  <a:pt x="5301" y="87678"/>
                  <a:pt x="6445" y="86067"/>
                  <a:pt x="8732" y="83651"/>
                </a:cubicBezTo>
                <a:cubicBezTo>
                  <a:pt x="11018" y="81236"/>
                  <a:pt x="13617" y="78216"/>
                  <a:pt x="16527" y="74592"/>
                </a:cubicBezTo>
                <a:cubicBezTo>
                  <a:pt x="19438" y="70968"/>
                  <a:pt x="22141" y="65935"/>
                  <a:pt x="24635" y="59492"/>
                </a:cubicBezTo>
                <a:cubicBezTo>
                  <a:pt x="27130" y="53050"/>
                  <a:pt x="28792" y="45701"/>
                  <a:pt x="29625" y="37447"/>
                </a:cubicBezTo>
                <a:lnTo>
                  <a:pt x="29625" y="33823"/>
                </a:lnTo>
                <a:lnTo>
                  <a:pt x="29312" y="34125"/>
                </a:lnTo>
                <a:cubicBezTo>
                  <a:pt x="28897" y="34326"/>
                  <a:pt x="28377" y="34528"/>
                  <a:pt x="27753" y="34729"/>
                </a:cubicBezTo>
                <a:cubicBezTo>
                  <a:pt x="27130" y="34930"/>
                  <a:pt x="26507" y="35232"/>
                  <a:pt x="25882" y="35635"/>
                </a:cubicBezTo>
                <a:cubicBezTo>
                  <a:pt x="25259" y="36037"/>
                  <a:pt x="24323" y="36239"/>
                  <a:pt x="23076" y="36239"/>
                </a:cubicBezTo>
                <a:cubicBezTo>
                  <a:pt x="21829" y="36239"/>
                  <a:pt x="20581" y="36340"/>
                  <a:pt x="19334" y="36541"/>
                </a:cubicBezTo>
                <a:cubicBezTo>
                  <a:pt x="13721" y="36541"/>
                  <a:pt x="9147" y="34829"/>
                  <a:pt x="5614" y="31407"/>
                </a:cubicBezTo>
                <a:lnTo>
                  <a:pt x="0" y="259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1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F472FF0D-5F0B-4B99-A788-3CAC363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9474" y="2661681"/>
            <a:ext cx="96980" cy="192368"/>
          </a:xfrm>
          <a:custGeom xmlns:a="http://schemas.openxmlformats.org/drawingml/2006/main">
            <a:pathLst>
              <a:path w="96980" h="192368">
                <a:moveTo>
                  <a:pt x="2182" y="72780"/>
                </a:moveTo>
                <a:cubicBezTo>
                  <a:pt x="727" y="71371"/>
                  <a:pt x="0" y="70364"/>
                  <a:pt x="0" y="69760"/>
                </a:cubicBezTo>
                <a:cubicBezTo>
                  <a:pt x="0" y="68955"/>
                  <a:pt x="312" y="67344"/>
                  <a:pt x="935" y="64928"/>
                </a:cubicBezTo>
                <a:cubicBezTo>
                  <a:pt x="1559" y="62512"/>
                  <a:pt x="2079" y="61103"/>
                  <a:pt x="2494" y="60700"/>
                </a:cubicBezTo>
                <a:cubicBezTo>
                  <a:pt x="2910" y="59693"/>
                  <a:pt x="3845" y="59190"/>
                  <a:pt x="5301" y="59190"/>
                </a:cubicBezTo>
                <a:cubicBezTo>
                  <a:pt x="6757" y="59190"/>
                  <a:pt x="12057" y="59089"/>
                  <a:pt x="21205" y="58888"/>
                </a:cubicBezTo>
                <a:lnTo>
                  <a:pt x="37731" y="58888"/>
                </a:lnTo>
                <a:lnTo>
                  <a:pt x="43657" y="34729"/>
                </a:lnTo>
                <a:cubicBezTo>
                  <a:pt x="44280" y="32514"/>
                  <a:pt x="45008" y="29595"/>
                  <a:pt x="45839" y="25971"/>
                </a:cubicBezTo>
                <a:cubicBezTo>
                  <a:pt x="46670" y="22347"/>
                  <a:pt x="47398" y="19730"/>
                  <a:pt x="48023" y="18119"/>
                </a:cubicBezTo>
                <a:cubicBezTo>
                  <a:pt x="48646" y="16509"/>
                  <a:pt x="49269" y="14495"/>
                  <a:pt x="49893" y="12079"/>
                </a:cubicBezTo>
                <a:cubicBezTo>
                  <a:pt x="50517" y="9663"/>
                  <a:pt x="51348" y="7952"/>
                  <a:pt x="52388" y="6946"/>
                </a:cubicBezTo>
                <a:cubicBezTo>
                  <a:pt x="53427" y="5939"/>
                  <a:pt x="54466" y="4731"/>
                  <a:pt x="55506" y="3322"/>
                </a:cubicBezTo>
                <a:cubicBezTo>
                  <a:pt x="56545" y="1912"/>
                  <a:pt x="58001" y="1006"/>
                  <a:pt x="59872" y="603"/>
                </a:cubicBezTo>
                <a:cubicBezTo>
                  <a:pt x="61743" y="201"/>
                  <a:pt x="63614" y="0"/>
                  <a:pt x="65484" y="0"/>
                </a:cubicBezTo>
                <a:cubicBezTo>
                  <a:pt x="69227" y="201"/>
                  <a:pt x="71826" y="1308"/>
                  <a:pt x="73280" y="3322"/>
                </a:cubicBezTo>
                <a:cubicBezTo>
                  <a:pt x="74736" y="5335"/>
                  <a:pt x="75464" y="7247"/>
                  <a:pt x="75464" y="9059"/>
                </a:cubicBezTo>
                <a:cubicBezTo>
                  <a:pt x="75464" y="10469"/>
                  <a:pt x="74528" y="15200"/>
                  <a:pt x="72657" y="23253"/>
                </a:cubicBezTo>
                <a:cubicBezTo>
                  <a:pt x="70786" y="31306"/>
                  <a:pt x="68707" y="39259"/>
                  <a:pt x="66420" y="47110"/>
                </a:cubicBezTo>
                <a:lnTo>
                  <a:pt x="63302" y="58284"/>
                </a:lnTo>
                <a:cubicBezTo>
                  <a:pt x="63302" y="58687"/>
                  <a:pt x="68499" y="58888"/>
                  <a:pt x="78894" y="58888"/>
                </a:cubicBezTo>
                <a:lnTo>
                  <a:pt x="94798" y="58888"/>
                </a:lnTo>
                <a:cubicBezTo>
                  <a:pt x="96252" y="60297"/>
                  <a:pt x="96980" y="61405"/>
                  <a:pt x="96980" y="62210"/>
                </a:cubicBezTo>
                <a:cubicBezTo>
                  <a:pt x="96980" y="66639"/>
                  <a:pt x="95629" y="70163"/>
                  <a:pt x="92927" y="72780"/>
                </a:cubicBezTo>
                <a:lnTo>
                  <a:pt x="59560" y="72780"/>
                </a:lnTo>
                <a:lnTo>
                  <a:pt x="48334" y="116568"/>
                </a:lnTo>
                <a:cubicBezTo>
                  <a:pt x="40227" y="148781"/>
                  <a:pt x="36172" y="166095"/>
                  <a:pt x="36172" y="168511"/>
                </a:cubicBezTo>
                <a:cubicBezTo>
                  <a:pt x="36172" y="176967"/>
                  <a:pt x="38979" y="181195"/>
                  <a:pt x="44591" y="181195"/>
                </a:cubicBezTo>
                <a:cubicBezTo>
                  <a:pt x="51868" y="181195"/>
                  <a:pt x="58936" y="177772"/>
                  <a:pt x="65797" y="170927"/>
                </a:cubicBezTo>
                <a:cubicBezTo>
                  <a:pt x="72657" y="164082"/>
                  <a:pt x="78166" y="155626"/>
                  <a:pt x="82324" y="145560"/>
                </a:cubicBezTo>
                <a:cubicBezTo>
                  <a:pt x="82740" y="144352"/>
                  <a:pt x="83260" y="143647"/>
                  <a:pt x="83883" y="143446"/>
                </a:cubicBezTo>
                <a:cubicBezTo>
                  <a:pt x="84506" y="143245"/>
                  <a:pt x="86066" y="143043"/>
                  <a:pt x="88561" y="142842"/>
                </a:cubicBezTo>
                <a:lnTo>
                  <a:pt x="89808" y="142842"/>
                </a:lnTo>
                <a:cubicBezTo>
                  <a:pt x="92927" y="142842"/>
                  <a:pt x="94486" y="143647"/>
                  <a:pt x="94486" y="145258"/>
                </a:cubicBezTo>
                <a:cubicBezTo>
                  <a:pt x="94486" y="145862"/>
                  <a:pt x="94173" y="147070"/>
                  <a:pt x="93550" y="148882"/>
                </a:cubicBezTo>
                <a:cubicBezTo>
                  <a:pt x="92511" y="152103"/>
                  <a:pt x="90640" y="155928"/>
                  <a:pt x="87936" y="160358"/>
                </a:cubicBezTo>
                <a:cubicBezTo>
                  <a:pt x="85234" y="164786"/>
                  <a:pt x="81701" y="169518"/>
                  <a:pt x="77335" y="174551"/>
                </a:cubicBezTo>
                <a:cubicBezTo>
                  <a:pt x="72969" y="179584"/>
                  <a:pt x="67668" y="183812"/>
                  <a:pt x="61431" y="187235"/>
                </a:cubicBezTo>
                <a:cubicBezTo>
                  <a:pt x="55194" y="190657"/>
                  <a:pt x="48854" y="192368"/>
                  <a:pt x="42409" y="192368"/>
                </a:cubicBezTo>
                <a:cubicBezTo>
                  <a:pt x="36172" y="192368"/>
                  <a:pt x="30248" y="190859"/>
                  <a:pt x="24635" y="187839"/>
                </a:cubicBezTo>
                <a:cubicBezTo>
                  <a:pt x="19022" y="184819"/>
                  <a:pt x="14968" y="179584"/>
                  <a:pt x="12472" y="172135"/>
                </a:cubicBezTo>
                <a:cubicBezTo>
                  <a:pt x="12057" y="170524"/>
                  <a:pt x="11849" y="167807"/>
                  <a:pt x="11849" y="163981"/>
                </a:cubicBezTo>
                <a:lnTo>
                  <a:pt x="11849" y="158546"/>
                </a:lnTo>
                <a:lnTo>
                  <a:pt x="22764" y="116267"/>
                </a:lnTo>
                <a:cubicBezTo>
                  <a:pt x="30040" y="87880"/>
                  <a:pt x="33782" y="73585"/>
                  <a:pt x="33990" y="73384"/>
                </a:cubicBezTo>
                <a:cubicBezTo>
                  <a:pt x="33990" y="72981"/>
                  <a:pt x="28689" y="72780"/>
                  <a:pt x="18086" y="72780"/>
                </a:cubicBezTo>
                <a:lnTo>
                  <a:pt x="2182" y="727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2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559A3F17-E522-4CD7-9F70-3E1F3AB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3273" y="2624233"/>
            <a:ext cx="74528" cy="301991"/>
          </a:xfrm>
          <a:custGeom xmlns:a="http://schemas.openxmlformats.org/drawingml/2006/main">
            <a:pathLst>
              <a:path w="74528" h="301991">
                <a:moveTo>
                  <a:pt x="1559" y="302"/>
                </a:moveTo>
                <a:lnTo>
                  <a:pt x="2806" y="0"/>
                </a:lnTo>
                <a:cubicBezTo>
                  <a:pt x="3845" y="0"/>
                  <a:pt x="4885" y="0"/>
                  <a:pt x="5924" y="0"/>
                </a:cubicBezTo>
                <a:lnTo>
                  <a:pt x="9667" y="0"/>
                </a:lnTo>
                <a:lnTo>
                  <a:pt x="18398" y="7248"/>
                </a:lnTo>
                <a:cubicBezTo>
                  <a:pt x="37940" y="24361"/>
                  <a:pt x="52181" y="45701"/>
                  <a:pt x="61120" y="71270"/>
                </a:cubicBezTo>
                <a:cubicBezTo>
                  <a:pt x="70059" y="96839"/>
                  <a:pt x="74528" y="123414"/>
                  <a:pt x="74528" y="150996"/>
                </a:cubicBezTo>
                <a:cubicBezTo>
                  <a:pt x="74528" y="164686"/>
                  <a:pt x="73489" y="177873"/>
                  <a:pt x="71410" y="190557"/>
                </a:cubicBezTo>
                <a:cubicBezTo>
                  <a:pt x="69331" y="203241"/>
                  <a:pt x="66940" y="214011"/>
                  <a:pt x="64238" y="222870"/>
                </a:cubicBezTo>
                <a:cubicBezTo>
                  <a:pt x="61535" y="231728"/>
                  <a:pt x="57690" y="240586"/>
                  <a:pt x="52700" y="249445"/>
                </a:cubicBezTo>
                <a:cubicBezTo>
                  <a:pt x="47710" y="258303"/>
                  <a:pt x="43760" y="265048"/>
                  <a:pt x="40850" y="269678"/>
                </a:cubicBezTo>
                <a:cubicBezTo>
                  <a:pt x="37940" y="274309"/>
                  <a:pt x="33678" y="279443"/>
                  <a:pt x="28065" y="285080"/>
                </a:cubicBezTo>
                <a:cubicBezTo>
                  <a:pt x="22452" y="290717"/>
                  <a:pt x="19126" y="294039"/>
                  <a:pt x="18086" y="295046"/>
                </a:cubicBezTo>
                <a:cubicBezTo>
                  <a:pt x="17047" y="296052"/>
                  <a:pt x="14656" y="297965"/>
                  <a:pt x="10913" y="300784"/>
                </a:cubicBezTo>
                <a:cubicBezTo>
                  <a:pt x="10290" y="301387"/>
                  <a:pt x="9875" y="301790"/>
                  <a:pt x="9667" y="301991"/>
                </a:cubicBezTo>
                <a:lnTo>
                  <a:pt x="5924" y="301991"/>
                </a:lnTo>
                <a:cubicBezTo>
                  <a:pt x="4261" y="301991"/>
                  <a:pt x="3118" y="301991"/>
                  <a:pt x="2494" y="301991"/>
                </a:cubicBezTo>
                <a:cubicBezTo>
                  <a:pt x="1871" y="301991"/>
                  <a:pt x="1351" y="301690"/>
                  <a:pt x="935" y="301086"/>
                </a:cubicBezTo>
                <a:cubicBezTo>
                  <a:pt x="520" y="300482"/>
                  <a:pt x="207" y="299576"/>
                  <a:pt x="0" y="298368"/>
                </a:cubicBezTo>
                <a:cubicBezTo>
                  <a:pt x="207" y="298167"/>
                  <a:pt x="1351" y="296858"/>
                  <a:pt x="3430" y="294442"/>
                </a:cubicBezTo>
                <a:cubicBezTo>
                  <a:pt x="35652" y="262028"/>
                  <a:pt x="51764" y="214213"/>
                  <a:pt x="51764" y="150996"/>
                </a:cubicBezTo>
                <a:cubicBezTo>
                  <a:pt x="51764" y="87779"/>
                  <a:pt x="35652" y="39963"/>
                  <a:pt x="3430" y="7550"/>
                </a:cubicBezTo>
                <a:cubicBezTo>
                  <a:pt x="1351" y="5134"/>
                  <a:pt x="207" y="3825"/>
                  <a:pt x="0" y="3624"/>
                </a:cubicBezTo>
                <a:cubicBezTo>
                  <a:pt x="0" y="2013"/>
                  <a:pt x="520" y="906"/>
                  <a:pt x="1559" y="3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3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65A2E914-E37C-4192-B4ED-4D78A5BA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495" y="2854801"/>
            <a:ext cx="332375" cy="911381"/>
          </a:xfrm>
          <a:custGeom xmlns:a="http://schemas.openxmlformats.org/drawingml/2006/main">
            <a:pathLst>
              <a:path w="332375" h="911381">
                <a:moveTo>
                  <a:pt x="0" y="911381"/>
                </a:moveTo>
                <a:lnTo>
                  <a:pt x="0" y="0"/>
                </a:lnTo>
                <a:lnTo>
                  <a:pt x="332375" y="379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64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29C05C9B-E712-4DFA-BF29-5AB78B1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746" y="2789122"/>
            <a:ext cx="132116" cy="132116"/>
          </a:xfrm>
          <a:custGeom xmlns:a="http://schemas.openxmlformats.org/drawingml/2006/main">
            <a:pathLst>
              <a:path w="132116" h="132116">
                <a:moveTo>
                  <a:pt x="132116" y="66059"/>
                </a:moveTo>
                <a:lnTo>
                  <a:pt x="0" y="132116"/>
                </a:lnTo>
                <a:lnTo>
                  <a:pt x="33124" y="66059"/>
                </a:lnTo>
                <a:lnTo>
                  <a:pt x="188" y="0"/>
                </a:lnTo>
                <a:lnTo>
                  <a:pt x="132116" y="660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5C2981F9-3A3A-465F-AC33-CDF6A2D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746" y="2789122"/>
            <a:ext cx="132116" cy="132116"/>
          </a:xfrm>
          <a:custGeom xmlns:a="http://schemas.openxmlformats.org/drawingml/2006/main">
            <a:pathLst>
              <a:path w="132116" h="132116">
                <a:moveTo>
                  <a:pt x="132116" y="66059"/>
                </a:moveTo>
                <a:lnTo>
                  <a:pt x="188" y="0"/>
                </a:lnTo>
                <a:lnTo>
                  <a:pt x="33124" y="66059"/>
                </a:lnTo>
                <a:lnTo>
                  <a:pt x="0" y="132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66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992865D2-52ED-43F7-920C-F31BCE6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3201" y="3766182"/>
            <a:ext cx="887153" cy="188712"/>
          </a:xfrm>
          <a:custGeom xmlns:a="http://schemas.openxmlformats.org/drawingml/2006/main">
            <a:pathLst>
              <a:path w="887153" h="188712">
                <a:moveTo>
                  <a:pt x="0" y="0"/>
                </a:moveTo>
                <a:lnTo>
                  <a:pt x="887153" y="0"/>
                </a:lnTo>
                <a:lnTo>
                  <a:pt x="887153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18928">
            <a:solidFill>
              <a:srgbClr val="82B366"/>
            </a:solidFill>
            <a:prstDash val="solid"/>
          </a:ln>
        </p:spPr>
      </p:sp>
      <p:sp>
        <p:nvSpPr>
          <p:cNvPr id="67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3B591D6B-EC81-4A03-9777-331BD81D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977" y="5804534"/>
            <a:ext cx="377423" cy="377423"/>
          </a:xfrm>
          <a:custGeom xmlns:a="http://schemas.openxmlformats.org/drawingml/2006/main">
            <a:pathLst>
              <a:path w="377423" h="377423">
                <a:moveTo>
                  <a:pt x="0" y="0"/>
                </a:moveTo>
                <a:lnTo>
                  <a:pt x="377423" y="0"/>
                </a:lnTo>
                <a:lnTo>
                  <a:pt x="377423" y="377423"/>
                </a:lnTo>
                <a:lnTo>
                  <a:pt x="0" y="377423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18928">
            <a:solidFill>
              <a:srgbClr val="82B366"/>
            </a:solidFill>
            <a:prstDash val="solid"/>
          </a:ln>
        </p:spPr>
      </p:sp>
      <p:sp>
        <p:nvSpPr>
          <p:cNvPr id="68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DC3FB6D2-863C-4CF0-8D24-AFE7B0EC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1138" y="5804534"/>
            <a:ext cx="377425" cy="377423"/>
          </a:xfrm>
          <a:custGeom xmlns:a="http://schemas.openxmlformats.org/drawingml/2006/main">
            <a:pathLst>
              <a:path w="377425" h="377423">
                <a:moveTo>
                  <a:pt x="0" y="0"/>
                </a:moveTo>
                <a:lnTo>
                  <a:pt x="377425" y="0"/>
                </a:lnTo>
                <a:lnTo>
                  <a:pt x="377425" y="377423"/>
                </a:lnTo>
                <a:lnTo>
                  <a:pt x="0" y="377423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sp>
        <p:nvSpPr>
          <p:cNvPr id="69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B954820D-024D-43EE-B97A-FF6D87E3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7346" y="5804534"/>
            <a:ext cx="377423" cy="377423"/>
          </a:xfrm>
          <a:custGeom xmlns:a="http://schemas.openxmlformats.org/drawingml/2006/main">
            <a:pathLst>
              <a:path w="377423" h="377423">
                <a:moveTo>
                  <a:pt x="0" y="0"/>
                </a:moveTo>
                <a:lnTo>
                  <a:pt x="377423" y="0"/>
                </a:lnTo>
                <a:lnTo>
                  <a:pt x="377423" y="377423"/>
                </a:lnTo>
                <a:lnTo>
                  <a:pt x="0" y="377423"/>
                </a:lnTo>
                <a:close/>
              </a:path>
            </a:pathLst>
          </a:custGeom>
          <a:solidFill xmlns:a="http://schemas.openxmlformats.org/drawingml/2006/main">
            <a:srgbClr val="0050EF"/>
          </a:solidFill>
          <a:ln xmlns:a="http://schemas.openxmlformats.org/drawingml/2006/main" w="18928">
            <a:solidFill>
              <a:srgbClr val="001DBC"/>
            </a:solidFill>
            <a:prstDash val="solid"/>
          </a:ln>
        </p:spPr>
      </p:sp>
      <p:sp>
        <p:nvSpPr>
          <p:cNvPr id="70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F2C02BD4-5ABB-469F-8610-A52EE262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4915" y="1425741"/>
            <a:ext cx="1703" cy="377423"/>
          </a:xfrm>
          <a:custGeom xmlns:a="http://schemas.openxmlformats.org/drawingml/2006/main">
            <a:pathLst>
              <a:path w="1703" h="377423">
                <a:moveTo>
                  <a:pt x="0" y="377423"/>
                </a:moveTo>
                <a:lnTo>
                  <a:pt x="0" y="0"/>
                </a:lnTo>
                <a:lnTo>
                  <a:pt x="1703" y="82337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71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37698CC7-86B6-4F43-A3C3-5CBFD8D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316" y="1409084"/>
            <a:ext cx="132118" cy="133442"/>
          </a:xfrm>
          <a:custGeom xmlns:a="http://schemas.openxmlformats.org/drawingml/2006/main">
            <a:pathLst>
              <a:path w="132118" h="133442">
                <a:moveTo>
                  <a:pt x="63221" y="0"/>
                </a:moveTo>
                <a:lnTo>
                  <a:pt x="132118" y="130603"/>
                </a:lnTo>
                <a:lnTo>
                  <a:pt x="65302" y="98993"/>
                </a:lnTo>
                <a:lnTo>
                  <a:pt x="0" y="133442"/>
                </a:lnTo>
                <a:lnTo>
                  <a:pt x="6322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8EF112D8-08E1-4259-B775-AAC6E539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316" y="1409084"/>
            <a:ext cx="132118" cy="133442"/>
          </a:xfrm>
          <a:custGeom xmlns:a="http://schemas.openxmlformats.org/drawingml/2006/main">
            <a:pathLst>
              <a:path w="132118" h="133442">
                <a:moveTo>
                  <a:pt x="63221" y="0"/>
                </a:moveTo>
                <a:lnTo>
                  <a:pt x="0" y="133442"/>
                </a:lnTo>
                <a:lnTo>
                  <a:pt x="65302" y="98993"/>
                </a:lnTo>
                <a:lnTo>
                  <a:pt x="132118" y="1306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73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5F129229-8B10-4162-9962-D69F911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7833" y="1803164"/>
            <a:ext cx="1132460" cy="188712"/>
          </a:xfrm>
          <a:custGeom xmlns:a="http://schemas.openxmlformats.org/drawingml/2006/main">
            <a:pathLst>
              <a:path w="1132460" h="188712">
                <a:moveTo>
                  <a:pt x="0" y="0"/>
                </a:moveTo>
                <a:lnTo>
                  <a:pt x="1132460" y="0"/>
                </a:lnTo>
                <a:lnTo>
                  <a:pt x="1132460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sp>
        <p:nvSpPr>
          <p:cNvPr id="74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D8EF555C-9C36-48E4-9B1E-F5F391BA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6400" y="1508267"/>
            <a:ext cx="95" cy="294897"/>
          </a:xfrm>
          <a:custGeom xmlns:a="http://schemas.openxmlformats.org/drawingml/2006/main">
            <a:pathLst>
              <a:path w="95" h="294897">
                <a:moveTo>
                  <a:pt x="0" y="2948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75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FD0C9634-C7E8-45FB-8C20-9E8FB30A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0343" y="1409084"/>
            <a:ext cx="132116" cy="132118"/>
          </a:xfrm>
          <a:custGeom xmlns:a="http://schemas.openxmlformats.org/drawingml/2006/main">
            <a:pathLst>
              <a:path w="132116" h="132118">
                <a:moveTo>
                  <a:pt x="66058" y="0"/>
                </a:moveTo>
                <a:lnTo>
                  <a:pt x="132116" y="132118"/>
                </a:lnTo>
                <a:lnTo>
                  <a:pt x="66058" y="99183"/>
                </a:lnTo>
                <a:lnTo>
                  <a:pt x="0" y="132118"/>
                </a:lnTo>
                <a:lnTo>
                  <a:pt x="6605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FDD804FD-FB3F-445A-B935-195014F2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0343" y="1409084"/>
            <a:ext cx="132116" cy="132118"/>
          </a:xfrm>
          <a:custGeom xmlns:a="http://schemas.openxmlformats.org/drawingml/2006/main">
            <a:pathLst>
              <a:path w="132116" h="132118">
                <a:moveTo>
                  <a:pt x="66058" y="0"/>
                </a:moveTo>
                <a:lnTo>
                  <a:pt x="0" y="132118"/>
                </a:lnTo>
                <a:lnTo>
                  <a:pt x="66058" y="99183"/>
                </a:lnTo>
                <a:lnTo>
                  <a:pt x="132116" y="1321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77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FC446FC8-6978-4679-9E5C-6549D25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266" y="1803164"/>
            <a:ext cx="1132460" cy="188712"/>
          </a:xfrm>
          <a:custGeom xmlns:a="http://schemas.openxmlformats.org/drawingml/2006/main">
            <a:pathLst>
              <a:path w="1132460" h="188712">
                <a:moveTo>
                  <a:pt x="0" y="0"/>
                </a:moveTo>
                <a:lnTo>
                  <a:pt x="1132460" y="0"/>
                </a:lnTo>
                <a:lnTo>
                  <a:pt x="1132460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sp>
        <p:nvSpPr>
          <p:cNvPr id="78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B0D9BF23-7640-4643-BAD5-2AF1D840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0474" y="1425741"/>
            <a:ext cx="1323" cy="377423"/>
          </a:xfrm>
          <a:custGeom xmlns:a="http://schemas.openxmlformats.org/drawingml/2006/main">
            <a:pathLst>
              <a:path w="1323" h="377423">
                <a:moveTo>
                  <a:pt x="0" y="377423"/>
                </a:moveTo>
                <a:lnTo>
                  <a:pt x="0" y="0"/>
                </a:lnTo>
                <a:lnTo>
                  <a:pt x="1323" y="82337"/>
                </a:lnTo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79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C7888B9F-A75E-486F-BB87-D25AE85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6119" y="1409084"/>
            <a:ext cx="132116" cy="133064"/>
          </a:xfrm>
          <a:custGeom xmlns:a="http://schemas.openxmlformats.org/drawingml/2006/main">
            <a:pathLst>
              <a:path w="132116" h="133064">
                <a:moveTo>
                  <a:pt x="64166" y="0"/>
                </a:moveTo>
                <a:lnTo>
                  <a:pt x="132116" y="131171"/>
                </a:lnTo>
                <a:lnTo>
                  <a:pt x="65679" y="98993"/>
                </a:lnTo>
                <a:lnTo>
                  <a:pt x="0" y="133064"/>
                </a:lnTo>
                <a:lnTo>
                  <a:pt x="6416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96B787AD-1A63-4B61-B6B5-8F772CFE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6119" y="1409084"/>
            <a:ext cx="132116" cy="133064"/>
          </a:xfrm>
          <a:custGeom xmlns:a="http://schemas.openxmlformats.org/drawingml/2006/main">
            <a:pathLst>
              <a:path w="132116" h="133064">
                <a:moveTo>
                  <a:pt x="64166" y="0"/>
                </a:moveTo>
                <a:lnTo>
                  <a:pt x="0" y="133064"/>
                </a:lnTo>
                <a:lnTo>
                  <a:pt x="65679" y="98993"/>
                </a:lnTo>
                <a:lnTo>
                  <a:pt x="132116" y="1311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28">
            <a:solidFill>
              <a:srgbClr val="000000"/>
            </a:solidFill>
            <a:prstDash val="solid"/>
          </a:ln>
        </p:spPr>
      </p:sp>
      <p:sp>
        <p:nvSpPr>
          <p:cNvPr id="81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A2496622-BACC-477B-8B44-F2EE3289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3581" y="1803164"/>
            <a:ext cx="1132460" cy="188712"/>
          </a:xfrm>
          <a:custGeom xmlns:a="http://schemas.openxmlformats.org/drawingml/2006/main">
            <a:pathLst>
              <a:path w="1132460" h="188712">
                <a:moveTo>
                  <a:pt x="0" y="0"/>
                </a:moveTo>
                <a:lnTo>
                  <a:pt x="1132460" y="0"/>
                </a:lnTo>
                <a:lnTo>
                  <a:pt x="1132460" y="188712"/>
                </a:lnTo>
                <a:lnTo>
                  <a:pt x="0" y="188712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18928">
            <a:solidFill>
              <a:srgbClr val="6C8EBF"/>
            </a:solidFill>
            <a:prstDash val="solid"/>
          </a:ln>
        </p:spPr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0A8D888-0BB7-4A1E-845D-559CA4B0CF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06e592d5e4051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9" y="76177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83" name="source-robot-0">
            <a:extLst xmlns:a="http://schemas.openxmlformats.org/drawingml/2006/main">
              <a:ext uri="{FF2B5EF4-FFF2-40B4-BE49-F238E27FC236}">
                <a16:creationId xmlns:a16="http://schemas.microsoft.com/office/drawing/2014/main" id="{E2C6A01A-2BCC-4A2C-9C09-832E10D2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9" y="76177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2CACE6D-B7B0-432F-B665-5BC88D98E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9f3ab137a4470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1152" y="76177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85" name="source-robot-1">
            <a:extLst xmlns:a="http://schemas.openxmlformats.org/drawingml/2006/main">
              <a:ext uri="{FF2B5EF4-FFF2-40B4-BE49-F238E27FC236}">
                <a16:creationId xmlns:a16="http://schemas.microsoft.com/office/drawing/2014/main" id="{03ACB229-BC18-4B89-BDE0-3D1D7D1D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1152" y="76177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084D84-45E9-430C-8AFC-2A7E29C155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ae717cebb4891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9" y="1793700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87" name="source-robot-2">
            <a:extLst xmlns:a="http://schemas.openxmlformats.org/drawingml/2006/main">
              <a:ext uri="{FF2B5EF4-FFF2-40B4-BE49-F238E27FC236}">
                <a16:creationId xmlns:a16="http://schemas.microsoft.com/office/drawing/2014/main" id="{5A8ACFC7-00ED-43BE-BDD9-8F477829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9" y="1793700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95707B4-2FAA-4DFB-8FC3-3AA8411F1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69488fd654cde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1152" y="1793700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89" name="source-robot-3">
            <a:extLst xmlns:a="http://schemas.openxmlformats.org/drawingml/2006/main">
              <a:ext uri="{FF2B5EF4-FFF2-40B4-BE49-F238E27FC236}">
                <a16:creationId xmlns:a16="http://schemas.microsoft.com/office/drawing/2014/main" id="{E21594B0-0620-4400-A538-020C610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1152" y="1793700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B9EFEA-106D-4E98-9FF2-109150329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f4f786b8f4986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9" y="3511412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91" name="source-robot-4">
            <a:extLst xmlns:a="http://schemas.openxmlformats.org/drawingml/2006/main">
              <a:ext uri="{FF2B5EF4-FFF2-40B4-BE49-F238E27FC236}">
                <a16:creationId xmlns:a16="http://schemas.microsoft.com/office/drawing/2014/main" id="{43B9C12E-6D32-46A4-ADAE-76A1222D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9" y="3511412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9E5819-7338-47FE-BF4F-139354387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6f844d76648c8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1152" y="3511412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93" name="source-robot-5">
            <a:extLst xmlns:a="http://schemas.openxmlformats.org/drawingml/2006/main">
              <a:ext uri="{FF2B5EF4-FFF2-40B4-BE49-F238E27FC236}">
                <a16:creationId xmlns:a16="http://schemas.microsoft.com/office/drawing/2014/main" id="{606E6E51-6420-4465-818A-3C6252B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1152" y="3511412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E1B5FF5-0E96-4FA7-B6BA-1E06906FB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e5eeec116456c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1152" y="5247863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95" name="source-robot-6">
            <a:extLst xmlns:a="http://schemas.openxmlformats.org/drawingml/2006/main">
              <a:ext uri="{FF2B5EF4-FFF2-40B4-BE49-F238E27FC236}">
                <a16:creationId xmlns:a16="http://schemas.microsoft.com/office/drawing/2014/main" id="{0D38285A-F352-4E8A-84E2-52B0EF6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1152" y="5247863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91A4B0-8210-4848-8534-3A062BF3D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5ef8580b04cc4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9" y="5247863"/>
            <a:ext cx="2264919" cy="1509883"/>
          </a:xfrm>
          <a:prstGeom xmlns:a="http://schemas.openxmlformats.org/drawingml/2006/main" prst="rect">
            <a:avLst/>
          </a:prstGeom>
        </p:spPr>
      </p:pic>
      <p:sp>
        <p:nvSpPr>
          <p:cNvPr id="97" name="source-robot-7">
            <a:extLst xmlns:a="http://schemas.openxmlformats.org/drawingml/2006/main">
              <a:ext uri="{FF2B5EF4-FFF2-40B4-BE49-F238E27FC236}">
                <a16:creationId xmlns:a16="http://schemas.microsoft.com/office/drawing/2014/main" id="{F585F83B-EF38-44A6-867A-1EE19CD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9" y="5247863"/>
            <a:ext cx="2264919" cy="1509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8FC43AB1-4607-4862-8D53-C82BACD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1940" y="2636607"/>
            <a:ext cx="4009132" cy="264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Unconditional Skill Score Function</a:t>
            </a:r>
          </a:p>
        </p:txBody>
      </p:sp>
      <p:sp>
        <p:nvSpPr>
          <p:cNvPr id="99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2DC0197-9CE3-41D3-A13C-D0CFE5C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4613" y="5743737"/>
            <a:ext cx="494862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00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FAA1C4E8-F112-4552-9B13-7B5657D8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322" y="6026855"/>
            <a:ext cx="1145641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101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4F01F138-EDFA-4535-8FAE-F4C313A9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6505" y="5743737"/>
            <a:ext cx="981891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Positional</a:t>
            </a:r>
          </a:p>
        </p:txBody>
      </p:sp>
      <p:sp>
        <p:nvSpPr>
          <p:cNvPr id="102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8785F692-EC38-4631-8CD6-1DB6158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4520" y="6026855"/>
            <a:ext cx="1145641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103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11667AB3-4A4E-4A04-948A-30880CC1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9453" y="5743737"/>
            <a:ext cx="1132658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Object</a:t>
            </a:r>
          </a:p>
        </p:txBody>
      </p:sp>
      <p:sp>
        <p:nvSpPr>
          <p:cNvPr id="104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69C032BA-8782-45A5-8327-4D9278A7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6378" y="6026855"/>
            <a:ext cx="578919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05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CA57C862-0DF9-4B31-AA6F-269D927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898" y="741998"/>
            <a:ext cx="427847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</a:t>
            </a:r>
          </a:p>
        </p:txBody>
      </p:sp>
      <p:sp>
        <p:nvSpPr>
          <p:cNvPr id="106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1F951CD8-B0AB-4433-A02D-715DF089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5486" y="1025115"/>
            <a:ext cx="1342676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(Hook, Table)</a:t>
            </a:r>
          </a:p>
        </p:txBody>
      </p:sp>
      <p:sp>
        <p:nvSpPr>
          <p:cNvPr id="107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4C54FCD4-65B0-4F1D-83B9-A93C4791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3593" y="2516200"/>
            <a:ext cx="566496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108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D8901017-6A32-49B2-A214-B0EF8ED9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6233" y="2799317"/>
            <a:ext cx="1661334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(Red Box, Rack)</a:t>
            </a:r>
          </a:p>
        </p:txBody>
      </p:sp>
      <p:sp>
        <p:nvSpPr>
          <p:cNvPr id="109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B1A4C433-339A-4490-95EF-D047458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6410" y="4196029"/>
            <a:ext cx="377603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10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41D32E16-4E7D-4B74-AA6F-3CAD6C6A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871" y="4479147"/>
            <a:ext cx="1711842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(Hook, Blue Box)</a:t>
            </a:r>
          </a:p>
        </p:txBody>
      </p:sp>
      <p:sp>
        <p:nvSpPr>
          <p:cNvPr id="11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F716C4C8-AB37-4BEB-8782-B0892166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8661" y="5611616"/>
            <a:ext cx="516214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112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B55A89F0-A0FA-46BE-ABDB-EBFCD13D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7063" y="5875859"/>
            <a:ext cx="1699345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(Hook, Blue Box,</a:t>
            </a:r>
          </a:p>
        </p:txBody>
      </p:sp>
      <p:sp>
        <p:nvSpPr>
          <p:cNvPr id="11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3C637454-386D-4E0A-9543-13B191A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207" y="6158976"/>
            <a:ext cx="591377" cy="22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Rack)</a:t>
            </a:r>
          </a:p>
        </p:txBody>
      </p:sp>
    </p:spTree>
    <p:extLst>
      <p:ext uri="{BB962C8B-B14F-4D97-AF65-F5344CB8AC3E}">
        <p14:creationId xmlns:p14="http://schemas.microsoft.com/office/powerpoint/2010/main" val="5863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2026-10-09T20:48:01.9830000Z</dcterms:created>
  <dcterms:modified xsi:type="dcterms:W3CDTF">2026-10-09T20:48:01.9830000Z</dcterms:modified>
</coreProperties>
</file>