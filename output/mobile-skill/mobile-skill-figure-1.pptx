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24ecc1d8f045fa" /><Relationship Type="http://schemas.openxmlformats.org/officeDocument/2006/relationships/extended-properties" Target="/docProps/app.xml" Id="Rd0e03478b6134339" /><Relationship Type="http://schemas.openxmlformats.org/officeDocument/2006/relationships/officeDocument" Target="/ppt/presentation.xml" Id="R13f6ca893bfc45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536b2f658a45ce"/>
  </p:sldMasterIdLst>
  <p:notesMasterIdLst>
    <p:notesMasterId xmlns:r="http://schemas.openxmlformats.org/officeDocument/2006/relationships" r:id="R87a737a547e544e0"/>
  </p:notesMasterIdLst>
  <p:sldIdLst>
    <p:sldId xmlns:r="http://schemas.openxmlformats.org/officeDocument/2006/relationships" id="256" r:id="Rdf22adbbf7ed4786"/>
  </p:sldIdLst>
  <p:sldSz cx="55149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fd21421e71413f" /><Relationship Type="http://schemas.openxmlformats.org/officeDocument/2006/relationships/slideMaster" Target="/ppt/slideMasters/slideMaster1.xml" Id="Rcf536b2f658a45ce" /><Relationship Type="http://schemas.openxmlformats.org/officeDocument/2006/relationships/notesMaster" Target="/ppt/notesMasters/notesMaster1.xml" Id="R87a737a547e544e0" /><Relationship Type="http://schemas.openxmlformats.org/officeDocument/2006/relationships/presProps" Target="/ppt/presProps.xml" Id="R7b916d48e78e468d" /><Relationship Type="http://schemas.openxmlformats.org/officeDocument/2006/relationships/tableStyles" Target="/ppt/tableStyles.xml" Id="R09137ee6a09f4320" /><Relationship Type="http://schemas.openxmlformats.org/officeDocument/2006/relationships/slide" Target="/ppt/slides/slide1.xml" Id="Rdf22adbbf7ed47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d97900bd4d48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296fb02c1f473a" /><Relationship Type="http://schemas.openxmlformats.org/officeDocument/2006/relationships/notesMaster" Target="/ppt/notesMasters/notesMaster1.xml" Id="Ra98dbb63b1574b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"Autonomous Skill Acquisition on a Mobile Manipulator",</a:t>
            </a:r>
          </a:p>
          <a:p xmlns:a="http://schemas.openxmlformats.org/drawingml/2006/main">
            <a:r>
              <a:t>  "paper_url": "https://lis.csail.mit.edu/pubs/konidaris-aaai11b.pdf",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"Copyright2011AAAI; all rights reserved. Private authorized reference copy.",</a:t>
            </a:r>
          </a:p>
          <a:p xmlns:a="http://schemas.openxmlformats.org/drawingml/2006/main">
            <a:r>
              <a:t>  "notes": "Source-layout reconstruction using native PDF paths and live ordinary labels. Each source photograph, illustration or mathematical bitmap is an isolated insert with original clipping. No whole-figure raster backdrop. Native paths are not semantically attached connectors.",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"bc868e1bda49db20312948a14276bbfc81e7250fb6bfb8e7a272055dd8aaaee2",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78,</a:t>
            </a:r>
          </a:p>
          <a:p xmlns:a="http://schemas.openxmlformats.org/drawingml/2006/main">
            <a:r>
              <a:t>    204,</a:t>
            </a:r>
          </a:p>
          <a:p xmlns:a="http://schemas.openxmlformats.org/drawingml/2006/main">
            <a:r>
              <a:t>    271,</a:t>
            </a:r>
          </a:p>
          <a:p xmlns:a="http://schemas.openxmlformats.org/drawingml/2006/main">
            <a:r>
              <a:t>    444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"11 source clipping groups intersect crop; extracted paths require explicit clipping review",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u",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F",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u",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"unhandled image/shading at seq 1: [209.8751220703125, 426.87701416015625, 222.3875274658203, 439.389404296875]; requires reviewed raster region",</a:t>
            </a:r>
          </a:p>
          <a:p xmlns:a="http://schemas.openxmlformats.org/drawingml/2006/main">
            <a:r>
              <a:t>    "unhandled image/shading at seq 2: [214.56622314453125, 428.3795471191406, 232.29212951660156, 438.8065490722656]; requires reviewed raster region",</a:t>
            </a:r>
          </a:p>
          <a:p xmlns:a="http://schemas.openxmlformats.org/drawingml/2006/main">
            <a:r>
              <a:t>    "unhandled image/shading at seq 3: [223.20706176757812, 428.3795471191406, 233.63406372070312, 440.8919372558594]; requires reviewed raster region",</a:t>
            </a:r>
          </a:p>
          <a:p xmlns:a="http://schemas.openxmlformats.org/drawingml/2006/main">
            <a:r>
              <a:t>    "unhandled image/shading at seq 4: [221.12167358398438, 428.5098876953125, 231.54867553710938, 438.9368896484375]; requires reviewed raster region",</a:t>
            </a:r>
          </a:p>
          <a:p xmlns:a="http://schemas.openxmlformats.org/drawingml/2006/main">
            <a:r>
              <a:t>    "unhandled image/shading at seq 5: [249.22222900390625, 359.3264465332031, 269.0335388183594, 379.13775634765625];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"text_editability": "Ordinary source labels are live text; selected mathematical fonts are native outlines. Source image inserts retain internal raster pixels.",</a:t>
            </a:r>
          </a:p>
          <a:p xmlns:a="http://schemas.openxmlformats.org/drawingml/2006/main">
            <a:r>
              <a:t>  "image_reconstruction": "Each source raster instance is isolated with complete source SVG ancestry, source clipping, mask and paint order. No full-figure image is used.",</a:t>
            </a:r>
          </a:p>
          <a:p xmlns:a="http://schemas.openxmlformats.org/drawingml/2006/main">
            <a:r>
              <a:t>  "extraction_warnings_reviewed": [</a:t>
            </a:r>
          </a:p>
          <a:p xmlns:a="http://schemas.openxmlformats.org/drawingml/2006/main">
            <a:r>
              <a:t>    "Source image/shading warnings resolved by isolated source SVG inserts preserving alpha, clip and paint order. Source pixels and final reconstruction preview inspected side by side; original native paths retained. Rotated ordinary labels restored as single native text boxes. Source clipping is preserved for images; crop-crossing background paths omitted. PowerPoint dash length/cap rendering uses closest native preset."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b1b8139b846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89e1acbc843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8bdc161e74f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519eff2e642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66cb2228f48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95dcf6711541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3FC41E-A7FC-4F16-9E4B-99A7EC6253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1498" y="2590800"/>
            <a:ext cx="441198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3317E4-81AE-479C-9B10-C251B256ED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27246" y="3771900"/>
            <a:ext cx="386048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08E8D8-F04C-4C82-999F-9BAB0A4F2E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1498" y="2857500"/>
            <a:ext cx="441198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844DBF-177C-4057-9B2E-72402B9317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0217" y="533400"/>
            <a:ext cx="489454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BA5B85-E4E0-4629-A801-D82C3A2E96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0217" y="1905000"/>
            <a:ext cx="489454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3406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1pPr>
            <a:lvl2pPr marL="241280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2pPr>
            <a:lvl3pPr marL="379155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3pPr>
            <a:lvl4pPr marL="517029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4pPr>
            <a:lvl5pPr marL="654903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5pPr>
            <a:lvl6pPr marL="792778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6pPr>
            <a:lvl7pPr marL="930652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7pPr>
            <a:lvl8pPr marL="1068526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8pPr>
            <a:lvl9pPr marL="1206401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0F9895-E816-49A3-AB99-FE682154E5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0217" y="533400"/>
            <a:ext cx="489454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F8DDEA-832E-4F2F-B2FF-215B969FED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0217" y="1905000"/>
            <a:ext cx="2274927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3406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1pPr>
            <a:lvl2pPr marL="241280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2pPr>
            <a:lvl3pPr marL="379155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3pPr>
            <a:lvl4pPr marL="517029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4pPr>
            <a:lvl5pPr marL="654903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5pPr>
            <a:lvl6pPr marL="792778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6pPr>
            <a:lvl7pPr marL="930652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7pPr>
            <a:lvl8pPr marL="1068526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8pPr>
            <a:lvl9pPr marL="1206401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8BDBA9-4B9C-494E-8D43-2012D6A972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929830" y="1905000"/>
            <a:ext cx="2274927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3406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1pPr>
            <a:lvl2pPr marL="241280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2pPr>
            <a:lvl3pPr marL="379155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3pPr>
            <a:lvl4pPr marL="517029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4pPr>
            <a:lvl5pPr marL="654903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5pPr>
            <a:lvl6pPr marL="792778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6pPr>
            <a:lvl7pPr marL="930652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7pPr>
            <a:lvl8pPr marL="1068526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8pPr>
            <a:lvl9pPr marL="1206401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79FC7C-6003-43D0-951B-BFE4FDA336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0217" y="533400"/>
            <a:ext cx="489454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12A3EA-A80E-424E-B99F-CCF29E6303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0217" y="1905000"/>
            <a:ext cx="2274927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3406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1pPr>
            <a:lvl2pPr marL="241280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2pPr>
            <a:lvl3pPr marL="379155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3pPr>
            <a:lvl4pPr marL="517029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4pPr>
            <a:lvl5pPr marL="654903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5pPr>
            <a:lvl6pPr marL="792778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6pPr>
            <a:lvl7pPr marL="930652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7pPr>
            <a:lvl8pPr marL="1068526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8pPr>
            <a:lvl9pPr marL="1206401" indent="-103406">
              <a:lnSpc>
                <a:spcPct val="110000"/>
              </a:lnSpc>
              <a:spcBef>
                <a:spcPts val="0"/>
              </a:spcBef>
              <a:spcAft>
                <a:spcPts val="54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0b647e84434999" /><Relationship Type="http://schemas.openxmlformats.org/officeDocument/2006/relationships/slideLayout" Target="/ppt/slideLayouts/slideLayout1.xml" Id="R1032d059eaeb4e11" /><Relationship Type="http://schemas.openxmlformats.org/officeDocument/2006/relationships/slideLayout" Target="/ppt/slideLayouts/slideLayout2.xml" Id="Rfab5d73c1fa3490e" /><Relationship Type="http://schemas.openxmlformats.org/officeDocument/2006/relationships/slideLayout" Target="/ppt/slideLayouts/slideLayout3.xml" Id="R9971401c70ec4a79" /><Relationship Type="http://schemas.openxmlformats.org/officeDocument/2006/relationships/slideLayout" Target="/ppt/slideLayouts/slideLayout4.xml" Id="R16ffb4c930d149a8" /><Relationship Type="http://schemas.openxmlformats.org/officeDocument/2006/relationships/slideLayout" Target="/ppt/slideLayouts/slideLayout5.xml" Id="Rd78c1b72d0394203" /><Relationship Type="http://schemas.openxmlformats.org/officeDocument/2006/relationships/slideLayout" Target="/ppt/slideLayouts/slideLayout6.xml" Id="Rb1cb8eb01d3c45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32d059eaeb4e11"/>
    <p:sldLayoutId xmlns:r="http://schemas.openxmlformats.org/officeDocument/2006/relationships" id="2147483650" r:id="Rfab5d73c1fa3490e"/>
    <p:sldLayoutId xmlns:r="http://schemas.openxmlformats.org/officeDocument/2006/relationships" id="2147483651" r:id="R9971401c70ec4a79"/>
    <p:sldLayoutId xmlns:r="http://schemas.openxmlformats.org/officeDocument/2006/relationships" id="2147483652" r:id="R16ffb4c930d149a8"/>
    <p:sldLayoutId xmlns:r="http://schemas.openxmlformats.org/officeDocument/2006/relationships" id="2147483653" r:id="Rd78c1b72d0394203"/>
    <p:sldLayoutId xmlns:r="http://schemas.openxmlformats.org/officeDocument/2006/relationships" id="2147483654" r:id="Rb1cb8eb01d3c45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49e9c7c2ff42c1" /><Relationship Type="http://schemas.openxmlformats.org/officeDocument/2006/relationships/image" Target="/ppt/media/image.png" Id="Racab3e62b2ad4341" /><Relationship Type="http://schemas.openxmlformats.org/officeDocument/2006/relationships/image" Target="/ppt/media/image2.png" Id="R6b4d7e56d5b54bf3" /><Relationship Type="http://schemas.openxmlformats.org/officeDocument/2006/relationships/image" Target="/ppt/media/image3.png" Id="Rd92cc614ecb24cb2" /><Relationship Type="http://schemas.openxmlformats.org/officeDocument/2006/relationships/image" Target="/ppt/media/image4.png" Id="Rd0604713f8174294" /><Relationship Type="http://schemas.openxmlformats.org/officeDocument/2006/relationships/image" Target="/ppt/media/image5.png" Id="R24335aa58f974ac6" /><Relationship Type="http://schemas.openxmlformats.org/officeDocument/2006/relationships/notesSlide" Target="/ppt/notesSlides/notesSlide1.xml" Id="R64b3f65d42b44a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69C8FF-202F-4B8A-8F54-B0392012AE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b3e62b2ad43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68332" y="6368711"/>
            <a:ext cx="357542" cy="357542"/>
          </a:xfrm>
          <a:prstGeom xmlns:a="http://schemas.openxmlformats.org/drawingml/2006/main" prst="rect">
            <a:avLst/>
          </a:prstGeom>
        </p:spPr>
      </p:pic>
      <p:sp>
        <p:nvSpPr>
          <p:cNvPr id="2" name="mobile-skill-source-component-0">
            <a:extLst xmlns:a="http://schemas.openxmlformats.org/drawingml/2006/main">
              <a:ext uri="{FF2B5EF4-FFF2-40B4-BE49-F238E27FC236}">
                <a16:creationId xmlns:a16="http://schemas.microsoft.com/office/drawing/2014/main" id="{3F35FF97-7562-4574-8057-72BBD49D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8332" y="6368711"/>
            <a:ext cx="357542" cy="357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477CE-6E1E-4CC3-A36A-3F29D75437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d7e56d5b54bf3"/>
          <a:srcRect xmlns:a="http://schemas.openxmlformats.org/drawingml/2006/main" l="283" t="0" r="2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2380" y="6411646"/>
            <a:ext cx="506518" cy="297952"/>
          </a:xfrm>
          <a:prstGeom xmlns:a="http://schemas.openxmlformats.org/drawingml/2006/main" prst="rect">
            <a:avLst/>
          </a:prstGeom>
        </p:spPr>
      </p:pic>
      <p:sp>
        <p:nvSpPr>
          <p:cNvPr id="4" name="mobile-skill-source-component-1">
            <a:extLst xmlns:a="http://schemas.openxmlformats.org/drawingml/2006/main">
              <a:ext uri="{FF2B5EF4-FFF2-40B4-BE49-F238E27FC236}">
                <a16:creationId xmlns:a16="http://schemas.microsoft.com/office/drawing/2014/main" id="{45B3172E-6BAB-48AA-BC4E-84FDCC9F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2380" y="6411646"/>
            <a:ext cx="506518" cy="297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64472-AA4A-463A-B64C-CA15771FAE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cc614ecb24cb2"/>
          <a:srcRect xmlns:a="http://schemas.openxmlformats.org/drawingml/2006/main" l="0" t="1053" r="0" b="10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9292" y="6411646"/>
            <a:ext cx="297952" cy="357542"/>
          </a:xfrm>
          <a:prstGeom xmlns:a="http://schemas.openxmlformats.org/drawingml/2006/main" prst="rect">
            <a:avLst/>
          </a:prstGeom>
        </p:spPr>
      </p:pic>
      <p:sp>
        <p:nvSpPr>
          <p:cNvPr id="6" name="mobile-skill-source-component-2">
            <a:extLst xmlns:a="http://schemas.openxmlformats.org/drawingml/2006/main">
              <a:ext uri="{FF2B5EF4-FFF2-40B4-BE49-F238E27FC236}">
                <a16:creationId xmlns:a16="http://schemas.microsoft.com/office/drawing/2014/main" id="{DB08646F-2924-45FC-986B-4A2CED3A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9292" y="6411646"/>
            <a:ext cx="297952" cy="357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AB65E-73D3-4BAE-928B-0BDD74986A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04713f81742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89702" y="6415370"/>
            <a:ext cx="297952" cy="297952"/>
          </a:xfrm>
          <a:prstGeom xmlns:a="http://schemas.openxmlformats.org/drawingml/2006/main" prst="rect">
            <a:avLst/>
          </a:prstGeom>
        </p:spPr>
      </p:pic>
      <p:sp>
        <p:nvSpPr>
          <p:cNvPr id="8" name="mobile-skill-source-component-3">
            <a:extLst xmlns:a="http://schemas.openxmlformats.org/drawingml/2006/main">
              <a:ext uri="{FF2B5EF4-FFF2-40B4-BE49-F238E27FC236}">
                <a16:creationId xmlns:a16="http://schemas.microsoft.com/office/drawing/2014/main" id="{C4AEBF7F-D0FD-4D30-A678-138156A8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9702" y="6415370"/>
            <a:ext cx="297952" cy="297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B6EFC-DD42-472F-82A4-94F5EA8B46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35aa58f974a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2675" y="4438453"/>
            <a:ext cx="566108" cy="566108"/>
          </a:xfrm>
          <a:prstGeom xmlns:a="http://schemas.openxmlformats.org/drawingml/2006/main" prst="rect">
            <a:avLst/>
          </a:prstGeom>
        </p:spPr>
      </p:pic>
      <p:sp>
        <p:nvSpPr>
          <p:cNvPr id="10" name="mobile-skill-source-component-4">
            <a:extLst xmlns:a="http://schemas.openxmlformats.org/drawingml/2006/main">
              <a:ext uri="{FF2B5EF4-FFF2-40B4-BE49-F238E27FC236}">
                <a16:creationId xmlns:a16="http://schemas.microsoft.com/office/drawing/2014/main" id="{72455203-84F6-4049-9A64-766FE001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2675" y="4438453"/>
            <a:ext cx="566108" cy="566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pdf-path-6">
            <a:extLst xmlns:a="http://schemas.openxmlformats.org/drawingml/2006/main">
              <a:ext uri="{FF2B5EF4-FFF2-40B4-BE49-F238E27FC236}">
                <a16:creationId xmlns:a16="http://schemas.microsoft.com/office/drawing/2014/main" id="{2CC388B1-B65E-4B11-85E3-9800CA34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507" y="4331293"/>
            <a:ext cx="183250" cy="157479"/>
          </a:xfrm>
          <a:custGeom xmlns:a="http://schemas.openxmlformats.org/drawingml/2006/main">
            <a:pathLst>
              <a:path w="183250" h="157479">
                <a:moveTo>
                  <a:pt x="0" y="157479"/>
                </a:moveTo>
                <a:lnTo>
                  <a:pt x="183250" y="157479"/>
                </a:lnTo>
                <a:lnTo>
                  <a:pt x="183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7">
            <a:extLst xmlns:a="http://schemas.openxmlformats.org/drawingml/2006/main">
              <a:ext uri="{FF2B5EF4-FFF2-40B4-BE49-F238E27FC236}">
                <a16:creationId xmlns:a16="http://schemas.microsoft.com/office/drawing/2014/main" id="{9FC308DE-7B7D-4FDB-BEE2-3E5C2F2B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507" y="4331293"/>
            <a:ext cx="183250" cy="157479"/>
          </a:xfrm>
          <a:custGeom xmlns:a="http://schemas.openxmlformats.org/drawingml/2006/main">
            <a:pathLst>
              <a:path w="183250" h="157479">
                <a:moveTo>
                  <a:pt x="0" y="0"/>
                </a:moveTo>
                <a:lnTo>
                  <a:pt x="183250" y="0"/>
                </a:lnTo>
                <a:lnTo>
                  <a:pt x="183250" y="157479"/>
                </a:lnTo>
                <a:lnTo>
                  <a:pt x="0" y="1574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453">
            <a:solidFill>
              <a:srgbClr val="000000"/>
            </a:solidFill>
            <a:prstDash val="solid"/>
          </a:ln>
        </p:spPr>
      </p:sp>
      <p:sp>
        <p:nvSpPr>
          <p:cNvPr id="13" name="pdf-path-8">
            <a:extLst xmlns:a="http://schemas.openxmlformats.org/drawingml/2006/main">
              <a:ext uri="{FF2B5EF4-FFF2-40B4-BE49-F238E27FC236}">
                <a16:creationId xmlns:a16="http://schemas.microsoft.com/office/drawing/2014/main" id="{2C37D702-3A45-40AC-8EC9-A3E72798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507" y="4331291"/>
            <a:ext cx="183249" cy="157478"/>
          </a:xfrm>
          <a:custGeom xmlns:a="http://schemas.openxmlformats.org/drawingml/2006/main">
            <a:pathLst>
              <a:path w="183249" h="157478">
                <a:moveTo>
                  <a:pt x="183249" y="157478"/>
                </a:moveTo>
                <a:lnTo>
                  <a:pt x="183249" y="0"/>
                </a:lnTo>
                <a:lnTo>
                  <a:pt x="0" y="0"/>
                </a:lnTo>
                <a:lnTo>
                  <a:pt x="0" y="1574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116">
            <a:solidFill>
              <a:srgbClr val="000000"/>
            </a:solidFill>
            <a:prstDash val="solid"/>
          </a:ln>
        </p:spPr>
      </p:sp>
      <p:sp>
        <p:nvSpPr>
          <p:cNvPr id="14" name="pdf-path-9">
            <a:extLst xmlns:a="http://schemas.openxmlformats.org/drawingml/2006/main">
              <a:ext uri="{FF2B5EF4-FFF2-40B4-BE49-F238E27FC236}">
                <a16:creationId xmlns:a16="http://schemas.microsoft.com/office/drawing/2014/main" id="{1DA2192C-3BEC-4CE1-BFA5-0AFE56F2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746" y="4390375"/>
            <a:ext cx="52523" cy="57639"/>
          </a:xfrm>
          <a:custGeom xmlns:a="http://schemas.openxmlformats.org/drawingml/2006/main">
            <a:pathLst>
              <a:path w="52523" h="57639">
                <a:moveTo>
                  <a:pt x="9344" y="10253"/>
                </a:moveTo>
                <a:cubicBezTo>
                  <a:pt x="0" y="20507"/>
                  <a:pt x="0" y="37131"/>
                  <a:pt x="9344" y="47385"/>
                </a:cubicBezTo>
                <a:cubicBezTo>
                  <a:pt x="18689" y="57639"/>
                  <a:pt x="33836" y="57639"/>
                  <a:pt x="43180" y="47385"/>
                </a:cubicBezTo>
                <a:cubicBezTo>
                  <a:pt x="52523" y="37131"/>
                  <a:pt x="52523" y="20507"/>
                  <a:pt x="43180" y="10253"/>
                </a:cubicBezTo>
                <a:cubicBezTo>
                  <a:pt x="33836" y="0"/>
                  <a:pt x="18689" y="0"/>
                  <a:pt x="9344" y="1025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10">
            <a:extLst xmlns:a="http://schemas.openxmlformats.org/drawingml/2006/main">
              <a:ext uri="{FF2B5EF4-FFF2-40B4-BE49-F238E27FC236}">
                <a16:creationId xmlns:a16="http://schemas.microsoft.com/office/drawing/2014/main" id="{46EB3ABD-843C-48B9-AA53-8C25E4A6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746" y="4390374"/>
            <a:ext cx="52523" cy="57638"/>
          </a:xfrm>
          <a:custGeom xmlns:a="http://schemas.openxmlformats.org/drawingml/2006/main">
            <a:pathLst>
              <a:path w="52523" h="57638">
                <a:moveTo>
                  <a:pt x="9343" y="10255"/>
                </a:moveTo>
                <a:cubicBezTo>
                  <a:pt x="0" y="20508"/>
                  <a:pt x="0" y="37131"/>
                  <a:pt x="9343" y="47386"/>
                </a:cubicBezTo>
                <a:cubicBezTo>
                  <a:pt x="18688" y="57638"/>
                  <a:pt x="33836" y="57638"/>
                  <a:pt x="43179" y="47386"/>
                </a:cubicBezTo>
                <a:cubicBezTo>
                  <a:pt x="52523" y="37131"/>
                  <a:pt x="52523" y="20508"/>
                  <a:pt x="43179" y="10255"/>
                </a:cubicBezTo>
                <a:cubicBezTo>
                  <a:pt x="33836" y="0"/>
                  <a:pt x="18688" y="0"/>
                  <a:pt x="9343" y="102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453">
            <a:solidFill>
              <a:srgbClr val="000000"/>
            </a:solidFill>
            <a:prstDash val="solid"/>
          </a:ln>
        </p:spPr>
      </p:sp>
      <p:sp>
        <p:nvSpPr>
          <p:cNvPr id="16" name="pdf-path-11">
            <a:extLst xmlns:a="http://schemas.openxmlformats.org/drawingml/2006/main">
              <a:ext uri="{FF2B5EF4-FFF2-40B4-BE49-F238E27FC236}">
                <a16:creationId xmlns:a16="http://schemas.microsoft.com/office/drawing/2014/main" id="{9424AB2A-B292-495C-8944-86671F5D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746" y="4390374"/>
            <a:ext cx="52523" cy="57638"/>
          </a:xfrm>
          <a:custGeom xmlns:a="http://schemas.openxmlformats.org/drawingml/2006/main">
            <a:pathLst>
              <a:path w="52523" h="57638">
                <a:moveTo>
                  <a:pt x="9343" y="47386"/>
                </a:moveTo>
                <a:cubicBezTo>
                  <a:pt x="0" y="37131"/>
                  <a:pt x="0" y="20508"/>
                  <a:pt x="9343" y="10255"/>
                </a:cubicBezTo>
                <a:cubicBezTo>
                  <a:pt x="18688" y="0"/>
                  <a:pt x="33836" y="0"/>
                  <a:pt x="43179" y="10255"/>
                </a:cubicBezTo>
                <a:cubicBezTo>
                  <a:pt x="52523" y="20508"/>
                  <a:pt x="52523" y="37131"/>
                  <a:pt x="43179" y="47386"/>
                </a:cubicBezTo>
                <a:cubicBezTo>
                  <a:pt x="33836" y="57638"/>
                  <a:pt x="18688" y="57638"/>
                  <a:pt x="9343" y="4738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892">
            <a:solidFill>
              <a:srgbClr val="000000"/>
            </a:solidFill>
            <a:prstDash val="solid"/>
          </a:ln>
        </p:spPr>
      </p:sp>
      <p:sp>
        <p:nvSpPr>
          <p:cNvPr id="17" name="pdf-path-12">
            <a:extLst xmlns:a="http://schemas.openxmlformats.org/drawingml/2006/main">
              <a:ext uri="{FF2B5EF4-FFF2-40B4-BE49-F238E27FC236}">
                <a16:creationId xmlns:a16="http://schemas.microsoft.com/office/drawing/2014/main" id="{9A682F9D-12E9-476A-B2DF-0C6DF72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4062" y="4497341"/>
            <a:ext cx="465761" cy="299212"/>
          </a:xfrm>
          <a:custGeom xmlns:a="http://schemas.openxmlformats.org/drawingml/2006/main">
            <a:pathLst>
              <a:path w="465761" h="299212">
                <a:moveTo>
                  <a:pt x="0" y="299212"/>
                </a:moveTo>
                <a:lnTo>
                  <a:pt x="465761" y="299212"/>
                </a:lnTo>
                <a:lnTo>
                  <a:pt x="46576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path-13">
            <a:extLst xmlns:a="http://schemas.openxmlformats.org/drawingml/2006/main">
              <a:ext uri="{FF2B5EF4-FFF2-40B4-BE49-F238E27FC236}">
                <a16:creationId xmlns:a16="http://schemas.microsoft.com/office/drawing/2014/main" id="{1EA25434-C909-4DB9-B14C-1FA24E88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4061" y="4497341"/>
            <a:ext cx="465761" cy="299213"/>
          </a:xfrm>
          <a:custGeom xmlns:a="http://schemas.openxmlformats.org/drawingml/2006/main">
            <a:pathLst>
              <a:path w="465761" h="299213">
                <a:moveTo>
                  <a:pt x="0" y="0"/>
                </a:moveTo>
                <a:lnTo>
                  <a:pt x="465761" y="0"/>
                </a:lnTo>
                <a:lnTo>
                  <a:pt x="465761" y="299213"/>
                </a:lnTo>
                <a:lnTo>
                  <a:pt x="0" y="2992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453">
            <a:solidFill>
              <a:srgbClr val="000000"/>
            </a:solidFill>
            <a:prstDash val="solid"/>
          </a:ln>
        </p:spPr>
      </p:sp>
      <p:sp>
        <p:nvSpPr>
          <p:cNvPr id="19" name="pdf-path-14">
            <a:extLst xmlns:a="http://schemas.openxmlformats.org/drawingml/2006/main">
              <a:ext uri="{FF2B5EF4-FFF2-40B4-BE49-F238E27FC236}">
                <a16:creationId xmlns:a16="http://schemas.microsoft.com/office/drawing/2014/main" id="{6A7B5F11-12A7-4657-8E14-900658D0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4061" y="4497341"/>
            <a:ext cx="465761" cy="299213"/>
          </a:xfrm>
          <a:custGeom xmlns:a="http://schemas.openxmlformats.org/drawingml/2006/main">
            <a:pathLst>
              <a:path w="465761" h="299213">
                <a:moveTo>
                  <a:pt x="465761" y="299213"/>
                </a:moveTo>
                <a:lnTo>
                  <a:pt x="465761" y="0"/>
                </a:lnTo>
                <a:lnTo>
                  <a:pt x="0" y="0"/>
                </a:lnTo>
                <a:lnTo>
                  <a:pt x="0" y="2992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2229">
            <a:solidFill>
              <a:srgbClr val="000000"/>
            </a:solidFill>
            <a:prstDash val="solid"/>
          </a:ln>
        </p:spPr>
      </p:sp>
      <p:sp>
        <p:nvSpPr>
          <p:cNvPr id="20" name="pdf-path-15">
            <a:extLst xmlns:a="http://schemas.openxmlformats.org/drawingml/2006/main">
              <a:ext uri="{FF2B5EF4-FFF2-40B4-BE49-F238E27FC236}">
                <a16:creationId xmlns:a16="http://schemas.microsoft.com/office/drawing/2014/main" id="{94BD17BF-CD00-446F-B1ED-D8660E7C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4052" y="4749497"/>
            <a:ext cx="184379" cy="172852"/>
          </a:xfrm>
          <a:custGeom xmlns:a="http://schemas.openxmlformats.org/drawingml/2006/main">
            <a:pathLst>
              <a:path w="184379" h="172852">
                <a:moveTo>
                  <a:pt x="32799" y="30750"/>
                </a:moveTo>
                <a:cubicBezTo>
                  <a:pt x="0" y="61499"/>
                  <a:pt x="0" y="111354"/>
                  <a:pt x="32799" y="142103"/>
                </a:cubicBezTo>
                <a:cubicBezTo>
                  <a:pt x="65601" y="172852"/>
                  <a:pt x="118779" y="172852"/>
                  <a:pt x="151581" y="142103"/>
                </a:cubicBezTo>
                <a:cubicBezTo>
                  <a:pt x="184379" y="111354"/>
                  <a:pt x="184379" y="61499"/>
                  <a:pt x="151581" y="30750"/>
                </a:cubicBezTo>
                <a:cubicBezTo>
                  <a:pt x="118779" y="0"/>
                  <a:pt x="65601" y="0"/>
                  <a:pt x="32799" y="3075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16">
            <a:extLst xmlns:a="http://schemas.openxmlformats.org/drawingml/2006/main">
              <a:ext uri="{FF2B5EF4-FFF2-40B4-BE49-F238E27FC236}">
                <a16:creationId xmlns:a16="http://schemas.microsoft.com/office/drawing/2014/main" id="{7CBD6136-13F3-4506-82A2-FC011D85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4052" y="4749498"/>
            <a:ext cx="184378" cy="172850"/>
          </a:xfrm>
          <a:custGeom xmlns:a="http://schemas.openxmlformats.org/drawingml/2006/main">
            <a:pathLst>
              <a:path w="184378" h="172850">
                <a:moveTo>
                  <a:pt x="32798" y="30748"/>
                </a:moveTo>
                <a:cubicBezTo>
                  <a:pt x="0" y="61496"/>
                  <a:pt x="0" y="111353"/>
                  <a:pt x="32798" y="142102"/>
                </a:cubicBezTo>
                <a:cubicBezTo>
                  <a:pt x="65600" y="172850"/>
                  <a:pt x="118778" y="172850"/>
                  <a:pt x="151580" y="142102"/>
                </a:cubicBezTo>
                <a:cubicBezTo>
                  <a:pt x="184378" y="111353"/>
                  <a:pt x="184378" y="61496"/>
                  <a:pt x="151580" y="30748"/>
                </a:cubicBezTo>
                <a:cubicBezTo>
                  <a:pt x="118778" y="0"/>
                  <a:pt x="65600" y="0"/>
                  <a:pt x="32798" y="307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453">
            <a:solidFill>
              <a:srgbClr val="000000"/>
            </a:solidFill>
            <a:prstDash val="solid"/>
          </a:ln>
        </p:spPr>
      </p:sp>
      <p:sp>
        <p:nvSpPr>
          <p:cNvPr id="22" name="pdf-path-17">
            <a:extLst xmlns:a="http://schemas.openxmlformats.org/drawingml/2006/main">
              <a:ext uri="{FF2B5EF4-FFF2-40B4-BE49-F238E27FC236}">
                <a16:creationId xmlns:a16="http://schemas.microsoft.com/office/drawing/2014/main" id="{10B378CF-3E11-463A-B68E-7F587651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4052" y="4749498"/>
            <a:ext cx="184378" cy="172850"/>
          </a:xfrm>
          <a:custGeom xmlns:a="http://schemas.openxmlformats.org/drawingml/2006/main">
            <a:pathLst>
              <a:path w="184378" h="172850">
                <a:moveTo>
                  <a:pt x="32798" y="142102"/>
                </a:moveTo>
                <a:cubicBezTo>
                  <a:pt x="0" y="111353"/>
                  <a:pt x="0" y="61496"/>
                  <a:pt x="32798" y="30748"/>
                </a:cubicBezTo>
                <a:cubicBezTo>
                  <a:pt x="65600" y="0"/>
                  <a:pt x="118778" y="0"/>
                  <a:pt x="151580" y="30748"/>
                </a:cubicBezTo>
                <a:cubicBezTo>
                  <a:pt x="184378" y="61496"/>
                  <a:pt x="184378" y="111353"/>
                  <a:pt x="151580" y="142102"/>
                </a:cubicBezTo>
                <a:cubicBezTo>
                  <a:pt x="118778" y="172850"/>
                  <a:pt x="65600" y="172850"/>
                  <a:pt x="32798" y="142102"/>
                </a:cubicBezTo>
              </a:path>
            </a:pathLst>
          </a:custGeom>
          <a:noFill xmlns:a="http://schemas.openxmlformats.org/drawingml/2006/main"/>
          <a:ln xmlns:a="http://schemas.openxmlformats.org/drawingml/2006/main" w="84459">
            <a:solidFill>
              <a:srgbClr val="000000"/>
            </a:solidFill>
            <a:prstDash val="solid"/>
          </a:ln>
        </p:spPr>
      </p:sp>
      <p:sp>
        <p:nvSpPr>
          <p:cNvPr id="23" name="pdf-path-18">
            <a:extLst xmlns:a="http://schemas.openxmlformats.org/drawingml/2006/main">
              <a:ext uri="{FF2B5EF4-FFF2-40B4-BE49-F238E27FC236}">
                <a16:creationId xmlns:a16="http://schemas.microsoft.com/office/drawing/2014/main" id="{C7EC5177-B824-4B92-8976-1CFDB824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5415" y="4750629"/>
            <a:ext cx="184378" cy="172853"/>
          </a:xfrm>
          <a:custGeom xmlns:a="http://schemas.openxmlformats.org/drawingml/2006/main">
            <a:pathLst>
              <a:path w="184378" h="172853">
                <a:moveTo>
                  <a:pt x="32798" y="30750"/>
                </a:moveTo>
                <a:cubicBezTo>
                  <a:pt x="0" y="61500"/>
                  <a:pt x="0" y="111354"/>
                  <a:pt x="32798" y="142103"/>
                </a:cubicBezTo>
                <a:cubicBezTo>
                  <a:pt x="65599" y="172853"/>
                  <a:pt x="118778" y="172853"/>
                  <a:pt x="151580" y="142103"/>
                </a:cubicBezTo>
                <a:cubicBezTo>
                  <a:pt x="184378" y="111354"/>
                  <a:pt x="184378" y="61500"/>
                  <a:pt x="151580" y="30750"/>
                </a:cubicBezTo>
                <a:cubicBezTo>
                  <a:pt x="118778" y="0"/>
                  <a:pt x="65599" y="0"/>
                  <a:pt x="32798" y="3075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df-path-19">
            <a:extLst xmlns:a="http://schemas.openxmlformats.org/drawingml/2006/main">
              <a:ext uri="{FF2B5EF4-FFF2-40B4-BE49-F238E27FC236}">
                <a16:creationId xmlns:a16="http://schemas.microsoft.com/office/drawing/2014/main" id="{024DB708-CC93-4921-A29E-400509F7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5415" y="4750627"/>
            <a:ext cx="184378" cy="172854"/>
          </a:xfrm>
          <a:custGeom xmlns:a="http://schemas.openxmlformats.org/drawingml/2006/main">
            <a:pathLst>
              <a:path w="184378" h="172854">
                <a:moveTo>
                  <a:pt x="32799" y="30752"/>
                </a:moveTo>
                <a:cubicBezTo>
                  <a:pt x="0" y="61501"/>
                  <a:pt x="0" y="111357"/>
                  <a:pt x="32799" y="142106"/>
                </a:cubicBezTo>
                <a:cubicBezTo>
                  <a:pt x="65600" y="172854"/>
                  <a:pt x="118778" y="172854"/>
                  <a:pt x="151580" y="142106"/>
                </a:cubicBezTo>
                <a:cubicBezTo>
                  <a:pt x="184378" y="111357"/>
                  <a:pt x="184378" y="61501"/>
                  <a:pt x="151580" y="30752"/>
                </a:cubicBezTo>
                <a:cubicBezTo>
                  <a:pt x="118778" y="0"/>
                  <a:pt x="65600" y="0"/>
                  <a:pt x="32799" y="3075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453">
            <a:solidFill>
              <a:srgbClr val="000000"/>
            </a:solidFill>
            <a:prstDash val="solid"/>
          </a:ln>
        </p:spPr>
      </p:sp>
      <p:sp>
        <p:nvSpPr>
          <p:cNvPr id="25" name="pdf-path-20">
            <a:extLst xmlns:a="http://schemas.openxmlformats.org/drawingml/2006/main">
              <a:ext uri="{FF2B5EF4-FFF2-40B4-BE49-F238E27FC236}">
                <a16:creationId xmlns:a16="http://schemas.microsoft.com/office/drawing/2014/main" id="{38DF80C0-D8F6-485F-9BDD-31CCEDB6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5415" y="4750627"/>
            <a:ext cx="184378" cy="172854"/>
          </a:xfrm>
          <a:custGeom xmlns:a="http://schemas.openxmlformats.org/drawingml/2006/main">
            <a:pathLst>
              <a:path w="184378" h="172854">
                <a:moveTo>
                  <a:pt x="32799" y="142106"/>
                </a:moveTo>
                <a:cubicBezTo>
                  <a:pt x="0" y="111357"/>
                  <a:pt x="0" y="61501"/>
                  <a:pt x="32799" y="30752"/>
                </a:cubicBezTo>
                <a:cubicBezTo>
                  <a:pt x="65600" y="0"/>
                  <a:pt x="118778" y="0"/>
                  <a:pt x="151580" y="30752"/>
                </a:cubicBezTo>
                <a:cubicBezTo>
                  <a:pt x="184378" y="61501"/>
                  <a:pt x="184378" y="111357"/>
                  <a:pt x="151580" y="142106"/>
                </a:cubicBezTo>
                <a:cubicBezTo>
                  <a:pt x="118778" y="172854"/>
                  <a:pt x="65600" y="172854"/>
                  <a:pt x="32799" y="1421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84459">
            <a:solidFill>
              <a:srgbClr val="000000"/>
            </a:solidFill>
            <a:prstDash val="solid"/>
          </a:ln>
        </p:spPr>
      </p:sp>
      <p:sp>
        <p:nvSpPr>
          <p:cNvPr id="26" name="pdf-path-21">
            <a:extLst xmlns:a="http://schemas.openxmlformats.org/drawingml/2006/main">
              <a:ext uri="{FF2B5EF4-FFF2-40B4-BE49-F238E27FC236}">
                <a16:creationId xmlns:a16="http://schemas.microsoft.com/office/drawing/2014/main" id="{A1E779E4-DC99-4027-82C7-BD461F3E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2047" y="4419219"/>
            <a:ext cx="60931" cy="255314"/>
          </a:xfrm>
          <a:custGeom xmlns:a="http://schemas.openxmlformats.org/drawingml/2006/main">
            <a:pathLst>
              <a:path w="60931" h="255314">
                <a:moveTo>
                  <a:pt x="60931" y="0"/>
                </a:moveTo>
                <a:lnTo>
                  <a:pt x="0" y="255314"/>
                </a:lnTo>
              </a:path>
            </a:pathLst>
          </a:custGeom>
          <a:noFill xmlns:a="http://schemas.openxmlformats.org/drawingml/2006/main"/>
          <a:ln xmlns:a="http://schemas.openxmlformats.org/drawingml/2006/main" w="21116">
            <a:solidFill>
              <a:srgbClr val="000000"/>
            </a:solidFill>
            <a:prstDash val="solid"/>
          </a:ln>
        </p:spPr>
      </p:sp>
      <p:sp>
        <p:nvSpPr>
          <p:cNvPr id="27" name="pdf-path-22">
            <a:extLst xmlns:a="http://schemas.openxmlformats.org/drawingml/2006/main">
              <a:ext uri="{FF2B5EF4-FFF2-40B4-BE49-F238E27FC236}">
                <a16:creationId xmlns:a16="http://schemas.microsoft.com/office/drawing/2014/main" id="{1DF76525-C879-4951-A913-80ADAE6E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0747" y="4638183"/>
            <a:ext cx="196529" cy="29676"/>
          </a:xfrm>
          <a:custGeom xmlns:a="http://schemas.openxmlformats.org/drawingml/2006/main">
            <a:pathLst>
              <a:path w="196529" h="29676">
                <a:moveTo>
                  <a:pt x="0" y="29676"/>
                </a:moveTo>
                <a:lnTo>
                  <a:pt x="1965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116">
            <a:solidFill>
              <a:srgbClr val="000000"/>
            </a:solidFill>
            <a:prstDash val="solid"/>
          </a:ln>
        </p:spPr>
      </p:sp>
      <p:sp>
        <p:nvSpPr>
          <p:cNvPr id="28" name="pdf-path-23">
            <a:extLst xmlns:a="http://schemas.openxmlformats.org/drawingml/2006/main">
              <a:ext uri="{FF2B5EF4-FFF2-40B4-BE49-F238E27FC236}">
                <a16:creationId xmlns:a16="http://schemas.microsoft.com/office/drawing/2014/main" id="{B424E99E-CB40-4273-A8F8-BBEAB435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3104" y="4586071"/>
            <a:ext cx="20350" cy="99487"/>
          </a:xfrm>
          <a:custGeom xmlns:a="http://schemas.openxmlformats.org/drawingml/2006/main">
            <a:pathLst>
              <a:path w="20350" h="99487">
                <a:moveTo>
                  <a:pt x="0" y="0"/>
                </a:moveTo>
                <a:lnTo>
                  <a:pt x="20350" y="99487"/>
                </a:lnTo>
              </a:path>
            </a:pathLst>
          </a:custGeom>
          <a:noFill xmlns:a="http://schemas.openxmlformats.org/drawingml/2006/main"/>
          <a:ln xmlns:a="http://schemas.openxmlformats.org/drawingml/2006/main" w="21116">
            <a:solidFill>
              <a:srgbClr val="000000"/>
            </a:solidFill>
            <a:prstDash val="solid"/>
          </a:ln>
        </p:spPr>
      </p:sp>
      <p:sp>
        <p:nvSpPr>
          <p:cNvPr id="29" name="pdf-path-24">
            <a:extLst xmlns:a="http://schemas.openxmlformats.org/drawingml/2006/main">
              <a:ext uri="{FF2B5EF4-FFF2-40B4-BE49-F238E27FC236}">
                <a16:creationId xmlns:a16="http://schemas.microsoft.com/office/drawing/2014/main" id="{CF7E6463-E141-45AA-9382-EDE4AE15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4110" y="4663271"/>
            <a:ext cx="37125" cy="14540"/>
          </a:xfrm>
          <a:custGeom xmlns:a="http://schemas.openxmlformats.org/drawingml/2006/main">
            <a:pathLst>
              <a:path w="37125" h="14540">
                <a:moveTo>
                  <a:pt x="0" y="14540"/>
                </a:moveTo>
                <a:lnTo>
                  <a:pt x="37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670">
            <a:solidFill>
              <a:srgbClr val="000000"/>
            </a:solidFill>
            <a:prstDash val="solid"/>
          </a:ln>
        </p:spPr>
      </p:sp>
      <p:sp>
        <p:nvSpPr>
          <p:cNvPr id="30" name="pdf-path-25">
            <a:extLst xmlns:a="http://schemas.openxmlformats.org/drawingml/2006/main">
              <a:ext uri="{FF2B5EF4-FFF2-40B4-BE49-F238E27FC236}">
                <a16:creationId xmlns:a16="http://schemas.microsoft.com/office/drawing/2014/main" id="{F8FE28A4-1381-4723-996C-3517AD4E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8288" y="4576955"/>
            <a:ext cx="31345" cy="10248"/>
          </a:xfrm>
          <a:custGeom xmlns:a="http://schemas.openxmlformats.org/drawingml/2006/main">
            <a:pathLst>
              <a:path w="31345" h="10248">
                <a:moveTo>
                  <a:pt x="0" y="10248"/>
                </a:moveTo>
                <a:lnTo>
                  <a:pt x="313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670">
            <a:solidFill>
              <a:srgbClr val="000000"/>
            </a:solidFill>
            <a:prstDash val="solid"/>
          </a:ln>
        </p:spPr>
      </p:sp>
      <p:sp>
        <p:nvSpPr>
          <p:cNvPr id="31" name="pdf-path-26">
            <a:extLst xmlns:a="http://schemas.openxmlformats.org/drawingml/2006/main">
              <a:ext uri="{FF2B5EF4-FFF2-40B4-BE49-F238E27FC236}">
                <a16:creationId xmlns:a16="http://schemas.microsoft.com/office/drawing/2014/main" id="{14149BE4-92E8-40CE-9E69-B522D5F1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8509" y="4198942"/>
            <a:ext cx="156572" cy="50110"/>
          </a:xfrm>
          <a:custGeom xmlns:a="http://schemas.openxmlformats.org/drawingml/2006/main">
            <a:pathLst>
              <a:path w="156572" h="50110">
                <a:moveTo>
                  <a:pt x="0" y="50110"/>
                </a:moveTo>
                <a:lnTo>
                  <a:pt x="156572" y="50110"/>
                </a:lnTo>
                <a:lnTo>
                  <a:pt x="156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path-27">
            <a:extLst xmlns:a="http://schemas.openxmlformats.org/drawingml/2006/main">
              <a:ext uri="{FF2B5EF4-FFF2-40B4-BE49-F238E27FC236}">
                <a16:creationId xmlns:a16="http://schemas.microsoft.com/office/drawing/2014/main" id="{D6476550-3EE0-4CEF-B83A-25FF9C67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8509" y="4198943"/>
            <a:ext cx="156573" cy="50111"/>
          </a:xfrm>
          <a:custGeom xmlns:a="http://schemas.openxmlformats.org/drawingml/2006/main">
            <a:pathLst>
              <a:path w="156573" h="50111">
                <a:moveTo>
                  <a:pt x="0" y="0"/>
                </a:moveTo>
                <a:lnTo>
                  <a:pt x="156573" y="0"/>
                </a:lnTo>
                <a:lnTo>
                  <a:pt x="156573" y="50111"/>
                </a:lnTo>
                <a:lnTo>
                  <a:pt x="0" y="501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453">
            <a:solidFill>
              <a:srgbClr val="000000"/>
            </a:solidFill>
            <a:prstDash val="solid"/>
          </a:ln>
        </p:spPr>
      </p:sp>
      <p:sp>
        <p:nvSpPr>
          <p:cNvPr id="33" name="pdf-path-28">
            <a:extLst xmlns:a="http://schemas.openxmlformats.org/drawingml/2006/main">
              <a:ext uri="{FF2B5EF4-FFF2-40B4-BE49-F238E27FC236}">
                <a16:creationId xmlns:a16="http://schemas.microsoft.com/office/drawing/2014/main" id="{DDC9E126-B788-45FD-BF1F-A944EF2F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8509" y="4198940"/>
            <a:ext cx="156573" cy="50113"/>
          </a:xfrm>
          <a:custGeom xmlns:a="http://schemas.openxmlformats.org/drawingml/2006/main">
            <a:pathLst>
              <a:path w="156573" h="50113">
                <a:moveTo>
                  <a:pt x="156573" y="50113"/>
                </a:moveTo>
                <a:lnTo>
                  <a:pt x="156573" y="0"/>
                </a:lnTo>
                <a:lnTo>
                  <a:pt x="0" y="0"/>
                </a:lnTo>
                <a:lnTo>
                  <a:pt x="0" y="501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338">
            <a:solidFill>
              <a:srgbClr val="000000"/>
            </a:solidFill>
            <a:prstDash val="solid"/>
          </a:ln>
        </p:spPr>
      </p:sp>
      <p:sp>
        <p:nvSpPr>
          <p:cNvPr id="34" name="pdf-path-29">
            <a:extLst xmlns:a="http://schemas.openxmlformats.org/drawingml/2006/main">
              <a:ext uri="{FF2B5EF4-FFF2-40B4-BE49-F238E27FC236}">
                <a16:creationId xmlns:a16="http://schemas.microsoft.com/office/drawing/2014/main" id="{83514580-8C09-444B-B80C-BF390ED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4934" y="4280074"/>
            <a:ext cx="10798" cy="35836"/>
          </a:xfrm>
          <a:custGeom xmlns:a="http://schemas.openxmlformats.org/drawingml/2006/main">
            <a:pathLst>
              <a:path w="10798" h="35836">
                <a:moveTo>
                  <a:pt x="0" y="35836"/>
                </a:moveTo>
                <a:lnTo>
                  <a:pt x="10798" y="35836"/>
                </a:lnTo>
                <a:lnTo>
                  <a:pt x="107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path-30">
            <a:extLst xmlns:a="http://schemas.openxmlformats.org/drawingml/2006/main">
              <a:ext uri="{FF2B5EF4-FFF2-40B4-BE49-F238E27FC236}">
                <a16:creationId xmlns:a16="http://schemas.microsoft.com/office/drawing/2014/main" id="{9FFF1D46-6A36-49C0-9F69-026CA374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4933" y="4280075"/>
            <a:ext cx="10798" cy="35836"/>
          </a:xfrm>
          <a:custGeom xmlns:a="http://schemas.openxmlformats.org/drawingml/2006/main">
            <a:pathLst>
              <a:path w="10798" h="35836">
                <a:moveTo>
                  <a:pt x="0" y="0"/>
                </a:moveTo>
                <a:lnTo>
                  <a:pt x="10798" y="0"/>
                </a:lnTo>
                <a:lnTo>
                  <a:pt x="10798" y="35836"/>
                </a:lnTo>
                <a:lnTo>
                  <a:pt x="0" y="35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453">
            <a:solidFill>
              <a:srgbClr val="000000"/>
            </a:solidFill>
            <a:prstDash val="solid"/>
          </a:ln>
        </p:spPr>
      </p:sp>
      <p:sp>
        <p:nvSpPr>
          <p:cNvPr id="36" name="pdf-path-31">
            <a:extLst xmlns:a="http://schemas.openxmlformats.org/drawingml/2006/main">
              <a:ext uri="{FF2B5EF4-FFF2-40B4-BE49-F238E27FC236}">
                <a16:creationId xmlns:a16="http://schemas.microsoft.com/office/drawing/2014/main" id="{E04AA6E7-5759-47FC-ADD7-B5419360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4933" y="4280075"/>
            <a:ext cx="10798" cy="35838"/>
          </a:xfrm>
          <a:custGeom xmlns:a="http://schemas.openxmlformats.org/drawingml/2006/main">
            <a:pathLst>
              <a:path w="10798" h="35838">
                <a:moveTo>
                  <a:pt x="10798" y="35838"/>
                </a:moveTo>
                <a:lnTo>
                  <a:pt x="10798" y="0"/>
                </a:lnTo>
                <a:lnTo>
                  <a:pt x="0" y="0"/>
                </a:lnTo>
                <a:lnTo>
                  <a:pt x="0" y="358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2229">
            <a:solidFill>
              <a:srgbClr val="000000"/>
            </a:solidFill>
            <a:prstDash val="solid"/>
          </a:ln>
        </p:spPr>
      </p:sp>
      <p:sp>
        <p:nvSpPr>
          <p:cNvPr id="37" name="pdf-path-32">
            <a:extLst xmlns:a="http://schemas.openxmlformats.org/drawingml/2006/main">
              <a:ext uri="{FF2B5EF4-FFF2-40B4-BE49-F238E27FC236}">
                <a16:creationId xmlns:a16="http://schemas.microsoft.com/office/drawing/2014/main" id="{59225041-C13B-4EF2-9EC3-8D81AF55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9909" y="4201773"/>
            <a:ext cx="26671" cy="43409"/>
          </a:xfrm>
          <a:custGeom xmlns:a="http://schemas.openxmlformats.org/drawingml/2006/main">
            <a:pathLst>
              <a:path w="26671" h="43409">
                <a:moveTo>
                  <a:pt x="0" y="43409"/>
                </a:moveTo>
                <a:lnTo>
                  <a:pt x="26671" y="43409"/>
                </a:lnTo>
                <a:lnTo>
                  <a:pt x="2667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33">
            <a:extLst xmlns:a="http://schemas.openxmlformats.org/drawingml/2006/main">
              <a:ext uri="{FF2B5EF4-FFF2-40B4-BE49-F238E27FC236}">
                <a16:creationId xmlns:a16="http://schemas.microsoft.com/office/drawing/2014/main" id="{1A24E79C-B0D5-4F0E-B2A2-F677F149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9909" y="4201774"/>
            <a:ext cx="26671" cy="43410"/>
          </a:xfrm>
          <a:custGeom xmlns:a="http://schemas.openxmlformats.org/drawingml/2006/main">
            <a:pathLst>
              <a:path w="26671" h="43410">
                <a:moveTo>
                  <a:pt x="0" y="0"/>
                </a:moveTo>
                <a:lnTo>
                  <a:pt x="26671" y="0"/>
                </a:lnTo>
                <a:lnTo>
                  <a:pt x="26671" y="43410"/>
                </a:lnTo>
                <a:lnTo>
                  <a:pt x="0" y="434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453">
            <a:solidFill>
              <a:srgbClr val="000000"/>
            </a:solidFill>
            <a:prstDash val="solid"/>
          </a:ln>
        </p:spPr>
      </p:sp>
      <p:sp>
        <p:nvSpPr>
          <p:cNvPr id="39" name="pdf-path-34">
            <a:extLst xmlns:a="http://schemas.openxmlformats.org/drawingml/2006/main">
              <a:ext uri="{FF2B5EF4-FFF2-40B4-BE49-F238E27FC236}">
                <a16:creationId xmlns:a16="http://schemas.microsoft.com/office/drawing/2014/main" id="{C49C075C-4A47-45C3-8A74-90FEE90D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9939" y="4201774"/>
            <a:ext cx="26670" cy="43408"/>
          </a:xfrm>
          <a:custGeom xmlns:a="http://schemas.openxmlformats.org/drawingml/2006/main">
            <a:pathLst>
              <a:path w="26670" h="43408">
                <a:moveTo>
                  <a:pt x="26670" y="43408"/>
                </a:moveTo>
                <a:lnTo>
                  <a:pt x="26670" y="0"/>
                </a:lnTo>
                <a:lnTo>
                  <a:pt x="0" y="0"/>
                </a:lnTo>
                <a:lnTo>
                  <a:pt x="0" y="434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70">
            <a:solidFill>
              <a:srgbClr val="000000"/>
            </a:solidFill>
            <a:prstDash val="solid"/>
          </a:ln>
        </p:spPr>
      </p:sp>
      <p:sp>
        <p:nvSpPr>
          <p:cNvPr id="40" name="pdf-path-35">
            <a:extLst xmlns:a="http://schemas.openxmlformats.org/drawingml/2006/main">
              <a:ext uri="{FF2B5EF4-FFF2-40B4-BE49-F238E27FC236}">
                <a16:creationId xmlns:a16="http://schemas.microsoft.com/office/drawing/2014/main" id="{CB24E4B0-34FB-4C38-9D8A-8CA7078F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2380" y="5513454"/>
            <a:ext cx="95" cy="1132216"/>
          </a:xfrm>
          <a:custGeom xmlns:a="http://schemas.openxmlformats.org/drawingml/2006/main">
            <a:pathLst>
              <a:path w="95" h="1132216">
                <a:moveTo>
                  <a:pt x="0" y="0"/>
                </a:moveTo>
                <a:lnTo>
                  <a:pt x="0" y="1132216"/>
                </a:ln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0000"/>
            </a:solidFill>
            <a:prstDash val="solid"/>
          </a:ln>
        </p:spPr>
      </p:sp>
      <p:sp>
        <p:nvSpPr>
          <p:cNvPr id="41" name="pdf-path-36">
            <a:extLst xmlns:a="http://schemas.openxmlformats.org/drawingml/2006/main">
              <a:ext uri="{FF2B5EF4-FFF2-40B4-BE49-F238E27FC236}">
                <a16:creationId xmlns:a16="http://schemas.microsoft.com/office/drawing/2014/main" id="{F52A975E-7FD3-4BAF-9318-58CF051A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2380" y="4483764"/>
            <a:ext cx="95" cy="491621"/>
          </a:xfrm>
          <a:custGeom xmlns:a="http://schemas.openxmlformats.org/drawingml/2006/main">
            <a:pathLst>
              <a:path w="95" h="491621">
                <a:moveTo>
                  <a:pt x="0" y="0"/>
                </a:moveTo>
                <a:lnTo>
                  <a:pt x="0" y="491621"/>
                </a:ln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0000"/>
            </a:solidFill>
            <a:prstDash val="solid"/>
          </a:ln>
        </p:spPr>
      </p:sp>
      <p:sp>
        <p:nvSpPr>
          <p:cNvPr id="42" name="pdf-path-37">
            <a:extLst xmlns:a="http://schemas.openxmlformats.org/drawingml/2006/main">
              <a:ext uri="{FF2B5EF4-FFF2-40B4-BE49-F238E27FC236}">
                <a16:creationId xmlns:a16="http://schemas.microsoft.com/office/drawing/2014/main" id="{640B3FFB-484E-461E-A01D-27A49E43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1579" y="4677433"/>
            <a:ext cx="610801" cy="238361"/>
          </a:xfrm>
          <a:custGeom xmlns:a="http://schemas.openxmlformats.org/drawingml/2006/main">
            <a:pathLst>
              <a:path w="610801" h="238361">
                <a:moveTo>
                  <a:pt x="610801" y="2383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590">
            <a:solidFill>
              <a:srgbClr val="000000"/>
            </a:solidFill>
            <a:prstDash val="solid"/>
          </a:ln>
        </p:spPr>
      </p:sp>
      <p:sp>
        <p:nvSpPr>
          <p:cNvPr id="43" name="pdf-path-38">
            <a:extLst xmlns:a="http://schemas.openxmlformats.org/drawingml/2006/main">
              <a:ext uri="{FF2B5EF4-FFF2-40B4-BE49-F238E27FC236}">
                <a16:creationId xmlns:a16="http://schemas.microsoft.com/office/drawing/2014/main" id="{A704FE7B-7795-4C56-95C9-2E2F4691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6972" y="4858515"/>
            <a:ext cx="130817" cy="130817"/>
          </a:xfrm>
          <a:custGeom xmlns:a="http://schemas.openxmlformats.org/drawingml/2006/main">
            <a:pathLst>
              <a:path w="130817" h="130817">
                <a:moveTo>
                  <a:pt x="107546" y="23272"/>
                </a:moveTo>
                <a:cubicBezTo>
                  <a:pt x="130817" y="46543"/>
                  <a:pt x="130817" y="84274"/>
                  <a:pt x="107546" y="107545"/>
                </a:cubicBezTo>
                <a:cubicBezTo>
                  <a:pt x="84273" y="130817"/>
                  <a:pt x="46543" y="130817"/>
                  <a:pt x="23272" y="107545"/>
                </a:cubicBezTo>
                <a:cubicBezTo>
                  <a:pt x="0" y="84274"/>
                  <a:pt x="0" y="46543"/>
                  <a:pt x="23272" y="23272"/>
                </a:cubicBezTo>
                <a:cubicBezTo>
                  <a:pt x="46543" y="0"/>
                  <a:pt x="84273" y="0"/>
                  <a:pt x="107546" y="232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39">
            <a:extLst xmlns:a="http://schemas.openxmlformats.org/drawingml/2006/main">
              <a:ext uri="{FF2B5EF4-FFF2-40B4-BE49-F238E27FC236}">
                <a16:creationId xmlns:a16="http://schemas.microsoft.com/office/drawing/2014/main" id="{0FA076A1-0E17-4FF4-9DFA-72BBECC5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6971" y="4858516"/>
            <a:ext cx="130819" cy="130815"/>
          </a:xfrm>
          <a:custGeom xmlns:a="http://schemas.openxmlformats.org/drawingml/2006/main">
            <a:pathLst>
              <a:path w="130819" h="130815">
                <a:moveTo>
                  <a:pt x="107546" y="23270"/>
                </a:moveTo>
                <a:cubicBezTo>
                  <a:pt x="130819" y="46543"/>
                  <a:pt x="130819" y="84272"/>
                  <a:pt x="107546" y="107545"/>
                </a:cubicBezTo>
                <a:cubicBezTo>
                  <a:pt x="84275" y="130815"/>
                  <a:pt x="46543" y="130815"/>
                  <a:pt x="23273" y="107545"/>
                </a:cubicBezTo>
                <a:cubicBezTo>
                  <a:pt x="0" y="84272"/>
                  <a:pt x="0" y="46543"/>
                  <a:pt x="23273" y="23270"/>
                </a:cubicBezTo>
                <a:cubicBezTo>
                  <a:pt x="46543" y="0"/>
                  <a:pt x="84275" y="0"/>
                  <a:pt x="107546" y="2327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0000"/>
            </a:solidFill>
            <a:prstDash val="solid"/>
          </a:ln>
        </p:spPr>
      </p:sp>
      <p:sp>
        <p:nvSpPr>
          <p:cNvPr id="45" name="pdf-path-40">
            <a:extLst xmlns:a="http://schemas.openxmlformats.org/drawingml/2006/main">
              <a:ext uri="{FF2B5EF4-FFF2-40B4-BE49-F238E27FC236}">
                <a16:creationId xmlns:a16="http://schemas.microsoft.com/office/drawing/2014/main" id="{A1CBC2A3-B518-47AA-88E0-D8F7A40E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3130" y="6443713"/>
            <a:ext cx="147170" cy="147171"/>
          </a:xfrm>
          <a:custGeom xmlns:a="http://schemas.openxmlformats.org/drawingml/2006/main">
            <a:pathLst>
              <a:path w="147170" h="147171">
                <a:moveTo>
                  <a:pt x="120989" y="26180"/>
                </a:moveTo>
                <a:cubicBezTo>
                  <a:pt x="147170" y="52363"/>
                  <a:pt x="147170" y="94808"/>
                  <a:pt x="120989" y="120989"/>
                </a:cubicBezTo>
                <a:cubicBezTo>
                  <a:pt x="94808" y="147171"/>
                  <a:pt x="52362" y="147171"/>
                  <a:pt x="26181" y="120989"/>
                </a:cubicBezTo>
                <a:cubicBezTo>
                  <a:pt x="0" y="94808"/>
                  <a:pt x="0" y="52363"/>
                  <a:pt x="26181" y="26180"/>
                </a:cubicBezTo>
                <a:cubicBezTo>
                  <a:pt x="52362" y="0"/>
                  <a:pt x="94808" y="0"/>
                  <a:pt x="120989" y="2618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0000"/>
            </a:solidFill>
            <a:prstDash val="solid"/>
          </a:ln>
        </p:spPr>
      </p:sp>
      <p:sp>
        <p:nvSpPr>
          <p:cNvPr id="46" name="pdf-path-41">
            <a:extLst xmlns:a="http://schemas.openxmlformats.org/drawingml/2006/main">
              <a:ext uri="{FF2B5EF4-FFF2-40B4-BE49-F238E27FC236}">
                <a16:creationId xmlns:a16="http://schemas.microsoft.com/office/drawing/2014/main" id="{1E17B37B-F47A-48C2-B427-5F7A5741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8619" y="6508091"/>
            <a:ext cx="246915" cy="6913"/>
          </a:xfrm>
          <a:custGeom xmlns:a="http://schemas.openxmlformats.org/drawingml/2006/main">
            <a:pathLst>
              <a:path w="246915" h="6913">
                <a:moveTo>
                  <a:pt x="0" y="6913"/>
                </a:moveTo>
                <a:lnTo>
                  <a:pt x="2469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0000"/>
            </a:solidFill>
            <a:prstDash val="solid"/>
          </a:ln>
        </p:spPr>
      </p:sp>
      <p:sp>
        <p:nvSpPr>
          <p:cNvPr id="47" name="pdf-path-42">
            <a:extLst xmlns:a="http://schemas.openxmlformats.org/drawingml/2006/main">
              <a:ext uri="{FF2B5EF4-FFF2-40B4-BE49-F238E27FC236}">
                <a16:creationId xmlns:a16="http://schemas.microsoft.com/office/drawing/2014/main" id="{F0FEBF1F-5CAB-4AE3-9519-21D8AE71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5534" y="6508091"/>
            <a:ext cx="95" cy="76245"/>
          </a:xfrm>
          <a:custGeom xmlns:a="http://schemas.openxmlformats.org/drawingml/2006/main">
            <a:pathLst>
              <a:path w="95" h="76245">
                <a:moveTo>
                  <a:pt x="0" y="0"/>
                </a:moveTo>
                <a:lnTo>
                  <a:pt x="0" y="76245"/>
                </a:ln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0000"/>
            </a:solidFill>
            <a:prstDash val="solid"/>
          </a:ln>
        </p:spPr>
      </p:sp>
      <p:sp>
        <p:nvSpPr>
          <p:cNvPr id="48" name="pdf-path-43">
            <a:extLst xmlns:a="http://schemas.openxmlformats.org/drawingml/2006/main">
              <a:ext uri="{FF2B5EF4-FFF2-40B4-BE49-F238E27FC236}">
                <a16:creationId xmlns:a16="http://schemas.microsoft.com/office/drawing/2014/main" id="{71AE310F-A702-4060-8C8B-356F5C46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5944" y="6511816"/>
            <a:ext cx="95" cy="44693"/>
          </a:xfrm>
          <a:custGeom xmlns:a="http://schemas.openxmlformats.org/drawingml/2006/main">
            <a:pathLst>
              <a:path w="95" h="44693">
                <a:moveTo>
                  <a:pt x="0" y="0"/>
                </a:moveTo>
                <a:lnTo>
                  <a:pt x="0" y="44693"/>
                </a:ln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0000"/>
            </a:solidFill>
            <a:prstDash val="solid"/>
          </a:ln>
        </p:spPr>
      </p:sp>
      <p:sp>
        <p:nvSpPr>
          <p:cNvPr id="49" name="pdf-path-44">
            <a:extLst xmlns:a="http://schemas.openxmlformats.org/drawingml/2006/main">
              <a:ext uri="{FF2B5EF4-FFF2-40B4-BE49-F238E27FC236}">
                <a16:creationId xmlns:a16="http://schemas.microsoft.com/office/drawing/2014/main" id="{80A0C55A-D6A4-4E97-A463-EDFC3FEE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734" y="6442796"/>
            <a:ext cx="119181" cy="149005"/>
          </a:xfrm>
          <a:custGeom xmlns:a="http://schemas.openxmlformats.org/drawingml/2006/main">
            <a:pathLst>
              <a:path w="119181" h="149005">
                <a:moveTo>
                  <a:pt x="0" y="0"/>
                </a:moveTo>
                <a:lnTo>
                  <a:pt x="119181" y="149005"/>
                </a:lnTo>
              </a:path>
            </a:pathLst>
          </a:custGeom>
          <a:noFill xmlns:a="http://schemas.openxmlformats.org/drawingml/2006/main"/>
          <a:ln xmlns:a="http://schemas.openxmlformats.org/drawingml/2006/main" w="59590">
            <a:solidFill>
              <a:srgbClr val="000000"/>
            </a:solidFill>
            <a:prstDash val="solid"/>
          </a:ln>
        </p:spPr>
      </p:sp>
      <p:sp>
        <p:nvSpPr>
          <p:cNvPr id="50" name="pdf-path-45">
            <a:extLst xmlns:a="http://schemas.openxmlformats.org/drawingml/2006/main">
              <a:ext uri="{FF2B5EF4-FFF2-40B4-BE49-F238E27FC236}">
                <a16:creationId xmlns:a16="http://schemas.microsoft.com/office/drawing/2014/main" id="{5EEBDFA4-2BE0-491F-8A51-4A303BD0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734" y="6442825"/>
            <a:ext cx="119181" cy="148976"/>
          </a:xfrm>
          <a:custGeom xmlns:a="http://schemas.openxmlformats.org/drawingml/2006/main">
            <a:pathLst>
              <a:path w="119181" h="148976">
                <a:moveTo>
                  <a:pt x="119181" y="0"/>
                </a:moveTo>
                <a:lnTo>
                  <a:pt x="0" y="148976"/>
                </a:lnTo>
              </a:path>
            </a:pathLst>
          </a:custGeom>
          <a:noFill xmlns:a="http://schemas.openxmlformats.org/drawingml/2006/main"/>
          <a:ln xmlns:a="http://schemas.openxmlformats.org/drawingml/2006/main" w="59590">
            <a:solidFill>
              <a:srgbClr val="000000"/>
            </a:solidFill>
            <a:prstDash val="solid"/>
          </a:ln>
        </p:spPr>
      </p:sp>
      <p:sp>
        <p:nvSpPr>
          <p:cNvPr id="51" name="pdf-path-46">
            <a:extLst xmlns:a="http://schemas.openxmlformats.org/drawingml/2006/main">
              <a:ext uri="{FF2B5EF4-FFF2-40B4-BE49-F238E27FC236}">
                <a16:creationId xmlns:a16="http://schemas.microsoft.com/office/drawing/2014/main" id="{1CE0ABC2-DF79-4051-8ECD-1B60B791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583" y="4483764"/>
            <a:ext cx="119181" cy="134078"/>
          </a:xfrm>
          <a:custGeom xmlns:a="http://schemas.openxmlformats.org/drawingml/2006/main">
            <a:pathLst>
              <a:path w="119181" h="134078">
                <a:moveTo>
                  <a:pt x="119181" y="134078"/>
                </a:moveTo>
                <a:cubicBezTo>
                  <a:pt x="119181" y="60029"/>
                  <a:pt x="92502" y="0"/>
                  <a:pt x="59590" y="0"/>
                </a:cubicBezTo>
                <a:cubicBezTo>
                  <a:pt x="26678" y="0"/>
                  <a:pt x="0" y="60029"/>
                  <a:pt x="0" y="134078"/>
                </a:cubicBezTo>
                <a:lnTo>
                  <a:pt x="119181" y="13407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47">
            <a:extLst xmlns:a="http://schemas.openxmlformats.org/drawingml/2006/main">
              <a:ext uri="{FF2B5EF4-FFF2-40B4-BE49-F238E27FC236}">
                <a16:creationId xmlns:a16="http://schemas.microsoft.com/office/drawing/2014/main" id="{955ECD3E-58B1-4376-BC05-8649C851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582" y="4483764"/>
            <a:ext cx="119182" cy="134079"/>
          </a:xfrm>
          <a:custGeom xmlns:a="http://schemas.openxmlformats.org/drawingml/2006/main">
            <a:pathLst>
              <a:path w="119182" h="134079">
                <a:moveTo>
                  <a:pt x="119182" y="134079"/>
                </a:moveTo>
                <a:cubicBezTo>
                  <a:pt x="119182" y="60029"/>
                  <a:pt x="92502" y="0"/>
                  <a:pt x="59591" y="0"/>
                </a:cubicBezTo>
                <a:cubicBezTo>
                  <a:pt x="26679" y="0"/>
                  <a:pt x="0" y="60029"/>
                  <a:pt x="0" y="134079"/>
                </a:cubicBezTo>
                <a:lnTo>
                  <a:pt x="119182" y="134079"/>
                </a:ln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0000"/>
            </a:solidFill>
            <a:prstDash val="solid"/>
          </a:ln>
        </p:spPr>
      </p:sp>
      <p:sp>
        <p:nvSpPr>
          <p:cNvPr id="53" name="pdf-path-48">
            <a:extLst xmlns:a="http://schemas.openxmlformats.org/drawingml/2006/main">
              <a:ext uri="{FF2B5EF4-FFF2-40B4-BE49-F238E27FC236}">
                <a16:creationId xmlns:a16="http://schemas.microsoft.com/office/drawing/2014/main" id="{FEE4D92C-65CE-4F77-A92E-0A07135B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583" y="4621567"/>
            <a:ext cx="119181" cy="134078"/>
          </a:xfrm>
          <a:custGeom xmlns:a="http://schemas.openxmlformats.org/drawingml/2006/main">
            <a:pathLst>
              <a:path w="119181" h="134078">
                <a:moveTo>
                  <a:pt x="0" y="134078"/>
                </a:moveTo>
                <a:lnTo>
                  <a:pt x="119181" y="134078"/>
                </a:lnTo>
                <a:lnTo>
                  <a:pt x="11918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path-49">
            <a:extLst xmlns:a="http://schemas.openxmlformats.org/drawingml/2006/main">
              <a:ext uri="{FF2B5EF4-FFF2-40B4-BE49-F238E27FC236}">
                <a16:creationId xmlns:a16="http://schemas.microsoft.com/office/drawing/2014/main" id="{C9BBE8C8-1791-405B-A13C-E9831FBD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582" y="4621567"/>
            <a:ext cx="119182" cy="134078"/>
          </a:xfrm>
          <a:custGeom xmlns:a="http://schemas.openxmlformats.org/drawingml/2006/main">
            <a:pathLst>
              <a:path w="119182" h="134078">
                <a:moveTo>
                  <a:pt x="0" y="0"/>
                </a:moveTo>
                <a:lnTo>
                  <a:pt x="119182" y="0"/>
                </a:lnTo>
                <a:lnTo>
                  <a:pt x="119182" y="134078"/>
                </a:lnTo>
                <a:lnTo>
                  <a:pt x="0" y="1340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0000"/>
            </a:solidFill>
            <a:prstDash val="solid"/>
          </a:ln>
        </p:spPr>
      </p:sp>
      <p:sp>
        <p:nvSpPr>
          <p:cNvPr id="55" name="pdf-path-50">
            <a:extLst xmlns:a="http://schemas.openxmlformats.org/drawingml/2006/main">
              <a:ext uri="{FF2B5EF4-FFF2-40B4-BE49-F238E27FC236}">
                <a16:creationId xmlns:a16="http://schemas.microsoft.com/office/drawing/2014/main" id="{54445420-EA75-44D3-9EC4-E3BFED3B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6997" y="4658083"/>
            <a:ext cx="16352" cy="16352"/>
          </a:xfrm>
          <a:custGeom xmlns:a="http://schemas.openxmlformats.org/drawingml/2006/main">
            <a:pathLst>
              <a:path w="16352" h="16352">
                <a:moveTo>
                  <a:pt x="13443" y="2909"/>
                </a:moveTo>
                <a:cubicBezTo>
                  <a:pt x="16352" y="5817"/>
                  <a:pt x="16352" y="10534"/>
                  <a:pt x="13443" y="13443"/>
                </a:cubicBezTo>
                <a:cubicBezTo>
                  <a:pt x="10532" y="16352"/>
                  <a:pt x="5818" y="16352"/>
                  <a:pt x="2907" y="13443"/>
                </a:cubicBezTo>
                <a:cubicBezTo>
                  <a:pt x="0" y="10534"/>
                  <a:pt x="0" y="5817"/>
                  <a:pt x="2907" y="2909"/>
                </a:cubicBezTo>
                <a:cubicBezTo>
                  <a:pt x="5818" y="0"/>
                  <a:pt x="10532" y="0"/>
                  <a:pt x="13443" y="290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51">
            <a:extLst xmlns:a="http://schemas.openxmlformats.org/drawingml/2006/main">
              <a:ext uri="{FF2B5EF4-FFF2-40B4-BE49-F238E27FC236}">
                <a16:creationId xmlns:a16="http://schemas.microsoft.com/office/drawing/2014/main" id="{954B4C73-FCFD-4EE5-8B65-826A9B69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6997" y="4658083"/>
            <a:ext cx="16351" cy="16352"/>
          </a:xfrm>
          <a:custGeom xmlns:a="http://schemas.openxmlformats.org/drawingml/2006/main">
            <a:pathLst>
              <a:path w="16351" h="16352">
                <a:moveTo>
                  <a:pt x="13443" y="2908"/>
                </a:moveTo>
                <a:cubicBezTo>
                  <a:pt x="16351" y="5819"/>
                  <a:pt x="16351" y="10533"/>
                  <a:pt x="13443" y="13444"/>
                </a:cubicBezTo>
                <a:cubicBezTo>
                  <a:pt x="10532" y="16352"/>
                  <a:pt x="5818" y="16352"/>
                  <a:pt x="2907" y="13444"/>
                </a:cubicBezTo>
                <a:cubicBezTo>
                  <a:pt x="0" y="10533"/>
                  <a:pt x="0" y="5819"/>
                  <a:pt x="2907" y="2908"/>
                </a:cubicBezTo>
                <a:cubicBezTo>
                  <a:pt x="5818" y="0"/>
                  <a:pt x="10532" y="0"/>
                  <a:pt x="13443" y="290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0000"/>
            </a:solidFill>
            <a:prstDash val="solid"/>
          </a:ln>
        </p:spPr>
      </p:sp>
      <p:sp>
        <p:nvSpPr>
          <p:cNvPr id="57" name="pdf-path-52">
            <a:extLst xmlns:a="http://schemas.openxmlformats.org/drawingml/2006/main">
              <a:ext uri="{FF2B5EF4-FFF2-40B4-BE49-F238E27FC236}">
                <a16:creationId xmlns:a16="http://schemas.microsoft.com/office/drawing/2014/main" id="{502A8DA0-7B04-4AE9-A3A6-7AC157D1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5173" y="4688606"/>
            <a:ext cx="95" cy="22347"/>
          </a:xfrm>
          <a:custGeom xmlns:a="http://schemas.openxmlformats.org/drawingml/2006/main">
            <a:pathLst>
              <a:path w="95" h="22347">
                <a:moveTo>
                  <a:pt x="0" y="0"/>
                </a:moveTo>
                <a:lnTo>
                  <a:pt x="0" y="22347"/>
                </a:ln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0000"/>
            </a:solidFill>
            <a:prstDash val="solid"/>
          </a:ln>
        </p:spPr>
      </p:sp>
      <p:sp>
        <p:nvSpPr>
          <p:cNvPr id="58" name="pdf-path-53">
            <a:extLst xmlns:a="http://schemas.openxmlformats.org/drawingml/2006/main">
              <a:ext uri="{FF2B5EF4-FFF2-40B4-BE49-F238E27FC236}">
                <a16:creationId xmlns:a16="http://schemas.microsoft.com/office/drawing/2014/main" id="{4C02B525-421B-4CE7-AB93-2853662B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915" y="4835922"/>
            <a:ext cx="3954326" cy="1606903"/>
          </a:xfrm>
          <a:custGeom xmlns:a="http://schemas.openxmlformats.org/drawingml/2006/main">
            <a:pathLst>
              <a:path w="3954326" h="1606903">
                <a:moveTo>
                  <a:pt x="0" y="1606903"/>
                </a:moveTo>
                <a:cubicBezTo>
                  <a:pt x="177512" y="1393382"/>
                  <a:pt x="240873" y="1168622"/>
                  <a:pt x="532588" y="966278"/>
                </a:cubicBezTo>
                <a:cubicBezTo>
                  <a:pt x="824304" y="763933"/>
                  <a:pt x="1344644" y="312032"/>
                  <a:pt x="1750465" y="392721"/>
                </a:cubicBezTo>
                <a:cubicBezTo>
                  <a:pt x="2156288" y="473409"/>
                  <a:pt x="2600488" y="1515896"/>
                  <a:pt x="2967761" y="1450449"/>
                </a:cubicBezTo>
                <a:cubicBezTo>
                  <a:pt x="3335034" y="1385001"/>
                  <a:pt x="3625504" y="483434"/>
                  <a:pt x="395432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0000"/>
            </a:solidFill>
            <a:prstDash val="dash"/>
          </a:ln>
        </p:spPr>
      </p:sp>
      <p:sp>
        <p:nvSpPr>
          <p:cNvPr id="59" name="pdf-path-54">
            <a:extLst xmlns:a="http://schemas.openxmlformats.org/drawingml/2006/main">
              <a:ext uri="{FF2B5EF4-FFF2-40B4-BE49-F238E27FC236}">
                <a16:creationId xmlns:a16="http://schemas.microsoft.com/office/drawing/2014/main" id="{E24308B8-6422-44BA-89D4-5B2A4FFD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412" y="2457693"/>
            <a:ext cx="4328819" cy="1370577"/>
          </a:xfrm>
          <a:custGeom xmlns:a="http://schemas.openxmlformats.org/drawingml/2006/main">
            <a:pathLst>
              <a:path w="4328819" h="1370577">
                <a:moveTo>
                  <a:pt x="0" y="0"/>
                </a:moveTo>
                <a:lnTo>
                  <a:pt x="14898" y="1370577"/>
                </a:lnTo>
                <a:lnTo>
                  <a:pt x="4328819" y="1325885"/>
                </a:ln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0000"/>
            </a:solidFill>
            <a:prstDash val="solid"/>
          </a:ln>
        </p:spPr>
      </p:sp>
      <p:sp>
        <p:nvSpPr>
          <p:cNvPr id="60" name="pdf-path-55">
            <a:extLst xmlns:a="http://schemas.openxmlformats.org/drawingml/2006/main">
              <a:ext uri="{FF2B5EF4-FFF2-40B4-BE49-F238E27FC236}">
                <a16:creationId xmlns:a16="http://schemas.microsoft.com/office/drawing/2014/main" id="{07A069B1-5A36-417A-AE0F-D5CD94CA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412" y="237954"/>
            <a:ext cx="4328819" cy="1370577"/>
          </a:xfrm>
          <a:custGeom xmlns:a="http://schemas.openxmlformats.org/drawingml/2006/main">
            <a:pathLst>
              <a:path w="4328819" h="1370577">
                <a:moveTo>
                  <a:pt x="0" y="0"/>
                </a:moveTo>
                <a:lnTo>
                  <a:pt x="14898" y="1370577"/>
                </a:lnTo>
                <a:lnTo>
                  <a:pt x="4328819" y="1325885"/>
                </a:ln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0000"/>
            </a:solidFill>
            <a:prstDash val="solid"/>
          </a:ln>
        </p:spPr>
      </p:sp>
      <p:sp>
        <p:nvSpPr>
          <p:cNvPr id="61" name="pdf-path-56">
            <a:extLst xmlns:a="http://schemas.openxmlformats.org/drawingml/2006/main">
              <a:ext uri="{FF2B5EF4-FFF2-40B4-BE49-F238E27FC236}">
                <a16:creationId xmlns:a16="http://schemas.microsoft.com/office/drawing/2014/main" id="{32CA7EB7-DB8D-4D9B-8D59-E6E9F9FA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1390" y="178364"/>
            <a:ext cx="30785" cy="3628927"/>
          </a:xfrm>
          <a:custGeom xmlns:a="http://schemas.openxmlformats.org/drawingml/2006/main">
            <a:pathLst>
              <a:path w="30785" h="3628927">
                <a:moveTo>
                  <a:pt x="0" y="3628927"/>
                </a:moveTo>
                <a:lnTo>
                  <a:pt x="30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98">
            <a:solidFill>
              <a:srgbClr val="000000"/>
            </a:solidFill>
            <a:prstDash val="dash"/>
          </a:ln>
        </p:spPr>
      </p:sp>
      <p:sp>
        <p:nvSpPr>
          <p:cNvPr id="62" name="pdf-path-57">
            <a:extLst xmlns:a="http://schemas.openxmlformats.org/drawingml/2006/main">
              <a:ext uri="{FF2B5EF4-FFF2-40B4-BE49-F238E27FC236}">
                <a16:creationId xmlns:a16="http://schemas.microsoft.com/office/drawing/2014/main" id="{AB58C708-28EE-40FC-9893-B64D7B53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0231" y="118774"/>
            <a:ext cx="44454" cy="3620111"/>
          </a:xfrm>
          <a:custGeom xmlns:a="http://schemas.openxmlformats.org/drawingml/2006/main">
            <a:pathLst>
              <a:path w="44454" h="3620111">
                <a:moveTo>
                  <a:pt x="0" y="3620111"/>
                </a:moveTo>
                <a:lnTo>
                  <a:pt x="444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98">
            <a:solidFill>
              <a:srgbClr val="000000"/>
            </a:solidFill>
            <a:prstDash val="dash"/>
          </a:ln>
        </p:spPr>
      </p:sp>
      <p:sp>
        <p:nvSpPr>
          <p:cNvPr id="63" name="mobile-skill-rotated-label-58">
            <a:extLst xmlns:a="http://schemas.openxmlformats.org/drawingml/2006/main">
              <a:ext uri="{FF2B5EF4-FFF2-40B4-BE49-F238E27FC236}">
                <a16:creationId xmlns:a16="http://schemas.microsoft.com/office/drawing/2014/main" id="{ABF4E527-7284-42FD-AD0B-44B41E71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199891" y="804051"/>
            <a:ext cx="804885" cy="26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64" name="mobile-skill-rotated-label-59">
            <a:extLst xmlns:a="http://schemas.openxmlformats.org/drawingml/2006/main">
              <a:ext uri="{FF2B5EF4-FFF2-40B4-BE49-F238E27FC236}">
                <a16:creationId xmlns:a16="http://schemas.microsoft.com/office/drawing/2014/main" id="{E5086892-C981-4FEB-9E56-69B36E12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326574" y="2949297"/>
            <a:ext cx="1058252" cy="268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65" name="pdf-path-60">
            <a:extLst xmlns:a="http://schemas.openxmlformats.org/drawingml/2006/main">
              <a:ext uri="{FF2B5EF4-FFF2-40B4-BE49-F238E27FC236}">
                <a16:creationId xmlns:a16="http://schemas.microsoft.com/office/drawing/2014/main" id="{6759D569-FDBE-4BF7-A617-916EE98E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04" y="108849"/>
            <a:ext cx="4359981" cy="1352021"/>
          </a:xfrm>
          <a:custGeom xmlns:a="http://schemas.openxmlformats.org/drawingml/2006/main">
            <a:pathLst>
              <a:path w="4359981" h="1352021">
                <a:moveTo>
                  <a:pt x="0" y="1352021"/>
                </a:moveTo>
                <a:cubicBezTo>
                  <a:pt x="219011" y="1247309"/>
                  <a:pt x="393667" y="1164693"/>
                  <a:pt x="657099" y="1037858"/>
                </a:cubicBezTo>
                <a:cubicBezTo>
                  <a:pt x="920530" y="911023"/>
                  <a:pt x="1255516" y="692720"/>
                  <a:pt x="1580748" y="590931"/>
                </a:cubicBezTo>
                <a:cubicBezTo>
                  <a:pt x="1905981" y="489141"/>
                  <a:pt x="2230694" y="513951"/>
                  <a:pt x="2608681" y="427057"/>
                </a:cubicBezTo>
                <a:cubicBezTo>
                  <a:pt x="2986668" y="340163"/>
                  <a:pt x="3557052" y="139030"/>
                  <a:pt x="3848904" y="69516"/>
                </a:cubicBezTo>
                <a:cubicBezTo>
                  <a:pt x="4140757" y="0"/>
                  <a:pt x="4189639" y="29787"/>
                  <a:pt x="4359981" y="99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0000"/>
            </a:solidFill>
            <a:prstDash val="solid"/>
          </a:ln>
        </p:spPr>
      </p:sp>
      <p:sp>
        <p:nvSpPr>
          <p:cNvPr id="66" name="pdf-path-61">
            <a:extLst xmlns:a="http://schemas.openxmlformats.org/drawingml/2006/main">
              <a:ext uri="{FF2B5EF4-FFF2-40B4-BE49-F238E27FC236}">
                <a16:creationId xmlns:a16="http://schemas.microsoft.com/office/drawing/2014/main" id="{82A22549-5421-46D9-AC4E-2C5EDBF6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412" y="2457693"/>
            <a:ext cx="2010958" cy="1349899"/>
          </a:xfrm>
          <a:custGeom xmlns:a="http://schemas.openxmlformats.org/drawingml/2006/main">
            <a:pathLst>
              <a:path w="2010958" h="1349899">
                <a:moveTo>
                  <a:pt x="0" y="0"/>
                </a:moveTo>
                <a:cubicBezTo>
                  <a:pt x="213510" y="69515"/>
                  <a:pt x="434533" y="79466"/>
                  <a:pt x="640596" y="208567"/>
                </a:cubicBezTo>
                <a:cubicBezTo>
                  <a:pt x="846658" y="337665"/>
                  <a:pt x="1065195" y="618265"/>
                  <a:pt x="1236499" y="774674"/>
                </a:cubicBezTo>
                <a:cubicBezTo>
                  <a:pt x="1407803" y="931084"/>
                  <a:pt x="1539465" y="1051254"/>
                  <a:pt x="1668529" y="1147113"/>
                </a:cubicBezTo>
                <a:cubicBezTo>
                  <a:pt x="1797593" y="1242973"/>
                  <a:pt x="1896825" y="1282309"/>
                  <a:pt x="2010958" y="13498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FF2600"/>
            </a:solidFill>
            <a:prstDash val="solid"/>
          </a:ln>
        </p:spPr>
      </p:sp>
      <p:sp>
        <p:nvSpPr>
          <p:cNvPr id="67" name="pdf-path-62">
            <a:extLst xmlns:a="http://schemas.openxmlformats.org/drawingml/2006/main">
              <a:ext uri="{FF2B5EF4-FFF2-40B4-BE49-F238E27FC236}">
                <a16:creationId xmlns:a16="http://schemas.microsoft.com/office/drawing/2014/main" id="{D01921F8-D878-4010-BEDD-903CFE1B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7113" y="124853"/>
            <a:ext cx="30778" cy="3628930"/>
          </a:xfrm>
          <a:custGeom xmlns:a="http://schemas.openxmlformats.org/drawingml/2006/main">
            <a:pathLst>
              <a:path w="30778" h="3628930">
                <a:moveTo>
                  <a:pt x="0" y="3628930"/>
                </a:moveTo>
                <a:lnTo>
                  <a:pt x="307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98">
            <a:solidFill>
              <a:srgbClr val="000000"/>
            </a:solidFill>
            <a:prstDash val="dash"/>
          </a:ln>
        </p:spPr>
      </p:sp>
      <p:sp>
        <p:nvSpPr>
          <p:cNvPr id="68" name="pdf-path-63">
            <a:extLst xmlns:a="http://schemas.openxmlformats.org/drawingml/2006/main">
              <a:ext uri="{FF2B5EF4-FFF2-40B4-BE49-F238E27FC236}">
                <a16:creationId xmlns:a16="http://schemas.microsoft.com/office/drawing/2014/main" id="{BD34AD4D-387B-42DD-8B37-AA9A07A0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1196" y="2651183"/>
            <a:ext cx="1405917" cy="1102599"/>
          </a:xfrm>
          <a:custGeom xmlns:a="http://schemas.openxmlformats.org/drawingml/2006/main">
            <a:pathLst>
              <a:path w="1405917" h="1102599">
                <a:moveTo>
                  <a:pt x="0" y="0"/>
                </a:moveTo>
                <a:cubicBezTo>
                  <a:pt x="220502" y="84472"/>
                  <a:pt x="427278" y="69687"/>
                  <a:pt x="661575" y="253437"/>
                </a:cubicBezTo>
                <a:cubicBezTo>
                  <a:pt x="895872" y="437188"/>
                  <a:pt x="1157828" y="819572"/>
                  <a:pt x="1405917" y="11025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433FF"/>
            </a:solidFill>
            <a:prstDash val="solid"/>
          </a:ln>
        </p:spPr>
      </p:sp>
      <p:sp>
        <p:nvSpPr>
          <p:cNvPr id="69" name="pdf-path-64">
            <a:extLst xmlns:a="http://schemas.openxmlformats.org/drawingml/2006/main">
              <a:ext uri="{FF2B5EF4-FFF2-40B4-BE49-F238E27FC236}">
                <a16:creationId xmlns:a16="http://schemas.microsoft.com/office/drawing/2014/main" id="{11344F53-AB9D-4FDE-9C45-836CD777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3095" y="2427738"/>
            <a:ext cx="2277136" cy="1311147"/>
          </a:xfrm>
          <a:custGeom xmlns:a="http://schemas.openxmlformats.org/drawingml/2006/main">
            <a:pathLst>
              <a:path w="2277136" h="1311147">
                <a:moveTo>
                  <a:pt x="0" y="0"/>
                </a:moveTo>
                <a:cubicBezTo>
                  <a:pt x="224834" y="258252"/>
                  <a:pt x="435465" y="707775"/>
                  <a:pt x="674574" y="774834"/>
                </a:cubicBezTo>
                <a:cubicBezTo>
                  <a:pt x="913683" y="841895"/>
                  <a:pt x="1167731" y="313019"/>
                  <a:pt x="1434797" y="402395"/>
                </a:cubicBezTo>
                <a:cubicBezTo>
                  <a:pt x="1701863" y="491771"/>
                  <a:pt x="1996385" y="1008261"/>
                  <a:pt x="2277136" y="131114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F900"/>
            </a:solidFill>
            <a:prstDash val="solid"/>
          </a:ln>
        </p:spPr>
      </p:sp>
      <p:sp>
        <p:nvSpPr>
          <p:cNvPr id="70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E7918026-61DC-498D-AC1A-BE625C58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1842" y="2464249"/>
            <a:ext cx="581258" cy="268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Door</a:t>
            </a:r>
          </a:p>
        </p:txBody>
      </p:sp>
      <p:sp>
        <p:nvSpPr>
          <p:cNvPr id="71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E14831D9-C144-45FC-A471-79FAC352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5459" y="2389761"/>
            <a:ext cx="462087" cy="268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Key</a:t>
            </a:r>
          </a:p>
        </p:txBody>
      </p:sp>
      <p:sp>
        <p:nvSpPr>
          <p:cNvPr id="72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916DB076-7C2B-4580-BAED-0F55FFF2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6708" y="2553634"/>
            <a:ext cx="566454" cy="268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Lock</a:t>
            </a:r>
          </a:p>
        </p:txBody>
      </p:sp>
      <p:sp>
        <p:nvSpPr>
          <p:cNvPr id="73" name="pdf-path-68">
            <a:extLst xmlns:a="http://schemas.openxmlformats.org/drawingml/2006/main">
              <a:ext uri="{FF2B5EF4-FFF2-40B4-BE49-F238E27FC236}">
                <a16:creationId xmlns:a16="http://schemas.microsoft.com/office/drawing/2014/main" id="{6C4C67B0-5C12-48AF-AC64-5678F04B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2472" y="3783578"/>
            <a:ext cx="2287758" cy="23702"/>
          </a:xfrm>
          <a:custGeom xmlns:a="http://schemas.openxmlformats.org/drawingml/2006/main">
            <a:pathLst>
              <a:path w="2287758" h="23702">
                <a:moveTo>
                  <a:pt x="0" y="23702"/>
                </a:moveTo>
                <a:lnTo>
                  <a:pt x="2287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FF2600"/>
            </a:solidFill>
            <a:prstDash val="solid"/>
          </a:ln>
        </p:spPr>
      </p:sp>
      <p:sp>
        <p:nvSpPr>
          <p:cNvPr id="74" name="pdf-path-69">
            <a:extLst xmlns:a="http://schemas.openxmlformats.org/drawingml/2006/main">
              <a:ext uri="{FF2B5EF4-FFF2-40B4-BE49-F238E27FC236}">
                <a16:creationId xmlns:a16="http://schemas.microsoft.com/office/drawing/2014/main" id="{7803CF20-5C9B-42DA-9F14-EE642D15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310" y="2666206"/>
            <a:ext cx="2055866" cy="1162065"/>
          </a:xfrm>
          <a:custGeom xmlns:a="http://schemas.openxmlformats.org/drawingml/2006/main">
            <a:pathLst>
              <a:path w="2055866" h="1162065">
                <a:moveTo>
                  <a:pt x="0" y="1162065"/>
                </a:moveTo>
                <a:lnTo>
                  <a:pt x="2055866" y="1139719"/>
                </a:lnTo>
                <a:lnTo>
                  <a:pt x="20347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433FF"/>
            </a:solidFill>
            <a:prstDash val="solid"/>
          </a:ln>
        </p:spPr>
      </p:sp>
      <p:sp>
        <p:nvSpPr>
          <p:cNvPr id="75" name="pdf-path-70">
            <a:extLst xmlns:a="http://schemas.openxmlformats.org/drawingml/2006/main">
              <a:ext uri="{FF2B5EF4-FFF2-40B4-BE49-F238E27FC236}">
                <a16:creationId xmlns:a16="http://schemas.microsoft.com/office/drawing/2014/main" id="{FDEDDB2C-33B6-480C-B0B5-C7F886F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1324" y="2413218"/>
            <a:ext cx="1892" cy="223195"/>
          </a:xfrm>
          <a:custGeom xmlns:a="http://schemas.openxmlformats.org/drawingml/2006/main">
            <a:pathLst>
              <a:path w="1892" h="223195">
                <a:moveTo>
                  <a:pt x="1892" y="0"/>
                </a:moveTo>
                <a:lnTo>
                  <a:pt x="0" y="223195"/>
                </a:lnTo>
              </a:path>
            </a:pathLst>
          </a:custGeom>
          <a:noFill xmlns:a="http://schemas.openxmlformats.org/drawingml/2006/main"/>
          <a:ln xmlns:a="http://schemas.openxmlformats.org/drawingml/2006/main" w="29795">
            <a:solidFill>
              <a:srgbClr val="00F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18455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2026-10-09T21:35:11.1700000Z</dcterms:created>
  <dcterms:modified xsi:type="dcterms:W3CDTF">2026-10-09T21:35:11.1700000Z</dcterms:modified>
</coreProperties>
</file>