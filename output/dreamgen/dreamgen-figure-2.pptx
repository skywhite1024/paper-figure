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0d7579cee64a41" /><Relationship Type="http://schemas.openxmlformats.org/officeDocument/2006/relationships/extended-properties" Target="/docProps/app.xml" Id="Rd9df0b91a5644b1a" /><Relationship Type="http://schemas.openxmlformats.org/officeDocument/2006/relationships/officeDocument" Target="/ppt/presentation.xml" Id="Rcad29408738141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a7187806a745b4"/>
  </p:sldMasterIdLst>
  <p:notesMasterIdLst>
    <p:notesMasterId xmlns:r="http://schemas.openxmlformats.org/officeDocument/2006/relationships" r:id="R9fda72fa27364546"/>
  </p:notesMasterIdLst>
  <p:sldIdLst>
    <p:sldId xmlns:r="http://schemas.openxmlformats.org/officeDocument/2006/relationships" id="256" r:id="Rf7b949e570854750"/>
  </p:sldIdLst>
  <p:sldSz cx="13230225" cy="7458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231cafd1564b31" /><Relationship Type="http://schemas.openxmlformats.org/officeDocument/2006/relationships/slideMaster" Target="/ppt/slideMasters/slideMaster1.xml" Id="R61a7187806a745b4" /><Relationship Type="http://schemas.openxmlformats.org/officeDocument/2006/relationships/notesMaster" Target="/ppt/notesMasters/notesMaster1.xml" Id="R9fda72fa27364546" /><Relationship Type="http://schemas.openxmlformats.org/officeDocument/2006/relationships/presProps" Target="/ppt/presProps.xml" Id="R039a462fa00f491c" /><Relationship Type="http://schemas.openxmlformats.org/officeDocument/2006/relationships/tableStyles" Target="/ppt/tableStyles.xml" Id="Re33cce0d702e44a3" /><Relationship Type="http://schemas.openxmlformats.org/officeDocument/2006/relationships/slide" Target="/ppt/slides/slide1.xml" Id="Rf7b949e5708547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2e20e755fb40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88f7650162435d" /><Relationship Type="http://schemas.openxmlformats.org/officeDocument/2006/relationships/notesMaster" Target="/ppt/notesMasters/notesMaster1.xml" Id="Rbffe1ae065b74d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"DreamGen: Unlocking Generalization in Robot Learning through Video World Models",</a:t>
            </a:r>
          </a:p>
          <a:p xmlns:a="http://schemas.openxmlformats.org/drawingml/2006/main">
            <a:r>
              <a:t>  "paper_url": "https://arxiv.org/pdf/2505.12705v2",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"notes": "Source-layout reconstruction using native PDF paths and live ordinary labels. Each source photograph, illustration or mathematical bitmap is an isolated insert with original clipping. No whole-figure raster backdrop. Native paths are not semantically attached connectors.",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"e4e2c5c9e664d9331adb49c230053a76cf5bb4c3501341f4d9b372ecc585684c",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74,</a:t>
            </a:r>
          </a:p>
          <a:p xmlns:a="http://schemas.openxmlformats.org/drawingml/2006/main">
            <a:r>
              <a:t>    54,</a:t>
            </a:r>
          </a:p>
          <a:p xmlns:a="http://schemas.openxmlformats.org/drawingml/2006/main">
            <a:r>
              <a:t>    537,</a:t>
            </a:r>
          </a:p>
          <a:p xmlns:a="http://schemas.openxmlformats.org/drawingml/2006/main">
            <a:r>
              <a:t>    315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"CambriaMath",</a:t>
            </a:r>
          </a:p>
          <a:p xmlns:a="http://schemas.openxmlformats.org/drawingml/2006/main">
            <a:r>
              <a:t>    "STIXGeneral"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"33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"unhandled image/shading at seq 1: [330.2056579589844, 222.95042419433594, 424.132080078125, 277.1387634277344]; requires reviewed raster region",</a:t>
            </a:r>
          </a:p>
          <a:p xmlns:a="http://schemas.openxmlformats.org/drawingml/2006/main">
            <a:r>
              <a:t>    "unhandled image/shading at seq 12: [93.78872680664062, 93.30175018310547, 175.07122802734375, 142.97439575195312]; requires reviewed raster region",</a:t>
            </a:r>
          </a:p>
          <a:p xmlns:a="http://schemas.openxmlformats.org/drawingml/2006/main">
            <a:r>
              <a:t>    "unhandled image/shading at seq 14: [208.10165405273438, 93.30175018310547, 289.3841552734375, 142.97439575195312]; requires reviewed raster region",</a:t>
            </a:r>
          </a:p>
          <a:p xmlns:a="http://schemas.openxmlformats.org/drawingml/2006/main">
            <a:r>
              <a:t>    "unhandled image/shading at seq 21: [287.2608947753906, 132.56936645507812, 392.9281311035156, 193.53123474121094]; requires reviewed raster region",</a:t>
            </a:r>
          </a:p>
          <a:p xmlns:a="http://schemas.openxmlformats.org/drawingml/2006/main">
            <a:r>
              <a:t>    "unhandled image/shading at seq 23: [371.5855407714844, 132.56936645507812, 477.2527770996094, 193.53123474121094]; requires reviewed raster region",</a:t>
            </a:r>
          </a:p>
          <a:p xmlns:a="http://schemas.openxmlformats.org/drawingml/2006/main">
            <a:r>
              <a:t>    "unhandled image/shading at seq 24: [444.58013916015625, 132.56936645507812, 550.2473754882812, 193.53123474121094]; requires reviewed raster region",</a:t>
            </a:r>
          </a:p>
          <a:p xmlns:a="http://schemas.openxmlformats.org/drawingml/2006/main">
            <a:r>
              <a:t>    "unhandled image/shading at seq 25: [287.494384765625, 75.59538269042969, 393.16162109375, 136.5572509765625]; requires reviewed raster region",</a:t>
            </a:r>
          </a:p>
          <a:p xmlns:a="http://schemas.openxmlformats.org/drawingml/2006/main">
            <a:r>
              <a:t>    "unhandled image/shading at seq 27: [371.991943359375, 75.59538269042969, 477.6591796875, 136.5572509765625]; requires reviewed raster region",</a:t>
            </a:r>
          </a:p>
          <a:p xmlns:a="http://schemas.openxmlformats.org/drawingml/2006/main">
            <a:r>
              <a:t>    "unhandled image/shading at seq 28: [444.58013916015625, 75.57295227050781, 550.2473754882812, 136.53482055664062]; requires reviewed raster region",</a:t>
            </a:r>
          </a:p>
          <a:p xmlns:a="http://schemas.openxmlformats.org/drawingml/2006/main">
            <a:r>
              <a:t>    "unhandled image/shading at seq 33: [65.36756134033203, 220.3266143798828, 159.29400634765625, 274.51495361328125]; requires reviewed raster region",</a:t>
            </a:r>
          </a:p>
          <a:p xmlns:a="http://schemas.openxmlformats.org/drawingml/2006/main">
            <a:r>
              <a:t>    "unhandled image/shading at seq 34: [138.70355224609375, 220.42579650878906, 232.62998962402344, 274.6141357421875]; requires reviewed raster region",</a:t>
            </a:r>
          </a:p>
          <a:p xmlns:a="http://schemas.openxmlformats.org/drawingml/2006/main">
            <a:r>
              <a:t>    "unhandled image/shading at seq 35: [211.38165283203125, 220.3266143798828, 305.30810546875, 274.51495361328125]; requires reviewed raster region",</a:t>
            </a:r>
          </a:p>
          <a:p xmlns:a="http://schemas.openxmlformats.org/drawingml/2006/main">
            <a:r>
              <a:t>    "unhandled image/shading at seq 36: [126.1360092163086, 269.22314453125, 168.38954162597656, 276.3911437988281]; requires reviewed raster region",</a:t>
            </a:r>
          </a:p>
          <a:p xmlns:a="http://schemas.openxmlformats.org/drawingml/2006/main">
            <a:r>
              <a:t>    "unhandled image/shading at seq 37: [200.83755493164062, 269.22314453125, 243.09109497070312, 276.3911437988281]; requires reviewed raster region",</a:t>
            </a:r>
          </a:p>
          <a:p xmlns:a="http://schemas.openxmlformats.org/drawingml/2006/main">
            <a:r>
              <a:t>    "unhandled image/shading at seq 59: [319.4759216308594, 229.7719268798828, 413.40234375, 283.96026611328125]; requires reviewed raster region",</a:t>
            </a:r>
          </a:p>
          <a:p xmlns:a="http://schemas.openxmlformats.org/drawingml/2006/main">
            <a:r>
              <a:t>    "unhandled image/shading at seq 61: [307.38507080078125, 235.6960906982422, 401.3115234375, 289.8844299316406]; requires reviewed raster region",</a:t>
            </a:r>
          </a:p>
          <a:p xmlns:a="http://schemas.openxmlformats.org/drawingml/2006/main">
            <a:r>
              <a:t>    "unhandled image/shading at seq 72: [462.3894348144531, 243.22628784179688, 494.9024353027344, 273.780029296875]; requires reviewed raster region",</a:t>
            </a:r>
          </a:p>
          <a:p xmlns:a="http://schemas.openxmlformats.org/drawingml/2006/main">
            <a:r>
              <a:t>    "unhandled image/shading at seq 73: [462.3894348144531, 243.22628784179688, 494.9024353027344, 273.780029296875];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"extraction_warnings_reviewed": [</a:t>
            </a:r>
          </a:p>
          <a:p xmlns:a="http://schemas.openxmlformats.org/drawingml/2006/main">
            <a:r>
              <a:t>    "Raster warnings resolved by independently isolated source SVG image instances with original masks/clips and source paint order. Native source clipping and preview compared against original pixels. Rotated ordinary labels restored as native rotated text. Full-figure crop-crossing white backgrounds intentionally omitted. PDF dash lengths approximate nearest native PowerPoint preset."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"text_editability": "Ordinary source labels are live text; selected mathematical fonts are native outlines. Source image inserts retain internal raster pixels.",</a:t>
            </a:r>
          </a:p>
          <a:p xmlns:a="http://schemas.openxmlformats.org/drawingml/2006/main">
            <a:r>
              <a:t>  "image_reconstruction": "Each source raster instance is isolated with complete source SVG ancestry, source clipping, mask and paint order. No full-figure image is used."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74b74dac744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bccede91c44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78712b04b46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c368c6941645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054298cb04e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4a053bdbf48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4E8CCB-82DD-446D-9589-A56E8F8A9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23023" y="2817495"/>
            <a:ext cx="10584180" cy="1077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0645B8-2CCF-4274-88A8-E764DAECD1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84534" y="4101941"/>
            <a:ext cx="9261158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1471255-D4B5-489E-974F-A08BE69362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23023" y="3107531"/>
            <a:ext cx="10584180" cy="1243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5EC07C-8188-4971-8766-4E23D7A058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4200" y="580072"/>
            <a:ext cx="11741825" cy="911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5499B76-EDA9-4D0C-AE19-66A17E77CC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4200" y="2071687"/>
            <a:ext cx="11741825" cy="4640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8067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1pPr>
            <a:lvl2pPr marL="578822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2pPr>
            <a:lvl3pPr marL="909578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3pPr>
            <a:lvl4pPr marL="1240334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4pPr>
            <a:lvl5pPr marL="1571089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5pPr>
            <a:lvl6pPr marL="1901845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6pPr>
            <a:lvl7pPr marL="2232600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7pPr>
            <a:lvl8pPr marL="2563356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8pPr>
            <a:lvl9pPr marL="2894112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7B3877-7606-44A1-AFEA-F6C4153DC3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4200" y="580072"/>
            <a:ext cx="11741825" cy="911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B8AFAC-FC82-4B4F-9B37-CF046E6F59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4200" y="2071687"/>
            <a:ext cx="5457468" cy="4640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8067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1pPr>
            <a:lvl2pPr marL="578822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2pPr>
            <a:lvl3pPr marL="909578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3pPr>
            <a:lvl4pPr marL="1240334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4pPr>
            <a:lvl5pPr marL="1571089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5pPr>
            <a:lvl6pPr marL="1901845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6pPr>
            <a:lvl7pPr marL="2232600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7pPr>
            <a:lvl8pPr marL="2563356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8pPr>
            <a:lvl9pPr marL="2894112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17D44C-7C57-4E25-9CA4-5ABA79F6E8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028557" y="2071687"/>
            <a:ext cx="5457468" cy="4640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7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8067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1pPr>
            <a:lvl2pPr marL="578822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2pPr>
            <a:lvl3pPr marL="909578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3pPr>
            <a:lvl4pPr marL="1240334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4pPr>
            <a:lvl5pPr marL="1571089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5pPr>
            <a:lvl6pPr marL="1901845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6pPr>
            <a:lvl7pPr marL="2232600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7pPr>
            <a:lvl8pPr marL="2563356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8pPr>
            <a:lvl9pPr marL="2894112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102BBC-A93C-470F-A6FE-F007C40F1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4200" y="580072"/>
            <a:ext cx="11741825" cy="911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5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A4EFC2-3E34-4BB8-87E7-CA8AEB6158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44200" y="2071687"/>
            <a:ext cx="5457468" cy="4640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48067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1pPr>
            <a:lvl2pPr marL="578822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2pPr>
            <a:lvl3pPr marL="909578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3pPr>
            <a:lvl4pPr marL="1240334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4pPr>
            <a:lvl5pPr marL="1571089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5pPr>
            <a:lvl6pPr marL="1901845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6pPr>
            <a:lvl7pPr marL="2232600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7pPr>
            <a:lvl8pPr marL="2563356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8pPr>
            <a:lvl9pPr marL="2894112" indent="-248067">
              <a:lnSpc>
                <a:spcPct val="110000"/>
              </a:lnSpc>
              <a:spcBef>
                <a:spcPts val="0"/>
              </a:spcBef>
              <a:spcAft>
                <a:spcPts val="130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d500bf4b104c1d" /><Relationship Type="http://schemas.openxmlformats.org/officeDocument/2006/relationships/slideLayout" Target="/ppt/slideLayouts/slideLayout1.xml" Id="R86363ee214eb4361" /><Relationship Type="http://schemas.openxmlformats.org/officeDocument/2006/relationships/slideLayout" Target="/ppt/slideLayouts/slideLayout2.xml" Id="R599dcd2a64dd4341" /><Relationship Type="http://schemas.openxmlformats.org/officeDocument/2006/relationships/slideLayout" Target="/ppt/slideLayouts/slideLayout3.xml" Id="R2f54e9a8fb824bab" /><Relationship Type="http://schemas.openxmlformats.org/officeDocument/2006/relationships/slideLayout" Target="/ppt/slideLayouts/slideLayout4.xml" Id="R4a345ffeb82f4c5b" /><Relationship Type="http://schemas.openxmlformats.org/officeDocument/2006/relationships/slideLayout" Target="/ppt/slideLayouts/slideLayout5.xml" Id="Rab0583408f91409d" /><Relationship Type="http://schemas.openxmlformats.org/officeDocument/2006/relationships/slideLayout" Target="/ppt/slideLayouts/slideLayout6.xml" Id="R9e884f35400841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363ee214eb4361"/>
    <p:sldLayoutId xmlns:r="http://schemas.openxmlformats.org/officeDocument/2006/relationships" id="2147483650" r:id="R599dcd2a64dd4341"/>
    <p:sldLayoutId xmlns:r="http://schemas.openxmlformats.org/officeDocument/2006/relationships" id="2147483651" r:id="R2f54e9a8fb824bab"/>
    <p:sldLayoutId xmlns:r="http://schemas.openxmlformats.org/officeDocument/2006/relationships" id="2147483652" r:id="R4a345ffeb82f4c5b"/>
    <p:sldLayoutId xmlns:r="http://schemas.openxmlformats.org/officeDocument/2006/relationships" id="2147483653" r:id="Rab0583408f91409d"/>
    <p:sldLayoutId xmlns:r="http://schemas.openxmlformats.org/officeDocument/2006/relationships" id="2147483654" r:id="R9e884f35400841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34c1c7381b40ed" /><Relationship Type="http://schemas.openxmlformats.org/officeDocument/2006/relationships/image" Target="/ppt/media/image.png" Id="R1b569eb412fb4b37" /><Relationship Type="http://schemas.openxmlformats.org/officeDocument/2006/relationships/image" Target="/ppt/media/image2.png" Id="Rd3a47e4b73474d31" /><Relationship Type="http://schemas.openxmlformats.org/officeDocument/2006/relationships/image" Target="/ppt/media/image3.png" Id="R286b88de79904b8e" /><Relationship Type="http://schemas.openxmlformats.org/officeDocument/2006/relationships/image" Target="/ppt/media/image4.png" Id="Red69f6f63a5d4718" /><Relationship Type="http://schemas.openxmlformats.org/officeDocument/2006/relationships/image" Target="/ppt/media/image5.png" Id="Rac059d13df314db7" /><Relationship Type="http://schemas.openxmlformats.org/officeDocument/2006/relationships/image" Target="/ppt/media/image6.png" Id="R82bc707f05994b7f" /><Relationship Type="http://schemas.openxmlformats.org/officeDocument/2006/relationships/image" Target="/ppt/media/image7.png" Id="Ra6741c5f56704c4e" /><Relationship Type="http://schemas.openxmlformats.org/officeDocument/2006/relationships/image" Target="/ppt/media/image8.png" Id="Rb9bc9376226b4038" /><Relationship Type="http://schemas.openxmlformats.org/officeDocument/2006/relationships/image" Target="/ppt/media/image9.png" Id="R522939b495fb4b16" /><Relationship Type="http://schemas.openxmlformats.org/officeDocument/2006/relationships/image" Target="/ppt/media/image10.png" Id="Raf0635d8cf2c4ef9" /><Relationship Type="http://schemas.openxmlformats.org/officeDocument/2006/relationships/image" Target="/ppt/media/image11.png" Id="Rdfdffb779a334083" /><Relationship Type="http://schemas.openxmlformats.org/officeDocument/2006/relationships/image" Target="/ppt/media/image12.png" Id="Rd37acea316174f9d" /><Relationship Type="http://schemas.openxmlformats.org/officeDocument/2006/relationships/image" Target="/ppt/media/image13.png" Id="Re145ff3e9455453d" /><Relationship Type="http://schemas.openxmlformats.org/officeDocument/2006/relationships/image" Target="/ppt/media/image14.png" Id="R25fa5ee9cfdd4360" /><Relationship Type="http://schemas.openxmlformats.org/officeDocument/2006/relationships/image" Target="/ppt/media/image15.png" Id="Re9b49b156a3444e5" /><Relationship Type="http://schemas.openxmlformats.org/officeDocument/2006/relationships/image" Target="/ppt/media/image16.png" Id="Rbebb3afc0bdf4ed4" /><Relationship Type="http://schemas.openxmlformats.org/officeDocument/2006/relationships/image" Target="/ppt/media/image17.png" Id="R6ecf16084d9544a4" /><Relationship Type="http://schemas.openxmlformats.org/officeDocument/2006/relationships/image" Target="/ppt/media/image18.png" Id="R81ae86642f684817" /><Relationship Type="http://schemas.openxmlformats.org/officeDocument/2006/relationships/notesSlide" Target="/ppt/notesSlides/notesSlide1.xml" Id="R64f63bbcb00b46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0861376-A875-4B55-9E8B-F2FB603DC5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69eb412fb4b37"/>
          <a:srcRect xmlns:a="http://schemas.openxmlformats.org/drawingml/2006/main" l="0" t="94" r="0" b="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21077" y="4827758"/>
            <a:ext cx="2683948" cy="1548432"/>
          </a:xfrm>
          <a:prstGeom xmlns:a="http://schemas.openxmlformats.org/drawingml/2006/main" prst="rect">
            <a:avLst/>
          </a:prstGeom>
        </p:spPr>
      </p:pic>
      <p:sp>
        <p:nvSpPr>
          <p:cNvPr id="2" name="dreamgen-source-component-0">
            <a:extLst xmlns:a="http://schemas.openxmlformats.org/drawingml/2006/main">
              <a:ext uri="{FF2B5EF4-FFF2-40B4-BE49-F238E27FC236}">
                <a16:creationId xmlns:a16="http://schemas.microsoft.com/office/drawing/2014/main" id="{1F02E1C6-1B8B-4751-8E46-55A912F4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1077" y="4827758"/>
            <a:ext cx="2683948" cy="1548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" name="pdf-path-2">
            <a:extLst xmlns:a="http://schemas.openxmlformats.org/drawingml/2006/main">
              <a:ext uri="{FF2B5EF4-FFF2-40B4-BE49-F238E27FC236}">
                <a16:creationId xmlns:a16="http://schemas.microsoft.com/office/drawing/2014/main" id="{C890E011-6D23-4AC4-8178-2B001E9B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3991" y="4982602"/>
            <a:ext cx="1858118" cy="1238842"/>
          </a:xfrm>
          <a:custGeom xmlns:a="http://schemas.openxmlformats.org/drawingml/2006/main">
            <a:pathLst>
              <a:path w="1858118" h="1238842">
                <a:moveTo>
                  <a:pt x="0" y="0"/>
                </a:moveTo>
                <a:lnTo>
                  <a:pt x="1858118" y="0"/>
                </a:lnTo>
                <a:lnTo>
                  <a:pt x="1858118" y="1238842"/>
                </a:lnTo>
                <a:lnTo>
                  <a:pt x="0" y="12388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581">
            <a:solidFill>
              <a:srgbClr val="000000"/>
            </a:solidFill>
            <a:prstDash val="solid"/>
          </a:ln>
        </p:spPr>
      </p:sp>
      <p:sp>
        <p:nvSpPr>
          <p:cNvPr id="4" name="pdf-path-3">
            <a:extLst xmlns:a="http://schemas.openxmlformats.org/drawingml/2006/main">
              <a:ext uri="{FF2B5EF4-FFF2-40B4-BE49-F238E27FC236}">
                <a16:creationId xmlns:a16="http://schemas.microsoft.com/office/drawing/2014/main" id="{03B539FF-3B40-4351-82B6-845BA5EA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26" y="72110"/>
            <a:ext cx="6301360" cy="502032"/>
          </a:xfrm>
          <a:custGeom xmlns:a="http://schemas.openxmlformats.org/drawingml/2006/main">
            <a:pathLst>
              <a:path w="6301360" h="502032">
                <a:moveTo>
                  <a:pt x="213033" y="0"/>
                </a:moveTo>
                <a:lnTo>
                  <a:pt x="6088328" y="0"/>
                </a:lnTo>
                <a:cubicBezTo>
                  <a:pt x="6150841" y="0"/>
                  <a:pt x="6188350" y="0"/>
                  <a:pt x="6213355" y="10439"/>
                </a:cubicBezTo>
                <a:cubicBezTo>
                  <a:pt x="6249405" y="23560"/>
                  <a:pt x="6277800" y="51956"/>
                  <a:pt x="6290921" y="88005"/>
                </a:cubicBezTo>
                <a:cubicBezTo>
                  <a:pt x="6301360" y="113010"/>
                  <a:pt x="6301360" y="150518"/>
                  <a:pt x="6301360" y="213033"/>
                </a:cubicBezTo>
                <a:lnTo>
                  <a:pt x="6301360" y="288999"/>
                </a:lnTo>
                <a:cubicBezTo>
                  <a:pt x="6301360" y="351514"/>
                  <a:pt x="6301360" y="389021"/>
                  <a:pt x="6290921" y="414028"/>
                </a:cubicBezTo>
                <a:cubicBezTo>
                  <a:pt x="6277800" y="450075"/>
                  <a:pt x="6249405" y="478473"/>
                  <a:pt x="6213355" y="491592"/>
                </a:cubicBezTo>
                <a:cubicBezTo>
                  <a:pt x="6188350" y="502032"/>
                  <a:pt x="6150841" y="502032"/>
                  <a:pt x="6088328" y="502032"/>
                </a:cubicBezTo>
                <a:lnTo>
                  <a:pt x="213033" y="502032"/>
                </a:lnTo>
                <a:cubicBezTo>
                  <a:pt x="150519" y="502032"/>
                  <a:pt x="113010" y="502032"/>
                  <a:pt x="88004" y="491592"/>
                </a:cubicBezTo>
                <a:cubicBezTo>
                  <a:pt x="51956" y="478473"/>
                  <a:pt x="23560" y="450075"/>
                  <a:pt x="10440" y="414028"/>
                </a:cubicBezTo>
                <a:cubicBezTo>
                  <a:pt x="0" y="389021"/>
                  <a:pt x="0" y="351514"/>
                  <a:pt x="0" y="288999"/>
                </a:cubicBezTo>
                <a:lnTo>
                  <a:pt x="0" y="213033"/>
                </a:lnTo>
                <a:cubicBezTo>
                  <a:pt x="0" y="150518"/>
                  <a:pt x="0" y="113010"/>
                  <a:pt x="10440" y="88005"/>
                </a:cubicBezTo>
                <a:cubicBezTo>
                  <a:pt x="23560" y="51956"/>
                  <a:pt x="51956" y="23560"/>
                  <a:pt x="88004" y="10439"/>
                </a:cubicBezTo>
                <a:cubicBezTo>
                  <a:pt x="113010" y="0"/>
                  <a:pt x="150519" y="0"/>
                  <a:pt x="213033" y="0"/>
                </a:cubicBezTo>
              </a:path>
            </a:pathLst>
          </a:custGeom>
          <a:solidFill xmlns:a="http://schemas.openxmlformats.org/drawingml/2006/main">
            <a:srgbClr val="E3DA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FC53030C-388B-44F4-B30F-44606622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291" y="151192"/>
            <a:ext cx="5346657" cy="297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1. Finetune Video World Model</a:t>
            </a:r>
          </a:p>
        </p:txBody>
      </p:sp>
      <p:sp>
        <p:nvSpPr>
          <p:cNvPr id="6" name="pdf-path-5">
            <a:extLst xmlns:a="http://schemas.openxmlformats.org/drawingml/2006/main">
              <a:ext uri="{FF2B5EF4-FFF2-40B4-BE49-F238E27FC236}">
                <a16:creationId xmlns:a16="http://schemas.microsoft.com/office/drawing/2014/main" id="{03B13A46-D3D0-4AD9-8B69-6682C0F1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316" y="72110"/>
            <a:ext cx="6301358" cy="502032"/>
          </a:xfrm>
          <a:custGeom xmlns:a="http://schemas.openxmlformats.org/drawingml/2006/main">
            <a:pathLst>
              <a:path w="6301358" h="502032">
                <a:moveTo>
                  <a:pt x="213033" y="0"/>
                </a:moveTo>
                <a:lnTo>
                  <a:pt x="6088324" y="0"/>
                </a:lnTo>
                <a:cubicBezTo>
                  <a:pt x="6150840" y="0"/>
                  <a:pt x="6188347" y="0"/>
                  <a:pt x="6213357" y="10439"/>
                </a:cubicBezTo>
                <a:cubicBezTo>
                  <a:pt x="6249403" y="23560"/>
                  <a:pt x="6277797" y="51956"/>
                  <a:pt x="6290923" y="88005"/>
                </a:cubicBezTo>
                <a:cubicBezTo>
                  <a:pt x="6301358" y="113010"/>
                  <a:pt x="6301358" y="150518"/>
                  <a:pt x="6301358" y="213033"/>
                </a:cubicBezTo>
                <a:lnTo>
                  <a:pt x="6301358" y="288999"/>
                </a:lnTo>
                <a:cubicBezTo>
                  <a:pt x="6301358" y="351514"/>
                  <a:pt x="6301358" y="389021"/>
                  <a:pt x="6290923" y="414028"/>
                </a:cubicBezTo>
                <a:cubicBezTo>
                  <a:pt x="6277797" y="450075"/>
                  <a:pt x="6249403" y="478473"/>
                  <a:pt x="6213357" y="491592"/>
                </a:cubicBezTo>
                <a:cubicBezTo>
                  <a:pt x="6188347" y="502032"/>
                  <a:pt x="6150840" y="502032"/>
                  <a:pt x="6088324" y="502032"/>
                </a:cubicBezTo>
                <a:lnTo>
                  <a:pt x="213033" y="502032"/>
                </a:lnTo>
                <a:cubicBezTo>
                  <a:pt x="150518" y="502032"/>
                  <a:pt x="113009" y="502032"/>
                  <a:pt x="88004" y="491592"/>
                </a:cubicBezTo>
                <a:cubicBezTo>
                  <a:pt x="51955" y="478473"/>
                  <a:pt x="23560" y="450075"/>
                  <a:pt x="10440" y="414028"/>
                </a:cubicBezTo>
                <a:cubicBezTo>
                  <a:pt x="0" y="389021"/>
                  <a:pt x="0" y="351514"/>
                  <a:pt x="0" y="288999"/>
                </a:cubicBezTo>
                <a:lnTo>
                  <a:pt x="0" y="213033"/>
                </a:lnTo>
                <a:cubicBezTo>
                  <a:pt x="0" y="150518"/>
                  <a:pt x="0" y="113010"/>
                  <a:pt x="10440" y="88005"/>
                </a:cubicBezTo>
                <a:cubicBezTo>
                  <a:pt x="23560" y="51956"/>
                  <a:pt x="51955" y="23560"/>
                  <a:pt x="88004" y="10439"/>
                </a:cubicBezTo>
                <a:cubicBezTo>
                  <a:pt x="113009" y="0"/>
                  <a:pt x="150518" y="0"/>
                  <a:pt x="213033" y="0"/>
                </a:cubicBezTo>
              </a:path>
            </a:pathLst>
          </a:custGeom>
          <a:solidFill xmlns:a="http://schemas.openxmlformats.org/drawingml/2006/main">
            <a:srgbClr val="BC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F971BB86-4F10-4DB2-8A69-5BDA64A8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2387" y="151192"/>
            <a:ext cx="5087234" cy="297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2. Rollout Video World Model</a:t>
            </a:r>
          </a:p>
        </p:txBody>
      </p:sp>
      <p:sp>
        <p:nvSpPr>
          <p:cNvPr id="8" name="pdf-path-7">
            <a:extLst xmlns:a="http://schemas.openxmlformats.org/drawingml/2006/main">
              <a:ext uri="{FF2B5EF4-FFF2-40B4-BE49-F238E27FC236}">
                <a16:creationId xmlns:a16="http://schemas.microsoft.com/office/drawing/2014/main" id="{F40D68D6-4BEF-427A-80EB-1EA8784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26" y="4171248"/>
            <a:ext cx="6301360" cy="502032"/>
          </a:xfrm>
          <a:custGeom xmlns:a="http://schemas.openxmlformats.org/drawingml/2006/main">
            <a:pathLst>
              <a:path w="6301360" h="502032">
                <a:moveTo>
                  <a:pt x="213033" y="0"/>
                </a:moveTo>
                <a:lnTo>
                  <a:pt x="6088328" y="0"/>
                </a:lnTo>
                <a:cubicBezTo>
                  <a:pt x="6150841" y="0"/>
                  <a:pt x="6188350" y="0"/>
                  <a:pt x="6213355" y="10440"/>
                </a:cubicBezTo>
                <a:cubicBezTo>
                  <a:pt x="6249405" y="23560"/>
                  <a:pt x="6277800" y="51957"/>
                  <a:pt x="6290921" y="88004"/>
                </a:cubicBezTo>
                <a:cubicBezTo>
                  <a:pt x="6301360" y="113010"/>
                  <a:pt x="6301360" y="150519"/>
                  <a:pt x="6301360" y="213033"/>
                </a:cubicBezTo>
                <a:lnTo>
                  <a:pt x="6301360" y="288999"/>
                </a:lnTo>
                <a:cubicBezTo>
                  <a:pt x="6301360" y="351513"/>
                  <a:pt x="6301360" y="389022"/>
                  <a:pt x="6290921" y="414027"/>
                </a:cubicBezTo>
                <a:cubicBezTo>
                  <a:pt x="6277800" y="450075"/>
                  <a:pt x="6249405" y="478472"/>
                  <a:pt x="6213355" y="491592"/>
                </a:cubicBezTo>
                <a:cubicBezTo>
                  <a:pt x="6188350" y="502032"/>
                  <a:pt x="6150841" y="502032"/>
                  <a:pt x="6088328" y="502032"/>
                </a:cubicBezTo>
                <a:lnTo>
                  <a:pt x="213033" y="502032"/>
                </a:lnTo>
                <a:cubicBezTo>
                  <a:pt x="150519" y="502032"/>
                  <a:pt x="113010" y="502032"/>
                  <a:pt x="88004" y="491592"/>
                </a:cubicBezTo>
                <a:cubicBezTo>
                  <a:pt x="51956" y="478472"/>
                  <a:pt x="23560" y="450075"/>
                  <a:pt x="10440" y="414027"/>
                </a:cubicBezTo>
                <a:cubicBezTo>
                  <a:pt x="0" y="389022"/>
                  <a:pt x="0" y="351513"/>
                  <a:pt x="0" y="288999"/>
                </a:cubicBezTo>
                <a:lnTo>
                  <a:pt x="0" y="213033"/>
                </a:lnTo>
                <a:cubicBezTo>
                  <a:pt x="0" y="150519"/>
                  <a:pt x="0" y="113010"/>
                  <a:pt x="10440" y="88004"/>
                </a:cubicBezTo>
                <a:cubicBezTo>
                  <a:pt x="23560" y="51957"/>
                  <a:pt x="51956" y="23560"/>
                  <a:pt x="88004" y="10440"/>
                </a:cubicBezTo>
                <a:cubicBezTo>
                  <a:pt x="113010" y="0"/>
                  <a:pt x="150519" y="0"/>
                  <a:pt x="213033" y="0"/>
                </a:cubicBezTo>
              </a:path>
            </a:pathLst>
          </a:custGeom>
          <a:solidFill xmlns:a="http://schemas.openxmlformats.org/drawingml/2006/main">
            <a:srgbClr val="CCC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80E6B44C-B1F1-464D-A11D-8F5483B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008" y="4250331"/>
            <a:ext cx="4331228" cy="297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3. Label Pseudo Actions</a:t>
            </a:r>
          </a:p>
        </p:txBody>
      </p:sp>
      <p:sp>
        <p:nvSpPr>
          <p:cNvPr id="10" name="pdf-path-9">
            <a:extLst xmlns:a="http://schemas.openxmlformats.org/drawingml/2006/main">
              <a:ext uri="{FF2B5EF4-FFF2-40B4-BE49-F238E27FC236}">
                <a16:creationId xmlns:a16="http://schemas.microsoft.com/office/drawing/2014/main" id="{C5A6A70F-A68D-4525-9F12-51CD11DE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316" y="4171248"/>
            <a:ext cx="6301358" cy="502032"/>
          </a:xfrm>
          <a:custGeom xmlns:a="http://schemas.openxmlformats.org/drawingml/2006/main">
            <a:pathLst>
              <a:path w="6301358" h="502032">
                <a:moveTo>
                  <a:pt x="213033" y="0"/>
                </a:moveTo>
                <a:lnTo>
                  <a:pt x="6088324" y="0"/>
                </a:lnTo>
                <a:cubicBezTo>
                  <a:pt x="6150840" y="0"/>
                  <a:pt x="6188347" y="0"/>
                  <a:pt x="6213357" y="10440"/>
                </a:cubicBezTo>
                <a:cubicBezTo>
                  <a:pt x="6249403" y="23560"/>
                  <a:pt x="6277797" y="51957"/>
                  <a:pt x="6290923" y="88004"/>
                </a:cubicBezTo>
                <a:cubicBezTo>
                  <a:pt x="6301358" y="113010"/>
                  <a:pt x="6301358" y="150519"/>
                  <a:pt x="6301358" y="213033"/>
                </a:cubicBezTo>
                <a:lnTo>
                  <a:pt x="6301358" y="288999"/>
                </a:lnTo>
                <a:cubicBezTo>
                  <a:pt x="6301358" y="351513"/>
                  <a:pt x="6301358" y="389022"/>
                  <a:pt x="6290923" y="414027"/>
                </a:cubicBezTo>
                <a:cubicBezTo>
                  <a:pt x="6277797" y="450075"/>
                  <a:pt x="6249403" y="478472"/>
                  <a:pt x="6213357" y="491592"/>
                </a:cubicBezTo>
                <a:cubicBezTo>
                  <a:pt x="6188347" y="502032"/>
                  <a:pt x="6150840" y="502032"/>
                  <a:pt x="6088324" y="502032"/>
                </a:cubicBezTo>
                <a:lnTo>
                  <a:pt x="213033" y="502032"/>
                </a:lnTo>
                <a:cubicBezTo>
                  <a:pt x="150518" y="502032"/>
                  <a:pt x="113009" y="502032"/>
                  <a:pt x="88004" y="491592"/>
                </a:cubicBezTo>
                <a:cubicBezTo>
                  <a:pt x="51955" y="478472"/>
                  <a:pt x="23560" y="450075"/>
                  <a:pt x="10440" y="414027"/>
                </a:cubicBezTo>
                <a:cubicBezTo>
                  <a:pt x="0" y="389022"/>
                  <a:pt x="0" y="351513"/>
                  <a:pt x="0" y="288999"/>
                </a:cubicBezTo>
                <a:lnTo>
                  <a:pt x="0" y="213033"/>
                </a:lnTo>
                <a:cubicBezTo>
                  <a:pt x="0" y="150519"/>
                  <a:pt x="0" y="113010"/>
                  <a:pt x="10440" y="88004"/>
                </a:cubicBezTo>
                <a:cubicBezTo>
                  <a:pt x="23560" y="51957"/>
                  <a:pt x="51955" y="23560"/>
                  <a:pt x="88004" y="10440"/>
                </a:cubicBezTo>
                <a:cubicBezTo>
                  <a:pt x="113009" y="0"/>
                  <a:pt x="150518" y="0"/>
                  <a:pt x="213033" y="0"/>
                </a:cubicBezTo>
              </a:path>
            </a:pathLst>
          </a:custGeom>
          <a:solidFill xmlns:a="http://schemas.openxmlformats.org/drawingml/2006/main">
            <a:srgbClr val="FCE1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E08E2CB2-DB1E-4046-8111-318C086F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152" y="4250331"/>
            <a:ext cx="5125773" cy="297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4. Visuomotor Policy Training</a:t>
            </a:r>
          </a:p>
        </p:txBody>
      </p:sp>
      <p:sp>
        <p:nvSpPr>
          <p:cNvPr id="12" name="pdf-path-11">
            <a:extLst xmlns:a="http://schemas.openxmlformats.org/drawingml/2006/main">
              <a:ext uri="{FF2B5EF4-FFF2-40B4-BE49-F238E27FC236}">
                <a16:creationId xmlns:a16="http://schemas.microsoft.com/office/drawing/2014/main" id="{6A2243E1-8632-4A40-B801-DDA16189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0173" y="2832534"/>
            <a:ext cx="689676" cy="386197"/>
          </a:xfrm>
          <a:custGeom xmlns:a="http://schemas.openxmlformats.org/drawingml/2006/main">
            <a:pathLst>
              <a:path w="689676" h="386197">
                <a:moveTo>
                  <a:pt x="44250" y="0"/>
                </a:moveTo>
                <a:cubicBezTo>
                  <a:pt x="19904" y="0"/>
                  <a:pt x="0" y="19901"/>
                  <a:pt x="0" y="44250"/>
                </a:cubicBezTo>
                <a:lnTo>
                  <a:pt x="0" y="341946"/>
                </a:lnTo>
                <a:cubicBezTo>
                  <a:pt x="0" y="366292"/>
                  <a:pt x="19904" y="386197"/>
                  <a:pt x="44250" y="386197"/>
                </a:cubicBezTo>
                <a:lnTo>
                  <a:pt x="506181" y="386197"/>
                </a:lnTo>
                <a:cubicBezTo>
                  <a:pt x="530527" y="386197"/>
                  <a:pt x="550432" y="366292"/>
                  <a:pt x="550432" y="341946"/>
                </a:cubicBezTo>
                <a:lnTo>
                  <a:pt x="550432" y="268341"/>
                </a:lnTo>
                <a:cubicBezTo>
                  <a:pt x="558783" y="273163"/>
                  <a:pt x="567651" y="278284"/>
                  <a:pt x="574058" y="281981"/>
                </a:cubicBezTo>
                <a:lnTo>
                  <a:pt x="670524" y="337636"/>
                </a:lnTo>
                <a:cubicBezTo>
                  <a:pt x="681067" y="343722"/>
                  <a:pt x="689676" y="338787"/>
                  <a:pt x="689676" y="326613"/>
                </a:cubicBezTo>
                <a:lnTo>
                  <a:pt x="689676" y="215251"/>
                </a:lnTo>
                <a:cubicBezTo>
                  <a:pt x="689676" y="203076"/>
                  <a:pt x="689676" y="183119"/>
                  <a:pt x="689676" y="170946"/>
                </a:cubicBezTo>
                <a:lnTo>
                  <a:pt x="689676" y="59583"/>
                </a:lnTo>
                <a:cubicBezTo>
                  <a:pt x="689676" y="47410"/>
                  <a:pt x="681067" y="42474"/>
                  <a:pt x="670524" y="48561"/>
                </a:cubicBezTo>
                <a:lnTo>
                  <a:pt x="574058" y="104215"/>
                </a:lnTo>
                <a:cubicBezTo>
                  <a:pt x="567651" y="107917"/>
                  <a:pt x="558780" y="113035"/>
                  <a:pt x="550432" y="117856"/>
                </a:cubicBezTo>
                <a:lnTo>
                  <a:pt x="550432" y="44250"/>
                </a:lnTo>
                <a:cubicBezTo>
                  <a:pt x="550432" y="19903"/>
                  <a:pt x="530527" y="0"/>
                  <a:pt x="506181" y="0"/>
                </a:cubicBezTo>
                <a:lnTo>
                  <a:pt x="44250" y="0"/>
                </a:lnTo>
              </a:path>
            </a:pathLst>
          </a:custGeom>
          <a:solidFill xmlns:a="http://schemas.openxmlformats.org/drawingml/2006/main">
            <a:srgbClr val="B417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D3247-01F9-40D7-BD1F-E9B7D1909D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47e4b73474d31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463" y="1123048"/>
            <a:ext cx="2322647" cy="1419396"/>
          </a:xfrm>
          <a:prstGeom xmlns:a="http://schemas.openxmlformats.org/drawingml/2006/main" prst="rect">
            <a:avLst/>
          </a:prstGeom>
        </p:spPr>
      </p:pic>
      <p:sp>
        <p:nvSpPr>
          <p:cNvPr id="14" name="dreamgen-source-component-1">
            <a:extLst xmlns:a="http://schemas.openxmlformats.org/drawingml/2006/main">
              <a:ext uri="{FF2B5EF4-FFF2-40B4-BE49-F238E27FC236}">
                <a16:creationId xmlns:a16="http://schemas.microsoft.com/office/drawing/2014/main" id="{8E216235-A61F-441E-998F-6A69932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463" y="1123048"/>
            <a:ext cx="2322647" cy="1419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A9F5BF3E-4BA6-4E16-9069-E08DB8CD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8741" y="693646"/>
            <a:ext cx="3050352" cy="232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2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2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 teleoperation data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AC426-B677-4D8B-8B1B-8988E0D463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b88de79904b8e"/>
          <a:srcRect xmlns:a="http://schemas.openxmlformats.org/drawingml/2006/main" l="37" t="0" r="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1955" y="1123048"/>
            <a:ext cx="2322647" cy="1419396"/>
          </a:xfrm>
          <a:prstGeom xmlns:a="http://schemas.openxmlformats.org/drawingml/2006/main" prst="rect">
            <a:avLst/>
          </a:prstGeom>
        </p:spPr>
      </p:pic>
      <p:sp>
        <p:nvSpPr>
          <p:cNvPr id="17" name="dreamgen-source-component-2">
            <a:extLst xmlns:a="http://schemas.openxmlformats.org/drawingml/2006/main">
              <a:ext uri="{FF2B5EF4-FFF2-40B4-BE49-F238E27FC236}">
                <a16:creationId xmlns:a16="http://schemas.microsoft.com/office/drawing/2014/main" id="{58CB3D98-F56B-4ECD-8E7D-8ECCDFD7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1955" y="1123048"/>
            <a:ext cx="2322647" cy="1419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pdf-path-15">
            <a:extLst xmlns:a="http://schemas.openxmlformats.org/drawingml/2006/main">
              <a:ext uri="{FF2B5EF4-FFF2-40B4-BE49-F238E27FC236}">
                <a16:creationId xmlns:a16="http://schemas.microsoft.com/office/drawing/2014/main" id="{65BF02D0-7046-4EFA-B8FC-90CD5BBD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5984" y="1807251"/>
            <a:ext cx="50989" cy="50989"/>
          </a:xfrm>
          <a:custGeom xmlns:a="http://schemas.openxmlformats.org/drawingml/2006/main">
            <a:pathLst>
              <a:path w="50989" h="50989">
                <a:moveTo>
                  <a:pt x="41919" y="9071"/>
                </a:moveTo>
                <a:cubicBezTo>
                  <a:pt x="50989" y="18141"/>
                  <a:pt x="50989" y="32847"/>
                  <a:pt x="41919" y="41918"/>
                </a:cubicBezTo>
                <a:cubicBezTo>
                  <a:pt x="32848" y="50989"/>
                  <a:pt x="18141" y="50989"/>
                  <a:pt x="9071" y="41918"/>
                </a:cubicBezTo>
                <a:cubicBezTo>
                  <a:pt x="0" y="32847"/>
                  <a:pt x="0" y="18141"/>
                  <a:pt x="9071" y="9071"/>
                </a:cubicBezTo>
                <a:cubicBezTo>
                  <a:pt x="18141" y="0"/>
                  <a:pt x="32848" y="0"/>
                  <a:pt x="41919" y="90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16">
            <a:extLst xmlns:a="http://schemas.openxmlformats.org/drawingml/2006/main">
              <a:ext uri="{FF2B5EF4-FFF2-40B4-BE49-F238E27FC236}">
                <a16:creationId xmlns:a16="http://schemas.microsoft.com/office/drawing/2014/main" id="{D3DE0C1A-5BAD-42A4-9211-327A77AB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4539" y="1807251"/>
            <a:ext cx="50988" cy="50989"/>
          </a:xfrm>
          <a:custGeom xmlns:a="http://schemas.openxmlformats.org/drawingml/2006/main">
            <a:pathLst>
              <a:path w="50988" h="50989">
                <a:moveTo>
                  <a:pt x="41917" y="9071"/>
                </a:moveTo>
                <a:cubicBezTo>
                  <a:pt x="50988" y="18141"/>
                  <a:pt x="50988" y="32847"/>
                  <a:pt x="41917" y="41918"/>
                </a:cubicBezTo>
                <a:cubicBezTo>
                  <a:pt x="32847" y="50989"/>
                  <a:pt x="18141" y="50989"/>
                  <a:pt x="9070" y="41918"/>
                </a:cubicBezTo>
                <a:cubicBezTo>
                  <a:pt x="0" y="32847"/>
                  <a:pt x="0" y="18141"/>
                  <a:pt x="9070" y="9071"/>
                </a:cubicBezTo>
                <a:cubicBezTo>
                  <a:pt x="18141" y="0"/>
                  <a:pt x="32847" y="0"/>
                  <a:pt x="41917" y="90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17">
            <a:extLst xmlns:a="http://schemas.openxmlformats.org/drawingml/2006/main">
              <a:ext uri="{FF2B5EF4-FFF2-40B4-BE49-F238E27FC236}">
                <a16:creationId xmlns:a16="http://schemas.microsoft.com/office/drawing/2014/main" id="{93FDF052-A2CB-4330-B298-6EE59AF2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3094" y="1807251"/>
            <a:ext cx="50988" cy="50989"/>
          </a:xfrm>
          <a:custGeom xmlns:a="http://schemas.openxmlformats.org/drawingml/2006/main">
            <a:pathLst>
              <a:path w="50988" h="50989">
                <a:moveTo>
                  <a:pt x="41917" y="9071"/>
                </a:moveTo>
                <a:cubicBezTo>
                  <a:pt x="50988" y="18141"/>
                  <a:pt x="50988" y="32847"/>
                  <a:pt x="41917" y="41918"/>
                </a:cubicBezTo>
                <a:cubicBezTo>
                  <a:pt x="32847" y="50989"/>
                  <a:pt x="18141" y="50989"/>
                  <a:pt x="9071" y="41918"/>
                </a:cubicBezTo>
                <a:cubicBezTo>
                  <a:pt x="0" y="32847"/>
                  <a:pt x="0" y="18141"/>
                  <a:pt x="9071" y="9071"/>
                </a:cubicBezTo>
                <a:cubicBezTo>
                  <a:pt x="18141" y="0"/>
                  <a:pt x="32847" y="0"/>
                  <a:pt x="41917" y="90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18">
            <a:extLst xmlns:a="http://schemas.openxmlformats.org/drawingml/2006/main">
              <a:ext uri="{FF2B5EF4-FFF2-40B4-BE49-F238E27FC236}">
                <a16:creationId xmlns:a16="http://schemas.microsoft.com/office/drawing/2014/main" id="{DF4F8EE1-E890-4515-9946-495F2391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9492" y="2551812"/>
            <a:ext cx="1856370" cy="576994"/>
          </a:xfrm>
          <a:custGeom xmlns:a="http://schemas.openxmlformats.org/drawingml/2006/main">
            <a:pathLst>
              <a:path w="1856370" h="576994">
                <a:moveTo>
                  <a:pt x="0" y="576994"/>
                </a:moveTo>
                <a:lnTo>
                  <a:pt x="18563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744">
            <a:solidFill>
              <a:srgbClr val="000000"/>
            </a:solidFill>
            <a:prstDash val="solid"/>
          </a:ln>
        </p:spPr>
      </p:sp>
      <p:sp>
        <p:nvSpPr>
          <p:cNvPr id="22" name="pdf-path-19">
            <a:extLst xmlns:a="http://schemas.openxmlformats.org/drawingml/2006/main">
              <a:ext uri="{FF2B5EF4-FFF2-40B4-BE49-F238E27FC236}">
                <a16:creationId xmlns:a16="http://schemas.microsoft.com/office/drawing/2014/main" id="{9282A41D-D52D-458F-94CA-61047D26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499" y="2550372"/>
            <a:ext cx="2318575" cy="579875"/>
          </a:xfrm>
          <a:custGeom xmlns:a="http://schemas.openxmlformats.org/drawingml/2006/main">
            <a:pathLst>
              <a:path w="2318575" h="579875">
                <a:moveTo>
                  <a:pt x="0" y="0"/>
                </a:moveTo>
                <a:lnTo>
                  <a:pt x="2318575" y="579875"/>
                </a:lnTo>
              </a:path>
            </a:pathLst>
          </a:custGeom>
          <a:noFill xmlns:a="http://schemas.openxmlformats.org/drawingml/2006/main"/>
          <a:ln xmlns:a="http://schemas.openxmlformats.org/drawingml/2006/main" w="18026">
            <a:solidFill>
              <a:srgbClr val="000000"/>
            </a:solidFill>
            <a:prstDash val="solid"/>
          </a:ln>
        </p:spPr>
      </p:sp>
      <p:sp>
        <p:nvSpPr>
          <p:cNvPr id="23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32C4947B-F00E-4757-BEE4-833D9144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3367" y="1803832"/>
            <a:ext cx="2061929" cy="232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2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2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2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Water the flowers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F369D-68EE-43E7-8E0E-FBDE259EA9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9f6f63a5d4718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3930" y="2245120"/>
            <a:ext cx="3019441" cy="1741985"/>
          </a:xfrm>
          <a:prstGeom xmlns:a="http://schemas.openxmlformats.org/drawingml/2006/main" prst="rect">
            <a:avLst/>
          </a:prstGeom>
        </p:spPr>
      </p:pic>
      <p:sp>
        <p:nvSpPr>
          <p:cNvPr id="25" name="dreamgen-source-component-3">
            <a:extLst xmlns:a="http://schemas.openxmlformats.org/drawingml/2006/main">
              <a:ext uri="{FF2B5EF4-FFF2-40B4-BE49-F238E27FC236}">
                <a16:creationId xmlns:a16="http://schemas.microsoft.com/office/drawing/2014/main" id="{CD13B13A-9B07-4DFE-8C75-63822AA4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3930" y="2245120"/>
            <a:ext cx="3019441" cy="1741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pdf-path-22">
            <a:extLst xmlns:a="http://schemas.openxmlformats.org/drawingml/2006/main">
              <a:ext uri="{FF2B5EF4-FFF2-40B4-BE49-F238E27FC236}">
                <a16:creationId xmlns:a16="http://schemas.microsoft.com/office/drawing/2014/main" id="{2F0FA381-12F6-4BC7-BC11-64931366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8460" y="2419318"/>
            <a:ext cx="2090382" cy="1393588"/>
          </a:xfrm>
          <a:custGeom xmlns:a="http://schemas.openxmlformats.org/drawingml/2006/main">
            <a:pathLst>
              <a:path w="2090382" h="1393588">
                <a:moveTo>
                  <a:pt x="0" y="0"/>
                </a:moveTo>
                <a:lnTo>
                  <a:pt x="2090382" y="0"/>
                </a:lnTo>
                <a:lnTo>
                  <a:pt x="2090382" y="1393588"/>
                </a:lnTo>
                <a:lnTo>
                  <a:pt x="0" y="13935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453">
            <a:solidFill>
              <a:srgbClr val="E40000"/>
            </a:solidFill>
            <a:prstDash val="solid"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60E4AB-F30A-474D-A4A4-4ECAA3BE4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59d13df314db7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3507" y="2245120"/>
            <a:ext cx="3019441" cy="1741985"/>
          </a:xfrm>
          <a:prstGeom xmlns:a="http://schemas.openxmlformats.org/drawingml/2006/main" prst="rect">
            <a:avLst/>
          </a:prstGeom>
        </p:spPr>
      </p:pic>
      <p:sp>
        <p:nvSpPr>
          <p:cNvPr id="28" name="dreamgen-source-component-4">
            <a:extLst xmlns:a="http://schemas.openxmlformats.org/drawingml/2006/main">
              <a:ext uri="{FF2B5EF4-FFF2-40B4-BE49-F238E27FC236}">
                <a16:creationId xmlns:a16="http://schemas.microsoft.com/office/drawing/2014/main" id="{3EF55456-3A47-476F-A480-6A86C7DC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507" y="2245120"/>
            <a:ext cx="3019441" cy="1741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0E69CD-2E9C-4F62-BA18-5D9DF86E40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c707f05994b7f"/>
          <a:srcRect xmlns:a="http://schemas.openxmlformats.org/drawingml/2006/main" l="0" t="78" r="0" b="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89327" y="2245120"/>
            <a:ext cx="2640898" cy="1741985"/>
          </a:xfrm>
          <a:prstGeom xmlns:a="http://schemas.openxmlformats.org/drawingml/2006/main" prst="rect">
            <a:avLst/>
          </a:prstGeom>
        </p:spPr>
      </p:pic>
      <p:sp>
        <p:nvSpPr>
          <p:cNvPr id="30" name="dreamgen-source-component-5">
            <a:extLst xmlns:a="http://schemas.openxmlformats.org/drawingml/2006/main">
              <a:ext uri="{FF2B5EF4-FFF2-40B4-BE49-F238E27FC236}">
                <a16:creationId xmlns:a16="http://schemas.microsoft.com/office/drawing/2014/main" id="{14BEB19E-1837-464D-8881-ECA665C3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9327" y="2245120"/>
            <a:ext cx="2640898" cy="1741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6063F4-E926-4B5B-AABE-E8ED6EDAAB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41c5f56704c4e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00602" y="617088"/>
            <a:ext cx="3019441" cy="1741985"/>
          </a:xfrm>
          <a:prstGeom xmlns:a="http://schemas.openxmlformats.org/drawingml/2006/main" prst="rect">
            <a:avLst/>
          </a:prstGeom>
        </p:spPr>
      </p:pic>
      <p:sp>
        <p:nvSpPr>
          <p:cNvPr id="32" name="dreamgen-source-component-6">
            <a:extLst xmlns:a="http://schemas.openxmlformats.org/drawingml/2006/main">
              <a:ext uri="{FF2B5EF4-FFF2-40B4-BE49-F238E27FC236}">
                <a16:creationId xmlns:a16="http://schemas.microsoft.com/office/drawing/2014/main" id="{DFC73018-46A0-4E5F-9995-24A126DF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0602" y="617088"/>
            <a:ext cx="3019441" cy="1741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pdf-path-26">
            <a:extLst xmlns:a="http://schemas.openxmlformats.org/drawingml/2006/main">
              <a:ext uri="{FF2B5EF4-FFF2-40B4-BE49-F238E27FC236}">
                <a16:creationId xmlns:a16="http://schemas.microsoft.com/office/drawing/2014/main" id="{4948248B-5882-4BE7-9FA8-8213BB35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5132" y="791286"/>
            <a:ext cx="2090382" cy="1393588"/>
          </a:xfrm>
          <a:custGeom xmlns:a="http://schemas.openxmlformats.org/drawingml/2006/main">
            <a:pathLst>
              <a:path w="2090382" h="1393588">
                <a:moveTo>
                  <a:pt x="0" y="0"/>
                </a:moveTo>
                <a:lnTo>
                  <a:pt x="2090382" y="0"/>
                </a:lnTo>
                <a:lnTo>
                  <a:pt x="2090382" y="1393588"/>
                </a:lnTo>
                <a:lnTo>
                  <a:pt x="0" y="13935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453">
            <a:solidFill>
              <a:srgbClr val="E40000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2BD25E-C48F-4BE5-83BF-E07398384A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c9376226b4038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15120" y="617088"/>
            <a:ext cx="3019441" cy="1741985"/>
          </a:xfrm>
          <a:prstGeom xmlns:a="http://schemas.openxmlformats.org/drawingml/2006/main" prst="rect">
            <a:avLst/>
          </a:prstGeom>
        </p:spPr>
      </p:pic>
      <p:sp>
        <p:nvSpPr>
          <p:cNvPr id="35" name="dreamgen-source-component-7">
            <a:extLst xmlns:a="http://schemas.openxmlformats.org/drawingml/2006/main">
              <a:ext uri="{FF2B5EF4-FFF2-40B4-BE49-F238E27FC236}">
                <a16:creationId xmlns:a16="http://schemas.microsoft.com/office/drawing/2014/main" id="{9D0FD504-691B-48E8-8F2C-74773415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120" y="617088"/>
            <a:ext cx="3019441" cy="1741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4FB221-F2EB-4356-9B98-FCB4EB1715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939b495fb4b16"/>
          <a:srcRect xmlns:a="http://schemas.openxmlformats.org/drawingml/2006/main" l="0" t="78" r="0" b="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89327" y="616447"/>
            <a:ext cx="2640898" cy="1741985"/>
          </a:xfrm>
          <a:prstGeom xmlns:a="http://schemas.openxmlformats.org/drawingml/2006/main" prst="rect">
            <a:avLst/>
          </a:prstGeom>
        </p:spPr>
      </p:pic>
      <p:sp>
        <p:nvSpPr>
          <p:cNvPr id="37" name="dreamgen-source-component-8">
            <a:extLst xmlns:a="http://schemas.openxmlformats.org/drawingml/2006/main">
              <a:ext uri="{FF2B5EF4-FFF2-40B4-BE49-F238E27FC236}">
                <a16:creationId xmlns:a16="http://schemas.microsoft.com/office/drawing/2014/main" id="{8B536BCB-F289-488D-AEB6-1AB5D27D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9327" y="616447"/>
            <a:ext cx="2640898" cy="1741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pdf-path-29">
            <a:extLst xmlns:a="http://schemas.openxmlformats.org/drawingml/2006/main">
              <a:ext uri="{FF2B5EF4-FFF2-40B4-BE49-F238E27FC236}">
                <a16:creationId xmlns:a16="http://schemas.microsoft.com/office/drawing/2014/main" id="{7E8F213D-5C03-4BCC-A24D-B9071401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0160" y="3026459"/>
            <a:ext cx="198071" cy="179307"/>
          </a:xfrm>
          <a:custGeom xmlns:a="http://schemas.openxmlformats.org/drawingml/2006/main">
            <a:pathLst>
              <a:path w="198071" h="179307">
                <a:moveTo>
                  <a:pt x="104868" y="123879"/>
                </a:moveTo>
                <a:lnTo>
                  <a:pt x="104868" y="179307"/>
                </a:lnTo>
                <a:lnTo>
                  <a:pt x="198071" y="89653"/>
                </a:lnTo>
                <a:lnTo>
                  <a:pt x="104868" y="0"/>
                </a:lnTo>
                <a:lnTo>
                  <a:pt x="104868" y="55427"/>
                </a:lnTo>
                <a:lnTo>
                  <a:pt x="0" y="55427"/>
                </a:lnTo>
                <a:lnTo>
                  <a:pt x="0" y="123879"/>
                </a:lnTo>
                <a:lnTo>
                  <a:pt x="104868" y="1238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30">
            <a:extLst xmlns:a="http://schemas.openxmlformats.org/drawingml/2006/main">
              <a:ext uri="{FF2B5EF4-FFF2-40B4-BE49-F238E27FC236}">
                <a16:creationId xmlns:a16="http://schemas.microsoft.com/office/drawing/2014/main" id="{38FC103F-01A3-489B-9674-9A1513A5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0160" y="1398427"/>
            <a:ext cx="198071" cy="179306"/>
          </a:xfrm>
          <a:custGeom xmlns:a="http://schemas.openxmlformats.org/drawingml/2006/main">
            <a:pathLst>
              <a:path w="198071" h="179306">
                <a:moveTo>
                  <a:pt x="104868" y="123880"/>
                </a:moveTo>
                <a:lnTo>
                  <a:pt x="104868" y="179306"/>
                </a:lnTo>
                <a:lnTo>
                  <a:pt x="198071" y="89653"/>
                </a:lnTo>
                <a:lnTo>
                  <a:pt x="104868" y="0"/>
                </a:lnTo>
                <a:lnTo>
                  <a:pt x="104868" y="55427"/>
                </a:lnTo>
                <a:lnTo>
                  <a:pt x="0" y="55427"/>
                </a:lnTo>
                <a:lnTo>
                  <a:pt x="0" y="123880"/>
                </a:lnTo>
                <a:lnTo>
                  <a:pt x="104868" y="1238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31">
            <a:extLst xmlns:a="http://schemas.openxmlformats.org/drawingml/2006/main">
              <a:ext uri="{FF2B5EF4-FFF2-40B4-BE49-F238E27FC236}">
                <a16:creationId xmlns:a16="http://schemas.microsoft.com/office/drawing/2014/main" id="{25C6DCA9-FB55-454C-9651-F3F3F9AB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9649" y="780353"/>
            <a:ext cx="4170952" cy="1415456"/>
          </a:xfrm>
          <a:custGeom xmlns:a="http://schemas.openxmlformats.org/drawingml/2006/main">
            <a:pathLst>
              <a:path w="4170952" h="1415456">
                <a:moveTo>
                  <a:pt x="0" y="0"/>
                </a:moveTo>
                <a:lnTo>
                  <a:pt x="4170952" y="0"/>
                </a:lnTo>
                <a:lnTo>
                  <a:pt x="4170952" y="1415456"/>
                </a:lnTo>
                <a:lnTo>
                  <a:pt x="0" y="14154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872">
            <a:solidFill>
              <a:srgbClr val="BCD1CA"/>
            </a:solidFill>
            <a:prstDash val="solid"/>
          </a:ln>
        </p:spPr>
      </p:sp>
      <p:sp>
        <p:nvSpPr>
          <p:cNvPr id="41" name="pdf-path-32">
            <a:extLst xmlns:a="http://schemas.openxmlformats.org/drawingml/2006/main">
              <a:ext uri="{FF2B5EF4-FFF2-40B4-BE49-F238E27FC236}">
                <a16:creationId xmlns:a16="http://schemas.microsoft.com/office/drawing/2014/main" id="{1A582AB6-1D43-4694-A879-D4923A54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9649" y="2408384"/>
            <a:ext cx="4170952" cy="1415456"/>
          </a:xfrm>
          <a:custGeom xmlns:a="http://schemas.openxmlformats.org/drawingml/2006/main">
            <a:pathLst>
              <a:path w="4170952" h="1415456">
                <a:moveTo>
                  <a:pt x="0" y="0"/>
                </a:moveTo>
                <a:lnTo>
                  <a:pt x="4170952" y="0"/>
                </a:lnTo>
                <a:lnTo>
                  <a:pt x="4170952" y="1415456"/>
                </a:lnTo>
                <a:lnTo>
                  <a:pt x="0" y="14154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872">
            <a:solidFill>
              <a:srgbClr val="BCD1CA"/>
            </a:solidFill>
            <a:prstDash val="solid"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B84BCA-CC1A-4C0F-8C1B-83C877CCC6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635d8cf2c4ef9"/>
          <a:srcRect xmlns:a="http://schemas.openxmlformats.org/drawingml/2006/main" l="0" t="110" r="0" b="1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52783"/>
            <a:ext cx="2437276" cy="1548432"/>
          </a:xfrm>
          <a:prstGeom xmlns:a="http://schemas.openxmlformats.org/drawingml/2006/main" prst="rect">
            <a:avLst/>
          </a:prstGeom>
        </p:spPr>
      </p:pic>
      <p:sp>
        <p:nvSpPr>
          <p:cNvPr id="43" name="dreamgen-source-component-9">
            <a:extLst xmlns:a="http://schemas.openxmlformats.org/drawingml/2006/main">
              <a:ext uri="{FF2B5EF4-FFF2-40B4-BE49-F238E27FC236}">
                <a16:creationId xmlns:a16="http://schemas.microsoft.com/office/drawing/2014/main" id="{98992E2A-7CA3-4343-8EED-61C74AA8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752783"/>
            <a:ext cx="2437276" cy="1548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A02C5B-4FB1-4C79-AAD3-6AE571FF6C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ffb779a334083"/>
          <a:srcRect xmlns:a="http://schemas.openxmlformats.org/drawingml/2006/main" l="0" t="94" r="0" b="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904" y="4755617"/>
            <a:ext cx="2683948" cy="1548432"/>
          </a:xfrm>
          <a:prstGeom xmlns:a="http://schemas.openxmlformats.org/drawingml/2006/main" prst="rect">
            <a:avLst/>
          </a:prstGeom>
        </p:spPr>
      </p:pic>
      <p:sp>
        <p:nvSpPr>
          <p:cNvPr id="45" name="dreamgen-source-component-10">
            <a:extLst xmlns:a="http://schemas.openxmlformats.org/drawingml/2006/main">
              <a:ext uri="{FF2B5EF4-FFF2-40B4-BE49-F238E27FC236}">
                <a16:creationId xmlns:a16="http://schemas.microsoft.com/office/drawing/2014/main" id="{7EA6472E-6485-4CFF-931D-C4BE5049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8904" y="4755617"/>
            <a:ext cx="2683948" cy="1548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ADF93E-719E-4CBB-8E3A-CE53B88B03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acea316174f9d"/>
          <a:srcRect xmlns:a="http://schemas.openxmlformats.org/drawingml/2006/main" l="0" t="94" r="0" b="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25681" y="4752783"/>
            <a:ext cx="2683948" cy="1548432"/>
          </a:xfrm>
          <a:prstGeom xmlns:a="http://schemas.openxmlformats.org/drawingml/2006/main" prst="rect">
            <a:avLst/>
          </a:prstGeom>
        </p:spPr>
      </p:pic>
      <p:sp>
        <p:nvSpPr>
          <p:cNvPr id="47" name="dreamgen-source-component-11">
            <a:extLst xmlns:a="http://schemas.openxmlformats.org/drawingml/2006/main">
              <a:ext uri="{FF2B5EF4-FFF2-40B4-BE49-F238E27FC236}">
                <a16:creationId xmlns:a16="http://schemas.microsoft.com/office/drawing/2014/main" id="{D28FAA04-62F7-42C3-901C-9F24C449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5681" y="4752783"/>
            <a:ext cx="2683948" cy="1548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990B80-D8A0-4EF0-9DA2-27E0FA7B23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5ff3e9455453d"/>
          <a:srcRect xmlns:a="http://schemas.openxmlformats.org/drawingml/2006/main" l="0" t="1035" r="0" b="10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9786" y="6150001"/>
            <a:ext cx="1207395" cy="204826"/>
          </a:xfrm>
          <a:prstGeom xmlns:a="http://schemas.openxmlformats.org/drawingml/2006/main" prst="rect">
            <a:avLst/>
          </a:prstGeom>
        </p:spPr>
      </p:pic>
      <p:sp>
        <p:nvSpPr>
          <p:cNvPr id="49" name="dreamgen-source-component-12">
            <a:extLst xmlns:a="http://schemas.openxmlformats.org/drawingml/2006/main">
              <a:ext uri="{FF2B5EF4-FFF2-40B4-BE49-F238E27FC236}">
                <a16:creationId xmlns:a16="http://schemas.microsoft.com/office/drawing/2014/main" id="{9CC067AB-0D95-4377-8750-220B1C9B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786" y="6150001"/>
            <a:ext cx="1207395" cy="204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C0FE96-6FC9-4DBE-95C3-B1DA32715D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a5ee9cfdd4360"/>
          <a:srcRect xmlns:a="http://schemas.openxmlformats.org/drawingml/2006/main" l="0" t="1035" r="0" b="10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24383" y="6150001"/>
            <a:ext cx="1207395" cy="204826"/>
          </a:xfrm>
          <a:prstGeom xmlns:a="http://schemas.openxmlformats.org/drawingml/2006/main" prst="rect">
            <a:avLst/>
          </a:prstGeom>
        </p:spPr>
      </p:pic>
      <p:sp>
        <p:nvSpPr>
          <p:cNvPr id="51" name="dreamgen-source-component-13">
            <a:extLst xmlns:a="http://schemas.openxmlformats.org/drawingml/2006/main">
              <a:ext uri="{FF2B5EF4-FFF2-40B4-BE49-F238E27FC236}">
                <a16:creationId xmlns:a16="http://schemas.microsoft.com/office/drawing/2014/main" id="{08E6F535-4B24-45F0-8325-196BC206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4383" y="6150001"/>
            <a:ext cx="1207395" cy="204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pdf-path-38">
            <a:extLst xmlns:a="http://schemas.openxmlformats.org/drawingml/2006/main">
              <a:ext uri="{FF2B5EF4-FFF2-40B4-BE49-F238E27FC236}">
                <a16:creationId xmlns:a16="http://schemas.microsoft.com/office/drawing/2014/main" id="{F143B124-84AC-4522-A3DD-010E0F65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6081" y="6894736"/>
            <a:ext cx="3549593" cy="502032"/>
          </a:xfrm>
          <a:custGeom xmlns:a="http://schemas.openxmlformats.org/drawingml/2006/main">
            <a:pathLst>
              <a:path w="3549593" h="502032">
                <a:moveTo>
                  <a:pt x="240792" y="0"/>
                </a:moveTo>
                <a:lnTo>
                  <a:pt x="3308800" y="0"/>
                </a:lnTo>
                <a:cubicBezTo>
                  <a:pt x="3379461" y="0"/>
                  <a:pt x="3421857" y="0"/>
                  <a:pt x="3450121" y="11800"/>
                </a:cubicBezTo>
                <a:cubicBezTo>
                  <a:pt x="3490866" y="26629"/>
                  <a:pt x="3522963" y="58726"/>
                  <a:pt x="3537793" y="99471"/>
                </a:cubicBezTo>
                <a:cubicBezTo>
                  <a:pt x="3549593" y="127736"/>
                  <a:pt x="3549593" y="170131"/>
                  <a:pt x="3549593" y="240792"/>
                </a:cubicBezTo>
                <a:lnTo>
                  <a:pt x="3549593" y="261239"/>
                </a:lnTo>
                <a:cubicBezTo>
                  <a:pt x="3549593" y="331899"/>
                  <a:pt x="3549593" y="374296"/>
                  <a:pt x="3537793" y="402560"/>
                </a:cubicBezTo>
                <a:cubicBezTo>
                  <a:pt x="3522963" y="443305"/>
                  <a:pt x="3490866" y="475401"/>
                  <a:pt x="3450121" y="490232"/>
                </a:cubicBezTo>
                <a:cubicBezTo>
                  <a:pt x="3421857" y="502032"/>
                  <a:pt x="3379461" y="502032"/>
                  <a:pt x="3308800" y="502032"/>
                </a:cubicBezTo>
                <a:lnTo>
                  <a:pt x="240792" y="502032"/>
                </a:lnTo>
                <a:cubicBezTo>
                  <a:pt x="170132" y="502032"/>
                  <a:pt x="127736" y="502032"/>
                  <a:pt x="99471" y="490232"/>
                </a:cubicBezTo>
                <a:cubicBezTo>
                  <a:pt x="58727" y="475401"/>
                  <a:pt x="26629" y="443305"/>
                  <a:pt x="11800" y="402560"/>
                </a:cubicBezTo>
                <a:cubicBezTo>
                  <a:pt x="0" y="374296"/>
                  <a:pt x="0" y="331899"/>
                  <a:pt x="0" y="261239"/>
                </a:cubicBezTo>
                <a:lnTo>
                  <a:pt x="0" y="240792"/>
                </a:lnTo>
                <a:cubicBezTo>
                  <a:pt x="0" y="170131"/>
                  <a:pt x="0" y="127736"/>
                  <a:pt x="11800" y="99471"/>
                </a:cubicBezTo>
                <a:cubicBezTo>
                  <a:pt x="26629" y="58726"/>
                  <a:pt x="58727" y="26629"/>
                  <a:pt x="99471" y="11800"/>
                </a:cubicBezTo>
                <a:cubicBezTo>
                  <a:pt x="127736" y="0"/>
                  <a:pt x="170132" y="0"/>
                  <a:pt x="240792" y="0"/>
                </a:cubicBezTo>
              </a:path>
            </a:pathLst>
          </a:custGeom>
          <a:solidFill xmlns:a="http://schemas.openxmlformats.org/drawingml/2006/main">
            <a:srgbClr val="D9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D6C627CD-832A-4927-A9E5-9A349A99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7294" y="7051578"/>
            <a:ext cx="3170057" cy="167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1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17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7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Automatically Labeled Pseudo Actions</a:t>
            </a:r>
          </a:p>
        </p:txBody>
      </p:sp>
      <p:sp>
        <p:nvSpPr>
          <p:cNvPr id="54" name="pdf-path-51">
            <a:extLst xmlns:a="http://schemas.openxmlformats.org/drawingml/2006/main">
              <a:ext uri="{FF2B5EF4-FFF2-40B4-BE49-F238E27FC236}">
                <a16:creationId xmlns:a16="http://schemas.microsoft.com/office/drawing/2014/main" id="{0FCB4551-EA68-4142-B96C-3EA602C1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6011" y="5566409"/>
            <a:ext cx="515823" cy="517375"/>
          </a:xfrm>
          <a:custGeom xmlns:a="http://schemas.openxmlformats.org/drawingml/2006/main">
            <a:pathLst>
              <a:path w="515823" h="517375">
                <a:moveTo>
                  <a:pt x="257925" y="0"/>
                </a:moveTo>
                <a:cubicBezTo>
                  <a:pt x="189834" y="0"/>
                  <a:pt x="125747" y="9400"/>
                  <a:pt x="77734" y="26620"/>
                </a:cubicBezTo>
                <a:cubicBezTo>
                  <a:pt x="32470" y="42797"/>
                  <a:pt x="6521" y="64306"/>
                  <a:pt x="6521" y="85570"/>
                </a:cubicBezTo>
                <a:cubicBezTo>
                  <a:pt x="6521" y="106834"/>
                  <a:pt x="32470" y="128383"/>
                  <a:pt x="77734" y="144560"/>
                </a:cubicBezTo>
                <a:cubicBezTo>
                  <a:pt x="125747" y="161650"/>
                  <a:pt x="189834" y="171181"/>
                  <a:pt x="257925" y="171181"/>
                </a:cubicBezTo>
                <a:cubicBezTo>
                  <a:pt x="326024" y="171181"/>
                  <a:pt x="390074" y="161780"/>
                  <a:pt x="438079" y="144560"/>
                </a:cubicBezTo>
                <a:cubicBezTo>
                  <a:pt x="483342" y="128383"/>
                  <a:pt x="509300" y="106834"/>
                  <a:pt x="509300" y="85570"/>
                </a:cubicBezTo>
                <a:cubicBezTo>
                  <a:pt x="509300" y="64306"/>
                  <a:pt x="483342" y="42797"/>
                  <a:pt x="438079" y="26620"/>
                </a:cubicBezTo>
                <a:cubicBezTo>
                  <a:pt x="390074" y="9531"/>
                  <a:pt x="326024" y="0"/>
                  <a:pt x="257925" y="0"/>
                </a:cubicBezTo>
                <a:moveTo>
                  <a:pt x="277" y="107910"/>
                </a:moveTo>
                <a:lnTo>
                  <a:pt x="277" y="141665"/>
                </a:lnTo>
                <a:cubicBezTo>
                  <a:pt x="277" y="192412"/>
                  <a:pt x="115714" y="233636"/>
                  <a:pt x="258175" y="233636"/>
                </a:cubicBezTo>
                <a:cubicBezTo>
                  <a:pt x="400628" y="233636"/>
                  <a:pt x="515823" y="192543"/>
                  <a:pt x="515823" y="141665"/>
                </a:cubicBezTo>
                <a:lnTo>
                  <a:pt x="515823" y="107910"/>
                </a:lnTo>
                <a:cubicBezTo>
                  <a:pt x="504729" y="126564"/>
                  <a:pt x="479700" y="143492"/>
                  <a:pt x="442520" y="156667"/>
                </a:cubicBezTo>
                <a:cubicBezTo>
                  <a:pt x="393084" y="174279"/>
                  <a:pt x="327586" y="183941"/>
                  <a:pt x="258055" y="183941"/>
                </a:cubicBezTo>
                <a:cubicBezTo>
                  <a:pt x="188514" y="183941"/>
                  <a:pt x="122895" y="174279"/>
                  <a:pt x="73581" y="156667"/>
                </a:cubicBezTo>
                <a:cubicBezTo>
                  <a:pt x="36400" y="143361"/>
                  <a:pt x="11371" y="126564"/>
                  <a:pt x="277" y="107910"/>
                </a:cubicBezTo>
                <a:moveTo>
                  <a:pt x="0" y="175338"/>
                </a:moveTo>
                <a:lnTo>
                  <a:pt x="0" y="198413"/>
                </a:lnTo>
                <a:cubicBezTo>
                  <a:pt x="0" y="249160"/>
                  <a:pt x="115472" y="290384"/>
                  <a:pt x="257925" y="290384"/>
                </a:cubicBezTo>
                <a:cubicBezTo>
                  <a:pt x="400387" y="290384"/>
                  <a:pt x="515823" y="249291"/>
                  <a:pt x="515823" y="198413"/>
                </a:cubicBezTo>
                <a:lnTo>
                  <a:pt x="515823" y="175338"/>
                </a:lnTo>
                <a:cubicBezTo>
                  <a:pt x="512432" y="179514"/>
                  <a:pt x="508529" y="183574"/>
                  <a:pt x="503838" y="187488"/>
                </a:cubicBezTo>
                <a:cubicBezTo>
                  <a:pt x="489744" y="199490"/>
                  <a:pt x="469778" y="210040"/>
                  <a:pt x="444601" y="219042"/>
                </a:cubicBezTo>
                <a:cubicBezTo>
                  <a:pt x="394506" y="236913"/>
                  <a:pt x="328245" y="246681"/>
                  <a:pt x="257925" y="246681"/>
                </a:cubicBezTo>
                <a:cubicBezTo>
                  <a:pt x="187614" y="246682"/>
                  <a:pt x="121307" y="236913"/>
                  <a:pt x="71212" y="219042"/>
                </a:cubicBezTo>
                <a:cubicBezTo>
                  <a:pt x="46034" y="210040"/>
                  <a:pt x="26245" y="199490"/>
                  <a:pt x="12021" y="187488"/>
                </a:cubicBezTo>
                <a:cubicBezTo>
                  <a:pt x="7329" y="183574"/>
                  <a:pt x="3390" y="179514"/>
                  <a:pt x="0" y="175338"/>
                </a:cubicBezTo>
                <a:moveTo>
                  <a:pt x="0" y="232086"/>
                </a:moveTo>
                <a:lnTo>
                  <a:pt x="0" y="255161"/>
                </a:lnTo>
                <a:cubicBezTo>
                  <a:pt x="0" y="305907"/>
                  <a:pt x="115472" y="347132"/>
                  <a:pt x="257925" y="347132"/>
                </a:cubicBezTo>
                <a:cubicBezTo>
                  <a:pt x="400387" y="347132"/>
                  <a:pt x="515823" y="306039"/>
                  <a:pt x="515823" y="255161"/>
                </a:cubicBezTo>
                <a:lnTo>
                  <a:pt x="515823" y="232086"/>
                </a:lnTo>
                <a:cubicBezTo>
                  <a:pt x="512432" y="236262"/>
                  <a:pt x="508529" y="240321"/>
                  <a:pt x="503838" y="244236"/>
                </a:cubicBezTo>
                <a:cubicBezTo>
                  <a:pt x="489744" y="256238"/>
                  <a:pt x="469778" y="266787"/>
                  <a:pt x="444601" y="275790"/>
                </a:cubicBezTo>
                <a:cubicBezTo>
                  <a:pt x="394506" y="293662"/>
                  <a:pt x="328245" y="303429"/>
                  <a:pt x="257925" y="303429"/>
                </a:cubicBezTo>
                <a:cubicBezTo>
                  <a:pt x="187614" y="303429"/>
                  <a:pt x="121307" y="293662"/>
                  <a:pt x="71212" y="275790"/>
                </a:cubicBezTo>
                <a:cubicBezTo>
                  <a:pt x="46034" y="266787"/>
                  <a:pt x="26245" y="256238"/>
                  <a:pt x="12021" y="244236"/>
                </a:cubicBezTo>
                <a:cubicBezTo>
                  <a:pt x="7329" y="240321"/>
                  <a:pt x="3390" y="236262"/>
                  <a:pt x="0" y="232086"/>
                </a:cubicBezTo>
                <a:moveTo>
                  <a:pt x="0" y="288834"/>
                </a:moveTo>
                <a:lnTo>
                  <a:pt x="0" y="311909"/>
                </a:lnTo>
                <a:cubicBezTo>
                  <a:pt x="0" y="362655"/>
                  <a:pt x="115472" y="403879"/>
                  <a:pt x="257925" y="403879"/>
                </a:cubicBezTo>
                <a:cubicBezTo>
                  <a:pt x="400387" y="403879"/>
                  <a:pt x="515823" y="362786"/>
                  <a:pt x="515823" y="311909"/>
                </a:cubicBezTo>
                <a:lnTo>
                  <a:pt x="515823" y="288834"/>
                </a:lnTo>
                <a:cubicBezTo>
                  <a:pt x="512432" y="293010"/>
                  <a:pt x="508529" y="297069"/>
                  <a:pt x="503838" y="300984"/>
                </a:cubicBezTo>
                <a:cubicBezTo>
                  <a:pt x="489744" y="312985"/>
                  <a:pt x="469778" y="323535"/>
                  <a:pt x="444601" y="332538"/>
                </a:cubicBezTo>
                <a:cubicBezTo>
                  <a:pt x="394506" y="350409"/>
                  <a:pt x="328245" y="360177"/>
                  <a:pt x="257925" y="360177"/>
                </a:cubicBezTo>
                <a:cubicBezTo>
                  <a:pt x="187614" y="360177"/>
                  <a:pt x="121307" y="350409"/>
                  <a:pt x="71212" y="332538"/>
                </a:cubicBezTo>
                <a:cubicBezTo>
                  <a:pt x="46034" y="323535"/>
                  <a:pt x="26245" y="312985"/>
                  <a:pt x="12021" y="300984"/>
                </a:cubicBezTo>
                <a:cubicBezTo>
                  <a:pt x="7329" y="297069"/>
                  <a:pt x="3390" y="293010"/>
                  <a:pt x="0" y="288834"/>
                </a:cubicBezTo>
                <a:moveTo>
                  <a:pt x="0" y="345582"/>
                </a:moveTo>
                <a:lnTo>
                  <a:pt x="0" y="368656"/>
                </a:lnTo>
                <a:cubicBezTo>
                  <a:pt x="0" y="419403"/>
                  <a:pt x="115472" y="460627"/>
                  <a:pt x="257925" y="460627"/>
                </a:cubicBezTo>
                <a:cubicBezTo>
                  <a:pt x="400387" y="460627"/>
                  <a:pt x="515823" y="419534"/>
                  <a:pt x="515823" y="368656"/>
                </a:cubicBezTo>
                <a:lnTo>
                  <a:pt x="515823" y="345582"/>
                </a:lnTo>
                <a:cubicBezTo>
                  <a:pt x="512432" y="349757"/>
                  <a:pt x="508529" y="353817"/>
                  <a:pt x="503838" y="357732"/>
                </a:cubicBezTo>
                <a:cubicBezTo>
                  <a:pt x="489744" y="369733"/>
                  <a:pt x="469778" y="380283"/>
                  <a:pt x="444601" y="389285"/>
                </a:cubicBezTo>
                <a:cubicBezTo>
                  <a:pt x="394506" y="407157"/>
                  <a:pt x="328245" y="416925"/>
                  <a:pt x="257925" y="416925"/>
                </a:cubicBezTo>
                <a:cubicBezTo>
                  <a:pt x="187614" y="416925"/>
                  <a:pt x="121307" y="407157"/>
                  <a:pt x="71212" y="389285"/>
                </a:cubicBezTo>
                <a:cubicBezTo>
                  <a:pt x="46034" y="380283"/>
                  <a:pt x="26245" y="369733"/>
                  <a:pt x="12021" y="357732"/>
                </a:cubicBezTo>
                <a:cubicBezTo>
                  <a:pt x="7329" y="353817"/>
                  <a:pt x="3390" y="349756"/>
                  <a:pt x="0" y="345582"/>
                </a:cubicBezTo>
                <a:moveTo>
                  <a:pt x="0" y="402330"/>
                </a:moveTo>
                <a:lnTo>
                  <a:pt x="0" y="425404"/>
                </a:lnTo>
                <a:cubicBezTo>
                  <a:pt x="0" y="476151"/>
                  <a:pt x="115472" y="517375"/>
                  <a:pt x="257925" y="517375"/>
                </a:cubicBezTo>
                <a:cubicBezTo>
                  <a:pt x="400387" y="517375"/>
                  <a:pt x="515823" y="476151"/>
                  <a:pt x="515823" y="425404"/>
                </a:cubicBezTo>
                <a:lnTo>
                  <a:pt x="515823" y="402330"/>
                </a:lnTo>
                <a:cubicBezTo>
                  <a:pt x="512432" y="406505"/>
                  <a:pt x="508529" y="410565"/>
                  <a:pt x="503838" y="414480"/>
                </a:cubicBezTo>
                <a:cubicBezTo>
                  <a:pt x="489744" y="426481"/>
                  <a:pt x="469778" y="437031"/>
                  <a:pt x="444601" y="446033"/>
                </a:cubicBezTo>
                <a:cubicBezTo>
                  <a:pt x="394506" y="463905"/>
                  <a:pt x="328245" y="473672"/>
                  <a:pt x="257925" y="473672"/>
                </a:cubicBezTo>
                <a:cubicBezTo>
                  <a:pt x="187614" y="473672"/>
                  <a:pt x="121307" y="463905"/>
                  <a:pt x="71212" y="446033"/>
                </a:cubicBezTo>
                <a:cubicBezTo>
                  <a:pt x="46034" y="437031"/>
                  <a:pt x="26245" y="426481"/>
                  <a:pt x="12021" y="414480"/>
                </a:cubicBezTo>
                <a:cubicBezTo>
                  <a:pt x="7329" y="410565"/>
                  <a:pt x="3390" y="406505"/>
                  <a:pt x="0" y="40233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52">
            <a:extLst xmlns:a="http://schemas.openxmlformats.org/drawingml/2006/main">
              <a:ext uri="{FF2B5EF4-FFF2-40B4-BE49-F238E27FC236}">
                <a16:creationId xmlns:a16="http://schemas.microsoft.com/office/drawing/2014/main" id="{BF611925-5692-45E3-8C6D-BFAA42D8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1953" y="5735443"/>
            <a:ext cx="198066" cy="179307"/>
          </a:xfrm>
          <a:custGeom xmlns:a="http://schemas.openxmlformats.org/drawingml/2006/main">
            <a:pathLst>
              <a:path w="198066" h="179307">
                <a:moveTo>
                  <a:pt x="104872" y="123880"/>
                </a:moveTo>
                <a:lnTo>
                  <a:pt x="104872" y="179307"/>
                </a:lnTo>
                <a:lnTo>
                  <a:pt x="198066" y="89653"/>
                </a:lnTo>
                <a:lnTo>
                  <a:pt x="104872" y="0"/>
                </a:lnTo>
                <a:lnTo>
                  <a:pt x="104872" y="55426"/>
                </a:lnTo>
                <a:lnTo>
                  <a:pt x="0" y="55426"/>
                </a:lnTo>
                <a:lnTo>
                  <a:pt x="0" y="123880"/>
                </a:lnTo>
                <a:lnTo>
                  <a:pt x="104872" y="12388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53">
            <a:extLst xmlns:a="http://schemas.openxmlformats.org/drawingml/2006/main">
              <a:ext uri="{FF2B5EF4-FFF2-40B4-BE49-F238E27FC236}">
                <a16:creationId xmlns:a16="http://schemas.microsoft.com/office/drawing/2014/main" id="{98D94DA4-CA35-4890-82D8-9C8A167E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43874" y="5740379"/>
            <a:ext cx="198066" cy="179305"/>
          </a:xfrm>
          <a:custGeom xmlns:a="http://schemas.openxmlformats.org/drawingml/2006/main">
            <a:pathLst>
              <a:path w="198066" h="179305">
                <a:moveTo>
                  <a:pt x="104863" y="123878"/>
                </a:moveTo>
                <a:lnTo>
                  <a:pt x="104863" y="179305"/>
                </a:lnTo>
                <a:lnTo>
                  <a:pt x="198066" y="89654"/>
                </a:lnTo>
                <a:lnTo>
                  <a:pt x="104863" y="0"/>
                </a:lnTo>
                <a:lnTo>
                  <a:pt x="104863" y="55426"/>
                </a:lnTo>
                <a:lnTo>
                  <a:pt x="0" y="55426"/>
                </a:lnTo>
                <a:lnTo>
                  <a:pt x="0" y="123878"/>
                </a:lnTo>
                <a:lnTo>
                  <a:pt x="104863" y="1238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0562C8-96E8-494D-B8BD-727C814619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49b156a3444e5"/>
          <a:srcRect xmlns:a="http://schemas.openxmlformats.org/drawingml/2006/main" l="0" t="94" r="0" b="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4474" y="5022683"/>
            <a:ext cx="2683948" cy="1548432"/>
          </a:xfrm>
          <a:prstGeom xmlns:a="http://schemas.openxmlformats.org/drawingml/2006/main" prst="rect">
            <a:avLst/>
          </a:prstGeom>
        </p:spPr>
      </p:pic>
      <p:sp>
        <p:nvSpPr>
          <p:cNvPr id="58" name="dreamgen-source-component-14">
            <a:extLst xmlns:a="http://schemas.openxmlformats.org/drawingml/2006/main">
              <a:ext uri="{FF2B5EF4-FFF2-40B4-BE49-F238E27FC236}">
                <a16:creationId xmlns:a16="http://schemas.microsoft.com/office/drawing/2014/main" id="{84B65746-3DC0-4EDC-9820-F4D3EF46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4474" y="5022683"/>
            <a:ext cx="2683948" cy="1548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pdf-path-60">
            <a:extLst xmlns:a="http://schemas.openxmlformats.org/drawingml/2006/main">
              <a:ext uri="{FF2B5EF4-FFF2-40B4-BE49-F238E27FC236}">
                <a16:creationId xmlns:a16="http://schemas.microsoft.com/office/drawing/2014/main" id="{CE918A11-1091-4F96-90DE-C10104F8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7390" y="5177526"/>
            <a:ext cx="1858118" cy="1238842"/>
          </a:xfrm>
          <a:custGeom xmlns:a="http://schemas.openxmlformats.org/drawingml/2006/main">
            <a:pathLst>
              <a:path w="1858118" h="1238842">
                <a:moveTo>
                  <a:pt x="0" y="0"/>
                </a:moveTo>
                <a:lnTo>
                  <a:pt x="1858118" y="0"/>
                </a:lnTo>
                <a:lnTo>
                  <a:pt x="1858118" y="1238842"/>
                </a:lnTo>
                <a:lnTo>
                  <a:pt x="0" y="12388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581">
            <a:solidFill>
              <a:srgbClr val="000000"/>
            </a:solidFill>
            <a:prstDash val="solid"/>
          </a:ln>
        </p:spPr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FECEF1-31F4-4045-8E8A-03FD42CB13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b3afc0bdf4ed4"/>
          <a:srcRect xmlns:a="http://schemas.openxmlformats.org/drawingml/2006/main" l="0" t="94" r="0" b="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8978" y="5191966"/>
            <a:ext cx="2683948" cy="1548432"/>
          </a:xfrm>
          <a:prstGeom xmlns:a="http://schemas.openxmlformats.org/drawingml/2006/main" prst="rect">
            <a:avLst/>
          </a:prstGeom>
        </p:spPr>
      </p:pic>
      <p:sp>
        <p:nvSpPr>
          <p:cNvPr id="61" name="dreamgen-source-component-15">
            <a:extLst xmlns:a="http://schemas.openxmlformats.org/drawingml/2006/main">
              <a:ext uri="{FF2B5EF4-FFF2-40B4-BE49-F238E27FC236}">
                <a16:creationId xmlns:a16="http://schemas.microsoft.com/office/drawing/2014/main" id="{CA0E3996-95AB-4FC5-8BEA-50DDAE6D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8978" y="5191966"/>
            <a:ext cx="2683948" cy="1548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pdf-path-62">
            <a:extLst xmlns:a="http://schemas.openxmlformats.org/drawingml/2006/main">
              <a:ext uri="{FF2B5EF4-FFF2-40B4-BE49-F238E27FC236}">
                <a16:creationId xmlns:a16="http://schemas.microsoft.com/office/drawing/2014/main" id="{0A0B3417-F83E-41E8-B6CB-A9A64797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1894" y="5346810"/>
            <a:ext cx="1858118" cy="1238842"/>
          </a:xfrm>
          <a:custGeom xmlns:a="http://schemas.openxmlformats.org/drawingml/2006/main">
            <a:pathLst>
              <a:path w="1858118" h="1238842">
                <a:moveTo>
                  <a:pt x="0" y="0"/>
                </a:moveTo>
                <a:lnTo>
                  <a:pt x="1858118" y="0"/>
                </a:lnTo>
                <a:lnTo>
                  <a:pt x="1858118" y="1238842"/>
                </a:lnTo>
                <a:lnTo>
                  <a:pt x="0" y="12388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581">
            <a:solidFill>
              <a:srgbClr val="000000"/>
            </a:solidFill>
            <a:prstDash val="solid"/>
          </a:ln>
        </p:spPr>
      </p:sp>
      <p:sp>
        <p:nvSpPr>
          <p:cNvPr id="63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FB934694-0FAD-4238-BFF8-0A26E694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33258" y="6736000"/>
            <a:ext cx="1852279" cy="232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2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2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Pseudo-labeled </a:t>
            </a:r>
          </a:p>
        </p:txBody>
      </p:sp>
      <p:sp>
        <p:nvSpPr>
          <p:cNvPr id="64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999F69DB-4F33-47F9-890A-D1FA0834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5592" y="6736000"/>
            <a:ext cx="2427389" cy="232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29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29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9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neural trajectories</a:t>
            </a:r>
          </a:p>
        </p:txBody>
      </p:sp>
      <p:sp>
        <p:nvSpPr>
          <p:cNvPr id="65" name="pdf-path-65">
            <a:extLst xmlns:a="http://schemas.openxmlformats.org/drawingml/2006/main">
              <a:ext uri="{FF2B5EF4-FFF2-40B4-BE49-F238E27FC236}">
                <a16:creationId xmlns:a16="http://schemas.microsoft.com/office/drawing/2014/main" id="{C0E9CD24-FAE1-44BF-A8EC-3FA591A1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3220" y="4981785"/>
            <a:ext cx="919192" cy="577336"/>
          </a:xfrm>
          <a:custGeom xmlns:a="http://schemas.openxmlformats.org/drawingml/2006/main">
            <a:pathLst>
              <a:path w="919192" h="577336">
                <a:moveTo>
                  <a:pt x="0" y="0"/>
                </a:moveTo>
                <a:lnTo>
                  <a:pt x="919192" y="577336"/>
                </a:lnTo>
              </a:path>
            </a:pathLst>
          </a:custGeom>
          <a:noFill xmlns:a="http://schemas.openxmlformats.org/drawingml/2006/main"/>
          <a:ln xmlns:a="http://schemas.openxmlformats.org/drawingml/2006/main" w="15735">
            <a:solidFill>
              <a:srgbClr val="000000"/>
            </a:solidFill>
            <a:prstDash val="solid"/>
          </a:ln>
        </p:spPr>
      </p:sp>
      <p:sp>
        <p:nvSpPr>
          <p:cNvPr id="66" name="pdf-path-66">
            <a:extLst xmlns:a="http://schemas.openxmlformats.org/drawingml/2006/main">
              <a:ext uri="{FF2B5EF4-FFF2-40B4-BE49-F238E27FC236}">
                <a16:creationId xmlns:a16="http://schemas.microsoft.com/office/drawing/2014/main" id="{34057838-7306-43AA-9D9D-675D599A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9010" y="6099411"/>
            <a:ext cx="1536906" cy="484289"/>
          </a:xfrm>
          <a:custGeom xmlns:a="http://schemas.openxmlformats.org/drawingml/2006/main">
            <a:pathLst>
              <a:path w="1536906" h="484289">
                <a:moveTo>
                  <a:pt x="0" y="484289"/>
                </a:moveTo>
                <a:lnTo>
                  <a:pt x="15369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722">
            <a:solidFill>
              <a:srgbClr val="000000"/>
            </a:solidFill>
            <a:prstDash val="solid"/>
          </a:ln>
        </p:spPr>
      </p:sp>
      <p:sp>
        <p:nvSpPr>
          <p:cNvPr id="67" name="pdf-path-67">
            <a:extLst xmlns:a="http://schemas.openxmlformats.org/drawingml/2006/main">
              <a:ext uri="{FF2B5EF4-FFF2-40B4-BE49-F238E27FC236}">
                <a16:creationId xmlns:a16="http://schemas.microsoft.com/office/drawing/2014/main" id="{B56639C2-CD8C-444C-8EFB-850189CA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8910" y="2331057"/>
            <a:ext cx="320210" cy="179307"/>
          </a:xfrm>
          <a:custGeom xmlns:a="http://schemas.openxmlformats.org/drawingml/2006/main">
            <a:pathLst>
              <a:path w="320210" h="179307">
                <a:moveTo>
                  <a:pt x="20545" y="0"/>
                </a:moveTo>
                <a:cubicBezTo>
                  <a:pt x="9241" y="0"/>
                  <a:pt x="0" y="9240"/>
                  <a:pt x="0" y="20544"/>
                </a:cubicBezTo>
                <a:lnTo>
                  <a:pt x="0" y="158762"/>
                </a:lnTo>
                <a:cubicBezTo>
                  <a:pt x="0" y="170065"/>
                  <a:pt x="9241" y="179307"/>
                  <a:pt x="20545" y="179305"/>
                </a:cubicBezTo>
                <a:lnTo>
                  <a:pt x="235014" y="179305"/>
                </a:lnTo>
                <a:cubicBezTo>
                  <a:pt x="246318" y="179305"/>
                  <a:pt x="255559" y="170065"/>
                  <a:pt x="255559" y="158762"/>
                </a:cubicBezTo>
                <a:lnTo>
                  <a:pt x="255559" y="124587"/>
                </a:lnTo>
                <a:cubicBezTo>
                  <a:pt x="259436" y="126826"/>
                  <a:pt x="263554" y="129204"/>
                  <a:pt x="266529" y="130921"/>
                </a:cubicBezTo>
                <a:lnTo>
                  <a:pt x="311317" y="156760"/>
                </a:lnTo>
                <a:cubicBezTo>
                  <a:pt x="316212" y="159586"/>
                  <a:pt x="320210" y="157294"/>
                  <a:pt x="320210" y="151643"/>
                </a:cubicBezTo>
                <a:lnTo>
                  <a:pt x="320210" y="99938"/>
                </a:lnTo>
                <a:cubicBezTo>
                  <a:pt x="320210" y="94286"/>
                  <a:pt x="320210" y="85020"/>
                  <a:pt x="320210" y="79368"/>
                </a:cubicBezTo>
                <a:lnTo>
                  <a:pt x="320210" y="27663"/>
                </a:lnTo>
                <a:cubicBezTo>
                  <a:pt x="320210" y="22012"/>
                  <a:pt x="316212" y="19720"/>
                  <a:pt x="311317" y="22546"/>
                </a:cubicBezTo>
                <a:lnTo>
                  <a:pt x="266529" y="48386"/>
                </a:lnTo>
                <a:cubicBezTo>
                  <a:pt x="263554" y="50104"/>
                  <a:pt x="259435" y="52481"/>
                  <a:pt x="255559" y="54719"/>
                </a:cubicBezTo>
                <a:lnTo>
                  <a:pt x="255559" y="20544"/>
                </a:lnTo>
                <a:cubicBezTo>
                  <a:pt x="255559" y="9241"/>
                  <a:pt x="246318" y="0"/>
                  <a:pt x="235014" y="0"/>
                </a:cubicBezTo>
                <a:lnTo>
                  <a:pt x="20545" y="0"/>
                </a:lnTo>
              </a:path>
            </a:pathLst>
          </a:custGeom>
          <a:solidFill xmlns:a="http://schemas.openxmlformats.org/drawingml/2006/main">
            <a:srgbClr val="BC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68">
            <a:extLst xmlns:a="http://schemas.openxmlformats.org/drawingml/2006/main">
              <a:ext uri="{FF2B5EF4-FFF2-40B4-BE49-F238E27FC236}">
                <a16:creationId xmlns:a16="http://schemas.microsoft.com/office/drawing/2014/main" id="{370C8BDD-C713-4B6F-807E-92EED700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8910" y="2331057"/>
            <a:ext cx="320208" cy="179307"/>
          </a:xfrm>
          <a:custGeom xmlns:a="http://schemas.openxmlformats.org/drawingml/2006/main">
            <a:pathLst>
              <a:path w="320208" h="179307">
                <a:moveTo>
                  <a:pt x="20545" y="0"/>
                </a:moveTo>
                <a:cubicBezTo>
                  <a:pt x="9241" y="0"/>
                  <a:pt x="0" y="9240"/>
                  <a:pt x="0" y="20545"/>
                </a:cubicBezTo>
                <a:lnTo>
                  <a:pt x="0" y="158761"/>
                </a:lnTo>
                <a:cubicBezTo>
                  <a:pt x="0" y="170065"/>
                  <a:pt x="9241" y="179307"/>
                  <a:pt x="20545" y="179306"/>
                </a:cubicBezTo>
                <a:lnTo>
                  <a:pt x="235014" y="179306"/>
                </a:lnTo>
                <a:cubicBezTo>
                  <a:pt x="246317" y="179306"/>
                  <a:pt x="255558" y="170065"/>
                  <a:pt x="255558" y="158761"/>
                </a:cubicBezTo>
                <a:lnTo>
                  <a:pt x="255558" y="124587"/>
                </a:lnTo>
                <a:cubicBezTo>
                  <a:pt x="259436" y="126826"/>
                  <a:pt x="263553" y="129204"/>
                  <a:pt x="266528" y="130921"/>
                </a:cubicBezTo>
                <a:lnTo>
                  <a:pt x="311316" y="156760"/>
                </a:lnTo>
                <a:cubicBezTo>
                  <a:pt x="316211" y="159586"/>
                  <a:pt x="320208" y="157295"/>
                  <a:pt x="320208" y="151643"/>
                </a:cubicBezTo>
                <a:lnTo>
                  <a:pt x="320208" y="99938"/>
                </a:lnTo>
                <a:cubicBezTo>
                  <a:pt x="320208" y="94286"/>
                  <a:pt x="320208" y="85020"/>
                  <a:pt x="320208" y="79368"/>
                </a:cubicBezTo>
                <a:lnTo>
                  <a:pt x="320208" y="27664"/>
                </a:lnTo>
                <a:cubicBezTo>
                  <a:pt x="320208" y="22012"/>
                  <a:pt x="316211" y="19720"/>
                  <a:pt x="311316" y="22546"/>
                </a:cubicBezTo>
                <a:lnTo>
                  <a:pt x="266528" y="48386"/>
                </a:lnTo>
                <a:cubicBezTo>
                  <a:pt x="263553" y="50104"/>
                  <a:pt x="259435" y="52481"/>
                  <a:pt x="255558" y="54719"/>
                </a:cubicBezTo>
                <a:lnTo>
                  <a:pt x="255558" y="20545"/>
                </a:lnTo>
                <a:cubicBezTo>
                  <a:pt x="255558" y="9241"/>
                  <a:pt x="246317" y="0"/>
                  <a:pt x="235014" y="0"/>
                </a:cubicBezTo>
                <a:lnTo>
                  <a:pt x="205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291">
            <a:solidFill>
              <a:srgbClr val="000000"/>
            </a:solidFill>
            <a:prstDash val="solid"/>
          </a:ln>
        </p:spPr>
      </p:sp>
      <p:sp>
        <p:nvSpPr>
          <p:cNvPr id="69" name="pdf-path-69">
            <a:extLst xmlns:a="http://schemas.openxmlformats.org/drawingml/2006/main">
              <a:ext uri="{FF2B5EF4-FFF2-40B4-BE49-F238E27FC236}">
                <a16:creationId xmlns:a16="http://schemas.microsoft.com/office/drawing/2014/main" id="{4187EB3A-8BA0-4658-9851-8F385028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8072" y="3007842"/>
            <a:ext cx="929059" cy="929059"/>
          </a:xfrm>
          <a:custGeom xmlns:a="http://schemas.openxmlformats.org/drawingml/2006/main">
            <a:pathLst>
              <a:path w="929059" h="929059">
                <a:moveTo>
                  <a:pt x="464529" y="0"/>
                </a:moveTo>
                <a:cubicBezTo>
                  <a:pt x="208388" y="0"/>
                  <a:pt x="0" y="208388"/>
                  <a:pt x="0" y="464529"/>
                </a:cubicBezTo>
                <a:cubicBezTo>
                  <a:pt x="0" y="720671"/>
                  <a:pt x="208388" y="929059"/>
                  <a:pt x="464529" y="929059"/>
                </a:cubicBezTo>
                <a:cubicBezTo>
                  <a:pt x="720671" y="929059"/>
                  <a:pt x="929059" y="720671"/>
                  <a:pt x="929059" y="464529"/>
                </a:cubicBezTo>
                <a:cubicBezTo>
                  <a:pt x="929059" y="208388"/>
                  <a:pt x="720671" y="0"/>
                  <a:pt x="464529" y="0"/>
                </a:cubicBezTo>
                <a:moveTo>
                  <a:pt x="515846" y="40355"/>
                </a:moveTo>
                <a:cubicBezTo>
                  <a:pt x="607414" y="51360"/>
                  <a:pt x="690091" y="91415"/>
                  <a:pt x="754498" y="151044"/>
                </a:cubicBezTo>
                <a:cubicBezTo>
                  <a:pt x="726795" y="176705"/>
                  <a:pt x="696264" y="198335"/>
                  <a:pt x="663624" y="215570"/>
                </a:cubicBezTo>
                <a:cubicBezTo>
                  <a:pt x="659948" y="208598"/>
                  <a:pt x="656151" y="201697"/>
                  <a:pt x="652155" y="194884"/>
                </a:cubicBezTo>
                <a:cubicBezTo>
                  <a:pt x="617074" y="135037"/>
                  <a:pt x="570630" y="82493"/>
                  <a:pt x="515846" y="40355"/>
                </a:cubicBezTo>
                <a:moveTo>
                  <a:pt x="411181" y="40574"/>
                </a:moveTo>
                <a:cubicBezTo>
                  <a:pt x="356532" y="82669"/>
                  <a:pt x="310175" y="135150"/>
                  <a:pt x="275161" y="194884"/>
                </a:cubicBezTo>
                <a:cubicBezTo>
                  <a:pt x="271306" y="201460"/>
                  <a:pt x="267617" y="208120"/>
                  <a:pt x="264056" y="214845"/>
                </a:cubicBezTo>
                <a:cubicBezTo>
                  <a:pt x="231929" y="197732"/>
                  <a:pt x="201874" y="176333"/>
                  <a:pt x="174561" y="151044"/>
                </a:cubicBezTo>
                <a:cubicBezTo>
                  <a:pt x="238484" y="91873"/>
                  <a:pt x="320442" y="51929"/>
                  <a:pt x="411181" y="40574"/>
                </a:cubicBezTo>
                <a:moveTo>
                  <a:pt x="445876" y="61114"/>
                </a:moveTo>
                <a:lnTo>
                  <a:pt x="445876" y="264129"/>
                </a:lnTo>
                <a:cubicBezTo>
                  <a:pt x="394192" y="261927"/>
                  <a:pt x="344180" y="250612"/>
                  <a:pt x="297662" y="230885"/>
                </a:cubicBezTo>
                <a:cubicBezTo>
                  <a:pt x="300746" y="225109"/>
                  <a:pt x="303924" y="219343"/>
                  <a:pt x="307242" y="213684"/>
                </a:cubicBezTo>
                <a:cubicBezTo>
                  <a:pt x="342373" y="153752"/>
                  <a:pt x="389770" y="101714"/>
                  <a:pt x="445876" y="61114"/>
                </a:cubicBezTo>
                <a:moveTo>
                  <a:pt x="483182" y="62421"/>
                </a:moveTo>
                <a:cubicBezTo>
                  <a:pt x="538514" y="102830"/>
                  <a:pt x="585244" y="154386"/>
                  <a:pt x="620002" y="213684"/>
                </a:cubicBezTo>
                <a:cubicBezTo>
                  <a:pt x="623442" y="219552"/>
                  <a:pt x="626759" y="225544"/>
                  <a:pt x="629945" y="231539"/>
                </a:cubicBezTo>
                <a:cubicBezTo>
                  <a:pt x="583848" y="250884"/>
                  <a:pt x="534363" y="261952"/>
                  <a:pt x="483182" y="264129"/>
                </a:cubicBezTo>
                <a:lnTo>
                  <a:pt x="483182" y="62421"/>
                </a:lnTo>
                <a:moveTo>
                  <a:pt x="148287" y="177537"/>
                </a:moveTo>
                <a:cubicBezTo>
                  <a:pt x="178569" y="205736"/>
                  <a:pt x="211972" y="229467"/>
                  <a:pt x="247725" y="248378"/>
                </a:cubicBezTo>
                <a:cubicBezTo>
                  <a:pt x="220218" y="310486"/>
                  <a:pt x="204712" y="377588"/>
                  <a:pt x="202216" y="445949"/>
                </a:cubicBezTo>
                <a:lnTo>
                  <a:pt x="37670" y="445949"/>
                </a:lnTo>
                <a:cubicBezTo>
                  <a:pt x="42114" y="342871"/>
                  <a:pt x="83222" y="249151"/>
                  <a:pt x="148287" y="177537"/>
                </a:cubicBezTo>
                <a:moveTo>
                  <a:pt x="780772" y="177537"/>
                </a:moveTo>
                <a:cubicBezTo>
                  <a:pt x="845832" y="249151"/>
                  <a:pt x="886946" y="342874"/>
                  <a:pt x="891388" y="445949"/>
                </a:cubicBezTo>
                <a:lnTo>
                  <a:pt x="725102" y="445949"/>
                </a:lnTo>
                <a:cubicBezTo>
                  <a:pt x="722614" y="377867"/>
                  <a:pt x="707178" y="311000"/>
                  <a:pt x="679882" y="249104"/>
                </a:cubicBezTo>
                <a:cubicBezTo>
                  <a:pt x="716170" y="230069"/>
                  <a:pt x="750082" y="206122"/>
                  <a:pt x="780772" y="177537"/>
                </a:cubicBezTo>
                <a:moveTo>
                  <a:pt x="281331" y="264418"/>
                </a:moveTo>
                <a:cubicBezTo>
                  <a:pt x="332889" y="286542"/>
                  <a:pt x="388452" y="299185"/>
                  <a:pt x="445876" y="301436"/>
                </a:cubicBezTo>
                <a:lnTo>
                  <a:pt x="445876" y="445949"/>
                </a:lnTo>
                <a:lnTo>
                  <a:pt x="239523" y="445949"/>
                </a:lnTo>
                <a:cubicBezTo>
                  <a:pt x="241987" y="383155"/>
                  <a:pt x="256188" y="321518"/>
                  <a:pt x="281331" y="264418"/>
                </a:cubicBezTo>
                <a:moveTo>
                  <a:pt x="646204" y="265072"/>
                </a:moveTo>
                <a:cubicBezTo>
                  <a:pt x="671166" y="321986"/>
                  <a:pt x="685339" y="383397"/>
                  <a:pt x="687794" y="445949"/>
                </a:cubicBezTo>
                <a:lnTo>
                  <a:pt x="483182" y="445949"/>
                </a:lnTo>
                <a:lnTo>
                  <a:pt x="483182" y="301436"/>
                </a:lnTo>
                <a:cubicBezTo>
                  <a:pt x="540090" y="299211"/>
                  <a:pt x="595078" y="286796"/>
                  <a:pt x="646204" y="265072"/>
                </a:cubicBezTo>
                <a:moveTo>
                  <a:pt x="37670" y="483183"/>
                </a:moveTo>
                <a:lnTo>
                  <a:pt x="202142" y="483183"/>
                </a:lnTo>
                <a:cubicBezTo>
                  <a:pt x="204424" y="552649"/>
                  <a:pt x="220192" y="620957"/>
                  <a:pt x="248305" y="684020"/>
                </a:cubicBezTo>
                <a:cubicBezTo>
                  <a:pt x="213045" y="702610"/>
                  <a:pt x="179998" y="725862"/>
                  <a:pt x="150029" y="753481"/>
                </a:cubicBezTo>
                <a:cubicBezTo>
                  <a:pt x="83947" y="681622"/>
                  <a:pt x="42153" y="587184"/>
                  <a:pt x="37670" y="483183"/>
                </a:cubicBezTo>
                <a:moveTo>
                  <a:pt x="239451" y="483183"/>
                </a:moveTo>
                <a:lnTo>
                  <a:pt x="445876" y="483183"/>
                </a:lnTo>
                <a:lnTo>
                  <a:pt x="445876" y="631252"/>
                </a:lnTo>
                <a:cubicBezTo>
                  <a:pt x="388667" y="633493"/>
                  <a:pt x="333312" y="646081"/>
                  <a:pt x="281911" y="668051"/>
                </a:cubicBezTo>
                <a:cubicBezTo>
                  <a:pt x="256153" y="609983"/>
                  <a:pt x="241706" y="547102"/>
                  <a:pt x="239451" y="483183"/>
                </a:cubicBezTo>
                <a:moveTo>
                  <a:pt x="483182" y="483183"/>
                </a:moveTo>
                <a:lnTo>
                  <a:pt x="687867" y="483183"/>
                </a:lnTo>
                <a:cubicBezTo>
                  <a:pt x="685620" y="546861"/>
                  <a:pt x="671196" y="609440"/>
                  <a:pt x="645623" y="667325"/>
                </a:cubicBezTo>
                <a:cubicBezTo>
                  <a:pt x="594660" y="645753"/>
                  <a:pt x="539875" y="633469"/>
                  <a:pt x="483182" y="631252"/>
                </a:cubicBezTo>
                <a:lnTo>
                  <a:pt x="483182" y="483183"/>
                </a:lnTo>
                <a:moveTo>
                  <a:pt x="725173" y="483183"/>
                </a:moveTo>
                <a:lnTo>
                  <a:pt x="891388" y="483183"/>
                </a:lnTo>
                <a:cubicBezTo>
                  <a:pt x="886906" y="587179"/>
                  <a:pt x="845103" y="681625"/>
                  <a:pt x="779031" y="753481"/>
                </a:cubicBezTo>
                <a:cubicBezTo>
                  <a:pt x="748655" y="725477"/>
                  <a:pt x="715171" y="702007"/>
                  <a:pt x="679374" y="683294"/>
                </a:cubicBezTo>
                <a:cubicBezTo>
                  <a:pt x="707277" y="620443"/>
                  <a:pt x="722902" y="552370"/>
                  <a:pt x="725173" y="483183"/>
                </a:cubicBezTo>
                <a:moveTo>
                  <a:pt x="445876" y="668559"/>
                </a:moveTo>
                <a:lnTo>
                  <a:pt x="445876" y="869977"/>
                </a:lnTo>
                <a:cubicBezTo>
                  <a:pt x="388240" y="828255"/>
                  <a:pt x="339741" y="774415"/>
                  <a:pt x="304413" y="712545"/>
                </a:cubicBezTo>
                <a:cubicBezTo>
                  <a:pt x="302328" y="708895"/>
                  <a:pt x="300303" y="705209"/>
                  <a:pt x="298315" y="701512"/>
                </a:cubicBezTo>
                <a:cubicBezTo>
                  <a:pt x="344645" y="681955"/>
                  <a:pt x="394441" y="670750"/>
                  <a:pt x="445876" y="668559"/>
                </a:cubicBezTo>
                <a:moveTo>
                  <a:pt x="483182" y="668559"/>
                </a:moveTo>
                <a:cubicBezTo>
                  <a:pt x="534117" y="670726"/>
                  <a:pt x="583383" y="681683"/>
                  <a:pt x="629292" y="700859"/>
                </a:cubicBezTo>
                <a:cubicBezTo>
                  <a:pt x="627195" y="704775"/>
                  <a:pt x="625036" y="708684"/>
                  <a:pt x="622833" y="712545"/>
                </a:cubicBezTo>
                <a:cubicBezTo>
                  <a:pt x="587866" y="773781"/>
                  <a:pt x="540044" y="827127"/>
                  <a:pt x="483182" y="868670"/>
                </a:cubicBezTo>
                <a:lnTo>
                  <a:pt x="483182" y="668559"/>
                </a:lnTo>
                <a:moveTo>
                  <a:pt x="663043" y="716826"/>
                </a:moveTo>
                <a:cubicBezTo>
                  <a:pt x="695166" y="733722"/>
                  <a:pt x="725242" y="754781"/>
                  <a:pt x="752610" y="779829"/>
                </a:cubicBezTo>
                <a:cubicBezTo>
                  <a:pt x="689181" y="837841"/>
                  <a:pt x="608306" y="877022"/>
                  <a:pt x="518821" y="888413"/>
                </a:cubicBezTo>
                <a:cubicBezTo>
                  <a:pt x="573919" y="845399"/>
                  <a:pt x="620476" y="791871"/>
                  <a:pt x="655204" y="731053"/>
                </a:cubicBezTo>
                <a:cubicBezTo>
                  <a:pt x="657889" y="726349"/>
                  <a:pt x="660507" y="721605"/>
                  <a:pt x="663043" y="716826"/>
                </a:cubicBezTo>
                <a:moveTo>
                  <a:pt x="264637" y="717553"/>
                </a:moveTo>
                <a:cubicBezTo>
                  <a:pt x="267052" y="722084"/>
                  <a:pt x="269562" y="726589"/>
                  <a:pt x="272113" y="731053"/>
                </a:cubicBezTo>
                <a:cubicBezTo>
                  <a:pt x="306762" y="791730"/>
                  <a:pt x="353205" y="845160"/>
                  <a:pt x="408133" y="888122"/>
                </a:cubicBezTo>
                <a:cubicBezTo>
                  <a:pt x="319509" y="876383"/>
                  <a:pt x="239369" y="837368"/>
                  <a:pt x="176449" y="779829"/>
                </a:cubicBezTo>
                <a:cubicBezTo>
                  <a:pt x="203427" y="755145"/>
                  <a:pt x="233025" y="734322"/>
                  <a:pt x="264637" y="717553"/>
                </a:cubicBezTo>
              </a:path>
            </a:pathLst>
          </a:custGeom>
          <a:solidFill xmlns:a="http://schemas.openxmlformats.org/drawingml/2006/main">
            <a:srgbClr val="B41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70">
            <a:extLst xmlns:a="http://schemas.openxmlformats.org/drawingml/2006/main">
              <a:ext uri="{FF2B5EF4-FFF2-40B4-BE49-F238E27FC236}">
                <a16:creationId xmlns:a16="http://schemas.microsoft.com/office/drawing/2014/main" id="{D5E17B99-1D55-4F20-9889-E7ACE9B8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8910" y="740360"/>
            <a:ext cx="320210" cy="179307"/>
          </a:xfrm>
          <a:custGeom xmlns:a="http://schemas.openxmlformats.org/drawingml/2006/main">
            <a:pathLst>
              <a:path w="320210" h="179307">
                <a:moveTo>
                  <a:pt x="20545" y="0"/>
                </a:moveTo>
                <a:cubicBezTo>
                  <a:pt x="9241" y="0"/>
                  <a:pt x="0" y="9239"/>
                  <a:pt x="0" y="20545"/>
                </a:cubicBezTo>
                <a:lnTo>
                  <a:pt x="0" y="158761"/>
                </a:lnTo>
                <a:cubicBezTo>
                  <a:pt x="0" y="170065"/>
                  <a:pt x="9241" y="179307"/>
                  <a:pt x="20545" y="179307"/>
                </a:cubicBezTo>
                <a:lnTo>
                  <a:pt x="235014" y="179307"/>
                </a:lnTo>
                <a:cubicBezTo>
                  <a:pt x="246318" y="179307"/>
                  <a:pt x="255559" y="170065"/>
                  <a:pt x="255559" y="158761"/>
                </a:cubicBezTo>
                <a:lnTo>
                  <a:pt x="255559" y="124587"/>
                </a:lnTo>
                <a:cubicBezTo>
                  <a:pt x="259436" y="126827"/>
                  <a:pt x="263554" y="129204"/>
                  <a:pt x="266529" y="130921"/>
                </a:cubicBezTo>
                <a:lnTo>
                  <a:pt x="311317" y="156760"/>
                </a:lnTo>
                <a:cubicBezTo>
                  <a:pt x="316212" y="159586"/>
                  <a:pt x="320210" y="157295"/>
                  <a:pt x="320210" y="151643"/>
                </a:cubicBezTo>
                <a:lnTo>
                  <a:pt x="320210" y="99939"/>
                </a:lnTo>
                <a:cubicBezTo>
                  <a:pt x="320210" y="94285"/>
                  <a:pt x="320210" y="85020"/>
                  <a:pt x="320210" y="79369"/>
                </a:cubicBezTo>
                <a:lnTo>
                  <a:pt x="320210" y="27664"/>
                </a:lnTo>
                <a:cubicBezTo>
                  <a:pt x="320210" y="22012"/>
                  <a:pt x="316212" y="19722"/>
                  <a:pt x="311317" y="22547"/>
                </a:cubicBezTo>
                <a:lnTo>
                  <a:pt x="266529" y="48386"/>
                </a:lnTo>
                <a:cubicBezTo>
                  <a:pt x="263554" y="50105"/>
                  <a:pt x="259435" y="52482"/>
                  <a:pt x="255559" y="54720"/>
                </a:cubicBezTo>
                <a:lnTo>
                  <a:pt x="255559" y="20545"/>
                </a:lnTo>
                <a:cubicBezTo>
                  <a:pt x="255559" y="9241"/>
                  <a:pt x="246318" y="0"/>
                  <a:pt x="235014" y="0"/>
                </a:cubicBezTo>
                <a:lnTo>
                  <a:pt x="20545" y="0"/>
                </a:lnTo>
              </a:path>
            </a:pathLst>
          </a:custGeom>
          <a:solidFill xmlns:a="http://schemas.openxmlformats.org/drawingml/2006/main">
            <a:srgbClr val="BCD1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71">
            <a:extLst xmlns:a="http://schemas.openxmlformats.org/drawingml/2006/main">
              <a:ext uri="{FF2B5EF4-FFF2-40B4-BE49-F238E27FC236}">
                <a16:creationId xmlns:a16="http://schemas.microsoft.com/office/drawing/2014/main" id="{BAAD183C-8FD3-4E1E-91F1-D4550CB9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8910" y="740360"/>
            <a:ext cx="320208" cy="179306"/>
          </a:xfrm>
          <a:custGeom xmlns:a="http://schemas.openxmlformats.org/drawingml/2006/main">
            <a:pathLst>
              <a:path w="320208" h="179306">
                <a:moveTo>
                  <a:pt x="20545" y="0"/>
                </a:moveTo>
                <a:cubicBezTo>
                  <a:pt x="9241" y="0"/>
                  <a:pt x="0" y="9240"/>
                  <a:pt x="0" y="20545"/>
                </a:cubicBezTo>
                <a:lnTo>
                  <a:pt x="0" y="158761"/>
                </a:lnTo>
                <a:cubicBezTo>
                  <a:pt x="0" y="170065"/>
                  <a:pt x="9241" y="179306"/>
                  <a:pt x="20545" y="179306"/>
                </a:cubicBezTo>
                <a:lnTo>
                  <a:pt x="235014" y="179306"/>
                </a:lnTo>
                <a:cubicBezTo>
                  <a:pt x="246317" y="179306"/>
                  <a:pt x="255558" y="170065"/>
                  <a:pt x="255558" y="158761"/>
                </a:cubicBezTo>
                <a:lnTo>
                  <a:pt x="255558" y="124587"/>
                </a:lnTo>
                <a:cubicBezTo>
                  <a:pt x="259436" y="126826"/>
                  <a:pt x="263553" y="129204"/>
                  <a:pt x="266528" y="130921"/>
                </a:cubicBezTo>
                <a:lnTo>
                  <a:pt x="311316" y="156760"/>
                </a:lnTo>
                <a:cubicBezTo>
                  <a:pt x="316211" y="159586"/>
                  <a:pt x="320208" y="157295"/>
                  <a:pt x="320208" y="151643"/>
                </a:cubicBezTo>
                <a:lnTo>
                  <a:pt x="320208" y="99938"/>
                </a:lnTo>
                <a:cubicBezTo>
                  <a:pt x="320208" y="94286"/>
                  <a:pt x="320208" y="85020"/>
                  <a:pt x="320208" y="79368"/>
                </a:cubicBezTo>
                <a:lnTo>
                  <a:pt x="320208" y="27664"/>
                </a:lnTo>
                <a:cubicBezTo>
                  <a:pt x="320208" y="22012"/>
                  <a:pt x="316211" y="19720"/>
                  <a:pt x="311316" y="22546"/>
                </a:cubicBezTo>
                <a:lnTo>
                  <a:pt x="266528" y="48386"/>
                </a:lnTo>
                <a:cubicBezTo>
                  <a:pt x="263553" y="50104"/>
                  <a:pt x="259435" y="52481"/>
                  <a:pt x="255558" y="54719"/>
                </a:cubicBezTo>
                <a:lnTo>
                  <a:pt x="255558" y="20545"/>
                </a:lnTo>
                <a:cubicBezTo>
                  <a:pt x="255558" y="9240"/>
                  <a:pt x="246317" y="0"/>
                  <a:pt x="235014" y="0"/>
                </a:cubicBezTo>
                <a:lnTo>
                  <a:pt x="205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291">
            <a:solidFill>
              <a:srgbClr val="000000"/>
            </a:solidFill>
            <a:prstDash val="solid"/>
          </a:ln>
        </p:spPr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96C5E54-7340-4AC1-9AB3-8C9A168484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f16084d9544a4"/>
          <a:srcRect xmlns:a="http://schemas.openxmlformats.org/drawingml/2006/main" l="51" t="0" r="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98228" y="5407141"/>
            <a:ext cx="929059" cy="873073"/>
          </a:xfrm>
          <a:prstGeom xmlns:a="http://schemas.openxmlformats.org/drawingml/2006/main" prst="rect">
            <a:avLst/>
          </a:prstGeom>
        </p:spPr>
      </p:pic>
      <p:sp>
        <p:nvSpPr>
          <p:cNvPr id="73" name="dreamgen-source-component-16">
            <a:extLst xmlns:a="http://schemas.openxmlformats.org/drawingml/2006/main">
              <a:ext uri="{FF2B5EF4-FFF2-40B4-BE49-F238E27FC236}">
                <a16:creationId xmlns:a16="http://schemas.microsoft.com/office/drawing/2014/main" id="{5D9DD7A2-970E-435C-AF8F-8A8ECEC5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8228" y="5407141"/>
            <a:ext cx="929059" cy="873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0453346-F8B5-4EEB-AE93-CB7065CBDE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e86642f684817"/>
          <a:srcRect xmlns:a="http://schemas.openxmlformats.org/drawingml/2006/main" l="51" t="0" r="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98228" y="5407141"/>
            <a:ext cx="929059" cy="873073"/>
          </a:xfrm>
          <a:prstGeom xmlns:a="http://schemas.openxmlformats.org/drawingml/2006/main" prst="rect">
            <a:avLst/>
          </a:prstGeom>
        </p:spPr>
      </p:pic>
      <p:sp>
        <p:nvSpPr>
          <p:cNvPr id="75" name="dreamgen-source-component-17">
            <a:extLst xmlns:a="http://schemas.openxmlformats.org/drawingml/2006/main">
              <a:ext uri="{FF2B5EF4-FFF2-40B4-BE49-F238E27FC236}">
                <a16:creationId xmlns:a16="http://schemas.microsoft.com/office/drawing/2014/main" id="{16AC4601-7243-44E5-99DF-0435CF05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8228" y="5407141"/>
            <a:ext cx="929059" cy="873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pdf-path-74">
            <a:extLst xmlns:a="http://schemas.openxmlformats.org/drawingml/2006/main">
              <a:ext uri="{FF2B5EF4-FFF2-40B4-BE49-F238E27FC236}">
                <a16:creationId xmlns:a16="http://schemas.microsoft.com/office/drawing/2014/main" id="{A010F020-DD8E-4951-B766-4B0DDD16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832" y="4264153"/>
            <a:ext cx="6301360" cy="502032"/>
          </a:xfrm>
          <a:custGeom xmlns:a="http://schemas.openxmlformats.org/drawingml/2006/main">
            <a:pathLst>
              <a:path w="6301360" h="502032">
                <a:moveTo>
                  <a:pt x="213033" y="0"/>
                </a:moveTo>
                <a:lnTo>
                  <a:pt x="6088328" y="0"/>
                </a:lnTo>
                <a:cubicBezTo>
                  <a:pt x="6150842" y="0"/>
                  <a:pt x="6188351" y="0"/>
                  <a:pt x="6213356" y="10440"/>
                </a:cubicBezTo>
                <a:cubicBezTo>
                  <a:pt x="6249404" y="23560"/>
                  <a:pt x="6277800" y="51957"/>
                  <a:pt x="6290921" y="88005"/>
                </a:cubicBezTo>
                <a:cubicBezTo>
                  <a:pt x="6301360" y="113010"/>
                  <a:pt x="6301360" y="150518"/>
                  <a:pt x="6301360" y="213033"/>
                </a:cubicBezTo>
                <a:lnTo>
                  <a:pt x="6301360" y="288998"/>
                </a:lnTo>
                <a:cubicBezTo>
                  <a:pt x="6301360" y="351513"/>
                  <a:pt x="6301360" y="389022"/>
                  <a:pt x="6290921" y="414028"/>
                </a:cubicBezTo>
                <a:cubicBezTo>
                  <a:pt x="6277800" y="450075"/>
                  <a:pt x="6249404" y="478472"/>
                  <a:pt x="6213356" y="491592"/>
                </a:cubicBezTo>
                <a:cubicBezTo>
                  <a:pt x="6188351" y="502032"/>
                  <a:pt x="6150842" y="502032"/>
                  <a:pt x="6088328" y="502032"/>
                </a:cubicBezTo>
                <a:lnTo>
                  <a:pt x="213033" y="502032"/>
                </a:lnTo>
                <a:cubicBezTo>
                  <a:pt x="150519" y="502032"/>
                  <a:pt x="113010" y="502032"/>
                  <a:pt x="88004" y="491592"/>
                </a:cubicBezTo>
                <a:cubicBezTo>
                  <a:pt x="51956" y="478472"/>
                  <a:pt x="23560" y="450075"/>
                  <a:pt x="10440" y="414028"/>
                </a:cubicBezTo>
                <a:cubicBezTo>
                  <a:pt x="0" y="389022"/>
                  <a:pt x="0" y="351513"/>
                  <a:pt x="0" y="288998"/>
                </a:cubicBezTo>
                <a:lnTo>
                  <a:pt x="0" y="213033"/>
                </a:lnTo>
                <a:cubicBezTo>
                  <a:pt x="0" y="150518"/>
                  <a:pt x="0" y="113010"/>
                  <a:pt x="10440" y="88005"/>
                </a:cubicBezTo>
                <a:cubicBezTo>
                  <a:pt x="23560" y="51957"/>
                  <a:pt x="51956" y="23560"/>
                  <a:pt x="88004" y="10440"/>
                </a:cubicBezTo>
                <a:cubicBezTo>
                  <a:pt x="113010" y="0"/>
                  <a:pt x="150519" y="0"/>
                  <a:pt x="213033" y="0"/>
                </a:cubicBezTo>
              </a:path>
            </a:pathLst>
          </a:custGeom>
          <a:solidFill xmlns:a="http://schemas.openxmlformats.org/drawingml/2006/main">
            <a:srgbClr val="CCCA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EDBED44E-6B81-4463-8B8D-941952F0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914" y="4343236"/>
            <a:ext cx="4331228" cy="297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4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4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 3. Label Pseudo Actions</a:t>
            </a:r>
          </a:p>
        </p:txBody>
      </p:sp>
      <p:sp>
        <p:nvSpPr>
          <p:cNvPr id="78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C363B330-4A08-48BD-8D8D-7508E8EA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0953" y="1858977"/>
            <a:ext cx="1829463" cy="185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3" b="0" i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3" b="0" i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63" b="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“Water the flowers”</a:t>
            </a:r>
          </a:p>
        </p:txBody>
      </p:sp>
      <p:sp>
        <p:nvSpPr>
          <p:cNvPr id="79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AC9E2105-DB85-40C7-BE33-5DFF7C7F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4833" y="3538667"/>
            <a:ext cx="1941679" cy="1672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17" b="0" i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17" b="0" i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7" b="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“Pick up the tangerine”</a:t>
            </a:r>
          </a:p>
        </p:txBody>
      </p:sp>
      <p:sp>
        <p:nvSpPr>
          <p:cNvPr id="80" name="pdf-path-100000">
            <a:extLst xmlns:a="http://schemas.openxmlformats.org/drawingml/2006/main">
              <a:ext uri="{FF2B5EF4-FFF2-40B4-BE49-F238E27FC236}">
                <a16:creationId xmlns:a16="http://schemas.microsoft.com/office/drawing/2014/main" id="{E8E78C8C-374D-4F97-993F-7F68136B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0625" y="6435190"/>
            <a:ext cx="86678" cy="46548"/>
          </a:xfrm>
          <a:custGeom xmlns:a="http://schemas.openxmlformats.org/drawingml/2006/main">
            <a:pathLst>
              <a:path w="86678" h="46548">
                <a:moveTo>
                  <a:pt x="86678" y="46548"/>
                </a:moveTo>
                <a:lnTo>
                  <a:pt x="51838" y="0"/>
                </a:lnTo>
                <a:lnTo>
                  <a:pt x="34559" y="0"/>
                </a:lnTo>
                <a:lnTo>
                  <a:pt x="0" y="46548"/>
                </a:lnTo>
                <a:lnTo>
                  <a:pt x="9475" y="46548"/>
                </a:lnTo>
                <a:lnTo>
                  <a:pt x="43201" y="17841"/>
                </a:lnTo>
                <a:lnTo>
                  <a:pt x="77203" y="46548"/>
                </a:lnTo>
                <a:lnTo>
                  <a:pt x="86678" y="465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path-100001">
            <a:extLst xmlns:a="http://schemas.openxmlformats.org/drawingml/2006/main">
              <a:ext uri="{FF2B5EF4-FFF2-40B4-BE49-F238E27FC236}">
                <a16:creationId xmlns:a16="http://schemas.microsoft.com/office/drawing/2014/main" id="{B8366545-0557-49D6-8D99-44AC9DF2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9141" y="6504084"/>
            <a:ext cx="127931" cy="126021"/>
          </a:xfrm>
          <a:custGeom xmlns:a="http://schemas.openxmlformats.org/drawingml/2006/main">
            <a:pathLst>
              <a:path w="127931" h="126021">
                <a:moveTo>
                  <a:pt x="124308" y="92011"/>
                </a:moveTo>
                <a:lnTo>
                  <a:pt x="116780" y="100100"/>
                </a:lnTo>
                <a:cubicBezTo>
                  <a:pt x="108419" y="109299"/>
                  <a:pt x="104796" y="111532"/>
                  <a:pt x="102286" y="111532"/>
                </a:cubicBezTo>
                <a:cubicBezTo>
                  <a:pt x="100058" y="111532"/>
                  <a:pt x="98387" y="109856"/>
                  <a:pt x="98387" y="107904"/>
                </a:cubicBezTo>
                <a:cubicBezTo>
                  <a:pt x="98387" y="102329"/>
                  <a:pt x="110090" y="54369"/>
                  <a:pt x="123193" y="6689"/>
                </a:cubicBezTo>
                <a:cubicBezTo>
                  <a:pt x="124027" y="3904"/>
                  <a:pt x="124308" y="3347"/>
                  <a:pt x="124865" y="837"/>
                </a:cubicBezTo>
                <a:lnTo>
                  <a:pt x="122913" y="0"/>
                </a:lnTo>
                <a:lnTo>
                  <a:pt x="105910" y="1952"/>
                </a:lnTo>
                <a:lnTo>
                  <a:pt x="105076" y="2790"/>
                </a:lnTo>
                <a:lnTo>
                  <a:pt x="102010" y="16174"/>
                </a:lnTo>
                <a:cubicBezTo>
                  <a:pt x="99781" y="5856"/>
                  <a:pt x="91697" y="0"/>
                  <a:pt x="79712" y="0"/>
                </a:cubicBezTo>
                <a:cubicBezTo>
                  <a:pt x="42644" y="0"/>
                  <a:pt x="0" y="50468"/>
                  <a:pt x="0" y="93687"/>
                </a:cubicBezTo>
                <a:cubicBezTo>
                  <a:pt x="0" y="114875"/>
                  <a:pt x="12261" y="126021"/>
                  <a:pt x="27869" y="126021"/>
                </a:cubicBezTo>
                <a:cubicBezTo>
                  <a:pt x="47381" y="126021"/>
                  <a:pt x="63547" y="113760"/>
                  <a:pt x="84450" y="82255"/>
                </a:cubicBezTo>
                <a:cubicBezTo>
                  <a:pt x="78598" y="105118"/>
                  <a:pt x="78041" y="107347"/>
                  <a:pt x="78041" y="114317"/>
                </a:cubicBezTo>
                <a:cubicBezTo>
                  <a:pt x="78041" y="122406"/>
                  <a:pt x="81383" y="125749"/>
                  <a:pt x="89187" y="125749"/>
                </a:cubicBezTo>
                <a:cubicBezTo>
                  <a:pt x="100339" y="125749"/>
                  <a:pt x="107024" y="120454"/>
                  <a:pt x="127931" y="95094"/>
                </a:cubicBezTo>
                <a:lnTo>
                  <a:pt x="124308" y="92011"/>
                </a:lnTo>
                <a:moveTo>
                  <a:pt x="96991" y="22306"/>
                </a:moveTo>
                <a:cubicBezTo>
                  <a:pt x="96991" y="42103"/>
                  <a:pt x="88630" y="66081"/>
                  <a:pt x="75531" y="85040"/>
                </a:cubicBezTo>
                <a:cubicBezTo>
                  <a:pt x="67170" y="97029"/>
                  <a:pt x="54071" y="112365"/>
                  <a:pt x="40134" y="112365"/>
                </a:cubicBezTo>
                <a:cubicBezTo>
                  <a:pt x="30102" y="112365"/>
                  <a:pt x="23412" y="107071"/>
                  <a:pt x="23412" y="91734"/>
                </a:cubicBezTo>
                <a:cubicBezTo>
                  <a:pt x="23412" y="74166"/>
                  <a:pt x="33164" y="49350"/>
                  <a:pt x="44872" y="31786"/>
                </a:cubicBezTo>
                <a:cubicBezTo>
                  <a:pt x="56576" y="14778"/>
                  <a:pt x="68841" y="6132"/>
                  <a:pt x="81383" y="6132"/>
                </a:cubicBezTo>
                <a:cubicBezTo>
                  <a:pt x="91139" y="6132"/>
                  <a:pt x="96991" y="12546"/>
                  <a:pt x="96991" y="223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100002">
            <a:extLst xmlns:a="http://schemas.openxmlformats.org/drawingml/2006/main">
              <a:ext uri="{FF2B5EF4-FFF2-40B4-BE49-F238E27FC236}">
                <a16:creationId xmlns:a16="http://schemas.microsoft.com/office/drawing/2014/main" id="{94676F72-8FDD-4A5A-BE24-9662B850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6004" y="6563060"/>
            <a:ext cx="56004" cy="133730"/>
          </a:xfrm>
          <a:custGeom xmlns:a="http://schemas.openxmlformats.org/drawingml/2006/main">
            <a:pathLst>
              <a:path w="56004" h="133730">
                <a:moveTo>
                  <a:pt x="56004" y="133730"/>
                </a:moveTo>
                <a:lnTo>
                  <a:pt x="56004" y="130761"/>
                </a:lnTo>
                <a:cubicBezTo>
                  <a:pt x="41163" y="130761"/>
                  <a:pt x="37204" y="127202"/>
                  <a:pt x="37204" y="118696"/>
                </a:cubicBezTo>
                <a:lnTo>
                  <a:pt x="37204" y="595"/>
                </a:lnTo>
                <a:lnTo>
                  <a:pt x="35423" y="0"/>
                </a:lnTo>
                <a:lnTo>
                  <a:pt x="0" y="18006"/>
                </a:lnTo>
                <a:lnTo>
                  <a:pt x="0" y="20775"/>
                </a:lnTo>
                <a:lnTo>
                  <a:pt x="5342" y="18797"/>
                </a:lnTo>
                <a:cubicBezTo>
                  <a:pt x="8905" y="17410"/>
                  <a:pt x="12269" y="16421"/>
                  <a:pt x="14250" y="16421"/>
                </a:cubicBezTo>
                <a:cubicBezTo>
                  <a:pt x="18404" y="16421"/>
                  <a:pt x="20186" y="19388"/>
                  <a:pt x="20186" y="26116"/>
                </a:cubicBezTo>
                <a:lnTo>
                  <a:pt x="20186" y="114937"/>
                </a:lnTo>
                <a:cubicBezTo>
                  <a:pt x="20186" y="125819"/>
                  <a:pt x="16028" y="129971"/>
                  <a:pt x="1386" y="130761"/>
                </a:cubicBezTo>
                <a:lnTo>
                  <a:pt x="1386" y="133730"/>
                </a:lnTo>
                <a:lnTo>
                  <a:pt x="56004" y="1337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100003">
            <a:extLst xmlns:a="http://schemas.openxmlformats.org/drawingml/2006/main">
              <a:ext uri="{FF2B5EF4-FFF2-40B4-BE49-F238E27FC236}">
                <a16:creationId xmlns:a16="http://schemas.microsoft.com/office/drawing/2014/main" id="{3633AA01-7DA4-4A9F-B4F9-EE28AC19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9013" y="6605962"/>
            <a:ext cx="21965" cy="92954"/>
          </a:xfrm>
          <a:custGeom xmlns:a="http://schemas.openxmlformats.org/drawingml/2006/main">
            <a:pathLst>
              <a:path w="21965" h="92954">
                <a:moveTo>
                  <a:pt x="21965" y="11084"/>
                </a:moveTo>
                <a:cubicBezTo>
                  <a:pt x="21965" y="5145"/>
                  <a:pt x="17018" y="0"/>
                  <a:pt x="11082" y="0"/>
                </a:cubicBezTo>
                <a:cubicBezTo>
                  <a:pt x="4750" y="0"/>
                  <a:pt x="0" y="4750"/>
                  <a:pt x="0" y="11084"/>
                </a:cubicBezTo>
                <a:cubicBezTo>
                  <a:pt x="0" y="17021"/>
                  <a:pt x="5145" y="21968"/>
                  <a:pt x="11082" y="21968"/>
                </a:cubicBezTo>
                <a:cubicBezTo>
                  <a:pt x="17018" y="21968"/>
                  <a:pt x="21965" y="17021"/>
                  <a:pt x="21965" y="11084"/>
                </a:cubicBezTo>
                <a:moveTo>
                  <a:pt x="21965" y="82071"/>
                </a:moveTo>
                <a:cubicBezTo>
                  <a:pt x="21965" y="76135"/>
                  <a:pt x="17018" y="70989"/>
                  <a:pt x="11082" y="70989"/>
                </a:cubicBezTo>
                <a:cubicBezTo>
                  <a:pt x="4750" y="70989"/>
                  <a:pt x="0" y="75739"/>
                  <a:pt x="0" y="82071"/>
                </a:cubicBezTo>
                <a:cubicBezTo>
                  <a:pt x="0" y="88008"/>
                  <a:pt x="5145" y="92954"/>
                  <a:pt x="11082" y="92954"/>
                </a:cubicBezTo>
                <a:cubicBezTo>
                  <a:pt x="17018" y="92954"/>
                  <a:pt x="21965" y="88008"/>
                  <a:pt x="21965" y="820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100004">
            <a:extLst xmlns:a="http://schemas.openxmlformats.org/drawingml/2006/main">
              <a:ext uri="{FF2B5EF4-FFF2-40B4-BE49-F238E27FC236}">
                <a16:creationId xmlns:a16="http://schemas.microsoft.com/office/drawing/2014/main" id="{71149CDE-4B49-4511-8D09-90C232C2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6413" y="6567312"/>
            <a:ext cx="153762" cy="129672"/>
          </a:xfrm>
          <a:custGeom xmlns:a="http://schemas.openxmlformats.org/drawingml/2006/main">
            <a:pathLst>
              <a:path w="153762" h="129672">
                <a:moveTo>
                  <a:pt x="153762" y="0"/>
                </a:moveTo>
                <a:lnTo>
                  <a:pt x="104685" y="0"/>
                </a:lnTo>
                <a:lnTo>
                  <a:pt x="104685" y="3168"/>
                </a:lnTo>
                <a:cubicBezTo>
                  <a:pt x="115767" y="3959"/>
                  <a:pt x="118931" y="6743"/>
                  <a:pt x="118931" y="11511"/>
                </a:cubicBezTo>
                <a:cubicBezTo>
                  <a:pt x="118931" y="14690"/>
                  <a:pt x="117548" y="18863"/>
                  <a:pt x="116162" y="24030"/>
                </a:cubicBezTo>
                <a:lnTo>
                  <a:pt x="107059" y="56623"/>
                </a:lnTo>
                <a:lnTo>
                  <a:pt x="50659" y="56623"/>
                </a:lnTo>
                <a:lnTo>
                  <a:pt x="61345" y="17275"/>
                </a:lnTo>
                <a:cubicBezTo>
                  <a:pt x="63918" y="7737"/>
                  <a:pt x="69263" y="3959"/>
                  <a:pt x="81135" y="3168"/>
                </a:cubicBezTo>
                <a:lnTo>
                  <a:pt x="81135" y="0"/>
                </a:lnTo>
                <a:lnTo>
                  <a:pt x="27508" y="0"/>
                </a:lnTo>
                <a:lnTo>
                  <a:pt x="27508" y="3168"/>
                </a:lnTo>
                <a:cubicBezTo>
                  <a:pt x="39976" y="4358"/>
                  <a:pt x="42745" y="5551"/>
                  <a:pt x="42745" y="11311"/>
                </a:cubicBezTo>
                <a:cubicBezTo>
                  <a:pt x="42745" y="14294"/>
                  <a:pt x="41755" y="18664"/>
                  <a:pt x="40372" y="24030"/>
                </a:cubicBezTo>
                <a:lnTo>
                  <a:pt x="17018" y="109429"/>
                </a:lnTo>
                <a:cubicBezTo>
                  <a:pt x="13458" y="122338"/>
                  <a:pt x="11082" y="125317"/>
                  <a:pt x="0" y="126508"/>
                </a:cubicBezTo>
                <a:lnTo>
                  <a:pt x="0" y="129672"/>
                </a:lnTo>
                <a:lnTo>
                  <a:pt x="48485" y="129672"/>
                </a:lnTo>
                <a:lnTo>
                  <a:pt x="48485" y="126508"/>
                </a:lnTo>
                <a:cubicBezTo>
                  <a:pt x="36609" y="124922"/>
                  <a:pt x="34631" y="123531"/>
                  <a:pt x="34631" y="117769"/>
                </a:cubicBezTo>
                <a:cubicBezTo>
                  <a:pt x="34631" y="116380"/>
                  <a:pt x="34831" y="114792"/>
                  <a:pt x="35226" y="113399"/>
                </a:cubicBezTo>
                <a:lnTo>
                  <a:pt x="48286" y="64933"/>
                </a:lnTo>
                <a:lnTo>
                  <a:pt x="104685" y="64933"/>
                </a:lnTo>
                <a:lnTo>
                  <a:pt x="92021" y="111216"/>
                </a:lnTo>
                <a:cubicBezTo>
                  <a:pt x="89448" y="120948"/>
                  <a:pt x="85885" y="125517"/>
                  <a:pt x="71835" y="126508"/>
                </a:cubicBezTo>
                <a:lnTo>
                  <a:pt x="71835" y="129672"/>
                </a:lnTo>
                <a:lnTo>
                  <a:pt x="126057" y="129672"/>
                </a:lnTo>
                <a:lnTo>
                  <a:pt x="126057" y="126508"/>
                </a:lnTo>
                <a:cubicBezTo>
                  <a:pt x="113194" y="125119"/>
                  <a:pt x="110422" y="123729"/>
                  <a:pt x="110422" y="118167"/>
                </a:cubicBezTo>
                <a:cubicBezTo>
                  <a:pt x="110422" y="116580"/>
                  <a:pt x="110621" y="114991"/>
                  <a:pt x="111017" y="113399"/>
                </a:cubicBezTo>
                <a:lnTo>
                  <a:pt x="137139" y="17870"/>
                </a:lnTo>
                <a:cubicBezTo>
                  <a:pt x="140304" y="6344"/>
                  <a:pt x="142481" y="5151"/>
                  <a:pt x="153762" y="3168"/>
                </a:cubicBezTo>
                <a:lnTo>
                  <a:pt x="15376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100005">
            <a:extLst xmlns:a="http://schemas.openxmlformats.org/drawingml/2006/main">
              <a:ext uri="{FF2B5EF4-FFF2-40B4-BE49-F238E27FC236}">
                <a16:creationId xmlns:a16="http://schemas.microsoft.com/office/drawing/2014/main" id="{C64E91A4-A9D3-4ABC-B317-DD207426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5222" y="6435189"/>
            <a:ext cx="86678" cy="46548"/>
          </a:xfrm>
          <a:custGeom xmlns:a="http://schemas.openxmlformats.org/drawingml/2006/main">
            <a:pathLst>
              <a:path w="86678" h="46548">
                <a:moveTo>
                  <a:pt x="86678" y="46548"/>
                </a:moveTo>
                <a:lnTo>
                  <a:pt x="51838" y="0"/>
                </a:lnTo>
                <a:lnTo>
                  <a:pt x="34559" y="0"/>
                </a:lnTo>
                <a:lnTo>
                  <a:pt x="0" y="46548"/>
                </a:lnTo>
                <a:lnTo>
                  <a:pt x="9475" y="46548"/>
                </a:lnTo>
                <a:lnTo>
                  <a:pt x="43201" y="17841"/>
                </a:lnTo>
                <a:lnTo>
                  <a:pt x="77203" y="46548"/>
                </a:lnTo>
                <a:lnTo>
                  <a:pt x="86678" y="465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100006">
            <a:extLst xmlns:a="http://schemas.openxmlformats.org/drawingml/2006/main">
              <a:ext uri="{FF2B5EF4-FFF2-40B4-BE49-F238E27FC236}">
                <a16:creationId xmlns:a16="http://schemas.microsoft.com/office/drawing/2014/main" id="{8021F712-9BC9-45A3-921F-D848AF06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3737" y="6504083"/>
            <a:ext cx="127931" cy="126021"/>
          </a:xfrm>
          <a:custGeom xmlns:a="http://schemas.openxmlformats.org/drawingml/2006/main">
            <a:pathLst>
              <a:path w="127931" h="126021">
                <a:moveTo>
                  <a:pt x="124308" y="92011"/>
                </a:moveTo>
                <a:lnTo>
                  <a:pt x="116780" y="100100"/>
                </a:lnTo>
                <a:cubicBezTo>
                  <a:pt x="108419" y="109299"/>
                  <a:pt x="104796" y="111532"/>
                  <a:pt x="102286" y="111532"/>
                </a:cubicBezTo>
                <a:cubicBezTo>
                  <a:pt x="100058" y="111532"/>
                  <a:pt x="98387" y="109856"/>
                  <a:pt x="98387" y="107904"/>
                </a:cubicBezTo>
                <a:cubicBezTo>
                  <a:pt x="98387" y="102329"/>
                  <a:pt x="110090" y="54369"/>
                  <a:pt x="123193" y="6689"/>
                </a:cubicBezTo>
                <a:cubicBezTo>
                  <a:pt x="124027" y="3904"/>
                  <a:pt x="124308" y="3347"/>
                  <a:pt x="124865" y="837"/>
                </a:cubicBezTo>
                <a:lnTo>
                  <a:pt x="122913" y="0"/>
                </a:lnTo>
                <a:lnTo>
                  <a:pt x="105910" y="1952"/>
                </a:lnTo>
                <a:lnTo>
                  <a:pt x="105076" y="2790"/>
                </a:lnTo>
                <a:lnTo>
                  <a:pt x="102010" y="16174"/>
                </a:lnTo>
                <a:cubicBezTo>
                  <a:pt x="99781" y="5856"/>
                  <a:pt x="91697" y="0"/>
                  <a:pt x="79712" y="0"/>
                </a:cubicBezTo>
                <a:cubicBezTo>
                  <a:pt x="42644" y="0"/>
                  <a:pt x="0" y="50468"/>
                  <a:pt x="0" y="93687"/>
                </a:cubicBezTo>
                <a:cubicBezTo>
                  <a:pt x="0" y="114875"/>
                  <a:pt x="12261" y="126021"/>
                  <a:pt x="27869" y="126021"/>
                </a:cubicBezTo>
                <a:cubicBezTo>
                  <a:pt x="47381" y="126021"/>
                  <a:pt x="63547" y="113760"/>
                  <a:pt x="84450" y="82255"/>
                </a:cubicBezTo>
                <a:cubicBezTo>
                  <a:pt x="78598" y="105118"/>
                  <a:pt x="78041" y="107347"/>
                  <a:pt x="78041" y="114317"/>
                </a:cubicBezTo>
                <a:cubicBezTo>
                  <a:pt x="78041" y="122406"/>
                  <a:pt x="81383" y="125749"/>
                  <a:pt x="89187" y="125749"/>
                </a:cubicBezTo>
                <a:cubicBezTo>
                  <a:pt x="100339" y="125749"/>
                  <a:pt x="107024" y="120454"/>
                  <a:pt x="127931" y="95094"/>
                </a:cubicBezTo>
                <a:lnTo>
                  <a:pt x="124308" y="92011"/>
                </a:lnTo>
                <a:moveTo>
                  <a:pt x="96991" y="22306"/>
                </a:moveTo>
                <a:cubicBezTo>
                  <a:pt x="96991" y="42103"/>
                  <a:pt x="88630" y="66081"/>
                  <a:pt x="75531" y="85040"/>
                </a:cubicBezTo>
                <a:cubicBezTo>
                  <a:pt x="67170" y="97029"/>
                  <a:pt x="54071" y="112365"/>
                  <a:pt x="40134" y="112365"/>
                </a:cubicBezTo>
                <a:cubicBezTo>
                  <a:pt x="30102" y="112365"/>
                  <a:pt x="23412" y="107071"/>
                  <a:pt x="23412" y="91734"/>
                </a:cubicBezTo>
                <a:cubicBezTo>
                  <a:pt x="23412" y="74166"/>
                  <a:pt x="33164" y="49350"/>
                  <a:pt x="44872" y="31786"/>
                </a:cubicBezTo>
                <a:cubicBezTo>
                  <a:pt x="56576" y="14778"/>
                  <a:pt x="68841" y="6132"/>
                  <a:pt x="81383" y="6132"/>
                </a:cubicBezTo>
                <a:cubicBezTo>
                  <a:pt x="91139" y="6132"/>
                  <a:pt x="96991" y="12546"/>
                  <a:pt x="96991" y="223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100007">
            <a:extLst xmlns:a="http://schemas.openxmlformats.org/drawingml/2006/main">
              <a:ext uri="{FF2B5EF4-FFF2-40B4-BE49-F238E27FC236}">
                <a16:creationId xmlns:a16="http://schemas.microsoft.com/office/drawing/2014/main" id="{8641F0DB-3C5F-453C-86C3-83C74057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7052" y="6567311"/>
            <a:ext cx="153762" cy="129672"/>
          </a:xfrm>
          <a:custGeom xmlns:a="http://schemas.openxmlformats.org/drawingml/2006/main">
            <a:pathLst>
              <a:path w="153762" h="129672">
                <a:moveTo>
                  <a:pt x="153762" y="0"/>
                </a:moveTo>
                <a:lnTo>
                  <a:pt x="104685" y="0"/>
                </a:lnTo>
                <a:lnTo>
                  <a:pt x="104685" y="3168"/>
                </a:lnTo>
                <a:cubicBezTo>
                  <a:pt x="115767" y="3959"/>
                  <a:pt x="118931" y="6743"/>
                  <a:pt x="118931" y="11511"/>
                </a:cubicBezTo>
                <a:cubicBezTo>
                  <a:pt x="118931" y="14690"/>
                  <a:pt x="117548" y="18863"/>
                  <a:pt x="116162" y="24030"/>
                </a:cubicBezTo>
                <a:lnTo>
                  <a:pt x="107059" y="56623"/>
                </a:lnTo>
                <a:lnTo>
                  <a:pt x="50659" y="56623"/>
                </a:lnTo>
                <a:lnTo>
                  <a:pt x="61345" y="17275"/>
                </a:lnTo>
                <a:cubicBezTo>
                  <a:pt x="63918" y="7737"/>
                  <a:pt x="69263" y="3959"/>
                  <a:pt x="81135" y="3168"/>
                </a:cubicBezTo>
                <a:lnTo>
                  <a:pt x="81135" y="0"/>
                </a:lnTo>
                <a:lnTo>
                  <a:pt x="27508" y="0"/>
                </a:lnTo>
                <a:lnTo>
                  <a:pt x="27508" y="3168"/>
                </a:lnTo>
                <a:cubicBezTo>
                  <a:pt x="39976" y="4358"/>
                  <a:pt x="42745" y="5551"/>
                  <a:pt x="42745" y="11311"/>
                </a:cubicBezTo>
                <a:cubicBezTo>
                  <a:pt x="42745" y="14294"/>
                  <a:pt x="41755" y="18664"/>
                  <a:pt x="40372" y="24030"/>
                </a:cubicBezTo>
                <a:lnTo>
                  <a:pt x="17018" y="109429"/>
                </a:lnTo>
                <a:cubicBezTo>
                  <a:pt x="13458" y="122338"/>
                  <a:pt x="11082" y="125317"/>
                  <a:pt x="0" y="126508"/>
                </a:cubicBezTo>
                <a:lnTo>
                  <a:pt x="0" y="129672"/>
                </a:lnTo>
                <a:lnTo>
                  <a:pt x="48485" y="129672"/>
                </a:lnTo>
                <a:lnTo>
                  <a:pt x="48485" y="126508"/>
                </a:lnTo>
                <a:cubicBezTo>
                  <a:pt x="36609" y="124922"/>
                  <a:pt x="34631" y="123531"/>
                  <a:pt x="34631" y="117769"/>
                </a:cubicBezTo>
                <a:cubicBezTo>
                  <a:pt x="34631" y="116380"/>
                  <a:pt x="34831" y="114792"/>
                  <a:pt x="35226" y="113399"/>
                </a:cubicBezTo>
                <a:lnTo>
                  <a:pt x="48286" y="64933"/>
                </a:lnTo>
                <a:lnTo>
                  <a:pt x="104685" y="64933"/>
                </a:lnTo>
                <a:lnTo>
                  <a:pt x="92021" y="111216"/>
                </a:lnTo>
                <a:cubicBezTo>
                  <a:pt x="89448" y="120948"/>
                  <a:pt x="85885" y="125517"/>
                  <a:pt x="71835" y="126508"/>
                </a:cubicBezTo>
                <a:lnTo>
                  <a:pt x="71835" y="129672"/>
                </a:lnTo>
                <a:lnTo>
                  <a:pt x="126057" y="129672"/>
                </a:lnTo>
                <a:lnTo>
                  <a:pt x="126057" y="126508"/>
                </a:lnTo>
                <a:cubicBezTo>
                  <a:pt x="113194" y="125119"/>
                  <a:pt x="110422" y="123729"/>
                  <a:pt x="110422" y="118167"/>
                </a:cubicBezTo>
                <a:cubicBezTo>
                  <a:pt x="110422" y="116580"/>
                  <a:pt x="110621" y="114991"/>
                  <a:pt x="111017" y="113399"/>
                </a:cubicBezTo>
                <a:lnTo>
                  <a:pt x="137139" y="17870"/>
                </a:lnTo>
                <a:cubicBezTo>
                  <a:pt x="140304" y="6344"/>
                  <a:pt x="142481" y="5152"/>
                  <a:pt x="153762" y="3168"/>
                </a:cubicBezTo>
                <a:lnTo>
                  <a:pt x="15376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100008">
            <a:extLst xmlns:a="http://schemas.openxmlformats.org/drawingml/2006/main">
              <a:ext uri="{FF2B5EF4-FFF2-40B4-BE49-F238E27FC236}">
                <a16:creationId xmlns:a16="http://schemas.microsoft.com/office/drawing/2014/main" id="{8662B7B3-5081-4B3E-AEEF-020AE7E6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7542" y="6605961"/>
            <a:ext cx="21965" cy="92954"/>
          </a:xfrm>
          <a:custGeom xmlns:a="http://schemas.openxmlformats.org/drawingml/2006/main">
            <a:pathLst>
              <a:path w="21965" h="92954">
                <a:moveTo>
                  <a:pt x="21965" y="11084"/>
                </a:moveTo>
                <a:cubicBezTo>
                  <a:pt x="21965" y="5145"/>
                  <a:pt x="17018" y="0"/>
                  <a:pt x="11082" y="0"/>
                </a:cubicBezTo>
                <a:cubicBezTo>
                  <a:pt x="4750" y="0"/>
                  <a:pt x="0" y="4750"/>
                  <a:pt x="0" y="11084"/>
                </a:cubicBezTo>
                <a:cubicBezTo>
                  <a:pt x="0" y="17021"/>
                  <a:pt x="5145" y="21968"/>
                  <a:pt x="11082" y="21968"/>
                </a:cubicBezTo>
                <a:cubicBezTo>
                  <a:pt x="17018" y="21968"/>
                  <a:pt x="21965" y="17021"/>
                  <a:pt x="21965" y="11084"/>
                </a:cubicBezTo>
                <a:moveTo>
                  <a:pt x="21965" y="82071"/>
                </a:moveTo>
                <a:cubicBezTo>
                  <a:pt x="21965" y="76135"/>
                  <a:pt x="17018" y="70989"/>
                  <a:pt x="11082" y="70989"/>
                </a:cubicBezTo>
                <a:cubicBezTo>
                  <a:pt x="4750" y="70989"/>
                  <a:pt x="0" y="75739"/>
                  <a:pt x="0" y="82071"/>
                </a:cubicBezTo>
                <a:cubicBezTo>
                  <a:pt x="0" y="88008"/>
                  <a:pt x="5145" y="92954"/>
                  <a:pt x="11082" y="92954"/>
                </a:cubicBezTo>
                <a:cubicBezTo>
                  <a:pt x="17018" y="92954"/>
                  <a:pt x="21965" y="88008"/>
                  <a:pt x="21965" y="820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100009">
            <a:extLst xmlns:a="http://schemas.openxmlformats.org/drawingml/2006/main">
              <a:ext uri="{FF2B5EF4-FFF2-40B4-BE49-F238E27FC236}">
                <a16:creationId xmlns:a16="http://schemas.microsoft.com/office/drawing/2014/main" id="{E00B6814-080A-4B26-A21C-BF16D670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2264" y="6563060"/>
            <a:ext cx="88063" cy="133730"/>
          </a:xfrm>
          <a:custGeom xmlns:a="http://schemas.openxmlformats.org/drawingml/2006/main">
            <a:pathLst>
              <a:path w="88063" h="133730">
                <a:moveTo>
                  <a:pt x="88063" y="106626"/>
                </a:moveTo>
                <a:lnTo>
                  <a:pt x="85290" y="105440"/>
                </a:lnTo>
                <a:cubicBezTo>
                  <a:pt x="78759" y="116516"/>
                  <a:pt x="74604" y="118692"/>
                  <a:pt x="66294" y="118692"/>
                </a:cubicBezTo>
                <a:lnTo>
                  <a:pt x="19986" y="118692"/>
                </a:lnTo>
                <a:lnTo>
                  <a:pt x="52640" y="83877"/>
                </a:lnTo>
                <a:cubicBezTo>
                  <a:pt x="70250" y="65283"/>
                  <a:pt x="77968" y="50448"/>
                  <a:pt x="77968" y="34821"/>
                </a:cubicBezTo>
                <a:cubicBezTo>
                  <a:pt x="77968" y="15240"/>
                  <a:pt x="63722" y="0"/>
                  <a:pt x="41359" y="0"/>
                </a:cubicBezTo>
                <a:cubicBezTo>
                  <a:pt x="17018" y="0"/>
                  <a:pt x="4354" y="16227"/>
                  <a:pt x="199" y="39372"/>
                </a:cubicBezTo>
                <a:lnTo>
                  <a:pt x="4354" y="40359"/>
                </a:lnTo>
                <a:cubicBezTo>
                  <a:pt x="12268" y="20973"/>
                  <a:pt x="19195" y="14645"/>
                  <a:pt x="33444" y="14645"/>
                </a:cubicBezTo>
                <a:cubicBezTo>
                  <a:pt x="50264" y="14645"/>
                  <a:pt x="60950" y="24537"/>
                  <a:pt x="60950" y="42536"/>
                </a:cubicBezTo>
                <a:cubicBezTo>
                  <a:pt x="60950" y="59349"/>
                  <a:pt x="53827" y="74383"/>
                  <a:pt x="35223" y="93966"/>
                </a:cubicBezTo>
                <a:lnTo>
                  <a:pt x="0" y="131356"/>
                </a:lnTo>
                <a:lnTo>
                  <a:pt x="0" y="133730"/>
                </a:lnTo>
                <a:lnTo>
                  <a:pt x="77376" y="133730"/>
                </a:lnTo>
                <a:lnTo>
                  <a:pt x="88063" y="1066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path-100010">
            <a:extLst xmlns:a="http://schemas.openxmlformats.org/drawingml/2006/main">
              <a:ext uri="{FF2B5EF4-FFF2-40B4-BE49-F238E27FC236}">
                <a16:creationId xmlns:a16="http://schemas.microsoft.com/office/drawing/2014/main" id="{01406FEE-DEA0-4AF6-B80A-15051618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3887" y="6567311"/>
            <a:ext cx="153762" cy="129672"/>
          </a:xfrm>
          <a:custGeom xmlns:a="http://schemas.openxmlformats.org/drawingml/2006/main">
            <a:pathLst>
              <a:path w="153762" h="129672">
                <a:moveTo>
                  <a:pt x="153762" y="0"/>
                </a:moveTo>
                <a:lnTo>
                  <a:pt x="104685" y="0"/>
                </a:lnTo>
                <a:lnTo>
                  <a:pt x="104685" y="3168"/>
                </a:lnTo>
                <a:cubicBezTo>
                  <a:pt x="115767" y="3959"/>
                  <a:pt x="118931" y="6743"/>
                  <a:pt x="118931" y="11511"/>
                </a:cubicBezTo>
                <a:cubicBezTo>
                  <a:pt x="118931" y="14690"/>
                  <a:pt x="117548" y="18863"/>
                  <a:pt x="116162" y="24030"/>
                </a:cubicBezTo>
                <a:lnTo>
                  <a:pt x="107059" y="56623"/>
                </a:lnTo>
                <a:lnTo>
                  <a:pt x="50659" y="56623"/>
                </a:lnTo>
                <a:lnTo>
                  <a:pt x="61345" y="17275"/>
                </a:lnTo>
                <a:cubicBezTo>
                  <a:pt x="63918" y="7737"/>
                  <a:pt x="69263" y="3959"/>
                  <a:pt x="81135" y="3168"/>
                </a:cubicBezTo>
                <a:lnTo>
                  <a:pt x="81135" y="0"/>
                </a:lnTo>
                <a:lnTo>
                  <a:pt x="27508" y="0"/>
                </a:lnTo>
                <a:lnTo>
                  <a:pt x="27508" y="3168"/>
                </a:lnTo>
                <a:cubicBezTo>
                  <a:pt x="39976" y="4358"/>
                  <a:pt x="42745" y="5551"/>
                  <a:pt x="42745" y="11311"/>
                </a:cubicBezTo>
                <a:cubicBezTo>
                  <a:pt x="42745" y="14294"/>
                  <a:pt x="41755" y="18664"/>
                  <a:pt x="40372" y="24030"/>
                </a:cubicBezTo>
                <a:lnTo>
                  <a:pt x="17018" y="109429"/>
                </a:lnTo>
                <a:cubicBezTo>
                  <a:pt x="13458" y="122338"/>
                  <a:pt x="11082" y="125317"/>
                  <a:pt x="0" y="126508"/>
                </a:cubicBezTo>
                <a:lnTo>
                  <a:pt x="0" y="129672"/>
                </a:lnTo>
                <a:lnTo>
                  <a:pt x="48485" y="129672"/>
                </a:lnTo>
                <a:lnTo>
                  <a:pt x="48485" y="126508"/>
                </a:lnTo>
                <a:cubicBezTo>
                  <a:pt x="36609" y="124922"/>
                  <a:pt x="34631" y="123531"/>
                  <a:pt x="34631" y="117769"/>
                </a:cubicBezTo>
                <a:cubicBezTo>
                  <a:pt x="34631" y="116380"/>
                  <a:pt x="34831" y="114792"/>
                  <a:pt x="35226" y="113399"/>
                </a:cubicBezTo>
                <a:lnTo>
                  <a:pt x="48286" y="64933"/>
                </a:lnTo>
                <a:lnTo>
                  <a:pt x="104685" y="64933"/>
                </a:lnTo>
                <a:lnTo>
                  <a:pt x="92021" y="111216"/>
                </a:lnTo>
                <a:cubicBezTo>
                  <a:pt x="89448" y="120948"/>
                  <a:pt x="85885" y="125517"/>
                  <a:pt x="71835" y="126508"/>
                </a:cubicBezTo>
                <a:lnTo>
                  <a:pt x="71835" y="129672"/>
                </a:lnTo>
                <a:lnTo>
                  <a:pt x="126057" y="129672"/>
                </a:lnTo>
                <a:lnTo>
                  <a:pt x="126057" y="126508"/>
                </a:lnTo>
                <a:cubicBezTo>
                  <a:pt x="113194" y="125119"/>
                  <a:pt x="110422" y="123729"/>
                  <a:pt x="110422" y="118167"/>
                </a:cubicBezTo>
                <a:cubicBezTo>
                  <a:pt x="110422" y="116580"/>
                  <a:pt x="110621" y="114991"/>
                  <a:pt x="111017" y="113399"/>
                </a:cubicBezTo>
                <a:lnTo>
                  <a:pt x="137139" y="17870"/>
                </a:lnTo>
                <a:cubicBezTo>
                  <a:pt x="140304" y="6344"/>
                  <a:pt x="142481" y="5152"/>
                  <a:pt x="153762" y="3168"/>
                </a:cubicBezTo>
                <a:lnTo>
                  <a:pt x="15376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100011">
            <a:extLst xmlns:a="http://schemas.openxmlformats.org/drawingml/2006/main">
              <a:ext uri="{FF2B5EF4-FFF2-40B4-BE49-F238E27FC236}">
                <a16:creationId xmlns:a16="http://schemas.microsoft.com/office/drawing/2014/main" id="{F2BC8747-0D35-402B-950E-14C55007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40548" y="5711812"/>
            <a:ext cx="86677" cy="46548"/>
          </a:xfrm>
          <a:custGeom xmlns:a="http://schemas.openxmlformats.org/drawingml/2006/main">
            <a:pathLst>
              <a:path w="86677" h="46548">
                <a:moveTo>
                  <a:pt x="86677" y="46548"/>
                </a:moveTo>
                <a:lnTo>
                  <a:pt x="51838" y="0"/>
                </a:lnTo>
                <a:lnTo>
                  <a:pt x="34559" y="0"/>
                </a:lnTo>
                <a:lnTo>
                  <a:pt x="0" y="46548"/>
                </a:lnTo>
                <a:lnTo>
                  <a:pt x="9476" y="46548"/>
                </a:lnTo>
                <a:lnTo>
                  <a:pt x="43201" y="17841"/>
                </a:lnTo>
                <a:lnTo>
                  <a:pt x="77203" y="46548"/>
                </a:lnTo>
                <a:lnTo>
                  <a:pt x="86677" y="465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100012">
            <a:extLst xmlns:a="http://schemas.openxmlformats.org/drawingml/2006/main">
              <a:ext uri="{FF2B5EF4-FFF2-40B4-BE49-F238E27FC236}">
                <a16:creationId xmlns:a16="http://schemas.microsoft.com/office/drawing/2014/main" id="{2D975569-D3AA-4283-A23F-222D301B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9065" y="5780706"/>
            <a:ext cx="127932" cy="126021"/>
          </a:xfrm>
          <a:custGeom xmlns:a="http://schemas.openxmlformats.org/drawingml/2006/main">
            <a:pathLst>
              <a:path w="127932" h="126021">
                <a:moveTo>
                  <a:pt x="124308" y="92011"/>
                </a:moveTo>
                <a:lnTo>
                  <a:pt x="116780" y="100100"/>
                </a:lnTo>
                <a:cubicBezTo>
                  <a:pt x="108419" y="109299"/>
                  <a:pt x="104795" y="111532"/>
                  <a:pt x="102287" y="111532"/>
                </a:cubicBezTo>
                <a:cubicBezTo>
                  <a:pt x="100058" y="111532"/>
                  <a:pt x="98387" y="109856"/>
                  <a:pt x="98387" y="107904"/>
                </a:cubicBezTo>
                <a:cubicBezTo>
                  <a:pt x="98387" y="102329"/>
                  <a:pt x="110090" y="54369"/>
                  <a:pt x="123193" y="6689"/>
                </a:cubicBezTo>
                <a:cubicBezTo>
                  <a:pt x="124027" y="3904"/>
                  <a:pt x="124308" y="3347"/>
                  <a:pt x="124866" y="837"/>
                </a:cubicBezTo>
                <a:lnTo>
                  <a:pt x="122912" y="0"/>
                </a:lnTo>
                <a:lnTo>
                  <a:pt x="105909" y="1952"/>
                </a:lnTo>
                <a:lnTo>
                  <a:pt x="105076" y="2790"/>
                </a:lnTo>
                <a:lnTo>
                  <a:pt x="102009" y="16174"/>
                </a:lnTo>
                <a:cubicBezTo>
                  <a:pt x="99781" y="5856"/>
                  <a:pt x="91697" y="0"/>
                  <a:pt x="79711" y="0"/>
                </a:cubicBezTo>
                <a:cubicBezTo>
                  <a:pt x="42644" y="0"/>
                  <a:pt x="0" y="50468"/>
                  <a:pt x="0" y="93687"/>
                </a:cubicBezTo>
                <a:cubicBezTo>
                  <a:pt x="0" y="114875"/>
                  <a:pt x="12261" y="126021"/>
                  <a:pt x="27869" y="126021"/>
                </a:cubicBezTo>
                <a:cubicBezTo>
                  <a:pt x="47381" y="126021"/>
                  <a:pt x="63547" y="113760"/>
                  <a:pt x="84450" y="82255"/>
                </a:cubicBezTo>
                <a:cubicBezTo>
                  <a:pt x="78597" y="105118"/>
                  <a:pt x="78041" y="107347"/>
                  <a:pt x="78041" y="114317"/>
                </a:cubicBezTo>
                <a:cubicBezTo>
                  <a:pt x="78041" y="122406"/>
                  <a:pt x="81384" y="125749"/>
                  <a:pt x="89187" y="125749"/>
                </a:cubicBezTo>
                <a:cubicBezTo>
                  <a:pt x="100339" y="125749"/>
                  <a:pt x="107024" y="120454"/>
                  <a:pt x="127932" y="95094"/>
                </a:cubicBezTo>
                <a:lnTo>
                  <a:pt x="124308" y="92011"/>
                </a:lnTo>
                <a:moveTo>
                  <a:pt x="96992" y="22306"/>
                </a:moveTo>
                <a:cubicBezTo>
                  <a:pt x="96992" y="42103"/>
                  <a:pt x="88631" y="66081"/>
                  <a:pt x="75531" y="85040"/>
                </a:cubicBezTo>
                <a:cubicBezTo>
                  <a:pt x="67170" y="97029"/>
                  <a:pt x="54072" y="112365"/>
                  <a:pt x="40135" y="112365"/>
                </a:cubicBezTo>
                <a:cubicBezTo>
                  <a:pt x="30101" y="112365"/>
                  <a:pt x="23413" y="107071"/>
                  <a:pt x="23413" y="91734"/>
                </a:cubicBezTo>
                <a:cubicBezTo>
                  <a:pt x="23413" y="74166"/>
                  <a:pt x="33164" y="49350"/>
                  <a:pt x="44872" y="31786"/>
                </a:cubicBezTo>
                <a:cubicBezTo>
                  <a:pt x="56576" y="14778"/>
                  <a:pt x="68842" y="6132"/>
                  <a:pt x="81384" y="6132"/>
                </a:cubicBezTo>
                <a:cubicBezTo>
                  <a:pt x="91139" y="6132"/>
                  <a:pt x="96992" y="12546"/>
                  <a:pt x="96992" y="223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100013">
            <a:extLst xmlns:a="http://schemas.openxmlformats.org/drawingml/2006/main">
              <a:ext uri="{FF2B5EF4-FFF2-40B4-BE49-F238E27FC236}">
                <a16:creationId xmlns:a16="http://schemas.microsoft.com/office/drawing/2014/main" id="{09191CCB-33C8-41BF-B4E2-673AFCB9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5929" y="5839682"/>
            <a:ext cx="56002" cy="133730"/>
          </a:xfrm>
          <a:custGeom xmlns:a="http://schemas.openxmlformats.org/drawingml/2006/main">
            <a:pathLst>
              <a:path w="56002" h="133730">
                <a:moveTo>
                  <a:pt x="56002" y="133730"/>
                </a:moveTo>
                <a:lnTo>
                  <a:pt x="56002" y="130761"/>
                </a:lnTo>
                <a:cubicBezTo>
                  <a:pt x="41162" y="130761"/>
                  <a:pt x="37203" y="127202"/>
                  <a:pt x="37203" y="118696"/>
                </a:cubicBezTo>
                <a:lnTo>
                  <a:pt x="37203" y="595"/>
                </a:lnTo>
                <a:lnTo>
                  <a:pt x="35422" y="0"/>
                </a:lnTo>
                <a:lnTo>
                  <a:pt x="0" y="18006"/>
                </a:lnTo>
                <a:lnTo>
                  <a:pt x="0" y="20775"/>
                </a:lnTo>
                <a:lnTo>
                  <a:pt x="5340" y="18797"/>
                </a:lnTo>
                <a:cubicBezTo>
                  <a:pt x="8904" y="17410"/>
                  <a:pt x="12268" y="16421"/>
                  <a:pt x="14249" y="16421"/>
                </a:cubicBezTo>
                <a:cubicBezTo>
                  <a:pt x="18404" y="16421"/>
                  <a:pt x="20184" y="19388"/>
                  <a:pt x="20184" y="26116"/>
                </a:cubicBezTo>
                <a:lnTo>
                  <a:pt x="20184" y="114937"/>
                </a:lnTo>
                <a:cubicBezTo>
                  <a:pt x="20184" y="125819"/>
                  <a:pt x="16026" y="129971"/>
                  <a:pt x="1385" y="130761"/>
                </a:cubicBezTo>
                <a:lnTo>
                  <a:pt x="1385" y="133730"/>
                </a:lnTo>
                <a:lnTo>
                  <a:pt x="56002" y="1337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100014">
            <a:extLst xmlns:a="http://schemas.openxmlformats.org/drawingml/2006/main">
              <a:ext uri="{FF2B5EF4-FFF2-40B4-BE49-F238E27FC236}">
                <a16:creationId xmlns:a16="http://schemas.microsoft.com/office/drawing/2014/main" id="{7BBAD11F-A891-478E-86D3-64FD6BB0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48938" y="5882583"/>
            <a:ext cx="21963" cy="92954"/>
          </a:xfrm>
          <a:custGeom xmlns:a="http://schemas.openxmlformats.org/drawingml/2006/main">
            <a:pathLst>
              <a:path w="21963" h="92954">
                <a:moveTo>
                  <a:pt x="21963" y="11084"/>
                </a:moveTo>
                <a:cubicBezTo>
                  <a:pt x="21963" y="5145"/>
                  <a:pt x="17019" y="0"/>
                  <a:pt x="11082" y="0"/>
                </a:cubicBezTo>
                <a:cubicBezTo>
                  <a:pt x="4749" y="0"/>
                  <a:pt x="0" y="4750"/>
                  <a:pt x="0" y="11084"/>
                </a:cubicBezTo>
                <a:cubicBezTo>
                  <a:pt x="0" y="17021"/>
                  <a:pt x="5145" y="21968"/>
                  <a:pt x="11082" y="21968"/>
                </a:cubicBezTo>
                <a:cubicBezTo>
                  <a:pt x="17019" y="21968"/>
                  <a:pt x="21963" y="17021"/>
                  <a:pt x="21963" y="11084"/>
                </a:cubicBezTo>
                <a:moveTo>
                  <a:pt x="21963" y="82071"/>
                </a:moveTo>
                <a:cubicBezTo>
                  <a:pt x="21963" y="76135"/>
                  <a:pt x="17019" y="70989"/>
                  <a:pt x="11082" y="70989"/>
                </a:cubicBezTo>
                <a:cubicBezTo>
                  <a:pt x="4749" y="70989"/>
                  <a:pt x="0" y="75739"/>
                  <a:pt x="0" y="82071"/>
                </a:cubicBezTo>
                <a:cubicBezTo>
                  <a:pt x="0" y="88008"/>
                  <a:pt x="5145" y="92954"/>
                  <a:pt x="11082" y="92954"/>
                </a:cubicBezTo>
                <a:cubicBezTo>
                  <a:pt x="17019" y="92954"/>
                  <a:pt x="21963" y="88008"/>
                  <a:pt x="21963" y="820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100015">
            <a:extLst xmlns:a="http://schemas.openxmlformats.org/drawingml/2006/main">
              <a:ext uri="{FF2B5EF4-FFF2-40B4-BE49-F238E27FC236}">
                <a16:creationId xmlns:a16="http://schemas.microsoft.com/office/drawing/2014/main" id="{9F18E0D3-29FB-4D63-A67B-B2ACC2E0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86336" y="5843933"/>
            <a:ext cx="153762" cy="129672"/>
          </a:xfrm>
          <a:custGeom xmlns:a="http://schemas.openxmlformats.org/drawingml/2006/main">
            <a:pathLst>
              <a:path w="153762" h="129672">
                <a:moveTo>
                  <a:pt x="153762" y="0"/>
                </a:moveTo>
                <a:lnTo>
                  <a:pt x="104685" y="0"/>
                </a:lnTo>
                <a:lnTo>
                  <a:pt x="104685" y="3168"/>
                </a:lnTo>
                <a:cubicBezTo>
                  <a:pt x="115767" y="3959"/>
                  <a:pt x="118931" y="6743"/>
                  <a:pt x="118931" y="11511"/>
                </a:cubicBezTo>
                <a:cubicBezTo>
                  <a:pt x="118931" y="14690"/>
                  <a:pt x="117549" y="18863"/>
                  <a:pt x="116163" y="24030"/>
                </a:cubicBezTo>
                <a:lnTo>
                  <a:pt x="107059" y="56623"/>
                </a:lnTo>
                <a:lnTo>
                  <a:pt x="50659" y="56623"/>
                </a:lnTo>
                <a:lnTo>
                  <a:pt x="61345" y="17275"/>
                </a:lnTo>
                <a:cubicBezTo>
                  <a:pt x="63919" y="7737"/>
                  <a:pt x="69263" y="3959"/>
                  <a:pt x="81136" y="3168"/>
                </a:cubicBezTo>
                <a:lnTo>
                  <a:pt x="81136" y="0"/>
                </a:lnTo>
                <a:lnTo>
                  <a:pt x="27508" y="0"/>
                </a:lnTo>
                <a:lnTo>
                  <a:pt x="27508" y="3168"/>
                </a:lnTo>
                <a:cubicBezTo>
                  <a:pt x="39976" y="4358"/>
                  <a:pt x="42746" y="5551"/>
                  <a:pt x="42746" y="11311"/>
                </a:cubicBezTo>
                <a:cubicBezTo>
                  <a:pt x="42746" y="14294"/>
                  <a:pt x="41755" y="18664"/>
                  <a:pt x="40372" y="24030"/>
                </a:cubicBezTo>
                <a:lnTo>
                  <a:pt x="17019" y="109429"/>
                </a:lnTo>
                <a:cubicBezTo>
                  <a:pt x="13459" y="122338"/>
                  <a:pt x="11082" y="125317"/>
                  <a:pt x="0" y="126508"/>
                </a:cubicBezTo>
                <a:lnTo>
                  <a:pt x="0" y="129672"/>
                </a:lnTo>
                <a:lnTo>
                  <a:pt x="48485" y="129672"/>
                </a:lnTo>
                <a:lnTo>
                  <a:pt x="48485" y="126508"/>
                </a:lnTo>
                <a:cubicBezTo>
                  <a:pt x="36610" y="124922"/>
                  <a:pt x="34632" y="123531"/>
                  <a:pt x="34632" y="117769"/>
                </a:cubicBezTo>
                <a:cubicBezTo>
                  <a:pt x="34632" y="116380"/>
                  <a:pt x="34831" y="114792"/>
                  <a:pt x="35227" y="113399"/>
                </a:cubicBezTo>
                <a:lnTo>
                  <a:pt x="48287" y="64933"/>
                </a:lnTo>
                <a:lnTo>
                  <a:pt x="104685" y="64933"/>
                </a:lnTo>
                <a:lnTo>
                  <a:pt x="92021" y="111216"/>
                </a:lnTo>
                <a:cubicBezTo>
                  <a:pt x="89449" y="120948"/>
                  <a:pt x="85885" y="125517"/>
                  <a:pt x="71835" y="126508"/>
                </a:cubicBezTo>
                <a:lnTo>
                  <a:pt x="71835" y="129672"/>
                </a:lnTo>
                <a:lnTo>
                  <a:pt x="126057" y="129672"/>
                </a:lnTo>
                <a:lnTo>
                  <a:pt x="126057" y="126508"/>
                </a:lnTo>
                <a:cubicBezTo>
                  <a:pt x="113194" y="125119"/>
                  <a:pt x="110423" y="123729"/>
                  <a:pt x="110423" y="118167"/>
                </a:cubicBezTo>
                <a:cubicBezTo>
                  <a:pt x="110423" y="116580"/>
                  <a:pt x="110622" y="114991"/>
                  <a:pt x="111018" y="113399"/>
                </a:cubicBezTo>
                <a:lnTo>
                  <a:pt x="137139" y="17870"/>
                </a:lnTo>
                <a:cubicBezTo>
                  <a:pt x="140304" y="6344"/>
                  <a:pt x="142481" y="5152"/>
                  <a:pt x="153762" y="3168"/>
                </a:cubicBezTo>
                <a:lnTo>
                  <a:pt x="15376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0694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2026-10-09T21:34:49.5180000Z</dcterms:created>
  <dcterms:modified xsi:type="dcterms:W3CDTF">2026-10-09T21:34:49.5180000Z</dcterms:modified>
</coreProperties>
</file>