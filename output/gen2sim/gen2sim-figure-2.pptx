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19d3463693409c" /><Relationship Type="http://schemas.openxmlformats.org/officeDocument/2006/relationships/extended-properties" Target="/docProps/app.xml" Id="R25d183590e5547ba" /><Relationship Type="http://schemas.openxmlformats.org/officeDocument/2006/relationships/officeDocument" Target="/ppt/presentation.xml" Id="R163bc66aa97249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6ffd7778b64602"/>
  </p:sldMasterIdLst>
  <p:notesMasterIdLst>
    <p:notesMasterId xmlns:r="http://schemas.openxmlformats.org/officeDocument/2006/relationships" r:id="R0936e292341a4b13"/>
  </p:notesMasterIdLst>
  <p:sldIdLst>
    <p:sldId xmlns:r="http://schemas.openxmlformats.org/officeDocument/2006/relationships" id="256" r:id="R889037947a0a4b85"/>
  </p:sldIdLst>
  <p:sldSz cx="14458950" cy="5172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334b192e6b4125" /><Relationship Type="http://schemas.openxmlformats.org/officeDocument/2006/relationships/slideMaster" Target="/ppt/slideMasters/slideMaster1.xml" Id="R666ffd7778b64602" /><Relationship Type="http://schemas.openxmlformats.org/officeDocument/2006/relationships/notesMaster" Target="/ppt/notesMasters/notesMaster1.xml" Id="R0936e292341a4b13" /><Relationship Type="http://schemas.openxmlformats.org/officeDocument/2006/relationships/presProps" Target="/ppt/presProps.xml" Id="Rfa8896dd81314b33" /><Relationship Type="http://schemas.openxmlformats.org/officeDocument/2006/relationships/tableStyles" Target="/ppt/tableStyles.xml" Id="Rab467be6e7374c0a" /><Relationship Type="http://schemas.openxmlformats.org/officeDocument/2006/relationships/slide" Target="/ppt/slides/slide1.xml" Id="R889037947a0a4b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93d40c48a647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57c5d7a2d34212" /><Relationship Type="http://schemas.openxmlformats.org/officeDocument/2006/relationships/notesMaster" Target="/ppt/notesMasters/notesMaster1.xml" Id="R42241c26a47f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"Gen2Sim: Scaling Up Robot Learning in Simulation with Generative Models",</a:t>
            </a:r>
          </a:p>
          <a:p xmlns:a="http://schemas.openxmlformats.org/drawingml/2006/main">
            <a:r>
              <a:t>  "paper_url": "https://arxiv.org/abs/2310.18308v1",</a:t>
            </a:r>
          </a:p>
          <a:p xmlns:a="http://schemas.openxmlformats.org/drawingml/2006/main">
            <a:r>
              <a:t>  "pdf_url": "https://arxiv.org/pdf/2310.18308v1",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"http://arxiv.org/licenses/nonexclusive-distrib/1.0/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Flattened original rebuilt with individual source asset photographs and robot/scene renderings. All captions, task instructions and reward/code labels are live typeable text. Outlined arrows and caption boxes are native; four small model-logo icons retain original pixels.",</a:t>
            </a:r>
          </a:p>
          <a:p xmlns:a="http://schemas.openxmlformats.org/drawingml/2006/main">
            <a:r>
              <a:t>  "source_sha256": "618007739203770439d49d86d099cec7428e7aeb7118b07198d255dfd766af38",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52,</a:t>
            </a:r>
          </a:p>
          <a:p xmlns:a="http://schemas.openxmlformats.org/drawingml/2006/main">
            <a:r>
              <a:t>    50,</a:t>
            </a:r>
          </a:p>
          <a:p xmlns:a="http://schemas.openxmlformats.org/drawingml/2006/main">
            <a:r>
              <a:t>    558,</a:t>
            </a:r>
          </a:p>
          <a:p xmlns:a="http://schemas.openxmlformats.org/drawingml/2006/main">
            <a:r>
              <a:t>    231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false,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55,</a:t>
            </a:r>
          </a:p>
          <a:p xmlns:a="http://schemas.openxmlformats.org/drawingml/2006/main">
            <a:r>
              <a:t>        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205,</a:t>
            </a:r>
          </a:p>
          <a:p xmlns:a="http://schemas.openxmlformats.org/drawingml/2006/main">
            <a:r>
              <a:t>        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"asset-1-7",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355,</a:t>
            </a:r>
          </a:p>
          <a:p xmlns:a="http://schemas.openxmlformats.org/drawingml/2006/main">
            <a:r>
              <a:t>        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"asset-1-8",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356,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405,</a:t>
            </a:r>
          </a:p>
          <a:p xmlns:a="http://schemas.openxmlformats.org/drawingml/2006/main">
            <a:r>
              <a:t>        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"asset-2-1",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59,</a:t>
            </a:r>
          </a:p>
          <a:p xmlns:a="http://schemas.openxmlformats.org/drawingml/2006/main">
            <a:r>
              <a:t>        55,</a:t>
            </a:r>
          </a:p>
          <a:p xmlns:a="http://schemas.openxmlformats.org/drawingml/2006/main">
            <a:r>
              <a:t>        108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"asset-2-2",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59,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108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"asset-2-3",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59,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108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"asset-2-4",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59,</a:t>
            </a:r>
          </a:p>
          <a:p xmlns:a="http://schemas.openxmlformats.org/drawingml/2006/main">
            <a:r>
              <a:t>        205,</a:t>
            </a:r>
          </a:p>
          <a:p xmlns:a="http://schemas.openxmlformats.org/drawingml/2006/main">
            <a:r>
              <a:t>        108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"asset-2-5",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59,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108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"asset-2-6",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59,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108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"asset-2-7",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59,</a:t>
            </a:r>
          </a:p>
          <a:p xmlns:a="http://schemas.openxmlformats.org/drawingml/2006/main">
            <a:r>
              <a:t>        355,</a:t>
            </a:r>
          </a:p>
          <a:p xmlns:a="http://schemas.openxmlformats.org/drawingml/2006/main">
            <a:r>
              <a:t>        108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"asset-2-8",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356,</a:t>
            </a:r>
          </a:p>
          <a:p xmlns:a="http://schemas.openxmlformats.org/drawingml/2006/main">
            <a:r>
              <a:t>        59,</a:t>
            </a:r>
          </a:p>
          <a:p xmlns:a="http://schemas.openxmlformats.org/drawingml/2006/main">
            <a:r>
              <a:t>        405,</a:t>
            </a:r>
          </a:p>
          <a:p xmlns:a="http://schemas.openxmlformats.org/drawingml/2006/main">
            <a:r>
              <a:t>        108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"asset-3-1",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55,</a:t>
            </a:r>
          </a:p>
          <a:p xmlns:a="http://schemas.openxmlformats.org/drawingml/2006/main">
            <a:r>
              <a:t>        158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"asset-3-2",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158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"asset-3-3",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158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"asset-3-4",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205,</a:t>
            </a:r>
          </a:p>
          <a:p xmlns:a="http://schemas.openxmlformats.org/drawingml/2006/main">
            <a:r>
              <a:t>        158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"asset-3-5",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158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"asset-3-6",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158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"asset-3-7",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355,</a:t>
            </a:r>
          </a:p>
          <a:p xmlns:a="http://schemas.openxmlformats.org/drawingml/2006/main">
            <a:r>
              <a:t>        158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"asset-3-8",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356,</a:t>
            </a:r>
          </a:p>
          <a:p xmlns:a="http://schemas.openxmlformats.org/drawingml/2006/main">
            <a:r>
              <a:t>        109,</a:t>
            </a:r>
          </a:p>
          <a:p xmlns:a="http://schemas.openxmlformats.org/drawingml/2006/main">
            <a:r>
              <a:t>        405,</a:t>
            </a:r>
          </a:p>
          <a:p xmlns:a="http://schemas.openxmlformats.org/drawingml/2006/main">
            <a:r>
              <a:t>        158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"asset-4-1",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159,</a:t>
            </a:r>
          </a:p>
          <a:p xmlns:a="http://schemas.openxmlformats.org/drawingml/2006/main">
            <a:r>
              <a:t>        55,</a:t>
            </a:r>
          </a:p>
          <a:p xmlns:a="http://schemas.openxmlformats.org/drawingml/2006/main">
            <a:r>
              <a:t>        208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"asset-4-2",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159,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208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"asset-4-3",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159,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208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"asset-4-4",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159,</a:t>
            </a:r>
          </a:p>
          <a:p xmlns:a="http://schemas.openxmlformats.org/drawingml/2006/main">
            <a:r>
              <a:t>        205,</a:t>
            </a:r>
          </a:p>
          <a:p xmlns:a="http://schemas.openxmlformats.org/drawingml/2006/main">
            <a:r>
              <a:t>        208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"asset-4-5",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159,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208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"asset-4-6",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159,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208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"asset-4-7",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159,</a:t>
            </a:r>
          </a:p>
          <a:p xmlns:a="http://schemas.openxmlformats.org/drawingml/2006/main">
            <a:r>
              <a:t>        355,</a:t>
            </a:r>
          </a:p>
          <a:p xmlns:a="http://schemas.openxmlformats.org/drawingml/2006/main">
            <a:r>
              <a:t>        208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"asset-4-8",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356,</a:t>
            </a:r>
          </a:p>
          <a:p xmlns:a="http://schemas.openxmlformats.org/drawingml/2006/main">
            <a:r>
              <a:t>        159,</a:t>
            </a:r>
          </a:p>
          <a:p xmlns:a="http://schemas.openxmlformats.org/drawingml/2006/main">
            <a:r>
              <a:t>        405,</a:t>
            </a:r>
          </a:p>
          <a:p xmlns:a="http://schemas.openxmlformats.org/drawingml/2006/main">
            <a:r>
              <a:t>        208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"asset-5-1",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209,</a:t>
            </a:r>
          </a:p>
          <a:p xmlns:a="http://schemas.openxmlformats.org/drawingml/2006/main">
            <a:r>
              <a:t>        55,</a:t>
            </a:r>
          </a:p>
          <a:p xmlns:a="http://schemas.openxmlformats.org/drawingml/2006/main">
            <a:r>
              <a:t>        258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"asset-5-2",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209,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258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"asset-5-3",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209,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258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"asset-5-4",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209,</a:t>
            </a:r>
          </a:p>
          <a:p xmlns:a="http://schemas.openxmlformats.org/drawingml/2006/main">
            <a:r>
              <a:t>        205,</a:t>
            </a:r>
          </a:p>
          <a:p xmlns:a="http://schemas.openxmlformats.org/drawingml/2006/main">
            <a:r>
              <a:t>        258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"asset-5-5",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209,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258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"asset-5-6",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209,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258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"asset-5-7",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209,</a:t>
            </a:r>
          </a:p>
          <a:p xmlns:a="http://schemas.openxmlformats.org/drawingml/2006/main">
            <a:r>
              <a:t>        355,</a:t>
            </a:r>
          </a:p>
          <a:p xmlns:a="http://schemas.openxmlformats.org/drawingml/2006/main">
            <a:r>
              <a:t>        258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"asset-5-8",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356,</a:t>
            </a:r>
          </a:p>
          <a:p xmlns:a="http://schemas.openxmlformats.org/drawingml/2006/main">
            <a:r>
              <a:t>        209,</a:t>
            </a:r>
          </a:p>
          <a:p xmlns:a="http://schemas.openxmlformats.org/drawingml/2006/main">
            <a:r>
              <a:t>        405,</a:t>
            </a:r>
          </a:p>
          <a:p xmlns:a="http://schemas.openxmlformats.org/drawingml/2006/main">
            <a:r>
              <a:t>        258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"asset-6-1",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259,</a:t>
            </a:r>
          </a:p>
          <a:p xmlns:a="http://schemas.openxmlformats.org/drawingml/2006/main">
            <a:r>
              <a:t>        55,</a:t>
            </a:r>
          </a:p>
          <a:p xmlns:a="http://schemas.openxmlformats.org/drawingml/2006/main">
            <a:r>
              <a:t>        308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"asset-6-2",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259,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308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"asset-6-3",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259,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308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"asset-6-4",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259,</a:t>
            </a:r>
          </a:p>
          <a:p xmlns:a="http://schemas.openxmlformats.org/drawingml/2006/main">
            <a:r>
              <a:t>        205,</a:t>
            </a:r>
          </a:p>
          <a:p xmlns:a="http://schemas.openxmlformats.org/drawingml/2006/main">
            <a:r>
              <a:t>        308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"asset-6-5",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259,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308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"asset-6-6",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259,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308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"asset-6-7",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259,</a:t>
            </a:r>
          </a:p>
          <a:p xmlns:a="http://schemas.openxmlformats.org/drawingml/2006/main">
            <a:r>
              <a:t>        355,</a:t>
            </a:r>
          </a:p>
          <a:p xmlns:a="http://schemas.openxmlformats.org/drawingml/2006/main">
            <a:r>
              <a:t>        308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"asset-6-8",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356,</a:t>
            </a:r>
          </a:p>
          <a:p xmlns:a="http://schemas.openxmlformats.org/drawingml/2006/main">
            <a:r>
              <a:t>        259,</a:t>
            </a:r>
          </a:p>
          <a:p xmlns:a="http://schemas.openxmlformats.org/drawingml/2006/main">
            <a:r>
              <a:t>        405,</a:t>
            </a:r>
          </a:p>
          <a:p xmlns:a="http://schemas.openxmlformats.org/drawingml/2006/main">
            <a:r>
              <a:t>        308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"asset-7-1",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309,</a:t>
            </a:r>
          </a:p>
          <a:p xmlns:a="http://schemas.openxmlformats.org/drawingml/2006/main">
            <a:r>
              <a:t>        55,</a:t>
            </a:r>
          </a:p>
          <a:p xmlns:a="http://schemas.openxmlformats.org/drawingml/2006/main">
            <a:r>
              <a:t>        358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"asset-7-2",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309,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358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"asset-7-3",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309,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358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"asset-7-4",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309,</a:t>
            </a:r>
          </a:p>
          <a:p xmlns:a="http://schemas.openxmlformats.org/drawingml/2006/main">
            <a:r>
              <a:t>        205,</a:t>
            </a:r>
          </a:p>
          <a:p xmlns:a="http://schemas.openxmlformats.org/drawingml/2006/main">
            <a:r>
              <a:t>        358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"asset-7-5",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309,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358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"asset-7-6",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309,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358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"asset-7-7",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309,</a:t>
            </a:r>
          </a:p>
          <a:p xmlns:a="http://schemas.openxmlformats.org/drawingml/2006/main">
            <a:r>
              <a:t>        355,</a:t>
            </a:r>
          </a:p>
          <a:p xmlns:a="http://schemas.openxmlformats.org/drawingml/2006/main">
            <a:r>
              <a:t>        358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"asset-7-8",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356,</a:t>
            </a:r>
          </a:p>
          <a:p xmlns:a="http://schemas.openxmlformats.org/drawingml/2006/main">
            <a:r>
              <a:t>        309,</a:t>
            </a:r>
          </a:p>
          <a:p xmlns:a="http://schemas.openxmlformats.org/drawingml/2006/main">
            <a:r>
              <a:t>        405,</a:t>
            </a:r>
          </a:p>
          <a:p xmlns:a="http://schemas.openxmlformats.org/drawingml/2006/main">
            <a:r>
              <a:t>        358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"asset-8-1",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359,</a:t>
            </a:r>
          </a:p>
          <a:p xmlns:a="http://schemas.openxmlformats.org/drawingml/2006/main">
            <a:r>
              <a:t>        55,</a:t>
            </a:r>
          </a:p>
          <a:p xmlns:a="http://schemas.openxmlformats.org/drawingml/2006/main">
            <a:r>
              <a:t>        408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"asset-8-2",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359,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408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"asset-8-3",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359,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408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"asset-8-4",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359,</a:t>
            </a:r>
          </a:p>
          <a:p xmlns:a="http://schemas.openxmlformats.org/drawingml/2006/main">
            <a:r>
              <a:t>        205,</a:t>
            </a:r>
          </a:p>
          <a:p xmlns:a="http://schemas.openxmlformats.org/drawingml/2006/main">
            <a:r>
              <a:t>        408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"asset-8-5",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359,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408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"asset-8-6",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359,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408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"asset-8-7",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359,</a:t>
            </a:r>
          </a:p>
          <a:p xmlns:a="http://schemas.openxmlformats.org/drawingml/2006/main">
            <a:r>
              <a:t>        355,</a:t>
            </a:r>
          </a:p>
          <a:p xmlns:a="http://schemas.openxmlformats.org/drawingml/2006/main">
            <a:r>
              <a:t>        408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"asset-8-8",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356,</a:t>
            </a:r>
          </a:p>
          <a:p xmlns:a="http://schemas.openxmlformats.org/drawingml/2006/main">
            <a:r>
              <a:t>        359,</a:t>
            </a:r>
          </a:p>
          <a:p xmlns:a="http://schemas.openxmlformats.org/drawingml/2006/main">
            <a:r>
              <a:t>        405,</a:t>
            </a:r>
          </a:p>
          <a:p xmlns:a="http://schemas.openxmlformats.org/drawingml/2006/main">
            <a:r>
              <a:t>        408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"asset-9-1",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409,</a:t>
            </a:r>
          </a:p>
          <a:p xmlns:a="http://schemas.openxmlformats.org/drawingml/2006/main">
            <a:r>
              <a:t>        55,</a:t>
            </a:r>
          </a:p>
          <a:p xmlns:a="http://schemas.openxmlformats.org/drawingml/2006/main">
            <a:r>
              <a:t>        458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"asset-9-2",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409,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458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"asset-9-3",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409,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458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"asset-9-4",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409,</a:t>
            </a:r>
          </a:p>
          <a:p xmlns:a="http://schemas.openxmlformats.org/drawingml/2006/main">
            <a:r>
              <a:t>        205,</a:t>
            </a:r>
          </a:p>
          <a:p xmlns:a="http://schemas.openxmlformats.org/drawingml/2006/main">
            <a:r>
              <a:t>        458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"asset-9-5",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409,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458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"asset-9-6",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409,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458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"asset-9-7",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409,</a:t>
            </a:r>
          </a:p>
          <a:p xmlns:a="http://schemas.openxmlformats.org/drawingml/2006/main">
            <a:r>
              <a:t>        355,</a:t>
            </a:r>
          </a:p>
          <a:p xmlns:a="http://schemas.openxmlformats.org/drawingml/2006/main">
            <a:r>
              <a:t>        458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"asset-9-8",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356,</a:t>
            </a:r>
          </a:p>
          <a:p xmlns:a="http://schemas.openxmlformats.org/drawingml/2006/main">
            <a:r>
              <a:t>        409,</a:t>
            </a:r>
          </a:p>
          <a:p xmlns:a="http://schemas.openxmlformats.org/drawingml/2006/main">
            <a:r>
              <a:t>        405,</a:t>
            </a:r>
          </a:p>
          <a:p xmlns:a="http://schemas.openxmlformats.org/drawingml/2006/main">
            <a:r>
              <a:t>        458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"asset-10-1",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55,</a:t>
            </a:r>
          </a:p>
          <a:p xmlns:a="http://schemas.openxmlformats.org/drawingml/2006/main">
            <a:r>
              <a:t>        506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"asset-10-2",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56,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506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"asset-10-3",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506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"asset-10-4",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205,</a:t>
            </a:r>
          </a:p>
          <a:p xmlns:a="http://schemas.openxmlformats.org/drawingml/2006/main">
            <a:r>
              <a:t>        506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"asset-10-5",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206,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255,</a:t>
            </a:r>
          </a:p>
          <a:p xmlns:a="http://schemas.openxmlformats.org/drawingml/2006/main">
            <a:r>
              <a:t>        506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"asset-10-6",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256,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506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"asset-10-7",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306,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355,</a:t>
            </a:r>
          </a:p>
          <a:p xmlns:a="http://schemas.openxmlformats.org/drawingml/2006/main">
            <a:r>
              <a:t>        506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"asset-10-8",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356,</a:t>
            </a:r>
          </a:p>
          <a:p xmlns:a="http://schemas.openxmlformats.org/drawingml/2006/main">
            <a:r>
              <a:t>        459,</a:t>
            </a:r>
          </a:p>
          <a:p xmlns:a="http://schemas.openxmlformats.org/drawingml/2006/main">
            <a:r>
              <a:t>        405,</a:t>
            </a:r>
          </a:p>
          <a:p xmlns:a="http://schemas.openxmlformats.org/drawingml/2006/main">
            <a:r>
              <a:t>        506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individual generated object asset rendering"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"fridge-environment",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505,</a:t>
            </a:r>
          </a:p>
          <a:p xmlns:a="http://schemas.openxmlformats.org/drawingml/2006/main">
            <a:r>
              <a:t>        78,</a:t>
            </a:r>
          </a:p>
          <a:p xmlns:a="http://schemas.openxmlformats.org/drawingml/2006/main">
            <a:r>
              <a:t>        685,</a:t>
            </a:r>
          </a:p>
          <a:p xmlns:a="http://schemas.openxmlformats.org/drawingml/2006/main">
            <a:r>
              <a:t>        254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generated environment or robotic task execution rendering; its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"cabinet-environment",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502,</a:t>
            </a:r>
          </a:p>
          <a:p xmlns:a="http://schemas.openxmlformats.org/drawingml/2006/main">
            <a:r>
              <a:t>        333,</a:t>
            </a:r>
          </a:p>
          <a:p xmlns:a="http://schemas.openxmlformats.org/drawingml/2006/main">
            <a:r>
              <a:t>        687,</a:t>
            </a:r>
          </a:p>
          <a:p xmlns:a="http://schemas.openxmlformats.org/drawingml/2006/main">
            <a:r>
              <a:t>        498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generated environment or robotic task execution rendering; its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"open-fridge",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815,</a:t>
            </a:r>
          </a:p>
          <a:p xmlns:a="http://schemas.openxmlformats.org/drawingml/2006/main">
            <a:r>
              <a:t>        84,</a:t>
            </a:r>
          </a:p>
          <a:p xmlns:a="http://schemas.openxmlformats.org/drawingml/2006/main">
            <a:r>
              <a:t>        936,</a:t>
            </a:r>
          </a:p>
          <a:p xmlns:a="http://schemas.openxmlformats.org/drawingml/2006/main">
            <a:r>
              <a:t>        252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generated environment or robotic task execution rendering; its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"pick-veggie",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1067,</a:t>
            </a:r>
          </a:p>
          <a:p xmlns:a="http://schemas.openxmlformats.org/drawingml/2006/main">
            <a:r>
              <a:t>        84,</a:t>
            </a:r>
          </a:p>
          <a:p xmlns:a="http://schemas.openxmlformats.org/drawingml/2006/main">
            <a:r>
              <a:t>        1192,</a:t>
            </a:r>
          </a:p>
          <a:p xmlns:a="http://schemas.openxmlformats.org/drawingml/2006/main">
            <a:r>
              <a:t>        252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generated environment or robotic task execution rendering; its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"place-veggie",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1304,</a:t>
            </a:r>
          </a:p>
          <a:p xmlns:a="http://schemas.openxmlformats.org/drawingml/2006/main">
            <a:r>
              <a:t>        84,</a:t>
            </a:r>
          </a:p>
          <a:p xmlns:a="http://schemas.openxmlformats.org/drawingml/2006/main">
            <a:r>
              <a:t>        1426,</a:t>
            </a:r>
          </a:p>
          <a:p xmlns:a="http://schemas.openxmlformats.org/drawingml/2006/main">
            <a:r>
              <a:t>        252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generated environment or robotic task execution rendering; its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"open-cabinet",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814,</a:t>
            </a:r>
          </a:p>
          <a:p xmlns:a="http://schemas.openxmlformats.org/drawingml/2006/main">
            <a:r>
              <a:t>        313,</a:t>
            </a:r>
          </a:p>
          <a:p xmlns:a="http://schemas.openxmlformats.org/drawingml/2006/main">
            <a:r>
              <a:t>        937,</a:t>
            </a:r>
          </a:p>
          <a:p xmlns:a="http://schemas.openxmlformats.org/drawingml/2006/main">
            <a:r>
              <a:t>        499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generated environment or robotic task execution rendering; its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"pick-ball",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1065,</a:t>
            </a:r>
          </a:p>
          <a:p xmlns:a="http://schemas.openxmlformats.org/drawingml/2006/main">
            <a:r>
              <a:t>        313,</a:t>
            </a:r>
          </a:p>
          <a:p xmlns:a="http://schemas.openxmlformats.org/drawingml/2006/main">
            <a:r>
              <a:t>        1193,</a:t>
            </a:r>
          </a:p>
          <a:p xmlns:a="http://schemas.openxmlformats.org/drawingml/2006/main">
            <a:r>
              <a:t>        499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generated environment or robotic task execution rendering; its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"place-ball",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1303,</a:t>
            </a:r>
          </a:p>
          <a:p xmlns:a="http://schemas.openxmlformats.org/drawingml/2006/main">
            <a:r>
              <a:t>        313,</a:t>
            </a:r>
          </a:p>
          <a:p xmlns:a="http://schemas.openxmlformats.org/drawingml/2006/main">
            <a:r>
              <a:t>        1427,</a:t>
            </a:r>
          </a:p>
          <a:p xmlns:a="http://schemas.openxmlformats.org/drawingml/2006/main">
            <a:r>
              <a:t>        499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generated environment or robotic task execution rendering; its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"model-logo-0",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429,</a:t>
            </a:r>
          </a:p>
          <a:p xmlns:a="http://schemas.openxmlformats.org/drawingml/2006/main">
            <a:r>
              <a:t>        87,</a:t>
            </a:r>
          </a:p>
          <a:p xmlns:a="http://schemas.openxmlformats.org/drawingml/2006/main">
            <a:r>
              <a:t>        472,</a:t>
            </a:r>
          </a:p>
          <a:p xmlns:a="http://schemas.openxmlformats.org/drawingml/2006/main">
            <a:r>
              <a:t>        129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language-model logo/icon"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"model-logo-1",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722,</a:t>
            </a:r>
          </a:p>
          <a:p xmlns:a="http://schemas.openxmlformats.org/drawingml/2006/main">
            <a:r>
              <a:t>        87,</a:t>
            </a:r>
          </a:p>
          <a:p xmlns:a="http://schemas.openxmlformats.org/drawingml/2006/main">
            <a:r>
              <a:t>        766,</a:t>
            </a:r>
          </a:p>
          <a:p xmlns:a="http://schemas.openxmlformats.org/drawingml/2006/main">
            <a:r>
              <a:t>        129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language-model logo/icon"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"model-logo-2",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429,</a:t>
            </a:r>
          </a:p>
          <a:p xmlns:a="http://schemas.openxmlformats.org/drawingml/2006/main">
            <a:r>
              <a:t>        325,</a:t>
            </a:r>
          </a:p>
          <a:p xmlns:a="http://schemas.openxmlformats.org/drawingml/2006/main">
            <a:r>
              <a:t>        472,</a:t>
            </a:r>
          </a:p>
          <a:p xmlns:a="http://schemas.openxmlformats.org/drawingml/2006/main">
            <a:r>
              <a:t>        367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language-model logo/icon"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"model-logo-3",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722,</a:t>
            </a:r>
          </a:p>
          <a:p xmlns:a="http://schemas.openxmlformats.org/drawingml/2006/main">
            <a:r>
              <a:t>        325,</a:t>
            </a:r>
          </a:p>
          <a:p xmlns:a="http://schemas.openxmlformats.org/drawingml/2006/main">
            <a:r>
              <a:t>        766,</a:t>
            </a:r>
          </a:p>
          <a:p xmlns:a="http://schemas.openxmlformats.org/drawingml/2006/main">
            <a:r>
              <a:t>        367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language-model logo/icon"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5273d15ca45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8cdf58ce84a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e732bc1d64d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5b95c765442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fb817197c4c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983e1f05641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7285A9-87AC-4410-9222-EBDD2837F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5895" y="1953895"/>
            <a:ext cx="11567160" cy="747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E213A5-7960-45F5-B48C-E1BED9E5B7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68843" y="2844641"/>
            <a:ext cx="10121265" cy="574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4D19D4-C97D-4766-A00D-82DD59D58D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5895" y="2155031"/>
            <a:ext cx="11567160" cy="862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6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899D84-E356-4D21-94AA-D3B0A7A89E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3316" y="402273"/>
            <a:ext cx="12832318" cy="632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8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53A6F1-8DA6-445D-9C4A-1EA76E378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3316" y="1436688"/>
            <a:ext cx="12832318" cy="3218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240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1pPr>
            <a:lvl2pPr marL="40227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2pPr>
            <a:lvl3pPr marL="632142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3pPr>
            <a:lvl4pPr marL="86201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4pPr>
            <a:lvl5pPr marL="109188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5pPr>
            <a:lvl6pPr marL="1321752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6pPr>
            <a:lvl7pPr marL="155162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7pPr>
            <a:lvl8pPr marL="178149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8pPr>
            <a:lvl9pPr marL="201136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2DA45F-62CB-440A-9690-3324338201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3316" y="402273"/>
            <a:ext cx="12832318" cy="632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8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D2B2C2-2F44-4FE8-93CC-C7889E51FD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3316" y="1436688"/>
            <a:ext cx="5964317" cy="3218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240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1pPr>
            <a:lvl2pPr marL="40227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2pPr>
            <a:lvl3pPr marL="632142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3pPr>
            <a:lvl4pPr marL="86201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4pPr>
            <a:lvl5pPr marL="109188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5pPr>
            <a:lvl6pPr marL="1321752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6pPr>
            <a:lvl7pPr marL="155162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7pPr>
            <a:lvl8pPr marL="178149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8pPr>
            <a:lvl9pPr marL="201136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B14DBE-E604-4232-B242-8324D87D0A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81317" y="1436688"/>
            <a:ext cx="5964317" cy="3218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240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1pPr>
            <a:lvl2pPr marL="40227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2pPr>
            <a:lvl3pPr marL="632142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3pPr>
            <a:lvl4pPr marL="86201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4pPr>
            <a:lvl5pPr marL="109188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5pPr>
            <a:lvl6pPr marL="1321752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6pPr>
            <a:lvl7pPr marL="155162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7pPr>
            <a:lvl8pPr marL="178149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8pPr>
            <a:lvl9pPr marL="201136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7418C0-763E-4074-86DB-75B8C8736B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3316" y="402273"/>
            <a:ext cx="12832318" cy="632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8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04BDD2-1BB7-4CD3-A74C-F029962B83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3316" y="1436688"/>
            <a:ext cx="5964317" cy="3218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240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1pPr>
            <a:lvl2pPr marL="40227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2pPr>
            <a:lvl3pPr marL="632142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3pPr>
            <a:lvl4pPr marL="86201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4pPr>
            <a:lvl5pPr marL="109188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5pPr>
            <a:lvl6pPr marL="1321752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6pPr>
            <a:lvl7pPr marL="155162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7pPr>
            <a:lvl8pPr marL="178149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8pPr>
            <a:lvl9pPr marL="2011363" indent="-172402">
              <a:lnSpc>
                <a:spcPct val="110000"/>
              </a:lnSpc>
              <a:spcBef>
                <a:spcPts val="0"/>
              </a:spcBef>
              <a:spcAft>
                <a:spcPts val="9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066b2af6e7497d" /><Relationship Type="http://schemas.openxmlformats.org/officeDocument/2006/relationships/slideLayout" Target="/ppt/slideLayouts/slideLayout1.xml" Id="R838c0bc490734c09" /><Relationship Type="http://schemas.openxmlformats.org/officeDocument/2006/relationships/slideLayout" Target="/ppt/slideLayouts/slideLayout2.xml" Id="R94582c5b683a4522" /><Relationship Type="http://schemas.openxmlformats.org/officeDocument/2006/relationships/slideLayout" Target="/ppt/slideLayouts/slideLayout3.xml" Id="R8413ba958d034a2d" /><Relationship Type="http://schemas.openxmlformats.org/officeDocument/2006/relationships/slideLayout" Target="/ppt/slideLayouts/slideLayout4.xml" Id="R7c66656612f54c3b" /><Relationship Type="http://schemas.openxmlformats.org/officeDocument/2006/relationships/slideLayout" Target="/ppt/slideLayouts/slideLayout5.xml" Id="R3681c31943df4d73" /><Relationship Type="http://schemas.openxmlformats.org/officeDocument/2006/relationships/slideLayout" Target="/ppt/slideLayouts/slideLayout6.xml" Id="R7dee4f489a5243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c0bc490734c09"/>
    <p:sldLayoutId xmlns:r="http://schemas.openxmlformats.org/officeDocument/2006/relationships" id="2147483650" r:id="R94582c5b683a4522"/>
    <p:sldLayoutId xmlns:r="http://schemas.openxmlformats.org/officeDocument/2006/relationships" id="2147483651" r:id="R8413ba958d034a2d"/>
    <p:sldLayoutId xmlns:r="http://schemas.openxmlformats.org/officeDocument/2006/relationships" id="2147483652" r:id="R7c66656612f54c3b"/>
    <p:sldLayoutId xmlns:r="http://schemas.openxmlformats.org/officeDocument/2006/relationships" id="2147483653" r:id="R3681c31943df4d73"/>
    <p:sldLayoutId xmlns:r="http://schemas.openxmlformats.org/officeDocument/2006/relationships" id="2147483654" r:id="R7dee4f489a5243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123e5842c4e55" /><Relationship Type="http://schemas.openxmlformats.org/officeDocument/2006/relationships/image" Target="/ppt/media/image.png" Id="R26da8c13810f4eb4" /><Relationship Type="http://schemas.openxmlformats.org/officeDocument/2006/relationships/image" Target="/ppt/media/image2.png" Id="R3b4ebe10436a4d48" /><Relationship Type="http://schemas.openxmlformats.org/officeDocument/2006/relationships/image" Target="/ppt/media/image3.png" Id="R2f4bd803541b412f" /><Relationship Type="http://schemas.openxmlformats.org/officeDocument/2006/relationships/image" Target="/ppt/media/image4.png" Id="R06410bd92532469f" /><Relationship Type="http://schemas.openxmlformats.org/officeDocument/2006/relationships/image" Target="/ppt/media/image5.png" Id="Rf1269285b44e4d60" /><Relationship Type="http://schemas.openxmlformats.org/officeDocument/2006/relationships/image" Target="/ppt/media/image6.png" Id="R311585e7d7004905" /><Relationship Type="http://schemas.openxmlformats.org/officeDocument/2006/relationships/image" Target="/ppt/media/image7.png" Id="R6124fa54ae6f4ec4" /><Relationship Type="http://schemas.openxmlformats.org/officeDocument/2006/relationships/image" Target="/ppt/media/image8.png" Id="R8f61692b274f4f72" /><Relationship Type="http://schemas.openxmlformats.org/officeDocument/2006/relationships/image" Target="/ppt/media/image9.png" Id="Rc97a535678574fec" /><Relationship Type="http://schemas.openxmlformats.org/officeDocument/2006/relationships/image" Target="/ppt/media/image10.png" Id="R9f28c28cb96a4e60" /><Relationship Type="http://schemas.openxmlformats.org/officeDocument/2006/relationships/image" Target="/ppt/media/image11.png" Id="R008cb040271b426f" /><Relationship Type="http://schemas.openxmlformats.org/officeDocument/2006/relationships/image" Target="/ppt/media/image12.png" Id="Rbefd497965a14c74" /><Relationship Type="http://schemas.openxmlformats.org/officeDocument/2006/relationships/image" Target="/ppt/media/image13.png" Id="R9a1294c2ad464cf1" /><Relationship Type="http://schemas.openxmlformats.org/officeDocument/2006/relationships/image" Target="/ppt/media/image14.png" Id="R7d868e01011a45b8" /><Relationship Type="http://schemas.openxmlformats.org/officeDocument/2006/relationships/image" Target="/ppt/media/image15.png" Id="R1c3902b178154765" /><Relationship Type="http://schemas.openxmlformats.org/officeDocument/2006/relationships/image" Target="/ppt/media/image16.png" Id="R48baa02f81f241f2" /><Relationship Type="http://schemas.openxmlformats.org/officeDocument/2006/relationships/image" Target="/ppt/media/image17.png" Id="R294a7e0fcb804ff4" /><Relationship Type="http://schemas.openxmlformats.org/officeDocument/2006/relationships/image" Target="/ppt/media/image18.png" Id="Rf133aedafaf84665" /><Relationship Type="http://schemas.openxmlformats.org/officeDocument/2006/relationships/image" Target="/ppt/media/image19.png" Id="R1584627800794b8e" /><Relationship Type="http://schemas.openxmlformats.org/officeDocument/2006/relationships/image" Target="/ppt/media/image20.png" Id="Rd32ae085dce64181" /><Relationship Type="http://schemas.openxmlformats.org/officeDocument/2006/relationships/image" Target="/ppt/media/image21.png" Id="R2ebebd0c8218423f" /><Relationship Type="http://schemas.openxmlformats.org/officeDocument/2006/relationships/image" Target="/ppt/media/image22.png" Id="R7ca1b35393414ea7" /><Relationship Type="http://schemas.openxmlformats.org/officeDocument/2006/relationships/image" Target="/ppt/media/image23.png" Id="Rdcc44387751647ff" /><Relationship Type="http://schemas.openxmlformats.org/officeDocument/2006/relationships/image" Target="/ppt/media/image24.png" Id="R549c9cd809bf4f40" /><Relationship Type="http://schemas.openxmlformats.org/officeDocument/2006/relationships/image" Target="/ppt/media/image25.png" Id="R95589cf1340c42a2" /><Relationship Type="http://schemas.openxmlformats.org/officeDocument/2006/relationships/image" Target="/ppt/media/image26.png" Id="R4394c63a2aba40c3" /><Relationship Type="http://schemas.openxmlformats.org/officeDocument/2006/relationships/image" Target="/ppt/media/image27.png" Id="Rd5443e8a6d0f46e1" /><Relationship Type="http://schemas.openxmlformats.org/officeDocument/2006/relationships/image" Target="/ppt/media/image28.png" Id="Rcc71e9169c58453e" /><Relationship Type="http://schemas.openxmlformats.org/officeDocument/2006/relationships/image" Target="/ppt/media/image29.png" Id="R352fb94d566846fb" /><Relationship Type="http://schemas.openxmlformats.org/officeDocument/2006/relationships/image" Target="/ppt/media/image30.png" Id="R914dcd5e13e84114" /><Relationship Type="http://schemas.openxmlformats.org/officeDocument/2006/relationships/image" Target="/ppt/media/image31.png" Id="R7ffbebf61f13417d" /><Relationship Type="http://schemas.openxmlformats.org/officeDocument/2006/relationships/image" Target="/ppt/media/image32.png" Id="Rf8245726e5a04284" /><Relationship Type="http://schemas.openxmlformats.org/officeDocument/2006/relationships/image" Target="/ppt/media/image33.png" Id="R8669f132b0b64953" /><Relationship Type="http://schemas.openxmlformats.org/officeDocument/2006/relationships/image" Target="/ppt/media/image34.png" Id="R30f7cadc7c414e0e" /><Relationship Type="http://schemas.openxmlformats.org/officeDocument/2006/relationships/image" Target="/ppt/media/image35.png" Id="R6bf4adb3f98b44ca" /><Relationship Type="http://schemas.openxmlformats.org/officeDocument/2006/relationships/image" Target="/ppt/media/image36.png" Id="Rff3fa5e93b664899" /><Relationship Type="http://schemas.openxmlformats.org/officeDocument/2006/relationships/image" Target="/ppt/media/image37.png" Id="R99593417f0334d96" /><Relationship Type="http://schemas.openxmlformats.org/officeDocument/2006/relationships/image" Target="/ppt/media/image38.png" Id="Rb9b0426d0fb14685" /><Relationship Type="http://schemas.openxmlformats.org/officeDocument/2006/relationships/image" Target="/ppt/media/image39.png" Id="Rbfa8066e5a0a4a48" /><Relationship Type="http://schemas.openxmlformats.org/officeDocument/2006/relationships/image" Target="/ppt/media/image40.png" Id="R5d4f841b74c84df9" /><Relationship Type="http://schemas.openxmlformats.org/officeDocument/2006/relationships/image" Target="/ppt/media/image41.png" Id="R4b6787356a894ca5" /><Relationship Type="http://schemas.openxmlformats.org/officeDocument/2006/relationships/image" Target="/ppt/media/image42.png" Id="Raeff35fc05b640a5" /><Relationship Type="http://schemas.openxmlformats.org/officeDocument/2006/relationships/image" Target="/ppt/media/image43.png" Id="R1f6d61e6884740bb" /><Relationship Type="http://schemas.openxmlformats.org/officeDocument/2006/relationships/image" Target="/ppt/media/image44.png" Id="Rf88bf38d6efd42ab" /><Relationship Type="http://schemas.openxmlformats.org/officeDocument/2006/relationships/image" Target="/ppt/media/image45.png" Id="R8cdef9b8e7c74f24" /><Relationship Type="http://schemas.openxmlformats.org/officeDocument/2006/relationships/image" Target="/ppt/media/image46.png" Id="R01beb8dd76a14651" /><Relationship Type="http://schemas.openxmlformats.org/officeDocument/2006/relationships/image" Target="/ppt/media/image47.png" Id="R6499b7e7c7eb4b14" /><Relationship Type="http://schemas.openxmlformats.org/officeDocument/2006/relationships/image" Target="/ppt/media/image48.png" Id="R3a687fd500624724" /><Relationship Type="http://schemas.openxmlformats.org/officeDocument/2006/relationships/image" Target="/ppt/media/image49.png" Id="Rf3ceda32ec5a4789" /><Relationship Type="http://schemas.openxmlformats.org/officeDocument/2006/relationships/image" Target="/ppt/media/image50.png" Id="Rcb95c066c4524fcd" /><Relationship Type="http://schemas.openxmlformats.org/officeDocument/2006/relationships/image" Target="/ppt/media/image51.png" Id="R6dc56b9af85b4579" /><Relationship Type="http://schemas.openxmlformats.org/officeDocument/2006/relationships/image" Target="/ppt/media/image52.png" Id="Re3fc05139b93410e" /><Relationship Type="http://schemas.openxmlformats.org/officeDocument/2006/relationships/image" Target="/ppt/media/image53.png" Id="R97f6e7290b3a40cd" /><Relationship Type="http://schemas.openxmlformats.org/officeDocument/2006/relationships/image" Target="/ppt/media/image54.png" Id="R50b289f554bc4cbd" /><Relationship Type="http://schemas.openxmlformats.org/officeDocument/2006/relationships/image" Target="/ppt/media/image55.png" Id="R3985c8ce45d14905" /><Relationship Type="http://schemas.openxmlformats.org/officeDocument/2006/relationships/image" Target="/ppt/media/image56.png" Id="R3cb75b55b7d94a11" /><Relationship Type="http://schemas.openxmlformats.org/officeDocument/2006/relationships/image" Target="/ppt/media/image57.png" Id="R4e2a357cfb414b3b" /><Relationship Type="http://schemas.openxmlformats.org/officeDocument/2006/relationships/image" Target="/ppt/media/image58.png" Id="R706208b2de8f4823" /><Relationship Type="http://schemas.openxmlformats.org/officeDocument/2006/relationships/image" Target="/ppt/media/image59.png" Id="R8865265f8d9a4e64" /><Relationship Type="http://schemas.openxmlformats.org/officeDocument/2006/relationships/image" Target="/ppt/media/image60.png" Id="Rb393e6903b914f81" /><Relationship Type="http://schemas.openxmlformats.org/officeDocument/2006/relationships/image" Target="/ppt/media/image61.png" Id="R1208657fa8e94845" /><Relationship Type="http://schemas.openxmlformats.org/officeDocument/2006/relationships/image" Target="/ppt/media/image62.png" Id="R9a76c6bb8905430e" /><Relationship Type="http://schemas.openxmlformats.org/officeDocument/2006/relationships/image" Target="/ppt/media/image63.png" Id="R8010455f205b4598" /><Relationship Type="http://schemas.openxmlformats.org/officeDocument/2006/relationships/image" Target="/ppt/media/image64.png" Id="Reec1d939ec5f47ce" /><Relationship Type="http://schemas.openxmlformats.org/officeDocument/2006/relationships/image" Target="/ppt/media/image65.png" Id="R655424d227ff448c" /><Relationship Type="http://schemas.openxmlformats.org/officeDocument/2006/relationships/image" Target="/ppt/media/image66.png" Id="R260da0e60ed647f5" /><Relationship Type="http://schemas.openxmlformats.org/officeDocument/2006/relationships/image" Target="/ppt/media/image67.png" Id="Ra464990cb39341ff" /><Relationship Type="http://schemas.openxmlformats.org/officeDocument/2006/relationships/image" Target="/ppt/media/image68.png" Id="R1faf7d2799174dbc" /><Relationship Type="http://schemas.openxmlformats.org/officeDocument/2006/relationships/image" Target="/ppt/media/image69.png" Id="R6744c360f229431f" /><Relationship Type="http://schemas.openxmlformats.org/officeDocument/2006/relationships/image" Target="/ppt/media/image70.png" Id="Re491f072b2c64f40" /><Relationship Type="http://schemas.openxmlformats.org/officeDocument/2006/relationships/image" Target="/ppt/media/image71.png" Id="R8449cc25065b4c31" /><Relationship Type="http://schemas.openxmlformats.org/officeDocument/2006/relationships/image" Target="/ppt/media/image72.png" Id="R42ffdafa77e043b8" /><Relationship Type="http://schemas.openxmlformats.org/officeDocument/2006/relationships/image" Target="/ppt/media/image73.png" Id="R9e0ead1f5e404828" /><Relationship Type="http://schemas.openxmlformats.org/officeDocument/2006/relationships/image" Target="/ppt/media/image74.png" Id="R98cca8c1ac8c40fe" /><Relationship Type="http://schemas.openxmlformats.org/officeDocument/2006/relationships/image" Target="/ppt/media/image75.png" Id="Rb6ccb7843c2b4ec7" /><Relationship Type="http://schemas.openxmlformats.org/officeDocument/2006/relationships/image" Target="/ppt/media/image76.png" Id="R21ae6ab1b111415a" /><Relationship Type="http://schemas.openxmlformats.org/officeDocument/2006/relationships/image" Target="/ppt/media/image77.png" Id="R37215c716f9c4772" /><Relationship Type="http://schemas.openxmlformats.org/officeDocument/2006/relationships/image" Target="/ppt/media/image78.png" Id="Rf910b3b8fbcd4a65" /><Relationship Type="http://schemas.openxmlformats.org/officeDocument/2006/relationships/image" Target="/ppt/media/image79.png" Id="Rf69d1898b296456a" /><Relationship Type="http://schemas.openxmlformats.org/officeDocument/2006/relationships/image" Target="/ppt/media/image80.png" Id="Rf169f936c85c4954" /><Relationship Type="http://schemas.openxmlformats.org/officeDocument/2006/relationships/image" Target="/ppt/media/image81.png" Id="R4fc45495189f43e9" /><Relationship Type="http://schemas.openxmlformats.org/officeDocument/2006/relationships/image" Target="/ppt/media/image82.png" Id="Rb847193b0a13474c" /><Relationship Type="http://schemas.openxmlformats.org/officeDocument/2006/relationships/image" Target="/ppt/media/image83.png" Id="R0c9939d5eb184fd7" /><Relationship Type="http://schemas.openxmlformats.org/officeDocument/2006/relationships/image" Target="/ppt/media/image84.png" Id="Rb2f35f344e814ca6" /><Relationship Type="http://schemas.openxmlformats.org/officeDocument/2006/relationships/image" Target="/ppt/media/image85.png" Id="Rc80d1fe9ccb149f6" /><Relationship Type="http://schemas.openxmlformats.org/officeDocument/2006/relationships/image" Target="/ppt/media/image86.png" Id="Rbe3f5644940e4777" /><Relationship Type="http://schemas.openxmlformats.org/officeDocument/2006/relationships/image" Target="/ppt/media/image87.png" Id="R34709f8c472e4e34" /><Relationship Type="http://schemas.openxmlformats.org/officeDocument/2006/relationships/image" Target="/ppt/media/image88.png" Id="R420001e07e44416b" /><Relationship Type="http://schemas.openxmlformats.org/officeDocument/2006/relationships/image" Target="/ppt/media/image89.png" Id="R0aef95e16805435d" /><Relationship Type="http://schemas.openxmlformats.org/officeDocument/2006/relationships/image" Target="/ppt/media/image90.png" Id="Rca8f1f6d4de541ac" /><Relationship Type="http://schemas.openxmlformats.org/officeDocument/2006/relationships/image" Target="/ppt/media/image91.png" Id="Rb77bca1030ea49be" /><Relationship Type="http://schemas.openxmlformats.org/officeDocument/2006/relationships/image" Target="/ppt/media/image92.png" Id="R29a916d9ee214f43" /><Relationship Type="http://schemas.openxmlformats.org/officeDocument/2006/relationships/notesSlide" Target="/ppt/notesSlides/notesSlide1.xml" Id="Ra1832a0fa21f4e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66E3D1F-63D3-47A2-B86C-FF2368691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a8c13810f4e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8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" name="asset-1-1">
            <a:extLst xmlns:a="http://schemas.openxmlformats.org/drawingml/2006/main">
              <a:ext uri="{FF2B5EF4-FFF2-40B4-BE49-F238E27FC236}">
                <a16:creationId xmlns:a16="http://schemas.microsoft.com/office/drawing/2014/main" id="{80120438-BE2A-4144-9993-9B3724A7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8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0C43E-8D58-4DA5-8A6D-796F55B44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ebe10436a4d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8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" name="asset-1-2">
            <a:extLst xmlns:a="http://schemas.openxmlformats.org/drawingml/2006/main">
              <a:ext uri="{FF2B5EF4-FFF2-40B4-BE49-F238E27FC236}">
                <a16:creationId xmlns:a16="http://schemas.microsoft.com/office/drawing/2014/main" id="{A616E744-5355-40EA-BB0E-968BCD0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8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8935C-C46C-43C7-B02F-57DF2099BC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bd803541b41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8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6" name="asset-1-3">
            <a:extLst xmlns:a="http://schemas.openxmlformats.org/drawingml/2006/main">
              <a:ext uri="{FF2B5EF4-FFF2-40B4-BE49-F238E27FC236}">
                <a16:creationId xmlns:a16="http://schemas.microsoft.com/office/drawing/2014/main" id="{82D7B835-410E-4887-B9AA-697F3FF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8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00A13-F1A6-4A16-B176-9BE3D780C3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10bd9253246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8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8" name="asset-1-4">
            <a:extLst xmlns:a="http://schemas.openxmlformats.org/drawingml/2006/main">
              <a:ext uri="{FF2B5EF4-FFF2-40B4-BE49-F238E27FC236}">
                <a16:creationId xmlns:a16="http://schemas.microsoft.com/office/drawing/2014/main" id="{660C80CA-5585-444C-8C57-8B3B34EB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8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FDE7F-ED8E-4B6D-984D-E1301F9F7D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69285b44e4d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8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0" name="asset-1-5">
            <a:extLst xmlns:a="http://schemas.openxmlformats.org/drawingml/2006/main">
              <a:ext uri="{FF2B5EF4-FFF2-40B4-BE49-F238E27FC236}">
                <a16:creationId xmlns:a16="http://schemas.microsoft.com/office/drawing/2014/main" id="{10B4BB6F-4062-456E-836D-3CF560EF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8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0809B-3C26-43CE-9B8E-DAD5361051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585e7d70049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8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2" name="asset-1-6">
            <a:extLst xmlns:a="http://schemas.openxmlformats.org/drawingml/2006/main">
              <a:ext uri="{FF2B5EF4-FFF2-40B4-BE49-F238E27FC236}">
                <a16:creationId xmlns:a16="http://schemas.microsoft.com/office/drawing/2014/main" id="{1426ADE2-70A6-4AB9-A446-B107FBFD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8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D1AE5-3BA2-494A-B74A-86BE59083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4fa54ae6f4e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8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4" name="asset-1-7">
            <a:extLst xmlns:a="http://schemas.openxmlformats.org/drawingml/2006/main">
              <a:ext uri="{FF2B5EF4-FFF2-40B4-BE49-F238E27FC236}">
                <a16:creationId xmlns:a16="http://schemas.microsoft.com/office/drawing/2014/main" id="{2E50B755-831F-46C4-92F0-668B4BF7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8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204C7-6079-4FE0-BADA-D44E6F712E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1692b274f4f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8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6" name="asset-1-8">
            <a:extLst xmlns:a="http://schemas.openxmlformats.org/drawingml/2006/main">
              <a:ext uri="{FF2B5EF4-FFF2-40B4-BE49-F238E27FC236}">
                <a16:creationId xmlns:a16="http://schemas.microsoft.com/office/drawing/2014/main" id="{CAC0F07F-B9D2-47D7-BAAF-01481C9F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8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0C8BC-8907-4184-8BF7-4EB5AEA14F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a535678574f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561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8" name="asset-2-1">
            <a:extLst xmlns:a="http://schemas.openxmlformats.org/drawingml/2006/main">
              <a:ext uri="{FF2B5EF4-FFF2-40B4-BE49-F238E27FC236}">
                <a16:creationId xmlns:a16="http://schemas.microsoft.com/office/drawing/2014/main" id="{79EC68B6-838C-4699-AC47-BAB8CDA3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561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3D226-804E-4E2F-A8FE-4F09B20F8C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8c28cb96a4e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561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0" name="asset-2-2">
            <a:extLst xmlns:a="http://schemas.openxmlformats.org/drawingml/2006/main">
              <a:ext uri="{FF2B5EF4-FFF2-40B4-BE49-F238E27FC236}">
                <a16:creationId xmlns:a16="http://schemas.microsoft.com/office/drawing/2014/main" id="{71FBA22F-A1E5-44A1-83D2-D22D1252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61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BF019-67B3-46B6-83F8-A9426582F0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cb040271b42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561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2" name="asset-2-3">
            <a:extLst xmlns:a="http://schemas.openxmlformats.org/drawingml/2006/main">
              <a:ext uri="{FF2B5EF4-FFF2-40B4-BE49-F238E27FC236}">
                <a16:creationId xmlns:a16="http://schemas.microsoft.com/office/drawing/2014/main" id="{6A5DA961-AB5E-4F78-BCC0-29FB3629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561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8BEF3-641C-4C02-B3DF-2D587C4EB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d497965a14c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561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4" name="asset-2-4">
            <a:extLst xmlns:a="http://schemas.openxmlformats.org/drawingml/2006/main">
              <a:ext uri="{FF2B5EF4-FFF2-40B4-BE49-F238E27FC236}">
                <a16:creationId xmlns:a16="http://schemas.microsoft.com/office/drawing/2014/main" id="{95D57395-65A5-4A09-A011-62A4457A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561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2558B-4ADA-4747-82FE-1E2924EB5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294c2ad464c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561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6" name="asset-2-5">
            <a:extLst xmlns:a="http://schemas.openxmlformats.org/drawingml/2006/main">
              <a:ext uri="{FF2B5EF4-FFF2-40B4-BE49-F238E27FC236}">
                <a16:creationId xmlns:a16="http://schemas.microsoft.com/office/drawing/2014/main" id="{4D788D82-6D97-4D72-99F6-D116D59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561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435731-3284-4433-B9F6-D0695CD804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68e01011a45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561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8" name="asset-2-6">
            <a:extLst xmlns:a="http://schemas.openxmlformats.org/drawingml/2006/main">
              <a:ext uri="{FF2B5EF4-FFF2-40B4-BE49-F238E27FC236}">
                <a16:creationId xmlns:a16="http://schemas.microsoft.com/office/drawing/2014/main" id="{4310D5C0-4A4D-49AC-B2BC-D88F2320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561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7943D1-A0CA-4123-9628-16ECDEE4D2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902b1781547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561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30" name="asset-2-7">
            <a:extLst xmlns:a="http://schemas.openxmlformats.org/drawingml/2006/main">
              <a:ext uri="{FF2B5EF4-FFF2-40B4-BE49-F238E27FC236}">
                <a16:creationId xmlns:a16="http://schemas.microsoft.com/office/drawing/2014/main" id="{4F2D93E7-6135-490F-B7AF-4F1F7E3F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561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DE9420-CB9E-449C-BDD8-EB70F9B045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aa02f81f241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561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32" name="asset-2-8">
            <a:extLst xmlns:a="http://schemas.openxmlformats.org/drawingml/2006/main">
              <a:ext uri="{FF2B5EF4-FFF2-40B4-BE49-F238E27FC236}">
                <a16:creationId xmlns:a16="http://schemas.microsoft.com/office/drawing/2014/main" id="{651DF532-8988-45C3-97F3-4E7B8C2B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561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C5BCFA-DDE9-4002-9FAC-FF92BEABF8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a7e0fcb804f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1038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34" name="asset-3-1">
            <a:extLst xmlns:a="http://schemas.openxmlformats.org/drawingml/2006/main">
              <a:ext uri="{FF2B5EF4-FFF2-40B4-BE49-F238E27FC236}">
                <a16:creationId xmlns:a16="http://schemas.microsoft.com/office/drawing/2014/main" id="{F7B89F8B-DB35-4778-AB29-C8F359AD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1038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28B608-5D19-4D9D-A34B-E9078129F2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3aedafaf846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038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36" name="asset-3-2">
            <a:extLst xmlns:a="http://schemas.openxmlformats.org/drawingml/2006/main">
              <a:ext uri="{FF2B5EF4-FFF2-40B4-BE49-F238E27FC236}">
                <a16:creationId xmlns:a16="http://schemas.microsoft.com/office/drawing/2014/main" id="{C390632A-31B4-4F4B-B303-6F6A0598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038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0D63A6-D923-42EB-948E-1534588B59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4627800794b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1038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38" name="asset-3-3">
            <a:extLst xmlns:a="http://schemas.openxmlformats.org/drawingml/2006/main">
              <a:ext uri="{FF2B5EF4-FFF2-40B4-BE49-F238E27FC236}">
                <a16:creationId xmlns:a16="http://schemas.microsoft.com/office/drawing/2014/main" id="{2475D441-2AA6-45DC-9419-BD891F39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1038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B1A6AE-FE21-4A7E-9CAC-CF4D9E1E41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ae085dce641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1038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0" name="asset-3-4">
            <a:extLst xmlns:a="http://schemas.openxmlformats.org/drawingml/2006/main">
              <a:ext uri="{FF2B5EF4-FFF2-40B4-BE49-F238E27FC236}">
                <a16:creationId xmlns:a16="http://schemas.microsoft.com/office/drawing/2014/main" id="{4B34197C-B1ED-4048-893B-EFAFA3FE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1038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5604C8-A12F-44EB-8418-A3B60E591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bd0c821842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1038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2" name="asset-3-5">
            <a:extLst xmlns:a="http://schemas.openxmlformats.org/drawingml/2006/main">
              <a:ext uri="{FF2B5EF4-FFF2-40B4-BE49-F238E27FC236}">
                <a16:creationId xmlns:a16="http://schemas.microsoft.com/office/drawing/2014/main" id="{F008F6E2-F7BD-4E0E-88A9-3E303147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1038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012E4B-0D7A-48CF-B2C0-7D647643C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1b35393414e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1038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4" name="asset-3-6">
            <a:extLst xmlns:a="http://schemas.openxmlformats.org/drawingml/2006/main">
              <a:ext uri="{FF2B5EF4-FFF2-40B4-BE49-F238E27FC236}">
                <a16:creationId xmlns:a16="http://schemas.microsoft.com/office/drawing/2014/main" id="{14A1BC72-677A-41D1-BE38-3A8AE0EA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1038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599DBF-2DA2-4B9D-875F-F24F3BE02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44387751647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038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6" name="asset-3-7">
            <a:extLst xmlns:a="http://schemas.openxmlformats.org/drawingml/2006/main">
              <a:ext uri="{FF2B5EF4-FFF2-40B4-BE49-F238E27FC236}">
                <a16:creationId xmlns:a16="http://schemas.microsoft.com/office/drawing/2014/main" id="{EDABF8DA-AD01-4C6E-8E7D-38887414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1038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9B5537-247B-48F0-904D-DEDF12648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c9cd809bf4f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1038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48" name="asset-3-8">
            <a:extLst xmlns:a="http://schemas.openxmlformats.org/drawingml/2006/main">
              <a:ext uri="{FF2B5EF4-FFF2-40B4-BE49-F238E27FC236}">
                <a16:creationId xmlns:a16="http://schemas.microsoft.com/office/drawing/2014/main" id="{F362555E-E5F7-40D5-B26F-AA1160D5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1038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248ED4-BCE4-46F4-A630-E1271C7940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89cf1340c42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1514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50" name="asset-4-1">
            <a:extLst xmlns:a="http://schemas.openxmlformats.org/drawingml/2006/main">
              <a:ext uri="{FF2B5EF4-FFF2-40B4-BE49-F238E27FC236}">
                <a16:creationId xmlns:a16="http://schemas.microsoft.com/office/drawing/2014/main" id="{17AE5287-2BF1-4BC6-850E-32584D2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1514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6CA911-7CDC-46E5-9759-093C154656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4c63a2aba40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14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52" name="asset-4-2">
            <a:extLst xmlns:a="http://schemas.openxmlformats.org/drawingml/2006/main">
              <a:ext uri="{FF2B5EF4-FFF2-40B4-BE49-F238E27FC236}">
                <a16:creationId xmlns:a16="http://schemas.microsoft.com/office/drawing/2014/main" id="{EFF0AC89-9362-4438-9CA2-2A8CC66C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514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3E7ECB-D47C-473F-96C8-D9D8B424F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43e8a6d0f46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1514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54" name="asset-4-3">
            <a:extLst xmlns:a="http://schemas.openxmlformats.org/drawingml/2006/main">
              <a:ext uri="{FF2B5EF4-FFF2-40B4-BE49-F238E27FC236}">
                <a16:creationId xmlns:a16="http://schemas.microsoft.com/office/drawing/2014/main" id="{64CD9B85-770B-44C1-B053-ACA4F990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1514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69FA7D-331D-4CEE-B0F9-D0FBADADD5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1e9169c5845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1514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56" name="asset-4-4">
            <a:extLst xmlns:a="http://schemas.openxmlformats.org/drawingml/2006/main">
              <a:ext uri="{FF2B5EF4-FFF2-40B4-BE49-F238E27FC236}">
                <a16:creationId xmlns:a16="http://schemas.microsoft.com/office/drawing/2014/main" id="{CCD865C0-049C-4200-9B60-B6BDEA55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1514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C321D9-D9D6-41EE-B815-473858F79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fb94d566846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1514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58" name="asset-4-5">
            <a:extLst xmlns:a="http://schemas.openxmlformats.org/drawingml/2006/main">
              <a:ext uri="{FF2B5EF4-FFF2-40B4-BE49-F238E27FC236}">
                <a16:creationId xmlns:a16="http://schemas.microsoft.com/office/drawing/2014/main" id="{575EE621-B89B-485B-82F2-6A07C12D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1514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C74A92-DB65-41E5-9577-6FB5516865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dcd5e13e841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1514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60" name="asset-4-6">
            <a:extLst xmlns:a="http://schemas.openxmlformats.org/drawingml/2006/main">
              <a:ext uri="{FF2B5EF4-FFF2-40B4-BE49-F238E27FC236}">
                <a16:creationId xmlns:a16="http://schemas.microsoft.com/office/drawing/2014/main" id="{7E3ACCFD-0D4A-4686-B805-11A363FB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1514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F83A04-F5C8-4FA1-BAFD-C25C58FC9B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bebf61f1341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514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62" name="asset-4-7">
            <a:extLst xmlns:a="http://schemas.openxmlformats.org/drawingml/2006/main">
              <a:ext uri="{FF2B5EF4-FFF2-40B4-BE49-F238E27FC236}">
                <a16:creationId xmlns:a16="http://schemas.microsoft.com/office/drawing/2014/main" id="{9FB246DF-A3A6-4921-86C3-FC94CAF3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1514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EE7582-FCB9-48D6-A791-17E9D3EB33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45726e5a042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1514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64" name="asset-4-8">
            <a:extLst xmlns:a="http://schemas.openxmlformats.org/drawingml/2006/main">
              <a:ext uri="{FF2B5EF4-FFF2-40B4-BE49-F238E27FC236}">
                <a16:creationId xmlns:a16="http://schemas.microsoft.com/office/drawing/2014/main" id="{A42298C7-969D-4136-8BB0-56EC678B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1514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1FF380-8038-4F24-A706-9C74CAF04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9f132b0b649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1990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66" name="asset-5-1">
            <a:extLst xmlns:a="http://schemas.openxmlformats.org/drawingml/2006/main">
              <a:ext uri="{FF2B5EF4-FFF2-40B4-BE49-F238E27FC236}">
                <a16:creationId xmlns:a16="http://schemas.microsoft.com/office/drawing/2014/main" id="{3B86D4A8-76EE-4B3D-9BED-2699FB0E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1990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E3EA7C-9D2C-40CF-A474-4228769F52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7cadc7c414e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90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68" name="asset-5-2">
            <a:extLst xmlns:a="http://schemas.openxmlformats.org/drawingml/2006/main">
              <a:ext uri="{FF2B5EF4-FFF2-40B4-BE49-F238E27FC236}">
                <a16:creationId xmlns:a16="http://schemas.microsoft.com/office/drawing/2014/main" id="{D6437157-59E1-4DA1-AE4C-C3B1F894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990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303013-432C-4AB8-A52B-B1998F6172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4adb3f98b44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1990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70" name="asset-5-3">
            <a:extLst xmlns:a="http://schemas.openxmlformats.org/drawingml/2006/main">
              <a:ext uri="{FF2B5EF4-FFF2-40B4-BE49-F238E27FC236}">
                <a16:creationId xmlns:a16="http://schemas.microsoft.com/office/drawing/2014/main" id="{B3BB3EF1-FD72-438C-B4E6-599EE43A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1990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C0D5DA-570A-4490-AD02-80563614F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fa5e93b6648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1990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72" name="asset-5-4">
            <a:extLst xmlns:a="http://schemas.openxmlformats.org/drawingml/2006/main">
              <a:ext uri="{FF2B5EF4-FFF2-40B4-BE49-F238E27FC236}">
                <a16:creationId xmlns:a16="http://schemas.microsoft.com/office/drawing/2014/main" id="{613481BC-BF1D-4D2D-A1FF-AB8144C1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1990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66848E-BEE4-4AF6-A26F-282F9776CE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93417f0334d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1990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74" name="asset-5-5">
            <a:extLst xmlns:a="http://schemas.openxmlformats.org/drawingml/2006/main">
              <a:ext uri="{FF2B5EF4-FFF2-40B4-BE49-F238E27FC236}">
                <a16:creationId xmlns:a16="http://schemas.microsoft.com/office/drawing/2014/main" id="{CFD18B1E-FB9F-488A-B775-9A3FF0A7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1990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4AE94F4-674A-4ACF-B1E3-4FB53F68AE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0426d0fb146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1990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76" name="asset-5-6">
            <a:extLst xmlns:a="http://schemas.openxmlformats.org/drawingml/2006/main">
              <a:ext uri="{FF2B5EF4-FFF2-40B4-BE49-F238E27FC236}">
                <a16:creationId xmlns:a16="http://schemas.microsoft.com/office/drawing/2014/main" id="{24469E1C-49ED-4530-8C8F-2E239503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1990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1DE5FD5-DB87-4D1D-B863-1B407F14D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8066e5a0a4a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990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78" name="asset-5-7">
            <a:extLst xmlns:a="http://schemas.openxmlformats.org/drawingml/2006/main">
              <a:ext uri="{FF2B5EF4-FFF2-40B4-BE49-F238E27FC236}">
                <a16:creationId xmlns:a16="http://schemas.microsoft.com/office/drawing/2014/main" id="{E461DFE3-AD48-4620-B8D9-2FB1DF49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1990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C1ACCE-0628-4CE5-B115-268028CCD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f841b74c84d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1990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80" name="asset-5-8">
            <a:extLst xmlns:a="http://schemas.openxmlformats.org/drawingml/2006/main">
              <a:ext uri="{FF2B5EF4-FFF2-40B4-BE49-F238E27FC236}">
                <a16:creationId xmlns:a16="http://schemas.microsoft.com/office/drawing/2014/main" id="{E2EBC1DA-6C64-4CC2-8180-F5C11883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1990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AC8683D-A48E-455F-A4EF-5F0F4A515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787356a894c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2466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82" name="asset-6-1">
            <a:extLst xmlns:a="http://schemas.openxmlformats.org/drawingml/2006/main">
              <a:ext uri="{FF2B5EF4-FFF2-40B4-BE49-F238E27FC236}">
                <a16:creationId xmlns:a16="http://schemas.microsoft.com/office/drawing/2014/main" id="{56086939-91DA-460D-B0F6-72A8E627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2466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BB1E750-9CF9-4394-ADFC-86CDC7CF0F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f35fc05b640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466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84" name="asset-6-2">
            <a:extLst xmlns:a="http://schemas.openxmlformats.org/drawingml/2006/main">
              <a:ext uri="{FF2B5EF4-FFF2-40B4-BE49-F238E27FC236}">
                <a16:creationId xmlns:a16="http://schemas.microsoft.com/office/drawing/2014/main" id="{FECFBFFF-286D-4022-B88C-28AA6D7E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466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338048-C5ED-4A45-AF3A-0F3C44D66D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d61e6884740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2466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86" name="asset-6-3">
            <a:extLst xmlns:a="http://schemas.openxmlformats.org/drawingml/2006/main">
              <a:ext uri="{FF2B5EF4-FFF2-40B4-BE49-F238E27FC236}">
                <a16:creationId xmlns:a16="http://schemas.microsoft.com/office/drawing/2014/main" id="{9D29A886-FDB1-4FB7-9BC3-7B2945C8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466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AD87307-C231-46BD-95C8-349D5A6CE9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bf38d6efd42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2466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88" name="asset-6-4">
            <a:extLst xmlns:a="http://schemas.openxmlformats.org/drawingml/2006/main">
              <a:ext uri="{FF2B5EF4-FFF2-40B4-BE49-F238E27FC236}">
                <a16:creationId xmlns:a16="http://schemas.microsoft.com/office/drawing/2014/main" id="{593E9D1C-63D6-47BF-A726-BEAB2F7E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466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AA99F3-DD49-4BAE-A4B2-2E0B9D1376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ef9b8e7c74f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2466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90" name="asset-6-5">
            <a:extLst xmlns:a="http://schemas.openxmlformats.org/drawingml/2006/main">
              <a:ext uri="{FF2B5EF4-FFF2-40B4-BE49-F238E27FC236}">
                <a16:creationId xmlns:a16="http://schemas.microsoft.com/office/drawing/2014/main" id="{0B610286-0D56-4172-A075-0407DFC5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2466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6482059-7C0B-4C94-8831-A7F20F52D7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eb8dd76a146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2466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92" name="asset-6-6">
            <a:extLst xmlns:a="http://schemas.openxmlformats.org/drawingml/2006/main">
              <a:ext uri="{FF2B5EF4-FFF2-40B4-BE49-F238E27FC236}">
                <a16:creationId xmlns:a16="http://schemas.microsoft.com/office/drawing/2014/main" id="{181EFE34-C730-4ED1-A142-3B37E047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466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B892F73-C0E0-48C5-99A4-D7BC31715A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9b7e7c7eb4b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2466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94" name="asset-6-7">
            <a:extLst xmlns:a="http://schemas.openxmlformats.org/drawingml/2006/main">
              <a:ext uri="{FF2B5EF4-FFF2-40B4-BE49-F238E27FC236}">
                <a16:creationId xmlns:a16="http://schemas.microsoft.com/office/drawing/2014/main" id="{2FD279CB-7780-425A-A8E3-DA6DA9E6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2466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DEDBEA3-2469-48D9-910E-5C8496D0B0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87fd5006247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24669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96" name="asset-6-8">
            <a:extLst xmlns:a="http://schemas.openxmlformats.org/drawingml/2006/main">
              <a:ext uri="{FF2B5EF4-FFF2-40B4-BE49-F238E27FC236}">
                <a16:creationId xmlns:a16="http://schemas.microsoft.com/office/drawing/2014/main" id="{D3114823-F1C9-4A5B-B742-CC7554D6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24669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9F2E393-2008-4A19-81C1-27D943A11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eda32ec5a47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2943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98" name="asset-7-1">
            <a:extLst xmlns:a="http://schemas.openxmlformats.org/drawingml/2006/main">
              <a:ext uri="{FF2B5EF4-FFF2-40B4-BE49-F238E27FC236}">
                <a16:creationId xmlns:a16="http://schemas.microsoft.com/office/drawing/2014/main" id="{FB0B5871-7E99-44DF-8FEE-0122DE30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2943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56C6525-C5E3-471F-AE54-0253CF990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5c066c4524f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943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00" name="asset-7-2">
            <a:extLst xmlns:a="http://schemas.openxmlformats.org/drawingml/2006/main">
              <a:ext uri="{FF2B5EF4-FFF2-40B4-BE49-F238E27FC236}">
                <a16:creationId xmlns:a16="http://schemas.microsoft.com/office/drawing/2014/main" id="{D873DBBC-0047-4AEA-99B2-893ADF6E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943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242988F-8336-49D1-A0DB-393B5D7B5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56b9af85b45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2943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02" name="asset-7-3">
            <a:extLst xmlns:a="http://schemas.openxmlformats.org/drawingml/2006/main">
              <a:ext uri="{FF2B5EF4-FFF2-40B4-BE49-F238E27FC236}">
                <a16:creationId xmlns:a16="http://schemas.microsoft.com/office/drawing/2014/main" id="{74D1D214-87B6-46E7-A332-F94DA995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943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AC4E3DA-4F0C-4A93-9FB1-E26A759AA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c05139b9341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2943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04" name="asset-7-4">
            <a:extLst xmlns:a="http://schemas.openxmlformats.org/drawingml/2006/main">
              <a:ext uri="{FF2B5EF4-FFF2-40B4-BE49-F238E27FC236}">
                <a16:creationId xmlns:a16="http://schemas.microsoft.com/office/drawing/2014/main" id="{EFCBC433-CCC1-4EB5-A181-AF4443DB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43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2F776C6-4A98-4211-9993-CD45427DB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6e7290b3a40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2943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06" name="asset-7-5">
            <a:extLst xmlns:a="http://schemas.openxmlformats.org/drawingml/2006/main">
              <a:ext uri="{FF2B5EF4-FFF2-40B4-BE49-F238E27FC236}">
                <a16:creationId xmlns:a16="http://schemas.microsoft.com/office/drawing/2014/main" id="{0475D562-AF16-4C1B-BFD5-E469C3C8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2943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95FB0D6-1910-40FE-9DC5-71FE6EDDF1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289f554bc4c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2943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08" name="asset-7-6">
            <a:extLst xmlns:a="http://schemas.openxmlformats.org/drawingml/2006/main">
              <a:ext uri="{FF2B5EF4-FFF2-40B4-BE49-F238E27FC236}">
                <a16:creationId xmlns:a16="http://schemas.microsoft.com/office/drawing/2014/main" id="{EF9BF235-E649-476F-AC15-BCCBABF1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2943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7DFD4D0-B562-4BA8-8C51-5B56F60989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5c8ce45d149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2943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10" name="asset-7-7">
            <a:extLst xmlns:a="http://schemas.openxmlformats.org/drawingml/2006/main">
              <a:ext uri="{FF2B5EF4-FFF2-40B4-BE49-F238E27FC236}">
                <a16:creationId xmlns:a16="http://schemas.microsoft.com/office/drawing/2014/main" id="{5C6B777A-B3F4-4A46-ACB1-1A8BE3F9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2943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C22E06F-0876-4F94-BD1C-D7FC4C071B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75b55b7d94a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29432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12" name="asset-7-8">
            <a:extLst xmlns:a="http://schemas.openxmlformats.org/drawingml/2006/main">
              <a:ext uri="{FF2B5EF4-FFF2-40B4-BE49-F238E27FC236}">
                <a16:creationId xmlns:a16="http://schemas.microsoft.com/office/drawing/2014/main" id="{3C2E9A59-1DA0-4755-94CC-18549810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29432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23EA7FA-43E1-4F5C-B469-A2E536F1B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a357cfb414b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3419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14" name="asset-8-1">
            <a:extLst xmlns:a="http://schemas.openxmlformats.org/drawingml/2006/main">
              <a:ext uri="{FF2B5EF4-FFF2-40B4-BE49-F238E27FC236}">
                <a16:creationId xmlns:a16="http://schemas.microsoft.com/office/drawing/2014/main" id="{67612E4B-C31C-4FDE-87E5-88BAD61D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3419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0AA46D6-2285-4CD2-B819-471F0F532F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208b2de8f48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3419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16" name="asset-8-2">
            <a:extLst xmlns:a="http://schemas.openxmlformats.org/drawingml/2006/main">
              <a:ext uri="{FF2B5EF4-FFF2-40B4-BE49-F238E27FC236}">
                <a16:creationId xmlns:a16="http://schemas.microsoft.com/office/drawing/2014/main" id="{A7C63293-776A-421E-93A9-BC13626F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19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A229BDD-0636-4847-B8CA-455232FC6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5265f8d9a4e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3419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18" name="asset-8-3">
            <a:extLst xmlns:a="http://schemas.openxmlformats.org/drawingml/2006/main">
              <a:ext uri="{FF2B5EF4-FFF2-40B4-BE49-F238E27FC236}">
                <a16:creationId xmlns:a16="http://schemas.microsoft.com/office/drawing/2014/main" id="{55AFA8F6-2A8D-4D37-B4DF-511AE95E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3419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00E41BA-3AF3-40AA-961E-83B263D3E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3e6903b914f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3419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20" name="asset-8-4">
            <a:extLst xmlns:a="http://schemas.openxmlformats.org/drawingml/2006/main">
              <a:ext uri="{FF2B5EF4-FFF2-40B4-BE49-F238E27FC236}">
                <a16:creationId xmlns:a16="http://schemas.microsoft.com/office/drawing/2014/main" id="{E395809B-38BE-4D94-9238-C50C40AF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419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8CA13F5-BB00-45EF-A6BB-9AD6B1F5A8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8657fa8e948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3419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22" name="asset-8-5">
            <a:extLst xmlns:a="http://schemas.openxmlformats.org/drawingml/2006/main">
              <a:ext uri="{FF2B5EF4-FFF2-40B4-BE49-F238E27FC236}">
                <a16:creationId xmlns:a16="http://schemas.microsoft.com/office/drawing/2014/main" id="{FEFED950-BF93-4195-B3ED-7828E6A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3419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CDC348D-F94F-44BB-8BEC-E3CEBD1634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6c6bb890543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3419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24" name="asset-8-6">
            <a:extLst xmlns:a="http://schemas.openxmlformats.org/drawingml/2006/main">
              <a:ext uri="{FF2B5EF4-FFF2-40B4-BE49-F238E27FC236}">
                <a16:creationId xmlns:a16="http://schemas.microsoft.com/office/drawing/2014/main" id="{126EA1FA-A558-47B1-A326-B5047AF9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3419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8D7283C-9401-44AF-9DAB-76A0173F4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0455f205b45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3419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26" name="asset-8-7">
            <a:extLst xmlns:a="http://schemas.openxmlformats.org/drawingml/2006/main">
              <a:ext uri="{FF2B5EF4-FFF2-40B4-BE49-F238E27FC236}">
                <a16:creationId xmlns:a16="http://schemas.microsoft.com/office/drawing/2014/main" id="{727375DC-C09E-4BDC-8732-1DC8BBE9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419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C92345F-8F16-42DB-AC28-5666AF5B9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1d939ec5f47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341947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28" name="asset-8-8">
            <a:extLst xmlns:a="http://schemas.openxmlformats.org/drawingml/2006/main">
              <a:ext uri="{FF2B5EF4-FFF2-40B4-BE49-F238E27FC236}">
                <a16:creationId xmlns:a16="http://schemas.microsoft.com/office/drawing/2014/main" id="{6D4E3BD5-6F53-440E-86EA-2DF1581A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41947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7906E28-63B8-42A5-8FA6-916910F511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424d227ff44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389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30" name="asset-9-1">
            <a:extLst xmlns:a="http://schemas.openxmlformats.org/drawingml/2006/main">
              <a:ext uri="{FF2B5EF4-FFF2-40B4-BE49-F238E27FC236}">
                <a16:creationId xmlns:a16="http://schemas.microsoft.com/office/drawing/2014/main" id="{FCCCDC86-2B82-4502-A6A5-2D645D5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389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5B08E43-D8EA-44F4-A2BF-351F16575F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da0e60ed647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389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32" name="asset-9-2">
            <a:extLst xmlns:a="http://schemas.openxmlformats.org/drawingml/2006/main">
              <a:ext uri="{FF2B5EF4-FFF2-40B4-BE49-F238E27FC236}">
                <a16:creationId xmlns:a16="http://schemas.microsoft.com/office/drawing/2014/main" id="{FBEB5008-77F3-42C7-8F81-594F2533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9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7DD4423-BE63-4C17-A161-E4D0F56C6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4990cb39341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389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34" name="asset-9-3">
            <a:extLst xmlns:a="http://schemas.openxmlformats.org/drawingml/2006/main">
              <a:ext uri="{FF2B5EF4-FFF2-40B4-BE49-F238E27FC236}">
                <a16:creationId xmlns:a16="http://schemas.microsoft.com/office/drawing/2014/main" id="{79E7883B-8676-4DAE-A9F3-DF39DE9B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389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683DC32-A4EC-4822-96E0-035DEB0838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f7d2799174d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389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36" name="asset-9-4">
            <a:extLst xmlns:a="http://schemas.openxmlformats.org/drawingml/2006/main">
              <a:ext uri="{FF2B5EF4-FFF2-40B4-BE49-F238E27FC236}">
                <a16:creationId xmlns:a16="http://schemas.microsoft.com/office/drawing/2014/main" id="{E566F069-E12C-467A-A05F-020CBCE4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89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F7F6773-7592-4441-845D-DBF44D78A2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4c360f22943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389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38" name="asset-9-5">
            <a:extLst xmlns:a="http://schemas.openxmlformats.org/drawingml/2006/main">
              <a:ext uri="{FF2B5EF4-FFF2-40B4-BE49-F238E27FC236}">
                <a16:creationId xmlns:a16="http://schemas.microsoft.com/office/drawing/2014/main" id="{E054AA7A-B61C-41FE-94A5-AE6F7EF0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389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B4A072D-EEC8-45F9-BE17-9866280B95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1f072b2c64f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389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40" name="asset-9-6">
            <a:extLst xmlns:a="http://schemas.openxmlformats.org/drawingml/2006/main">
              <a:ext uri="{FF2B5EF4-FFF2-40B4-BE49-F238E27FC236}">
                <a16:creationId xmlns:a16="http://schemas.microsoft.com/office/drawing/2014/main" id="{FDE16B47-27E5-4C97-93BD-27D160E0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389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74828E3-93AA-4FB6-8419-53994DFE9A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9cc25065b4c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389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42" name="asset-9-7">
            <a:extLst xmlns:a="http://schemas.openxmlformats.org/drawingml/2006/main">
              <a:ext uri="{FF2B5EF4-FFF2-40B4-BE49-F238E27FC236}">
                <a16:creationId xmlns:a16="http://schemas.microsoft.com/office/drawing/2014/main" id="{3C1160A4-7F56-4A82-9988-175E4B1D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89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ED37B66-13E5-47C7-AC98-F8FFC66B7A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fdafa77e043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3895725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144" name="asset-9-8">
            <a:extLst xmlns:a="http://schemas.openxmlformats.org/drawingml/2006/main">
              <a:ext uri="{FF2B5EF4-FFF2-40B4-BE49-F238E27FC236}">
                <a16:creationId xmlns:a16="http://schemas.microsoft.com/office/drawing/2014/main" id="{9184F076-D15E-425E-AD01-821C3A13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895725"/>
            <a:ext cx="466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C6B87F8-C4E5-4E8D-A6E4-944A862A12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ead1f5e4048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4371975"/>
            <a:ext cx="466725" cy="447675"/>
          </a:xfrm>
          <a:prstGeom xmlns:a="http://schemas.openxmlformats.org/drawingml/2006/main" prst="rect">
            <a:avLst/>
          </a:prstGeom>
        </p:spPr>
      </p:pic>
      <p:sp>
        <p:nvSpPr>
          <p:cNvPr id="146" name="asset-10-1">
            <a:extLst xmlns:a="http://schemas.openxmlformats.org/drawingml/2006/main">
              <a:ext uri="{FF2B5EF4-FFF2-40B4-BE49-F238E27FC236}">
                <a16:creationId xmlns:a16="http://schemas.microsoft.com/office/drawing/2014/main" id="{82D8DF27-257C-427C-8C8A-34EEF170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4371975"/>
            <a:ext cx="466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2ED1D50-D311-4A92-A53B-2AA192018C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ca8c1ac8c40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371975"/>
            <a:ext cx="466725" cy="447675"/>
          </a:xfrm>
          <a:prstGeom xmlns:a="http://schemas.openxmlformats.org/drawingml/2006/main" prst="rect">
            <a:avLst/>
          </a:prstGeom>
        </p:spPr>
      </p:pic>
      <p:sp>
        <p:nvSpPr>
          <p:cNvPr id="148" name="asset-10-2">
            <a:extLst xmlns:a="http://schemas.openxmlformats.org/drawingml/2006/main">
              <a:ext uri="{FF2B5EF4-FFF2-40B4-BE49-F238E27FC236}">
                <a16:creationId xmlns:a16="http://schemas.microsoft.com/office/drawing/2014/main" id="{6365E187-5AD7-49B8-B93D-F4A54CF7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371975"/>
            <a:ext cx="466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8F24082-AAD9-4BA0-A281-2C88BDDC86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cb7843c2b4e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4371975"/>
            <a:ext cx="466725" cy="447675"/>
          </a:xfrm>
          <a:prstGeom xmlns:a="http://schemas.openxmlformats.org/drawingml/2006/main" prst="rect">
            <a:avLst/>
          </a:prstGeom>
        </p:spPr>
      </p:pic>
      <p:sp>
        <p:nvSpPr>
          <p:cNvPr id="150" name="asset-10-3">
            <a:extLst xmlns:a="http://schemas.openxmlformats.org/drawingml/2006/main">
              <a:ext uri="{FF2B5EF4-FFF2-40B4-BE49-F238E27FC236}">
                <a16:creationId xmlns:a16="http://schemas.microsoft.com/office/drawing/2014/main" id="{B1EA9420-023F-4DC5-9BEF-9E309100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4371975"/>
            <a:ext cx="466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04A06E2-6681-496C-B262-4B7A27B6AD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e6ab1b11141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4371975"/>
            <a:ext cx="466725" cy="447675"/>
          </a:xfrm>
          <a:prstGeom xmlns:a="http://schemas.openxmlformats.org/drawingml/2006/main" prst="rect">
            <a:avLst/>
          </a:prstGeom>
        </p:spPr>
      </p:pic>
      <p:sp>
        <p:nvSpPr>
          <p:cNvPr id="152" name="asset-10-4">
            <a:extLst xmlns:a="http://schemas.openxmlformats.org/drawingml/2006/main">
              <a:ext uri="{FF2B5EF4-FFF2-40B4-BE49-F238E27FC236}">
                <a16:creationId xmlns:a16="http://schemas.microsoft.com/office/drawing/2014/main" id="{9449AEAD-4127-40E5-9CEE-FC52F64F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4371975"/>
            <a:ext cx="466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C5831C2-C258-4B39-BABC-57A911036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15c716f9c47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2150" y="4371975"/>
            <a:ext cx="466725" cy="447675"/>
          </a:xfrm>
          <a:prstGeom xmlns:a="http://schemas.openxmlformats.org/drawingml/2006/main" prst="rect">
            <a:avLst/>
          </a:prstGeom>
        </p:spPr>
      </p:pic>
      <p:sp>
        <p:nvSpPr>
          <p:cNvPr id="154" name="asset-10-5">
            <a:extLst xmlns:a="http://schemas.openxmlformats.org/drawingml/2006/main">
              <a:ext uri="{FF2B5EF4-FFF2-40B4-BE49-F238E27FC236}">
                <a16:creationId xmlns:a16="http://schemas.microsoft.com/office/drawing/2014/main" id="{AFB81A3B-CE28-4139-B4CF-C3FCAB20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4371975"/>
            <a:ext cx="466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CFAB9E6-2BC2-4982-B56F-2C940408B9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0b3b8fbcd4a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8400" y="4371975"/>
            <a:ext cx="466725" cy="447675"/>
          </a:xfrm>
          <a:prstGeom xmlns:a="http://schemas.openxmlformats.org/drawingml/2006/main" prst="rect">
            <a:avLst/>
          </a:prstGeom>
        </p:spPr>
      </p:pic>
      <p:sp>
        <p:nvSpPr>
          <p:cNvPr id="156" name="asset-10-6">
            <a:extLst xmlns:a="http://schemas.openxmlformats.org/drawingml/2006/main">
              <a:ext uri="{FF2B5EF4-FFF2-40B4-BE49-F238E27FC236}">
                <a16:creationId xmlns:a16="http://schemas.microsoft.com/office/drawing/2014/main" id="{0B48FAD0-3962-4D9F-A217-305738ED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4371975"/>
            <a:ext cx="466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EBB8E1C-0ED4-4278-8D76-AC83610CEC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d1898b29645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4371975"/>
            <a:ext cx="466725" cy="447675"/>
          </a:xfrm>
          <a:prstGeom xmlns:a="http://schemas.openxmlformats.org/drawingml/2006/main" prst="rect">
            <a:avLst/>
          </a:prstGeom>
        </p:spPr>
      </p:pic>
      <p:sp>
        <p:nvSpPr>
          <p:cNvPr id="158" name="asset-10-7">
            <a:extLst xmlns:a="http://schemas.openxmlformats.org/drawingml/2006/main">
              <a:ext uri="{FF2B5EF4-FFF2-40B4-BE49-F238E27FC236}">
                <a16:creationId xmlns:a16="http://schemas.microsoft.com/office/drawing/2014/main" id="{2F25D9E2-5E44-4C64-BE87-5CF82AB4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4371975"/>
            <a:ext cx="466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FA57D4D-4CC0-4545-9424-E5E253E30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9f936c85c49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4371975"/>
            <a:ext cx="466725" cy="447675"/>
          </a:xfrm>
          <a:prstGeom xmlns:a="http://schemas.openxmlformats.org/drawingml/2006/main" prst="rect">
            <a:avLst/>
          </a:prstGeom>
        </p:spPr>
      </p:pic>
      <p:sp>
        <p:nvSpPr>
          <p:cNvPr id="160" name="asset-10-8">
            <a:extLst xmlns:a="http://schemas.openxmlformats.org/drawingml/2006/main">
              <a:ext uri="{FF2B5EF4-FFF2-40B4-BE49-F238E27FC236}">
                <a16:creationId xmlns:a16="http://schemas.microsoft.com/office/drawing/2014/main" id="{4646192F-E577-43EA-8E36-9CAB4A6C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371975"/>
            <a:ext cx="466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E30A03C-CBDF-4329-95CA-BE01673777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45495189f43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25" y="742950"/>
            <a:ext cx="1714500" cy="1676400"/>
          </a:xfrm>
          <a:prstGeom xmlns:a="http://schemas.openxmlformats.org/drawingml/2006/main" prst="rect">
            <a:avLst/>
          </a:prstGeom>
        </p:spPr>
      </p:pic>
      <p:sp>
        <p:nvSpPr>
          <p:cNvPr id="162" name="fridge-environment">
            <a:extLst xmlns:a="http://schemas.openxmlformats.org/drawingml/2006/main">
              <a:ext uri="{FF2B5EF4-FFF2-40B4-BE49-F238E27FC236}">
                <a16:creationId xmlns:a16="http://schemas.microsoft.com/office/drawing/2014/main" id="{69F6F305-992D-441E-9954-8ACE48FB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742950"/>
            <a:ext cx="1714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1C362C7-053F-420F-A6ED-AC61E6FE60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7193b0a1347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81550" y="3171825"/>
            <a:ext cx="1762125" cy="1571625"/>
          </a:xfrm>
          <a:prstGeom xmlns:a="http://schemas.openxmlformats.org/drawingml/2006/main" prst="rect">
            <a:avLst/>
          </a:prstGeom>
        </p:spPr>
      </p:pic>
      <p:sp>
        <p:nvSpPr>
          <p:cNvPr id="164" name="cabinet-environment">
            <a:extLst xmlns:a="http://schemas.openxmlformats.org/drawingml/2006/main">
              <a:ext uri="{FF2B5EF4-FFF2-40B4-BE49-F238E27FC236}">
                <a16:creationId xmlns:a16="http://schemas.microsoft.com/office/drawing/2014/main" id="{51A4A0C6-B060-4884-B726-3B60C61A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171825"/>
            <a:ext cx="1762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AD129ED-88C5-4F24-B639-D743082A7E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939d5eb184f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800100"/>
            <a:ext cx="1152525" cy="1600200"/>
          </a:xfrm>
          <a:prstGeom xmlns:a="http://schemas.openxmlformats.org/drawingml/2006/main" prst="rect">
            <a:avLst/>
          </a:prstGeom>
        </p:spPr>
      </p:pic>
      <p:sp>
        <p:nvSpPr>
          <p:cNvPr id="166" name="open-fridge">
            <a:extLst xmlns:a="http://schemas.openxmlformats.org/drawingml/2006/main">
              <a:ext uri="{FF2B5EF4-FFF2-40B4-BE49-F238E27FC236}">
                <a16:creationId xmlns:a16="http://schemas.microsoft.com/office/drawing/2014/main" id="{7364E547-AD88-4D05-B354-322CF7E2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800100"/>
            <a:ext cx="11525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77F3C00-8EB3-401F-B09E-7E672D827E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35f344e814c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3175" y="800100"/>
            <a:ext cx="1190625" cy="1600200"/>
          </a:xfrm>
          <a:prstGeom xmlns:a="http://schemas.openxmlformats.org/drawingml/2006/main" prst="rect">
            <a:avLst/>
          </a:prstGeom>
        </p:spPr>
      </p:pic>
      <p:sp>
        <p:nvSpPr>
          <p:cNvPr id="168" name="pick-veggie">
            <a:extLst xmlns:a="http://schemas.openxmlformats.org/drawingml/2006/main">
              <a:ext uri="{FF2B5EF4-FFF2-40B4-BE49-F238E27FC236}">
                <a16:creationId xmlns:a16="http://schemas.microsoft.com/office/drawing/2014/main" id="{8940C7B3-3943-4232-AC7D-495F5B9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3175" y="800100"/>
            <a:ext cx="11906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46D5FD4-2ACE-4DAD-9732-56E13616CB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d1fe9ccb149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20600" y="800100"/>
            <a:ext cx="1162050" cy="1600200"/>
          </a:xfrm>
          <a:prstGeom xmlns:a="http://schemas.openxmlformats.org/drawingml/2006/main" prst="rect">
            <a:avLst/>
          </a:prstGeom>
        </p:spPr>
      </p:pic>
      <p:sp>
        <p:nvSpPr>
          <p:cNvPr id="170" name="place-veggie">
            <a:extLst xmlns:a="http://schemas.openxmlformats.org/drawingml/2006/main">
              <a:ext uri="{FF2B5EF4-FFF2-40B4-BE49-F238E27FC236}">
                <a16:creationId xmlns:a16="http://schemas.microsoft.com/office/drawing/2014/main" id="{3CC49736-12AB-4FE6-A1D3-7199A88D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0600" y="800100"/>
            <a:ext cx="1162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8FAE26C-5536-4E1F-8757-AABE90FAE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f5644940e47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53350" y="2981325"/>
            <a:ext cx="1171575" cy="1771650"/>
          </a:xfrm>
          <a:prstGeom xmlns:a="http://schemas.openxmlformats.org/drawingml/2006/main" prst="rect">
            <a:avLst/>
          </a:prstGeom>
        </p:spPr>
      </p:pic>
      <p:sp>
        <p:nvSpPr>
          <p:cNvPr id="172" name="open-cabinet">
            <a:extLst xmlns:a="http://schemas.openxmlformats.org/drawingml/2006/main">
              <a:ext uri="{FF2B5EF4-FFF2-40B4-BE49-F238E27FC236}">
                <a16:creationId xmlns:a16="http://schemas.microsoft.com/office/drawing/2014/main" id="{18C10B61-51D4-4B10-8A50-B11043C1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981325"/>
            <a:ext cx="11715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CFAC0FB-D86F-40C9-8101-F12B91C181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09f8c472e4e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4125" y="2981325"/>
            <a:ext cx="1219200" cy="1771650"/>
          </a:xfrm>
          <a:prstGeom xmlns:a="http://schemas.openxmlformats.org/drawingml/2006/main" prst="rect">
            <a:avLst/>
          </a:prstGeom>
        </p:spPr>
      </p:pic>
      <p:sp>
        <p:nvSpPr>
          <p:cNvPr id="174" name="pick-ball">
            <a:extLst xmlns:a="http://schemas.openxmlformats.org/drawingml/2006/main">
              <a:ext uri="{FF2B5EF4-FFF2-40B4-BE49-F238E27FC236}">
                <a16:creationId xmlns:a16="http://schemas.microsoft.com/office/drawing/2014/main" id="{2280C802-086C-43D0-9A9E-10F7A1BA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4125" y="2981325"/>
            <a:ext cx="12192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1A65387-B93D-4385-854F-8C3551A44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001e07e4441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1075" y="2981325"/>
            <a:ext cx="1181100" cy="1771650"/>
          </a:xfrm>
          <a:prstGeom xmlns:a="http://schemas.openxmlformats.org/drawingml/2006/main" prst="rect">
            <a:avLst/>
          </a:prstGeom>
        </p:spPr>
      </p:pic>
      <p:sp>
        <p:nvSpPr>
          <p:cNvPr id="176" name="place-ball">
            <a:extLst xmlns:a="http://schemas.openxmlformats.org/drawingml/2006/main">
              <a:ext uri="{FF2B5EF4-FFF2-40B4-BE49-F238E27FC236}">
                <a16:creationId xmlns:a16="http://schemas.microsoft.com/office/drawing/2014/main" id="{BE17F71D-A3C9-4E38-A0E7-B69992E4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1075" y="2981325"/>
            <a:ext cx="11811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B028A4A-C70C-40C1-B233-7BCBA4F74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f95e1680543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86225" y="828675"/>
            <a:ext cx="409575" cy="400050"/>
          </a:xfrm>
          <a:prstGeom xmlns:a="http://schemas.openxmlformats.org/drawingml/2006/main" prst="rect">
            <a:avLst/>
          </a:prstGeom>
        </p:spPr>
      </p:pic>
      <p:sp>
        <p:nvSpPr>
          <p:cNvPr id="178" name="model-logo-0">
            <a:extLst xmlns:a="http://schemas.openxmlformats.org/drawingml/2006/main">
              <a:ext uri="{FF2B5EF4-FFF2-40B4-BE49-F238E27FC236}">
                <a16:creationId xmlns:a16="http://schemas.microsoft.com/office/drawing/2014/main" id="{B1D2ED7D-42A8-4521-BDC1-B997FCD0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828675"/>
            <a:ext cx="409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B647045-6175-44BE-AA2F-C8810B1AB1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f1f6d4de541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7050" y="828675"/>
            <a:ext cx="419100" cy="400050"/>
          </a:xfrm>
          <a:prstGeom xmlns:a="http://schemas.openxmlformats.org/drawingml/2006/main" prst="rect">
            <a:avLst/>
          </a:prstGeom>
        </p:spPr>
      </p:pic>
      <p:sp>
        <p:nvSpPr>
          <p:cNvPr id="180" name="model-logo-1">
            <a:extLst xmlns:a="http://schemas.openxmlformats.org/drawingml/2006/main">
              <a:ext uri="{FF2B5EF4-FFF2-40B4-BE49-F238E27FC236}">
                <a16:creationId xmlns:a16="http://schemas.microsoft.com/office/drawing/2014/main" id="{7EEE1E71-5696-4585-A40E-61F96ADB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8286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8349B7B-566A-40CC-A856-AEF0C61201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bca1030ea49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86225" y="3095625"/>
            <a:ext cx="409575" cy="400050"/>
          </a:xfrm>
          <a:prstGeom xmlns:a="http://schemas.openxmlformats.org/drawingml/2006/main" prst="rect">
            <a:avLst/>
          </a:prstGeom>
        </p:spPr>
      </p:pic>
      <p:sp>
        <p:nvSpPr>
          <p:cNvPr id="182" name="model-logo-2">
            <a:extLst xmlns:a="http://schemas.openxmlformats.org/drawingml/2006/main">
              <a:ext uri="{FF2B5EF4-FFF2-40B4-BE49-F238E27FC236}">
                <a16:creationId xmlns:a16="http://schemas.microsoft.com/office/drawing/2014/main" id="{09B62B3A-A0D1-47C5-98C6-C590FCDF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3095625"/>
            <a:ext cx="409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B6F2F29-967D-4186-B081-BCD8153413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916d9ee214f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7050" y="3095625"/>
            <a:ext cx="419100" cy="400050"/>
          </a:xfrm>
          <a:prstGeom xmlns:a="http://schemas.openxmlformats.org/drawingml/2006/main" prst="rect">
            <a:avLst/>
          </a:prstGeom>
        </p:spPr>
      </p:pic>
      <p:sp>
        <p:nvSpPr>
          <p:cNvPr id="184" name="model-logo-3">
            <a:extLst xmlns:a="http://schemas.openxmlformats.org/drawingml/2006/main">
              <a:ext uri="{FF2B5EF4-FFF2-40B4-BE49-F238E27FC236}">
                <a16:creationId xmlns:a16="http://schemas.microsoft.com/office/drawing/2014/main" id="{CA9664C8-5FAF-4658-B400-78958223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30956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generation-arrow-0">
            <a:extLst xmlns:a="http://schemas.openxmlformats.org/drawingml/2006/main">
              <a:ext uri="{FF2B5EF4-FFF2-40B4-BE49-F238E27FC236}">
                <a16:creationId xmlns:a16="http://schemas.microsoft.com/office/drawing/2014/main" id="{EC25F2F6-89F5-40EC-BD69-3CFA8871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1266825"/>
            <a:ext cx="781050" cy="266700"/>
          </a:xfrm>
          <a:custGeom xmlns:a="http://schemas.openxmlformats.org/drawingml/2006/main">
            <a:pathLst>
              <a:path w="781050" h="266700">
                <a:moveTo>
                  <a:pt x="0" y="95250"/>
                </a:moveTo>
                <a:lnTo>
                  <a:pt x="609600" y="95250"/>
                </a:lnTo>
                <a:lnTo>
                  <a:pt x="609600" y="0"/>
                </a:lnTo>
                <a:lnTo>
                  <a:pt x="781050" y="133350"/>
                </a:lnTo>
                <a:lnTo>
                  <a:pt x="609600" y="266700"/>
                </a:lnTo>
                <a:lnTo>
                  <a:pt x="60960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86" name="generation-arrow-1">
            <a:extLst xmlns:a="http://schemas.openxmlformats.org/drawingml/2006/main">
              <a:ext uri="{FF2B5EF4-FFF2-40B4-BE49-F238E27FC236}">
                <a16:creationId xmlns:a16="http://schemas.microsoft.com/office/drawing/2014/main" id="{5C357AF7-BD7D-4900-B065-9A500CFD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266825"/>
            <a:ext cx="781050" cy="266700"/>
          </a:xfrm>
          <a:custGeom xmlns:a="http://schemas.openxmlformats.org/drawingml/2006/main">
            <a:pathLst>
              <a:path w="781050" h="266700">
                <a:moveTo>
                  <a:pt x="0" y="95250"/>
                </a:moveTo>
                <a:lnTo>
                  <a:pt x="609600" y="95250"/>
                </a:lnTo>
                <a:lnTo>
                  <a:pt x="609600" y="0"/>
                </a:lnTo>
                <a:lnTo>
                  <a:pt x="781050" y="133350"/>
                </a:lnTo>
                <a:lnTo>
                  <a:pt x="609600" y="266700"/>
                </a:lnTo>
                <a:lnTo>
                  <a:pt x="60960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87" name="generation-arrow-2">
            <a:extLst xmlns:a="http://schemas.openxmlformats.org/drawingml/2006/main">
              <a:ext uri="{FF2B5EF4-FFF2-40B4-BE49-F238E27FC236}">
                <a16:creationId xmlns:a16="http://schemas.microsoft.com/office/drawing/2014/main" id="{CA04E574-8228-4088-A0F0-2105A1A3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3533775"/>
            <a:ext cx="781050" cy="266700"/>
          </a:xfrm>
          <a:custGeom xmlns:a="http://schemas.openxmlformats.org/drawingml/2006/main">
            <a:pathLst>
              <a:path w="781050" h="266700">
                <a:moveTo>
                  <a:pt x="0" y="95250"/>
                </a:moveTo>
                <a:lnTo>
                  <a:pt x="609600" y="95250"/>
                </a:lnTo>
                <a:lnTo>
                  <a:pt x="609600" y="0"/>
                </a:lnTo>
                <a:lnTo>
                  <a:pt x="781050" y="133350"/>
                </a:lnTo>
                <a:lnTo>
                  <a:pt x="609600" y="266700"/>
                </a:lnTo>
                <a:lnTo>
                  <a:pt x="60960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88" name="generation-arrow-3">
            <a:extLst xmlns:a="http://schemas.openxmlformats.org/drawingml/2006/main">
              <a:ext uri="{FF2B5EF4-FFF2-40B4-BE49-F238E27FC236}">
                <a16:creationId xmlns:a16="http://schemas.microsoft.com/office/drawing/2014/main" id="{B711B593-3C96-45EF-99E4-C8BB3618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533775"/>
            <a:ext cx="781050" cy="266700"/>
          </a:xfrm>
          <a:custGeom xmlns:a="http://schemas.openxmlformats.org/drawingml/2006/main">
            <a:pathLst>
              <a:path w="781050" h="266700">
                <a:moveTo>
                  <a:pt x="0" y="95250"/>
                </a:moveTo>
                <a:lnTo>
                  <a:pt x="609600" y="95250"/>
                </a:lnTo>
                <a:lnTo>
                  <a:pt x="609600" y="0"/>
                </a:lnTo>
                <a:lnTo>
                  <a:pt x="781050" y="133350"/>
                </a:lnTo>
                <a:lnTo>
                  <a:pt x="609600" y="266700"/>
                </a:lnTo>
                <a:lnTo>
                  <a:pt x="609600" y="171450"/>
                </a:lnTo>
                <a:lnTo>
                  <a:pt x="0" y="171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89" name="fridge-task-box">
            <a:extLst xmlns:a="http://schemas.openxmlformats.org/drawingml/2006/main">
              <a:ext uri="{FF2B5EF4-FFF2-40B4-BE49-F238E27FC236}">
                <a16:creationId xmlns:a16="http://schemas.microsoft.com/office/drawing/2014/main" id="{EEE3C3CB-51EE-49DE-9041-66D01FD9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75" y="238125"/>
            <a:ext cx="1543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0" name="fridge-task-label">
            <a:extLst xmlns:a="http://schemas.openxmlformats.org/drawingml/2006/main">
              <a:ext uri="{FF2B5EF4-FFF2-40B4-BE49-F238E27FC236}">
                <a16:creationId xmlns:a16="http://schemas.microsoft.com/office/drawing/2014/main" id="{8C9A8420-B172-4618-81E3-BE561841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276225"/>
            <a:ext cx="1485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Put the veggies inside</a:t>
            </a:r>
          </a:p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refrigerator</a:t>
            </a:r>
          </a:p>
        </p:txBody>
      </p:sp>
      <p:sp>
        <p:nvSpPr>
          <p:cNvPr id="191" name="cabinet-task-box">
            <a:extLst xmlns:a="http://schemas.openxmlformats.org/drawingml/2006/main">
              <a:ext uri="{FF2B5EF4-FFF2-40B4-BE49-F238E27FC236}">
                <a16:creationId xmlns:a16="http://schemas.microsoft.com/office/drawing/2014/main" id="{8A03178B-BD9A-426D-B40B-8EB64AB5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543175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2" name="cabinet-task-label">
            <a:extLst xmlns:a="http://schemas.openxmlformats.org/drawingml/2006/main">
              <a:ext uri="{FF2B5EF4-FFF2-40B4-BE49-F238E27FC236}">
                <a16:creationId xmlns:a16="http://schemas.microsoft.com/office/drawing/2014/main" id="{83F9C5A1-8C1C-42E3-89D9-ED2D922E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25812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7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7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Put the tennis ball inside</a:t>
            </a:r>
          </a:p>
          <a:p xmlns:a="http://schemas.openxmlformats.org/drawingml/2006/main">
            <a:pPr algn="ctr">
              <a:defRPr sz="97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left of the cabinet</a:t>
            </a:r>
          </a:p>
        </p:txBody>
      </p:sp>
      <p:sp>
        <p:nvSpPr>
          <p:cNvPr id="193" name="fridge-step-one-box">
            <a:extLst xmlns:a="http://schemas.openxmlformats.org/drawingml/2006/main">
              <a:ext uri="{FF2B5EF4-FFF2-40B4-BE49-F238E27FC236}">
                <a16:creationId xmlns:a16="http://schemas.microsoft.com/office/drawing/2014/main" id="{E7A01569-6E30-4076-AD2D-1C3D8012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28600"/>
            <a:ext cx="1543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4" name="fridge-step-one-label">
            <a:extLst xmlns:a="http://schemas.openxmlformats.org/drawingml/2006/main">
              <a:ext uri="{FF2B5EF4-FFF2-40B4-BE49-F238E27FC236}">
                <a16:creationId xmlns:a16="http://schemas.microsoft.com/office/drawing/2014/main" id="{BDB9D104-FFF5-4A98-8A3F-BFB0F02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1425" y="266700"/>
            <a:ext cx="1485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the left door of the</a:t>
            </a:r>
          </a:p>
          <a:p xmlns:a="http://schemas.openxmlformats.org/drawingml/2006/main">
            <a:pPr algn="ctr">
              <a:defRPr sz="9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refrigerator</a:t>
            </a:r>
          </a:p>
        </p:txBody>
      </p:sp>
      <p:sp>
        <p:nvSpPr>
          <p:cNvPr id="195" name="fridge-step-two-box">
            <a:extLst xmlns:a="http://schemas.openxmlformats.org/drawingml/2006/main">
              <a:ext uri="{FF2B5EF4-FFF2-40B4-BE49-F238E27FC236}">
                <a16:creationId xmlns:a16="http://schemas.microsoft.com/office/drawing/2014/main" id="{8B40B057-74A2-4E0A-8E08-A4B401BC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25" y="228600"/>
            <a:ext cx="1809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6" name="fridge-step-two-label">
            <a:extLst xmlns:a="http://schemas.openxmlformats.org/drawingml/2006/main">
              <a:ext uri="{FF2B5EF4-FFF2-40B4-BE49-F238E27FC236}">
                <a16:creationId xmlns:a16="http://schemas.microsoft.com/office/drawing/2014/main" id="{2810613D-EAAE-4641-B74E-98080DF1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266700"/>
            <a:ext cx="175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up the veggie, while</a:t>
            </a:r>
          </a:p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keeping the door open</a:t>
            </a:r>
          </a:p>
        </p:txBody>
      </p:sp>
      <p:sp>
        <p:nvSpPr>
          <p:cNvPr id="197" name="fridge-step-three-box">
            <a:extLst xmlns:a="http://schemas.openxmlformats.org/drawingml/2006/main">
              <a:ext uri="{FF2B5EF4-FFF2-40B4-BE49-F238E27FC236}">
                <a16:creationId xmlns:a16="http://schemas.microsoft.com/office/drawing/2014/main" id="{EEE5F8B6-4317-40B7-B1AE-E9C876D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0" y="228600"/>
            <a:ext cx="1790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8" name="fridge-step-three-label">
            <a:extLst xmlns:a="http://schemas.openxmlformats.org/drawingml/2006/main">
              <a:ext uri="{FF2B5EF4-FFF2-40B4-BE49-F238E27FC236}">
                <a16:creationId xmlns:a16="http://schemas.microsoft.com/office/drawing/2014/main" id="{F324B23F-1865-4C93-91A6-EAD81070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5325" y="26670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 the veggie inside</a:t>
            </a:r>
          </a:p>
        </p:txBody>
      </p:sp>
      <p:sp>
        <p:nvSpPr>
          <p:cNvPr id="199" name="cabinet-step-one-box">
            <a:extLst xmlns:a="http://schemas.openxmlformats.org/drawingml/2006/main">
              <a:ext uri="{FF2B5EF4-FFF2-40B4-BE49-F238E27FC236}">
                <a16:creationId xmlns:a16="http://schemas.microsoft.com/office/drawing/2014/main" id="{4E5BD224-AF18-4BD4-AFA0-9B5A2B6D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543175"/>
            <a:ext cx="1181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0" name="cabinet-step-one-label">
            <a:extLst xmlns:a="http://schemas.openxmlformats.org/drawingml/2006/main">
              <a:ext uri="{FF2B5EF4-FFF2-40B4-BE49-F238E27FC236}">
                <a16:creationId xmlns:a16="http://schemas.microsoft.com/office/drawing/2014/main" id="{CB09E959-1854-49E0-B394-8FF39341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25812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the left door</a:t>
            </a:r>
          </a:p>
          <a:p xmlns:a="http://schemas.openxmlformats.org/drawingml/2006/main">
            <a:pPr algn="ctr">
              <a:defRPr sz="10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the cabinet</a:t>
            </a:r>
          </a:p>
        </p:txBody>
      </p:sp>
      <p:sp>
        <p:nvSpPr>
          <p:cNvPr id="201" name="cabinet-step-two-box">
            <a:extLst xmlns:a="http://schemas.openxmlformats.org/drawingml/2006/main">
              <a:ext uri="{FF2B5EF4-FFF2-40B4-BE49-F238E27FC236}">
                <a16:creationId xmlns:a16="http://schemas.microsoft.com/office/drawing/2014/main" id="{8E107184-69A5-4595-A7F6-620EB469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2543175"/>
            <a:ext cx="1600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2" name="cabinet-step-two-label">
            <a:extLst xmlns:a="http://schemas.openxmlformats.org/drawingml/2006/main">
              <a:ext uri="{FF2B5EF4-FFF2-40B4-BE49-F238E27FC236}">
                <a16:creationId xmlns:a16="http://schemas.microsoft.com/office/drawing/2014/main" id="{D89EAC11-983D-4995-A463-DE6AFC80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2675" y="2581275"/>
            <a:ext cx="154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up the ball, while</a:t>
            </a:r>
          </a:p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keeping the door open</a:t>
            </a:r>
          </a:p>
        </p:txBody>
      </p:sp>
      <p:sp>
        <p:nvSpPr>
          <p:cNvPr id="203" name="cabinet-step-three-box">
            <a:extLst xmlns:a="http://schemas.openxmlformats.org/drawingml/2006/main">
              <a:ext uri="{FF2B5EF4-FFF2-40B4-BE49-F238E27FC236}">
                <a16:creationId xmlns:a16="http://schemas.microsoft.com/office/drawing/2014/main" id="{A904FD24-C4DD-4A77-B65B-49F42826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1525" y="2543175"/>
            <a:ext cx="1600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4" name="cabinet-step-three-label">
            <a:extLst xmlns:a="http://schemas.openxmlformats.org/drawingml/2006/main">
              <a:ext uri="{FF2B5EF4-FFF2-40B4-BE49-F238E27FC236}">
                <a16:creationId xmlns:a16="http://schemas.microsoft.com/office/drawing/2014/main" id="{59FEADA9-DF53-44AF-9758-AC8E0DCB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2581275"/>
            <a:ext cx="154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 the ball into the</a:t>
            </a:r>
          </a:p>
          <a:p xmlns:a="http://schemas.openxmlformats.org/drawingml/2006/main">
            <a:pPr algn="ctr">
              <a:defRPr sz="10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cabinet</a:t>
            </a:r>
          </a:p>
        </p:txBody>
      </p:sp>
      <p:sp>
        <p:nvSpPr>
          <p:cNvPr id="205" name="fridge-open-reward-0">
            <a:extLst xmlns:a="http://schemas.openxmlformats.org/drawingml/2006/main">
              <a:ext uri="{FF2B5EF4-FFF2-40B4-BE49-F238E27FC236}">
                <a16:creationId xmlns:a16="http://schemas.microsoft.com/office/drawing/2014/main" id="{CF06EA86-DFD1-44CD-B1C7-19B63386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2858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Reward:</a:t>
            </a:r>
          </a:p>
        </p:txBody>
      </p:sp>
      <p:sp>
        <p:nvSpPr>
          <p:cNvPr id="206" name="fridge-open-reward-1">
            <a:extLst xmlns:a="http://schemas.openxmlformats.org/drawingml/2006/main">
              <a:ext uri="{FF2B5EF4-FFF2-40B4-BE49-F238E27FC236}">
                <a16:creationId xmlns:a16="http://schemas.microsoft.com/office/drawing/2014/main" id="{46E68D56-09DC-4437-AFF5-11900D15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4001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+ Grasp handle</a:t>
            </a:r>
          </a:p>
        </p:txBody>
      </p:sp>
      <p:sp>
        <p:nvSpPr>
          <p:cNvPr id="207" name="fridge-open-reward-2">
            <a:extLst xmlns:a="http://schemas.openxmlformats.org/drawingml/2006/main">
              <a:ext uri="{FF2B5EF4-FFF2-40B4-BE49-F238E27FC236}">
                <a16:creationId xmlns:a16="http://schemas.microsoft.com/office/drawing/2014/main" id="{77AC743E-35F6-4E9D-83C0-582EB1D3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5144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+ Open left door</a:t>
            </a:r>
          </a:p>
        </p:txBody>
      </p:sp>
      <p:sp>
        <p:nvSpPr>
          <p:cNvPr id="208" name="fridge-open-code-box">
            <a:extLst xmlns:a="http://schemas.openxmlformats.org/drawingml/2006/main">
              <a:ext uri="{FF2B5EF4-FFF2-40B4-BE49-F238E27FC236}">
                <a16:creationId xmlns:a16="http://schemas.microsoft.com/office/drawing/2014/main" id="{C59C0AF9-9E97-4B8E-9DE0-90C2FE1A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1657350"/>
            <a:ext cx="190500" cy="247650"/>
          </a:xfrm>
          <a:custGeom xmlns:a="http://schemas.openxmlformats.org/drawingml/2006/main">
            <a:pathLst>
              <a:path w="190500" h="247650">
                <a:moveTo>
                  <a:pt x="28575" y="0"/>
                </a:moveTo>
                <a:lnTo>
                  <a:pt x="161925" y="0"/>
                </a:lnTo>
                <a:cubicBezTo>
                  <a:pt x="177707" y="0"/>
                  <a:pt x="190500" y="12793"/>
                  <a:pt x="190500" y="28575"/>
                </a:cubicBezTo>
                <a:lnTo>
                  <a:pt x="190500" y="219075"/>
                </a:lnTo>
                <a:cubicBezTo>
                  <a:pt x="190500" y="234857"/>
                  <a:pt x="177707" y="247650"/>
                  <a:pt x="161925" y="247650"/>
                </a:cubicBezTo>
                <a:lnTo>
                  <a:pt x="28575" y="247650"/>
                </a:lnTo>
                <a:cubicBezTo>
                  <a:pt x="12793" y="247650"/>
                  <a:pt x="0" y="234857"/>
                  <a:pt x="0" y="2190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11430">
            <a:solidFill>
              <a:srgbClr val="3F3F3F"/>
            </a:solidFill>
            <a:prstDash val="solid"/>
          </a:ln>
        </p:spPr>
      </p:sp>
      <p:sp>
        <p:nvSpPr>
          <p:cNvPr id="209" name="fridge-open-code-label">
            <a:extLst xmlns:a="http://schemas.openxmlformats.org/drawingml/2006/main">
              <a:ext uri="{FF2B5EF4-FFF2-40B4-BE49-F238E27FC236}">
                <a16:creationId xmlns:a16="http://schemas.microsoft.com/office/drawing/2014/main" id="{819C2017-C506-420E-91A4-3FC3D562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475" y="16954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210" name="fridge-pick-reward-0">
            <a:extLst xmlns:a="http://schemas.openxmlformats.org/drawingml/2006/main">
              <a:ext uri="{FF2B5EF4-FFF2-40B4-BE49-F238E27FC236}">
                <a16:creationId xmlns:a16="http://schemas.microsoft.com/office/drawing/2014/main" id="{3D4E1BC1-000C-441F-B217-1EF2CE7B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1900" y="12858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Reward:</a:t>
            </a:r>
          </a:p>
        </p:txBody>
      </p:sp>
      <p:sp>
        <p:nvSpPr>
          <p:cNvPr id="211" name="fridge-pick-reward-1">
            <a:extLst xmlns:a="http://schemas.openxmlformats.org/drawingml/2006/main">
              <a:ext uri="{FF2B5EF4-FFF2-40B4-BE49-F238E27FC236}">
                <a16:creationId xmlns:a16="http://schemas.microsoft.com/office/drawing/2014/main" id="{37DC0A16-720C-43E9-98CD-1B7086C7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1900" y="14001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+ Grasp veggie</a:t>
            </a:r>
          </a:p>
        </p:txBody>
      </p:sp>
      <p:sp>
        <p:nvSpPr>
          <p:cNvPr id="212" name="fridge-pick-reward-2">
            <a:extLst xmlns:a="http://schemas.openxmlformats.org/drawingml/2006/main">
              <a:ext uri="{FF2B5EF4-FFF2-40B4-BE49-F238E27FC236}">
                <a16:creationId xmlns:a16="http://schemas.microsoft.com/office/drawing/2014/main" id="{33158C2E-823F-414F-B531-5C9EDE3E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1900" y="15144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DF2E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DF2E21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DF2E21"/>
                </a:solidFill>
                <a:latin typeface="Arial"/>
                <a:ea typeface="Arial"/>
                <a:cs typeface="Arial"/>
              </a:rPr>
              <a:t>- Left door state</a:t>
            </a:r>
          </a:p>
        </p:txBody>
      </p:sp>
      <p:sp>
        <p:nvSpPr>
          <p:cNvPr id="213" name="fridge-pick-code-box">
            <a:extLst xmlns:a="http://schemas.openxmlformats.org/drawingml/2006/main">
              <a:ext uri="{FF2B5EF4-FFF2-40B4-BE49-F238E27FC236}">
                <a16:creationId xmlns:a16="http://schemas.microsoft.com/office/drawing/2014/main" id="{2D774759-38C5-483F-9C6A-64611876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3350" y="1657350"/>
            <a:ext cx="190500" cy="247650"/>
          </a:xfrm>
          <a:custGeom xmlns:a="http://schemas.openxmlformats.org/drawingml/2006/main">
            <a:pathLst>
              <a:path w="190500" h="247650">
                <a:moveTo>
                  <a:pt x="28575" y="0"/>
                </a:moveTo>
                <a:lnTo>
                  <a:pt x="161925" y="0"/>
                </a:lnTo>
                <a:cubicBezTo>
                  <a:pt x="177707" y="0"/>
                  <a:pt x="190500" y="12793"/>
                  <a:pt x="190500" y="28575"/>
                </a:cubicBezTo>
                <a:lnTo>
                  <a:pt x="190500" y="219075"/>
                </a:lnTo>
                <a:cubicBezTo>
                  <a:pt x="190500" y="234857"/>
                  <a:pt x="177707" y="247650"/>
                  <a:pt x="161925" y="247650"/>
                </a:cubicBezTo>
                <a:lnTo>
                  <a:pt x="28575" y="247650"/>
                </a:lnTo>
                <a:cubicBezTo>
                  <a:pt x="12793" y="247650"/>
                  <a:pt x="0" y="234857"/>
                  <a:pt x="0" y="2190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11430">
            <a:solidFill>
              <a:srgbClr val="3F3F3F"/>
            </a:solidFill>
            <a:prstDash val="solid"/>
          </a:ln>
        </p:spPr>
      </p:sp>
      <p:sp>
        <p:nvSpPr>
          <p:cNvPr id="214" name="fridge-pick-code-label">
            <a:extLst xmlns:a="http://schemas.openxmlformats.org/drawingml/2006/main">
              <a:ext uri="{FF2B5EF4-FFF2-40B4-BE49-F238E27FC236}">
                <a16:creationId xmlns:a16="http://schemas.microsoft.com/office/drawing/2014/main" id="{B96BD1F1-A671-4A75-A6B4-FCDB35A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2875" y="16954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215" name="fridge-place-reward-0">
            <a:extLst xmlns:a="http://schemas.openxmlformats.org/drawingml/2006/main">
              <a:ext uri="{FF2B5EF4-FFF2-40B4-BE49-F238E27FC236}">
                <a16:creationId xmlns:a16="http://schemas.microsoft.com/office/drawing/2014/main" id="{F2101C6A-CE11-4022-A8B6-ACABFC26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12858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Reward:</a:t>
            </a:r>
          </a:p>
        </p:txBody>
      </p:sp>
      <p:sp>
        <p:nvSpPr>
          <p:cNvPr id="216" name="fridge-place-reward-1">
            <a:extLst xmlns:a="http://schemas.openxmlformats.org/drawingml/2006/main">
              <a:ext uri="{FF2B5EF4-FFF2-40B4-BE49-F238E27FC236}">
                <a16:creationId xmlns:a16="http://schemas.microsoft.com/office/drawing/2014/main" id="{4B7F4F02-55B3-458B-9B34-CF2BDCA1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14001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+ Veggie inside</a:t>
            </a:r>
          </a:p>
        </p:txBody>
      </p:sp>
      <p:sp>
        <p:nvSpPr>
          <p:cNvPr id="217" name="fridge-place-reward-2">
            <a:extLst xmlns:a="http://schemas.openxmlformats.org/drawingml/2006/main">
              <a:ext uri="{FF2B5EF4-FFF2-40B4-BE49-F238E27FC236}">
                <a16:creationId xmlns:a16="http://schemas.microsoft.com/office/drawing/2014/main" id="{062E2B7F-F56E-48A6-B210-F0E3B367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15144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  fridge</a:t>
            </a:r>
          </a:p>
        </p:txBody>
      </p:sp>
      <p:sp>
        <p:nvSpPr>
          <p:cNvPr id="218" name="fridge-place-reward-3">
            <a:extLst xmlns:a="http://schemas.openxmlformats.org/drawingml/2006/main">
              <a:ext uri="{FF2B5EF4-FFF2-40B4-BE49-F238E27FC236}">
                <a16:creationId xmlns:a16="http://schemas.microsoft.com/office/drawing/2014/main" id="{528D6C97-3BB1-47AD-A6B3-4BE3E550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1628775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DF2E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DF2E21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DF2E21"/>
                </a:solidFill>
                <a:latin typeface="Arial"/>
                <a:ea typeface="Arial"/>
                <a:cs typeface="Arial"/>
              </a:rPr>
              <a:t>- Left door state</a:t>
            </a:r>
          </a:p>
        </p:txBody>
      </p:sp>
      <p:sp>
        <p:nvSpPr>
          <p:cNvPr id="219" name="fridge-place-code-box">
            <a:extLst xmlns:a="http://schemas.openxmlformats.org/drawingml/2006/main">
              <a:ext uri="{FF2B5EF4-FFF2-40B4-BE49-F238E27FC236}">
                <a16:creationId xmlns:a16="http://schemas.microsoft.com/office/drawing/2014/main" id="{4DE3831E-C3D1-4AD0-8775-4C66653A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0" y="1771650"/>
            <a:ext cx="190500" cy="247650"/>
          </a:xfrm>
          <a:custGeom xmlns:a="http://schemas.openxmlformats.org/drawingml/2006/main">
            <a:pathLst>
              <a:path w="190500" h="247650">
                <a:moveTo>
                  <a:pt x="28575" y="0"/>
                </a:moveTo>
                <a:lnTo>
                  <a:pt x="161925" y="0"/>
                </a:lnTo>
                <a:cubicBezTo>
                  <a:pt x="177707" y="0"/>
                  <a:pt x="190500" y="12793"/>
                  <a:pt x="190500" y="28575"/>
                </a:cubicBezTo>
                <a:lnTo>
                  <a:pt x="190500" y="219075"/>
                </a:lnTo>
                <a:cubicBezTo>
                  <a:pt x="190500" y="234857"/>
                  <a:pt x="177707" y="247650"/>
                  <a:pt x="161925" y="247650"/>
                </a:cubicBezTo>
                <a:lnTo>
                  <a:pt x="28575" y="247650"/>
                </a:lnTo>
                <a:cubicBezTo>
                  <a:pt x="12793" y="247650"/>
                  <a:pt x="0" y="234857"/>
                  <a:pt x="0" y="2190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11430">
            <a:solidFill>
              <a:srgbClr val="3F3F3F"/>
            </a:solidFill>
            <a:prstDash val="solid"/>
          </a:ln>
        </p:spPr>
      </p:sp>
      <p:sp>
        <p:nvSpPr>
          <p:cNvPr id="220" name="fridge-place-code-label">
            <a:extLst xmlns:a="http://schemas.openxmlformats.org/drawingml/2006/main">
              <a:ext uri="{FF2B5EF4-FFF2-40B4-BE49-F238E27FC236}">
                <a16:creationId xmlns:a16="http://schemas.microsoft.com/office/drawing/2014/main" id="{A4D9E211-A80E-4293-B93E-C6CE501B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0775" y="18097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221" name="cabinet-open-reward-0">
            <a:extLst xmlns:a="http://schemas.openxmlformats.org/drawingml/2006/main">
              <a:ext uri="{FF2B5EF4-FFF2-40B4-BE49-F238E27FC236}">
                <a16:creationId xmlns:a16="http://schemas.microsoft.com/office/drawing/2014/main" id="{35D3937D-8B4B-4339-8557-D7F9ECB0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36004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Reward:</a:t>
            </a:r>
          </a:p>
        </p:txBody>
      </p:sp>
      <p:sp>
        <p:nvSpPr>
          <p:cNvPr id="222" name="cabinet-open-reward-1">
            <a:extLst xmlns:a="http://schemas.openxmlformats.org/drawingml/2006/main">
              <a:ext uri="{FF2B5EF4-FFF2-40B4-BE49-F238E27FC236}">
                <a16:creationId xmlns:a16="http://schemas.microsoft.com/office/drawing/2014/main" id="{9DF8860C-077E-4F24-8DAE-22A71DFA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37147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+ Grasp handle</a:t>
            </a:r>
          </a:p>
        </p:txBody>
      </p:sp>
      <p:sp>
        <p:nvSpPr>
          <p:cNvPr id="223" name="cabinet-open-reward-2">
            <a:extLst xmlns:a="http://schemas.openxmlformats.org/drawingml/2006/main">
              <a:ext uri="{FF2B5EF4-FFF2-40B4-BE49-F238E27FC236}">
                <a16:creationId xmlns:a16="http://schemas.microsoft.com/office/drawing/2014/main" id="{80579F0B-7721-45F9-A064-02F26747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38290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+ Open left door</a:t>
            </a:r>
          </a:p>
        </p:txBody>
      </p:sp>
      <p:sp>
        <p:nvSpPr>
          <p:cNvPr id="224" name="cabinet-open-code-box">
            <a:extLst xmlns:a="http://schemas.openxmlformats.org/drawingml/2006/main">
              <a:ext uri="{FF2B5EF4-FFF2-40B4-BE49-F238E27FC236}">
                <a16:creationId xmlns:a16="http://schemas.microsoft.com/office/drawing/2014/main" id="{54ED5D9A-8E4E-4EF8-86EC-206BFB19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3971925"/>
            <a:ext cx="190500" cy="247650"/>
          </a:xfrm>
          <a:custGeom xmlns:a="http://schemas.openxmlformats.org/drawingml/2006/main">
            <a:pathLst>
              <a:path w="190500" h="247650">
                <a:moveTo>
                  <a:pt x="28575" y="0"/>
                </a:moveTo>
                <a:lnTo>
                  <a:pt x="161925" y="0"/>
                </a:lnTo>
                <a:cubicBezTo>
                  <a:pt x="177707" y="0"/>
                  <a:pt x="190500" y="12793"/>
                  <a:pt x="190500" y="28575"/>
                </a:cubicBezTo>
                <a:lnTo>
                  <a:pt x="190500" y="219075"/>
                </a:lnTo>
                <a:cubicBezTo>
                  <a:pt x="190500" y="234857"/>
                  <a:pt x="177707" y="247650"/>
                  <a:pt x="161925" y="247650"/>
                </a:cubicBezTo>
                <a:lnTo>
                  <a:pt x="28575" y="247650"/>
                </a:lnTo>
                <a:cubicBezTo>
                  <a:pt x="12793" y="247650"/>
                  <a:pt x="0" y="234857"/>
                  <a:pt x="0" y="2190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11430">
            <a:solidFill>
              <a:srgbClr val="3F3F3F"/>
            </a:solidFill>
            <a:prstDash val="solid"/>
          </a:ln>
        </p:spPr>
      </p:sp>
      <p:sp>
        <p:nvSpPr>
          <p:cNvPr id="225" name="cabinet-open-code-label">
            <a:extLst xmlns:a="http://schemas.openxmlformats.org/drawingml/2006/main">
              <a:ext uri="{FF2B5EF4-FFF2-40B4-BE49-F238E27FC236}">
                <a16:creationId xmlns:a16="http://schemas.microsoft.com/office/drawing/2014/main" id="{E6C5C967-A3AB-4EC5-BFC5-A261EC7A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475" y="401002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226" name="cabinet-pick-reward-0">
            <a:extLst xmlns:a="http://schemas.openxmlformats.org/drawingml/2006/main">
              <a:ext uri="{FF2B5EF4-FFF2-40B4-BE49-F238E27FC236}">
                <a16:creationId xmlns:a16="http://schemas.microsoft.com/office/drawing/2014/main" id="{A3934E77-2DC1-4AA8-8A21-B88497BD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36004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Reward:</a:t>
            </a:r>
          </a:p>
        </p:txBody>
      </p:sp>
      <p:sp>
        <p:nvSpPr>
          <p:cNvPr id="227" name="cabinet-pick-reward-1">
            <a:extLst xmlns:a="http://schemas.openxmlformats.org/drawingml/2006/main">
              <a:ext uri="{FF2B5EF4-FFF2-40B4-BE49-F238E27FC236}">
                <a16:creationId xmlns:a16="http://schemas.microsoft.com/office/drawing/2014/main" id="{BED9BBB7-F2E3-4191-81EA-BCE1671F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37147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+ Grasp ball</a:t>
            </a:r>
          </a:p>
        </p:txBody>
      </p:sp>
      <p:sp>
        <p:nvSpPr>
          <p:cNvPr id="228" name="cabinet-pick-reward-2">
            <a:extLst xmlns:a="http://schemas.openxmlformats.org/drawingml/2006/main">
              <a:ext uri="{FF2B5EF4-FFF2-40B4-BE49-F238E27FC236}">
                <a16:creationId xmlns:a16="http://schemas.microsoft.com/office/drawing/2014/main" id="{9915ED6A-7AD4-4C3B-A195-D198758A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38290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DF2E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DF2E21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DF2E21"/>
                </a:solidFill>
                <a:latin typeface="Arial"/>
                <a:ea typeface="Arial"/>
                <a:cs typeface="Arial"/>
              </a:rPr>
              <a:t>- Left door state</a:t>
            </a:r>
          </a:p>
        </p:txBody>
      </p:sp>
      <p:sp>
        <p:nvSpPr>
          <p:cNvPr id="229" name="cabinet-pick-code-box">
            <a:extLst xmlns:a="http://schemas.openxmlformats.org/drawingml/2006/main">
              <a:ext uri="{FF2B5EF4-FFF2-40B4-BE49-F238E27FC236}">
                <a16:creationId xmlns:a16="http://schemas.microsoft.com/office/drawing/2014/main" id="{84C74554-9D5B-467C-AB2E-6767EE1C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4300" y="3971925"/>
            <a:ext cx="190500" cy="247650"/>
          </a:xfrm>
          <a:custGeom xmlns:a="http://schemas.openxmlformats.org/drawingml/2006/main">
            <a:pathLst>
              <a:path w="190500" h="247650">
                <a:moveTo>
                  <a:pt x="28575" y="0"/>
                </a:moveTo>
                <a:lnTo>
                  <a:pt x="161925" y="0"/>
                </a:lnTo>
                <a:cubicBezTo>
                  <a:pt x="177707" y="0"/>
                  <a:pt x="190500" y="12793"/>
                  <a:pt x="190500" y="28575"/>
                </a:cubicBezTo>
                <a:lnTo>
                  <a:pt x="190500" y="219075"/>
                </a:lnTo>
                <a:cubicBezTo>
                  <a:pt x="190500" y="234857"/>
                  <a:pt x="177707" y="247650"/>
                  <a:pt x="161925" y="247650"/>
                </a:cubicBezTo>
                <a:lnTo>
                  <a:pt x="28575" y="247650"/>
                </a:lnTo>
                <a:cubicBezTo>
                  <a:pt x="12793" y="247650"/>
                  <a:pt x="0" y="234857"/>
                  <a:pt x="0" y="2190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11430">
            <a:solidFill>
              <a:srgbClr val="3F3F3F"/>
            </a:solidFill>
            <a:prstDash val="solid"/>
          </a:ln>
        </p:spPr>
      </p:sp>
      <p:sp>
        <p:nvSpPr>
          <p:cNvPr id="230" name="cabinet-pick-code-label">
            <a:extLst xmlns:a="http://schemas.openxmlformats.org/drawingml/2006/main">
              <a:ext uri="{FF2B5EF4-FFF2-40B4-BE49-F238E27FC236}">
                <a16:creationId xmlns:a16="http://schemas.microsoft.com/office/drawing/2014/main" id="{85284ACC-B5EE-4A12-A89A-2A81A11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3825" y="401002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231" name="cabinet-place-reward-0">
            <a:extLst xmlns:a="http://schemas.openxmlformats.org/drawingml/2006/main">
              <a:ext uri="{FF2B5EF4-FFF2-40B4-BE49-F238E27FC236}">
                <a16:creationId xmlns:a16="http://schemas.microsoft.com/office/drawing/2014/main" id="{0EB937D7-9F7E-4D88-95C7-9DC019D2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35242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Reward:</a:t>
            </a:r>
          </a:p>
        </p:txBody>
      </p:sp>
      <p:sp>
        <p:nvSpPr>
          <p:cNvPr id="232" name="cabinet-place-reward-1">
            <a:extLst xmlns:a="http://schemas.openxmlformats.org/drawingml/2006/main">
              <a:ext uri="{FF2B5EF4-FFF2-40B4-BE49-F238E27FC236}">
                <a16:creationId xmlns:a16="http://schemas.microsoft.com/office/drawing/2014/main" id="{C6699BE2-B252-4A36-A4A4-DDBAE564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36385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+ Ball inside</a:t>
            </a:r>
          </a:p>
        </p:txBody>
      </p:sp>
      <p:sp>
        <p:nvSpPr>
          <p:cNvPr id="233" name="cabinet-place-reward-2">
            <a:extLst xmlns:a="http://schemas.openxmlformats.org/drawingml/2006/main">
              <a:ext uri="{FF2B5EF4-FFF2-40B4-BE49-F238E27FC236}">
                <a16:creationId xmlns:a16="http://schemas.microsoft.com/office/drawing/2014/main" id="{E9ACBA77-7D43-4E67-9514-29939313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37528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60AD3A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60AD3A"/>
                </a:solidFill>
                <a:latin typeface="Arial"/>
                <a:ea typeface="Arial"/>
                <a:cs typeface="Arial"/>
              </a:rPr>
              <a:t>  cabinet</a:t>
            </a:r>
          </a:p>
        </p:txBody>
      </p:sp>
      <p:sp>
        <p:nvSpPr>
          <p:cNvPr id="234" name="cabinet-place-reward-3">
            <a:extLst xmlns:a="http://schemas.openxmlformats.org/drawingml/2006/main">
              <a:ext uri="{FF2B5EF4-FFF2-40B4-BE49-F238E27FC236}">
                <a16:creationId xmlns:a16="http://schemas.microsoft.com/office/drawing/2014/main" id="{83FF4627-F769-4FC7-B602-C9DE62DF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9800" y="38671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3" b="1" i="0">
                <a:solidFill>
                  <a:srgbClr val="DF2E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3" b="1" i="0">
                <a:solidFill>
                  <a:srgbClr val="DF2E21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DF2E21"/>
                </a:solidFill>
                <a:latin typeface="Arial"/>
                <a:ea typeface="Arial"/>
                <a:cs typeface="Arial"/>
              </a:rPr>
              <a:t>- Left door state</a:t>
            </a:r>
          </a:p>
        </p:txBody>
      </p:sp>
      <p:sp>
        <p:nvSpPr>
          <p:cNvPr id="235" name="cabinet-place-code-box">
            <a:extLst xmlns:a="http://schemas.openxmlformats.org/drawingml/2006/main">
              <a:ext uri="{FF2B5EF4-FFF2-40B4-BE49-F238E27FC236}">
                <a16:creationId xmlns:a16="http://schemas.microsoft.com/office/drawing/2014/main" id="{278F4EB7-640A-4643-B914-94167D52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0" y="4010025"/>
            <a:ext cx="190500" cy="247650"/>
          </a:xfrm>
          <a:custGeom xmlns:a="http://schemas.openxmlformats.org/drawingml/2006/main">
            <a:pathLst>
              <a:path w="190500" h="247650">
                <a:moveTo>
                  <a:pt x="28575" y="0"/>
                </a:moveTo>
                <a:lnTo>
                  <a:pt x="161925" y="0"/>
                </a:lnTo>
                <a:cubicBezTo>
                  <a:pt x="177707" y="0"/>
                  <a:pt x="190500" y="12793"/>
                  <a:pt x="190500" y="28575"/>
                </a:cubicBezTo>
                <a:lnTo>
                  <a:pt x="190500" y="219075"/>
                </a:lnTo>
                <a:cubicBezTo>
                  <a:pt x="190500" y="234857"/>
                  <a:pt x="177707" y="247650"/>
                  <a:pt x="161925" y="247650"/>
                </a:cubicBezTo>
                <a:lnTo>
                  <a:pt x="28575" y="247650"/>
                </a:lnTo>
                <a:cubicBezTo>
                  <a:pt x="12793" y="247650"/>
                  <a:pt x="0" y="234857"/>
                  <a:pt x="0" y="2190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11430">
            <a:solidFill>
              <a:srgbClr val="3F3F3F"/>
            </a:solidFill>
            <a:prstDash val="solid"/>
          </a:ln>
        </p:spPr>
      </p:sp>
      <p:sp>
        <p:nvSpPr>
          <p:cNvPr id="236" name="cabinet-place-code-label">
            <a:extLst xmlns:a="http://schemas.openxmlformats.org/drawingml/2006/main">
              <a:ext uri="{FF2B5EF4-FFF2-40B4-BE49-F238E27FC236}">
                <a16:creationId xmlns:a16="http://schemas.microsoft.com/office/drawing/2014/main" id="{6367224C-0BC3-4A32-B10F-577E0F8D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20775" y="404812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1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237" name="asset-generation-title">
            <a:extLst xmlns:a="http://schemas.openxmlformats.org/drawingml/2006/main">
              <a:ext uri="{FF2B5EF4-FFF2-40B4-BE49-F238E27FC236}">
                <a16:creationId xmlns:a16="http://schemas.microsoft.com/office/drawing/2014/main" id="{C0DE5DAE-AFA4-4098-B450-4B363B9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4876800"/>
            <a:ext cx="2314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Generation</a:t>
            </a:r>
          </a:p>
        </p:txBody>
      </p:sp>
      <p:sp>
        <p:nvSpPr>
          <p:cNvPr id="238" name="task-generation-title">
            <a:extLst xmlns:a="http://schemas.openxmlformats.org/drawingml/2006/main">
              <a:ext uri="{FF2B5EF4-FFF2-40B4-BE49-F238E27FC236}">
                <a16:creationId xmlns:a16="http://schemas.microsoft.com/office/drawing/2014/main" id="{5535F365-4C8A-42A4-AEED-756D7D1F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4876800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Generation</a:t>
            </a:r>
          </a:p>
        </p:txBody>
      </p:sp>
      <p:sp>
        <p:nvSpPr>
          <p:cNvPr id="239" name="decomposition-title">
            <a:extLst xmlns:a="http://schemas.openxmlformats.org/drawingml/2006/main">
              <a:ext uri="{FF2B5EF4-FFF2-40B4-BE49-F238E27FC236}">
                <a16:creationId xmlns:a16="http://schemas.microsoft.com/office/drawing/2014/main" id="{6FAABB6A-C2D8-44E7-BFAC-76B9AA57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4876800"/>
            <a:ext cx="596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Decomposition and Reward Generation</a:t>
            </a:r>
          </a:p>
        </p:txBody>
      </p:sp>
    </p:spTree>
    <p:extLst>
      <p:ext uri="{BB962C8B-B14F-4D97-AF65-F5344CB8AC3E}">
        <p14:creationId xmlns:p14="http://schemas.microsoft.com/office/powerpoint/2010/main" val="324447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2026-10-09T21:52:50.1910000Z</dcterms:created>
  <dcterms:modified xsi:type="dcterms:W3CDTF">2026-10-09T21:52:50.1910000Z</dcterms:modified>
</coreProperties>
</file>